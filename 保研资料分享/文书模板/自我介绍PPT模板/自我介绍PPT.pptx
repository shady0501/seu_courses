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639" r:id="rId2"/>
    <p:sldId id="664" r:id="rId3"/>
    <p:sldId id="643" r:id="rId4"/>
    <p:sldId id="685" r:id="rId5"/>
    <p:sldId id="670" r:id="rId6"/>
    <p:sldId id="650" r:id="rId7"/>
    <p:sldId id="705" r:id="rId8"/>
    <p:sldId id="687" r:id="rId9"/>
    <p:sldId id="665" r:id="rId10"/>
    <p:sldId id="720" r:id="rId11"/>
    <p:sldId id="683" r:id="rId12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4EBE3"/>
    <a:srgbClr val="538B4B"/>
    <a:srgbClr val="E8FAE5"/>
    <a:srgbClr val="9DA953"/>
    <a:srgbClr val="285023"/>
    <a:srgbClr val="FFD1CD"/>
    <a:srgbClr val="FFE3E1"/>
    <a:srgbClr val="096590"/>
    <a:srgbClr val="47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53" autoAdjust="0"/>
    <p:restoredTop sz="87615" autoAdjust="0"/>
  </p:normalViewPr>
  <p:slideViewPr>
    <p:cSldViewPr snapToGrid="0">
      <p:cViewPr varScale="1">
        <p:scale>
          <a:sx n="59" d="100"/>
          <a:sy n="59" d="100"/>
        </p:scale>
        <p:origin x="9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2023/5/26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10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11</a:t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2023/5/26</a:t>
            </a:fld>
            <a:endParaRPr lang="zh-CN" altLang="en-US"/>
          </a:p>
        </p:txBody>
      </p:sp>
      <p:sp>
        <p:nvSpPr>
          <p:cNvPr id="104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raduation-hat-front-view_27483"/>
          <p:cNvSpPr/>
          <p:nvPr userDrawn="1"/>
        </p:nvSpPr>
        <p:spPr>
          <a:xfrm>
            <a:off x="4399419" y="1426435"/>
            <a:ext cx="3393162" cy="2144082"/>
          </a:xfrm>
          <a:custGeom>
            <a:avLst/>
            <a:gdLst>
              <a:gd name="connsiteX0" fmla="*/ 104550 w 604718"/>
              <a:gd name="connsiteY0" fmla="*/ 208330 h 382112"/>
              <a:gd name="connsiteX1" fmla="*/ 156180 w 604718"/>
              <a:gd name="connsiteY1" fmla="*/ 208330 h 382112"/>
              <a:gd name="connsiteX2" fmla="*/ 261642 w 604718"/>
              <a:gd name="connsiteY2" fmla="*/ 248878 h 382112"/>
              <a:gd name="connsiteX3" fmla="*/ 298947 w 604718"/>
              <a:gd name="connsiteY3" fmla="*/ 255007 h 382112"/>
              <a:gd name="connsiteX4" fmla="*/ 340187 w 604718"/>
              <a:gd name="connsiteY4" fmla="*/ 247621 h 382112"/>
              <a:gd name="connsiteX5" fmla="*/ 433687 w 604718"/>
              <a:gd name="connsiteY5" fmla="*/ 208330 h 382112"/>
              <a:gd name="connsiteX6" fmla="*/ 490825 w 604718"/>
              <a:gd name="connsiteY6" fmla="*/ 208330 h 382112"/>
              <a:gd name="connsiteX7" fmla="*/ 490825 w 604718"/>
              <a:gd name="connsiteY7" fmla="*/ 271509 h 382112"/>
              <a:gd name="connsiteX8" fmla="*/ 458400 w 604718"/>
              <a:gd name="connsiteY8" fmla="*/ 320701 h 382112"/>
              <a:gd name="connsiteX9" fmla="*/ 329326 w 604718"/>
              <a:gd name="connsiteY9" fmla="*/ 376337 h 382112"/>
              <a:gd name="connsiteX10" fmla="*/ 264632 w 604718"/>
              <a:gd name="connsiteY10" fmla="*/ 376337 h 382112"/>
              <a:gd name="connsiteX11" fmla="*/ 136819 w 604718"/>
              <a:gd name="connsiteY11" fmla="*/ 320701 h 382112"/>
              <a:gd name="connsiteX12" fmla="*/ 104550 w 604718"/>
              <a:gd name="connsiteY12" fmla="*/ 271509 h 382112"/>
              <a:gd name="connsiteX13" fmla="*/ 300973 w 604718"/>
              <a:gd name="connsiteY13" fmla="*/ 5 h 382112"/>
              <a:gd name="connsiteX14" fmla="*/ 334162 w 604718"/>
              <a:gd name="connsiteY14" fmla="*/ 4701 h 382112"/>
              <a:gd name="connsiteX15" fmla="*/ 581267 w 604718"/>
              <a:gd name="connsiteY15" fmla="*/ 92552 h 382112"/>
              <a:gd name="connsiteX16" fmla="*/ 588822 w 604718"/>
              <a:gd name="connsiteY16" fmla="*/ 114398 h 382112"/>
              <a:gd name="connsiteX17" fmla="*/ 589136 w 604718"/>
              <a:gd name="connsiteY17" fmla="*/ 114398 h 382112"/>
              <a:gd name="connsiteX18" fmla="*/ 589136 w 604718"/>
              <a:gd name="connsiteY18" fmla="*/ 270771 h 382112"/>
              <a:gd name="connsiteX19" fmla="*/ 604718 w 604718"/>
              <a:gd name="connsiteY19" fmla="*/ 321376 h 382112"/>
              <a:gd name="connsiteX20" fmla="*/ 561278 w 604718"/>
              <a:gd name="connsiteY20" fmla="*/ 321376 h 382112"/>
              <a:gd name="connsiteX21" fmla="*/ 576388 w 604718"/>
              <a:gd name="connsiteY21" fmla="*/ 271242 h 382112"/>
              <a:gd name="connsiteX22" fmla="*/ 576388 w 604718"/>
              <a:gd name="connsiteY22" fmla="*/ 120370 h 382112"/>
              <a:gd name="connsiteX23" fmla="*/ 333376 w 604718"/>
              <a:gd name="connsiteY23" fmla="*/ 222680 h 382112"/>
              <a:gd name="connsiteX24" fmla="*/ 268058 w 604718"/>
              <a:gd name="connsiteY24" fmla="*/ 223780 h 382112"/>
              <a:gd name="connsiteX25" fmla="*/ 13556 w 604718"/>
              <a:gd name="connsiteY25" fmla="*/ 125870 h 382112"/>
              <a:gd name="connsiteX26" fmla="*/ 13714 w 604718"/>
              <a:gd name="connsiteY26" fmla="*/ 100882 h 382112"/>
              <a:gd name="connsiteX27" fmla="*/ 267901 w 604718"/>
              <a:gd name="connsiteY27" fmla="*/ 5329 h 382112"/>
              <a:gd name="connsiteX28" fmla="*/ 300973 w 604718"/>
              <a:gd name="connsiteY28" fmla="*/ 5 h 382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04718" h="382112">
                <a:moveTo>
                  <a:pt x="104550" y="208330"/>
                </a:moveTo>
                <a:lnTo>
                  <a:pt x="156180" y="208330"/>
                </a:lnTo>
                <a:lnTo>
                  <a:pt x="261642" y="248878"/>
                </a:lnTo>
                <a:cubicBezTo>
                  <a:pt x="274864" y="253907"/>
                  <a:pt x="289188" y="255007"/>
                  <a:pt x="298947" y="255007"/>
                </a:cubicBezTo>
                <a:cubicBezTo>
                  <a:pt x="314373" y="255007"/>
                  <a:pt x="329012" y="252493"/>
                  <a:pt x="340187" y="247621"/>
                </a:cubicBezTo>
                <a:lnTo>
                  <a:pt x="433687" y="208330"/>
                </a:lnTo>
                <a:lnTo>
                  <a:pt x="490825" y="208330"/>
                </a:lnTo>
                <a:lnTo>
                  <a:pt x="490825" y="271509"/>
                </a:lnTo>
                <a:cubicBezTo>
                  <a:pt x="490825" y="290998"/>
                  <a:pt x="476344" y="313000"/>
                  <a:pt x="458400" y="320701"/>
                </a:cubicBezTo>
                <a:lnTo>
                  <a:pt x="329326" y="376337"/>
                </a:lnTo>
                <a:cubicBezTo>
                  <a:pt x="311382" y="384038"/>
                  <a:pt x="282419" y="384038"/>
                  <a:pt x="264632" y="376337"/>
                </a:cubicBezTo>
                <a:lnTo>
                  <a:pt x="136819" y="320701"/>
                </a:lnTo>
                <a:cubicBezTo>
                  <a:pt x="119032" y="313000"/>
                  <a:pt x="104550" y="290998"/>
                  <a:pt x="104550" y="271509"/>
                </a:cubicBezTo>
                <a:close/>
                <a:moveTo>
                  <a:pt x="300973" y="5"/>
                </a:moveTo>
                <a:cubicBezTo>
                  <a:pt x="312954" y="-93"/>
                  <a:pt x="324955" y="1479"/>
                  <a:pt x="334162" y="4701"/>
                </a:cubicBezTo>
                <a:lnTo>
                  <a:pt x="581267" y="92552"/>
                </a:lnTo>
                <a:cubicBezTo>
                  <a:pt x="596849" y="98053"/>
                  <a:pt x="599210" y="107168"/>
                  <a:pt x="588822" y="114398"/>
                </a:cubicBezTo>
                <a:lnTo>
                  <a:pt x="589136" y="114398"/>
                </a:lnTo>
                <a:lnTo>
                  <a:pt x="589136" y="270771"/>
                </a:lnTo>
                <a:lnTo>
                  <a:pt x="604718" y="321376"/>
                </a:lnTo>
                <a:lnTo>
                  <a:pt x="561278" y="321376"/>
                </a:lnTo>
                <a:lnTo>
                  <a:pt x="576388" y="271242"/>
                </a:lnTo>
                <a:lnTo>
                  <a:pt x="576388" y="120370"/>
                </a:lnTo>
                <a:lnTo>
                  <a:pt x="333376" y="222680"/>
                </a:lnTo>
                <a:cubicBezTo>
                  <a:pt x="315433" y="230224"/>
                  <a:pt x="286158" y="230695"/>
                  <a:pt x="268058" y="223780"/>
                </a:cubicBezTo>
                <a:lnTo>
                  <a:pt x="13556" y="125870"/>
                </a:lnTo>
                <a:cubicBezTo>
                  <a:pt x="-4544" y="118798"/>
                  <a:pt x="-4544" y="107640"/>
                  <a:pt x="13714" y="100882"/>
                </a:cubicBezTo>
                <a:lnTo>
                  <a:pt x="267901" y="5329"/>
                </a:lnTo>
                <a:cubicBezTo>
                  <a:pt x="277030" y="1872"/>
                  <a:pt x="288991" y="104"/>
                  <a:pt x="300973" y="5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直接连接符 59"/>
          <p:cNvCxnSpPr/>
          <p:nvPr userDrawn="1"/>
        </p:nvCxnSpPr>
        <p:spPr>
          <a:xfrm>
            <a:off x="3522388" y="4530266"/>
            <a:ext cx="5147224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3642379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4" name="文本占位符 3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08179" y="4688846"/>
            <a:ext cx="4575642" cy="2635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spc="3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058857" y="1542830"/>
            <a:ext cx="2074286" cy="1911292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138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2023/5/26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/>
        </p:nvGrpSpPr>
        <p:grpSpPr>
          <a:xfrm flipV="1">
            <a:off x="11623041" y="6303058"/>
            <a:ext cx="568960" cy="554941"/>
            <a:chOff x="-3067387" y="5853843"/>
            <a:chExt cx="763656" cy="744840"/>
          </a:xfrm>
          <a:solidFill>
            <a:schemeClr val="bg1">
              <a:lumMod val="95000"/>
            </a:schemeClr>
          </a:solidFill>
        </p:grpSpPr>
        <p:sp>
          <p:nvSpPr>
            <p:cNvPr id="71" name="任意多边形: 形状 70"/>
            <p:cNvSpPr/>
            <p:nvPr/>
          </p:nvSpPr>
          <p:spPr>
            <a:xfrm>
              <a:off x="-3067387" y="5853843"/>
              <a:ext cx="37375" cy="37375"/>
            </a:xfrm>
            <a:custGeom>
              <a:avLst/>
              <a:gdLst>
                <a:gd name="connsiteX0" fmla="*/ 13335 w 13335"/>
                <a:gd name="connsiteY0" fmla="*/ 6668 h 13335"/>
                <a:gd name="connsiteX1" fmla="*/ 6668 w 13335"/>
                <a:gd name="connsiteY1" fmla="*/ 13335 h 13335"/>
                <a:gd name="connsiteX2" fmla="*/ 0 w 13335"/>
                <a:gd name="connsiteY2" fmla="*/ 6668 h 13335"/>
                <a:gd name="connsiteX3" fmla="*/ 6668 w 13335"/>
                <a:gd name="connsiteY3" fmla="*/ 0 h 13335"/>
                <a:gd name="connsiteX4" fmla="*/ 13335 w 13335"/>
                <a:gd name="connsiteY4" fmla="*/ 6668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5">
                  <a:moveTo>
                    <a:pt x="13335" y="6668"/>
                  </a:moveTo>
                  <a:cubicBezTo>
                    <a:pt x="13335" y="10478"/>
                    <a:pt x="10477" y="13335"/>
                    <a:pt x="6668" y="13335"/>
                  </a:cubicBezTo>
                  <a:cubicBezTo>
                    <a:pt x="2857" y="13335"/>
                    <a:pt x="0" y="10478"/>
                    <a:pt x="0" y="6668"/>
                  </a:cubicBezTo>
                  <a:cubicBezTo>
                    <a:pt x="0" y="2858"/>
                    <a:pt x="2857" y="0"/>
                    <a:pt x="6668" y="0"/>
                  </a:cubicBezTo>
                  <a:cubicBezTo>
                    <a:pt x="10477" y="0"/>
                    <a:pt x="13335" y="2858"/>
                    <a:pt x="13335" y="666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" name="任意多边形: 形状 71"/>
            <p:cNvSpPr/>
            <p:nvPr/>
          </p:nvSpPr>
          <p:spPr>
            <a:xfrm>
              <a:off x="-3067387" y="5973977"/>
              <a:ext cx="37375" cy="37375"/>
            </a:xfrm>
            <a:custGeom>
              <a:avLst/>
              <a:gdLst>
                <a:gd name="connsiteX0" fmla="*/ 13335 w 13335"/>
                <a:gd name="connsiteY0" fmla="*/ 6668 h 13335"/>
                <a:gd name="connsiteX1" fmla="*/ 6668 w 13335"/>
                <a:gd name="connsiteY1" fmla="*/ 13335 h 13335"/>
                <a:gd name="connsiteX2" fmla="*/ 0 w 13335"/>
                <a:gd name="connsiteY2" fmla="*/ 6668 h 13335"/>
                <a:gd name="connsiteX3" fmla="*/ 6668 w 13335"/>
                <a:gd name="connsiteY3" fmla="*/ 0 h 13335"/>
                <a:gd name="connsiteX4" fmla="*/ 13335 w 13335"/>
                <a:gd name="connsiteY4" fmla="*/ 6668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5">
                  <a:moveTo>
                    <a:pt x="13335" y="6668"/>
                  </a:moveTo>
                  <a:cubicBezTo>
                    <a:pt x="13335" y="10478"/>
                    <a:pt x="10477" y="13335"/>
                    <a:pt x="6668" y="13335"/>
                  </a:cubicBezTo>
                  <a:cubicBezTo>
                    <a:pt x="2857" y="13335"/>
                    <a:pt x="0" y="10478"/>
                    <a:pt x="0" y="6668"/>
                  </a:cubicBezTo>
                  <a:cubicBezTo>
                    <a:pt x="0" y="2858"/>
                    <a:pt x="2857" y="0"/>
                    <a:pt x="6668" y="0"/>
                  </a:cubicBezTo>
                  <a:cubicBezTo>
                    <a:pt x="10477" y="0"/>
                    <a:pt x="13335" y="2858"/>
                    <a:pt x="13335" y="666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-3067387" y="6091445"/>
              <a:ext cx="37375" cy="37373"/>
            </a:xfrm>
            <a:custGeom>
              <a:avLst/>
              <a:gdLst>
                <a:gd name="connsiteX0" fmla="*/ 13335 w 13335"/>
                <a:gd name="connsiteY0" fmla="*/ 6667 h 13334"/>
                <a:gd name="connsiteX1" fmla="*/ 6668 w 13335"/>
                <a:gd name="connsiteY1" fmla="*/ 13335 h 13334"/>
                <a:gd name="connsiteX2" fmla="*/ 0 w 13335"/>
                <a:gd name="connsiteY2" fmla="*/ 6667 h 13334"/>
                <a:gd name="connsiteX3" fmla="*/ 6668 w 13335"/>
                <a:gd name="connsiteY3" fmla="*/ 0 h 13334"/>
                <a:gd name="connsiteX4" fmla="*/ 13335 w 13335"/>
                <a:gd name="connsiteY4" fmla="*/ 6667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4">
                  <a:moveTo>
                    <a:pt x="13335" y="6667"/>
                  </a:moveTo>
                  <a:cubicBezTo>
                    <a:pt x="13335" y="10477"/>
                    <a:pt x="10477" y="13335"/>
                    <a:pt x="6668" y="13335"/>
                  </a:cubicBezTo>
                  <a:cubicBezTo>
                    <a:pt x="2857" y="13335"/>
                    <a:pt x="0" y="10477"/>
                    <a:pt x="0" y="6667"/>
                  </a:cubicBezTo>
                  <a:cubicBezTo>
                    <a:pt x="0" y="2858"/>
                    <a:pt x="2857" y="0"/>
                    <a:pt x="6668" y="0"/>
                  </a:cubicBezTo>
                  <a:cubicBezTo>
                    <a:pt x="10477" y="0"/>
                    <a:pt x="13335" y="2858"/>
                    <a:pt x="13335" y="6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" name="任意多边形: 形状 73"/>
            <p:cNvSpPr/>
            <p:nvPr/>
          </p:nvSpPr>
          <p:spPr>
            <a:xfrm>
              <a:off x="-3067387" y="6208908"/>
              <a:ext cx="37375" cy="37375"/>
            </a:xfrm>
            <a:custGeom>
              <a:avLst/>
              <a:gdLst>
                <a:gd name="connsiteX0" fmla="*/ 13335 w 13335"/>
                <a:gd name="connsiteY0" fmla="*/ 6667 h 13335"/>
                <a:gd name="connsiteX1" fmla="*/ 6668 w 13335"/>
                <a:gd name="connsiteY1" fmla="*/ 13335 h 13335"/>
                <a:gd name="connsiteX2" fmla="*/ 0 w 13335"/>
                <a:gd name="connsiteY2" fmla="*/ 6667 h 13335"/>
                <a:gd name="connsiteX3" fmla="*/ 6668 w 13335"/>
                <a:gd name="connsiteY3" fmla="*/ 0 h 13335"/>
                <a:gd name="connsiteX4" fmla="*/ 13335 w 13335"/>
                <a:gd name="connsiteY4" fmla="*/ 6667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5">
                  <a:moveTo>
                    <a:pt x="13335" y="6667"/>
                  </a:moveTo>
                  <a:cubicBezTo>
                    <a:pt x="13335" y="10478"/>
                    <a:pt x="10477" y="13335"/>
                    <a:pt x="6668" y="13335"/>
                  </a:cubicBezTo>
                  <a:cubicBezTo>
                    <a:pt x="2857" y="13335"/>
                    <a:pt x="0" y="10478"/>
                    <a:pt x="0" y="6667"/>
                  </a:cubicBezTo>
                  <a:cubicBezTo>
                    <a:pt x="0" y="2858"/>
                    <a:pt x="2857" y="0"/>
                    <a:pt x="6668" y="0"/>
                  </a:cubicBezTo>
                  <a:cubicBezTo>
                    <a:pt x="10477" y="0"/>
                    <a:pt x="13335" y="2858"/>
                    <a:pt x="13335" y="6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" name="任意多边形: 形状 74"/>
            <p:cNvSpPr/>
            <p:nvPr/>
          </p:nvSpPr>
          <p:spPr>
            <a:xfrm>
              <a:off x="-3067387" y="6326376"/>
              <a:ext cx="37375" cy="37373"/>
            </a:xfrm>
            <a:custGeom>
              <a:avLst/>
              <a:gdLst>
                <a:gd name="connsiteX0" fmla="*/ 13335 w 13335"/>
                <a:gd name="connsiteY0" fmla="*/ 6667 h 13334"/>
                <a:gd name="connsiteX1" fmla="*/ 6668 w 13335"/>
                <a:gd name="connsiteY1" fmla="*/ 13335 h 13334"/>
                <a:gd name="connsiteX2" fmla="*/ 0 w 13335"/>
                <a:gd name="connsiteY2" fmla="*/ 6667 h 13334"/>
                <a:gd name="connsiteX3" fmla="*/ 6668 w 13335"/>
                <a:gd name="connsiteY3" fmla="*/ 0 h 13334"/>
                <a:gd name="connsiteX4" fmla="*/ 13335 w 13335"/>
                <a:gd name="connsiteY4" fmla="*/ 6667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4">
                  <a:moveTo>
                    <a:pt x="13335" y="6667"/>
                  </a:moveTo>
                  <a:cubicBezTo>
                    <a:pt x="13335" y="10477"/>
                    <a:pt x="10477" y="13335"/>
                    <a:pt x="6668" y="13335"/>
                  </a:cubicBezTo>
                  <a:cubicBezTo>
                    <a:pt x="2857" y="13335"/>
                    <a:pt x="0" y="10477"/>
                    <a:pt x="0" y="6667"/>
                  </a:cubicBezTo>
                  <a:cubicBezTo>
                    <a:pt x="0" y="2857"/>
                    <a:pt x="2857" y="0"/>
                    <a:pt x="6668" y="0"/>
                  </a:cubicBezTo>
                  <a:cubicBezTo>
                    <a:pt x="10477" y="0"/>
                    <a:pt x="13335" y="2857"/>
                    <a:pt x="13335" y="6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" name="任意多边形: 形状 75"/>
            <p:cNvSpPr/>
            <p:nvPr/>
          </p:nvSpPr>
          <p:spPr>
            <a:xfrm>
              <a:off x="-3067387" y="6443842"/>
              <a:ext cx="37375" cy="37373"/>
            </a:xfrm>
            <a:custGeom>
              <a:avLst/>
              <a:gdLst>
                <a:gd name="connsiteX0" fmla="*/ 13335 w 13335"/>
                <a:gd name="connsiteY0" fmla="*/ 6667 h 13334"/>
                <a:gd name="connsiteX1" fmla="*/ 6668 w 13335"/>
                <a:gd name="connsiteY1" fmla="*/ 13335 h 13334"/>
                <a:gd name="connsiteX2" fmla="*/ 0 w 13335"/>
                <a:gd name="connsiteY2" fmla="*/ 6667 h 13334"/>
                <a:gd name="connsiteX3" fmla="*/ 6668 w 13335"/>
                <a:gd name="connsiteY3" fmla="*/ 0 h 13334"/>
                <a:gd name="connsiteX4" fmla="*/ 13335 w 13335"/>
                <a:gd name="connsiteY4" fmla="*/ 6667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4">
                  <a:moveTo>
                    <a:pt x="13335" y="6667"/>
                  </a:moveTo>
                  <a:cubicBezTo>
                    <a:pt x="13335" y="10478"/>
                    <a:pt x="10477" y="13335"/>
                    <a:pt x="6668" y="13335"/>
                  </a:cubicBezTo>
                  <a:cubicBezTo>
                    <a:pt x="2857" y="13335"/>
                    <a:pt x="0" y="10478"/>
                    <a:pt x="0" y="6667"/>
                  </a:cubicBezTo>
                  <a:cubicBezTo>
                    <a:pt x="0" y="2858"/>
                    <a:pt x="2857" y="0"/>
                    <a:pt x="6668" y="0"/>
                  </a:cubicBezTo>
                  <a:cubicBezTo>
                    <a:pt x="10477" y="0"/>
                    <a:pt x="13335" y="2858"/>
                    <a:pt x="13335" y="6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-3067387" y="6561305"/>
              <a:ext cx="37375" cy="37375"/>
            </a:xfrm>
            <a:custGeom>
              <a:avLst/>
              <a:gdLst>
                <a:gd name="connsiteX0" fmla="*/ 13335 w 13335"/>
                <a:gd name="connsiteY0" fmla="*/ 6668 h 13335"/>
                <a:gd name="connsiteX1" fmla="*/ 6668 w 13335"/>
                <a:gd name="connsiteY1" fmla="*/ 13335 h 13335"/>
                <a:gd name="connsiteX2" fmla="*/ 0 w 13335"/>
                <a:gd name="connsiteY2" fmla="*/ 6668 h 13335"/>
                <a:gd name="connsiteX3" fmla="*/ 6668 w 13335"/>
                <a:gd name="connsiteY3" fmla="*/ 0 h 13335"/>
                <a:gd name="connsiteX4" fmla="*/ 13335 w 13335"/>
                <a:gd name="connsiteY4" fmla="*/ 6668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5">
                  <a:moveTo>
                    <a:pt x="13335" y="6668"/>
                  </a:moveTo>
                  <a:cubicBezTo>
                    <a:pt x="13335" y="10478"/>
                    <a:pt x="10477" y="13335"/>
                    <a:pt x="6668" y="13335"/>
                  </a:cubicBezTo>
                  <a:cubicBezTo>
                    <a:pt x="2857" y="13335"/>
                    <a:pt x="0" y="10478"/>
                    <a:pt x="0" y="6668"/>
                  </a:cubicBezTo>
                  <a:cubicBezTo>
                    <a:pt x="0" y="2858"/>
                    <a:pt x="2857" y="0"/>
                    <a:pt x="6668" y="0"/>
                  </a:cubicBezTo>
                  <a:cubicBezTo>
                    <a:pt x="10477" y="0"/>
                    <a:pt x="13335" y="2858"/>
                    <a:pt x="13335" y="666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8" name="任意多边形: 形状 77"/>
            <p:cNvSpPr/>
            <p:nvPr/>
          </p:nvSpPr>
          <p:spPr>
            <a:xfrm>
              <a:off x="-2922131" y="5853843"/>
              <a:ext cx="37375" cy="37375"/>
            </a:xfrm>
            <a:custGeom>
              <a:avLst/>
              <a:gdLst>
                <a:gd name="connsiteX0" fmla="*/ 13335 w 13335"/>
                <a:gd name="connsiteY0" fmla="*/ 6668 h 13335"/>
                <a:gd name="connsiteX1" fmla="*/ 6667 w 13335"/>
                <a:gd name="connsiteY1" fmla="*/ 13335 h 13335"/>
                <a:gd name="connsiteX2" fmla="*/ 0 w 13335"/>
                <a:gd name="connsiteY2" fmla="*/ 6668 h 13335"/>
                <a:gd name="connsiteX3" fmla="*/ 6667 w 13335"/>
                <a:gd name="connsiteY3" fmla="*/ 0 h 13335"/>
                <a:gd name="connsiteX4" fmla="*/ 13335 w 13335"/>
                <a:gd name="connsiteY4" fmla="*/ 6668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5">
                  <a:moveTo>
                    <a:pt x="13335" y="6668"/>
                  </a:moveTo>
                  <a:cubicBezTo>
                    <a:pt x="13335" y="10478"/>
                    <a:pt x="10477" y="13335"/>
                    <a:pt x="6667" y="13335"/>
                  </a:cubicBezTo>
                  <a:cubicBezTo>
                    <a:pt x="2857" y="13335"/>
                    <a:pt x="0" y="10478"/>
                    <a:pt x="0" y="6668"/>
                  </a:cubicBezTo>
                  <a:cubicBezTo>
                    <a:pt x="0" y="2858"/>
                    <a:pt x="2857" y="0"/>
                    <a:pt x="6667" y="0"/>
                  </a:cubicBezTo>
                  <a:cubicBezTo>
                    <a:pt x="10477" y="0"/>
                    <a:pt x="13335" y="2858"/>
                    <a:pt x="13335" y="666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" name="任意多边形: 形状 78"/>
            <p:cNvSpPr/>
            <p:nvPr/>
          </p:nvSpPr>
          <p:spPr>
            <a:xfrm>
              <a:off x="-2922131" y="5971311"/>
              <a:ext cx="37375" cy="37373"/>
            </a:xfrm>
            <a:custGeom>
              <a:avLst/>
              <a:gdLst>
                <a:gd name="connsiteX0" fmla="*/ 13335 w 13335"/>
                <a:gd name="connsiteY0" fmla="*/ 6667 h 13334"/>
                <a:gd name="connsiteX1" fmla="*/ 6667 w 13335"/>
                <a:gd name="connsiteY1" fmla="*/ 13335 h 13334"/>
                <a:gd name="connsiteX2" fmla="*/ 0 w 13335"/>
                <a:gd name="connsiteY2" fmla="*/ 6667 h 13334"/>
                <a:gd name="connsiteX3" fmla="*/ 6667 w 13335"/>
                <a:gd name="connsiteY3" fmla="*/ 0 h 13334"/>
                <a:gd name="connsiteX4" fmla="*/ 13335 w 13335"/>
                <a:gd name="connsiteY4" fmla="*/ 6667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4">
                  <a:moveTo>
                    <a:pt x="13335" y="6667"/>
                  </a:moveTo>
                  <a:cubicBezTo>
                    <a:pt x="13335" y="10477"/>
                    <a:pt x="10477" y="13335"/>
                    <a:pt x="6667" y="13335"/>
                  </a:cubicBezTo>
                  <a:cubicBezTo>
                    <a:pt x="2857" y="13335"/>
                    <a:pt x="0" y="10477"/>
                    <a:pt x="0" y="6667"/>
                  </a:cubicBezTo>
                  <a:cubicBezTo>
                    <a:pt x="0" y="2858"/>
                    <a:pt x="2857" y="0"/>
                    <a:pt x="6667" y="0"/>
                  </a:cubicBezTo>
                  <a:cubicBezTo>
                    <a:pt x="10477" y="0"/>
                    <a:pt x="13335" y="2858"/>
                    <a:pt x="13335" y="6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0" name="任意多边形: 形状 79"/>
            <p:cNvSpPr/>
            <p:nvPr/>
          </p:nvSpPr>
          <p:spPr>
            <a:xfrm>
              <a:off x="-2922131" y="6088774"/>
              <a:ext cx="37375" cy="37375"/>
            </a:xfrm>
            <a:custGeom>
              <a:avLst/>
              <a:gdLst>
                <a:gd name="connsiteX0" fmla="*/ 13335 w 13335"/>
                <a:gd name="connsiteY0" fmla="*/ 6667 h 13335"/>
                <a:gd name="connsiteX1" fmla="*/ 6667 w 13335"/>
                <a:gd name="connsiteY1" fmla="*/ 13335 h 13335"/>
                <a:gd name="connsiteX2" fmla="*/ 0 w 13335"/>
                <a:gd name="connsiteY2" fmla="*/ 6667 h 13335"/>
                <a:gd name="connsiteX3" fmla="*/ 6667 w 13335"/>
                <a:gd name="connsiteY3" fmla="*/ 0 h 13335"/>
                <a:gd name="connsiteX4" fmla="*/ 13335 w 13335"/>
                <a:gd name="connsiteY4" fmla="*/ 6667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5">
                  <a:moveTo>
                    <a:pt x="13335" y="6667"/>
                  </a:moveTo>
                  <a:cubicBezTo>
                    <a:pt x="13335" y="10478"/>
                    <a:pt x="10477" y="13335"/>
                    <a:pt x="6667" y="13335"/>
                  </a:cubicBezTo>
                  <a:cubicBezTo>
                    <a:pt x="2857" y="13335"/>
                    <a:pt x="0" y="10478"/>
                    <a:pt x="0" y="6667"/>
                  </a:cubicBezTo>
                  <a:cubicBezTo>
                    <a:pt x="0" y="2858"/>
                    <a:pt x="2857" y="0"/>
                    <a:pt x="6667" y="0"/>
                  </a:cubicBezTo>
                  <a:cubicBezTo>
                    <a:pt x="10477" y="0"/>
                    <a:pt x="13335" y="2858"/>
                    <a:pt x="13335" y="6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-2922131" y="6206243"/>
              <a:ext cx="37375" cy="37373"/>
            </a:xfrm>
            <a:custGeom>
              <a:avLst/>
              <a:gdLst>
                <a:gd name="connsiteX0" fmla="*/ 13335 w 13335"/>
                <a:gd name="connsiteY0" fmla="*/ 6667 h 13334"/>
                <a:gd name="connsiteX1" fmla="*/ 6667 w 13335"/>
                <a:gd name="connsiteY1" fmla="*/ 13335 h 13334"/>
                <a:gd name="connsiteX2" fmla="*/ 0 w 13335"/>
                <a:gd name="connsiteY2" fmla="*/ 6667 h 13334"/>
                <a:gd name="connsiteX3" fmla="*/ 6667 w 13335"/>
                <a:gd name="connsiteY3" fmla="*/ 0 h 13334"/>
                <a:gd name="connsiteX4" fmla="*/ 13335 w 13335"/>
                <a:gd name="connsiteY4" fmla="*/ 6667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4">
                  <a:moveTo>
                    <a:pt x="13335" y="6667"/>
                  </a:moveTo>
                  <a:cubicBezTo>
                    <a:pt x="13335" y="10477"/>
                    <a:pt x="10477" y="13335"/>
                    <a:pt x="6667" y="13335"/>
                  </a:cubicBezTo>
                  <a:cubicBezTo>
                    <a:pt x="2857" y="13335"/>
                    <a:pt x="0" y="10477"/>
                    <a:pt x="0" y="6667"/>
                  </a:cubicBezTo>
                  <a:cubicBezTo>
                    <a:pt x="0" y="2857"/>
                    <a:pt x="2857" y="0"/>
                    <a:pt x="6667" y="0"/>
                  </a:cubicBezTo>
                  <a:cubicBezTo>
                    <a:pt x="10477" y="0"/>
                    <a:pt x="13335" y="3810"/>
                    <a:pt x="13335" y="6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2" name="任意多边形: 形状 81"/>
            <p:cNvSpPr/>
            <p:nvPr/>
          </p:nvSpPr>
          <p:spPr>
            <a:xfrm>
              <a:off x="-2922131" y="6326376"/>
              <a:ext cx="37375" cy="37373"/>
            </a:xfrm>
            <a:custGeom>
              <a:avLst/>
              <a:gdLst>
                <a:gd name="connsiteX0" fmla="*/ 13335 w 13335"/>
                <a:gd name="connsiteY0" fmla="*/ 6667 h 13334"/>
                <a:gd name="connsiteX1" fmla="*/ 6667 w 13335"/>
                <a:gd name="connsiteY1" fmla="*/ 13335 h 13334"/>
                <a:gd name="connsiteX2" fmla="*/ 0 w 13335"/>
                <a:gd name="connsiteY2" fmla="*/ 6667 h 13334"/>
                <a:gd name="connsiteX3" fmla="*/ 6667 w 13335"/>
                <a:gd name="connsiteY3" fmla="*/ 0 h 13334"/>
                <a:gd name="connsiteX4" fmla="*/ 13335 w 13335"/>
                <a:gd name="connsiteY4" fmla="*/ 6667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4">
                  <a:moveTo>
                    <a:pt x="13335" y="6667"/>
                  </a:moveTo>
                  <a:cubicBezTo>
                    <a:pt x="13335" y="10477"/>
                    <a:pt x="10477" y="13335"/>
                    <a:pt x="6667" y="13335"/>
                  </a:cubicBezTo>
                  <a:cubicBezTo>
                    <a:pt x="2857" y="13335"/>
                    <a:pt x="0" y="10477"/>
                    <a:pt x="0" y="6667"/>
                  </a:cubicBezTo>
                  <a:cubicBezTo>
                    <a:pt x="0" y="2857"/>
                    <a:pt x="2857" y="0"/>
                    <a:pt x="6667" y="0"/>
                  </a:cubicBezTo>
                  <a:cubicBezTo>
                    <a:pt x="10477" y="0"/>
                    <a:pt x="13335" y="2857"/>
                    <a:pt x="13335" y="6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3" name="任意多边形: 形状 82"/>
            <p:cNvSpPr/>
            <p:nvPr/>
          </p:nvSpPr>
          <p:spPr>
            <a:xfrm>
              <a:off x="-2922131" y="6443842"/>
              <a:ext cx="37375" cy="37373"/>
            </a:xfrm>
            <a:custGeom>
              <a:avLst/>
              <a:gdLst>
                <a:gd name="connsiteX0" fmla="*/ 13335 w 13335"/>
                <a:gd name="connsiteY0" fmla="*/ 6667 h 13334"/>
                <a:gd name="connsiteX1" fmla="*/ 6667 w 13335"/>
                <a:gd name="connsiteY1" fmla="*/ 13335 h 13334"/>
                <a:gd name="connsiteX2" fmla="*/ 0 w 13335"/>
                <a:gd name="connsiteY2" fmla="*/ 6667 h 13334"/>
                <a:gd name="connsiteX3" fmla="*/ 6667 w 13335"/>
                <a:gd name="connsiteY3" fmla="*/ 0 h 13334"/>
                <a:gd name="connsiteX4" fmla="*/ 13335 w 13335"/>
                <a:gd name="connsiteY4" fmla="*/ 6667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4">
                  <a:moveTo>
                    <a:pt x="13335" y="6667"/>
                  </a:moveTo>
                  <a:cubicBezTo>
                    <a:pt x="13335" y="10478"/>
                    <a:pt x="10477" y="13335"/>
                    <a:pt x="6667" y="13335"/>
                  </a:cubicBezTo>
                  <a:cubicBezTo>
                    <a:pt x="2857" y="13335"/>
                    <a:pt x="0" y="10478"/>
                    <a:pt x="0" y="6667"/>
                  </a:cubicBezTo>
                  <a:cubicBezTo>
                    <a:pt x="0" y="2858"/>
                    <a:pt x="2857" y="0"/>
                    <a:pt x="6667" y="0"/>
                  </a:cubicBezTo>
                  <a:cubicBezTo>
                    <a:pt x="10477" y="0"/>
                    <a:pt x="13335" y="2858"/>
                    <a:pt x="13335" y="6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4" name="任意多边形: 形状 83"/>
            <p:cNvSpPr/>
            <p:nvPr/>
          </p:nvSpPr>
          <p:spPr>
            <a:xfrm>
              <a:off x="-2922131" y="6561308"/>
              <a:ext cx="37375" cy="37375"/>
            </a:xfrm>
            <a:custGeom>
              <a:avLst/>
              <a:gdLst>
                <a:gd name="connsiteX0" fmla="*/ 13335 w 13335"/>
                <a:gd name="connsiteY0" fmla="*/ 6668 h 13335"/>
                <a:gd name="connsiteX1" fmla="*/ 6667 w 13335"/>
                <a:gd name="connsiteY1" fmla="*/ 13335 h 13335"/>
                <a:gd name="connsiteX2" fmla="*/ 0 w 13335"/>
                <a:gd name="connsiteY2" fmla="*/ 6668 h 13335"/>
                <a:gd name="connsiteX3" fmla="*/ 6667 w 13335"/>
                <a:gd name="connsiteY3" fmla="*/ 0 h 13335"/>
                <a:gd name="connsiteX4" fmla="*/ 13335 w 13335"/>
                <a:gd name="connsiteY4" fmla="*/ 6668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5">
                  <a:moveTo>
                    <a:pt x="13335" y="6668"/>
                  </a:moveTo>
                  <a:cubicBezTo>
                    <a:pt x="13335" y="10478"/>
                    <a:pt x="10477" y="13335"/>
                    <a:pt x="6667" y="13335"/>
                  </a:cubicBezTo>
                  <a:cubicBezTo>
                    <a:pt x="2857" y="13335"/>
                    <a:pt x="0" y="10478"/>
                    <a:pt x="0" y="6668"/>
                  </a:cubicBezTo>
                  <a:cubicBezTo>
                    <a:pt x="0" y="2858"/>
                    <a:pt x="2857" y="0"/>
                    <a:pt x="6667" y="0"/>
                  </a:cubicBezTo>
                  <a:cubicBezTo>
                    <a:pt x="10477" y="0"/>
                    <a:pt x="13335" y="2858"/>
                    <a:pt x="13335" y="666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-2776875" y="5853843"/>
              <a:ext cx="37375" cy="37375"/>
            </a:xfrm>
            <a:custGeom>
              <a:avLst/>
              <a:gdLst>
                <a:gd name="connsiteX0" fmla="*/ 13335 w 13335"/>
                <a:gd name="connsiteY0" fmla="*/ 6668 h 13335"/>
                <a:gd name="connsiteX1" fmla="*/ 6667 w 13335"/>
                <a:gd name="connsiteY1" fmla="*/ 13335 h 13335"/>
                <a:gd name="connsiteX2" fmla="*/ 0 w 13335"/>
                <a:gd name="connsiteY2" fmla="*/ 6668 h 13335"/>
                <a:gd name="connsiteX3" fmla="*/ 6667 w 13335"/>
                <a:gd name="connsiteY3" fmla="*/ 0 h 13335"/>
                <a:gd name="connsiteX4" fmla="*/ 13335 w 13335"/>
                <a:gd name="connsiteY4" fmla="*/ 6668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5">
                  <a:moveTo>
                    <a:pt x="13335" y="6668"/>
                  </a:moveTo>
                  <a:cubicBezTo>
                    <a:pt x="13335" y="10478"/>
                    <a:pt x="10477" y="13335"/>
                    <a:pt x="6667" y="13335"/>
                  </a:cubicBezTo>
                  <a:cubicBezTo>
                    <a:pt x="2857" y="13335"/>
                    <a:pt x="0" y="10478"/>
                    <a:pt x="0" y="6668"/>
                  </a:cubicBezTo>
                  <a:cubicBezTo>
                    <a:pt x="0" y="2858"/>
                    <a:pt x="2857" y="0"/>
                    <a:pt x="6667" y="0"/>
                  </a:cubicBezTo>
                  <a:cubicBezTo>
                    <a:pt x="10477" y="0"/>
                    <a:pt x="13335" y="2858"/>
                    <a:pt x="13335" y="666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" name="任意多边形: 形状 85"/>
            <p:cNvSpPr/>
            <p:nvPr/>
          </p:nvSpPr>
          <p:spPr>
            <a:xfrm>
              <a:off x="-2776875" y="5971311"/>
              <a:ext cx="37375" cy="37373"/>
            </a:xfrm>
            <a:custGeom>
              <a:avLst/>
              <a:gdLst>
                <a:gd name="connsiteX0" fmla="*/ 13335 w 13335"/>
                <a:gd name="connsiteY0" fmla="*/ 6667 h 13334"/>
                <a:gd name="connsiteX1" fmla="*/ 6667 w 13335"/>
                <a:gd name="connsiteY1" fmla="*/ 13335 h 13334"/>
                <a:gd name="connsiteX2" fmla="*/ 0 w 13335"/>
                <a:gd name="connsiteY2" fmla="*/ 6667 h 13334"/>
                <a:gd name="connsiteX3" fmla="*/ 6667 w 13335"/>
                <a:gd name="connsiteY3" fmla="*/ 0 h 13334"/>
                <a:gd name="connsiteX4" fmla="*/ 13335 w 13335"/>
                <a:gd name="connsiteY4" fmla="*/ 6667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4">
                  <a:moveTo>
                    <a:pt x="13335" y="6667"/>
                  </a:moveTo>
                  <a:cubicBezTo>
                    <a:pt x="13335" y="10477"/>
                    <a:pt x="10477" y="13335"/>
                    <a:pt x="6667" y="13335"/>
                  </a:cubicBezTo>
                  <a:cubicBezTo>
                    <a:pt x="2857" y="13335"/>
                    <a:pt x="0" y="10477"/>
                    <a:pt x="0" y="6667"/>
                  </a:cubicBezTo>
                  <a:cubicBezTo>
                    <a:pt x="0" y="2858"/>
                    <a:pt x="2857" y="0"/>
                    <a:pt x="6667" y="0"/>
                  </a:cubicBezTo>
                  <a:cubicBezTo>
                    <a:pt x="10477" y="0"/>
                    <a:pt x="13335" y="2858"/>
                    <a:pt x="13335" y="6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7" name="任意多边形: 形状 86"/>
            <p:cNvSpPr/>
            <p:nvPr/>
          </p:nvSpPr>
          <p:spPr>
            <a:xfrm>
              <a:off x="-2776875" y="6088774"/>
              <a:ext cx="37375" cy="37375"/>
            </a:xfrm>
            <a:custGeom>
              <a:avLst/>
              <a:gdLst>
                <a:gd name="connsiteX0" fmla="*/ 13335 w 13335"/>
                <a:gd name="connsiteY0" fmla="*/ 6667 h 13335"/>
                <a:gd name="connsiteX1" fmla="*/ 6667 w 13335"/>
                <a:gd name="connsiteY1" fmla="*/ 13335 h 13335"/>
                <a:gd name="connsiteX2" fmla="*/ 0 w 13335"/>
                <a:gd name="connsiteY2" fmla="*/ 6667 h 13335"/>
                <a:gd name="connsiteX3" fmla="*/ 6667 w 13335"/>
                <a:gd name="connsiteY3" fmla="*/ 0 h 13335"/>
                <a:gd name="connsiteX4" fmla="*/ 13335 w 13335"/>
                <a:gd name="connsiteY4" fmla="*/ 6667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5">
                  <a:moveTo>
                    <a:pt x="13335" y="6667"/>
                  </a:moveTo>
                  <a:cubicBezTo>
                    <a:pt x="13335" y="10478"/>
                    <a:pt x="10477" y="13335"/>
                    <a:pt x="6667" y="13335"/>
                  </a:cubicBezTo>
                  <a:cubicBezTo>
                    <a:pt x="2857" y="13335"/>
                    <a:pt x="0" y="10478"/>
                    <a:pt x="0" y="6667"/>
                  </a:cubicBezTo>
                  <a:cubicBezTo>
                    <a:pt x="0" y="2858"/>
                    <a:pt x="2857" y="0"/>
                    <a:pt x="6667" y="0"/>
                  </a:cubicBezTo>
                  <a:cubicBezTo>
                    <a:pt x="10477" y="0"/>
                    <a:pt x="13335" y="2858"/>
                    <a:pt x="13335" y="6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" name="任意多边形: 形状 87"/>
            <p:cNvSpPr/>
            <p:nvPr/>
          </p:nvSpPr>
          <p:spPr>
            <a:xfrm>
              <a:off x="-2776875" y="6206243"/>
              <a:ext cx="37375" cy="37373"/>
            </a:xfrm>
            <a:custGeom>
              <a:avLst/>
              <a:gdLst>
                <a:gd name="connsiteX0" fmla="*/ 13335 w 13335"/>
                <a:gd name="connsiteY0" fmla="*/ 6667 h 13334"/>
                <a:gd name="connsiteX1" fmla="*/ 6667 w 13335"/>
                <a:gd name="connsiteY1" fmla="*/ 13335 h 13334"/>
                <a:gd name="connsiteX2" fmla="*/ 0 w 13335"/>
                <a:gd name="connsiteY2" fmla="*/ 6667 h 13334"/>
                <a:gd name="connsiteX3" fmla="*/ 6667 w 13335"/>
                <a:gd name="connsiteY3" fmla="*/ 0 h 13334"/>
                <a:gd name="connsiteX4" fmla="*/ 13335 w 13335"/>
                <a:gd name="connsiteY4" fmla="*/ 6667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4">
                  <a:moveTo>
                    <a:pt x="13335" y="6667"/>
                  </a:moveTo>
                  <a:cubicBezTo>
                    <a:pt x="13335" y="10477"/>
                    <a:pt x="10477" y="13335"/>
                    <a:pt x="6667" y="13335"/>
                  </a:cubicBezTo>
                  <a:cubicBezTo>
                    <a:pt x="2857" y="13335"/>
                    <a:pt x="0" y="10477"/>
                    <a:pt x="0" y="6667"/>
                  </a:cubicBezTo>
                  <a:cubicBezTo>
                    <a:pt x="0" y="2857"/>
                    <a:pt x="2857" y="0"/>
                    <a:pt x="6667" y="0"/>
                  </a:cubicBezTo>
                  <a:cubicBezTo>
                    <a:pt x="10477" y="0"/>
                    <a:pt x="13335" y="3810"/>
                    <a:pt x="13335" y="6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9" name="任意多边形: 形状 88"/>
            <p:cNvSpPr/>
            <p:nvPr/>
          </p:nvSpPr>
          <p:spPr>
            <a:xfrm>
              <a:off x="-2776875" y="6326376"/>
              <a:ext cx="37375" cy="37373"/>
            </a:xfrm>
            <a:custGeom>
              <a:avLst/>
              <a:gdLst>
                <a:gd name="connsiteX0" fmla="*/ 13335 w 13335"/>
                <a:gd name="connsiteY0" fmla="*/ 6667 h 13334"/>
                <a:gd name="connsiteX1" fmla="*/ 6667 w 13335"/>
                <a:gd name="connsiteY1" fmla="*/ 13335 h 13334"/>
                <a:gd name="connsiteX2" fmla="*/ 0 w 13335"/>
                <a:gd name="connsiteY2" fmla="*/ 6667 h 13334"/>
                <a:gd name="connsiteX3" fmla="*/ 6667 w 13335"/>
                <a:gd name="connsiteY3" fmla="*/ 0 h 13334"/>
                <a:gd name="connsiteX4" fmla="*/ 13335 w 13335"/>
                <a:gd name="connsiteY4" fmla="*/ 6667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4">
                  <a:moveTo>
                    <a:pt x="13335" y="6667"/>
                  </a:moveTo>
                  <a:cubicBezTo>
                    <a:pt x="13335" y="10477"/>
                    <a:pt x="10477" y="13335"/>
                    <a:pt x="6667" y="13335"/>
                  </a:cubicBezTo>
                  <a:cubicBezTo>
                    <a:pt x="2857" y="13335"/>
                    <a:pt x="0" y="10477"/>
                    <a:pt x="0" y="6667"/>
                  </a:cubicBezTo>
                  <a:cubicBezTo>
                    <a:pt x="0" y="2857"/>
                    <a:pt x="2857" y="0"/>
                    <a:pt x="6667" y="0"/>
                  </a:cubicBezTo>
                  <a:cubicBezTo>
                    <a:pt x="10477" y="0"/>
                    <a:pt x="13335" y="2857"/>
                    <a:pt x="13335" y="6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-2776875" y="6443842"/>
              <a:ext cx="37375" cy="37373"/>
            </a:xfrm>
            <a:custGeom>
              <a:avLst/>
              <a:gdLst>
                <a:gd name="connsiteX0" fmla="*/ 13335 w 13335"/>
                <a:gd name="connsiteY0" fmla="*/ 6667 h 13334"/>
                <a:gd name="connsiteX1" fmla="*/ 6667 w 13335"/>
                <a:gd name="connsiteY1" fmla="*/ 13335 h 13334"/>
                <a:gd name="connsiteX2" fmla="*/ 0 w 13335"/>
                <a:gd name="connsiteY2" fmla="*/ 6667 h 13334"/>
                <a:gd name="connsiteX3" fmla="*/ 6667 w 13335"/>
                <a:gd name="connsiteY3" fmla="*/ 0 h 13334"/>
                <a:gd name="connsiteX4" fmla="*/ 13335 w 13335"/>
                <a:gd name="connsiteY4" fmla="*/ 6667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4">
                  <a:moveTo>
                    <a:pt x="13335" y="6667"/>
                  </a:moveTo>
                  <a:cubicBezTo>
                    <a:pt x="13335" y="10478"/>
                    <a:pt x="10477" y="13335"/>
                    <a:pt x="6667" y="13335"/>
                  </a:cubicBezTo>
                  <a:cubicBezTo>
                    <a:pt x="2857" y="13335"/>
                    <a:pt x="0" y="10478"/>
                    <a:pt x="0" y="6667"/>
                  </a:cubicBezTo>
                  <a:cubicBezTo>
                    <a:pt x="0" y="2858"/>
                    <a:pt x="2857" y="0"/>
                    <a:pt x="6667" y="0"/>
                  </a:cubicBezTo>
                  <a:cubicBezTo>
                    <a:pt x="10477" y="0"/>
                    <a:pt x="13335" y="2858"/>
                    <a:pt x="13335" y="6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1" name="任意多边形: 形状 90"/>
            <p:cNvSpPr/>
            <p:nvPr/>
          </p:nvSpPr>
          <p:spPr>
            <a:xfrm>
              <a:off x="-2776875" y="6561308"/>
              <a:ext cx="37375" cy="37375"/>
            </a:xfrm>
            <a:custGeom>
              <a:avLst/>
              <a:gdLst>
                <a:gd name="connsiteX0" fmla="*/ 13335 w 13335"/>
                <a:gd name="connsiteY0" fmla="*/ 6668 h 13335"/>
                <a:gd name="connsiteX1" fmla="*/ 6667 w 13335"/>
                <a:gd name="connsiteY1" fmla="*/ 13335 h 13335"/>
                <a:gd name="connsiteX2" fmla="*/ 0 w 13335"/>
                <a:gd name="connsiteY2" fmla="*/ 6668 h 13335"/>
                <a:gd name="connsiteX3" fmla="*/ 6667 w 13335"/>
                <a:gd name="connsiteY3" fmla="*/ 0 h 13335"/>
                <a:gd name="connsiteX4" fmla="*/ 13335 w 13335"/>
                <a:gd name="connsiteY4" fmla="*/ 6668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5">
                  <a:moveTo>
                    <a:pt x="13335" y="6668"/>
                  </a:moveTo>
                  <a:cubicBezTo>
                    <a:pt x="13335" y="10478"/>
                    <a:pt x="10477" y="13335"/>
                    <a:pt x="6667" y="13335"/>
                  </a:cubicBezTo>
                  <a:cubicBezTo>
                    <a:pt x="2857" y="13335"/>
                    <a:pt x="0" y="10478"/>
                    <a:pt x="0" y="6668"/>
                  </a:cubicBezTo>
                  <a:cubicBezTo>
                    <a:pt x="0" y="2858"/>
                    <a:pt x="2857" y="0"/>
                    <a:pt x="6667" y="0"/>
                  </a:cubicBezTo>
                  <a:cubicBezTo>
                    <a:pt x="10477" y="0"/>
                    <a:pt x="13335" y="2858"/>
                    <a:pt x="13335" y="666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2" name="任意多边形: 形状 91"/>
            <p:cNvSpPr/>
            <p:nvPr/>
          </p:nvSpPr>
          <p:spPr>
            <a:xfrm>
              <a:off x="-2631618" y="5853843"/>
              <a:ext cx="37375" cy="37375"/>
            </a:xfrm>
            <a:custGeom>
              <a:avLst/>
              <a:gdLst>
                <a:gd name="connsiteX0" fmla="*/ 13335 w 13335"/>
                <a:gd name="connsiteY0" fmla="*/ 6668 h 13335"/>
                <a:gd name="connsiteX1" fmla="*/ 6667 w 13335"/>
                <a:gd name="connsiteY1" fmla="*/ 13335 h 13335"/>
                <a:gd name="connsiteX2" fmla="*/ 0 w 13335"/>
                <a:gd name="connsiteY2" fmla="*/ 6668 h 13335"/>
                <a:gd name="connsiteX3" fmla="*/ 6667 w 13335"/>
                <a:gd name="connsiteY3" fmla="*/ 0 h 13335"/>
                <a:gd name="connsiteX4" fmla="*/ 13335 w 13335"/>
                <a:gd name="connsiteY4" fmla="*/ 6668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5">
                  <a:moveTo>
                    <a:pt x="13335" y="6668"/>
                  </a:moveTo>
                  <a:cubicBezTo>
                    <a:pt x="13335" y="10478"/>
                    <a:pt x="10477" y="13335"/>
                    <a:pt x="6667" y="13335"/>
                  </a:cubicBezTo>
                  <a:cubicBezTo>
                    <a:pt x="2857" y="13335"/>
                    <a:pt x="0" y="10478"/>
                    <a:pt x="0" y="6668"/>
                  </a:cubicBezTo>
                  <a:cubicBezTo>
                    <a:pt x="0" y="2858"/>
                    <a:pt x="2857" y="0"/>
                    <a:pt x="6667" y="0"/>
                  </a:cubicBezTo>
                  <a:cubicBezTo>
                    <a:pt x="10477" y="0"/>
                    <a:pt x="13335" y="2858"/>
                    <a:pt x="13335" y="666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3" name="任意多边形: 形状 92"/>
            <p:cNvSpPr/>
            <p:nvPr/>
          </p:nvSpPr>
          <p:spPr>
            <a:xfrm>
              <a:off x="-2631618" y="5971311"/>
              <a:ext cx="37375" cy="37373"/>
            </a:xfrm>
            <a:custGeom>
              <a:avLst/>
              <a:gdLst>
                <a:gd name="connsiteX0" fmla="*/ 13335 w 13335"/>
                <a:gd name="connsiteY0" fmla="*/ 6667 h 13334"/>
                <a:gd name="connsiteX1" fmla="*/ 6667 w 13335"/>
                <a:gd name="connsiteY1" fmla="*/ 13335 h 13334"/>
                <a:gd name="connsiteX2" fmla="*/ 0 w 13335"/>
                <a:gd name="connsiteY2" fmla="*/ 6667 h 13334"/>
                <a:gd name="connsiteX3" fmla="*/ 6667 w 13335"/>
                <a:gd name="connsiteY3" fmla="*/ 0 h 13334"/>
                <a:gd name="connsiteX4" fmla="*/ 13335 w 13335"/>
                <a:gd name="connsiteY4" fmla="*/ 6667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4">
                  <a:moveTo>
                    <a:pt x="13335" y="6667"/>
                  </a:moveTo>
                  <a:cubicBezTo>
                    <a:pt x="13335" y="10477"/>
                    <a:pt x="10477" y="13335"/>
                    <a:pt x="6667" y="13335"/>
                  </a:cubicBezTo>
                  <a:cubicBezTo>
                    <a:pt x="2857" y="13335"/>
                    <a:pt x="0" y="10477"/>
                    <a:pt x="0" y="6667"/>
                  </a:cubicBezTo>
                  <a:cubicBezTo>
                    <a:pt x="0" y="2858"/>
                    <a:pt x="2857" y="0"/>
                    <a:pt x="6667" y="0"/>
                  </a:cubicBezTo>
                  <a:cubicBezTo>
                    <a:pt x="10477" y="0"/>
                    <a:pt x="13335" y="2858"/>
                    <a:pt x="13335" y="6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4" name="任意多边形: 形状 93"/>
            <p:cNvSpPr/>
            <p:nvPr/>
          </p:nvSpPr>
          <p:spPr>
            <a:xfrm>
              <a:off x="-2631618" y="6088774"/>
              <a:ext cx="37375" cy="37375"/>
            </a:xfrm>
            <a:custGeom>
              <a:avLst/>
              <a:gdLst>
                <a:gd name="connsiteX0" fmla="*/ 13335 w 13335"/>
                <a:gd name="connsiteY0" fmla="*/ 6667 h 13335"/>
                <a:gd name="connsiteX1" fmla="*/ 6667 w 13335"/>
                <a:gd name="connsiteY1" fmla="*/ 13335 h 13335"/>
                <a:gd name="connsiteX2" fmla="*/ 0 w 13335"/>
                <a:gd name="connsiteY2" fmla="*/ 6667 h 13335"/>
                <a:gd name="connsiteX3" fmla="*/ 6667 w 13335"/>
                <a:gd name="connsiteY3" fmla="*/ 0 h 13335"/>
                <a:gd name="connsiteX4" fmla="*/ 13335 w 13335"/>
                <a:gd name="connsiteY4" fmla="*/ 6667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5">
                  <a:moveTo>
                    <a:pt x="13335" y="6667"/>
                  </a:moveTo>
                  <a:cubicBezTo>
                    <a:pt x="13335" y="10478"/>
                    <a:pt x="10477" y="13335"/>
                    <a:pt x="6667" y="13335"/>
                  </a:cubicBezTo>
                  <a:cubicBezTo>
                    <a:pt x="2857" y="13335"/>
                    <a:pt x="0" y="10478"/>
                    <a:pt x="0" y="6667"/>
                  </a:cubicBezTo>
                  <a:cubicBezTo>
                    <a:pt x="0" y="2858"/>
                    <a:pt x="2857" y="0"/>
                    <a:pt x="6667" y="0"/>
                  </a:cubicBezTo>
                  <a:cubicBezTo>
                    <a:pt x="10477" y="0"/>
                    <a:pt x="13335" y="2858"/>
                    <a:pt x="13335" y="6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5" name="任意多边形: 形状 94"/>
            <p:cNvSpPr/>
            <p:nvPr/>
          </p:nvSpPr>
          <p:spPr>
            <a:xfrm>
              <a:off x="-2631618" y="6206243"/>
              <a:ext cx="37375" cy="37373"/>
            </a:xfrm>
            <a:custGeom>
              <a:avLst/>
              <a:gdLst>
                <a:gd name="connsiteX0" fmla="*/ 13335 w 13335"/>
                <a:gd name="connsiteY0" fmla="*/ 6667 h 13334"/>
                <a:gd name="connsiteX1" fmla="*/ 6667 w 13335"/>
                <a:gd name="connsiteY1" fmla="*/ 13335 h 13334"/>
                <a:gd name="connsiteX2" fmla="*/ 0 w 13335"/>
                <a:gd name="connsiteY2" fmla="*/ 6667 h 13334"/>
                <a:gd name="connsiteX3" fmla="*/ 6667 w 13335"/>
                <a:gd name="connsiteY3" fmla="*/ 0 h 13334"/>
                <a:gd name="connsiteX4" fmla="*/ 13335 w 13335"/>
                <a:gd name="connsiteY4" fmla="*/ 6667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4">
                  <a:moveTo>
                    <a:pt x="13335" y="6667"/>
                  </a:moveTo>
                  <a:cubicBezTo>
                    <a:pt x="13335" y="10477"/>
                    <a:pt x="10477" y="13335"/>
                    <a:pt x="6667" y="13335"/>
                  </a:cubicBezTo>
                  <a:cubicBezTo>
                    <a:pt x="2857" y="13335"/>
                    <a:pt x="0" y="10477"/>
                    <a:pt x="0" y="6667"/>
                  </a:cubicBezTo>
                  <a:cubicBezTo>
                    <a:pt x="0" y="2857"/>
                    <a:pt x="2857" y="0"/>
                    <a:pt x="6667" y="0"/>
                  </a:cubicBezTo>
                  <a:cubicBezTo>
                    <a:pt x="10477" y="0"/>
                    <a:pt x="13335" y="3810"/>
                    <a:pt x="13335" y="6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6" name="任意多边形: 形状 95"/>
            <p:cNvSpPr/>
            <p:nvPr/>
          </p:nvSpPr>
          <p:spPr>
            <a:xfrm>
              <a:off x="-2631618" y="6326376"/>
              <a:ext cx="37375" cy="37373"/>
            </a:xfrm>
            <a:custGeom>
              <a:avLst/>
              <a:gdLst>
                <a:gd name="connsiteX0" fmla="*/ 13335 w 13335"/>
                <a:gd name="connsiteY0" fmla="*/ 6667 h 13334"/>
                <a:gd name="connsiteX1" fmla="*/ 6667 w 13335"/>
                <a:gd name="connsiteY1" fmla="*/ 13335 h 13334"/>
                <a:gd name="connsiteX2" fmla="*/ 0 w 13335"/>
                <a:gd name="connsiteY2" fmla="*/ 6667 h 13334"/>
                <a:gd name="connsiteX3" fmla="*/ 6667 w 13335"/>
                <a:gd name="connsiteY3" fmla="*/ 0 h 13334"/>
                <a:gd name="connsiteX4" fmla="*/ 13335 w 13335"/>
                <a:gd name="connsiteY4" fmla="*/ 6667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4">
                  <a:moveTo>
                    <a:pt x="13335" y="6667"/>
                  </a:moveTo>
                  <a:cubicBezTo>
                    <a:pt x="13335" y="10477"/>
                    <a:pt x="10477" y="13335"/>
                    <a:pt x="6667" y="13335"/>
                  </a:cubicBezTo>
                  <a:cubicBezTo>
                    <a:pt x="2857" y="13335"/>
                    <a:pt x="0" y="10477"/>
                    <a:pt x="0" y="6667"/>
                  </a:cubicBezTo>
                  <a:cubicBezTo>
                    <a:pt x="0" y="2857"/>
                    <a:pt x="2857" y="0"/>
                    <a:pt x="6667" y="0"/>
                  </a:cubicBezTo>
                  <a:cubicBezTo>
                    <a:pt x="10477" y="0"/>
                    <a:pt x="13335" y="2857"/>
                    <a:pt x="13335" y="6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7" name="任意多边形: 形状 96"/>
            <p:cNvSpPr/>
            <p:nvPr/>
          </p:nvSpPr>
          <p:spPr>
            <a:xfrm>
              <a:off x="-2631618" y="6443842"/>
              <a:ext cx="37375" cy="37373"/>
            </a:xfrm>
            <a:custGeom>
              <a:avLst/>
              <a:gdLst>
                <a:gd name="connsiteX0" fmla="*/ 13335 w 13335"/>
                <a:gd name="connsiteY0" fmla="*/ 6667 h 13334"/>
                <a:gd name="connsiteX1" fmla="*/ 6667 w 13335"/>
                <a:gd name="connsiteY1" fmla="*/ 13335 h 13334"/>
                <a:gd name="connsiteX2" fmla="*/ 0 w 13335"/>
                <a:gd name="connsiteY2" fmla="*/ 6667 h 13334"/>
                <a:gd name="connsiteX3" fmla="*/ 6667 w 13335"/>
                <a:gd name="connsiteY3" fmla="*/ 0 h 13334"/>
                <a:gd name="connsiteX4" fmla="*/ 13335 w 13335"/>
                <a:gd name="connsiteY4" fmla="*/ 6667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4">
                  <a:moveTo>
                    <a:pt x="13335" y="6667"/>
                  </a:moveTo>
                  <a:cubicBezTo>
                    <a:pt x="13335" y="10478"/>
                    <a:pt x="10477" y="13335"/>
                    <a:pt x="6667" y="13335"/>
                  </a:cubicBezTo>
                  <a:cubicBezTo>
                    <a:pt x="2857" y="13335"/>
                    <a:pt x="0" y="10478"/>
                    <a:pt x="0" y="6667"/>
                  </a:cubicBezTo>
                  <a:cubicBezTo>
                    <a:pt x="0" y="2858"/>
                    <a:pt x="2857" y="0"/>
                    <a:pt x="6667" y="0"/>
                  </a:cubicBezTo>
                  <a:cubicBezTo>
                    <a:pt x="10477" y="0"/>
                    <a:pt x="13335" y="2858"/>
                    <a:pt x="13335" y="6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8" name="任意多边形: 形状 97"/>
            <p:cNvSpPr/>
            <p:nvPr/>
          </p:nvSpPr>
          <p:spPr>
            <a:xfrm>
              <a:off x="-2631618" y="6561308"/>
              <a:ext cx="37375" cy="37375"/>
            </a:xfrm>
            <a:custGeom>
              <a:avLst/>
              <a:gdLst>
                <a:gd name="connsiteX0" fmla="*/ 13335 w 13335"/>
                <a:gd name="connsiteY0" fmla="*/ 6668 h 13335"/>
                <a:gd name="connsiteX1" fmla="*/ 6667 w 13335"/>
                <a:gd name="connsiteY1" fmla="*/ 13335 h 13335"/>
                <a:gd name="connsiteX2" fmla="*/ 0 w 13335"/>
                <a:gd name="connsiteY2" fmla="*/ 6668 h 13335"/>
                <a:gd name="connsiteX3" fmla="*/ 6667 w 13335"/>
                <a:gd name="connsiteY3" fmla="*/ 0 h 13335"/>
                <a:gd name="connsiteX4" fmla="*/ 13335 w 13335"/>
                <a:gd name="connsiteY4" fmla="*/ 6668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5">
                  <a:moveTo>
                    <a:pt x="13335" y="6668"/>
                  </a:moveTo>
                  <a:cubicBezTo>
                    <a:pt x="13335" y="10478"/>
                    <a:pt x="10477" y="13335"/>
                    <a:pt x="6667" y="13335"/>
                  </a:cubicBezTo>
                  <a:cubicBezTo>
                    <a:pt x="2857" y="13335"/>
                    <a:pt x="0" y="10478"/>
                    <a:pt x="0" y="6668"/>
                  </a:cubicBezTo>
                  <a:cubicBezTo>
                    <a:pt x="0" y="2858"/>
                    <a:pt x="2857" y="0"/>
                    <a:pt x="6667" y="0"/>
                  </a:cubicBezTo>
                  <a:cubicBezTo>
                    <a:pt x="10477" y="0"/>
                    <a:pt x="13335" y="2858"/>
                    <a:pt x="13335" y="666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9" name="任意多边形: 形状 98"/>
            <p:cNvSpPr/>
            <p:nvPr/>
          </p:nvSpPr>
          <p:spPr>
            <a:xfrm>
              <a:off x="-2486362" y="5853843"/>
              <a:ext cx="37375" cy="37375"/>
            </a:xfrm>
            <a:custGeom>
              <a:avLst/>
              <a:gdLst>
                <a:gd name="connsiteX0" fmla="*/ 13335 w 13335"/>
                <a:gd name="connsiteY0" fmla="*/ 6668 h 13335"/>
                <a:gd name="connsiteX1" fmla="*/ 6667 w 13335"/>
                <a:gd name="connsiteY1" fmla="*/ 13335 h 13335"/>
                <a:gd name="connsiteX2" fmla="*/ 0 w 13335"/>
                <a:gd name="connsiteY2" fmla="*/ 6668 h 13335"/>
                <a:gd name="connsiteX3" fmla="*/ 6667 w 13335"/>
                <a:gd name="connsiteY3" fmla="*/ 0 h 13335"/>
                <a:gd name="connsiteX4" fmla="*/ 13335 w 13335"/>
                <a:gd name="connsiteY4" fmla="*/ 6668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5">
                  <a:moveTo>
                    <a:pt x="13335" y="6668"/>
                  </a:moveTo>
                  <a:cubicBezTo>
                    <a:pt x="13335" y="10478"/>
                    <a:pt x="10477" y="13335"/>
                    <a:pt x="6667" y="13335"/>
                  </a:cubicBezTo>
                  <a:cubicBezTo>
                    <a:pt x="2857" y="13335"/>
                    <a:pt x="0" y="10478"/>
                    <a:pt x="0" y="6668"/>
                  </a:cubicBezTo>
                  <a:cubicBezTo>
                    <a:pt x="0" y="2858"/>
                    <a:pt x="2857" y="0"/>
                    <a:pt x="6667" y="0"/>
                  </a:cubicBezTo>
                  <a:cubicBezTo>
                    <a:pt x="10477" y="0"/>
                    <a:pt x="13335" y="2858"/>
                    <a:pt x="13335" y="666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" name="任意多边形: 形状 99"/>
            <p:cNvSpPr/>
            <p:nvPr/>
          </p:nvSpPr>
          <p:spPr>
            <a:xfrm>
              <a:off x="-2486362" y="5971311"/>
              <a:ext cx="37375" cy="37373"/>
            </a:xfrm>
            <a:custGeom>
              <a:avLst/>
              <a:gdLst>
                <a:gd name="connsiteX0" fmla="*/ 13335 w 13335"/>
                <a:gd name="connsiteY0" fmla="*/ 6667 h 13334"/>
                <a:gd name="connsiteX1" fmla="*/ 6667 w 13335"/>
                <a:gd name="connsiteY1" fmla="*/ 13335 h 13334"/>
                <a:gd name="connsiteX2" fmla="*/ 0 w 13335"/>
                <a:gd name="connsiteY2" fmla="*/ 6667 h 13334"/>
                <a:gd name="connsiteX3" fmla="*/ 6667 w 13335"/>
                <a:gd name="connsiteY3" fmla="*/ 0 h 13334"/>
                <a:gd name="connsiteX4" fmla="*/ 13335 w 13335"/>
                <a:gd name="connsiteY4" fmla="*/ 6667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4">
                  <a:moveTo>
                    <a:pt x="13335" y="6667"/>
                  </a:moveTo>
                  <a:cubicBezTo>
                    <a:pt x="13335" y="10477"/>
                    <a:pt x="10477" y="13335"/>
                    <a:pt x="6667" y="13335"/>
                  </a:cubicBezTo>
                  <a:cubicBezTo>
                    <a:pt x="2857" y="13335"/>
                    <a:pt x="0" y="10477"/>
                    <a:pt x="0" y="6667"/>
                  </a:cubicBezTo>
                  <a:cubicBezTo>
                    <a:pt x="0" y="2858"/>
                    <a:pt x="2857" y="0"/>
                    <a:pt x="6667" y="0"/>
                  </a:cubicBezTo>
                  <a:cubicBezTo>
                    <a:pt x="10477" y="0"/>
                    <a:pt x="13335" y="2858"/>
                    <a:pt x="13335" y="6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" name="任意多边形: 形状 100"/>
            <p:cNvSpPr/>
            <p:nvPr/>
          </p:nvSpPr>
          <p:spPr>
            <a:xfrm>
              <a:off x="-2486362" y="6088774"/>
              <a:ext cx="37375" cy="37375"/>
            </a:xfrm>
            <a:custGeom>
              <a:avLst/>
              <a:gdLst>
                <a:gd name="connsiteX0" fmla="*/ 13335 w 13335"/>
                <a:gd name="connsiteY0" fmla="*/ 6667 h 13335"/>
                <a:gd name="connsiteX1" fmla="*/ 6667 w 13335"/>
                <a:gd name="connsiteY1" fmla="*/ 13335 h 13335"/>
                <a:gd name="connsiteX2" fmla="*/ 0 w 13335"/>
                <a:gd name="connsiteY2" fmla="*/ 6667 h 13335"/>
                <a:gd name="connsiteX3" fmla="*/ 6667 w 13335"/>
                <a:gd name="connsiteY3" fmla="*/ 0 h 13335"/>
                <a:gd name="connsiteX4" fmla="*/ 13335 w 13335"/>
                <a:gd name="connsiteY4" fmla="*/ 6667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5">
                  <a:moveTo>
                    <a:pt x="13335" y="6667"/>
                  </a:moveTo>
                  <a:cubicBezTo>
                    <a:pt x="13335" y="10478"/>
                    <a:pt x="10477" y="13335"/>
                    <a:pt x="6667" y="13335"/>
                  </a:cubicBezTo>
                  <a:cubicBezTo>
                    <a:pt x="2857" y="13335"/>
                    <a:pt x="0" y="10478"/>
                    <a:pt x="0" y="6667"/>
                  </a:cubicBezTo>
                  <a:cubicBezTo>
                    <a:pt x="0" y="2858"/>
                    <a:pt x="2857" y="0"/>
                    <a:pt x="6667" y="0"/>
                  </a:cubicBezTo>
                  <a:cubicBezTo>
                    <a:pt x="10477" y="0"/>
                    <a:pt x="13335" y="2858"/>
                    <a:pt x="13335" y="6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" name="任意多边形: 形状 101"/>
            <p:cNvSpPr/>
            <p:nvPr/>
          </p:nvSpPr>
          <p:spPr>
            <a:xfrm>
              <a:off x="-2486362" y="6206243"/>
              <a:ext cx="37375" cy="37373"/>
            </a:xfrm>
            <a:custGeom>
              <a:avLst/>
              <a:gdLst>
                <a:gd name="connsiteX0" fmla="*/ 13335 w 13335"/>
                <a:gd name="connsiteY0" fmla="*/ 6667 h 13334"/>
                <a:gd name="connsiteX1" fmla="*/ 6667 w 13335"/>
                <a:gd name="connsiteY1" fmla="*/ 13335 h 13334"/>
                <a:gd name="connsiteX2" fmla="*/ 0 w 13335"/>
                <a:gd name="connsiteY2" fmla="*/ 6667 h 13334"/>
                <a:gd name="connsiteX3" fmla="*/ 6667 w 13335"/>
                <a:gd name="connsiteY3" fmla="*/ 0 h 13334"/>
                <a:gd name="connsiteX4" fmla="*/ 13335 w 13335"/>
                <a:gd name="connsiteY4" fmla="*/ 6667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4">
                  <a:moveTo>
                    <a:pt x="13335" y="6667"/>
                  </a:moveTo>
                  <a:cubicBezTo>
                    <a:pt x="13335" y="10477"/>
                    <a:pt x="10477" y="13335"/>
                    <a:pt x="6667" y="13335"/>
                  </a:cubicBezTo>
                  <a:cubicBezTo>
                    <a:pt x="2857" y="13335"/>
                    <a:pt x="0" y="10477"/>
                    <a:pt x="0" y="6667"/>
                  </a:cubicBezTo>
                  <a:cubicBezTo>
                    <a:pt x="0" y="2857"/>
                    <a:pt x="2857" y="0"/>
                    <a:pt x="6667" y="0"/>
                  </a:cubicBezTo>
                  <a:cubicBezTo>
                    <a:pt x="10477" y="0"/>
                    <a:pt x="13335" y="3810"/>
                    <a:pt x="13335" y="6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3" name="任意多边形: 形状 102"/>
            <p:cNvSpPr/>
            <p:nvPr/>
          </p:nvSpPr>
          <p:spPr>
            <a:xfrm>
              <a:off x="-2486362" y="6326376"/>
              <a:ext cx="37375" cy="37373"/>
            </a:xfrm>
            <a:custGeom>
              <a:avLst/>
              <a:gdLst>
                <a:gd name="connsiteX0" fmla="*/ 13335 w 13335"/>
                <a:gd name="connsiteY0" fmla="*/ 6667 h 13334"/>
                <a:gd name="connsiteX1" fmla="*/ 6667 w 13335"/>
                <a:gd name="connsiteY1" fmla="*/ 13335 h 13334"/>
                <a:gd name="connsiteX2" fmla="*/ 0 w 13335"/>
                <a:gd name="connsiteY2" fmla="*/ 6667 h 13334"/>
                <a:gd name="connsiteX3" fmla="*/ 6667 w 13335"/>
                <a:gd name="connsiteY3" fmla="*/ 0 h 13334"/>
                <a:gd name="connsiteX4" fmla="*/ 13335 w 13335"/>
                <a:gd name="connsiteY4" fmla="*/ 6667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4">
                  <a:moveTo>
                    <a:pt x="13335" y="6667"/>
                  </a:moveTo>
                  <a:cubicBezTo>
                    <a:pt x="13335" y="10477"/>
                    <a:pt x="10477" y="13335"/>
                    <a:pt x="6667" y="13335"/>
                  </a:cubicBezTo>
                  <a:cubicBezTo>
                    <a:pt x="2857" y="13335"/>
                    <a:pt x="0" y="10477"/>
                    <a:pt x="0" y="6667"/>
                  </a:cubicBezTo>
                  <a:cubicBezTo>
                    <a:pt x="0" y="2857"/>
                    <a:pt x="2857" y="0"/>
                    <a:pt x="6667" y="0"/>
                  </a:cubicBezTo>
                  <a:cubicBezTo>
                    <a:pt x="10477" y="0"/>
                    <a:pt x="13335" y="2857"/>
                    <a:pt x="13335" y="6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" name="任意多边形: 形状 103"/>
            <p:cNvSpPr/>
            <p:nvPr/>
          </p:nvSpPr>
          <p:spPr>
            <a:xfrm>
              <a:off x="-2486362" y="6443842"/>
              <a:ext cx="37375" cy="37373"/>
            </a:xfrm>
            <a:custGeom>
              <a:avLst/>
              <a:gdLst>
                <a:gd name="connsiteX0" fmla="*/ 13335 w 13335"/>
                <a:gd name="connsiteY0" fmla="*/ 6667 h 13334"/>
                <a:gd name="connsiteX1" fmla="*/ 6667 w 13335"/>
                <a:gd name="connsiteY1" fmla="*/ 13335 h 13334"/>
                <a:gd name="connsiteX2" fmla="*/ 0 w 13335"/>
                <a:gd name="connsiteY2" fmla="*/ 6667 h 13334"/>
                <a:gd name="connsiteX3" fmla="*/ 6667 w 13335"/>
                <a:gd name="connsiteY3" fmla="*/ 0 h 13334"/>
                <a:gd name="connsiteX4" fmla="*/ 13335 w 13335"/>
                <a:gd name="connsiteY4" fmla="*/ 6667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4">
                  <a:moveTo>
                    <a:pt x="13335" y="6667"/>
                  </a:moveTo>
                  <a:cubicBezTo>
                    <a:pt x="13335" y="10478"/>
                    <a:pt x="10477" y="13335"/>
                    <a:pt x="6667" y="13335"/>
                  </a:cubicBezTo>
                  <a:cubicBezTo>
                    <a:pt x="2857" y="13335"/>
                    <a:pt x="0" y="10478"/>
                    <a:pt x="0" y="6667"/>
                  </a:cubicBezTo>
                  <a:cubicBezTo>
                    <a:pt x="0" y="2858"/>
                    <a:pt x="2857" y="0"/>
                    <a:pt x="6667" y="0"/>
                  </a:cubicBezTo>
                  <a:cubicBezTo>
                    <a:pt x="10477" y="0"/>
                    <a:pt x="13335" y="2858"/>
                    <a:pt x="13335" y="6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" name="任意多边形: 形状 104"/>
            <p:cNvSpPr/>
            <p:nvPr/>
          </p:nvSpPr>
          <p:spPr>
            <a:xfrm>
              <a:off x="-2486362" y="6561308"/>
              <a:ext cx="37375" cy="37375"/>
            </a:xfrm>
            <a:custGeom>
              <a:avLst/>
              <a:gdLst>
                <a:gd name="connsiteX0" fmla="*/ 13335 w 13335"/>
                <a:gd name="connsiteY0" fmla="*/ 6668 h 13335"/>
                <a:gd name="connsiteX1" fmla="*/ 6667 w 13335"/>
                <a:gd name="connsiteY1" fmla="*/ 13335 h 13335"/>
                <a:gd name="connsiteX2" fmla="*/ 0 w 13335"/>
                <a:gd name="connsiteY2" fmla="*/ 6668 h 13335"/>
                <a:gd name="connsiteX3" fmla="*/ 6667 w 13335"/>
                <a:gd name="connsiteY3" fmla="*/ 0 h 13335"/>
                <a:gd name="connsiteX4" fmla="*/ 13335 w 13335"/>
                <a:gd name="connsiteY4" fmla="*/ 6668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5">
                  <a:moveTo>
                    <a:pt x="13335" y="6668"/>
                  </a:moveTo>
                  <a:cubicBezTo>
                    <a:pt x="13335" y="10478"/>
                    <a:pt x="10477" y="13335"/>
                    <a:pt x="6667" y="13335"/>
                  </a:cubicBezTo>
                  <a:cubicBezTo>
                    <a:pt x="2857" y="13335"/>
                    <a:pt x="0" y="10478"/>
                    <a:pt x="0" y="6668"/>
                  </a:cubicBezTo>
                  <a:cubicBezTo>
                    <a:pt x="0" y="2858"/>
                    <a:pt x="2857" y="0"/>
                    <a:pt x="6667" y="0"/>
                  </a:cubicBezTo>
                  <a:cubicBezTo>
                    <a:pt x="10477" y="0"/>
                    <a:pt x="13335" y="2858"/>
                    <a:pt x="13335" y="666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" name="任意多边形: 形状 105"/>
            <p:cNvSpPr/>
            <p:nvPr/>
          </p:nvSpPr>
          <p:spPr>
            <a:xfrm>
              <a:off x="-2341106" y="5853843"/>
              <a:ext cx="37375" cy="37375"/>
            </a:xfrm>
            <a:custGeom>
              <a:avLst/>
              <a:gdLst>
                <a:gd name="connsiteX0" fmla="*/ 13335 w 13335"/>
                <a:gd name="connsiteY0" fmla="*/ 6668 h 13335"/>
                <a:gd name="connsiteX1" fmla="*/ 6667 w 13335"/>
                <a:gd name="connsiteY1" fmla="*/ 13335 h 13335"/>
                <a:gd name="connsiteX2" fmla="*/ 0 w 13335"/>
                <a:gd name="connsiteY2" fmla="*/ 6668 h 13335"/>
                <a:gd name="connsiteX3" fmla="*/ 6667 w 13335"/>
                <a:gd name="connsiteY3" fmla="*/ 0 h 13335"/>
                <a:gd name="connsiteX4" fmla="*/ 13335 w 13335"/>
                <a:gd name="connsiteY4" fmla="*/ 6668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5">
                  <a:moveTo>
                    <a:pt x="13335" y="6668"/>
                  </a:moveTo>
                  <a:cubicBezTo>
                    <a:pt x="13335" y="10478"/>
                    <a:pt x="10477" y="13335"/>
                    <a:pt x="6667" y="13335"/>
                  </a:cubicBezTo>
                  <a:cubicBezTo>
                    <a:pt x="2857" y="13335"/>
                    <a:pt x="0" y="10478"/>
                    <a:pt x="0" y="6668"/>
                  </a:cubicBezTo>
                  <a:cubicBezTo>
                    <a:pt x="0" y="2858"/>
                    <a:pt x="2857" y="0"/>
                    <a:pt x="6667" y="0"/>
                  </a:cubicBezTo>
                  <a:cubicBezTo>
                    <a:pt x="10477" y="0"/>
                    <a:pt x="13335" y="2858"/>
                    <a:pt x="13335" y="666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7" name="任意多边形: 形状 106"/>
            <p:cNvSpPr/>
            <p:nvPr/>
          </p:nvSpPr>
          <p:spPr>
            <a:xfrm>
              <a:off x="-2341106" y="5971311"/>
              <a:ext cx="37375" cy="37373"/>
            </a:xfrm>
            <a:custGeom>
              <a:avLst/>
              <a:gdLst>
                <a:gd name="connsiteX0" fmla="*/ 13335 w 13335"/>
                <a:gd name="connsiteY0" fmla="*/ 6667 h 13334"/>
                <a:gd name="connsiteX1" fmla="*/ 6667 w 13335"/>
                <a:gd name="connsiteY1" fmla="*/ 13335 h 13334"/>
                <a:gd name="connsiteX2" fmla="*/ 0 w 13335"/>
                <a:gd name="connsiteY2" fmla="*/ 6667 h 13334"/>
                <a:gd name="connsiteX3" fmla="*/ 6667 w 13335"/>
                <a:gd name="connsiteY3" fmla="*/ 0 h 13334"/>
                <a:gd name="connsiteX4" fmla="*/ 13335 w 13335"/>
                <a:gd name="connsiteY4" fmla="*/ 6667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4">
                  <a:moveTo>
                    <a:pt x="13335" y="6667"/>
                  </a:moveTo>
                  <a:cubicBezTo>
                    <a:pt x="13335" y="10477"/>
                    <a:pt x="10477" y="13335"/>
                    <a:pt x="6667" y="13335"/>
                  </a:cubicBezTo>
                  <a:cubicBezTo>
                    <a:pt x="2857" y="13335"/>
                    <a:pt x="0" y="10477"/>
                    <a:pt x="0" y="6667"/>
                  </a:cubicBezTo>
                  <a:cubicBezTo>
                    <a:pt x="0" y="2858"/>
                    <a:pt x="2857" y="0"/>
                    <a:pt x="6667" y="0"/>
                  </a:cubicBezTo>
                  <a:cubicBezTo>
                    <a:pt x="10477" y="0"/>
                    <a:pt x="13335" y="2858"/>
                    <a:pt x="13335" y="6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8" name="任意多边形: 形状 107"/>
            <p:cNvSpPr/>
            <p:nvPr/>
          </p:nvSpPr>
          <p:spPr>
            <a:xfrm>
              <a:off x="-2341106" y="6088774"/>
              <a:ext cx="37375" cy="37375"/>
            </a:xfrm>
            <a:custGeom>
              <a:avLst/>
              <a:gdLst>
                <a:gd name="connsiteX0" fmla="*/ 13335 w 13335"/>
                <a:gd name="connsiteY0" fmla="*/ 6667 h 13335"/>
                <a:gd name="connsiteX1" fmla="*/ 6667 w 13335"/>
                <a:gd name="connsiteY1" fmla="*/ 13335 h 13335"/>
                <a:gd name="connsiteX2" fmla="*/ 0 w 13335"/>
                <a:gd name="connsiteY2" fmla="*/ 6667 h 13335"/>
                <a:gd name="connsiteX3" fmla="*/ 6667 w 13335"/>
                <a:gd name="connsiteY3" fmla="*/ 0 h 13335"/>
                <a:gd name="connsiteX4" fmla="*/ 13335 w 13335"/>
                <a:gd name="connsiteY4" fmla="*/ 6667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5">
                  <a:moveTo>
                    <a:pt x="13335" y="6667"/>
                  </a:moveTo>
                  <a:cubicBezTo>
                    <a:pt x="13335" y="10478"/>
                    <a:pt x="10477" y="13335"/>
                    <a:pt x="6667" y="13335"/>
                  </a:cubicBezTo>
                  <a:cubicBezTo>
                    <a:pt x="2857" y="13335"/>
                    <a:pt x="0" y="10478"/>
                    <a:pt x="0" y="6667"/>
                  </a:cubicBezTo>
                  <a:cubicBezTo>
                    <a:pt x="0" y="2858"/>
                    <a:pt x="2857" y="0"/>
                    <a:pt x="6667" y="0"/>
                  </a:cubicBezTo>
                  <a:cubicBezTo>
                    <a:pt x="10477" y="0"/>
                    <a:pt x="13335" y="2858"/>
                    <a:pt x="13335" y="6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" name="任意多边形: 形状 108"/>
            <p:cNvSpPr/>
            <p:nvPr/>
          </p:nvSpPr>
          <p:spPr>
            <a:xfrm>
              <a:off x="-2341106" y="6206243"/>
              <a:ext cx="37375" cy="37373"/>
            </a:xfrm>
            <a:custGeom>
              <a:avLst/>
              <a:gdLst>
                <a:gd name="connsiteX0" fmla="*/ 13335 w 13335"/>
                <a:gd name="connsiteY0" fmla="*/ 6667 h 13334"/>
                <a:gd name="connsiteX1" fmla="*/ 6667 w 13335"/>
                <a:gd name="connsiteY1" fmla="*/ 13335 h 13334"/>
                <a:gd name="connsiteX2" fmla="*/ 0 w 13335"/>
                <a:gd name="connsiteY2" fmla="*/ 6667 h 13334"/>
                <a:gd name="connsiteX3" fmla="*/ 6667 w 13335"/>
                <a:gd name="connsiteY3" fmla="*/ 0 h 13334"/>
                <a:gd name="connsiteX4" fmla="*/ 13335 w 13335"/>
                <a:gd name="connsiteY4" fmla="*/ 6667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4">
                  <a:moveTo>
                    <a:pt x="13335" y="6667"/>
                  </a:moveTo>
                  <a:cubicBezTo>
                    <a:pt x="13335" y="10477"/>
                    <a:pt x="10477" y="13335"/>
                    <a:pt x="6667" y="13335"/>
                  </a:cubicBezTo>
                  <a:cubicBezTo>
                    <a:pt x="2857" y="13335"/>
                    <a:pt x="0" y="10477"/>
                    <a:pt x="0" y="6667"/>
                  </a:cubicBezTo>
                  <a:cubicBezTo>
                    <a:pt x="0" y="2857"/>
                    <a:pt x="2857" y="0"/>
                    <a:pt x="6667" y="0"/>
                  </a:cubicBezTo>
                  <a:cubicBezTo>
                    <a:pt x="10477" y="0"/>
                    <a:pt x="13335" y="3810"/>
                    <a:pt x="13335" y="6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0" name="任意多边形: 形状 109"/>
            <p:cNvSpPr/>
            <p:nvPr/>
          </p:nvSpPr>
          <p:spPr>
            <a:xfrm>
              <a:off x="-2341106" y="6326376"/>
              <a:ext cx="37375" cy="37373"/>
            </a:xfrm>
            <a:custGeom>
              <a:avLst/>
              <a:gdLst>
                <a:gd name="connsiteX0" fmla="*/ 13335 w 13335"/>
                <a:gd name="connsiteY0" fmla="*/ 6667 h 13334"/>
                <a:gd name="connsiteX1" fmla="*/ 6667 w 13335"/>
                <a:gd name="connsiteY1" fmla="*/ 13335 h 13334"/>
                <a:gd name="connsiteX2" fmla="*/ 0 w 13335"/>
                <a:gd name="connsiteY2" fmla="*/ 6667 h 13334"/>
                <a:gd name="connsiteX3" fmla="*/ 6667 w 13335"/>
                <a:gd name="connsiteY3" fmla="*/ 0 h 13334"/>
                <a:gd name="connsiteX4" fmla="*/ 13335 w 13335"/>
                <a:gd name="connsiteY4" fmla="*/ 6667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4">
                  <a:moveTo>
                    <a:pt x="13335" y="6667"/>
                  </a:moveTo>
                  <a:cubicBezTo>
                    <a:pt x="13335" y="10477"/>
                    <a:pt x="10477" y="13335"/>
                    <a:pt x="6667" y="13335"/>
                  </a:cubicBezTo>
                  <a:cubicBezTo>
                    <a:pt x="2857" y="13335"/>
                    <a:pt x="0" y="10477"/>
                    <a:pt x="0" y="6667"/>
                  </a:cubicBezTo>
                  <a:cubicBezTo>
                    <a:pt x="0" y="2857"/>
                    <a:pt x="2857" y="0"/>
                    <a:pt x="6667" y="0"/>
                  </a:cubicBezTo>
                  <a:cubicBezTo>
                    <a:pt x="10477" y="0"/>
                    <a:pt x="13335" y="2857"/>
                    <a:pt x="13335" y="6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1" name="任意多边形: 形状 110"/>
            <p:cNvSpPr/>
            <p:nvPr/>
          </p:nvSpPr>
          <p:spPr>
            <a:xfrm>
              <a:off x="-2341106" y="6443842"/>
              <a:ext cx="37375" cy="37373"/>
            </a:xfrm>
            <a:custGeom>
              <a:avLst/>
              <a:gdLst>
                <a:gd name="connsiteX0" fmla="*/ 13335 w 13335"/>
                <a:gd name="connsiteY0" fmla="*/ 6667 h 13334"/>
                <a:gd name="connsiteX1" fmla="*/ 6667 w 13335"/>
                <a:gd name="connsiteY1" fmla="*/ 13335 h 13334"/>
                <a:gd name="connsiteX2" fmla="*/ 0 w 13335"/>
                <a:gd name="connsiteY2" fmla="*/ 6667 h 13334"/>
                <a:gd name="connsiteX3" fmla="*/ 6667 w 13335"/>
                <a:gd name="connsiteY3" fmla="*/ 0 h 13334"/>
                <a:gd name="connsiteX4" fmla="*/ 13335 w 13335"/>
                <a:gd name="connsiteY4" fmla="*/ 6667 h 1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4">
                  <a:moveTo>
                    <a:pt x="13335" y="6667"/>
                  </a:moveTo>
                  <a:cubicBezTo>
                    <a:pt x="13335" y="10478"/>
                    <a:pt x="10477" y="13335"/>
                    <a:pt x="6667" y="13335"/>
                  </a:cubicBezTo>
                  <a:cubicBezTo>
                    <a:pt x="2857" y="13335"/>
                    <a:pt x="0" y="10478"/>
                    <a:pt x="0" y="6667"/>
                  </a:cubicBezTo>
                  <a:cubicBezTo>
                    <a:pt x="0" y="2858"/>
                    <a:pt x="2857" y="0"/>
                    <a:pt x="6667" y="0"/>
                  </a:cubicBezTo>
                  <a:cubicBezTo>
                    <a:pt x="10477" y="0"/>
                    <a:pt x="13335" y="2858"/>
                    <a:pt x="13335" y="6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2" name="任意多边形: 形状 111"/>
            <p:cNvSpPr/>
            <p:nvPr/>
          </p:nvSpPr>
          <p:spPr>
            <a:xfrm>
              <a:off x="-2341106" y="6561308"/>
              <a:ext cx="37375" cy="37375"/>
            </a:xfrm>
            <a:custGeom>
              <a:avLst/>
              <a:gdLst>
                <a:gd name="connsiteX0" fmla="*/ 13335 w 13335"/>
                <a:gd name="connsiteY0" fmla="*/ 6668 h 13335"/>
                <a:gd name="connsiteX1" fmla="*/ 6667 w 13335"/>
                <a:gd name="connsiteY1" fmla="*/ 13335 h 13335"/>
                <a:gd name="connsiteX2" fmla="*/ 0 w 13335"/>
                <a:gd name="connsiteY2" fmla="*/ 6668 h 13335"/>
                <a:gd name="connsiteX3" fmla="*/ 6667 w 13335"/>
                <a:gd name="connsiteY3" fmla="*/ 0 h 13335"/>
                <a:gd name="connsiteX4" fmla="*/ 13335 w 13335"/>
                <a:gd name="connsiteY4" fmla="*/ 6668 h 13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13335">
                  <a:moveTo>
                    <a:pt x="13335" y="6668"/>
                  </a:moveTo>
                  <a:cubicBezTo>
                    <a:pt x="13335" y="10478"/>
                    <a:pt x="10477" y="13335"/>
                    <a:pt x="6667" y="13335"/>
                  </a:cubicBezTo>
                  <a:cubicBezTo>
                    <a:pt x="2857" y="13335"/>
                    <a:pt x="0" y="10478"/>
                    <a:pt x="0" y="6668"/>
                  </a:cubicBezTo>
                  <a:cubicBezTo>
                    <a:pt x="0" y="2858"/>
                    <a:pt x="2857" y="0"/>
                    <a:pt x="6667" y="0"/>
                  </a:cubicBezTo>
                  <a:cubicBezTo>
                    <a:pt x="10477" y="0"/>
                    <a:pt x="13335" y="2858"/>
                    <a:pt x="13335" y="666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3089564" y="575872"/>
            <a:ext cx="6012872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ctr">
              <a:defRPr lang="zh-CN" altLang="en-US" sz="2400" b="1" spc="30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cxnSp>
        <p:nvCxnSpPr>
          <p:cNvPr id="113" name="直接连接符 112"/>
          <p:cNvCxnSpPr/>
          <p:nvPr userDrawn="1"/>
        </p:nvCxnSpPr>
        <p:spPr>
          <a:xfrm>
            <a:off x="5754592" y="1088856"/>
            <a:ext cx="682817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2023/5/26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2023/5/26</a:t>
            </a:fld>
            <a:endParaRPr lang="zh-CN" altLang="en-US"/>
          </a:p>
        </p:txBody>
      </p:sp>
      <p:sp>
        <p:nvSpPr>
          <p:cNvPr id="104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" name="任意多边形: 形状 5"/>
            <p:cNvSpPr/>
            <p:nvPr/>
          </p:nvSpPr>
          <p:spPr>
            <a:xfrm>
              <a:off x="0" y="0"/>
              <a:ext cx="1224280" cy="1224280"/>
            </a:xfrm>
            <a:custGeom>
              <a:avLst/>
              <a:gdLst>
                <a:gd name="connsiteX0" fmla="*/ 0 w 1224280"/>
                <a:gd name="connsiteY0" fmla="*/ 0 h 1224280"/>
                <a:gd name="connsiteX1" fmla="*/ 1224280 w 1224280"/>
                <a:gd name="connsiteY1" fmla="*/ 0 h 1224280"/>
                <a:gd name="connsiteX2" fmla="*/ 0 w 1224280"/>
                <a:gd name="connsiteY2" fmla="*/ 1224280 h 12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4280" h="1224280">
                  <a:moveTo>
                    <a:pt x="0" y="0"/>
                  </a:moveTo>
                  <a:lnTo>
                    <a:pt x="1224280" y="0"/>
                  </a:lnTo>
                  <a:cubicBezTo>
                    <a:pt x="1224280" y="676151"/>
                    <a:pt x="676151" y="1224280"/>
                    <a:pt x="0" y="122428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任意多边形: 形状 6"/>
            <p:cNvSpPr/>
            <p:nvPr/>
          </p:nvSpPr>
          <p:spPr>
            <a:xfrm flipH="1">
              <a:off x="10967720" y="0"/>
              <a:ext cx="1224280" cy="1224280"/>
            </a:xfrm>
            <a:custGeom>
              <a:avLst/>
              <a:gdLst>
                <a:gd name="connsiteX0" fmla="*/ 0 w 1224280"/>
                <a:gd name="connsiteY0" fmla="*/ 0 h 1224280"/>
                <a:gd name="connsiteX1" fmla="*/ 1224280 w 1224280"/>
                <a:gd name="connsiteY1" fmla="*/ 0 h 1224280"/>
                <a:gd name="connsiteX2" fmla="*/ 0 w 1224280"/>
                <a:gd name="connsiteY2" fmla="*/ 1224280 h 12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4280" h="1224280">
                  <a:moveTo>
                    <a:pt x="0" y="0"/>
                  </a:moveTo>
                  <a:lnTo>
                    <a:pt x="1224280" y="0"/>
                  </a:lnTo>
                  <a:cubicBezTo>
                    <a:pt x="1224280" y="676151"/>
                    <a:pt x="676151" y="1224280"/>
                    <a:pt x="0" y="122428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 flipV="1">
              <a:off x="0" y="5633720"/>
              <a:ext cx="1224280" cy="1224280"/>
            </a:xfrm>
            <a:custGeom>
              <a:avLst/>
              <a:gdLst>
                <a:gd name="connsiteX0" fmla="*/ 0 w 1224280"/>
                <a:gd name="connsiteY0" fmla="*/ 0 h 1224280"/>
                <a:gd name="connsiteX1" fmla="*/ 1224280 w 1224280"/>
                <a:gd name="connsiteY1" fmla="*/ 0 h 1224280"/>
                <a:gd name="connsiteX2" fmla="*/ 0 w 1224280"/>
                <a:gd name="connsiteY2" fmla="*/ 1224280 h 12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4280" h="1224280">
                  <a:moveTo>
                    <a:pt x="0" y="0"/>
                  </a:moveTo>
                  <a:lnTo>
                    <a:pt x="1224280" y="0"/>
                  </a:lnTo>
                  <a:cubicBezTo>
                    <a:pt x="1224280" y="676151"/>
                    <a:pt x="676151" y="1224280"/>
                    <a:pt x="0" y="122428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 flipH="1" flipV="1">
              <a:off x="10967720" y="5633720"/>
              <a:ext cx="1224280" cy="1224280"/>
            </a:xfrm>
            <a:custGeom>
              <a:avLst/>
              <a:gdLst>
                <a:gd name="connsiteX0" fmla="*/ 0 w 1224280"/>
                <a:gd name="connsiteY0" fmla="*/ 0 h 1224280"/>
                <a:gd name="connsiteX1" fmla="*/ 1224280 w 1224280"/>
                <a:gd name="connsiteY1" fmla="*/ 0 h 1224280"/>
                <a:gd name="connsiteX2" fmla="*/ 0 w 1224280"/>
                <a:gd name="connsiteY2" fmla="*/ 1224280 h 12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4280" h="1224280">
                  <a:moveTo>
                    <a:pt x="0" y="0"/>
                  </a:moveTo>
                  <a:lnTo>
                    <a:pt x="1224280" y="0"/>
                  </a:lnTo>
                  <a:cubicBezTo>
                    <a:pt x="1224280" y="676151"/>
                    <a:pt x="676151" y="1224280"/>
                    <a:pt x="0" y="122428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 userDrawn="1"/>
        </p:nvSpPr>
        <p:spPr>
          <a:xfrm>
            <a:off x="213360" y="205740"/>
            <a:ext cx="11765280" cy="644652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228600" sx="98000" sy="9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 userDrawn="1"/>
        </p:nvSpPr>
        <p:spPr>
          <a:xfrm>
            <a:off x="314960" y="304800"/>
            <a:ext cx="11562080" cy="6248400"/>
          </a:xfrm>
          <a:prstGeom prst="roundRect">
            <a:avLst>
              <a:gd name="adj" fmla="val 0"/>
            </a:avLst>
          </a:prstGeom>
          <a:noFill/>
          <a:ln w="254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2023/5/26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267200" y="4642485"/>
            <a:ext cx="3657600" cy="902335"/>
            <a:chOff x="6720" y="7311"/>
            <a:chExt cx="5760" cy="1421"/>
          </a:xfrm>
        </p:grpSpPr>
        <p:sp>
          <p:nvSpPr>
            <p:cNvPr id="45" name="powerpoint template design by DAJU_PPT正版来源小红书大橘PPT微信DAJU_PPT请勿抄袭搬运！盗版必究！"/>
            <p:cNvSpPr txBox="1"/>
            <p:nvPr/>
          </p:nvSpPr>
          <p:spPr>
            <a:xfrm>
              <a:off x="6720" y="8116"/>
              <a:ext cx="5760" cy="617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2"/>
              </a:solidFill>
            </a:ln>
          </p:spPr>
          <p:txBody>
            <a:bodyPr wrap="square" lIns="0" tIns="0" rIns="0" bIns="0" anchor="ctr" anchorCtr="0">
              <a:noAutofit/>
            </a:bodyPr>
            <a:lstStyle>
              <a:defPPr>
                <a:defRPr lang="zh-CN"/>
              </a:defPPr>
              <a:lvl1pPr algn="dist" fontAlgn="base">
                <a:defRPr sz="1600" b="0" i="0">
                  <a:solidFill>
                    <a:schemeClr val="accent5">
                      <a:lumMod val="50000"/>
                    </a:schemeClr>
                  </a:solidFill>
                  <a:effectLst/>
                  <a:latin typeface="+mn-ea"/>
                </a:defRPr>
              </a:lvl1pPr>
            </a:lstStyle>
            <a:p>
              <a:pPr algn="ctr"/>
              <a:r>
                <a:rPr lang="zh-CN" altLang="en-US" sz="1800" b="1" dirty="0">
                  <a:solidFill>
                    <a:schemeClr val="tx1"/>
                  </a:solidFill>
                  <a:latin typeface="+mn-lt"/>
                  <a:cs typeface="+mn-ea"/>
                  <a:sym typeface="+mn-lt"/>
                </a:rPr>
                <a:t>学校：</a:t>
              </a:r>
              <a:r>
                <a:rPr lang="en-US" altLang="zh-CN" sz="1800" b="1" dirty="0">
                  <a:solidFill>
                    <a:schemeClr val="tx1"/>
                  </a:solidFill>
                  <a:latin typeface="+mn-lt"/>
                  <a:cs typeface="+mn-ea"/>
                  <a:sym typeface="+mn-lt"/>
                </a:rPr>
                <a:t>xxx</a:t>
              </a:r>
              <a:endParaRPr lang="zh-CN" altLang="en-US" sz="1800" b="1" dirty="0">
                <a:solidFill>
                  <a:schemeClr val="tx1"/>
                </a:solidFill>
                <a:latin typeface="+mn-lt"/>
                <a:cs typeface="+mn-ea"/>
                <a:sym typeface="+mn-lt"/>
              </a:endParaRPr>
            </a:p>
          </p:txBody>
        </p:sp>
        <p:sp>
          <p:nvSpPr>
            <p:cNvPr id="46" name="powerpoint template design by DAJU_PPT正版来源小红书大橘PPT微信DAJU_PPT请勿抄袭搬运！盗版必究！"/>
            <p:cNvSpPr txBox="1"/>
            <p:nvPr/>
          </p:nvSpPr>
          <p:spPr>
            <a:xfrm>
              <a:off x="6720" y="7311"/>
              <a:ext cx="5760" cy="617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2"/>
              </a:solidFill>
            </a:ln>
          </p:spPr>
          <p:txBody>
            <a:bodyPr wrap="square" lIns="0" tIns="0" rIns="0" bIns="0" anchor="ctr" anchorCtr="0">
              <a:noAutofit/>
            </a:bodyPr>
            <a:lstStyle>
              <a:defPPr>
                <a:defRPr lang="zh-CN"/>
              </a:defPPr>
              <a:lvl1pPr algn="dist" fontAlgn="base">
                <a:defRPr sz="1600" b="0" i="0">
                  <a:solidFill>
                    <a:schemeClr val="accent5">
                      <a:lumMod val="50000"/>
                    </a:schemeClr>
                  </a:solidFill>
                  <a:effectLst/>
                  <a:latin typeface="+mn-ea"/>
                </a:defRPr>
              </a:lvl1pPr>
            </a:lstStyle>
            <a:p>
              <a:pPr algn="ctr"/>
              <a:r>
                <a:rPr lang="zh-CN" altLang="en-US" sz="1800" b="1" dirty="0">
                  <a:solidFill>
                    <a:schemeClr val="tx1"/>
                  </a:solidFill>
                  <a:latin typeface="+mn-lt"/>
                  <a:cs typeface="+mn-ea"/>
                  <a:sym typeface="+mn-lt"/>
                </a:rPr>
                <a:t>姓名：</a:t>
              </a:r>
              <a:r>
                <a:rPr lang="en-US" altLang="zh-CN" sz="1800" b="1" dirty="0">
                  <a:solidFill>
                    <a:schemeClr val="tx1"/>
                  </a:solidFill>
                  <a:latin typeface="+mn-lt"/>
                  <a:cs typeface="+mn-ea"/>
                  <a:sym typeface="+mn-lt"/>
                </a:rPr>
                <a:t>xxx</a:t>
              </a:r>
            </a:p>
          </p:txBody>
        </p:sp>
      </p:grpSp>
      <p:sp>
        <p:nvSpPr>
          <p:cNvPr id="47" name="powerpoint template design by DAJU_PPT正版来源小红书大橘PPT微信DAJU_PPT请勿抄袭搬运！盗版必究！"/>
          <p:cNvSpPr txBox="1"/>
          <p:nvPr/>
        </p:nvSpPr>
        <p:spPr>
          <a:xfrm>
            <a:off x="1375416" y="2644547"/>
            <a:ext cx="9441180" cy="16414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3600" spc="300" dirty="0">
                <a:solidFill>
                  <a:schemeClr val="accent2"/>
                </a:solidFill>
                <a:cs typeface="+mn-ea"/>
                <a:sym typeface="+mn-lt"/>
              </a:rPr>
              <a:t>—</a:t>
            </a:r>
            <a:r>
              <a:rPr lang="en-US" altLang="zh-CN" sz="3600" b="1" spc="300" dirty="0">
                <a:solidFill>
                  <a:schemeClr val="accent1"/>
                </a:solidFill>
                <a:cs typeface="+mn-ea"/>
                <a:sym typeface="+mn-lt"/>
              </a:rPr>
              <a:t> </a:t>
            </a:r>
            <a:r>
              <a:rPr lang="en-US" altLang="zh-CN" sz="3600" b="1" spc="300" dirty="0">
                <a:solidFill>
                  <a:schemeClr val="tx1"/>
                </a:solidFill>
                <a:cs typeface="+mn-ea"/>
                <a:sym typeface="+mn-lt"/>
              </a:rPr>
              <a:t>2022</a:t>
            </a:r>
            <a:r>
              <a:rPr lang="zh-CN" altLang="en-US" sz="3600" b="1" spc="300" dirty="0">
                <a:solidFill>
                  <a:schemeClr val="tx1"/>
                </a:solidFill>
                <a:cs typeface="+mn-ea"/>
                <a:sym typeface="+mn-lt"/>
              </a:rPr>
              <a:t>年</a:t>
            </a:r>
            <a:r>
              <a:rPr lang="zh-CN" sz="3600" b="1" spc="300" dirty="0">
                <a:cs typeface="+mn-ea"/>
                <a:sym typeface="+mn-lt"/>
              </a:rPr>
              <a:t>第七届管理与统计金融夏令营</a:t>
            </a:r>
            <a:r>
              <a:rPr lang="en-US" altLang="zh-CN" sz="3600" spc="300" dirty="0">
                <a:solidFill>
                  <a:schemeClr val="accent2"/>
                </a:solidFill>
                <a:cs typeface="+mn-ea"/>
                <a:sym typeface="+mn-lt"/>
              </a:rPr>
              <a:t>—</a:t>
            </a:r>
          </a:p>
          <a:p>
            <a:pPr algn="ctr">
              <a:lnSpc>
                <a:spcPct val="120000"/>
              </a:lnSpc>
            </a:pPr>
            <a:r>
              <a:rPr lang="zh-CN" altLang="en-US" sz="4800" b="1" spc="600" dirty="0">
                <a:solidFill>
                  <a:schemeClr val="accent1"/>
                </a:solidFill>
                <a:cs typeface="+mn-ea"/>
                <a:sym typeface="+mn-lt"/>
              </a:rPr>
              <a:t>保研夏令营面试自我陈述</a:t>
            </a:r>
          </a:p>
        </p:txBody>
      </p:sp>
      <p:pic>
        <p:nvPicPr>
          <p:cNvPr id="8" name="图片 7" descr="ustcblu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6515" y="608330"/>
            <a:ext cx="1918970" cy="197294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owerpoint template design by DAJU_PPT正版来源小红书大橘PPT微信DAJU_PPT请勿抄袭搬运！盗版必究！"/>
          <p:cNvGrpSpPr/>
          <p:nvPr/>
        </p:nvGrpSpPr>
        <p:grpSpPr>
          <a:xfrm>
            <a:off x="1494514" y="2356959"/>
            <a:ext cx="3393162" cy="2144082"/>
            <a:chOff x="1494514" y="2509359"/>
            <a:chExt cx="3393162" cy="2144082"/>
          </a:xfrm>
        </p:grpSpPr>
        <p:sp>
          <p:nvSpPr>
            <p:cNvPr id="32" name="powerpoint template design by DAJU_PPT正版来源小红书大橘PPT微信DAJU_PPT请勿抄袭搬运！盗版必究！-1"/>
            <p:cNvSpPr/>
            <p:nvPr/>
          </p:nvSpPr>
          <p:spPr>
            <a:xfrm>
              <a:off x="1494514" y="2509359"/>
              <a:ext cx="3393162" cy="2144082"/>
            </a:xfrm>
            <a:custGeom>
              <a:avLst/>
              <a:gdLst>
                <a:gd name="connsiteX0" fmla="*/ 104550 w 604718"/>
                <a:gd name="connsiteY0" fmla="*/ 208330 h 382112"/>
                <a:gd name="connsiteX1" fmla="*/ 156180 w 604718"/>
                <a:gd name="connsiteY1" fmla="*/ 208330 h 382112"/>
                <a:gd name="connsiteX2" fmla="*/ 261642 w 604718"/>
                <a:gd name="connsiteY2" fmla="*/ 248878 h 382112"/>
                <a:gd name="connsiteX3" fmla="*/ 298947 w 604718"/>
                <a:gd name="connsiteY3" fmla="*/ 255007 h 382112"/>
                <a:gd name="connsiteX4" fmla="*/ 340187 w 604718"/>
                <a:gd name="connsiteY4" fmla="*/ 247621 h 382112"/>
                <a:gd name="connsiteX5" fmla="*/ 433687 w 604718"/>
                <a:gd name="connsiteY5" fmla="*/ 208330 h 382112"/>
                <a:gd name="connsiteX6" fmla="*/ 490825 w 604718"/>
                <a:gd name="connsiteY6" fmla="*/ 208330 h 382112"/>
                <a:gd name="connsiteX7" fmla="*/ 490825 w 604718"/>
                <a:gd name="connsiteY7" fmla="*/ 271509 h 382112"/>
                <a:gd name="connsiteX8" fmla="*/ 458400 w 604718"/>
                <a:gd name="connsiteY8" fmla="*/ 320701 h 382112"/>
                <a:gd name="connsiteX9" fmla="*/ 329326 w 604718"/>
                <a:gd name="connsiteY9" fmla="*/ 376337 h 382112"/>
                <a:gd name="connsiteX10" fmla="*/ 264632 w 604718"/>
                <a:gd name="connsiteY10" fmla="*/ 376337 h 382112"/>
                <a:gd name="connsiteX11" fmla="*/ 136819 w 604718"/>
                <a:gd name="connsiteY11" fmla="*/ 320701 h 382112"/>
                <a:gd name="connsiteX12" fmla="*/ 104550 w 604718"/>
                <a:gd name="connsiteY12" fmla="*/ 271509 h 382112"/>
                <a:gd name="connsiteX13" fmla="*/ 300973 w 604718"/>
                <a:gd name="connsiteY13" fmla="*/ 5 h 382112"/>
                <a:gd name="connsiteX14" fmla="*/ 334162 w 604718"/>
                <a:gd name="connsiteY14" fmla="*/ 4701 h 382112"/>
                <a:gd name="connsiteX15" fmla="*/ 581267 w 604718"/>
                <a:gd name="connsiteY15" fmla="*/ 92552 h 382112"/>
                <a:gd name="connsiteX16" fmla="*/ 588822 w 604718"/>
                <a:gd name="connsiteY16" fmla="*/ 114398 h 382112"/>
                <a:gd name="connsiteX17" fmla="*/ 589136 w 604718"/>
                <a:gd name="connsiteY17" fmla="*/ 114398 h 382112"/>
                <a:gd name="connsiteX18" fmla="*/ 589136 w 604718"/>
                <a:gd name="connsiteY18" fmla="*/ 270771 h 382112"/>
                <a:gd name="connsiteX19" fmla="*/ 604718 w 604718"/>
                <a:gd name="connsiteY19" fmla="*/ 321376 h 382112"/>
                <a:gd name="connsiteX20" fmla="*/ 561278 w 604718"/>
                <a:gd name="connsiteY20" fmla="*/ 321376 h 382112"/>
                <a:gd name="connsiteX21" fmla="*/ 576388 w 604718"/>
                <a:gd name="connsiteY21" fmla="*/ 271242 h 382112"/>
                <a:gd name="connsiteX22" fmla="*/ 576388 w 604718"/>
                <a:gd name="connsiteY22" fmla="*/ 120370 h 382112"/>
                <a:gd name="connsiteX23" fmla="*/ 333376 w 604718"/>
                <a:gd name="connsiteY23" fmla="*/ 222680 h 382112"/>
                <a:gd name="connsiteX24" fmla="*/ 268058 w 604718"/>
                <a:gd name="connsiteY24" fmla="*/ 223780 h 382112"/>
                <a:gd name="connsiteX25" fmla="*/ 13556 w 604718"/>
                <a:gd name="connsiteY25" fmla="*/ 125870 h 382112"/>
                <a:gd name="connsiteX26" fmla="*/ 13714 w 604718"/>
                <a:gd name="connsiteY26" fmla="*/ 100882 h 382112"/>
                <a:gd name="connsiteX27" fmla="*/ 267901 w 604718"/>
                <a:gd name="connsiteY27" fmla="*/ 5329 h 382112"/>
                <a:gd name="connsiteX28" fmla="*/ 300973 w 604718"/>
                <a:gd name="connsiteY28" fmla="*/ 5 h 382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04718" h="382112">
                  <a:moveTo>
                    <a:pt x="104550" y="208330"/>
                  </a:moveTo>
                  <a:lnTo>
                    <a:pt x="156180" y="208330"/>
                  </a:lnTo>
                  <a:lnTo>
                    <a:pt x="261642" y="248878"/>
                  </a:lnTo>
                  <a:cubicBezTo>
                    <a:pt x="274864" y="253907"/>
                    <a:pt x="289188" y="255007"/>
                    <a:pt x="298947" y="255007"/>
                  </a:cubicBezTo>
                  <a:cubicBezTo>
                    <a:pt x="314373" y="255007"/>
                    <a:pt x="329012" y="252493"/>
                    <a:pt x="340187" y="247621"/>
                  </a:cubicBezTo>
                  <a:lnTo>
                    <a:pt x="433687" y="208330"/>
                  </a:lnTo>
                  <a:lnTo>
                    <a:pt x="490825" y="208330"/>
                  </a:lnTo>
                  <a:lnTo>
                    <a:pt x="490825" y="271509"/>
                  </a:lnTo>
                  <a:cubicBezTo>
                    <a:pt x="490825" y="290998"/>
                    <a:pt x="476344" y="313000"/>
                    <a:pt x="458400" y="320701"/>
                  </a:cubicBezTo>
                  <a:lnTo>
                    <a:pt x="329326" y="376337"/>
                  </a:lnTo>
                  <a:cubicBezTo>
                    <a:pt x="311382" y="384038"/>
                    <a:pt x="282419" y="384038"/>
                    <a:pt x="264632" y="376337"/>
                  </a:cubicBezTo>
                  <a:lnTo>
                    <a:pt x="136819" y="320701"/>
                  </a:lnTo>
                  <a:cubicBezTo>
                    <a:pt x="119032" y="313000"/>
                    <a:pt x="104550" y="290998"/>
                    <a:pt x="104550" y="271509"/>
                  </a:cubicBezTo>
                  <a:close/>
                  <a:moveTo>
                    <a:pt x="300973" y="5"/>
                  </a:moveTo>
                  <a:cubicBezTo>
                    <a:pt x="312954" y="-93"/>
                    <a:pt x="324955" y="1479"/>
                    <a:pt x="334162" y="4701"/>
                  </a:cubicBezTo>
                  <a:lnTo>
                    <a:pt x="581267" y="92552"/>
                  </a:lnTo>
                  <a:cubicBezTo>
                    <a:pt x="596849" y="98053"/>
                    <a:pt x="599210" y="107168"/>
                    <a:pt x="588822" y="114398"/>
                  </a:cubicBezTo>
                  <a:lnTo>
                    <a:pt x="589136" y="114398"/>
                  </a:lnTo>
                  <a:lnTo>
                    <a:pt x="589136" y="270771"/>
                  </a:lnTo>
                  <a:lnTo>
                    <a:pt x="604718" y="321376"/>
                  </a:lnTo>
                  <a:lnTo>
                    <a:pt x="561278" y="321376"/>
                  </a:lnTo>
                  <a:lnTo>
                    <a:pt x="576388" y="271242"/>
                  </a:lnTo>
                  <a:lnTo>
                    <a:pt x="576388" y="120370"/>
                  </a:lnTo>
                  <a:lnTo>
                    <a:pt x="333376" y="222680"/>
                  </a:lnTo>
                  <a:cubicBezTo>
                    <a:pt x="315433" y="230224"/>
                    <a:pt x="286158" y="230695"/>
                    <a:pt x="268058" y="223780"/>
                  </a:cubicBezTo>
                  <a:lnTo>
                    <a:pt x="13556" y="125870"/>
                  </a:lnTo>
                  <a:cubicBezTo>
                    <a:pt x="-4544" y="118798"/>
                    <a:pt x="-4544" y="107640"/>
                    <a:pt x="13714" y="100882"/>
                  </a:cubicBezTo>
                  <a:lnTo>
                    <a:pt x="267901" y="5329"/>
                  </a:lnTo>
                  <a:cubicBezTo>
                    <a:pt x="277030" y="1872"/>
                    <a:pt x="288991" y="104"/>
                    <a:pt x="300973" y="5"/>
                  </a:cubicBezTo>
                  <a:close/>
                </a:path>
              </a:pathLst>
            </a:cu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60" name="powerpoint template design by DAJU_PPT正版来源小红书大橘PPT微信DAJU_PPT请勿抄袭搬运！盗版必究！-2"/>
            <p:cNvSpPr/>
            <p:nvPr/>
          </p:nvSpPr>
          <p:spPr>
            <a:xfrm>
              <a:off x="2492756" y="3024330"/>
              <a:ext cx="1396678" cy="73866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dist" fontAlgn="base"/>
              <a:r>
                <a:rPr lang="zh-CN" altLang="en-US" sz="4800" b="1" spc="600" dirty="0">
                  <a:solidFill>
                    <a:schemeClr val="accent1">
                      <a:lumMod val="75000"/>
                    </a:schemeClr>
                  </a:solidFill>
                  <a:cs typeface="+mn-ea"/>
                  <a:sym typeface="+mn-lt"/>
                </a:rPr>
                <a:t>目录</a:t>
              </a:r>
            </a:p>
          </p:txBody>
        </p:sp>
        <p:sp>
          <p:nvSpPr>
            <p:cNvPr id="61" name="powerpoint template design by DAJU_PPT正版来源小红书大橘PPT微信DAJU_PPT请勿抄袭搬运！盗版必究！-3"/>
            <p:cNvSpPr/>
            <p:nvPr/>
          </p:nvSpPr>
          <p:spPr>
            <a:xfrm>
              <a:off x="2307560" y="3892250"/>
              <a:ext cx="1767070" cy="24574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dist" fontAlgn="base"/>
              <a:r>
                <a:rPr lang="en-US" altLang="zh-CN" sz="1600" b="1" i="0" dirty="0">
                  <a:solidFill>
                    <a:schemeClr val="bg1">
                      <a:lumMod val="65000"/>
                    </a:schemeClr>
                  </a:solidFill>
                  <a:effectLst/>
                  <a:cs typeface="+mn-ea"/>
                  <a:sym typeface="+mn-lt"/>
                </a:rPr>
                <a:t>CONTENT</a:t>
              </a:r>
              <a:endParaRPr lang="zh-CN" altLang="en-US" sz="1600" b="1" i="0" dirty="0">
                <a:solidFill>
                  <a:schemeClr val="bg1">
                    <a:lumMod val="65000"/>
                  </a:schemeClr>
                </a:solidFill>
                <a:effectLst/>
                <a:cs typeface="+mn-ea"/>
                <a:sym typeface="+mn-lt"/>
              </a:endParaRPr>
            </a:p>
          </p:txBody>
        </p:sp>
      </p:grpSp>
      <p:grpSp>
        <p:nvGrpSpPr>
          <p:cNvPr id="2" name="powerpoint template design by DAJU_PPT正版来源小红书大橘PPT微信DAJU_PPT请勿抄袭搬运！盗版必究！"/>
          <p:cNvGrpSpPr/>
          <p:nvPr/>
        </p:nvGrpSpPr>
        <p:grpSpPr>
          <a:xfrm>
            <a:off x="5901690" y="1852295"/>
            <a:ext cx="3323590" cy="2959735"/>
            <a:chOff x="5901748" y="1580901"/>
            <a:chExt cx="3323275" cy="2295502"/>
          </a:xfrm>
        </p:grpSpPr>
        <p:sp>
          <p:nvSpPr>
            <p:cNvPr id="38" name="powerpoint template design by DAJU_PPT正版来源小红书大橘PPT微信DAJU_PPT请勿抄袭搬运！盗版必究！-1"/>
            <p:cNvSpPr txBox="1"/>
            <p:nvPr/>
          </p:nvSpPr>
          <p:spPr>
            <a:xfrm>
              <a:off x="6583283" y="1608732"/>
              <a:ext cx="2641740" cy="5232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</p:spPr>
          <p:txBody>
            <a:bodyPr wrap="square" lIns="25200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>
                <a:defRPr/>
              </a:pP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+mn-ea"/>
                  <a:sym typeface="+mn-lt"/>
                </a:rPr>
                <a:t>学习成绩</a:t>
              </a: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+mn-ea"/>
                  <a:sym typeface="+mn-lt"/>
                </a:rPr>
                <a:t>—A</a:t>
              </a:r>
            </a:p>
          </p:txBody>
        </p:sp>
        <p:sp>
          <p:nvSpPr>
            <p:cNvPr id="39" name="powerpoint template design by DAJU_PPT正版来源小红书大橘PPT微信DAJU_PPT请勿抄袭搬运！盗版必究！-2"/>
            <p:cNvSpPr txBox="1"/>
            <p:nvPr/>
          </p:nvSpPr>
          <p:spPr>
            <a:xfrm>
              <a:off x="6583283" y="2467042"/>
              <a:ext cx="2641740" cy="5232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</p:spPr>
          <p:txBody>
            <a:bodyPr wrap="square" lIns="25200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>
                <a:defRPr/>
              </a:pPr>
              <a:r>
                <a:rPr lang="zh-CN" altLang="en-US" sz="2800" b="1" kern="0" dirty="0">
                  <a:cs typeface="+mn-ea"/>
                  <a:sym typeface="+mn-lt"/>
                </a:rPr>
                <a:t>科研竞赛</a:t>
              </a:r>
              <a:r>
                <a:rPr lang="en-US" altLang="zh-CN" sz="2800" b="1" kern="0" dirty="0">
                  <a:cs typeface="+mn-ea"/>
                  <a:sym typeface="+mn-lt"/>
                </a:rPr>
                <a:t>—C</a:t>
              </a:r>
            </a:p>
          </p:txBody>
        </p:sp>
        <p:sp>
          <p:nvSpPr>
            <p:cNvPr id="40" name="powerpoint template design by DAJU_PPT正版来源小红书大橘PPT微信DAJU_PPT请勿抄袭搬运！盗版必究！-3"/>
            <p:cNvSpPr txBox="1"/>
            <p:nvPr/>
          </p:nvSpPr>
          <p:spPr>
            <a:xfrm>
              <a:off x="6583283" y="3325352"/>
              <a:ext cx="2641740" cy="5232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</p:spPr>
          <p:txBody>
            <a:bodyPr wrap="square" lIns="25200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>
                <a:defRPr/>
              </a:pP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+mn-ea"/>
                  <a:sym typeface="+mn-lt"/>
                </a:rPr>
                <a:t>课外活动</a:t>
              </a: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+mn-ea"/>
                  <a:sym typeface="+mn-lt"/>
                </a:rPr>
                <a:t>—E</a:t>
              </a:r>
            </a:p>
          </p:txBody>
        </p:sp>
        <p:sp>
          <p:nvSpPr>
            <p:cNvPr id="33" name="powerpoint template design by DAJU_PPT正版来源小红书大橘PPT微信DAJU_PPT请勿抄袭搬运！盗版必究！-5"/>
            <p:cNvSpPr/>
            <p:nvPr/>
          </p:nvSpPr>
          <p:spPr>
            <a:xfrm>
              <a:off x="5901748" y="1580901"/>
              <a:ext cx="586208" cy="578882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="horz" wrap="square" lIns="0" tIns="0" rIns="0" bIns="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b="1" kern="0" dirty="0">
                  <a:solidFill>
                    <a:sysClr val="window" lastClr="FFFFFF"/>
                  </a:solidFill>
                  <a:cs typeface="+mn-ea"/>
                  <a:sym typeface="+mn-lt"/>
                </a:rPr>
                <a:t>01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" name="powerpoint template design by DAJU_PPT正版来源小红书大橘PPT微信DAJU_PPT请勿抄袭搬运！盗版必究！-6"/>
            <p:cNvSpPr/>
            <p:nvPr/>
          </p:nvSpPr>
          <p:spPr>
            <a:xfrm>
              <a:off x="5901748" y="2439211"/>
              <a:ext cx="586208" cy="578882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="horz" wrap="square" lIns="0" tIns="0" rIns="0" bIns="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cs typeface="+mn-ea"/>
                  <a:sym typeface="+mn-lt"/>
                </a:rPr>
                <a:t>02</a:t>
              </a:r>
            </a:p>
          </p:txBody>
        </p:sp>
        <p:sp>
          <p:nvSpPr>
            <p:cNvPr id="35" name="powerpoint template design by DAJU_PPT正版来源小红书大橘PPT微信DAJU_PPT请勿抄袭搬运！盗版必究！-7"/>
            <p:cNvSpPr/>
            <p:nvPr/>
          </p:nvSpPr>
          <p:spPr>
            <a:xfrm>
              <a:off x="5901748" y="3297521"/>
              <a:ext cx="586208" cy="578882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="horz" wrap="square" lIns="0" tIns="0" rIns="0" bIns="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cs typeface="+mn-ea"/>
                  <a:sym typeface="+mn-lt"/>
                </a:rPr>
                <a:t>03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owerpoint template design by DAJU_PPT正版来源小红书大橘PPT微信DAJU_PPT请勿抄袭搬运！盗版必究！"/>
          <p:cNvSpPr/>
          <p:nvPr/>
        </p:nvSpPr>
        <p:spPr>
          <a:xfrm>
            <a:off x="314960" y="304800"/>
            <a:ext cx="11562080" cy="6248400"/>
          </a:xfrm>
          <a:prstGeom prst="roundRect">
            <a:avLst>
              <a:gd name="adj" fmla="val 0"/>
            </a:avLst>
          </a:prstGeom>
          <a:noFill/>
          <a:ln w="254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powerpoint template design by DAJU_PPT正版来源小红书大橘PPT微信DAJU_PPT请勿抄袭搬运！盗版必究！"/>
          <p:cNvCxnSpPr/>
          <p:nvPr/>
        </p:nvCxnSpPr>
        <p:spPr>
          <a:xfrm>
            <a:off x="3522388" y="4530266"/>
            <a:ext cx="5147224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owerpoint template design by DAJU_PPT正版来源小红书大橘PPT微信DAJU_PPT请勿抄袭搬运！盗版必究！"/>
          <p:cNvSpPr>
            <a:spLocks noGrp="1"/>
          </p:cNvSpPr>
          <p:nvPr>
            <p:ph type="body" sz="quarter" idx="12"/>
          </p:nvPr>
        </p:nvSpPr>
        <p:spPr>
          <a:xfrm>
            <a:off x="3522388" y="3642379"/>
            <a:ext cx="5147224" cy="83058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学习成绩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—A</a:t>
            </a:r>
          </a:p>
        </p:txBody>
      </p:sp>
      <p:sp>
        <p:nvSpPr>
          <p:cNvPr id="17" name="powerpoint template design by DAJU_PPT正版来源小红书大橘PPT微信DAJU_PPT请勿抄袭搬运！盗版必究！"/>
          <p:cNvSpPr>
            <a:spLocks noGrp="1"/>
          </p:cNvSpPr>
          <p:nvPr>
            <p:ph type="body" sz="quarter" idx="14"/>
          </p:nvPr>
        </p:nvSpPr>
        <p:spPr>
          <a:custGeom>
            <a:avLst/>
            <a:gdLst>
              <a:gd name="connsiteX0" fmla="*/ 0 w 2059940"/>
              <a:gd name="connsiteY0" fmla="*/ 0 h 276999"/>
              <a:gd name="connsiteX1" fmla="*/ 2059940 w 2059940"/>
              <a:gd name="connsiteY1" fmla="*/ 0 h 276999"/>
              <a:gd name="connsiteX2" fmla="*/ 2059940 w 2059940"/>
              <a:gd name="connsiteY2" fmla="*/ 276999 h 276999"/>
              <a:gd name="connsiteX3" fmla="*/ 0 w 2059940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9940" h="276999">
                <a:moveTo>
                  <a:pt x="0" y="0"/>
                </a:moveTo>
                <a:lnTo>
                  <a:pt x="2059940" y="0"/>
                </a:lnTo>
                <a:lnTo>
                  <a:pt x="2059940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 altLang="zh-CN" sz="2800" b="1" dirty="0">
                <a:latin typeface="Times New Roman" panose="02020603050405020304" charset="0"/>
                <a:cs typeface="Times New Roman" panose="02020603050405020304" charset="0"/>
                <a:sym typeface="+mn-lt"/>
              </a:rPr>
              <a:t>Academic</a:t>
            </a:r>
          </a:p>
        </p:txBody>
      </p:sp>
      <p:sp>
        <p:nvSpPr>
          <p:cNvPr id="16" name="powerpoint template design by DAJU_PPT正版来源小红书大橘PPT微信DAJU_PPT请勿抄袭搬运！盗版必究！"/>
          <p:cNvSpPr>
            <a:spLocks noGrp="1"/>
          </p:cNvSpPr>
          <p:nvPr>
            <p:ph type="body" sz="quarter" idx="10"/>
          </p:nvPr>
        </p:nvSpPr>
        <p:spPr>
          <a:xfrm>
            <a:off x="5058857" y="1542830"/>
            <a:ext cx="2074286" cy="1911292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 altLang="zh-CN" dirty="0">
                <a:latin typeface="+mn-lt"/>
                <a:cs typeface="+mn-ea"/>
                <a:sym typeface="+mn-lt"/>
              </a:rPr>
              <a:t>01</a:t>
            </a:r>
            <a:endParaRPr lang="zh-CN" altLang="en-US" dirty="0">
              <a:latin typeface="+mn-lt"/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个人基本情况</a:t>
            </a:r>
          </a:p>
        </p:txBody>
      </p:sp>
      <p:grpSp>
        <p:nvGrpSpPr>
          <p:cNvPr id="2" name="powerpoint template design by DAJU_PPT正版来源小红书大橘PPT微信DAJU_PPT请勿抄袭搬运！盗版必究！"/>
          <p:cNvGrpSpPr/>
          <p:nvPr/>
        </p:nvGrpSpPr>
        <p:grpSpPr>
          <a:xfrm>
            <a:off x="5573080" y="1648795"/>
            <a:ext cx="4803775" cy="4171315"/>
            <a:chOff x="736920" y="2119030"/>
            <a:chExt cx="4803775" cy="4171315"/>
          </a:xfrm>
        </p:grpSpPr>
        <p:sp>
          <p:nvSpPr>
            <p:cNvPr id="43" name="powerpoint template design by DAJU_PPT正版来源小红书大橘PPT微信DAJU_PPT请勿抄袭搬运！盗版必究！-1"/>
            <p:cNvSpPr txBox="1"/>
            <p:nvPr/>
          </p:nvSpPr>
          <p:spPr>
            <a:xfrm>
              <a:off x="736920" y="2119030"/>
              <a:ext cx="2419111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spc="300" dirty="0">
                  <a:solidFill>
                    <a:schemeClr val="accent1"/>
                  </a:solidFill>
                  <a:latin typeface="+mj-ea"/>
                  <a:ea typeface="+mj-ea"/>
                </a:rPr>
                <a:t>xxx</a:t>
              </a:r>
              <a:endParaRPr lang="zh-CN" sz="3200" b="1" spc="300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  <p:sp>
          <p:nvSpPr>
            <p:cNvPr id="45" name="powerpoint template design by DAJU_PPT正版来源小红书大橘PPT微信DAJU_PPT请勿抄袭搬运！盗版必究！-2"/>
            <p:cNvSpPr txBox="1"/>
            <p:nvPr/>
          </p:nvSpPr>
          <p:spPr>
            <a:xfrm>
              <a:off x="736920" y="2703865"/>
              <a:ext cx="480377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b="1" dirty="0">
                  <a:latin typeface="+mj-ea"/>
                  <a:ea typeface="+mj-ea"/>
                </a:rPr>
                <a:t>本科院校：</a:t>
              </a:r>
              <a:r>
                <a:rPr lang="en-US" altLang="zh-CN" b="1" dirty="0">
                  <a:latin typeface="+mj-ea"/>
                  <a:ea typeface="+mj-ea"/>
                </a:rPr>
                <a:t>xxx</a:t>
              </a:r>
              <a:r>
                <a:rPr lang="zh-CN" altLang="en-US" b="1" dirty="0">
                  <a:latin typeface="+mj-ea"/>
                  <a:ea typeface="+mj-ea"/>
                </a:rPr>
                <a:t>大学 </a:t>
              </a:r>
              <a:r>
                <a:rPr lang="en-US" altLang="zh-CN" b="1" dirty="0">
                  <a:latin typeface="+mj-ea"/>
                  <a:ea typeface="+mj-ea"/>
                </a:rPr>
                <a:t>/ xxx</a:t>
              </a:r>
              <a:r>
                <a:rPr lang="zh-CN" altLang="en-US" b="1" dirty="0">
                  <a:latin typeface="+mj-ea"/>
                  <a:ea typeface="+mj-ea"/>
                </a:rPr>
                <a:t>专业</a:t>
              </a:r>
            </a:p>
          </p:txBody>
        </p:sp>
        <p:sp>
          <p:nvSpPr>
            <p:cNvPr id="46" name="powerpoint template design by DAJU_PPT正版来源小红书大橘PPT微信DAJU_PPT请勿抄袭搬运！盗版必究！-3"/>
            <p:cNvSpPr txBox="1"/>
            <p:nvPr/>
          </p:nvSpPr>
          <p:spPr>
            <a:xfrm>
              <a:off x="736920" y="3290605"/>
              <a:ext cx="4803775" cy="29997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b="1" dirty="0">
                  <a:latin typeface="+mj-ea"/>
                  <a:ea typeface="+mj-ea"/>
                </a:rPr>
                <a:t>政治面貌：</a:t>
              </a:r>
              <a:r>
                <a:rPr lang="zh-CN" altLang="en-US" dirty="0">
                  <a:latin typeface="+mj-ea"/>
                  <a:ea typeface="+mj-ea"/>
                </a:rPr>
                <a:t>中国共产党员</a:t>
              </a:r>
              <a:endParaRPr lang="en-US" altLang="zh-CN" dirty="0">
                <a:latin typeface="+mj-ea"/>
                <a:ea typeface="+mj-ea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b="1" dirty="0">
                  <a:latin typeface="+mj-ea"/>
                  <a:ea typeface="+mj-ea"/>
                </a:rPr>
                <a:t>专业学习：</a:t>
              </a:r>
              <a:r>
                <a:rPr lang="zh-CN" altLang="en-US" dirty="0">
                  <a:latin typeface="+mj-ea"/>
                  <a:ea typeface="+mj-ea"/>
                </a:rPr>
                <a:t>绩点</a:t>
              </a:r>
              <a:r>
                <a:rPr lang="en-US" altLang="zh-CN" dirty="0">
                  <a:latin typeface="+mj-ea"/>
                  <a:ea typeface="+mj-ea"/>
                </a:rPr>
                <a:t>x</a:t>
              </a:r>
              <a:r>
                <a:rPr lang="zh-CN" altLang="en-US" dirty="0">
                  <a:latin typeface="+mj-ea"/>
                  <a:ea typeface="+mj-ea"/>
                </a:rPr>
                <a:t>，专业排名</a:t>
              </a:r>
              <a:r>
                <a:rPr lang="en-US" altLang="zh-CN" dirty="0">
                  <a:latin typeface="+mj-ea"/>
                  <a:ea typeface="+mj-ea"/>
                </a:rPr>
                <a:t>x/106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b="1" dirty="0">
                  <a:latin typeface="+mj-ea"/>
                  <a:ea typeface="+mj-ea"/>
                </a:rPr>
                <a:t>英语水平：</a:t>
              </a:r>
              <a:r>
                <a:rPr lang="en-US" altLang="zh-CN" dirty="0">
                  <a:latin typeface="+mj-ea"/>
                  <a:ea typeface="+mj-ea"/>
                </a:rPr>
                <a:t>CET4-x</a:t>
              </a:r>
              <a:r>
                <a:rPr lang="zh-CN" altLang="en-US" dirty="0">
                  <a:latin typeface="+mj-ea"/>
                  <a:ea typeface="+mj-ea"/>
                </a:rPr>
                <a:t>分，</a:t>
              </a:r>
              <a:r>
                <a:rPr lang="en-US" altLang="zh-CN" dirty="0">
                  <a:latin typeface="+mj-ea"/>
                  <a:ea typeface="+mj-ea"/>
                </a:rPr>
                <a:t>CET6-x</a:t>
              </a:r>
              <a:r>
                <a:rPr lang="zh-CN" altLang="en-US" dirty="0">
                  <a:latin typeface="+mj-ea"/>
                  <a:ea typeface="+mj-ea"/>
                </a:rPr>
                <a:t>分</a:t>
              </a:r>
              <a:endParaRPr lang="en-US" altLang="zh-CN" dirty="0">
                <a:latin typeface="+mj-ea"/>
                <a:ea typeface="+mj-ea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b="1" dirty="0">
                  <a:latin typeface="+mj-ea"/>
                  <a:ea typeface="+mj-ea"/>
                </a:rPr>
                <a:t>专业技能：</a:t>
              </a:r>
              <a:r>
                <a:rPr lang="zh-CN" altLang="en-US" dirty="0">
                  <a:latin typeface="+mj-ea"/>
                  <a:ea typeface="+mj-ea"/>
                </a:rPr>
                <a:t>熟练使用</a:t>
              </a:r>
              <a:r>
                <a:rPr lang="en-US" altLang="zh-CN" dirty="0">
                  <a:latin typeface="+mj-ea"/>
                  <a:ea typeface="+mj-ea"/>
                </a:rPr>
                <a:t>office</a:t>
              </a:r>
              <a:r>
                <a:rPr lang="zh-CN" altLang="en-US" dirty="0">
                  <a:latin typeface="+mj-ea"/>
                  <a:ea typeface="+mj-ea"/>
                </a:rPr>
                <a:t>三件套；熟练掌握</a:t>
              </a:r>
              <a:r>
                <a:rPr lang="en-US" altLang="zh-CN" dirty="0">
                  <a:latin typeface="+mj-ea"/>
                  <a:ea typeface="+mj-ea"/>
                </a:rPr>
                <a:t>SPSS</a:t>
              </a:r>
              <a:r>
                <a:rPr lang="zh-CN" altLang="en-US" dirty="0">
                  <a:latin typeface="+mj-ea"/>
                  <a:ea typeface="+mj-ea"/>
                </a:rPr>
                <a:t>；</a:t>
              </a:r>
              <a:r>
                <a:rPr lang="en-US" altLang="zh-CN" dirty="0">
                  <a:latin typeface="+mj-ea"/>
                  <a:ea typeface="+mj-ea"/>
                </a:rPr>
                <a:t>Python</a:t>
              </a:r>
              <a:r>
                <a:rPr lang="zh-CN" altLang="en-US" dirty="0">
                  <a:latin typeface="+mj-ea"/>
                  <a:ea typeface="+mj-ea"/>
                </a:rPr>
                <a:t>计算机二级证书（良好）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b="1" dirty="0">
                  <a:latin typeface="+mj-ea"/>
                  <a:ea typeface="+mj-ea"/>
                </a:rPr>
                <a:t>主修课程：</a:t>
              </a:r>
              <a:r>
                <a:rPr lang="zh-CN" dirty="0">
                  <a:latin typeface="+mj-ea"/>
                  <a:ea typeface="+mj-ea"/>
                </a:rPr>
                <a:t>财务管理原理（</a:t>
              </a:r>
              <a:r>
                <a:rPr lang="en-US" altLang="zh-CN" dirty="0">
                  <a:latin typeface="+mj-ea"/>
                  <a:ea typeface="+mj-ea"/>
                </a:rPr>
                <a:t>97.6</a:t>
              </a:r>
              <a:r>
                <a:rPr lang="zh-CN" altLang="en-US" dirty="0">
                  <a:latin typeface="+mj-ea"/>
                  <a:ea typeface="+mj-ea"/>
                </a:rPr>
                <a:t>）、中级财务会计（</a:t>
              </a:r>
              <a:r>
                <a:rPr lang="en-US" altLang="zh-CN" dirty="0">
                  <a:latin typeface="+mj-ea"/>
                  <a:ea typeface="+mj-ea"/>
                </a:rPr>
                <a:t>98.1</a:t>
              </a:r>
              <a:r>
                <a:rPr lang="zh-CN" altLang="en-US" dirty="0">
                  <a:latin typeface="+mj-ea"/>
                  <a:ea typeface="+mj-ea"/>
                </a:rPr>
                <a:t>）、中级财务管理（</a:t>
              </a:r>
              <a:r>
                <a:rPr lang="en-US" altLang="zh-CN" dirty="0">
                  <a:latin typeface="+mj-ea"/>
                  <a:ea typeface="+mj-ea"/>
                </a:rPr>
                <a:t>96.2</a:t>
              </a:r>
              <a:r>
                <a:rPr lang="zh-CN" altLang="en-US" dirty="0">
                  <a:latin typeface="+mj-ea"/>
                  <a:ea typeface="+mj-ea"/>
                </a:rPr>
                <a:t>）</a:t>
              </a:r>
            </a:p>
          </p:txBody>
        </p:sp>
        <p:cxnSp>
          <p:nvCxnSpPr>
            <p:cNvPr id="47" name="powerpoint template design by DAJU_PPT正版来源小红书大橘PPT微信DAJU_PPT请勿抄袭搬运！盗版必究！-4"/>
            <p:cNvCxnSpPr/>
            <p:nvPr/>
          </p:nvCxnSpPr>
          <p:spPr>
            <a:xfrm>
              <a:off x="848956" y="3176651"/>
              <a:ext cx="715992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图片 5" descr="校徽横条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1820" y="354965"/>
            <a:ext cx="2371090" cy="4895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131060" y="2706370"/>
            <a:ext cx="13138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/>
              <a:t>你的照片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荣誉及奖励</a:t>
            </a:r>
          </a:p>
        </p:txBody>
      </p:sp>
      <p:sp>
        <p:nvSpPr>
          <p:cNvPr id="50" name="powerpoint template design by DAJU_PPT正版来源小红书大橘PPT微信DAJU_PPT请勿抄袭搬运！盗版必究！"/>
          <p:cNvSpPr txBox="1"/>
          <p:nvPr/>
        </p:nvSpPr>
        <p:spPr>
          <a:xfrm>
            <a:off x="5313275" y="1347503"/>
            <a:ext cx="5696585" cy="41624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lnSpc>
                <a:spcPct val="21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+mj-ea"/>
                <a:ea typeface="+mj-ea"/>
              </a:rPr>
              <a:t>2020.11-2021.11  </a:t>
            </a:r>
            <a:r>
              <a:rPr lang="zh-CN" altLang="en-US" b="1" dirty="0">
                <a:latin typeface="+mj-ea"/>
                <a:ea typeface="+mj-ea"/>
              </a:rPr>
              <a:t>获得国家励志奖学金（</a:t>
            </a:r>
            <a:r>
              <a:rPr lang="en-US" altLang="zh-CN" b="1" dirty="0">
                <a:latin typeface="+mj-ea"/>
                <a:ea typeface="+mj-ea"/>
              </a:rPr>
              <a:t>2</a:t>
            </a:r>
            <a:r>
              <a:rPr lang="zh-CN" altLang="en-US" b="1" dirty="0">
                <a:latin typeface="+mj-ea"/>
                <a:ea typeface="+mj-ea"/>
              </a:rPr>
              <a:t>次）</a:t>
            </a:r>
          </a:p>
          <a:p>
            <a:pPr marL="342900" indent="-342900" algn="l">
              <a:lnSpc>
                <a:spcPct val="21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+mj-ea"/>
                <a:ea typeface="+mj-ea"/>
                <a:sym typeface="+mn-ea"/>
              </a:rPr>
              <a:t>2021.07-2022.07  </a:t>
            </a:r>
            <a:r>
              <a:rPr lang="zh-CN" altLang="en-US" b="1" dirty="0">
                <a:latin typeface="+mj-ea"/>
                <a:ea typeface="+mj-ea"/>
                <a:sym typeface="+mn-ea"/>
              </a:rPr>
              <a:t>获得校优秀学生会干部（</a:t>
            </a:r>
            <a:r>
              <a:rPr lang="en-US" altLang="zh-CN" b="1" dirty="0">
                <a:latin typeface="+mj-ea"/>
                <a:ea typeface="+mj-ea"/>
                <a:sym typeface="+mn-ea"/>
              </a:rPr>
              <a:t>2</a:t>
            </a:r>
            <a:r>
              <a:rPr lang="zh-CN" altLang="en-US" b="1" dirty="0">
                <a:latin typeface="+mj-ea"/>
                <a:ea typeface="+mj-ea"/>
                <a:sym typeface="+mn-ea"/>
              </a:rPr>
              <a:t>次）</a:t>
            </a:r>
            <a:endParaRPr lang="en-US" altLang="zh-CN" b="1" dirty="0">
              <a:latin typeface="+mj-ea"/>
              <a:ea typeface="+mj-ea"/>
            </a:endParaRPr>
          </a:p>
          <a:p>
            <a:pPr marL="342900" indent="-342900" algn="l">
              <a:lnSpc>
                <a:spcPct val="21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+mj-ea"/>
                <a:ea typeface="+mj-ea"/>
              </a:rPr>
              <a:t>2021.11  </a:t>
            </a:r>
            <a:r>
              <a:rPr lang="zh-CN" altLang="en-US" b="1" dirty="0">
                <a:latin typeface="+mj-ea"/>
                <a:ea typeface="+mj-ea"/>
              </a:rPr>
              <a:t>获得校三好学生标兵（前</a:t>
            </a:r>
            <a:r>
              <a:rPr lang="en-US" altLang="zh-CN" b="1" dirty="0">
                <a:latin typeface="+mj-ea"/>
                <a:ea typeface="+mj-ea"/>
              </a:rPr>
              <a:t>3%</a:t>
            </a:r>
            <a:r>
              <a:rPr lang="zh-CN" altLang="en-US" b="1" dirty="0">
                <a:latin typeface="+mj-ea"/>
                <a:ea typeface="+mj-ea"/>
              </a:rPr>
              <a:t>）</a:t>
            </a:r>
          </a:p>
          <a:p>
            <a:pPr marL="342900" indent="-342900" algn="l">
              <a:lnSpc>
                <a:spcPct val="21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+mj-ea"/>
                <a:ea typeface="+mj-ea"/>
                <a:sym typeface="+mn-ea"/>
              </a:rPr>
              <a:t>2022.05  </a:t>
            </a:r>
            <a:r>
              <a:rPr lang="zh-CN" altLang="en-US" b="1" dirty="0">
                <a:latin typeface="+mj-ea"/>
                <a:ea typeface="+mj-ea"/>
                <a:sym typeface="+mn-ea"/>
              </a:rPr>
              <a:t>获得校优秀共青团团员（前</a:t>
            </a:r>
            <a:r>
              <a:rPr lang="en-US" altLang="zh-CN" b="1" dirty="0">
                <a:latin typeface="+mj-ea"/>
                <a:ea typeface="+mj-ea"/>
                <a:sym typeface="+mn-ea"/>
              </a:rPr>
              <a:t>3%</a:t>
            </a:r>
            <a:r>
              <a:rPr lang="zh-CN" altLang="en-US" b="1" dirty="0">
                <a:latin typeface="+mj-ea"/>
                <a:ea typeface="+mj-ea"/>
                <a:sym typeface="+mn-ea"/>
              </a:rPr>
              <a:t>）</a:t>
            </a:r>
          </a:p>
          <a:p>
            <a:pPr marL="342900" indent="-342900" algn="l">
              <a:lnSpc>
                <a:spcPct val="21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+mj-ea"/>
                <a:ea typeface="+mj-ea"/>
              </a:rPr>
              <a:t>20</a:t>
            </a:r>
            <a:r>
              <a:rPr lang="en-US" b="1" dirty="0">
                <a:latin typeface="+mj-ea"/>
                <a:ea typeface="+mj-ea"/>
              </a:rPr>
              <a:t>20.11  </a:t>
            </a:r>
            <a:r>
              <a:rPr lang="zh-CN" altLang="en-US" b="1" dirty="0">
                <a:latin typeface="+mj-ea"/>
                <a:ea typeface="+mj-ea"/>
              </a:rPr>
              <a:t>获得校三好学生（前</a:t>
            </a:r>
            <a:r>
              <a:rPr lang="en-US" altLang="zh-CN" b="1" dirty="0">
                <a:latin typeface="+mj-ea"/>
                <a:ea typeface="+mj-ea"/>
              </a:rPr>
              <a:t>10%</a:t>
            </a:r>
            <a:r>
              <a:rPr lang="zh-CN" altLang="en-US" b="1" dirty="0">
                <a:latin typeface="+mj-ea"/>
                <a:ea typeface="+mj-ea"/>
              </a:rPr>
              <a:t>）</a:t>
            </a:r>
            <a:endParaRPr lang="en-US" altLang="zh-CN" b="1" dirty="0">
              <a:latin typeface="+mj-ea"/>
              <a:ea typeface="+mj-ea"/>
            </a:endParaRPr>
          </a:p>
          <a:p>
            <a:pPr marL="342900" indent="-342900" algn="l">
              <a:lnSpc>
                <a:spcPct val="21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+mj-ea"/>
                <a:ea typeface="+mj-ea"/>
              </a:rPr>
              <a:t>2020.05  </a:t>
            </a:r>
            <a:r>
              <a:rPr lang="zh-CN" altLang="en-US" b="1" dirty="0">
                <a:latin typeface="+mj-ea"/>
                <a:ea typeface="+mj-ea"/>
              </a:rPr>
              <a:t>获得共青团勤奋好学先进个人（前</a:t>
            </a:r>
            <a:r>
              <a:rPr lang="en-US" altLang="zh-CN" b="1" dirty="0">
                <a:latin typeface="+mj-ea"/>
                <a:ea typeface="+mj-ea"/>
              </a:rPr>
              <a:t>3%</a:t>
            </a:r>
            <a:r>
              <a:rPr lang="zh-CN" altLang="en-US" b="1" dirty="0">
                <a:latin typeface="+mj-ea"/>
                <a:ea typeface="+mj-ea"/>
              </a:rPr>
              <a:t>）</a:t>
            </a:r>
          </a:p>
          <a:p>
            <a:pPr marL="342900" indent="-342900" algn="l">
              <a:lnSpc>
                <a:spcPct val="21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+mj-ea"/>
                <a:ea typeface="+mj-ea"/>
              </a:rPr>
              <a:t>2019.09  </a:t>
            </a:r>
            <a:r>
              <a:rPr lang="zh-CN" altLang="en-US" b="1" dirty="0">
                <a:latin typeface="+mj-ea"/>
                <a:ea typeface="+mj-ea"/>
              </a:rPr>
              <a:t>获得优秀军训学生（前</a:t>
            </a:r>
            <a:r>
              <a:rPr lang="en-US" altLang="zh-CN" b="1" dirty="0">
                <a:latin typeface="+mj-ea"/>
                <a:ea typeface="+mj-ea"/>
              </a:rPr>
              <a:t>5%</a:t>
            </a:r>
            <a:r>
              <a:rPr lang="zh-CN" altLang="en-US" b="1" dirty="0">
                <a:latin typeface="+mj-ea"/>
                <a:ea typeface="+mj-ea"/>
              </a:rPr>
              <a:t>）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760855" y="3250565"/>
            <a:ext cx="2722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2020.11  </a:t>
            </a:r>
            <a:r>
              <a:rPr lang="zh-CN" altLang="en-US" b="1"/>
              <a:t>国家励志奖学金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760220" y="6076315"/>
            <a:ext cx="2722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2021.11  </a:t>
            </a:r>
            <a:r>
              <a:rPr lang="zh-CN" altLang="en-US" b="1"/>
              <a:t>校三好学生标兵</a:t>
            </a:r>
          </a:p>
        </p:txBody>
      </p:sp>
      <p:pic>
        <p:nvPicPr>
          <p:cNvPr id="6" name="图片 5" descr="校徽横条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1820" y="354965"/>
            <a:ext cx="2371090" cy="4895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werpoint template design by DAJU_PPT正版来源小红书大橘PPT微信DAJU_PPT请勿抄袭搬运！盗版必究！"/>
          <p:cNvSpPr/>
          <p:nvPr/>
        </p:nvSpPr>
        <p:spPr>
          <a:xfrm>
            <a:off x="4530785" y="1426435"/>
            <a:ext cx="3393162" cy="2144082"/>
          </a:xfrm>
          <a:custGeom>
            <a:avLst/>
            <a:gdLst>
              <a:gd name="connsiteX0" fmla="*/ 104550 w 604718"/>
              <a:gd name="connsiteY0" fmla="*/ 208330 h 382112"/>
              <a:gd name="connsiteX1" fmla="*/ 156180 w 604718"/>
              <a:gd name="connsiteY1" fmla="*/ 208330 h 382112"/>
              <a:gd name="connsiteX2" fmla="*/ 261642 w 604718"/>
              <a:gd name="connsiteY2" fmla="*/ 248878 h 382112"/>
              <a:gd name="connsiteX3" fmla="*/ 298947 w 604718"/>
              <a:gd name="connsiteY3" fmla="*/ 255007 h 382112"/>
              <a:gd name="connsiteX4" fmla="*/ 340187 w 604718"/>
              <a:gd name="connsiteY4" fmla="*/ 247621 h 382112"/>
              <a:gd name="connsiteX5" fmla="*/ 433687 w 604718"/>
              <a:gd name="connsiteY5" fmla="*/ 208330 h 382112"/>
              <a:gd name="connsiteX6" fmla="*/ 490825 w 604718"/>
              <a:gd name="connsiteY6" fmla="*/ 208330 h 382112"/>
              <a:gd name="connsiteX7" fmla="*/ 490825 w 604718"/>
              <a:gd name="connsiteY7" fmla="*/ 271509 h 382112"/>
              <a:gd name="connsiteX8" fmla="*/ 458400 w 604718"/>
              <a:gd name="connsiteY8" fmla="*/ 320701 h 382112"/>
              <a:gd name="connsiteX9" fmla="*/ 329326 w 604718"/>
              <a:gd name="connsiteY9" fmla="*/ 376337 h 382112"/>
              <a:gd name="connsiteX10" fmla="*/ 264632 w 604718"/>
              <a:gd name="connsiteY10" fmla="*/ 376337 h 382112"/>
              <a:gd name="connsiteX11" fmla="*/ 136819 w 604718"/>
              <a:gd name="connsiteY11" fmla="*/ 320701 h 382112"/>
              <a:gd name="connsiteX12" fmla="*/ 104550 w 604718"/>
              <a:gd name="connsiteY12" fmla="*/ 271509 h 382112"/>
              <a:gd name="connsiteX13" fmla="*/ 300973 w 604718"/>
              <a:gd name="connsiteY13" fmla="*/ 5 h 382112"/>
              <a:gd name="connsiteX14" fmla="*/ 334162 w 604718"/>
              <a:gd name="connsiteY14" fmla="*/ 4701 h 382112"/>
              <a:gd name="connsiteX15" fmla="*/ 581267 w 604718"/>
              <a:gd name="connsiteY15" fmla="*/ 92552 h 382112"/>
              <a:gd name="connsiteX16" fmla="*/ 588822 w 604718"/>
              <a:gd name="connsiteY16" fmla="*/ 114398 h 382112"/>
              <a:gd name="connsiteX17" fmla="*/ 589136 w 604718"/>
              <a:gd name="connsiteY17" fmla="*/ 114398 h 382112"/>
              <a:gd name="connsiteX18" fmla="*/ 589136 w 604718"/>
              <a:gd name="connsiteY18" fmla="*/ 270771 h 382112"/>
              <a:gd name="connsiteX19" fmla="*/ 604718 w 604718"/>
              <a:gd name="connsiteY19" fmla="*/ 321376 h 382112"/>
              <a:gd name="connsiteX20" fmla="*/ 561278 w 604718"/>
              <a:gd name="connsiteY20" fmla="*/ 321376 h 382112"/>
              <a:gd name="connsiteX21" fmla="*/ 576388 w 604718"/>
              <a:gd name="connsiteY21" fmla="*/ 271242 h 382112"/>
              <a:gd name="connsiteX22" fmla="*/ 576388 w 604718"/>
              <a:gd name="connsiteY22" fmla="*/ 120370 h 382112"/>
              <a:gd name="connsiteX23" fmla="*/ 333376 w 604718"/>
              <a:gd name="connsiteY23" fmla="*/ 222680 h 382112"/>
              <a:gd name="connsiteX24" fmla="*/ 268058 w 604718"/>
              <a:gd name="connsiteY24" fmla="*/ 223780 h 382112"/>
              <a:gd name="connsiteX25" fmla="*/ 13556 w 604718"/>
              <a:gd name="connsiteY25" fmla="*/ 125870 h 382112"/>
              <a:gd name="connsiteX26" fmla="*/ 13714 w 604718"/>
              <a:gd name="connsiteY26" fmla="*/ 100882 h 382112"/>
              <a:gd name="connsiteX27" fmla="*/ 267901 w 604718"/>
              <a:gd name="connsiteY27" fmla="*/ 5329 h 382112"/>
              <a:gd name="connsiteX28" fmla="*/ 300973 w 604718"/>
              <a:gd name="connsiteY28" fmla="*/ 5 h 382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04718" h="382112">
                <a:moveTo>
                  <a:pt x="104550" y="208330"/>
                </a:moveTo>
                <a:lnTo>
                  <a:pt x="156180" y="208330"/>
                </a:lnTo>
                <a:lnTo>
                  <a:pt x="261642" y="248878"/>
                </a:lnTo>
                <a:cubicBezTo>
                  <a:pt x="274864" y="253907"/>
                  <a:pt x="289188" y="255007"/>
                  <a:pt x="298947" y="255007"/>
                </a:cubicBezTo>
                <a:cubicBezTo>
                  <a:pt x="314373" y="255007"/>
                  <a:pt x="329012" y="252493"/>
                  <a:pt x="340187" y="247621"/>
                </a:cubicBezTo>
                <a:lnTo>
                  <a:pt x="433687" y="208330"/>
                </a:lnTo>
                <a:lnTo>
                  <a:pt x="490825" y="208330"/>
                </a:lnTo>
                <a:lnTo>
                  <a:pt x="490825" y="271509"/>
                </a:lnTo>
                <a:cubicBezTo>
                  <a:pt x="490825" y="290998"/>
                  <a:pt x="476344" y="313000"/>
                  <a:pt x="458400" y="320701"/>
                </a:cubicBezTo>
                <a:lnTo>
                  <a:pt x="329326" y="376337"/>
                </a:lnTo>
                <a:cubicBezTo>
                  <a:pt x="311382" y="384038"/>
                  <a:pt x="282419" y="384038"/>
                  <a:pt x="264632" y="376337"/>
                </a:cubicBezTo>
                <a:lnTo>
                  <a:pt x="136819" y="320701"/>
                </a:lnTo>
                <a:cubicBezTo>
                  <a:pt x="119032" y="313000"/>
                  <a:pt x="104550" y="290998"/>
                  <a:pt x="104550" y="271509"/>
                </a:cubicBezTo>
                <a:close/>
                <a:moveTo>
                  <a:pt x="300973" y="5"/>
                </a:moveTo>
                <a:cubicBezTo>
                  <a:pt x="312954" y="-93"/>
                  <a:pt x="324955" y="1479"/>
                  <a:pt x="334162" y="4701"/>
                </a:cubicBezTo>
                <a:lnTo>
                  <a:pt x="581267" y="92552"/>
                </a:lnTo>
                <a:cubicBezTo>
                  <a:pt x="596849" y="98053"/>
                  <a:pt x="599210" y="107168"/>
                  <a:pt x="588822" y="114398"/>
                </a:cubicBezTo>
                <a:lnTo>
                  <a:pt x="589136" y="114398"/>
                </a:lnTo>
                <a:lnTo>
                  <a:pt x="589136" y="270771"/>
                </a:lnTo>
                <a:lnTo>
                  <a:pt x="604718" y="321376"/>
                </a:lnTo>
                <a:lnTo>
                  <a:pt x="561278" y="321376"/>
                </a:lnTo>
                <a:lnTo>
                  <a:pt x="576388" y="271242"/>
                </a:lnTo>
                <a:lnTo>
                  <a:pt x="576388" y="120370"/>
                </a:lnTo>
                <a:lnTo>
                  <a:pt x="333376" y="222680"/>
                </a:lnTo>
                <a:cubicBezTo>
                  <a:pt x="315433" y="230224"/>
                  <a:pt x="286158" y="230695"/>
                  <a:pt x="268058" y="223780"/>
                </a:cubicBezTo>
                <a:lnTo>
                  <a:pt x="13556" y="125870"/>
                </a:lnTo>
                <a:cubicBezTo>
                  <a:pt x="-4544" y="118798"/>
                  <a:pt x="-4544" y="107640"/>
                  <a:pt x="13714" y="100882"/>
                </a:cubicBezTo>
                <a:lnTo>
                  <a:pt x="267901" y="5329"/>
                </a:lnTo>
                <a:cubicBezTo>
                  <a:pt x="277030" y="1872"/>
                  <a:pt x="288991" y="104"/>
                  <a:pt x="300973" y="5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powerpoint template design by DAJU_PPT正版来源小红书大橘PPT微信DAJU_PPT请勿抄袭搬运！盗版必究！"/>
          <p:cNvCxnSpPr/>
          <p:nvPr/>
        </p:nvCxnSpPr>
        <p:spPr>
          <a:xfrm>
            <a:off x="3522388" y="4530266"/>
            <a:ext cx="5147224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owerpoint template design by DAJU_PPT正版来源小红书大橘PPT微信DAJU_PPT请勿抄袭搬运！盗版必究！"/>
          <p:cNvSpPr>
            <a:spLocks noGrp="1"/>
          </p:cNvSpPr>
          <p:nvPr>
            <p:ph type="body" sz="quarter" idx="12"/>
          </p:nvPr>
        </p:nvSpPr>
        <p:spPr>
          <a:xfrm>
            <a:off x="3522388" y="3642379"/>
            <a:ext cx="5147224" cy="83058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科研竞赛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—C</a:t>
            </a:r>
          </a:p>
        </p:txBody>
      </p:sp>
      <p:sp>
        <p:nvSpPr>
          <p:cNvPr id="16" name="powerpoint template design by DAJU_PPT正版来源小红书大橘PPT微信DAJU_PPT请勿抄袭搬运！盗版必究！"/>
          <p:cNvSpPr>
            <a:spLocks noGrp="1"/>
          </p:cNvSpPr>
          <p:nvPr>
            <p:ph type="body" sz="quarter" idx="10"/>
          </p:nvPr>
        </p:nvSpPr>
        <p:spPr>
          <a:xfrm>
            <a:off x="5058857" y="1542830"/>
            <a:ext cx="2074286" cy="1911292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 altLang="zh-CN" dirty="0">
                <a:latin typeface="+mn-lt"/>
                <a:cs typeface="+mn-ea"/>
                <a:sym typeface="+mn-lt"/>
              </a:rPr>
              <a:t>02</a:t>
            </a:r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3808179" y="4688846"/>
            <a:ext cx="4575642" cy="263525"/>
          </a:xfrm>
          <a:custGeom>
            <a:avLst>
              <a:gd name="connsiteX0" fmla="*/ 0 w 2059940"/>
              <a:gd name="connsiteY0" fmla="*/ 0 h 276999"/>
              <a:gd name="connsiteX1" fmla="*/ 2059940 w 2059940"/>
              <a:gd name="connsiteY1" fmla="*/ 0 h 276999"/>
              <a:gd name="connsiteX2" fmla="*/ 2059940 w 2059940"/>
              <a:gd name="connsiteY2" fmla="*/ 276999 h 276999"/>
              <a:gd name="connsiteX3" fmla="*/ 0 w 2059940"/>
              <a:gd name="connsiteY3" fmla="*/ 276999 h 276999"/>
            </a:avLst>
            <a:gdLst>
              <a:gd name="connsiteX0-1" fmla="*/ 0 w 2059940"/>
              <a:gd name="connsiteY0-2" fmla="*/ 0 h 276999"/>
              <a:gd name="connsiteX1-3" fmla="*/ 2059940 w 2059940"/>
              <a:gd name="connsiteY1-4" fmla="*/ 0 h 276999"/>
              <a:gd name="connsiteX2-5" fmla="*/ 2059940 w 2059940"/>
              <a:gd name="connsiteY2-6" fmla="*/ 276999 h 276999"/>
              <a:gd name="connsiteX3-7" fmla="*/ 0 w 2059940"/>
              <a:gd name="connsiteY3-8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059940" h="276999">
                <a:moveTo>
                  <a:pt x="0" y="0"/>
                </a:moveTo>
                <a:lnTo>
                  <a:pt x="2059940" y="0"/>
                </a:lnTo>
                <a:lnTo>
                  <a:pt x="2059940" y="276999"/>
                </a:lnTo>
                <a:lnTo>
                  <a:pt x="0" y="276999"/>
                </a:lnTo>
                <a:close/>
              </a:path>
              <a:path w="2059940" h="276999">
                <a:moveTo>
                  <a:pt x="0" y="0"/>
                </a:moveTo>
                <a:lnTo>
                  <a:pt x="2059940" y="0"/>
                </a:lnTo>
                <a:lnTo>
                  <a:pt x="2059940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lIns="0" tIns="0" rIns="0" bIns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Times New Roman" panose="02020603050405020304" charset="0"/>
                <a:cs typeface="Times New Roman" panose="02020603050405020304" charset="0"/>
                <a:sym typeface="+mn-lt"/>
              </a:rPr>
              <a:t>Competition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xfrm>
            <a:off x="3090199" y="566982"/>
            <a:ext cx="6012872" cy="405102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科研论文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—CPCI</a:t>
            </a:r>
            <a:r>
              <a:rPr dirty="0">
                <a:latin typeface="+mn-lt"/>
                <a:ea typeface="+mn-ea"/>
                <a:cs typeface="+mn-ea"/>
                <a:sym typeface="+mn-lt"/>
              </a:rPr>
              <a:t>国际会议论文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4991735" y="1493520"/>
            <a:ext cx="6618605" cy="4165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85750" indent="-285750" algn="l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b="1" dirty="0" err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xxxx</a:t>
            </a:r>
            <a:endParaRPr lang="en-US" altLang="en-US" b="1" dirty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91735" y="2663825"/>
            <a:ext cx="6381115" cy="455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Analysis</a:t>
            </a:r>
            <a:r>
              <a:rPr lang="zh-CN" altLang="en-US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10480" y="5248275"/>
            <a:ext cx="6381115" cy="455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Conclusion</a:t>
            </a:r>
            <a:r>
              <a:rPr lang="zh-CN" altLang="en-US" b="1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 descr="校徽横条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1820" y="354965"/>
            <a:ext cx="2371090" cy="4895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科研竞赛情况</a:t>
            </a:r>
          </a:p>
        </p:txBody>
      </p:sp>
      <p:sp>
        <p:nvSpPr>
          <p:cNvPr id="32" name="powerpoint template design by DAJU_PPT正版来源小红书大橘PPT微信DAJU_PPT请勿抄袭搬运！盗版必究！-3"/>
          <p:cNvSpPr txBox="1"/>
          <p:nvPr/>
        </p:nvSpPr>
        <p:spPr>
          <a:xfrm>
            <a:off x="4575175" y="1588770"/>
            <a:ext cx="4583306" cy="1684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80000"/>
              </a:lnSpc>
            </a:pPr>
            <a:r>
              <a:rPr lang="zh-CN" altLang="en-US" sz="2400" b="1" dirty="0">
                <a:latin typeface="+mj-ea"/>
                <a:ea typeface="+mj-ea"/>
              </a:rPr>
              <a:t>国家级</a:t>
            </a:r>
            <a:r>
              <a:rPr lang="en-US" altLang="zh-CN" sz="2400" b="1" dirty="0">
                <a:latin typeface="+mj-ea"/>
                <a:ea typeface="+mj-ea"/>
              </a:rPr>
              <a:t>&amp;</a:t>
            </a:r>
            <a:r>
              <a:rPr lang="zh-CN" altLang="en-US" sz="2400" b="1" dirty="0">
                <a:latin typeface="+mj-ea"/>
                <a:ea typeface="+mj-ea"/>
              </a:rPr>
              <a:t>省级</a:t>
            </a:r>
            <a:endParaRPr lang="en-US" altLang="zh-CN" sz="2400" b="1" dirty="0">
              <a:latin typeface="+mj-ea"/>
              <a:ea typeface="+mj-ea"/>
            </a:endParaRPr>
          </a:p>
          <a:p>
            <a:pPr marL="342900" indent="-342900">
              <a:lnSpc>
                <a:spcPct val="18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+mj-ea"/>
                <a:ea typeface="+mj-ea"/>
              </a:rPr>
              <a:t>2020.12	</a:t>
            </a:r>
            <a:r>
              <a:rPr lang="zh-CN" altLang="en-US" dirty="0">
                <a:latin typeface="+mj-ea"/>
                <a:ea typeface="+mj-ea"/>
              </a:rPr>
              <a:t>    </a:t>
            </a:r>
            <a:r>
              <a:rPr lang="en-US" altLang="zh-CN" dirty="0">
                <a:latin typeface="+mj-ea"/>
                <a:ea typeface="+mj-ea"/>
              </a:rPr>
              <a:t>xxx</a:t>
            </a:r>
            <a:r>
              <a:rPr lang="zh-CN" altLang="en-US" dirty="0">
                <a:latin typeface="+mj-ea"/>
                <a:ea typeface="+mj-ea"/>
              </a:rPr>
              <a:t>大赛</a:t>
            </a:r>
            <a:r>
              <a:rPr lang="zh-CN" altLang="en-US" b="1" dirty="0">
                <a:latin typeface="+mj-ea"/>
                <a:ea typeface="+mj-ea"/>
              </a:rPr>
              <a:t>全国铜奖</a:t>
            </a:r>
            <a:endParaRPr lang="en-US" altLang="zh-CN" b="1" dirty="0">
              <a:latin typeface="+mj-ea"/>
              <a:ea typeface="+mj-ea"/>
            </a:endParaRPr>
          </a:p>
          <a:p>
            <a:pPr marL="342900" indent="-342900">
              <a:lnSpc>
                <a:spcPct val="18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+mj-ea"/>
                <a:ea typeface="+mj-ea"/>
              </a:rPr>
              <a:t>2022.06	</a:t>
            </a:r>
            <a:r>
              <a:rPr lang="en-US" altLang="zh-CN" dirty="0" err="1">
                <a:latin typeface="+mj-ea"/>
                <a:ea typeface="+mj-ea"/>
              </a:rPr>
              <a:t>xxxxxxxx</a:t>
            </a:r>
            <a:r>
              <a:rPr lang="zh-CN" altLang="en-US" dirty="0">
                <a:latin typeface="+mj-ea"/>
                <a:ea typeface="+mj-ea"/>
              </a:rPr>
              <a:t>大赛</a:t>
            </a:r>
            <a:r>
              <a:rPr lang="zh-CN" altLang="en-US" b="1" dirty="0">
                <a:latin typeface="+mj-ea"/>
                <a:ea typeface="+mj-ea"/>
              </a:rPr>
              <a:t>省级一等奖</a:t>
            </a:r>
          </a:p>
        </p:txBody>
      </p:sp>
      <p:sp>
        <p:nvSpPr>
          <p:cNvPr id="42" name="powerpoint template design by DAJU_PPT正版来源小红书大橘PPT微信DAJU_PPT请勿抄袭搬运！盗版必究！-3"/>
          <p:cNvSpPr txBox="1"/>
          <p:nvPr/>
        </p:nvSpPr>
        <p:spPr>
          <a:xfrm>
            <a:off x="4575175" y="3515360"/>
            <a:ext cx="7171055" cy="1659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sz="2400" b="1" dirty="0">
                <a:latin typeface="+mj-ea"/>
                <a:ea typeface="+mj-ea"/>
              </a:rPr>
              <a:t>校级</a:t>
            </a:r>
          </a:p>
          <a:p>
            <a:pPr marL="342900" indent="-342900">
              <a:lnSpc>
                <a:spcPct val="19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21.05        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xxxx</a:t>
            </a: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赛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校级三等奖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9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2022.03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大学生创新训练项目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98170" y="5735955"/>
            <a:ext cx="38785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2020.12  </a:t>
            </a:r>
            <a:r>
              <a:rPr lang="zh-CN" altLang="en-US" b="1"/>
              <a:t>中国青年志愿服务项目大赛</a:t>
            </a:r>
          </a:p>
        </p:txBody>
      </p:sp>
      <p:pic>
        <p:nvPicPr>
          <p:cNvPr id="2" name="图片 1" descr="校徽横条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1820" y="354965"/>
            <a:ext cx="2371090" cy="4895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owerpoint template design by DAJU_PPT正版来源小红书大橘PPT微信DAJU_PPT请勿抄袭搬运！盗版必究！"/>
          <p:cNvSpPr>
            <a:spLocks noGrp="1"/>
          </p:cNvSpPr>
          <p:nvPr>
            <p:ph type="body" sz="quarter" idx="12"/>
          </p:nvPr>
        </p:nvSpPr>
        <p:spPr>
          <a:xfrm>
            <a:off x="3522388" y="3642379"/>
            <a:ext cx="5147224" cy="83058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课外活动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—E</a:t>
            </a:r>
          </a:p>
        </p:txBody>
      </p:sp>
      <p:sp>
        <p:nvSpPr>
          <p:cNvPr id="16" name="powerpoint template design by DAJU_PPT正版来源小红书大橘PPT微信DAJU_PPT请勿抄袭搬运！盗版必究！"/>
          <p:cNvSpPr>
            <a:spLocks noGrp="1"/>
          </p:cNvSpPr>
          <p:nvPr>
            <p:ph type="body" sz="quarter" idx="10"/>
          </p:nvPr>
        </p:nvSpPr>
        <p:spPr>
          <a:xfrm>
            <a:off x="5058857" y="1542830"/>
            <a:ext cx="2074286" cy="1911292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 altLang="zh-CN" dirty="0">
                <a:latin typeface="+mn-lt"/>
                <a:cs typeface="+mn-ea"/>
                <a:sym typeface="+mn-lt"/>
              </a:rPr>
              <a:t>03</a:t>
            </a:r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sp>
        <p:nvSpPr>
          <p:cNvPr id="3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3808179" y="4688846"/>
            <a:ext cx="4575642" cy="263525"/>
          </a:xfrm>
          <a:custGeom>
            <a:avLst>
              <a:gd name="connsiteX0" fmla="*/ 0 w 2059940"/>
              <a:gd name="connsiteY0" fmla="*/ 0 h 276999"/>
              <a:gd name="connsiteX1" fmla="*/ 2059940 w 2059940"/>
              <a:gd name="connsiteY1" fmla="*/ 0 h 276999"/>
              <a:gd name="connsiteX2" fmla="*/ 2059940 w 2059940"/>
              <a:gd name="connsiteY2" fmla="*/ 276999 h 276999"/>
              <a:gd name="connsiteX3" fmla="*/ 0 w 2059940"/>
              <a:gd name="connsiteY3" fmla="*/ 276999 h 276999"/>
            </a:avLst>
            <a:gdLst>
              <a:gd name="connsiteX0-1" fmla="*/ 0 w 2059940"/>
              <a:gd name="connsiteY0-2" fmla="*/ 0 h 276999"/>
              <a:gd name="connsiteX1-3" fmla="*/ 2059940 w 2059940"/>
              <a:gd name="connsiteY1-4" fmla="*/ 0 h 276999"/>
              <a:gd name="connsiteX2-5" fmla="*/ 2059940 w 2059940"/>
              <a:gd name="connsiteY2-6" fmla="*/ 276999 h 276999"/>
              <a:gd name="connsiteX3-7" fmla="*/ 0 w 2059940"/>
              <a:gd name="connsiteY3-8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059940" h="276999">
                <a:moveTo>
                  <a:pt x="0" y="0"/>
                </a:moveTo>
                <a:lnTo>
                  <a:pt x="2059940" y="0"/>
                </a:lnTo>
                <a:lnTo>
                  <a:pt x="2059940" y="276999"/>
                </a:lnTo>
                <a:lnTo>
                  <a:pt x="0" y="276999"/>
                </a:lnTo>
                <a:close/>
              </a:path>
              <a:path w="2059940" h="276999">
                <a:moveTo>
                  <a:pt x="0" y="0"/>
                </a:moveTo>
                <a:lnTo>
                  <a:pt x="2059940" y="0"/>
                </a:lnTo>
                <a:lnTo>
                  <a:pt x="2059940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lIns="0" tIns="0" rIns="0" bIns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Times New Roman" panose="02020603050405020304" charset="0"/>
                <a:cs typeface="Times New Roman" panose="02020603050405020304" charset="0"/>
                <a:sym typeface="+mn-lt"/>
              </a:rPr>
              <a:t>Extracurricular activity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point template design by DAJU_PPT正版来源小红书大橘PPT微信DAJU_PPT请勿抄袭搬运！盗版必究！"/>
          <p:cNvSpPr>
            <a:spLocks noGrp="1"/>
          </p:cNvSpPr>
          <p:nvPr>
            <p:ph type="title"/>
          </p:nvPr>
        </p:nvSpPr>
        <p:spPr>
          <a:xfrm>
            <a:off x="3090199" y="575872"/>
            <a:ext cx="6012872" cy="405102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实践活动</a:t>
            </a:r>
          </a:p>
        </p:txBody>
      </p:sp>
      <p:sp>
        <p:nvSpPr>
          <p:cNvPr id="37" name="powerpoint template design by DAJU_PPT正版来源小红书大橘PPT微信DAJU_PPT请勿抄袭搬运！盗版必究！-2"/>
          <p:cNvSpPr/>
          <p:nvPr/>
        </p:nvSpPr>
        <p:spPr>
          <a:xfrm>
            <a:off x="600710" y="1544320"/>
            <a:ext cx="3496310" cy="37693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56" name="powerpoint template design by DAJU_PPT正版来源小红书大橘PPT微信DAJU_PPT请勿抄袭搬运！盗版必究！-5"/>
          <p:cNvSpPr/>
          <p:nvPr/>
        </p:nvSpPr>
        <p:spPr>
          <a:xfrm>
            <a:off x="1236345" y="1718310"/>
            <a:ext cx="2224405" cy="39878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bg1"/>
                </a:solidFill>
                <a:cs typeface="+mn-ea"/>
                <a:sym typeface="+mn-lt"/>
              </a:rPr>
              <a:t>梦想公益创造营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248150" y="1544320"/>
            <a:ext cx="3695065" cy="3769360"/>
            <a:chOff x="6709" y="2404"/>
            <a:chExt cx="5819" cy="5936"/>
          </a:xfrm>
        </p:grpSpPr>
        <p:sp>
          <p:nvSpPr>
            <p:cNvPr id="57" name="powerpoint template design by DAJU_PPT正版来源小红书大橘PPT微信DAJU_PPT请勿抄袭搬运！盗版必究！-6"/>
            <p:cNvSpPr/>
            <p:nvPr/>
          </p:nvSpPr>
          <p:spPr>
            <a:xfrm>
              <a:off x="6709" y="2404"/>
              <a:ext cx="5819" cy="59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59" name="powerpoint template design by DAJU_PPT正版来源小红书大橘PPT微信DAJU_PPT请勿抄袭搬运！盗版必究！-8"/>
            <p:cNvSpPr txBox="1">
              <a:spLocks noChangeArrowheads="1"/>
            </p:cNvSpPr>
            <p:nvPr/>
          </p:nvSpPr>
          <p:spPr bwMode="auto">
            <a:xfrm>
              <a:off x="6888" y="3445"/>
              <a:ext cx="5461" cy="443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60960" tIns="30480" rIns="60960" bIns="304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lvl="0" indent="-285750" defTabSz="685800">
                <a:lnSpc>
                  <a:spcPct val="160000"/>
                </a:lnSpc>
                <a:buFont typeface="Wingdings" panose="05000000000000000000" charset="0"/>
                <a:buChar char="Ø"/>
                <a:defRPr/>
              </a:pPr>
              <a:r>
                <a:rPr lang="zh-CN" altLang="en-US" sz="1600" kern="0" dirty="0">
                  <a:cs typeface="+mn-ea"/>
                  <a:sym typeface="+mn-lt"/>
                </a:rPr>
                <a:t>在防控疫情常态化的背景下，实践队累计</a:t>
              </a:r>
              <a:r>
                <a:rPr lang="zh-CN" altLang="en-US" sz="1600" b="1" kern="0" dirty="0">
                  <a:cs typeface="+mn-ea"/>
                  <a:sym typeface="+mn-lt"/>
                </a:rPr>
                <a:t>发放500余份问卷</a:t>
              </a:r>
              <a:r>
                <a:rPr lang="zh-CN" altLang="en-US" sz="1600" kern="0" dirty="0">
                  <a:cs typeface="+mn-ea"/>
                  <a:sym typeface="+mn-lt"/>
                </a:rPr>
                <a:t>调查，采用</a:t>
              </a:r>
              <a:r>
                <a:rPr lang="zh-CN" altLang="en-US" sz="1600" b="1" kern="0" dirty="0">
                  <a:cs typeface="+mn-ea"/>
                  <a:sym typeface="+mn-lt"/>
                </a:rPr>
                <a:t>“互联网+社会实践”</a:t>
              </a:r>
              <a:r>
                <a:rPr lang="zh-CN" altLang="en-US" sz="1600" kern="0" dirty="0">
                  <a:cs typeface="+mn-ea"/>
                  <a:sym typeface="+mn-lt"/>
                </a:rPr>
                <a:t>的新模式搭建线上志愿服务平台。</a:t>
              </a:r>
            </a:p>
            <a:p>
              <a:pPr marL="285750" lvl="0" indent="-285750" defTabSz="685800">
                <a:lnSpc>
                  <a:spcPct val="160000"/>
                </a:lnSpc>
                <a:buFont typeface="Wingdings" panose="05000000000000000000" charset="0"/>
                <a:buChar char="Ø"/>
                <a:defRPr/>
              </a:pPr>
              <a:r>
                <a:rPr lang="zh-CN" altLang="en-US" sz="1600" kern="0" dirty="0">
                  <a:cs typeface="+mn-ea"/>
                  <a:sym typeface="+mn-lt"/>
                </a:rPr>
                <a:t>通过实践地的媒体平台，借助互联网的优势，将志愿服务课堂内容传递给更多的孩子。</a:t>
              </a:r>
            </a:p>
          </p:txBody>
        </p:sp>
        <p:sp>
          <p:nvSpPr>
            <p:cNvPr id="60" name="powerpoint template design by DAJU_PPT正版来源小红书大橘PPT微信DAJU_PPT请勿抄袭搬运！盗版必究！-9"/>
            <p:cNvSpPr/>
            <p:nvPr/>
          </p:nvSpPr>
          <p:spPr>
            <a:xfrm>
              <a:off x="7682" y="2678"/>
              <a:ext cx="3873" cy="580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暑期社会实践三下乡</a:t>
              </a:r>
            </a:p>
          </p:txBody>
        </p:sp>
      </p:grpSp>
      <p:pic>
        <p:nvPicPr>
          <p:cNvPr id="12" name="图片 11" descr="校徽横条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1820" y="354965"/>
            <a:ext cx="2371090" cy="489585"/>
          </a:xfrm>
          <a:prstGeom prst="rect">
            <a:avLst/>
          </a:prstGeom>
        </p:spPr>
      </p:pic>
      <p:pic>
        <p:nvPicPr>
          <p:cNvPr id="3" name="图片 2" descr="_url=http%3A%2F%2Fdingyue.ws.126.net%2F2020%2F1108%2F1b29d492j00qjg8bd0019d000hs009fp"/>
          <p:cNvPicPr>
            <a:picLocks noChangeAspect="1"/>
          </p:cNvPicPr>
          <p:nvPr/>
        </p:nvPicPr>
        <p:blipFill>
          <a:blip r:embed="rId4"/>
          <a:srcRect l="23777" t="1" r="14229" b="1943"/>
          <a:stretch>
            <a:fillRect/>
          </a:stretch>
        </p:blipFill>
        <p:spPr>
          <a:xfrm>
            <a:off x="8169275" y="2108200"/>
            <a:ext cx="3228340" cy="2641600"/>
          </a:xfrm>
          <a:prstGeom prst="rect">
            <a:avLst/>
          </a:prstGeom>
          <a:ln w="25400">
            <a:solidFill>
              <a:schemeClr val="accent2"/>
            </a:solidFill>
          </a:ln>
        </p:spPr>
      </p:pic>
      <p:sp>
        <p:nvSpPr>
          <p:cNvPr id="6" name="powerpoint template design by DAJU_PPT正版来源小红书大橘PPT微信DAJU_PPT请勿抄袭搬运！盗版必究！-8"/>
          <p:cNvSpPr txBox="1">
            <a:spLocks noChangeArrowheads="1"/>
          </p:cNvSpPr>
          <p:nvPr/>
        </p:nvSpPr>
        <p:spPr bwMode="auto">
          <a:xfrm>
            <a:off x="554355" y="2205355"/>
            <a:ext cx="3512820" cy="28168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 defTabSz="685800">
              <a:lnSpc>
                <a:spcPct val="160000"/>
              </a:lnSpc>
              <a:buFont typeface="Wingdings" panose="05000000000000000000" charset="0"/>
              <a:buChar char="Ø"/>
              <a:defRPr/>
            </a:pPr>
            <a:r>
              <a:rPr lang="zh-CN" altLang="en-US" sz="1600" kern="0" dirty="0">
                <a:cs typeface="+mn-ea"/>
                <a:sym typeface="+mn-lt"/>
              </a:rPr>
              <a:t>本项目将“热爱生命”作为生命教育的核心理念设计成长盒。组建</a:t>
            </a:r>
            <a:r>
              <a:rPr lang="zh-CN" altLang="en-US" sz="1600" b="1" kern="0" dirty="0">
                <a:cs typeface="+mn-ea"/>
                <a:sym typeface="+mn-lt"/>
              </a:rPr>
              <a:t>益童行动</a:t>
            </a:r>
            <a:r>
              <a:rPr lang="zh-CN" altLang="en-US" sz="1600" kern="0" dirty="0">
                <a:cs typeface="+mn-ea"/>
                <a:sym typeface="+mn-lt"/>
              </a:rPr>
              <a:t>宣讲团，线上搭建益童成长互动平台，增强项目实施弹性。</a:t>
            </a:r>
          </a:p>
          <a:p>
            <a:pPr marL="285750" lvl="0" indent="-285750" defTabSz="685800">
              <a:lnSpc>
                <a:spcPct val="160000"/>
              </a:lnSpc>
              <a:buFont typeface="Wingdings" panose="05000000000000000000" charset="0"/>
              <a:buChar char="Ø"/>
              <a:defRPr/>
            </a:pPr>
            <a:r>
              <a:rPr lang="zh-CN" altLang="en-US" sz="1600" kern="0" dirty="0">
                <a:cs typeface="+mn-ea"/>
                <a:sym typeface="+mn-lt"/>
              </a:rPr>
              <a:t>项目与武汉市洪山区团委等政府部门合作开展项目，与武汉市内30余处社区小学建立了长期合作关系。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powerpoint template design by DAJU_PPT正版来源小红书大橘PPT微信DAJU_PPT请勿抄袭搬运！盗版必究！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8" name="组合 7"/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57" name="powerpoint template design by DAJU_PPT正版来源小红书大橘PPT微信DAJU_PPT请勿抄袭搬运！盗版必究！-1"/>
              <p:cNvSpPr/>
              <p:nvPr/>
            </p:nvSpPr>
            <p:spPr>
              <a:xfrm>
                <a:off x="0" y="0"/>
                <a:ext cx="1224280" cy="1224280"/>
              </a:xfrm>
              <a:custGeom>
                <a:avLst/>
                <a:gdLst>
                  <a:gd name="connsiteX0" fmla="*/ 0 w 1224280"/>
                  <a:gd name="connsiteY0" fmla="*/ 0 h 1224280"/>
                  <a:gd name="connsiteX1" fmla="*/ 1224280 w 1224280"/>
                  <a:gd name="connsiteY1" fmla="*/ 0 h 1224280"/>
                  <a:gd name="connsiteX2" fmla="*/ 0 w 1224280"/>
                  <a:gd name="connsiteY2" fmla="*/ 1224280 h 1224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4280" h="1224280">
                    <a:moveTo>
                      <a:pt x="0" y="0"/>
                    </a:moveTo>
                    <a:lnTo>
                      <a:pt x="1224280" y="0"/>
                    </a:lnTo>
                    <a:cubicBezTo>
                      <a:pt x="1224280" y="676151"/>
                      <a:pt x="676151" y="1224280"/>
                      <a:pt x="0" y="122428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powerpoint template design by DAJU_PPT正版来源小红书大橘PPT微信DAJU_PPT请勿抄袭搬运！盗版必究！-2"/>
              <p:cNvSpPr/>
              <p:nvPr/>
            </p:nvSpPr>
            <p:spPr>
              <a:xfrm flipH="1">
                <a:off x="10967720" y="0"/>
                <a:ext cx="1224280" cy="1224280"/>
              </a:xfrm>
              <a:custGeom>
                <a:avLst/>
                <a:gdLst>
                  <a:gd name="connsiteX0" fmla="*/ 0 w 1224280"/>
                  <a:gd name="connsiteY0" fmla="*/ 0 h 1224280"/>
                  <a:gd name="connsiteX1" fmla="*/ 1224280 w 1224280"/>
                  <a:gd name="connsiteY1" fmla="*/ 0 h 1224280"/>
                  <a:gd name="connsiteX2" fmla="*/ 0 w 1224280"/>
                  <a:gd name="connsiteY2" fmla="*/ 1224280 h 1224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4280" h="1224280">
                    <a:moveTo>
                      <a:pt x="0" y="0"/>
                    </a:moveTo>
                    <a:lnTo>
                      <a:pt x="1224280" y="0"/>
                    </a:lnTo>
                    <a:cubicBezTo>
                      <a:pt x="1224280" y="676151"/>
                      <a:pt x="676151" y="1224280"/>
                      <a:pt x="0" y="122428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powerpoint template design by DAJU_PPT正版来源小红书大橘PPT微信DAJU_PPT请勿抄袭搬运！盗版必究！-3"/>
              <p:cNvSpPr/>
              <p:nvPr/>
            </p:nvSpPr>
            <p:spPr>
              <a:xfrm flipV="1">
                <a:off x="0" y="5633720"/>
                <a:ext cx="1224280" cy="1224280"/>
              </a:xfrm>
              <a:custGeom>
                <a:avLst/>
                <a:gdLst>
                  <a:gd name="connsiteX0" fmla="*/ 0 w 1224280"/>
                  <a:gd name="connsiteY0" fmla="*/ 0 h 1224280"/>
                  <a:gd name="connsiteX1" fmla="*/ 1224280 w 1224280"/>
                  <a:gd name="connsiteY1" fmla="*/ 0 h 1224280"/>
                  <a:gd name="connsiteX2" fmla="*/ 0 w 1224280"/>
                  <a:gd name="connsiteY2" fmla="*/ 1224280 h 1224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4280" h="1224280">
                    <a:moveTo>
                      <a:pt x="0" y="0"/>
                    </a:moveTo>
                    <a:lnTo>
                      <a:pt x="1224280" y="0"/>
                    </a:lnTo>
                    <a:cubicBezTo>
                      <a:pt x="1224280" y="676151"/>
                      <a:pt x="676151" y="1224280"/>
                      <a:pt x="0" y="122428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powerpoint template design by DAJU_PPT正版来源小红书大橘PPT微信DAJU_PPT请勿抄袭搬运！盗版必究！-4"/>
              <p:cNvSpPr/>
              <p:nvPr/>
            </p:nvSpPr>
            <p:spPr>
              <a:xfrm flipH="1" flipV="1">
                <a:off x="10967720" y="5633720"/>
                <a:ext cx="1224280" cy="1224280"/>
              </a:xfrm>
              <a:custGeom>
                <a:avLst/>
                <a:gdLst>
                  <a:gd name="connsiteX0" fmla="*/ 0 w 1224280"/>
                  <a:gd name="connsiteY0" fmla="*/ 0 h 1224280"/>
                  <a:gd name="connsiteX1" fmla="*/ 1224280 w 1224280"/>
                  <a:gd name="connsiteY1" fmla="*/ 0 h 1224280"/>
                  <a:gd name="connsiteX2" fmla="*/ 0 w 1224280"/>
                  <a:gd name="connsiteY2" fmla="*/ 1224280 h 1224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4280" h="1224280">
                    <a:moveTo>
                      <a:pt x="0" y="0"/>
                    </a:moveTo>
                    <a:lnTo>
                      <a:pt x="1224280" y="0"/>
                    </a:lnTo>
                    <a:cubicBezTo>
                      <a:pt x="1224280" y="676151"/>
                      <a:pt x="676151" y="1224280"/>
                      <a:pt x="0" y="122428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9" name="powerpoint template design by DAJU_PPT正版来源小红书大橘PPT微信DAJU_PPT请勿抄袭搬运！盗版必究！-5"/>
            <p:cNvSpPr/>
            <p:nvPr/>
          </p:nvSpPr>
          <p:spPr>
            <a:xfrm>
              <a:off x="213360" y="205740"/>
              <a:ext cx="11765280" cy="644652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28600" sx="98000" sy="98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powerpoint template design by DAJU_PPT正版来源小红书大橘PPT微信DAJU_PPT请勿抄袭搬运！盗版必究！-6"/>
            <p:cNvSpPr/>
            <p:nvPr/>
          </p:nvSpPr>
          <p:spPr>
            <a:xfrm>
              <a:off x="314960" y="304800"/>
              <a:ext cx="11562080" cy="6248400"/>
            </a:xfrm>
            <a:prstGeom prst="roundRect">
              <a:avLst>
                <a:gd name="adj" fmla="val 0"/>
              </a:avLst>
            </a:prstGeom>
            <a:noFill/>
            <a:ln w="2540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7" name="powerpoint template design by DAJU_PPT正版来源小红书大橘PPT微信DAJU_PPT请勿抄袭搬运！盗版必究！"/>
          <p:cNvSpPr txBox="1"/>
          <p:nvPr/>
        </p:nvSpPr>
        <p:spPr>
          <a:xfrm>
            <a:off x="2473059" y="2551837"/>
            <a:ext cx="72458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spc="300" dirty="0">
                <a:solidFill>
                  <a:schemeClr val="accent2"/>
                </a:solidFill>
                <a:cs typeface="+mn-ea"/>
                <a:sym typeface="+mn-lt"/>
              </a:rPr>
              <a:t>—</a:t>
            </a:r>
            <a:r>
              <a:rPr lang="en-US" altLang="zh-CN" sz="3600" spc="300" dirty="0">
                <a:solidFill>
                  <a:schemeClr val="accent1"/>
                </a:solidFill>
                <a:cs typeface="+mn-ea"/>
                <a:sym typeface="+mn-lt"/>
              </a:rPr>
              <a:t> </a:t>
            </a:r>
            <a:r>
              <a:rPr lang="en-US" altLang="zh-CN" sz="3600" spc="300" dirty="0">
                <a:cs typeface="+mn-ea"/>
                <a:sym typeface="+mn-lt"/>
              </a:rPr>
              <a:t>THANKS </a:t>
            </a:r>
            <a:r>
              <a:rPr lang="en-US" altLang="zh-CN" sz="3600" spc="300" dirty="0">
                <a:solidFill>
                  <a:schemeClr val="accent2"/>
                </a:solidFill>
                <a:cs typeface="+mn-ea"/>
                <a:sym typeface="+mn-lt"/>
              </a:rPr>
              <a:t>—</a:t>
            </a:r>
          </a:p>
          <a:p>
            <a:pPr algn="ctr"/>
            <a:r>
              <a:rPr lang="zh-CN" altLang="en-US" sz="6000" b="1" spc="600" dirty="0">
                <a:solidFill>
                  <a:schemeClr val="accent1"/>
                </a:solidFill>
                <a:cs typeface="+mn-ea"/>
                <a:sym typeface="+mn-lt"/>
              </a:rPr>
              <a:t>陈述完毕</a:t>
            </a:r>
            <a:r>
              <a:rPr lang="en-US" altLang="zh-CN" sz="6000" b="1" spc="600" dirty="0">
                <a:solidFill>
                  <a:schemeClr val="accent1"/>
                </a:solidFill>
                <a:cs typeface="+mn-ea"/>
                <a:sym typeface="+mn-lt"/>
              </a:rPr>
              <a:t>·</a:t>
            </a:r>
            <a:r>
              <a:rPr lang="zh-CN" altLang="en-US" sz="6000" b="1" spc="600" dirty="0">
                <a:solidFill>
                  <a:schemeClr val="accent1"/>
                </a:solidFill>
                <a:cs typeface="+mn-ea"/>
                <a:sym typeface="+mn-lt"/>
              </a:rPr>
              <a:t>谢谢观看</a:t>
            </a:r>
          </a:p>
        </p:txBody>
      </p:sp>
      <p:pic>
        <p:nvPicPr>
          <p:cNvPr id="2" name="图片 1" descr="ustcblu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6515" y="608330"/>
            <a:ext cx="1918970" cy="1972945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4267200" y="4651375"/>
            <a:ext cx="3657600" cy="902335"/>
            <a:chOff x="6720" y="7311"/>
            <a:chExt cx="5760" cy="1421"/>
          </a:xfrm>
        </p:grpSpPr>
        <p:sp>
          <p:nvSpPr>
            <p:cNvPr id="4" name="powerpoint template design by DAJU_PPT正版来源小红书大橘PPT微信DAJU_PPT请勿抄袭搬运！盗版必究！"/>
            <p:cNvSpPr txBox="1"/>
            <p:nvPr/>
          </p:nvSpPr>
          <p:spPr>
            <a:xfrm>
              <a:off x="6720" y="8116"/>
              <a:ext cx="5760" cy="617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2"/>
              </a:solidFill>
            </a:ln>
          </p:spPr>
          <p:txBody>
            <a:bodyPr wrap="square" lIns="0" tIns="0" rIns="0" bIns="0" anchor="ctr" anchorCtr="0">
              <a:noAutofit/>
            </a:bodyPr>
            <a:lstStyle>
              <a:defPPr>
                <a:defRPr lang="zh-CN"/>
              </a:defPPr>
              <a:lvl1pPr algn="dist" fontAlgn="base">
                <a:defRPr sz="1600" b="0" i="0">
                  <a:solidFill>
                    <a:schemeClr val="accent5">
                      <a:lumMod val="50000"/>
                    </a:schemeClr>
                  </a:solidFill>
                  <a:effectLst/>
                  <a:latin typeface="+mn-ea"/>
                </a:defRPr>
              </a:lvl1pPr>
            </a:lstStyle>
            <a:p>
              <a:pPr algn="ctr"/>
              <a:r>
                <a:rPr lang="zh-CN" altLang="en-US" sz="1800" b="1" dirty="0">
                  <a:solidFill>
                    <a:schemeClr val="tx1"/>
                  </a:solidFill>
                  <a:latin typeface="+mn-lt"/>
                  <a:cs typeface="+mn-ea"/>
                  <a:sym typeface="+mn-lt"/>
                </a:rPr>
                <a:t>学校：</a:t>
              </a:r>
              <a:r>
                <a:rPr lang="en-US" altLang="zh-CN" sz="1800" b="1" dirty="0">
                  <a:solidFill>
                    <a:schemeClr val="tx1"/>
                  </a:solidFill>
                  <a:latin typeface="+mn-lt"/>
                  <a:cs typeface="+mn-ea"/>
                  <a:sym typeface="+mn-lt"/>
                </a:rPr>
                <a:t>xxx</a:t>
              </a:r>
              <a:endParaRPr lang="zh-CN" altLang="en-US" sz="1800" b="1" dirty="0">
                <a:solidFill>
                  <a:schemeClr val="tx1"/>
                </a:solidFill>
                <a:latin typeface="+mn-lt"/>
                <a:cs typeface="+mn-ea"/>
                <a:sym typeface="+mn-lt"/>
              </a:endParaRPr>
            </a:p>
          </p:txBody>
        </p:sp>
        <p:sp>
          <p:nvSpPr>
            <p:cNvPr id="5" name="powerpoint template design by DAJU_PPT正版来源小红书大橘PPT微信DAJU_PPT请勿抄袭搬运！盗版必究！"/>
            <p:cNvSpPr txBox="1"/>
            <p:nvPr/>
          </p:nvSpPr>
          <p:spPr>
            <a:xfrm>
              <a:off x="6720" y="7311"/>
              <a:ext cx="5760" cy="617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2"/>
              </a:solidFill>
            </a:ln>
          </p:spPr>
          <p:txBody>
            <a:bodyPr wrap="square" lIns="0" tIns="0" rIns="0" bIns="0" anchor="ctr" anchorCtr="0">
              <a:noAutofit/>
            </a:bodyPr>
            <a:lstStyle>
              <a:defPPr>
                <a:defRPr lang="zh-CN"/>
              </a:defPPr>
              <a:lvl1pPr algn="dist" fontAlgn="base">
                <a:defRPr sz="1600" b="0" i="0">
                  <a:solidFill>
                    <a:schemeClr val="accent5">
                      <a:lumMod val="50000"/>
                    </a:schemeClr>
                  </a:solidFill>
                  <a:effectLst/>
                  <a:latin typeface="+mn-ea"/>
                </a:defRPr>
              </a:lvl1pPr>
            </a:lstStyle>
            <a:p>
              <a:pPr algn="ctr"/>
              <a:r>
                <a:rPr lang="zh-CN" altLang="en-US" sz="1800" b="1" dirty="0">
                  <a:solidFill>
                    <a:schemeClr val="tx1"/>
                  </a:solidFill>
                  <a:latin typeface="+mn-lt"/>
                  <a:cs typeface="+mn-ea"/>
                  <a:sym typeface="+mn-lt"/>
                </a:rPr>
                <a:t>姓名：</a:t>
              </a:r>
              <a:r>
                <a:rPr lang="en-US" altLang="zh-CN" sz="1800" b="1" dirty="0">
                  <a:solidFill>
                    <a:schemeClr val="tx1"/>
                  </a:solidFill>
                  <a:latin typeface="+mn-lt"/>
                  <a:cs typeface="+mn-ea"/>
                  <a:sym typeface="+mn-lt"/>
                </a:rPr>
                <a:t>xx</a:t>
              </a:r>
              <a:endParaRPr lang="zh-CN" sz="1800" b="1" dirty="0">
                <a:solidFill>
                  <a:schemeClr val="tx1"/>
                </a:solidFill>
                <a:latin typeface="+mn-lt"/>
                <a:cs typeface="+mn-ea"/>
                <a:sym typeface="+mn-lt"/>
              </a:endParaRPr>
            </a:p>
          </p:txBody>
        </p:sp>
      </p:grpSp>
    </p:spTree>
    <p:custDataLst>
      <p:tags r:id="rId1"/>
    </p:custData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适中&quot;,&quot;HeaderHeight&quot;:10.0,&quot;FooterHeight&quot;:5.0,&quot;SideMargin&quot;:5.0,&quot;TopMargin&quot;:0.0,&quot;BottomMargin&quot;:0.0,&quot;IntervalMargin&quot;:1.5,&quot;SettingType&quot;:&quot;System&quot;}"/>
  <p:tag name="COMMONDATA" val="eyJoZGlkIjoiOGY3Zjc0ZDM4YTU4MGQzZGI0MDU2NjllM2VlYTZmMjUifQ=="/>
  <p:tag name="KSO_WPP_MARK_KEY" val="2a94c07b-be85-4923-9dc0-6870e698695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6637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5732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6637;"/>
</p:tagLst>
</file>

<file path=ppt/theme/theme1.xml><?xml version="1.0" encoding="utf-8"?>
<a:theme xmlns:a="http://schemas.openxmlformats.org/drawingml/2006/main" name="Office Theme">
  <a:themeElements>
    <a:clrScheme name="00浙江大学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3F88"/>
      </a:accent1>
      <a:accent2>
        <a:srgbClr val="D0B296"/>
      </a:accent2>
      <a:accent3>
        <a:srgbClr val="003F88"/>
      </a:accent3>
      <a:accent4>
        <a:srgbClr val="D0B296"/>
      </a:accent4>
      <a:accent5>
        <a:srgbClr val="003F88"/>
      </a:accent5>
      <a:accent6>
        <a:srgbClr val="D0B296"/>
      </a:accent6>
      <a:hlink>
        <a:srgbClr val="DF213B"/>
      </a:hlink>
      <a:folHlink>
        <a:srgbClr val="954F72"/>
      </a:folHlink>
    </a:clrScheme>
    <a:fontScheme name="mmhun25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/>
  <Words>412</Words>
  <Application>Microsoft Office PowerPoint</Application>
  <PresentationFormat>宽屏</PresentationFormat>
  <Paragraphs>66</Paragraphs>
  <Slides>11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微软雅黑</vt:lpstr>
      <vt:lpstr>Arial</vt:lpstr>
      <vt:lpstr>Times New Roman</vt:lpstr>
      <vt:lpstr>Wingdings</vt:lpstr>
      <vt:lpstr>Office Theme</vt:lpstr>
      <vt:lpstr>PowerPoint 演示文稿</vt:lpstr>
      <vt:lpstr>PowerPoint 演示文稿</vt:lpstr>
      <vt:lpstr>PowerPoint 演示文稿</vt:lpstr>
      <vt:lpstr>个人基本情况</vt:lpstr>
      <vt:lpstr>荣誉及奖励</vt:lpstr>
      <vt:lpstr>PowerPoint 演示文稿</vt:lpstr>
      <vt:lpstr>科研论文—CPCI国际会议论文</vt:lpstr>
      <vt:lpstr>科研竞赛情况</vt:lpstr>
      <vt:lpstr>PowerPoint 演示文稿</vt:lpstr>
      <vt:lpstr>实践活动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>
  <dc:title>PowerPoint 演示文稿</dc:title>
  <cp:revision>111</cp:revision>
</cp:coreProperties>
</file>

<file path=docProps/custom.xml><?xml version="1.0" encoding="utf-8"?>
<Properties xmlns="http://schemas.openxmlformats.org/officeDocument/2006/custom-properties"/>
</file>