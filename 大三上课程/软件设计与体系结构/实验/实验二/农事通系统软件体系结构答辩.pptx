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5" r:id="rId3"/>
    <p:sldMasterId id="2147483668" r:id="rId4"/>
  </p:sldMasterIdLst>
  <p:notesMasterIdLst>
    <p:notesMasterId r:id="rId6"/>
  </p:notesMasterIdLst>
  <p:sldIdLst>
    <p:sldId id="672" r:id="rId5"/>
    <p:sldId id="696" r:id="rId7"/>
    <p:sldId id="699" r:id="rId8"/>
    <p:sldId id="697" r:id="rId9"/>
    <p:sldId id="676" r:id="rId10"/>
    <p:sldId id="560" r:id="rId11"/>
    <p:sldId id="790" r:id="rId12"/>
    <p:sldId id="789" r:id="rId13"/>
    <p:sldId id="791" r:id="rId14"/>
    <p:sldId id="792" r:id="rId15"/>
    <p:sldId id="793" r:id="rId16"/>
    <p:sldId id="821" r:id="rId17"/>
    <p:sldId id="651" r:id="rId18"/>
    <p:sldId id="797" r:id="rId19"/>
    <p:sldId id="799" r:id="rId20"/>
    <p:sldId id="700" r:id="rId21"/>
    <p:sldId id="802" r:id="rId22"/>
    <p:sldId id="801" r:id="rId23"/>
    <p:sldId id="803" r:id="rId24"/>
    <p:sldId id="809" r:id="rId25"/>
    <p:sldId id="653" r:id="rId26"/>
    <p:sldId id="804" r:id="rId27"/>
    <p:sldId id="805" r:id="rId28"/>
    <p:sldId id="807" r:id="rId29"/>
    <p:sldId id="806" r:id="rId30"/>
    <p:sldId id="818" r:id="rId31"/>
    <p:sldId id="808" r:id="rId32"/>
    <p:sldId id="698" r:id="rId33"/>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43CF2C3-3950-4E40-A02F-66DCCF188A6B}">
          <p14:sldIdLst>
            <p14:sldId id="672"/>
            <p14:sldId id="696"/>
            <p14:sldId id="699"/>
            <p14:sldId id="697"/>
            <p14:sldId id="676"/>
            <p14:sldId id="560"/>
            <p14:sldId id="790"/>
            <p14:sldId id="789"/>
            <p14:sldId id="791"/>
            <p14:sldId id="792"/>
            <p14:sldId id="793"/>
            <p14:sldId id="821"/>
            <p14:sldId id="651"/>
            <p14:sldId id="797"/>
            <p14:sldId id="799"/>
            <p14:sldId id="700"/>
            <p14:sldId id="802"/>
            <p14:sldId id="801"/>
            <p14:sldId id="803"/>
            <p14:sldId id="809"/>
            <p14:sldId id="653"/>
            <p14:sldId id="804"/>
            <p14:sldId id="805"/>
            <p14:sldId id="807"/>
            <p14:sldId id="806"/>
            <p14:sldId id="818"/>
            <p14:sldId id="808"/>
            <p14:sldId id="698"/>
          </p14:sldIdLst>
        </p14:section>
        <p14:section name="附录-素材" id="{3050140B-5B37-47BE-8423-F6A0577ED44C}">
          <p14:sldIdLst/>
        </p14:section>
        <p14:section name="使用规范" id="{47918508-6F2A-4DC8-ACB3-0B9712E4E20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666666"/>
    <a:srgbClr val="FDFCFB"/>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79874" autoAdjust="0"/>
  </p:normalViewPr>
  <p:slideViewPr>
    <p:cSldViewPr snapToGrid="0">
      <p:cViewPr varScale="1">
        <p:scale>
          <a:sx n="95" d="100"/>
          <a:sy n="95" d="100"/>
        </p:scale>
        <p:origin x="67" y="178"/>
      </p:cViewPr>
      <p:guideLst/>
    </p:cSldViewPr>
  </p:slideViewPr>
  <p:notesTextViewPr>
    <p:cViewPr>
      <p:scale>
        <a:sx n="1" d="1"/>
        <a:sy n="1" d="1"/>
      </p:scale>
      <p:origin x="0" y="0"/>
    </p:cViewPr>
  </p:notesTextViewPr>
  <p:sorterViewPr>
    <p:cViewPr>
      <p:scale>
        <a:sx n="125" d="100"/>
        <a:sy n="125" d="100"/>
      </p:scale>
      <p:origin x="0" y="-3985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7" Type="http://schemas.openxmlformats.org/officeDocument/2006/relationships/tags" Target="tags/tag2.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F51752-2BA6-4267-BD9C-0255A6E7A7A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D02A4A-2F78-42A2-8BB5-4E355942CA2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AD02A4A-2F78-42A2-8BB5-4E355942CA2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分为</a:t>
            </a:r>
            <a:r>
              <a:rPr lang="zh-CN" altLang="en-US">
                <a:cs typeface="Arial" panose="020B0604020202020204" pitchFamily="34" charset="0"/>
              </a:rPr>
              <a:t>普通用户和管理员。用户管理模块、信息查询模块、数据分析模块和管理系统模块。用户管理模块包含注册登录和管理员登陆两个需求。信息查询模块包含市场动态、数据可视化展示和价格查询三个需求。数据分析模块包含数据分析和价格预测两个需求。管理系统模块包含数据管理、用户账号管理、数据管理、报告管理、预测管理和市场动态信息管理多个需求。</a:t>
            </a:r>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AD02A4A-2F78-42A2-8BB5-4E355942CA2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AD02A4A-2F78-42A2-8BB5-4E355942CA2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由于</a:t>
            </a:r>
            <a:r>
              <a:rPr lang="zh-CN" altLang="en-US">
                <a:cs typeface="Arial" panose="020B0604020202020204" pitchFamily="34" charset="0"/>
              </a:rPr>
              <a:t>这里仅是用于简单使用，因此实际只使用前六个步骤</a:t>
            </a:r>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仅列出重要部分</a:t>
            </a:r>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5" Type="http://schemas.openxmlformats.org/officeDocument/2006/relationships/image" Target="../media/image2.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11" name="图片 10" descr="图片包含 树, 户外, 建筑物, 道路&#10;&#10;自动生成的说明"/>
          <p:cNvPicPr>
            <a:picLocks noChangeAspect="1"/>
          </p:cNvPicPr>
          <p:nvPr userDrawn="1"/>
        </p:nvPicPr>
        <p:blipFill rotWithShape="1">
          <a:blip r:embed="rId2">
            <a:alphaModFix amt="15000"/>
            <a:extLst>
              <a:ext uri="{28A0092B-C50C-407E-A947-70E740481C1C}">
                <a14:useLocalDpi xmlns:a14="http://schemas.microsoft.com/office/drawing/2010/main" val="0"/>
              </a:ext>
            </a:extLst>
          </a:blip>
          <a:srcRect t="7878" r="35125" b="7878"/>
          <a:stretch>
            <a:fillRect/>
          </a:stretch>
        </p:blipFill>
        <p:spPr>
          <a:xfrm>
            <a:off x="4282440" y="0"/>
            <a:ext cx="7909560" cy="6858000"/>
          </a:xfrm>
          <a:prstGeom prst="rect">
            <a:avLst/>
          </a:prstGeom>
        </p:spPr>
      </p:pic>
      <p:sp>
        <p:nvSpPr>
          <p:cNvPr id="12" name="矩形 11"/>
          <p:cNvSpPr/>
          <p:nvPr userDrawn="1"/>
        </p:nvSpPr>
        <p:spPr>
          <a:xfrm>
            <a:off x="0" y="0"/>
            <a:ext cx="12192000" cy="6858000"/>
          </a:xfrm>
          <a:prstGeom prst="rect">
            <a:avLst/>
          </a:prstGeom>
          <a:gradFill flip="none" rotWithShape="1">
            <a:gsLst>
              <a:gs pos="32000">
                <a:schemeClr val="bg1"/>
              </a:gs>
              <a:gs pos="100000">
                <a:schemeClr val="bg1">
                  <a:alpha val="0"/>
                </a:schemeClr>
              </a:gs>
            </a:gsLst>
            <a:lin ang="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4" name="组合 13"/>
          <p:cNvGrpSpPr/>
          <p:nvPr userDrawn="1"/>
        </p:nvGrpSpPr>
        <p:grpSpPr>
          <a:xfrm>
            <a:off x="10402823" y="853956"/>
            <a:ext cx="1875342" cy="6834393"/>
            <a:chOff x="10402823" y="853956"/>
            <a:chExt cx="1875342" cy="6834393"/>
          </a:xfrm>
        </p:grpSpPr>
        <p:sp>
          <p:nvSpPr>
            <p:cNvPr id="15" name="任意多边形: 形状 14"/>
            <p:cNvSpPr/>
            <p:nvPr userDrawn="1"/>
          </p:nvSpPr>
          <p:spPr>
            <a:xfrm rot="17975649">
              <a:off x="7764318" y="3492461"/>
              <a:ext cx="6834393" cy="1557383"/>
            </a:xfrm>
            <a:custGeom>
              <a:avLst/>
              <a:gdLst>
                <a:gd name="connsiteX0" fmla="*/ 4887162 w 6834393"/>
                <a:gd name="connsiteY0" fmla="*/ 1105918 h 1557383"/>
                <a:gd name="connsiteX1" fmla="*/ 4092251 w 6834393"/>
                <a:gd name="connsiteY1" fmla="*/ 1557383 h 1557383"/>
                <a:gd name="connsiteX2" fmla="*/ 884506 w 6834393"/>
                <a:gd name="connsiteY2" fmla="*/ 1557383 h 1557383"/>
                <a:gd name="connsiteX3" fmla="*/ 628100 w 6834393"/>
                <a:gd name="connsiteY3" fmla="*/ 1105918 h 1557383"/>
                <a:gd name="connsiteX4" fmla="*/ 6834393 w 6834393"/>
                <a:gd name="connsiteY4" fmla="*/ 0 h 1557383"/>
                <a:gd name="connsiteX5" fmla="*/ 6039483 w 6834393"/>
                <a:gd name="connsiteY5" fmla="*/ 451465 h 1557383"/>
                <a:gd name="connsiteX6" fmla="*/ 256407 w 6834393"/>
                <a:gd name="connsiteY6" fmla="*/ 451465 h 1557383"/>
                <a:gd name="connsiteX7" fmla="*/ 0 w 6834393"/>
                <a:gd name="connsiteY7" fmla="*/ 0 h 1557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34393" h="1557383">
                  <a:moveTo>
                    <a:pt x="4887162" y="1105918"/>
                  </a:moveTo>
                  <a:lnTo>
                    <a:pt x="4092251" y="1557383"/>
                  </a:lnTo>
                  <a:lnTo>
                    <a:pt x="884506" y="1557383"/>
                  </a:lnTo>
                  <a:lnTo>
                    <a:pt x="628100" y="1105918"/>
                  </a:lnTo>
                  <a:close/>
                  <a:moveTo>
                    <a:pt x="6834393" y="0"/>
                  </a:moveTo>
                  <a:lnTo>
                    <a:pt x="6039483" y="451465"/>
                  </a:lnTo>
                  <a:lnTo>
                    <a:pt x="256407" y="451465"/>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16" name="任意多边形: 形状 15"/>
            <p:cNvSpPr/>
            <p:nvPr userDrawn="1"/>
          </p:nvSpPr>
          <p:spPr>
            <a:xfrm rot="17975649">
              <a:off x="8726108" y="4052302"/>
              <a:ext cx="5546729" cy="1557384"/>
            </a:xfrm>
            <a:custGeom>
              <a:avLst/>
              <a:gdLst>
                <a:gd name="connsiteX0" fmla="*/ 3599499 w 5546729"/>
                <a:gd name="connsiteY0" fmla="*/ 1105919 h 1557384"/>
                <a:gd name="connsiteX1" fmla="*/ 2804588 w 5546729"/>
                <a:gd name="connsiteY1" fmla="*/ 1557384 h 1557384"/>
                <a:gd name="connsiteX2" fmla="*/ 884507 w 5546729"/>
                <a:gd name="connsiteY2" fmla="*/ 1557383 h 1557384"/>
                <a:gd name="connsiteX3" fmla="*/ 628100 w 5546729"/>
                <a:gd name="connsiteY3" fmla="*/ 1105919 h 1557384"/>
                <a:gd name="connsiteX4" fmla="*/ 5546729 w 5546729"/>
                <a:gd name="connsiteY4" fmla="*/ 1 h 1557384"/>
                <a:gd name="connsiteX5" fmla="*/ 4751818 w 5546729"/>
                <a:gd name="connsiteY5" fmla="*/ 451466 h 1557384"/>
                <a:gd name="connsiteX6" fmla="*/ 256407 w 5546729"/>
                <a:gd name="connsiteY6" fmla="*/ 451465 h 1557384"/>
                <a:gd name="connsiteX7" fmla="*/ 0 w 5546729"/>
                <a:gd name="connsiteY7" fmla="*/ 0 h 1557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46729" h="1557384">
                  <a:moveTo>
                    <a:pt x="3599499" y="1105919"/>
                  </a:moveTo>
                  <a:lnTo>
                    <a:pt x="2804588" y="1557384"/>
                  </a:lnTo>
                  <a:lnTo>
                    <a:pt x="884507" y="1557383"/>
                  </a:lnTo>
                  <a:lnTo>
                    <a:pt x="628100" y="1105919"/>
                  </a:lnTo>
                  <a:close/>
                  <a:moveTo>
                    <a:pt x="5546729" y="1"/>
                  </a:moveTo>
                  <a:lnTo>
                    <a:pt x="4751818" y="451466"/>
                  </a:lnTo>
                  <a:lnTo>
                    <a:pt x="256407" y="45146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pic>
        <p:nvPicPr>
          <p:cNvPr id="17" name="图片 16" descr="图片包含 树, 户外, 建筑物, 道路&#10;&#10;自动生成的说明"/>
          <p:cNvPicPr>
            <a:picLocks noChangeAspect="1"/>
          </p:cNvPicPr>
          <p:nvPr userDrawn="1"/>
        </p:nvPicPr>
        <p:blipFill rotWithShape="1">
          <a:blip r:embed="rId2">
            <a:extLst>
              <a:ext uri="{28A0092B-C50C-407E-A947-70E740481C1C}">
                <a14:useLocalDpi xmlns:a14="http://schemas.microsoft.com/office/drawing/2010/main" val="0"/>
              </a:ext>
            </a:extLst>
          </a:blip>
          <a:srcRect l="7353" t="7878" r="35125" b="7878"/>
          <a:stretch>
            <a:fillRect/>
          </a:stretch>
        </p:blipFill>
        <p:spPr>
          <a:xfrm>
            <a:off x="5178924" y="0"/>
            <a:ext cx="7013076" cy="6858000"/>
          </a:xfrm>
          <a:custGeom>
            <a:avLst/>
            <a:gdLst>
              <a:gd name="connsiteX0" fmla="*/ 3877363 w 7013076"/>
              <a:gd name="connsiteY0" fmla="*/ 0 h 6858000"/>
              <a:gd name="connsiteX1" fmla="*/ 7013076 w 7013076"/>
              <a:gd name="connsiteY1" fmla="*/ 0 h 6858000"/>
              <a:gd name="connsiteX2" fmla="*/ 7013076 w 7013076"/>
              <a:gd name="connsiteY2" fmla="*/ 692654 h 6858000"/>
              <a:gd name="connsiteX3" fmla="*/ 3527325 w 7013076"/>
              <a:gd name="connsiteY3" fmla="*/ 6858000 h 6858000"/>
              <a:gd name="connsiteX4" fmla="*/ 0 w 701307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13076" h="6858000">
                <a:moveTo>
                  <a:pt x="3877363" y="0"/>
                </a:moveTo>
                <a:lnTo>
                  <a:pt x="7013076" y="0"/>
                </a:lnTo>
                <a:lnTo>
                  <a:pt x="7013076" y="692654"/>
                </a:lnTo>
                <a:lnTo>
                  <a:pt x="3527325" y="6858000"/>
                </a:lnTo>
                <a:lnTo>
                  <a:pt x="0" y="6858000"/>
                </a:lnTo>
                <a:close/>
              </a:path>
            </a:pathLst>
          </a:custGeom>
        </p:spPr>
      </p:pic>
      <p:cxnSp>
        <p:nvCxnSpPr>
          <p:cNvPr id="22" name="直接连接符 21"/>
          <p:cNvCxnSpPr/>
          <p:nvPr userDrawn="1"/>
        </p:nvCxnSpPr>
        <p:spPr>
          <a:xfrm>
            <a:off x="667503" y="4839800"/>
            <a:ext cx="493268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0400" y="312015"/>
            <a:ext cx="1375700" cy="437285"/>
          </a:xfrm>
          <a:prstGeom prst="rect">
            <a:avLst/>
          </a:prstGeom>
        </p:spPr>
      </p:pic>
      <p:sp>
        <p:nvSpPr>
          <p:cNvPr id="26" name="文本占位符 25"/>
          <p:cNvSpPr>
            <a:spLocks noGrp="1"/>
          </p:cNvSpPr>
          <p:nvPr>
            <p:ph type="body" sz="quarter" idx="10" hasCustomPrompt="1"/>
          </p:nvPr>
        </p:nvSpPr>
        <p:spPr>
          <a:xfrm>
            <a:off x="667503" y="2749690"/>
            <a:ext cx="5798382" cy="878840"/>
          </a:xfrm>
          <a:prstGeom prst="rect">
            <a:avLst/>
          </a:prstGeom>
        </p:spPr>
        <p:txBody>
          <a:bodyPr lIns="0">
            <a:noAutofit/>
          </a:bodyPr>
          <a:lstStyle>
            <a:lvl1pPr marL="0" indent="0">
              <a:lnSpc>
                <a:spcPct val="100000"/>
              </a:lnSpc>
              <a:buNone/>
              <a:defRPr sz="5400" b="1" spc="100" baseline="0">
                <a:solidFill>
                  <a:schemeClr val="accent1"/>
                </a:solidFill>
                <a:latin typeface="+mj-ea"/>
                <a:ea typeface="+mj-ea"/>
              </a:defRPr>
            </a:lvl1pPr>
          </a:lstStyle>
          <a:p>
            <a:pPr lvl="0"/>
            <a:r>
              <a:rPr lang="zh-CN" altLang="en-US" dirty="0"/>
              <a:t>请输入你的大标题</a:t>
            </a:r>
            <a:endParaRPr lang="en-US" altLang="zh-CN" dirty="0"/>
          </a:p>
        </p:txBody>
      </p:sp>
      <p:sp>
        <p:nvSpPr>
          <p:cNvPr id="27" name="文本占位符 25"/>
          <p:cNvSpPr>
            <a:spLocks noGrp="1"/>
          </p:cNvSpPr>
          <p:nvPr>
            <p:ph type="body" sz="quarter" idx="11" hasCustomPrompt="1"/>
          </p:nvPr>
        </p:nvSpPr>
        <p:spPr>
          <a:xfrm>
            <a:off x="667503" y="1869834"/>
            <a:ext cx="5798382" cy="878840"/>
          </a:xfrm>
          <a:prstGeom prst="rect">
            <a:avLst/>
          </a:prstGeom>
        </p:spPr>
        <p:txBody>
          <a:bodyPr lIns="0">
            <a:noAutofit/>
          </a:bodyPr>
          <a:lstStyle>
            <a:lvl1pPr marL="0" indent="0">
              <a:lnSpc>
                <a:spcPct val="100000"/>
              </a:lnSpc>
              <a:buNone/>
              <a:defRPr sz="5400" b="0" spc="100" baseline="0">
                <a:latin typeface="+mj-ea"/>
                <a:ea typeface="+mj-ea"/>
              </a:defRPr>
            </a:lvl1pPr>
          </a:lstStyle>
          <a:p>
            <a:pPr lvl="0"/>
            <a:r>
              <a:rPr lang="zh-CN" altLang="en-US" dirty="0"/>
              <a:t>请输入答辩类型</a:t>
            </a:r>
            <a:endParaRPr lang="en-US" altLang="zh-CN" dirty="0"/>
          </a:p>
        </p:txBody>
      </p:sp>
      <p:sp>
        <p:nvSpPr>
          <p:cNvPr id="29" name="文本占位符 28"/>
          <p:cNvSpPr>
            <a:spLocks noGrp="1"/>
          </p:cNvSpPr>
          <p:nvPr>
            <p:ph type="body" sz="quarter" idx="12" hasCustomPrompt="1"/>
          </p:nvPr>
        </p:nvSpPr>
        <p:spPr>
          <a:xfrm>
            <a:off x="667503" y="3641672"/>
            <a:ext cx="5798382" cy="286232"/>
          </a:xfrm>
          <a:prstGeom prst="rect">
            <a:avLst/>
          </a:prstGeom>
        </p:spPr>
        <p:txBody>
          <a:bodyPr lIns="0">
            <a:spAutoFit/>
          </a:bodyPr>
          <a:lstStyle>
            <a:lvl1pPr marL="0" indent="0">
              <a:lnSpc>
                <a:spcPct val="100000"/>
              </a:lnSpc>
              <a:buNone/>
              <a:defRPr sz="1200" spc="550" baseline="0">
                <a:solidFill>
                  <a:schemeClr val="bg1">
                    <a:lumMod val="75000"/>
                  </a:schemeClr>
                </a:solidFill>
                <a:latin typeface="+mj-lt"/>
              </a:defRPr>
            </a:lvl1pPr>
          </a:lstStyle>
          <a:p>
            <a:pPr lvl="0"/>
            <a:r>
              <a:rPr lang="en-US" altLang="zh-CN" dirty="0"/>
              <a:t>Supporting Your Text Here</a:t>
            </a:r>
            <a:endParaRPr lang="en-US" altLang="zh-CN" dirty="0"/>
          </a:p>
        </p:txBody>
      </p:sp>
      <p:sp>
        <p:nvSpPr>
          <p:cNvPr id="5" name="日期占位符 4"/>
          <p:cNvSpPr>
            <a:spLocks noGrp="1"/>
          </p:cNvSpPr>
          <p:nvPr>
            <p:ph type="dt" sz="half" idx="16"/>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a:alphaModFix amt="10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18" name="任意多边形: 形状 17"/>
          <p:cNvSpPr/>
          <p:nvPr userDrawn="1"/>
        </p:nvSpPr>
        <p:spPr>
          <a:xfrm>
            <a:off x="0" y="0"/>
            <a:ext cx="5953266" cy="6858000"/>
          </a:xfrm>
          <a:custGeom>
            <a:avLst/>
            <a:gdLst>
              <a:gd name="connsiteX0" fmla="*/ 0 w 5953266"/>
              <a:gd name="connsiteY0" fmla="*/ 0 h 6858000"/>
              <a:gd name="connsiteX1" fmla="*/ 4026732 w 5953266"/>
              <a:gd name="connsiteY1" fmla="*/ 0 h 6858000"/>
              <a:gd name="connsiteX2" fmla="*/ 4359910 w 5953266"/>
              <a:gd name="connsiteY2" fmla="*/ 252902 h 6858000"/>
              <a:gd name="connsiteX3" fmla="*/ 5953266 w 5953266"/>
              <a:gd name="connsiteY3" fmla="*/ 3682471 h 6858000"/>
              <a:gd name="connsiteX4" fmla="*/ 4670843 w 5953266"/>
              <a:gd name="connsiteY4" fmla="*/ 6825186 h 6858000"/>
              <a:gd name="connsiteX5" fmla="*/ 4635274 w 5953266"/>
              <a:gd name="connsiteY5" fmla="*/ 6858000 h 6858000"/>
              <a:gd name="connsiteX6" fmla="*/ 0 w 5953266"/>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53266" h="6858000">
                <a:moveTo>
                  <a:pt x="0" y="0"/>
                </a:moveTo>
                <a:lnTo>
                  <a:pt x="4026732" y="0"/>
                </a:lnTo>
                <a:lnTo>
                  <a:pt x="4359910" y="252902"/>
                </a:lnTo>
                <a:cubicBezTo>
                  <a:pt x="5333013" y="1068083"/>
                  <a:pt x="5953266" y="2301751"/>
                  <a:pt x="5953266" y="3682471"/>
                </a:cubicBezTo>
                <a:cubicBezTo>
                  <a:pt x="5953266" y="4909778"/>
                  <a:pt x="5463189" y="6020895"/>
                  <a:pt x="4670843" y="6825186"/>
                </a:cubicBezTo>
                <a:lnTo>
                  <a:pt x="4635274" y="6858000"/>
                </a:lnTo>
                <a:lnTo>
                  <a:pt x="0" y="6858000"/>
                </a:lnTo>
                <a:close/>
              </a:path>
            </a:pathLst>
          </a:custGeom>
          <a:solidFill>
            <a:schemeClr val="bg1">
              <a:alpha val="90000"/>
            </a:schemeClr>
          </a:solidFill>
          <a:ln w="127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22" name="图片 121"/>
          <p:cNvPicPr>
            <a:picLocks noChangeAspect="1"/>
          </p:cNvPicPr>
          <p:nvPr userDrawn="1"/>
        </p:nvPicPr>
        <p:blipFill>
          <a:blip r:embed="rId3"/>
          <a:srcRect l="35649" t="16934" b="16934"/>
          <a:stretch>
            <a:fillRect/>
          </a:stretch>
        </p:blipFill>
        <p:spPr>
          <a:xfrm>
            <a:off x="2" y="0"/>
            <a:ext cx="6677201" cy="6858000"/>
          </a:xfrm>
          <a:custGeom>
            <a:avLst/>
            <a:gdLst>
              <a:gd name="connsiteX0" fmla="*/ 0 w 6677201"/>
              <a:gd name="connsiteY0" fmla="*/ 0 h 6858000"/>
              <a:gd name="connsiteX1" fmla="*/ 6677201 w 6677201"/>
              <a:gd name="connsiteY1" fmla="*/ 0 h 6858000"/>
              <a:gd name="connsiteX2" fmla="*/ 6677201 w 6677201"/>
              <a:gd name="connsiteY2" fmla="*/ 6858000 h 6858000"/>
              <a:gd name="connsiteX3" fmla="*/ 0 w 667720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77201" h="6858000">
                <a:moveTo>
                  <a:pt x="0" y="0"/>
                </a:moveTo>
                <a:lnTo>
                  <a:pt x="6677201" y="0"/>
                </a:lnTo>
                <a:lnTo>
                  <a:pt x="6677201" y="6858000"/>
                </a:lnTo>
                <a:lnTo>
                  <a:pt x="0" y="6858000"/>
                </a:lnTo>
                <a:close/>
              </a:path>
            </a:pathLst>
          </a:custGeom>
        </p:spPr>
      </p:pic>
      <p:pic>
        <p:nvPicPr>
          <p:cNvPr id="121" name="图片 120"/>
          <p:cNvPicPr/>
          <p:nvPr userDrawn="1"/>
        </p:nvPicPr>
        <p:blipFill>
          <a:blip r:embed="rId4" cstate="print">
            <a:alphaModFix amt="3000"/>
            <a:extLst>
              <a:ext uri="{28A0092B-C50C-407E-A947-70E740481C1C}">
                <a14:useLocalDpi xmlns:a14="http://schemas.microsoft.com/office/drawing/2010/main" val="0"/>
              </a:ext>
            </a:extLst>
          </a:blip>
          <a:srcRect l="33973" t="9127" b="14811"/>
          <a:stretch>
            <a:fillRect/>
          </a:stretch>
        </p:blipFill>
        <p:spPr>
          <a:xfrm>
            <a:off x="0" y="0"/>
            <a:ext cx="5953266" cy="6858000"/>
          </a:xfrm>
          <a:custGeom>
            <a:avLst/>
            <a:gdLst>
              <a:gd name="connsiteX0" fmla="*/ 0 w 5953266"/>
              <a:gd name="connsiteY0" fmla="*/ 0 h 6858000"/>
              <a:gd name="connsiteX1" fmla="*/ 5953266 w 5953266"/>
              <a:gd name="connsiteY1" fmla="*/ 0 h 6858000"/>
              <a:gd name="connsiteX2" fmla="*/ 5953266 w 5953266"/>
              <a:gd name="connsiteY2" fmla="*/ 6858000 h 6858000"/>
              <a:gd name="connsiteX3" fmla="*/ 0 w 595326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953266" h="6858000">
                <a:moveTo>
                  <a:pt x="0" y="0"/>
                </a:moveTo>
                <a:lnTo>
                  <a:pt x="5953266" y="0"/>
                </a:lnTo>
                <a:lnTo>
                  <a:pt x="5953266" y="6858000"/>
                </a:lnTo>
                <a:lnTo>
                  <a:pt x="0" y="6858000"/>
                </a:lnTo>
                <a:close/>
              </a:path>
            </a:pathLst>
          </a:custGeom>
        </p:spPr>
      </p:pic>
      <p:sp>
        <p:nvSpPr>
          <p:cNvPr id="9" name="矩形 8"/>
          <p:cNvSpPr/>
          <p:nvPr userDrawn="1"/>
        </p:nvSpPr>
        <p:spPr>
          <a:xfrm>
            <a:off x="2122934" y="3082752"/>
            <a:ext cx="2964273" cy="1107996"/>
          </a:xfrm>
          <a:prstGeom prst="rect">
            <a:avLst/>
          </a:prstGeom>
        </p:spPr>
        <p:txBody>
          <a:bodyPr wrap="none" lIns="0">
            <a:spAutoFit/>
          </a:bodyPr>
          <a:lstStyle/>
          <a:p>
            <a:pPr lvl="0" algn="ctr">
              <a:defRPr/>
            </a:pPr>
            <a:r>
              <a:rPr lang="en-US" altLang="zh-CN" sz="6600" dirty="0">
                <a:solidFill>
                  <a:schemeClr val="bg1">
                    <a:lumMod val="75000"/>
                  </a:schemeClr>
                </a:solidFill>
              </a:rPr>
              <a:t>content</a:t>
            </a:r>
            <a:endParaRPr lang="zh-CN" altLang="en-US" sz="6600" dirty="0">
              <a:solidFill>
                <a:schemeClr val="bg1">
                  <a:lumMod val="75000"/>
                </a:schemeClr>
              </a:solidFill>
            </a:endParaRPr>
          </a:p>
        </p:txBody>
      </p:sp>
      <p:sp>
        <p:nvSpPr>
          <p:cNvPr id="10" name="矩形 9"/>
          <p:cNvSpPr/>
          <p:nvPr userDrawn="1"/>
        </p:nvSpPr>
        <p:spPr>
          <a:xfrm>
            <a:off x="2214374" y="3872827"/>
            <a:ext cx="2325409" cy="25907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4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sp>
        <p:nvSpPr>
          <p:cNvPr id="11" name="文本框 10"/>
          <p:cNvSpPr txBox="1"/>
          <p:nvPr userDrawn="1"/>
        </p:nvSpPr>
        <p:spPr>
          <a:xfrm>
            <a:off x="2183589" y="2598003"/>
            <a:ext cx="1421481" cy="830997"/>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目录</a:t>
            </a:r>
            <a:endParaRPr kumimoji="0" lang="zh-CN" altLang="en-US" sz="48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p:txBody>
      </p:sp>
      <p:sp>
        <p:nvSpPr>
          <p:cNvPr id="124" name="日期占位符 123"/>
          <p:cNvSpPr>
            <a:spLocks noGrp="1"/>
          </p:cNvSpPr>
          <p:nvPr>
            <p:ph type="dt" sz="half" idx="10"/>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pic>
        <p:nvPicPr>
          <p:cNvPr id="12" name="图片 11"/>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60400" y="312015"/>
            <a:ext cx="1375700" cy="43728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21" name="图片 20"/>
          <p:cNvPicPr>
            <a:picLocks noChangeAspect="1"/>
          </p:cNvPicPr>
          <p:nvPr userDrawn="1"/>
        </p:nvPicPr>
        <p:blipFill rotWithShape="1">
          <a:blip r:embed="rId2">
            <a:alphaModFix amt="15000"/>
            <a:extLst>
              <a:ext uri="{28A0092B-C50C-407E-A947-70E740481C1C}">
                <a14:useLocalDpi xmlns:a14="http://schemas.microsoft.com/office/drawing/2010/main" val="0"/>
              </a:ext>
            </a:extLst>
          </a:blip>
          <a:srcRect t="7878" r="37004" b="7878"/>
          <a:stretch>
            <a:fillRect/>
          </a:stretch>
        </p:blipFill>
        <p:spPr>
          <a:xfrm>
            <a:off x="4511550" y="0"/>
            <a:ext cx="7680450" cy="6858000"/>
          </a:xfrm>
          <a:prstGeom prst="rect">
            <a:avLst/>
          </a:prstGeom>
        </p:spPr>
      </p:pic>
      <p:sp>
        <p:nvSpPr>
          <p:cNvPr id="22" name="矩形 21"/>
          <p:cNvSpPr/>
          <p:nvPr userDrawn="1"/>
        </p:nvSpPr>
        <p:spPr>
          <a:xfrm>
            <a:off x="0" y="0"/>
            <a:ext cx="12192000" cy="6858000"/>
          </a:xfrm>
          <a:prstGeom prst="rect">
            <a:avLst/>
          </a:prstGeom>
          <a:gradFill flip="none" rotWithShape="1">
            <a:gsLst>
              <a:gs pos="35000">
                <a:schemeClr val="bg1"/>
              </a:gs>
              <a:gs pos="100000">
                <a:schemeClr val="bg1">
                  <a:alpha val="0"/>
                </a:schemeClr>
              </a:gs>
            </a:gsLst>
            <a:lin ang="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图片 22"/>
          <p:cNvPicPr>
            <a:picLocks noChangeAspect="1"/>
          </p:cNvPicPr>
          <p:nvPr userDrawn="1"/>
        </p:nvPicPr>
        <p:blipFill rotWithShape="1">
          <a:blip r:embed="rId2">
            <a:extLst>
              <a:ext uri="{28A0092B-C50C-407E-A947-70E740481C1C}">
                <a14:useLocalDpi xmlns:a14="http://schemas.microsoft.com/office/drawing/2010/main" val="0"/>
              </a:ext>
            </a:extLst>
          </a:blip>
          <a:srcRect l="6898" t="7878" r="36982" b="7878"/>
          <a:stretch>
            <a:fillRect/>
          </a:stretch>
        </p:blipFill>
        <p:spPr>
          <a:xfrm>
            <a:off x="5349870" y="0"/>
            <a:ext cx="6842131" cy="6858000"/>
          </a:xfrm>
          <a:custGeom>
            <a:avLst/>
            <a:gdLst>
              <a:gd name="connsiteX0" fmla="*/ 3866540 w 6842131"/>
              <a:gd name="connsiteY0" fmla="*/ 0 h 6858000"/>
              <a:gd name="connsiteX1" fmla="*/ 6842131 w 6842131"/>
              <a:gd name="connsiteY1" fmla="*/ 0 h 6858000"/>
              <a:gd name="connsiteX2" fmla="*/ 6842131 w 6842131"/>
              <a:gd name="connsiteY2" fmla="*/ 2518051 h 6858000"/>
              <a:gd name="connsiteX3" fmla="*/ 4395268 w 6842131"/>
              <a:gd name="connsiteY3" fmla="*/ 6858000 h 6858000"/>
              <a:gd name="connsiteX4" fmla="*/ 0 w 6842131"/>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131" h="6858000">
                <a:moveTo>
                  <a:pt x="3866540" y="0"/>
                </a:moveTo>
                <a:lnTo>
                  <a:pt x="6842131" y="0"/>
                </a:lnTo>
                <a:lnTo>
                  <a:pt x="6842131" y="2518051"/>
                </a:lnTo>
                <a:lnTo>
                  <a:pt x="4395268" y="6858000"/>
                </a:lnTo>
                <a:lnTo>
                  <a:pt x="0" y="6858000"/>
                </a:lnTo>
                <a:close/>
              </a:path>
            </a:pathLst>
          </a:custGeom>
        </p:spPr>
      </p:pic>
      <p:grpSp>
        <p:nvGrpSpPr>
          <p:cNvPr id="31" name="组合 30"/>
          <p:cNvGrpSpPr/>
          <p:nvPr userDrawn="1"/>
        </p:nvGrpSpPr>
        <p:grpSpPr>
          <a:xfrm>
            <a:off x="5852864" y="578865"/>
            <a:ext cx="5910561" cy="8110350"/>
            <a:chOff x="5852864" y="578865"/>
            <a:chExt cx="5910561" cy="8110350"/>
          </a:xfrm>
        </p:grpSpPr>
        <p:sp>
          <p:nvSpPr>
            <p:cNvPr id="32" name="任意多边形: 形状 31"/>
            <p:cNvSpPr/>
            <p:nvPr/>
          </p:nvSpPr>
          <p:spPr>
            <a:xfrm rot="1764741">
              <a:off x="6434339" y="578865"/>
              <a:ext cx="5329086" cy="8110349"/>
            </a:xfrm>
            <a:custGeom>
              <a:avLst/>
              <a:gdLst>
                <a:gd name="connsiteX0" fmla="*/ 4907596 w 5329086"/>
                <a:gd name="connsiteY0" fmla="*/ 1735493 h 8110349"/>
                <a:gd name="connsiteX1" fmla="*/ 5329086 w 5329086"/>
                <a:gd name="connsiteY1" fmla="*/ 2483140 h 8110349"/>
                <a:gd name="connsiteX2" fmla="*/ 5329086 w 5329086"/>
                <a:gd name="connsiteY2" fmla="*/ 5106050 h 8110349"/>
                <a:gd name="connsiteX3" fmla="*/ 4907597 w 5329086"/>
                <a:gd name="connsiteY3" fmla="*/ 5343666 h 8110349"/>
                <a:gd name="connsiteX4" fmla="*/ 0 w 5329086"/>
                <a:gd name="connsiteY4" fmla="*/ 237617 h 8110349"/>
                <a:gd name="connsiteX5" fmla="*/ 421490 w 5329086"/>
                <a:gd name="connsiteY5" fmla="*/ 0 h 8110349"/>
                <a:gd name="connsiteX6" fmla="*/ 421489 w 5329086"/>
                <a:gd name="connsiteY6" fmla="*/ 7872732 h 8110349"/>
                <a:gd name="connsiteX7" fmla="*/ 0 w 5329086"/>
                <a:gd name="connsiteY7" fmla="*/ 8110349 h 8110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9086" h="8110349">
                  <a:moveTo>
                    <a:pt x="4907596" y="1735493"/>
                  </a:moveTo>
                  <a:lnTo>
                    <a:pt x="5329086" y="2483140"/>
                  </a:lnTo>
                  <a:lnTo>
                    <a:pt x="5329086" y="5106050"/>
                  </a:lnTo>
                  <a:lnTo>
                    <a:pt x="4907597" y="5343666"/>
                  </a:lnTo>
                  <a:close/>
                  <a:moveTo>
                    <a:pt x="0" y="237617"/>
                  </a:moveTo>
                  <a:lnTo>
                    <a:pt x="421490" y="0"/>
                  </a:lnTo>
                  <a:lnTo>
                    <a:pt x="421489" y="7872732"/>
                  </a:lnTo>
                  <a:lnTo>
                    <a:pt x="0" y="811034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3" name="任意多边形: 形状 32"/>
            <p:cNvSpPr/>
            <p:nvPr/>
          </p:nvSpPr>
          <p:spPr>
            <a:xfrm rot="1764741">
              <a:off x="5852864" y="578866"/>
              <a:ext cx="5329086" cy="8110349"/>
            </a:xfrm>
            <a:custGeom>
              <a:avLst/>
              <a:gdLst>
                <a:gd name="connsiteX0" fmla="*/ 4907597 w 5329086"/>
                <a:gd name="connsiteY0" fmla="*/ 551447 h 8110349"/>
                <a:gd name="connsiteX1" fmla="*/ 5329086 w 5329086"/>
                <a:gd name="connsiteY1" fmla="*/ 1299093 h 8110349"/>
                <a:gd name="connsiteX2" fmla="*/ 5329086 w 5329086"/>
                <a:gd name="connsiteY2" fmla="*/ 5106050 h 8110349"/>
                <a:gd name="connsiteX3" fmla="*/ 4907596 w 5329086"/>
                <a:gd name="connsiteY3" fmla="*/ 5343667 h 8110349"/>
                <a:gd name="connsiteX4" fmla="*/ 0 w 5329086"/>
                <a:gd name="connsiteY4" fmla="*/ 237617 h 8110349"/>
                <a:gd name="connsiteX5" fmla="*/ 421489 w 5329086"/>
                <a:gd name="connsiteY5" fmla="*/ 0 h 8110349"/>
                <a:gd name="connsiteX6" fmla="*/ 421489 w 5329086"/>
                <a:gd name="connsiteY6" fmla="*/ 7872732 h 8110349"/>
                <a:gd name="connsiteX7" fmla="*/ 0 w 5329086"/>
                <a:gd name="connsiteY7" fmla="*/ 8110349 h 8110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9086" h="8110349">
                  <a:moveTo>
                    <a:pt x="4907597" y="551447"/>
                  </a:moveTo>
                  <a:lnTo>
                    <a:pt x="5329086" y="1299093"/>
                  </a:lnTo>
                  <a:lnTo>
                    <a:pt x="5329086" y="5106050"/>
                  </a:lnTo>
                  <a:lnTo>
                    <a:pt x="4907596" y="5343667"/>
                  </a:lnTo>
                  <a:close/>
                  <a:moveTo>
                    <a:pt x="0" y="237617"/>
                  </a:moveTo>
                  <a:lnTo>
                    <a:pt x="421489" y="0"/>
                  </a:lnTo>
                  <a:lnTo>
                    <a:pt x="421489" y="7872732"/>
                  </a:lnTo>
                  <a:lnTo>
                    <a:pt x="0" y="811034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grpSp>
      <p:sp>
        <p:nvSpPr>
          <p:cNvPr id="45" name="文本占位符 44"/>
          <p:cNvSpPr>
            <a:spLocks noGrp="1"/>
          </p:cNvSpPr>
          <p:nvPr>
            <p:ph type="body" sz="quarter" idx="10" hasCustomPrompt="1"/>
          </p:nvPr>
        </p:nvSpPr>
        <p:spPr>
          <a:xfrm>
            <a:off x="-1" y="4189677"/>
            <a:ext cx="5368944" cy="725488"/>
          </a:xfrm>
          <a:prstGeom prst="rect">
            <a:avLst/>
          </a:prstGeom>
        </p:spPr>
        <p:txBody>
          <a:bodyPr lIns="0" rIns="90000">
            <a:noAutofit/>
          </a:bodyPr>
          <a:lstStyle>
            <a:lvl1pPr marL="0" indent="0" algn="ctr">
              <a:lnSpc>
                <a:spcPct val="100000"/>
              </a:lnSpc>
              <a:buNone/>
              <a:defRPr sz="4400" b="1" spc="100" baseline="0">
                <a:solidFill>
                  <a:schemeClr val="accent1"/>
                </a:solidFill>
                <a:latin typeface="+mj-ea"/>
                <a:ea typeface="+mj-ea"/>
              </a:defRPr>
            </a:lvl1pPr>
          </a:lstStyle>
          <a:p>
            <a:pPr lvl="0"/>
            <a:r>
              <a:rPr lang="zh-CN" altLang="en-US" dirty="0"/>
              <a:t>请输入你的节标题</a:t>
            </a:r>
            <a:endParaRPr lang="zh-CN" altLang="en-US" dirty="0"/>
          </a:p>
        </p:txBody>
      </p:sp>
      <p:sp>
        <p:nvSpPr>
          <p:cNvPr id="47" name="文本占位符 46"/>
          <p:cNvSpPr>
            <a:spLocks noGrp="1"/>
          </p:cNvSpPr>
          <p:nvPr>
            <p:ph type="body" sz="quarter" idx="11" hasCustomPrompt="1"/>
          </p:nvPr>
        </p:nvSpPr>
        <p:spPr>
          <a:xfrm>
            <a:off x="-1" y="4857350"/>
            <a:ext cx="5368944" cy="424732"/>
          </a:xfrm>
          <a:prstGeom prst="rect">
            <a:avLst/>
          </a:prstGeom>
        </p:spPr>
        <p:txBody>
          <a:bodyPr lIns="90000" anchor="ctr" anchorCtr="0">
            <a:noAutofit/>
          </a:bodyPr>
          <a:lstStyle>
            <a:lvl1pPr marL="0" indent="0" algn="ctr">
              <a:lnSpc>
                <a:spcPct val="100000"/>
              </a:lnSpc>
              <a:buNone/>
              <a:defRPr sz="1200" spc="500" baseline="0">
                <a:solidFill>
                  <a:schemeClr val="bg1">
                    <a:lumMod val="75000"/>
                  </a:schemeClr>
                </a:solidFill>
                <a:latin typeface="+mn-lt"/>
              </a:defRPr>
            </a:lvl1pPr>
          </a:lstStyle>
          <a:p>
            <a:pPr lvl="0"/>
            <a:r>
              <a:rPr lang="en-US" altLang="zh-CN" dirty="0"/>
              <a:t>Supporting Your Text Here</a:t>
            </a:r>
            <a:endParaRPr lang="zh-CN" altLang="en-US" dirty="0"/>
          </a:p>
        </p:txBody>
      </p:sp>
      <p:sp>
        <p:nvSpPr>
          <p:cNvPr id="4" name="日期占位符 3"/>
          <p:cNvSpPr>
            <a:spLocks noGrp="1"/>
          </p:cNvSpPr>
          <p:nvPr>
            <p:ph type="dt" sz="half" idx="12"/>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pic>
        <p:nvPicPr>
          <p:cNvPr id="12" name="图片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0400" y="312015"/>
            <a:ext cx="1375700" cy="43728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我介绍-1">
    <p:spTree>
      <p:nvGrpSpPr>
        <p:cNvPr id="1" name=""/>
        <p:cNvGrpSpPr/>
        <p:nvPr/>
      </p:nvGrpSpPr>
      <p:grpSpPr>
        <a:xfrm>
          <a:off x="0" y="0"/>
          <a:ext cx="0" cy="0"/>
          <a:chOff x="0" y="0"/>
          <a:chExt cx="0" cy="0"/>
        </a:xfrm>
      </p:grpSpPr>
      <p:pic>
        <p:nvPicPr>
          <p:cNvPr id="19" name="图片 18"/>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30" name="图片占位符 29"/>
          <p:cNvSpPr>
            <a:spLocks noGrp="1"/>
          </p:cNvSpPr>
          <p:nvPr>
            <p:ph type="pic" sz="quarter" idx="12"/>
          </p:nvPr>
        </p:nvSpPr>
        <p:spPr>
          <a:xfrm>
            <a:off x="2571074" y="1465802"/>
            <a:ext cx="3524926" cy="4336612"/>
          </a:xfrm>
          <a:custGeom>
            <a:avLst/>
            <a:gdLst>
              <a:gd name="connsiteX0" fmla="*/ 0 w 3524926"/>
              <a:gd name="connsiteY0" fmla="*/ 0 h 4326855"/>
              <a:gd name="connsiteX1" fmla="*/ 3524926 w 3524926"/>
              <a:gd name="connsiteY1" fmla="*/ 0 h 4326855"/>
              <a:gd name="connsiteX2" fmla="*/ 3524926 w 3524926"/>
              <a:gd name="connsiteY2" fmla="*/ 4326855 h 4326855"/>
              <a:gd name="connsiteX3" fmla="*/ 0 w 3524926"/>
              <a:gd name="connsiteY3" fmla="*/ 4326855 h 4326855"/>
            </a:gdLst>
            <a:ahLst/>
            <a:cxnLst>
              <a:cxn ang="0">
                <a:pos x="connsiteX0" y="connsiteY0"/>
              </a:cxn>
              <a:cxn ang="0">
                <a:pos x="connsiteX1" y="connsiteY1"/>
              </a:cxn>
              <a:cxn ang="0">
                <a:pos x="connsiteX2" y="connsiteY2"/>
              </a:cxn>
              <a:cxn ang="0">
                <a:pos x="connsiteX3" y="connsiteY3"/>
              </a:cxn>
            </a:cxnLst>
            <a:rect l="l" t="t" r="r" b="b"/>
            <a:pathLst>
              <a:path w="3524926" h="4326855">
                <a:moveTo>
                  <a:pt x="0" y="0"/>
                </a:moveTo>
                <a:lnTo>
                  <a:pt x="3524926" y="0"/>
                </a:lnTo>
                <a:lnTo>
                  <a:pt x="3524926" y="4326855"/>
                </a:lnTo>
                <a:lnTo>
                  <a:pt x="0" y="4326855"/>
                </a:lnTo>
                <a:close/>
              </a:path>
            </a:pathLst>
          </a:custGeom>
        </p:spPr>
        <p:txBody>
          <a:bodyPr wrap="square">
            <a:noAutofit/>
          </a:bodyPr>
          <a:lstStyle/>
          <a:p>
            <a:endParaRPr lang="zh-CN" altLang="en-US" dirty="0"/>
          </a:p>
        </p:txBody>
      </p:sp>
      <p:cxnSp>
        <p:nvCxnSpPr>
          <p:cNvPr id="21" name="直接连接符 20"/>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grpSp>
        <p:nvGrpSpPr>
          <p:cNvPr id="25" name="组合 24"/>
          <p:cNvGrpSpPr/>
          <p:nvPr userDrawn="1"/>
        </p:nvGrpSpPr>
        <p:grpSpPr>
          <a:xfrm>
            <a:off x="660400" y="344681"/>
            <a:ext cx="384771" cy="384771"/>
            <a:chOff x="669869" y="597306"/>
            <a:chExt cx="409972" cy="409973"/>
          </a:xfrm>
        </p:grpSpPr>
        <p:sp>
          <p:nvSpPr>
            <p:cNvPr id="26"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7"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8"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68" name="文本占位符 67"/>
          <p:cNvSpPr>
            <a:spLocks noGrp="1"/>
          </p:cNvSpPr>
          <p:nvPr>
            <p:ph type="body" sz="quarter" idx="11" hasCustomPrompt="1"/>
          </p:nvPr>
        </p:nvSpPr>
        <p:spPr>
          <a:xfrm>
            <a:off x="1216933" y="347251"/>
            <a:ext cx="8920029" cy="402291"/>
          </a:xfrm>
          <a:prstGeom prst="rect">
            <a:avLst/>
          </a:prstGeom>
        </p:spPr>
        <p:txBody>
          <a:bodyPr lIns="0" tIns="4680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sp>
        <p:nvSpPr>
          <p:cNvPr id="16" name="文本框 15"/>
          <p:cNvSpPr txBox="1"/>
          <p:nvPr userDrawn="1"/>
        </p:nvSpPr>
        <p:spPr>
          <a:xfrm rot="16200000">
            <a:off x="-1272970" y="3259723"/>
            <a:ext cx="4113883" cy="338554"/>
          </a:xfrm>
          <a:prstGeom prst="rect">
            <a:avLst/>
          </a:prstGeom>
          <a:noFill/>
        </p:spPr>
        <p:txBody>
          <a:bodyPr wrap="square" rtlCol="0">
            <a:spAutoFit/>
          </a:bodyPr>
          <a:lstStyle/>
          <a:p>
            <a:r>
              <a:rPr lang="en-US" altLang="zh-CN" sz="1600" spc="800" dirty="0">
                <a:solidFill>
                  <a:schemeClr val="bg1">
                    <a:lumMod val="75000"/>
                  </a:schemeClr>
                </a:solidFill>
              </a:rPr>
              <a:t>Southeast University</a:t>
            </a:r>
            <a:endParaRPr lang="zh-CN" altLang="en-US" sz="1600" spc="800" dirty="0">
              <a:solidFill>
                <a:schemeClr val="bg1">
                  <a:lumMod val="75000"/>
                </a:schemeClr>
              </a:solidFill>
            </a:endParaRPr>
          </a:p>
        </p:txBody>
      </p:sp>
      <p:sp>
        <p:nvSpPr>
          <p:cNvPr id="36" name="文本占位符 6"/>
          <p:cNvSpPr>
            <a:spLocks noGrp="1"/>
          </p:cNvSpPr>
          <p:nvPr>
            <p:ph type="body" sz="quarter" idx="18" hasCustomPrompt="1"/>
          </p:nvPr>
        </p:nvSpPr>
        <p:spPr>
          <a:xfrm>
            <a:off x="6632171" y="1253531"/>
            <a:ext cx="4886729" cy="1200329"/>
          </a:xfrm>
          <a:prstGeom prst="rect">
            <a:avLst/>
          </a:prstGeom>
          <a:noFill/>
        </p:spPr>
        <p:txBody>
          <a:bodyPr wrap="square" rtlCol="0">
            <a:spAutoFit/>
          </a:bodyPr>
          <a:lstStyle>
            <a:lvl1pPr marL="0" indent="0" algn="r">
              <a:lnSpc>
                <a:spcPct val="100000"/>
              </a:lnSpc>
              <a:buNone/>
              <a:defRPr lang="zh-CN" altLang="en-US" sz="7200" i="1" dirty="0">
                <a:solidFill>
                  <a:schemeClr val="bg1">
                    <a:lumMod val="95000"/>
                  </a:schemeClr>
                </a:solidFill>
              </a:defRPr>
            </a:lvl1pPr>
          </a:lstStyle>
          <a:p>
            <a:pPr marL="0" lvl="0"/>
            <a:r>
              <a:rPr lang="en-US" altLang="zh-CN" dirty="0"/>
              <a:t>Your name</a:t>
            </a:r>
            <a:endParaRPr lang="zh-CN" altLang="en-US" dirty="0"/>
          </a:p>
        </p:txBody>
      </p:sp>
      <p:sp>
        <p:nvSpPr>
          <p:cNvPr id="12" name="文本占位符 11"/>
          <p:cNvSpPr>
            <a:spLocks noGrp="1"/>
          </p:cNvSpPr>
          <p:nvPr>
            <p:ph type="body" sz="quarter" idx="22" hasCustomPrompt="1"/>
          </p:nvPr>
        </p:nvSpPr>
        <p:spPr>
          <a:xfrm>
            <a:off x="7398196" y="3937575"/>
            <a:ext cx="3814536" cy="400110"/>
          </a:xfrm>
          <a:prstGeom prst="rect">
            <a:avLst/>
          </a:prstGeom>
        </p:spPr>
        <p:txBody>
          <a:bodyPr>
            <a:spAutoFit/>
          </a:bodyPr>
          <a:lstStyle>
            <a:lvl1pPr marL="0" indent="0">
              <a:lnSpc>
                <a:spcPct val="100000"/>
              </a:lnSpc>
              <a:buNone/>
              <a:defRPr sz="2000"/>
            </a:lvl1pPr>
          </a:lstStyle>
          <a:p>
            <a:pPr lvl="0"/>
            <a:r>
              <a:rPr lang="zh-CN" altLang="en-US" dirty="0"/>
              <a:t>简单地介绍一下自己吧</a:t>
            </a:r>
            <a:endParaRPr lang="zh-CN" altLang="en-US" dirty="0"/>
          </a:p>
        </p:txBody>
      </p:sp>
      <p:sp>
        <p:nvSpPr>
          <p:cNvPr id="40" name="文本占位符 11"/>
          <p:cNvSpPr>
            <a:spLocks noGrp="1"/>
          </p:cNvSpPr>
          <p:nvPr>
            <p:ph type="body" sz="quarter" idx="23" hasCustomPrompt="1"/>
          </p:nvPr>
        </p:nvSpPr>
        <p:spPr>
          <a:xfrm>
            <a:off x="7398196" y="4685329"/>
            <a:ext cx="3814536" cy="400110"/>
          </a:xfrm>
          <a:prstGeom prst="rect">
            <a:avLst/>
          </a:prstGeom>
        </p:spPr>
        <p:txBody>
          <a:bodyPr>
            <a:spAutoFit/>
          </a:bodyPr>
          <a:lstStyle>
            <a:lvl1pPr marL="0" indent="0">
              <a:lnSpc>
                <a:spcPct val="100000"/>
              </a:lnSpc>
              <a:buNone/>
              <a:defRPr sz="2000"/>
            </a:lvl1pPr>
          </a:lstStyle>
          <a:p>
            <a:pPr lvl="0"/>
            <a:r>
              <a:rPr lang="zh-CN" altLang="en-US" dirty="0"/>
              <a:t>简单地介绍一下自己吧</a:t>
            </a:r>
            <a:endParaRPr lang="zh-CN" altLang="en-US" dirty="0"/>
          </a:p>
        </p:txBody>
      </p:sp>
      <p:sp>
        <p:nvSpPr>
          <p:cNvPr id="41" name="文本占位符 11"/>
          <p:cNvSpPr>
            <a:spLocks noGrp="1"/>
          </p:cNvSpPr>
          <p:nvPr>
            <p:ph type="body" sz="quarter" idx="24" hasCustomPrompt="1"/>
          </p:nvPr>
        </p:nvSpPr>
        <p:spPr>
          <a:xfrm>
            <a:off x="7398196" y="5433083"/>
            <a:ext cx="3814536" cy="400110"/>
          </a:xfrm>
          <a:prstGeom prst="rect">
            <a:avLst/>
          </a:prstGeom>
        </p:spPr>
        <p:txBody>
          <a:bodyPr>
            <a:spAutoFit/>
          </a:bodyPr>
          <a:lstStyle>
            <a:lvl1pPr marL="0" indent="0">
              <a:lnSpc>
                <a:spcPct val="100000"/>
              </a:lnSpc>
              <a:buNone/>
              <a:defRPr sz="2000"/>
            </a:lvl1pPr>
          </a:lstStyle>
          <a:p>
            <a:pPr lvl="0"/>
            <a:r>
              <a:rPr lang="zh-CN" altLang="en-US" dirty="0"/>
              <a:t>简单地介绍一下自己吧</a:t>
            </a:r>
            <a:endParaRPr lang="zh-CN" altLang="en-US" dirty="0"/>
          </a:p>
        </p:txBody>
      </p:sp>
      <p:sp>
        <p:nvSpPr>
          <p:cNvPr id="35" name="文本占位符 6"/>
          <p:cNvSpPr>
            <a:spLocks noGrp="1"/>
          </p:cNvSpPr>
          <p:nvPr>
            <p:ph type="body" sz="quarter" idx="17" hasCustomPrompt="1"/>
          </p:nvPr>
        </p:nvSpPr>
        <p:spPr>
          <a:xfrm>
            <a:off x="6749903" y="2564527"/>
            <a:ext cx="3396528" cy="400110"/>
          </a:xfrm>
          <a:prstGeom prst="rect">
            <a:avLst/>
          </a:prstGeom>
          <a:noFill/>
        </p:spPr>
        <p:txBody>
          <a:bodyPr wrap="square" lIns="0" rtlCol="0">
            <a:spAutoFit/>
          </a:bodyPr>
          <a:lstStyle>
            <a:lvl1pPr marL="0" indent="0">
              <a:lnSpc>
                <a:spcPct val="100000"/>
              </a:lnSpc>
              <a:buNone/>
              <a:defRPr lang="zh-CN" altLang="en-US" b="1" dirty="0">
                <a:solidFill>
                  <a:schemeClr val="accent2"/>
                </a:solidFill>
              </a:defRPr>
            </a:lvl1pPr>
          </a:lstStyle>
          <a:p>
            <a:pPr marL="0" lvl="0"/>
            <a:r>
              <a:rPr lang="zh-CN" altLang="en-US" dirty="0"/>
              <a:t>你所在的院系 </a:t>
            </a:r>
            <a:r>
              <a:rPr lang="en-US" altLang="zh-CN" dirty="0"/>
              <a:t>/ </a:t>
            </a:r>
            <a:r>
              <a:rPr lang="zh-CN" altLang="en-US" dirty="0"/>
              <a:t>部门</a:t>
            </a:r>
            <a:endParaRPr lang="zh-CN" altLang="en-US" dirty="0"/>
          </a:p>
        </p:txBody>
      </p:sp>
      <p:sp>
        <p:nvSpPr>
          <p:cNvPr id="7" name="文本占位符 6"/>
          <p:cNvSpPr>
            <a:spLocks noGrp="1"/>
          </p:cNvSpPr>
          <p:nvPr>
            <p:ph type="body" sz="quarter" idx="16" hasCustomPrompt="1"/>
          </p:nvPr>
        </p:nvSpPr>
        <p:spPr>
          <a:xfrm>
            <a:off x="6749903" y="1812873"/>
            <a:ext cx="3088698" cy="769441"/>
          </a:xfrm>
          <a:prstGeom prst="rect">
            <a:avLst/>
          </a:prstGeom>
          <a:noFill/>
        </p:spPr>
        <p:txBody>
          <a:bodyPr wrap="square" lIns="0" rtlCol="0">
            <a:spAutoFit/>
          </a:bodyPr>
          <a:lstStyle>
            <a:lvl1pPr marL="0" indent="0">
              <a:lnSpc>
                <a:spcPct val="100000"/>
              </a:lnSpc>
              <a:buNone/>
              <a:defRPr lang="zh-CN" altLang="en-US" sz="4400" b="1" dirty="0">
                <a:solidFill>
                  <a:schemeClr val="accent1"/>
                </a:solidFill>
              </a:defRPr>
            </a:lvl1pPr>
          </a:lstStyle>
          <a:p>
            <a:pPr marL="0" lvl="0"/>
            <a:r>
              <a:rPr lang="zh-CN" altLang="en-US" dirty="0"/>
              <a:t>你的姓名</a:t>
            </a:r>
            <a:endParaRPr lang="zh-CN" altLang="en-US" dirty="0"/>
          </a:p>
        </p:txBody>
      </p:sp>
      <p:sp>
        <p:nvSpPr>
          <p:cNvPr id="4" name="日期占位符 3"/>
          <p:cNvSpPr>
            <a:spLocks noGrp="1"/>
          </p:cNvSpPr>
          <p:nvPr>
            <p:ph type="dt" sz="half" idx="25"/>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8" name="灯片编号占位符 7"/>
          <p:cNvSpPr>
            <a:spLocks noGrp="1"/>
          </p:cNvSpPr>
          <p:nvPr>
            <p:ph type="sldNum" sz="quarter" idx="27"/>
          </p:nvPr>
        </p:nvSpPr>
        <p:spPr/>
        <p:txBody>
          <a:bodyPr/>
          <a:lstStyle/>
          <a:p>
            <a:fld id="{C79ECAFE-A460-4E13-ABCB-32CAE6136244}" type="slidenum">
              <a:rPr lang="zh-CN" altLang="en-US" smtClean="0"/>
            </a:fld>
            <a:endParaRPr lang="zh-CN" altLang="en-US" dirty="0"/>
          </a:p>
        </p:txBody>
      </p:sp>
      <p:sp>
        <p:nvSpPr>
          <p:cNvPr id="22" name="矩形 21"/>
          <p:cNvSpPr/>
          <p:nvPr userDrawn="1"/>
        </p:nvSpPr>
        <p:spPr>
          <a:xfrm>
            <a:off x="5341519" y="3365304"/>
            <a:ext cx="2252502" cy="154113"/>
          </a:xfrm>
          <a:prstGeom prst="rect">
            <a:avLst/>
          </a:prstGeom>
          <a:gradFill>
            <a:gsLst>
              <a:gs pos="100000">
                <a:srgbClr val="FDA913"/>
              </a:gs>
              <a:gs pos="0">
                <a:schemeClr val="accent2">
                  <a:lumMod val="60000"/>
                  <a:lumOff val="4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我介绍-2">
    <p:spTree>
      <p:nvGrpSpPr>
        <p:cNvPr id="1" name=""/>
        <p:cNvGrpSpPr/>
        <p:nvPr/>
      </p:nvGrpSpPr>
      <p:grpSpPr>
        <a:xfrm>
          <a:off x="0" y="0"/>
          <a:ext cx="0" cy="0"/>
          <a:chOff x="0" y="0"/>
          <a:chExt cx="0" cy="0"/>
        </a:xfrm>
      </p:grpSpPr>
      <p:pic>
        <p:nvPicPr>
          <p:cNvPr id="28" name="图片 27"/>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pic>
        <p:nvPicPr>
          <p:cNvPr id="23" name="图片 22"/>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
        <p:nvSpPr>
          <p:cNvPr id="3" name="文本占位符 2"/>
          <p:cNvSpPr>
            <a:spLocks noGrp="1"/>
          </p:cNvSpPr>
          <p:nvPr>
            <p:ph type="body" sz="quarter" idx="25" hasCustomPrompt="1"/>
          </p:nvPr>
        </p:nvSpPr>
        <p:spPr>
          <a:xfrm>
            <a:off x="0" y="1093511"/>
            <a:ext cx="6400712" cy="1446550"/>
          </a:xfrm>
          <a:prstGeom prst="rect">
            <a:avLst/>
          </a:prstGeom>
          <a:noFill/>
        </p:spPr>
        <p:txBody>
          <a:bodyPr wrap="square" rtlCol="0">
            <a:spAutoFit/>
          </a:bodyPr>
          <a:lstStyle>
            <a:lvl1pPr algn="r">
              <a:defRPr kumimoji="0" lang="zh-CN" altLang="en-US" sz="8800" b="0" i="1" u="none" strike="noStrike" cap="none" spc="0" normalizeH="0" baseline="0" dirty="0">
                <a:ln>
                  <a:noFill/>
                </a:ln>
                <a:solidFill>
                  <a:schemeClr val="bg1">
                    <a:lumMod val="95000"/>
                  </a:schemeClr>
                </a:solidFill>
                <a:effectLst/>
                <a:uLnTx/>
                <a:uFillTx/>
                <a:latin typeface="Arial" panose="020B0604020202020204"/>
                <a:ea typeface="微软雅黑" panose="020B0503020204020204" charset="-122"/>
              </a:defRPr>
            </a:lvl1pPr>
          </a:lstStyle>
          <a:p>
            <a:pPr marL="0" marR="0" lvl="0" indent="0" fontAlgn="auto">
              <a:lnSpc>
                <a:spcPct val="100000"/>
              </a:lnSpc>
              <a:spcBef>
                <a:spcPts val="0"/>
              </a:spcBef>
              <a:spcAft>
                <a:spcPts val="0"/>
              </a:spcAft>
              <a:buClrTx/>
              <a:buSzTx/>
              <a:buFontTx/>
              <a:buNone/>
            </a:pPr>
            <a:r>
              <a:rPr lang="en-US" altLang="zh-CN" dirty="0"/>
              <a:t>Your name</a:t>
            </a:r>
            <a:endParaRPr lang="zh-CN" altLang="en-US" dirty="0"/>
          </a:p>
        </p:txBody>
      </p:sp>
      <p:sp>
        <p:nvSpPr>
          <p:cNvPr id="68"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sp>
        <p:nvSpPr>
          <p:cNvPr id="12" name="文本占位符 11"/>
          <p:cNvSpPr>
            <a:spLocks noGrp="1"/>
          </p:cNvSpPr>
          <p:nvPr>
            <p:ph type="body" sz="quarter" idx="22" hasCustomPrompt="1"/>
          </p:nvPr>
        </p:nvSpPr>
        <p:spPr>
          <a:xfrm>
            <a:off x="660400" y="3881451"/>
            <a:ext cx="3610645" cy="400110"/>
          </a:xfrm>
          <a:prstGeom prst="rect">
            <a:avLst/>
          </a:prstGeom>
        </p:spPr>
        <p:txBody>
          <a:bodyPr wrap="square">
            <a:spAutoFit/>
          </a:bodyPr>
          <a:lstStyle>
            <a:lvl1pPr marL="0" indent="0" algn="r">
              <a:lnSpc>
                <a:spcPct val="100000"/>
              </a:lnSpc>
              <a:buNone/>
              <a:defRPr sz="2000"/>
            </a:lvl1pPr>
          </a:lstStyle>
          <a:p>
            <a:pPr lvl="0"/>
            <a:r>
              <a:rPr lang="zh-CN" altLang="en-US" dirty="0"/>
              <a:t>简单地介绍一下自己吧</a:t>
            </a:r>
            <a:endParaRPr lang="zh-CN" altLang="en-US" dirty="0"/>
          </a:p>
        </p:txBody>
      </p:sp>
      <p:sp>
        <p:nvSpPr>
          <p:cNvPr id="40" name="文本占位符 11"/>
          <p:cNvSpPr>
            <a:spLocks noGrp="1"/>
          </p:cNvSpPr>
          <p:nvPr>
            <p:ph type="body" sz="quarter" idx="23" hasCustomPrompt="1"/>
          </p:nvPr>
        </p:nvSpPr>
        <p:spPr>
          <a:xfrm>
            <a:off x="660400" y="4685329"/>
            <a:ext cx="3610646" cy="400110"/>
          </a:xfrm>
          <a:prstGeom prst="rect">
            <a:avLst/>
          </a:prstGeom>
        </p:spPr>
        <p:txBody>
          <a:bodyPr wrap="square">
            <a:spAutoFit/>
          </a:bodyPr>
          <a:lstStyle>
            <a:lvl1pPr marL="0" indent="0" algn="r">
              <a:lnSpc>
                <a:spcPct val="100000"/>
              </a:lnSpc>
              <a:buNone/>
              <a:defRPr sz="2000"/>
            </a:lvl1pPr>
          </a:lstStyle>
          <a:p>
            <a:pPr lvl="0"/>
            <a:r>
              <a:rPr lang="zh-CN" altLang="en-US" dirty="0"/>
              <a:t>简单地介绍一下自己吧</a:t>
            </a:r>
            <a:endParaRPr lang="zh-CN" altLang="en-US" dirty="0"/>
          </a:p>
        </p:txBody>
      </p:sp>
      <p:sp>
        <p:nvSpPr>
          <p:cNvPr id="41" name="文本占位符 11"/>
          <p:cNvSpPr>
            <a:spLocks noGrp="1"/>
          </p:cNvSpPr>
          <p:nvPr>
            <p:ph type="body" sz="quarter" idx="24" hasCustomPrompt="1"/>
          </p:nvPr>
        </p:nvSpPr>
        <p:spPr>
          <a:xfrm>
            <a:off x="660400" y="5433083"/>
            <a:ext cx="3610646" cy="400110"/>
          </a:xfrm>
          <a:prstGeom prst="rect">
            <a:avLst/>
          </a:prstGeom>
        </p:spPr>
        <p:txBody>
          <a:bodyPr wrap="square">
            <a:spAutoFit/>
          </a:bodyPr>
          <a:lstStyle>
            <a:lvl1pPr marL="0" indent="0" algn="r">
              <a:lnSpc>
                <a:spcPct val="100000"/>
              </a:lnSpc>
              <a:buNone/>
              <a:defRPr sz="2000"/>
            </a:lvl1pPr>
          </a:lstStyle>
          <a:p>
            <a:pPr lvl="0"/>
            <a:r>
              <a:rPr lang="zh-CN" altLang="en-US" dirty="0"/>
              <a:t>简单地介绍一下自己吧</a:t>
            </a:r>
            <a:endParaRPr lang="zh-CN" altLang="en-US" dirty="0"/>
          </a:p>
        </p:txBody>
      </p:sp>
      <p:sp>
        <p:nvSpPr>
          <p:cNvPr id="52" name="文本占位符 6"/>
          <p:cNvSpPr>
            <a:spLocks noGrp="1"/>
          </p:cNvSpPr>
          <p:nvPr>
            <p:ph type="body" sz="quarter" idx="16" hasCustomPrompt="1"/>
          </p:nvPr>
        </p:nvSpPr>
        <p:spPr>
          <a:xfrm>
            <a:off x="2331720" y="2106802"/>
            <a:ext cx="3088698" cy="769441"/>
          </a:xfrm>
          <a:prstGeom prst="rect">
            <a:avLst/>
          </a:prstGeom>
          <a:noFill/>
        </p:spPr>
        <p:txBody>
          <a:bodyPr wrap="square" rIns="0" rtlCol="0">
            <a:spAutoFit/>
          </a:bodyPr>
          <a:lstStyle>
            <a:lvl1pPr marL="0" indent="0" algn="r">
              <a:lnSpc>
                <a:spcPct val="100000"/>
              </a:lnSpc>
              <a:buNone/>
              <a:defRPr lang="zh-CN" altLang="en-US" sz="4400" b="1" dirty="0">
                <a:solidFill>
                  <a:schemeClr val="accent1"/>
                </a:solidFill>
              </a:defRPr>
            </a:lvl1pPr>
          </a:lstStyle>
          <a:p>
            <a:pPr marL="0" lvl="0"/>
            <a:r>
              <a:rPr lang="zh-CN" altLang="en-US" dirty="0"/>
              <a:t>你的姓名</a:t>
            </a:r>
            <a:endParaRPr lang="zh-CN" altLang="en-US" dirty="0"/>
          </a:p>
        </p:txBody>
      </p:sp>
      <p:sp>
        <p:nvSpPr>
          <p:cNvPr id="53" name="文本占位符 6"/>
          <p:cNvSpPr>
            <a:spLocks noGrp="1"/>
          </p:cNvSpPr>
          <p:nvPr>
            <p:ph type="body" sz="quarter" idx="17" hasCustomPrompt="1"/>
          </p:nvPr>
        </p:nvSpPr>
        <p:spPr>
          <a:xfrm>
            <a:off x="1541828" y="3152034"/>
            <a:ext cx="3396528" cy="400110"/>
          </a:xfrm>
          <a:prstGeom prst="rect">
            <a:avLst/>
          </a:prstGeom>
          <a:noFill/>
        </p:spPr>
        <p:txBody>
          <a:bodyPr wrap="square" rIns="0" rtlCol="0">
            <a:spAutoFit/>
          </a:bodyPr>
          <a:lstStyle>
            <a:lvl1pPr marL="0" indent="0" algn="r">
              <a:lnSpc>
                <a:spcPct val="100000"/>
              </a:lnSpc>
              <a:buNone/>
              <a:defRPr lang="zh-CN" altLang="en-US" b="1" dirty="0">
                <a:solidFill>
                  <a:schemeClr val="accent2"/>
                </a:solidFill>
              </a:defRPr>
            </a:lvl1pPr>
          </a:lstStyle>
          <a:p>
            <a:pPr marL="0" lvl="0"/>
            <a:r>
              <a:rPr lang="zh-CN" altLang="en-US" dirty="0"/>
              <a:t>你所在的院系 </a:t>
            </a:r>
            <a:r>
              <a:rPr lang="en-US" altLang="zh-CN" dirty="0"/>
              <a:t>/ </a:t>
            </a:r>
            <a:r>
              <a:rPr lang="zh-CN" altLang="en-US" dirty="0"/>
              <a:t>部门</a:t>
            </a:r>
            <a:endParaRPr lang="zh-CN" altLang="en-US" dirty="0"/>
          </a:p>
        </p:txBody>
      </p:sp>
      <p:sp>
        <p:nvSpPr>
          <p:cNvPr id="33" name="图片占位符 32"/>
          <p:cNvSpPr>
            <a:spLocks noGrp="1"/>
          </p:cNvSpPr>
          <p:nvPr>
            <p:ph type="pic" sz="quarter" idx="12"/>
          </p:nvPr>
        </p:nvSpPr>
        <p:spPr>
          <a:xfrm>
            <a:off x="5131444" y="0"/>
            <a:ext cx="7060556" cy="6858000"/>
          </a:xfrm>
          <a:custGeom>
            <a:avLst/>
            <a:gdLst>
              <a:gd name="connsiteX0" fmla="*/ 2232141 w 7060556"/>
              <a:gd name="connsiteY0" fmla="*/ 0 h 6858000"/>
              <a:gd name="connsiteX1" fmla="*/ 7060556 w 7060556"/>
              <a:gd name="connsiteY1" fmla="*/ 0 h 6858000"/>
              <a:gd name="connsiteX2" fmla="*/ 7060556 w 7060556"/>
              <a:gd name="connsiteY2" fmla="*/ 6858000 h 6858000"/>
              <a:gd name="connsiteX3" fmla="*/ 659756 w 7060556"/>
              <a:gd name="connsiteY3" fmla="*/ 6858000 h 6858000"/>
              <a:gd name="connsiteX4" fmla="*/ 0 w 7060556"/>
              <a:gd name="connsiteY4" fmla="*/ 5318567 h 6858000"/>
              <a:gd name="connsiteX5" fmla="*/ 2076565 w 7060556"/>
              <a:gd name="connsiteY5" fmla="*/ 34199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60556" h="6858000">
                <a:moveTo>
                  <a:pt x="2232141" y="0"/>
                </a:moveTo>
                <a:lnTo>
                  <a:pt x="7060556" y="0"/>
                </a:lnTo>
                <a:lnTo>
                  <a:pt x="7060556" y="6858000"/>
                </a:lnTo>
                <a:lnTo>
                  <a:pt x="659756" y="6858000"/>
                </a:lnTo>
                <a:lnTo>
                  <a:pt x="0" y="5318567"/>
                </a:lnTo>
                <a:cubicBezTo>
                  <a:pt x="292020" y="4312534"/>
                  <a:pt x="1148983" y="2384867"/>
                  <a:pt x="2076565" y="341996"/>
                </a:cubicBezTo>
                <a:close/>
              </a:path>
            </a:pathLst>
          </a:custGeom>
        </p:spPr>
        <p:txBody>
          <a:bodyPr wrap="square">
            <a:noAutofit/>
          </a:bodyPr>
          <a:lstStyle/>
          <a:p>
            <a:endParaRPr lang="zh-CN" altLang="en-US" dirty="0"/>
          </a:p>
        </p:txBody>
      </p:sp>
      <p:grpSp>
        <p:nvGrpSpPr>
          <p:cNvPr id="24" name="组合 23"/>
          <p:cNvGrpSpPr/>
          <p:nvPr userDrawn="1"/>
        </p:nvGrpSpPr>
        <p:grpSpPr>
          <a:xfrm>
            <a:off x="660400" y="344681"/>
            <a:ext cx="384771" cy="384771"/>
            <a:chOff x="669869" y="597306"/>
            <a:chExt cx="409972" cy="409973"/>
          </a:xfrm>
        </p:grpSpPr>
        <p:sp>
          <p:nvSpPr>
            <p:cNvPr id="29"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0"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1"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5" name="日期占位符 4"/>
          <p:cNvSpPr>
            <a:spLocks noGrp="1"/>
          </p:cNvSpPr>
          <p:nvPr>
            <p:ph type="dt" sz="half" idx="26"/>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8" name="灯片编号占位符 7"/>
          <p:cNvSpPr>
            <a:spLocks noGrp="1"/>
          </p:cNvSpPr>
          <p:nvPr>
            <p:ph type="sldNum" sz="quarter" idx="28"/>
          </p:nvPr>
        </p:nvSpPr>
        <p:spPr/>
        <p:txBody>
          <a:bodyPr/>
          <a:lstStyle/>
          <a:p>
            <a:fld id="{C79ECAFE-A460-4E13-ABCB-32CAE6136244}" type="slidenum">
              <a:rPr lang="zh-CN" altLang="en-US" smtClean="0"/>
            </a:fld>
            <a:endParaRPr lang="zh-CN" altLang="en-US" dirty="0"/>
          </a:p>
        </p:txBody>
      </p:sp>
      <p:cxnSp>
        <p:nvCxnSpPr>
          <p:cNvPr id="18" name="直接连接符 17"/>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介绍内容拓展-1">
    <p:spTree>
      <p:nvGrpSpPr>
        <p:cNvPr id="1" name=""/>
        <p:cNvGrpSpPr/>
        <p:nvPr/>
      </p:nvGrpSpPr>
      <p:grpSpPr>
        <a:xfrm>
          <a:off x="0" y="0"/>
          <a:ext cx="0" cy="0"/>
          <a:chOff x="0" y="0"/>
          <a:chExt cx="0" cy="0"/>
        </a:xfrm>
      </p:grpSpPr>
      <p:pic>
        <p:nvPicPr>
          <p:cNvPr id="36" name="图片 35"/>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3" name="文本框 2"/>
          <p:cNvSpPr txBox="1"/>
          <p:nvPr userDrawn="1"/>
        </p:nvSpPr>
        <p:spPr>
          <a:xfrm>
            <a:off x="660400" y="1383671"/>
            <a:ext cx="5001787" cy="1323439"/>
          </a:xfrm>
          <a:prstGeom prst="rect">
            <a:avLst/>
          </a:prstGeom>
          <a:noFill/>
        </p:spPr>
        <p:txBody>
          <a:bodyPr wrap="square" lIns="0" rtlCol="0">
            <a:spAutoFit/>
          </a:bodyPr>
          <a:lstStyle/>
          <a:p>
            <a:r>
              <a:rPr lang="en-US" altLang="zh-CN" sz="8000" i="1" dirty="0">
                <a:solidFill>
                  <a:schemeClr val="bg1">
                    <a:lumMod val="95000"/>
                  </a:schemeClr>
                </a:solidFill>
              </a:rPr>
              <a:t>Our team</a:t>
            </a:r>
            <a:endParaRPr lang="zh-CN" altLang="en-US" sz="8000" i="1" dirty="0">
              <a:solidFill>
                <a:schemeClr val="bg1">
                  <a:lumMod val="95000"/>
                </a:schemeClr>
              </a:solidFill>
            </a:endParaRPr>
          </a:p>
        </p:txBody>
      </p:sp>
      <p:sp>
        <p:nvSpPr>
          <p:cNvPr id="32" name="图片占位符 31"/>
          <p:cNvSpPr>
            <a:spLocks noGrp="1"/>
          </p:cNvSpPr>
          <p:nvPr>
            <p:ph type="pic" sz="quarter" idx="31"/>
          </p:nvPr>
        </p:nvSpPr>
        <p:spPr>
          <a:xfrm>
            <a:off x="5792230" y="1461189"/>
            <a:ext cx="1908733" cy="3364810"/>
          </a:xfrm>
          <a:custGeom>
            <a:avLst/>
            <a:gdLst>
              <a:gd name="connsiteX0" fmla="*/ 0 w 1908733"/>
              <a:gd name="connsiteY0" fmla="*/ 0 h 3364810"/>
              <a:gd name="connsiteX1" fmla="*/ 1908733 w 1908733"/>
              <a:gd name="connsiteY1" fmla="*/ 0 h 3364810"/>
              <a:gd name="connsiteX2" fmla="*/ 1908733 w 1908733"/>
              <a:gd name="connsiteY2" fmla="*/ 3364810 h 3364810"/>
              <a:gd name="connsiteX3" fmla="*/ 0 w 1908733"/>
              <a:gd name="connsiteY3" fmla="*/ 3364810 h 3364810"/>
            </a:gdLst>
            <a:ahLst/>
            <a:cxnLst>
              <a:cxn ang="0">
                <a:pos x="connsiteX0" y="connsiteY0"/>
              </a:cxn>
              <a:cxn ang="0">
                <a:pos x="connsiteX1" y="connsiteY1"/>
              </a:cxn>
              <a:cxn ang="0">
                <a:pos x="connsiteX2" y="connsiteY2"/>
              </a:cxn>
              <a:cxn ang="0">
                <a:pos x="connsiteX3" y="connsiteY3"/>
              </a:cxn>
            </a:cxnLst>
            <a:rect l="l" t="t" r="r" b="b"/>
            <a:pathLst>
              <a:path w="1908733" h="3364810">
                <a:moveTo>
                  <a:pt x="0" y="0"/>
                </a:moveTo>
                <a:lnTo>
                  <a:pt x="1908733" y="0"/>
                </a:lnTo>
                <a:lnTo>
                  <a:pt x="1908733" y="3364810"/>
                </a:lnTo>
                <a:lnTo>
                  <a:pt x="0" y="3364810"/>
                </a:lnTo>
                <a:close/>
              </a:path>
            </a:pathLst>
          </a:custGeom>
        </p:spPr>
        <p:txBody>
          <a:bodyPr wrap="square">
            <a:noAutofit/>
          </a:bodyPr>
          <a:lstStyle/>
          <a:p>
            <a:endParaRPr lang="zh-CN" altLang="en-US"/>
          </a:p>
        </p:txBody>
      </p:sp>
      <p:sp>
        <p:nvSpPr>
          <p:cNvPr id="8"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grpSp>
        <p:nvGrpSpPr>
          <p:cNvPr id="9" name="组合 8"/>
          <p:cNvGrpSpPr/>
          <p:nvPr userDrawn="1"/>
        </p:nvGrpSpPr>
        <p:grpSpPr>
          <a:xfrm>
            <a:off x="660400" y="344681"/>
            <a:ext cx="384771" cy="384771"/>
            <a:chOff x="669869" y="597306"/>
            <a:chExt cx="409972" cy="409973"/>
          </a:xfrm>
        </p:grpSpPr>
        <p:sp>
          <p:nvSpPr>
            <p:cNvPr id="10"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1"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2"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13" name="日期占位符 4"/>
          <p:cNvSpPr>
            <a:spLocks noGrp="1"/>
          </p:cNvSpPr>
          <p:nvPr>
            <p:ph type="dt" sz="half" idx="26"/>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14" name="灯片编号占位符 7"/>
          <p:cNvSpPr>
            <a:spLocks noGrp="1"/>
          </p:cNvSpPr>
          <p:nvPr>
            <p:ph type="sldNum" sz="quarter" idx="28"/>
          </p:nvPr>
        </p:nvSpPr>
        <p:spPr>
          <a:xfrm>
            <a:off x="8775700" y="6235702"/>
            <a:ext cx="2743200" cy="365125"/>
          </a:xfrm>
        </p:spPr>
        <p:txBody>
          <a:bodyPr/>
          <a:lstStyle/>
          <a:p>
            <a:fld id="{C79ECAFE-A460-4E13-ABCB-32CAE6136244}" type="slidenum">
              <a:rPr lang="zh-CN" altLang="en-US" smtClean="0"/>
            </a:fld>
            <a:endParaRPr lang="zh-CN" altLang="en-US" dirty="0"/>
          </a:p>
        </p:txBody>
      </p:sp>
      <p:sp>
        <p:nvSpPr>
          <p:cNvPr id="27" name="文本占位符 26"/>
          <p:cNvSpPr>
            <a:spLocks noGrp="1"/>
          </p:cNvSpPr>
          <p:nvPr>
            <p:ph type="body" sz="quarter" idx="29" hasCustomPrompt="1"/>
          </p:nvPr>
        </p:nvSpPr>
        <p:spPr>
          <a:xfrm>
            <a:off x="1019067" y="2170482"/>
            <a:ext cx="3982720" cy="584775"/>
          </a:xfrm>
        </p:spPr>
        <p:txBody>
          <a:bodyPr lIns="0">
            <a:spAutoFit/>
          </a:bodyPr>
          <a:lstStyle>
            <a:lvl1pPr marL="0" indent="0">
              <a:lnSpc>
                <a:spcPct val="100000"/>
              </a:lnSpc>
              <a:buNone/>
              <a:defRPr sz="3200" b="1">
                <a:solidFill>
                  <a:schemeClr val="accent1"/>
                </a:solidFill>
              </a:defRPr>
            </a:lvl1pPr>
          </a:lstStyle>
          <a:p>
            <a:pPr lvl="0"/>
            <a:r>
              <a:rPr lang="zh-CN" altLang="en-US" dirty="0"/>
              <a:t>请输入你的团队名</a:t>
            </a:r>
            <a:endParaRPr lang="zh-CN" altLang="en-US" dirty="0"/>
          </a:p>
        </p:txBody>
      </p:sp>
      <p:sp>
        <p:nvSpPr>
          <p:cNvPr id="29" name="文本占位符 28"/>
          <p:cNvSpPr>
            <a:spLocks noGrp="1"/>
          </p:cNvSpPr>
          <p:nvPr>
            <p:ph type="body" sz="quarter" idx="30" hasCustomPrompt="1"/>
          </p:nvPr>
        </p:nvSpPr>
        <p:spPr>
          <a:xfrm>
            <a:off x="1019067" y="3119036"/>
            <a:ext cx="3982720" cy="1706963"/>
          </a:xfrm>
        </p:spPr>
        <p:txBody>
          <a:bodyPr wrap="square" lIns="0">
            <a:noAutofit/>
          </a:bodyPr>
          <a:lstStyle>
            <a:lvl1pPr marL="0" indent="0">
              <a:buNone/>
              <a:defRPr sz="1800"/>
            </a:lvl1pPr>
          </a:lstStyle>
          <a:p>
            <a:pPr lvl="0"/>
            <a:r>
              <a:rPr lang="zh-CN" altLang="en-US" dirty="0"/>
              <a:t>请输入你的团队介绍</a:t>
            </a:r>
            <a:endParaRPr lang="zh-CN" altLang="en-US" dirty="0"/>
          </a:p>
        </p:txBody>
      </p:sp>
      <p:sp>
        <p:nvSpPr>
          <p:cNvPr id="33" name="图片占位符 32"/>
          <p:cNvSpPr>
            <a:spLocks noGrp="1"/>
          </p:cNvSpPr>
          <p:nvPr>
            <p:ph type="pic" sz="quarter" idx="32"/>
          </p:nvPr>
        </p:nvSpPr>
        <p:spPr>
          <a:xfrm>
            <a:off x="7700964" y="1461189"/>
            <a:ext cx="1908733" cy="3364810"/>
          </a:xfrm>
          <a:custGeom>
            <a:avLst/>
            <a:gdLst>
              <a:gd name="connsiteX0" fmla="*/ 0 w 1908733"/>
              <a:gd name="connsiteY0" fmla="*/ 0 h 3364810"/>
              <a:gd name="connsiteX1" fmla="*/ 1908733 w 1908733"/>
              <a:gd name="connsiteY1" fmla="*/ 0 h 3364810"/>
              <a:gd name="connsiteX2" fmla="*/ 1908733 w 1908733"/>
              <a:gd name="connsiteY2" fmla="*/ 3364810 h 3364810"/>
              <a:gd name="connsiteX3" fmla="*/ 0 w 1908733"/>
              <a:gd name="connsiteY3" fmla="*/ 3364810 h 3364810"/>
            </a:gdLst>
            <a:ahLst/>
            <a:cxnLst>
              <a:cxn ang="0">
                <a:pos x="connsiteX0" y="connsiteY0"/>
              </a:cxn>
              <a:cxn ang="0">
                <a:pos x="connsiteX1" y="connsiteY1"/>
              </a:cxn>
              <a:cxn ang="0">
                <a:pos x="connsiteX2" y="connsiteY2"/>
              </a:cxn>
              <a:cxn ang="0">
                <a:pos x="connsiteX3" y="connsiteY3"/>
              </a:cxn>
            </a:cxnLst>
            <a:rect l="l" t="t" r="r" b="b"/>
            <a:pathLst>
              <a:path w="1908733" h="3364810">
                <a:moveTo>
                  <a:pt x="0" y="0"/>
                </a:moveTo>
                <a:lnTo>
                  <a:pt x="1908733" y="0"/>
                </a:lnTo>
                <a:lnTo>
                  <a:pt x="1908733" y="3364810"/>
                </a:lnTo>
                <a:lnTo>
                  <a:pt x="0" y="3364810"/>
                </a:lnTo>
                <a:close/>
              </a:path>
            </a:pathLst>
          </a:custGeom>
        </p:spPr>
        <p:txBody>
          <a:bodyPr wrap="square">
            <a:noAutofit/>
          </a:bodyPr>
          <a:lstStyle/>
          <a:p>
            <a:endParaRPr lang="zh-CN" altLang="en-US"/>
          </a:p>
        </p:txBody>
      </p:sp>
      <p:sp>
        <p:nvSpPr>
          <p:cNvPr id="34" name="图片占位符 33"/>
          <p:cNvSpPr>
            <a:spLocks noGrp="1"/>
          </p:cNvSpPr>
          <p:nvPr>
            <p:ph type="pic" sz="quarter" idx="33"/>
          </p:nvPr>
        </p:nvSpPr>
        <p:spPr>
          <a:xfrm>
            <a:off x="9609697" y="1461189"/>
            <a:ext cx="1908733" cy="3364810"/>
          </a:xfrm>
          <a:custGeom>
            <a:avLst/>
            <a:gdLst>
              <a:gd name="connsiteX0" fmla="*/ 0 w 1908733"/>
              <a:gd name="connsiteY0" fmla="*/ 0 h 3364810"/>
              <a:gd name="connsiteX1" fmla="*/ 1908733 w 1908733"/>
              <a:gd name="connsiteY1" fmla="*/ 0 h 3364810"/>
              <a:gd name="connsiteX2" fmla="*/ 1908733 w 1908733"/>
              <a:gd name="connsiteY2" fmla="*/ 3364810 h 3364810"/>
              <a:gd name="connsiteX3" fmla="*/ 0 w 1908733"/>
              <a:gd name="connsiteY3" fmla="*/ 3364810 h 3364810"/>
            </a:gdLst>
            <a:ahLst/>
            <a:cxnLst>
              <a:cxn ang="0">
                <a:pos x="connsiteX0" y="connsiteY0"/>
              </a:cxn>
              <a:cxn ang="0">
                <a:pos x="connsiteX1" y="connsiteY1"/>
              </a:cxn>
              <a:cxn ang="0">
                <a:pos x="connsiteX2" y="connsiteY2"/>
              </a:cxn>
              <a:cxn ang="0">
                <a:pos x="connsiteX3" y="connsiteY3"/>
              </a:cxn>
            </a:cxnLst>
            <a:rect l="l" t="t" r="r" b="b"/>
            <a:pathLst>
              <a:path w="1908733" h="3364810">
                <a:moveTo>
                  <a:pt x="0" y="0"/>
                </a:moveTo>
                <a:lnTo>
                  <a:pt x="1908733" y="0"/>
                </a:lnTo>
                <a:lnTo>
                  <a:pt x="1908733" y="3364810"/>
                </a:lnTo>
                <a:lnTo>
                  <a:pt x="0" y="3364810"/>
                </a:lnTo>
                <a:close/>
              </a:path>
            </a:pathLst>
          </a:custGeom>
        </p:spPr>
        <p:txBody>
          <a:bodyPr wrap="square">
            <a:noAutofit/>
          </a:bodyPr>
          <a:lstStyle/>
          <a:p>
            <a:endParaRPr lang="zh-CN" altLang="en-US"/>
          </a:p>
        </p:txBody>
      </p:sp>
      <p:sp>
        <p:nvSpPr>
          <p:cNvPr id="25" name="文本占位符 11"/>
          <p:cNvSpPr>
            <a:spLocks noGrp="1"/>
          </p:cNvSpPr>
          <p:nvPr>
            <p:ph type="body" sz="quarter" idx="22" hasCustomPrompt="1"/>
          </p:nvPr>
        </p:nvSpPr>
        <p:spPr>
          <a:xfrm>
            <a:off x="5792309" y="5510702"/>
            <a:ext cx="1908733" cy="623397"/>
          </a:xfrm>
          <a:prstGeom prst="rect">
            <a:avLst/>
          </a:prstGeom>
        </p:spPr>
        <p:txBody>
          <a:bodyPr>
            <a:no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26" name="文本占位符 11"/>
          <p:cNvSpPr>
            <a:spLocks noGrp="1"/>
          </p:cNvSpPr>
          <p:nvPr>
            <p:ph type="body" sz="quarter" idx="34" hasCustomPrompt="1"/>
          </p:nvPr>
        </p:nvSpPr>
        <p:spPr>
          <a:xfrm>
            <a:off x="7700964" y="5510702"/>
            <a:ext cx="1908733" cy="623397"/>
          </a:xfrm>
          <a:prstGeom prst="rect">
            <a:avLst/>
          </a:prstGeom>
        </p:spPr>
        <p:txBody>
          <a:bodyPr>
            <a:no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28" name="文本占位符 11"/>
          <p:cNvSpPr>
            <a:spLocks noGrp="1"/>
          </p:cNvSpPr>
          <p:nvPr>
            <p:ph type="body" sz="quarter" idx="35" hasCustomPrompt="1"/>
          </p:nvPr>
        </p:nvSpPr>
        <p:spPr>
          <a:xfrm>
            <a:off x="9609619" y="5510702"/>
            <a:ext cx="1908733" cy="623397"/>
          </a:xfrm>
          <a:prstGeom prst="rect">
            <a:avLst/>
          </a:prstGeom>
        </p:spPr>
        <p:txBody>
          <a:bodyPr>
            <a:no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30" name="文本占位符 11"/>
          <p:cNvSpPr>
            <a:spLocks noGrp="1"/>
          </p:cNvSpPr>
          <p:nvPr>
            <p:ph type="body" sz="quarter" idx="36" hasCustomPrompt="1"/>
          </p:nvPr>
        </p:nvSpPr>
        <p:spPr>
          <a:xfrm>
            <a:off x="5792387" y="5105677"/>
            <a:ext cx="1908733" cy="400110"/>
          </a:xfrm>
          <a:prstGeom prst="rect">
            <a:avLst/>
          </a:prstGeom>
        </p:spPr>
        <p:txBody>
          <a:bodyPr>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1</a:t>
            </a:r>
            <a:endParaRPr lang="zh-CN" altLang="en-US" dirty="0"/>
          </a:p>
        </p:txBody>
      </p:sp>
      <p:sp>
        <p:nvSpPr>
          <p:cNvPr id="31" name="文本占位符 11"/>
          <p:cNvSpPr>
            <a:spLocks noGrp="1"/>
          </p:cNvSpPr>
          <p:nvPr>
            <p:ph type="body" sz="quarter" idx="37" hasCustomPrompt="1"/>
          </p:nvPr>
        </p:nvSpPr>
        <p:spPr>
          <a:xfrm>
            <a:off x="7700808" y="5105677"/>
            <a:ext cx="1908733" cy="400110"/>
          </a:xfrm>
          <a:prstGeom prst="rect">
            <a:avLst/>
          </a:prstGeom>
        </p:spPr>
        <p:txBody>
          <a:bodyPr>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2</a:t>
            </a:r>
            <a:endParaRPr lang="zh-CN" altLang="en-US" dirty="0"/>
          </a:p>
        </p:txBody>
      </p:sp>
      <p:sp>
        <p:nvSpPr>
          <p:cNvPr id="35" name="文本占位符 11"/>
          <p:cNvSpPr>
            <a:spLocks noGrp="1"/>
          </p:cNvSpPr>
          <p:nvPr>
            <p:ph type="body" sz="quarter" idx="38" hasCustomPrompt="1"/>
          </p:nvPr>
        </p:nvSpPr>
        <p:spPr>
          <a:xfrm>
            <a:off x="9609229" y="5105677"/>
            <a:ext cx="1908733" cy="400110"/>
          </a:xfrm>
          <a:prstGeom prst="rect">
            <a:avLst/>
          </a:prstGeom>
        </p:spPr>
        <p:txBody>
          <a:bodyPr>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3</a:t>
            </a:r>
            <a:endParaRPr lang="zh-CN" altLang="en-US" dirty="0"/>
          </a:p>
        </p:txBody>
      </p:sp>
      <p:cxnSp>
        <p:nvCxnSpPr>
          <p:cNvPr id="24" name="直接连接符 23"/>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7" name="图片 3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介绍内容拓展-2">
    <p:spTree>
      <p:nvGrpSpPr>
        <p:cNvPr id="1" name=""/>
        <p:cNvGrpSpPr/>
        <p:nvPr/>
      </p:nvGrpSpPr>
      <p:grpSpPr>
        <a:xfrm>
          <a:off x="0" y="0"/>
          <a:ext cx="0" cy="0"/>
          <a:chOff x="0" y="0"/>
          <a:chExt cx="0" cy="0"/>
        </a:xfrm>
      </p:grpSpPr>
      <p:pic>
        <p:nvPicPr>
          <p:cNvPr id="58" name="图片 57"/>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48" name="图片占位符 47"/>
          <p:cNvSpPr>
            <a:spLocks noGrp="1"/>
          </p:cNvSpPr>
          <p:nvPr>
            <p:ph type="pic" sz="quarter" idx="31"/>
          </p:nvPr>
        </p:nvSpPr>
        <p:spPr>
          <a:xfrm>
            <a:off x="669868" y="3062205"/>
            <a:ext cx="2702712" cy="2106578"/>
          </a:xfrm>
          <a:custGeom>
            <a:avLst/>
            <a:gdLst>
              <a:gd name="connsiteX0" fmla="*/ 0 w 2712258"/>
              <a:gd name="connsiteY0" fmla="*/ 0 h 2106578"/>
              <a:gd name="connsiteX1" fmla="*/ 2712258 w 2712258"/>
              <a:gd name="connsiteY1" fmla="*/ 0 h 2106578"/>
              <a:gd name="connsiteX2" fmla="*/ 2712258 w 2712258"/>
              <a:gd name="connsiteY2" fmla="*/ 2106578 h 2106578"/>
              <a:gd name="connsiteX3" fmla="*/ 0 w 2712258"/>
              <a:gd name="connsiteY3" fmla="*/ 2106578 h 2106578"/>
            </a:gdLst>
            <a:ahLst/>
            <a:cxnLst>
              <a:cxn ang="0">
                <a:pos x="connsiteX0" y="connsiteY0"/>
              </a:cxn>
              <a:cxn ang="0">
                <a:pos x="connsiteX1" y="connsiteY1"/>
              </a:cxn>
              <a:cxn ang="0">
                <a:pos x="connsiteX2" y="connsiteY2"/>
              </a:cxn>
              <a:cxn ang="0">
                <a:pos x="connsiteX3" y="connsiteY3"/>
              </a:cxn>
            </a:cxnLst>
            <a:rect l="l" t="t" r="r" b="b"/>
            <a:pathLst>
              <a:path w="2712258" h="2106578">
                <a:moveTo>
                  <a:pt x="0" y="0"/>
                </a:moveTo>
                <a:lnTo>
                  <a:pt x="2712258" y="0"/>
                </a:lnTo>
                <a:lnTo>
                  <a:pt x="2712258" y="2106578"/>
                </a:lnTo>
                <a:lnTo>
                  <a:pt x="0" y="2106578"/>
                </a:lnTo>
                <a:close/>
              </a:path>
            </a:pathLst>
          </a:custGeom>
        </p:spPr>
        <p:txBody>
          <a:bodyPr wrap="square">
            <a:noAutofit/>
          </a:bodyPr>
          <a:lstStyle/>
          <a:p>
            <a:endParaRPr lang="zh-CN" altLang="en-US"/>
          </a:p>
        </p:txBody>
      </p:sp>
      <p:sp>
        <p:nvSpPr>
          <p:cNvPr id="8"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grpSp>
        <p:nvGrpSpPr>
          <p:cNvPr id="9" name="组合 8"/>
          <p:cNvGrpSpPr/>
          <p:nvPr userDrawn="1"/>
        </p:nvGrpSpPr>
        <p:grpSpPr>
          <a:xfrm>
            <a:off x="660400" y="344681"/>
            <a:ext cx="384771" cy="384771"/>
            <a:chOff x="669869" y="597306"/>
            <a:chExt cx="409972" cy="409973"/>
          </a:xfrm>
        </p:grpSpPr>
        <p:sp>
          <p:nvSpPr>
            <p:cNvPr id="10"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1"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2"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13" name="日期占位符 4"/>
          <p:cNvSpPr>
            <a:spLocks noGrp="1"/>
          </p:cNvSpPr>
          <p:nvPr>
            <p:ph type="dt" sz="half" idx="26"/>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14" name="灯片编号占位符 7"/>
          <p:cNvSpPr>
            <a:spLocks noGrp="1"/>
          </p:cNvSpPr>
          <p:nvPr>
            <p:ph type="sldNum" sz="quarter" idx="28"/>
          </p:nvPr>
        </p:nvSpPr>
        <p:spPr>
          <a:xfrm>
            <a:off x="8775700" y="6235702"/>
            <a:ext cx="2743200" cy="365125"/>
          </a:xfrm>
        </p:spPr>
        <p:txBody>
          <a:bodyPr/>
          <a:lstStyle/>
          <a:p>
            <a:fld id="{C79ECAFE-A460-4E13-ABCB-32CAE6136244}" type="slidenum">
              <a:rPr lang="zh-CN" altLang="en-US" smtClean="0"/>
            </a:fld>
            <a:endParaRPr lang="zh-CN" altLang="en-US" dirty="0"/>
          </a:p>
        </p:txBody>
      </p:sp>
      <p:sp>
        <p:nvSpPr>
          <p:cNvPr id="15" name="文本框 14"/>
          <p:cNvSpPr txBox="1"/>
          <p:nvPr userDrawn="1"/>
        </p:nvSpPr>
        <p:spPr>
          <a:xfrm>
            <a:off x="4104640" y="852965"/>
            <a:ext cx="3982720" cy="1107996"/>
          </a:xfrm>
          <a:prstGeom prst="rect">
            <a:avLst/>
          </a:prstGeom>
          <a:noFill/>
        </p:spPr>
        <p:txBody>
          <a:bodyPr wrap="square" lIns="90000" rtlCol="0">
            <a:spAutoFit/>
          </a:bodyPr>
          <a:lstStyle/>
          <a:p>
            <a:pPr algn="ctr"/>
            <a:r>
              <a:rPr lang="en-US" altLang="zh-CN" sz="6600" i="1" dirty="0">
                <a:solidFill>
                  <a:schemeClr val="bg1">
                    <a:lumMod val="95000"/>
                  </a:schemeClr>
                </a:solidFill>
              </a:rPr>
              <a:t>Our team</a:t>
            </a:r>
            <a:endParaRPr lang="zh-CN" altLang="en-US" sz="6600" i="1" dirty="0">
              <a:solidFill>
                <a:schemeClr val="bg1">
                  <a:lumMod val="95000"/>
                </a:schemeClr>
              </a:solidFill>
            </a:endParaRPr>
          </a:p>
        </p:txBody>
      </p:sp>
      <p:sp>
        <p:nvSpPr>
          <p:cNvPr id="16" name="文本占位符 26"/>
          <p:cNvSpPr>
            <a:spLocks noGrp="1"/>
          </p:cNvSpPr>
          <p:nvPr>
            <p:ph type="body" sz="quarter" idx="29" hasCustomPrompt="1"/>
          </p:nvPr>
        </p:nvSpPr>
        <p:spPr>
          <a:xfrm>
            <a:off x="4104640" y="1593828"/>
            <a:ext cx="3982720" cy="584775"/>
          </a:xfrm>
        </p:spPr>
        <p:txBody>
          <a:bodyPr lIns="90000">
            <a:spAutoFit/>
          </a:bodyPr>
          <a:lstStyle>
            <a:lvl1pPr marL="0" indent="0" algn="ctr">
              <a:lnSpc>
                <a:spcPct val="100000"/>
              </a:lnSpc>
              <a:buNone/>
              <a:defRPr sz="3200" b="1">
                <a:solidFill>
                  <a:schemeClr val="accent1"/>
                </a:solidFill>
              </a:defRPr>
            </a:lvl1pPr>
          </a:lstStyle>
          <a:p>
            <a:pPr lvl="0"/>
            <a:r>
              <a:rPr lang="zh-CN" altLang="en-US" dirty="0"/>
              <a:t>请输入你的团队名</a:t>
            </a:r>
            <a:endParaRPr lang="zh-CN" altLang="en-US" dirty="0"/>
          </a:p>
        </p:txBody>
      </p:sp>
      <p:sp>
        <p:nvSpPr>
          <p:cNvPr id="17" name="文本占位符 28"/>
          <p:cNvSpPr>
            <a:spLocks noGrp="1"/>
          </p:cNvSpPr>
          <p:nvPr>
            <p:ph type="body" sz="quarter" idx="30" hasCustomPrompt="1"/>
          </p:nvPr>
        </p:nvSpPr>
        <p:spPr>
          <a:xfrm>
            <a:off x="682883" y="2295279"/>
            <a:ext cx="10826234" cy="425698"/>
          </a:xfrm>
        </p:spPr>
        <p:txBody>
          <a:bodyPr wrap="square" lIns="90000">
            <a:normAutofit/>
          </a:bodyPr>
          <a:lstStyle>
            <a:lvl1pPr marL="0" indent="0" algn="ctr">
              <a:buNone/>
              <a:defRPr sz="1800"/>
            </a:lvl1pPr>
          </a:lstStyle>
          <a:p>
            <a:pPr lvl="0"/>
            <a:r>
              <a:rPr lang="zh-CN" altLang="en-US" dirty="0"/>
              <a:t>请输入你的团队介绍</a:t>
            </a:r>
            <a:endParaRPr lang="zh-CN" altLang="en-US" dirty="0"/>
          </a:p>
        </p:txBody>
      </p:sp>
      <p:sp>
        <p:nvSpPr>
          <p:cNvPr id="33" name="文本占位符 11"/>
          <p:cNvSpPr>
            <a:spLocks noGrp="1"/>
          </p:cNvSpPr>
          <p:nvPr>
            <p:ph type="body" sz="quarter" idx="22" hasCustomPrompt="1"/>
          </p:nvPr>
        </p:nvSpPr>
        <p:spPr>
          <a:xfrm>
            <a:off x="660322" y="5732617"/>
            <a:ext cx="2712258" cy="400110"/>
          </a:xfrm>
          <a:prstGeom prst="rect">
            <a:avLst/>
          </a:prstGeom>
        </p:spPr>
        <p:txBody>
          <a:bodyPr>
            <a:norm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34" name="文本占位符 11"/>
          <p:cNvSpPr>
            <a:spLocks noGrp="1"/>
          </p:cNvSpPr>
          <p:nvPr>
            <p:ph type="body" sz="quarter" idx="36" hasCustomPrompt="1"/>
          </p:nvPr>
        </p:nvSpPr>
        <p:spPr>
          <a:xfrm>
            <a:off x="660400" y="5327590"/>
            <a:ext cx="2712258" cy="400110"/>
          </a:xfrm>
          <a:prstGeom prst="rect">
            <a:avLst/>
          </a:prstGeom>
        </p:spPr>
        <p:txBody>
          <a:bodyPr wrap="square">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1</a:t>
            </a:r>
            <a:endParaRPr lang="zh-CN" altLang="en-US" dirty="0"/>
          </a:p>
        </p:txBody>
      </p:sp>
      <p:sp>
        <p:nvSpPr>
          <p:cNvPr id="41" name="文本占位符 11"/>
          <p:cNvSpPr>
            <a:spLocks noGrp="1"/>
          </p:cNvSpPr>
          <p:nvPr>
            <p:ph type="body" sz="quarter" idx="37" hasCustomPrompt="1"/>
          </p:nvPr>
        </p:nvSpPr>
        <p:spPr>
          <a:xfrm>
            <a:off x="3382047" y="5732616"/>
            <a:ext cx="2712258" cy="401484"/>
          </a:xfrm>
          <a:prstGeom prst="rect">
            <a:avLst/>
          </a:prstGeom>
        </p:spPr>
        <p:txBody>
          <a:bodyPr>
            <a:norm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42" name="文本占位符 11"/>
          <p:cNvSpPr>
            <a:spLocks noGrp="1"/>
          </p:cNvSpPr>
          <p:nvPr>
            <p:ph type="body" sz="quarter" idx="38" hasCustomPrompt="1"/>
          </p:nvPr>
        </p:nvSpPr>
        <p:spPr>
          <a:xfrm>
            <a:off x="3382125" y="5327590"/>
            <a:ext cx="2712258" cy="400110"/>
          </a:xfrm>
          <a:prstGeom prst="rect">
            <a:avLst/>
          </a:prstGeom>
        </p:spPr>
        <p:txBody>
          <a:bodyPr wrap="square">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2</a:t>
            </a:r>
            <a:endParaRPr lang="zh-CN" altLang="en-US" dirty="0"/>
          </a:p>
        </p:txBody>
      </p:sp>
      <p:sp>
        <p:nvSpPr>
          <p:cNvPr id="43" name="文本占位符 11"/>
          <p:cNvSpPr>
            <a:spLocks noGrp="1"/>
          </p:cNvSpPr>
          <p:nvPr>
            <p:ph type="body" sz="quarter" idx="39" hasCustomPrompt="1"/>
          </p:nvPr>
        </p:nvSpPr>
        <p:spPr>
          <a:xfrm>
            <a:off x="6103772" y="5732616"/>
            <a:ext cx="2712258" cy="401484"/>
          </a:xfrm>
          <a:prstGeom prst="rect">
            <a:avLst/>
          </a:prstGeom>
        </p:spPr>
        <p:txBody>
          <a:bodyPr>
            <a:norm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44" name="文本占位符 11"/>
          <p:cNvSpPr>
            <a:spLocks noGrp="1"/>
          </p:cNvSpPr>
          <p:nvPr>
            <p:ph type="body" sz="quarter" idx="40" hasCustomPrompt="1"/>
          </p:nvPr>
        </p:nvSpPr>
        <p:spPr>
          <a:xfrm>
            <a:off x="6103850" y="5327590"/>
            <a:ext cx="2712258" cy="400110"/>
          </a:xfrm>
          <a:prstGeom prst="rect">
            <a:avLst/>
          </a:prstGeom>
        </p:spPr>
        <p:txBody>
          <a:bodyPr wrap="square">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3</a:t>
            </a:r>
            <a:endParaRPr lang="zh-CN" altLang="en-US" dirty="0"/>
          </a:p>
        </p:txBody>
      </p:sp>
      <p:sp>
        <p:nvSpPr>
          <p:cNvPr id="45" name="文本占位符 11"/>
          <p:cNvSpPr>
            <a:spLocks noGrp="1"/>
          </p:cNvSpPr>
          <p:nvPr>
            <p:ph type="body" sz="quarter" idx="41" hasCustomPrompt="1"/>
          </p:nvPr>
        </p:nvSpPr>
        <p:spPr>
          <a:xfrm>
            <a:off x="8825497" y="5732616"/>
            <a:ext cx="2693323" cy="400110"/>
          </a:xfrm>
          <a:prstGeom prst="rect">
            <a:avLst/>
          </a:prstGeom>
        </p:spPr>
        <p:txBody>
          <a:bodyPr>
            <a:norm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46" name="文本占位符 11"/>
          <p:cNvSpPr>
            <a:spLocks noGrp="1"/>
          </p:cNvSpPr>
          <p:nvPr>
            <p:ph type="body" sz="quarter" idx="42" hasCustomPrompt="1"/>
          </p:nvPr>
        </p:nvSpPr>
        <p:spPr>
          <a:xfrm>
            <a:off x="8825575" y="5327590"/>
            <a:ext cx="2693323" cy="400110"/>
          </a:xfrm>
          <a:prstGeom prst="rect">
            <a:avLst/>
          </a:prstGeom>
        </p:spPr>
        <p:txBody>
          <a:bodyPr wrap="square">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4</a:t>
            </a:r>
            <a:endParaRPr lang="zh-CN" altLang="en-US" dirty="0"/>
          </a:p>
        </p:txBody>
      </p:sp>
      <p:sp>
        <p:nvSpPr>
          <p:cNvPr id="55" name="图片占位符 54"/>
          <p:cNvSpPr>
            <a:spLocks noGrp="1"/>
          </p:cNvSpPr>
          <p:nvPr>
            <p:ph type="pic" sz="quarter" idx="43"/>
          </p:nvPr>
        </p:nvSpPr>
        <p:spPr>
          <a:xfrm>
            <a:off x="3382047" y="3062205"/>
            <a:ext cx="2702712" cy="2106578"/>
          </a:xfrm>
          <a:custGeom>
            <a:avLst/>
            <a:gdLst>
              <a:gd name="connsiteX0" fmla="*/ 0 w 2712258"/>
              <a:gd name="connsiteY0" fmla="*/ 0 h 2106578"/>
              <a:gd name="connsiteX1" fmla="*/ 2712258 w 2712258"/>
              <a:gd name="connsiteY1" fmla="*/ 0 h 2106578"/>
              <a:gd name="connsiteX2" fmla="*/ 2712258 w 2712258"/>
              <a:gd name="connsiteY2" fmla="*/ 2106578 h 2106578"/>
              <a:gd name="connsiteX3" fmla="*/ 0 w 2712258"/>
              <a:gd name="connsiteY3" fmla="*/ 2106578 h 2106578"/>
            </a:gdLst>
            <a:ahLst/>
            <a:cxnLst>
              <a:cxn ang="0">
                <a:pos x="connsiteX0" y="connsiteY0"/>
              </a:cxn>
              <a:cxn ang="0">
                <a:pos x="connsiteX1" y="connsiteY1"/>
              </a:cxn>
              <a:cxn ang="0">
                <a:pos x="connsiteX2" y="connsiteY2"/>
              </a:cxn>
              <a:cxn ang="0">
                <a:pos x="connsiteX3" y="connsiteY3"/>
              </a:cxn>
            </a:cxnLst>
            <a:rect l="l" t="t" r="r" b="b"/>
            <a:pathLst>
              <a:path w="2712258" h="2106578">
                <a:moveTo>
                  <a:pt x="0" y="0"/>
                </a:moveTo>
                <a:lnTo>
                  <a:pt x="2712258" y="0"/>
                </a:lnTo>
                <a:lnTo>
                  <a:pt x="2712258" y="2106578"/>
                </a:lnTo>
                <a:lnTo>
                  <a:pt x="0" y="2106578"/>
                </a:lnTo>
                <a:close/>
              </a:path>
            </a:pathLst>
          </a:custGeom>
        </p:spPr>
        <p:txBody>
          <a:bodyPr wrap="square">
            <a:noAutofit/>
          </a:bodyPr>
          <a:lstStyle/>
          <a:p>
            <a:endParaRPr lang="zh-CN" altLang="en-US"/>
          </a:p>
        </p:txBody>
      </p:sp>
      <p:sp>
        <p:nvSpPr>
          <p:cNvPr id="56" name="图片占位符 55"/>
          <p:cNvSpPr>
            <a:spLocks noGrp="1"/>
          </p:cNvSpPr>
          <p:nvPr>
            <p:ph type="pic" sz="quarter" idx="44"/>
          </p:nvPr>
        </p:nvSpPr>
        <p:spPr>
          <a:xfrm>
            <a:off x="6094226" y="3062205"/>
            <a:ext cx="2702712" cy="2106578"/>
          </a:xfrm>
          <a:custGeom>
            <a:avLst/>
            <a:gdLst>
              <a:gd name="connsiteX0" fmla="*/ 0 w 2712258"/>
              <a:gd name="connsiteY0" fmla="*/ 0 h 2106578"/>
              <a:gd name="connsiteX1" fmla="*/ 2712258 w 2712258"/>
              <a:gd name="connsiteY1" fmla="*/ 0 h 2106578"/>
              <a:gd name="connsiteX2" fmla="*/ 2712258 w 2712258"/>
              <a:gd name="connsiteY2" fmla="*/ 2106578 h 2106578"/>
              <a:gd name="connsiteX3" fmla="*/ 0 w 2712258"/>
              <a:gd name="connsiteY3" fmla="*/ 2106578 h 2106578"/>
            </a:gdLst>
            <a:ahLst/>
            <a:cxnLst>
              <a:cxn ang="0">
                <a:pos x="connsiteX0" y="connsiteY0"/>
              </a:cxn>
              <a:cxn ang="0">
                <a:pos x="connsiteX1" y="connsiteY1"/>
              </a:cxn>
              <a:cxn ang="0">
                <a:pos x="connsiteX2" y="connsiteY2"/>
              </a:cxn>
              <a:cxn ang="0">
                <a:pos x="connsiteX3" y="connsiteY3"/>
              </a:cxn>
            </a:cxnLst>
            <a:rect l="l" t="t" r="r" b="b"/>
            <a:pathLst>
              <a:path w="2712258" h="2106578">
                <a:moveTo>
                  <a:pt x="0" y="0"/>
                </a:moveTo>
                <a:lnTo>
                  <a:pt x="2712258" y="0"/>
                </a:lnTo>
                <a:lnTo>
                  <a:pt x="2712258" y="2106578"/>
                </a:lnTo>
                <a:lnTo>
                  <a:pt x="0" y="2106578"/>
                </a:lnTo>
                <a:close/>
              </a:path>
            </a:pathLst>
          </a:custGeom>
        </p:spPr>
        <p:txBody>
          <a:bodyPr wrap="square">
            <a:noAutofit/>
          </a:bodyPr>
          <a:lstStyle/>
          <a:p>
            <a:endParaRPr lang="zh-CN" altLang="en-US"/>
          </a:p>
        </p:txBody>
      </p:sp>
      <p:sp>
        <p:nvSpPr>
          <p:cNvPr id="57" name="图片占位符 56"/>
          <p:cNvSpPr>
            <a:spLocks noGrp="1"/>
          </p:cNvSpPr>
          <p:nvPr>
            <p:ph type="pic" sz="quarter" idx="45"/>
          </p:nvPr>
        </p:nvSpPr>
        <p:spPr>
          <a:xfrm>
            <a:off x="8806405" y="3062205"/>
            <a:ext cx="2702712" cy="2106578"/>
          </a:xfrm>
          <a:custGeom>
            <a:avLst/>
            <a:gdLst>
              <a:gd name="connsiteX0" fmla="*/ 0 w 2712258"/>
              <a:gd name="connsiteY0" fmla="*/ 0 h 2106578"/>
              <a:gd name="connsiteX1" fmla="*/ 2712258 w 2712258"/>
              <a:gd name="connsiteY1" fmla="*/ 0 h 2106578"/>
              <a:gd name="connsiteX2" fmla="*/ 2712258 w 2712258"/>
              <a:gd name="connsiteY2" fmla="*/ 2106578 h 2106578"/>
              <a:gd name="connsiteX3" fmla="*/ 0 w 2712258"/>
              <a:gd name="connsiteY3" fmla="*/ 2106578 h 2106578"/>
            </a:gdLst>
            <a:ahLst/>
            <a:cxnLst>
              <a:cxn ang="0">
                <a:pos x="connsiteX0" y="connsiteY0"/>
              </a:cxn>
              <a:cxn ang="0">
                <a:pos x="connsiteX1" y="connsiteY1"/>
              </a:cxn>
              <a:cxn ang="0">
                <a:pos x="connsiteX2" y="connsiteY2"/>
              </a:cxn>
              <a:cxn ang="0">
                <a:pos x="connsiteX3" y="connsiteY3"/>
              </a:cxn>
            </a:cxnLst>
            <a:rect l="l" t="t" r="r" b="b"/>
            <a:pathLst>
              <a:path w="2712258" h="2106578">
                <a:moveTo>
                  <a:pt x="0" y="0"/>
                </a:moveTo>
                <a:lnTo>
                  <a:pt x="2712258" y="0"/>
                </a:lnTo>
                <a:lnTo>
                  <a:pt x="2712258" y="2106578"/>
                </a:lnTo>
                <a:lnTo>
                  <a:pt x="0" y="2106578"/>
                </a:lnTo>
                <a:close/>
              </a:path>
            </a:pathLst>
          </a:custGeom>
        </p:spPr>
        <p:txBody>
          <a:bodyPr wrap="square">
            <a:noAutofit/>
          </a:bodyPr>
          <a:lstStyle/>
          <a:p>
            <a:endParaRPr lang="zh-CN" altLang="en-US"/>
          </a:p>
        </p:txBody>
      </p:sp>
      <p:cxnSp>
        <p:nvCxnSpPr>
          <p:cNvPr id="27" name="直接连接符 26"/>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8" name="图片 2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仅标题（主副标题）">
    <p:spTree>
      <p:nvGrpSpPr>
        <p:cNvPr id="1" name=""/>
        <p:cNvGrpSpPr/>
        <p:nvPr/>
      </p:nvGrpSpPr>
      <p:grpSpPr>
        <a:xfrm>
          <a:off x="0" y="0"/>
          <a:ext cx="0" cy="0"/>
          <a:chOff x="0" y="0"/>
          <a:chExt cx="0" cy="0"/>
        </a:xfrm>
      </p:grpSpPr>
      <p:pic>
        <p:nvPicPr>
          <p:cNvPr id="13" name="图片 12"/>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68"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sp>
        <p:nvSpPr>
          <p:cNvPr id="69" name="文本占位符 67"/>
          <p:cNvSpPr>
            <a:spLocks noGrp="1"/>
          </p:cNvSpPr>
          <p:nvPr>
            <p:ph type="body" sz="quarter" idx="12" hasCustomPrompt="1"/>
          </p:nvPr>
        </p:nvSpPr>
        <p:spPr>
          <a:xfrm>
            <a:off x="3950574" y="1119503"/>
            <a:ext cx="4290852" cy="585866"/>
          </a:xfrm>
          <a:prstGeom prst="rect">
            <a:avLst/>
          </a:prstGeom>
        </p:spPr>
        <p:txBody>
          <a:bodyPr lIns="90000" bIns="46800">
            <a:spAutoFit/>
          </a:bodyPr>
          <a:lstStyle>
            <a:lvl1pPr marL="0" indent="0" algn="ctr">
              <a:lnSpc>
                <a:spcPct val="100000"/>
              </a:lnSpc>
              <a:buNone/>
              <a:defRPr sz="3200" b="1">
                <a:solidFill>
                  <a:schemeClr val="accent1"/>
                </a:solidFill>
                <a:latin typeface="+mj-ea"/>
                <a:ea typeface="+mj-ea"/>
              </a:defRPr>
            </a:lvl1pPr>
          </a:lstStyle>
          <a:p>
            <a:pPr lvl="0"/>
            <a:r>
              <a:rPr lang="zh-CN" altLang="en-US" dirty="0"/>
              <a:t>请输入你的主标题</a:t>
            </a:r>
            <a:endParaRPr lang="zh-CN" altLang="en-US" dirty="0"/>
          </a:p>
        </p:txBody>
      </p:sp>
      <p:sp>
        <p:nvSpPr>
          <p:cNvPr id="72" name="文本占位符 67"/>
          <p:cNvSpPr>
            <a:spLocks noGrp="1"/>
          </p:cNvSpPr>
          <p:nvPr>
            <p:ph type="body" sz="quarter" idx="13" hasCustomPrompt="1"/>
          </p:nvPr>
        </p:nvSpPr>
        <p:spPr>
          <a:xfrm>
            <a:off x="3950574" y="1740158"/>
            <a:ext cx="4290852" cy="462755"/>
          </a:xfrm>
          <a:prstGeom prst="rect">
            <a:avLst/>
          </a:prstGeom>
        </p:spPr>
        <p:txBody>
          <a:bodyPr lIns="90000" bIns="46800">
            <a:spAutoFit/>
          </a:bodyPr>
          <a:lstStyle>
            <a:lvl1pPr marL="0" indent="0" algn="ctr">
              <a:lnSpc>
                <a:spcPct val="100000"/>
              </a:lnSpc>
              <a:buNone/>
              <a:defRPr sz="2400" b="1">
                <a:solidFill>
                  <a:schemeClr val="accent1"/>
                </a:solidFill>
                <a:latin typeface="+mj-ea"/>
                <a:ea typeface="+mj-ea"/>
              </a:defRPr>
            </a:lvl1pPr>
          </a:lstStyle>
          <a:p>
            <a:pPr lvl="0"/>
            <a:r>
              <a:rPr lang="zh-CN" altLang="en-US" dirty="0"/>
              <a:t>请输入你的副标题</a:t>
            </a:r>
            <a:endParaRPr lang="zh-CN" altLang="en-US" dirty="0"/>
          </a:p>
        </p:txBody>
      </p:sp>
      <p:sp>
        <p:nvSpPr>
          <p:cNvPr id="3" name="日期占位符 2"/>
          <p:cNvSpPr>
            <a:spLocks noGrp="1"/>
          </p:cNvSpPr>
          <p:nvPr>
            <p:ph type="dt" sz="half" idx="14"/>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5" name="灯片编号占位符 4"/>
          <p:cNvSpPr>
            <a:spLocks noGrp="1"/>
          </p:cNvSpPr>
          <p:nvPr>
            <p:ph type="sldNum" sz="quarter" idx="16"/>
          </p:nvPr>
        </p:nvSpPr>
        <p:spPr/>
        <p:txBody>
          <a:bodyPr/>
          <a:lstStyle/>
          <a:p>
            <a:fld id="{C79ECAFE-A460-4E13-ABCB-32CAE6136244}" type="slidenum">
              <a:rPr lang="zh-CN" altLang="en-US" smtClean="0"/>
            </a:fld>
            <a:endParaRPr lang="zh-CN" altLang="en-US" dirty="0"/>
          </a:p>
        </p:txBody>
      </p:sp>
      <p:grpSp>
        <p:nvGrpSpPr>
          <p:cNvPr id="18" name="组合 17"/>
          <p:cNvGrpSpPr/>
          <p:nvPr userDrawn="1"/>
        </p:nvGrpSpPr>
        <p:grpSpPr>
          <a:xfrm>
            <a:off x="660400" y="344681"/>
            <a:ext cx="384771" cy="384771"/>
            <a:chOff x="669869" y="597306"/>
            <a:chExt cx="409972" cy="409973"/>
          </a:xfrm>
        </p:grpSpPr>
        <p:sp>
          <p:nvSpPr>
            <p:cNvPr id="19"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0"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2"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cxnSp>
        <p:nvCxnSpPr>
          <p:cNvPr id="14" name="直接连接符 13"/>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5" name="图片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仅标题（无主副标题）">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25"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grpSp>
        <p:nvGrpSpPr>
          <p:cNvPr id="16" name="组合 15"/>
          <p:cNvGrpSpPr/>
          <p:nvPr userDrawn="1"/>
        </p:nvGrpSpPr>
        <p:grpSpPr>
          <a:xfrm>
            <a:off x="660400" y="344681"/>
            <a:ext cx="384771" cy="384771"/>
            <a:chOff x="669869" y="597306"/>
            <a:chExt cx="409972" cy="409973"/>
          </a:xfrm>
        </p:grpSpPr>
        <p:sp>
          <p:nvSpPr>
            <p:cNvPr id="17"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8"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6"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4" name="日期占位符 3"/>
          <p:cNvSpPr>
            <a:spLocks noGrp="1"/>
          </p:cNvSpPr>
          <p:nvPr>
            <p:ph type="dt" sz="half" idx="12"/>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7" name="灯片编号占位符 6"/>
          <p:cNvSpPr>
            <a:spLocks noGrp="1"/>
          </p:cNvSpPr>
          <p:nvPr>
            <p:ph type="sldNum" sz="quarter" idx="14"/>
          </p:nvPr>
        </p:nvSpPr>
        <p:spPr/>
        <p:txBody>
          <a:bodyPr/>
          <a:lstStyle/>
          <a:p>
            <a:fld id="{C79ECAFE-A460-4E13-ABCB-32CAE6136244}" type="slidenum">
              <a:rPr lang="zh-CN" altLang="en-US" smtClean="0"/>
            </a:fld>
            <a:endParaRPr lang="zh-CN" altLang="en-US" dirty="0"/>
          </a:p>
        </p:txBody>
      </p:sp>
      <p:cxnSp>
        <p:nvCxnSpPr>
          <p:cNvPr id="12" name="直接连接符 11"/>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图文-1）">
    <p:spTree>
      <p:nvGrpSpPr>
        <p:cNvPr id="1" name=""/>
        <p:cNvGrpSpPr/>
        <p:nvPr/>
      </p:nvGrpSpPr>
      <p:grpSpPr>
        <a:xfrm>
          <a:off x="0" y="0"/>
          <a:ext cx="0" cy="0"/>
          <a:chOff x="0" y="0"/>
          <a:chExt cx="0" cy="0"/>
        </a:xfrm>
      </p:grpSpPr>
      <p:pic>
        <p:nvPicPr>
          <p:cNvPr id="28" name="图片 27"/>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61" name="椭圆 60"/>
          <p:cNvSpPr/>
          <p:nvPr userDrawn="1"/>
        </p:nvSpPr>
        <p:spPr>
          <a:xfrm>
            <a:off x="5194921" y="1699260"/>
            <a:ext cx="1789458" cy="181313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62" name="椭圆 61"/>
          <p:cNvSpPr/>
          <p:nvPr userDrawn="1"/>
        </p:nvSpPr>
        <p:spPr>
          <a:xfrm>
            <a:off x="8999857" y="1699260"/>
            <a:ext cx="1789458" cy="181313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0" name="椭圆 29"/>
          <p:cNvSpPr/>
          <p:nvPr userDrawn="1"/>
        </p:nvSpPr>
        <p:spPr>
          <a:xfrm>
            <a:off x="1389985" y="1699260"/>
            <a:ext cx="1789458" cy="181313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54" name="图片占位符 53"/>
          <p:cNvSpPr>
            <a:spLocks noGrp="1"/>
          </p:cNvSpPr>
          <p:nvPr>
            <p:ph type="pic" sz="quarter" idx="12"/>
          </p:nvPr>
        </p:nvSpPr>
        <p:spPr>
          <a:xfrm>
            <a:off x="1437869" y="1747777"/>
            <a:ext cx="1693690" cy="1716096"/>
          </a:xfrm>
          <a:custGeom>
            <a:avLst/>
            <a:gdLst>
              <a:gd name="connsiteX0" fmla="*/ 846845 w 1693690"/>
              <a:gd name="connsiteY0" fmla="*/ 0 h 1716096"/>
              <a:gd name="connsiteX1" fmla="*/ 1693690 w 1693690"/>
              <a:gd name="connsiteY1" fmla="*/ 858048 h 1716096"/>
              <a:gd name="connsiteX2" fmla="*/ 846845 w 1693690"/>
              <a:gd name="connsiteY2" fmla="*/ 1716096 h 1716096"/>
              <a:gd name="connsiteX3" fmla="*/ 0 w 1693690"/>
              <a:gd name="connsiteY3" fmla="*/ 858048 h 1716096"/>
              <a:gd name="connsiteX4" fmla="*/ 846845 w 1693690"/>
              <a:gd name="connsiteY4" fmla="*/ 0 h 1716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3690" h="1716096">
                <a:moveTo>
                  <a:pt x="846845" y="0"/>
                </a:moveTo>
                <a:cubicBezTo>
                  <a:pt x="1314545" y="0"/>
                  <a:pt x="1693690" y="384161"/>
                  <a:pt x="1693690" y="858048"/>
                </a:cubicBezTo>
                <a:cubicBezTo>
                  <a:pt x="1693690" y="1331935"/>
                  <a:pt x="1314545" y="1716096"/>
                  <a:pt x="846845" y="1716096"/>
                </a:cubicBezTo>
                <a:cubicBezTo>
                  <a:pt x="379145" y="1716096"/>
                  <a:pt x="0" y="1331935"/>
                  <a:pt x="0" y="858048"/>
                </a:cubicBezTo>
                <a:cubicBezTo>
                  <a:pt x="0" y="384161"/>
                  <a:pt x="379145" y="0"/>
                  <a:pt x="846845" y="0"/>
                </a:cubicBezTo>
                <a:close/>
              </a:path>
            </a:pathLst>
          </a:custGeom>
        </p:spPr>
        <p:txBody>
          <a:bodyPr wrap="square">
            <a:noAutofit/>
          </a:bodyPr>
          <a:lstStyle>
            <a:lvl1pPr algn="ctr">
              <a:defRPr/>
            </a:lvl1pPr>
          </a:lstStyle>
          <a:p>
            <a:endParaRPr lang="zh-CN" altLang="en-US" dirty="0"/>
          </a:p>
        </p:txBody>
      </p:sp>
      <p:sp>
        <p:nvSpPr>
          <p:cNvPr id="25"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sp>
        <p:nvSpPr>
          <p:cNvPr id="29" name="矩形 28"/>
          <p:cNvSpPr/>
          <p:nvPr userDrawn="1"/>
        </p:nvSpPr>
        <p:spPr>
          <a:xfrm>
            <a:off x="660400" y="2730417"/>
            <a:ext cx="3248628" cy="3403683"/>
          </a:xfrm>
          <a:prstGeom prst="rect">
            <a:avLst/>
          </a:prstGeom>
          <a:no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2" name="矩形 31"/>
          <p:cNvSpPr/>
          <p:nvPr userDrawn="1"/>
        </p:nvSpPr>
        <p:spPr>
          <a:xfrm>
            <a:off x="8270272" y="2730417"/>
            <a:ext cx="3248628" cy="3403683"/>
          </a:xfrm>
          <a:prstGeom prst="rect">
            <a:avLst/>
          </a:prstGeom>
          <a:no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41" name="矩形 40"/>
          <p:cNvSpPr/>
          <p:nvPr userDrawn="1"/>
        </p:nvSpPr>
        <p:spPr>
          <a:xfrm>
            <a:off x="4465336" y="2730417"/>
            <a:ext cx="3248628" cy="3403683"/>
          </a:xfrm>
          <a:prstGeom prst="rect">
            <a:avLst/>
          </a:prstGeom>
          <a:no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59" name="图片占位符 58"/>
          <p:cNvSpPr>
            <a:spLocks noGrp="1"/>
          </p:cNvSpPr>
          <p:nvPr>
            <p:ph type="pic" sz="quarter" idx="13"/>
          </p:nvPr>
        </p:nvSpPr>
        <p:spPr>
          <a:xfrm>
            <a:off x="5242805" y="1747777"/>
            <a:ext cx="1693690" cy="1716096"/>
          </a:xfrm>
          <a:custGeom>
            <a:avLst/>
            <a:gdLst>
              <a:gd name="connsiteX0" fmla="*/ 846845 w 1693690"/>
              <a:gd name="connsiteY0" fmla="*/ 0 h 1716096"/>
              <a:gd name="connsiteX1" fmla="*/ 1693690 w 1693690"/>
              <a:gd name="connsiteY1" fmla="*/ 858048 h 1716096"/>
              <a:gd name="connsiteX2" fmla="*/ 846845 w 1693690"/>
              <a:gd name="connsiteY2" fmla="*/ 1716096 h 1716096"/>
              <a:gd name="connsiteX3" fmla="*/ 0 w 1693690"/>
              <a:gd name="connsiteY3" fmla="*/ 858048 h 1716096"/>
              <a:gd name="connsiteX4" fmla="*/ 846845 w 1693690"/>
              <a:gd name="connsiteY4" fmla="*/ 0 h 1716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3690" h="1716096">
                <a:moveTo>
                  <a:pt x="846845" y="0"/>
                </a:moveTo>
                <a:cubicBezTo>
                  <a:pt x="1314545" y="0"/>
                  <a:pt x="1693690" y="384161"/>
                  <a:pt x="1693690" y="858048"/>
                </a:cubicBezTo>
                <a:cubicBezTo>
                  <a:pt x="1693690" y="1331935"/>
                  <a:pt x="1314545" y="1716096"/>
                  <a:pt x="846845" y="1716096"/>
                </a:cubicBezTo>
                <a:cubicBezTo>
                  <a:pt x="379145" y="1716096"/>
                  <a:pt x="0" y="1331935"/>
                  <a:pt x="0" y="858048"/>
                </a:cubicBezTo>
                <a:cubicBezTo>
                  <a:pt x="0" y="384161"/>
                  <a:pt x="379145" y="0"/>
                  <a:pt x="846845" y="0"/>
                </a:cubicBezTo>
                <a:close/>
              </a:path>
            </a:pathLst>
          </a:custGeom>
        </p:spPr>
        <p:txBody>
          <a:bodyPr wrap="square">
            <a:noAutofit/>
          </a:bodyPr>
          <a:lstStyle>
            <a:lvl1pPr algn="ctr">
              <a:defRPr/>
            </a:lvl1pPr>
          </a:lstStyle>
          <a:p>
            <a:endParaRPr lang="zh-CN" altLang="en-US" dirty="0"/>
          </a:p>
        </p:txBody>
      </p:sp>
      <p:sp>
        <p:nvSpPr>
          <p:cNvPr id="60" name="图片占位符 59"/>
          <p:cNvSpPr>
            <a:spLocks noGrp="1"/>
          </p:cNvSpPr>
          <p:nvPr>
            <p:ph type="pic" sz="quarter" idx="14"/>
          </p:nvPr>
        </p:nvSpPr>
        <p:spPr>
          <a:xfrm>
            <a:off x="9047741" y="1747777"/>
            <a:ext cx="1693690" cy="1716096"/>
          </a:xfrm>
          <a:custGeom>
            <a:avLst/>
            <a:gdLst>
              <a:gd name="connsiteX0" fmla="*/ 846845 w 1693690"/>
              <a:gd name="connsiteY0" fmla="*/ 0 h 1716096"/>
              <a:gd name="connsiteX1" fmla="*/ 1693690 w 1693690"/>
              <a:gd name="connsiteY1" fmla="*/ 858048 h 1716096"/>
              <a:gd name="connsiteX2" fmla="*/ 846845 w 1693690"/>
              <a:gd name="connsiteY2" fmla="*/ 1716096 h 1716096"/>
              <a:gd name="connsiteX3" fmla="*/ 0 w 1693690"/>
              <a:gd name="connsiteY3" fmla="*/ 858048 h 1716096"/>
              <a:gd name="connsiteX4" fmla="*/ 846845 w 1693690"/>
              <a:gd name="connsiteY4" fmla="*/ 0 h 1716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3690" h="1716096">
                <a:moveTo>
                  <a:pt x="846845" y="0"/>
                </a:moveTo>
                <a:cubicBezTo>
                  <a:pt x="1314545" y="0"/>
                  <a:pt x="1693690" y="384161"/>
                  <a:pt x="1693690" y="858048"/>
                </a:cubicBezTo>
                <a:cubicBezTo>
                  <a:pt x="1693690" y="1331935"/>
                  <a:pt x="1314545" y="1716096"/>
                  <a:pt x="846845" y="1716096"/>
                </a:cubicBezTo>
                <a:cubicBezTo>
                  <a:pt x="379145" y="1716096"/>
                  <a:pt x="0" y="1331935"/>
                  <a:pt x="0" y="858048"/>
                </a:cubicBezTo>
                <a:cubicBezTo>
                  <a:pt x="0" y="384161"/>
                  <a:pt x="379145" y="0"/>
                  <a:pt x="846845" y="0"/>
                </a:cubicBezTo>
                <a:close/>
              </a:path>
            </a:pathLst>
          </a:custGeom>
        </p:spPr>
        <p:txBody>
          <a:bodyPr wrap="square">
            <a:noAutofit/>
          </a:bodyPr>
          <a:lstStyle>
            <a:lvl1pPr algn="ctr">
              <a:defRPr/>
            </a:lvl1pPr>
          </a:lstStyle>
          <a:p>
            <a:endParaRPr lang="zh-CN" altLang="en-US"/>
          </a:p>
        </p:txBody>
      </p:sp>
      <p:sp>
        <p:nvSpPr>
          <p:cNvPr id="63" name="文本占位符 8"/>
          <p:cNvSpPr>
            <a:spLocks noGrp="1"/>
          </p:cNvSpPr>
          <p:nvPr>
            <p:ph type="body" sz="quarter" idx="15" hasCustomPrompt="1"/>
          </p:nvPr>
        </p:nvSpPr>
        <p:spPr>
          <a:xfrm>
            <a:off x="943753" y="3648867"/>
            <a:ext cx="2681922" cy="394002"/>
          </a:xfrm>
          <a:prstGeom prst="rect">
            <a:avLst/>
          </a:prstGeom>
        </p:spPr>
        <p:txBody>
          <a:bodyPr>
            <a:noAutofit/>
          </a:bodyPr>
          <a:lstStyle>
            <a:lvl1pPr marL="0" indent="0" algn="ctr">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66" name="文本占位符 11"/>
          <p:cNvSpPr>
            <a:spLocks noGrp="1"/>
          </p:cNvSpPr>
          <p:nvPr>
            <p:ph type="body" sz="quarter" idx="16" hasCustomPrompt="1"/>
          </p:nvPr>
        </p:nvSpPr>
        <p:spPr>
          <a:xfrm>
            <a:off x="822334" y="4325324"/>
            <a:ext cx="2924760" cy="1477328"/>
          </a:xfrm>
          <a:prstGeom prst="rect">
            <a:avLst/>
          </a:prstGeom>
        </p:spPr>
        <p:txBody>
          <a:bodyPr>
            <a:noAutofit/>
          </a:bodyPr>
          <a:lstStyle>
            <a:lvl1pPr marL="0" indent="0" algn="ctr">
              <a:lnSpc>
                <a:spcPct val="130000"/>
              </a:lnSpc>
              <a:buNone/>
              <a:defRPr sz="1800"/>
            </a:lvl1pPr>
          </a:lstStyle>
          <a:p>
            <a:pPr lvl="0"/>
            <a:r>
              <a:rPr lang="zh-CN" altLang="en-US" dirty="0"/>
              <a:t>请输入你的内容</a:t>
            </a:r>
            <a:endParaRPr lang="zh-CN" altLang="en-US" dirty="0"/>
          </a:p>
        </p:txBody>
      </p:sp>
      <p:sp>
        <p:nvSpPr>
          <p:cNvPr id="67" name="文本占位符 8"/>
          <p:cNvSpPr>
            <a:spLocks noGrp="1"/>
          </p:cNvSpPr>
          <p:nvPr>
            <p:ph type="body" sz="quarter" idx="17" hasCustomPrompt="1"/>
          </p:nvPr>
        </p:nvSpPr>
        <p:spPr>
          <a:xfrm>
            <a:off x="4748689" y="3648867"/>
            <a:ext cx="2681922" cy="394002"/>
          </a:xfrm>
          <a:prstGeom prst="rect">
            <a:avLst/>
          </a:prstGeom>
        </p:spPr>
        <p:txBody>
          <a:bodyPr>
            <a:noAutofit/>
          </a:bodyPr>
          <a:lstStyle>
            <a:lvl1pPr marL="0" indent="0" algn="ctr">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68" name="文本占位符 11"/>
          <p:cNvSpPr>
            <a:spLocks noGrp="1"/>
          </p:cNvSpPr>
          <p:nvPr>
            <p:ph type="body" sz="quarter" idx="18" hasCustomPrompt="1"/>
          </p:nvPr>
        </p:nvSpPr>
        <p:spPr>
          <a:xfrm>
            <a:off x="4627270" y="4325324"/>
            <a:ext cx="2924760" cy="1477328"/>
          </a:xfrm>
          <a:prstGeom prst="rect">
            <a:avLst/>
          </a:prstGeom>
        </p:spPr>
        <p:txBody>
          <a:bodyPr>
            <a:noAutofit/>
          </a:bodyPr>
          <a:lstStyle>
            <a:lvl1pPr marL="0" indent="0" algn="ctr">
              <a:lnSpc>
                <a:spcPct val="130000"/>
              </a:lnSpc>
              <a:buNone/>
              <a:defRPr sz="1800"/>
            </a:lvl1pPr>
          </a:lstStyle>
          <a:p>
            <a:pPr lvl="0"/>
            <a:r>
              <a:rPr lang="zh-CN" altLang="en-US" dirty="0"/>
              <a:t>请输入你的内容</a:t>
            </a:r>
            <a:endParaRPr lang="zh-CN" altLang="en-US" dirty="0"/>
          </a:p>
        </p:txBody>
      </p:sp>
      <p:sp>
        <p:nvSpPr>
          <p:cNvPr id="69" name="文本占位符 8"/>
          <p:cNvSpPr>
            <a:spLocks noGrp="1"/>
          </p:cNvSpPr>
          <p:nvPr>
            <p:ph type="body" sz="quarter" idx="19" hasCustomPrompt="1"/>
          </p:nvPr>
        </p:nvSpPr>
        <p:spPr>
          <a:xfrm>
            <a:off x="8553625" y="3648867"/>
            <a:ext cx="2681922" cy="394002"/>
          </a:xfrm>
          <a:prstGeom prst="rect">
            <a:avLst/>
          </a:prstGeom>
        </p:spPr>
        <p:txBody>
          <a:bodyPr>
            <a:noAutofit/>
          </a:bodyPr>
          <a:lstStyle>
            <a:lvl1pPr marL="0" indent="0" algn="ctr">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70" name="文本占位符 11"/>
          <p:cNvSpPr>
            <a:spLocks noGrp="1"/>
          </p:cNvSpPr>
          <p:nvPr>
            <p:ph type="body" sz="quarter" idx="20" hasCustomPrompt="1"/>
          </p:nvPr>
        </p:nvSpPr>
        <p:spPr>
          <a:xfrm>
            <a:off x="8432206" y="4325324"/>
            <a:ext cx="2924760" cy="1477328"/>
          </a:xfrm>
          <a:prstGeom prst="rect">
            <a:avLst/>
          </a:prstGeom>
        </p:spPr>
        <p:txBody>
          <a:bodyPr>
            <a:noAutofit/>
          </a:bodyPr>
          <a:lstStyle>
            <a:lvl1pPr marL="0" indent="0" algn="ctr">
              <a:lnSpc>
                <a:spcPct val="130000"/>
              </a:lnSpc>
              <a:buNone/>
              <a:defRPr sz="1800"/>
            </a:lvl1pPr>
          </a:lstStyle>
          <a:p>
            <a:pPr lvl="0"/>
            <a:r>
              <a:rPr lang="zh-CN" altLang="en-US" dirty="0"/>
              <a:t>请输入你的内容</a:t>
            </a:r>
            <a:endParaRPr lang="zh-CN" altLang="en-US" dirty="0"/>
          </a:p>
        </p:txBody>
      </p:sp>
      <p:sp>
        <p:nvSpPr>
          <p:cNvPr id="3" name="日期占位符 2"/>
          <p:cNvSpPr>
            <a:spLocks noGrp="1"/>
          </p:cNvSpPr>
          <p:nvPr>
            <p:ph type="dt" sz="half" idx="21"/>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5" name="灯片编号占位符 4"/>
          <p:cNvSpPr>
            <a:spLocks noGrp="1"/>
          </p:cNvSpPr>
          <p:nvPr>
            <p:ph type="sldNum" sz="quarter" idx="23"/>
          </p:nvPr>
        </p:nvSpPr>
        <p:spPr/>
        <p:txBody>
          <a:bodyPr/>
          <a:lstStyle/>
          <a:p>
            <a:fld id="{C79ECAFE-A460-4E13-ABCB-32CAE6136244}" type="slidenum">
              <a:rPr lang="zh-CN" altLang="en-US" smtClean="0"/>
            </a:fld>
            <a:endParaRPr lang="zh-CN" altLang="en-US" dirty="0"/>
          </a:p>
        </p:txBody>
      </p:sp>
      <p:grpSp>
        <p:nvGrpSpPr>
          <p:cNvPr id="35" name="组合 34"/>
          <p:cNvGrpSpPr/>
          <p:nvPr userDrawn="1"/>
        </p:nvGrpSpPr>
        <p:grpSpPr>
          <a:xfrm>
            <a:off x="660400" y="344681"/>
            <a:ext cx="384771" cy="384771"/>
            <a:chOff x="669869" y="597306"/>
            <a:chExt cx="409972" cy="409973"/>
          </a:xfrm>
        </p:grpSpPr>
        <p:sp>
          <p:nvSpPr>
            <p:cNvPr id="36"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7"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8"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cxnSp>
        <p:nvCxnSpPr>
          <p:cNvPr id="27" name="直接连接符 26"/>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1" name="图片 3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内容（图文-2）">
    <p:spTree>
      <p:nvGrpSpPr>
        <p:cNvPr id="1" name=""/>
        <p:cNvGrpSpPr/>
        <p:nvPr/>
      </p:nvGrpSpPr>
      <p:grpSpPr>
        <a:xfrm>
          <a:off x="0" y="0"/>
          <a:ext cx="0" cy="0"/>
          <a:chOff x="0" y="0"/>
          <a:chExt cx="0" cy="0"/>
        </a:xfrm>
      </p:grpSpPr>
      <p:pic>
        <p:nvPicPr>
          <p:cNvPr id="29" name="图片 28"/>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25"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cxnSp>
        <p:nvCxnSpPr>
          <p:cNvPr id="28" name="直接连接符 27"/>
          <p:cNvCxnSpPr/>
          <p:nvPr userDrawn="1"/>
        </p:nvCxnSpPr>
        <p:spPr>
          <a:xfrm>
            <a:off x="669228" y="3632200"/>
            <a:ext cx="10858500" cy="0"/>
          </a:xfrm>
          <a:prstGeom prst="line">
            <a:avLst/>
          </a:prstGeom>
          <a:ln w="25400" cap="flat">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5" name="矩形 34"/>
          <p:cNvSpPr/>
          <p:nvPr userDrawn="1"/>
        </p:nvSpPr>
        <p:spPr>
          <a:xfrm>
            <a:off x="669228" y="1496583"/>
            <a:ext cx="2124544" cy="17857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userDrawn="1"/>
        </p:nvSpPr>
        <p:spPr>
          <a:xfrm>
            <a:off x="9394356" y="3984612"/>
            <a:ext cx="2124544" cy="17857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图片占位符 42"/>
          <p:cNvSpPr>
            <a:spLocks noGrp="1"/>
          </p:cNvSpPr>
          <p:nvPr>
            <p:ph type="pic" sz="quarter" idx="12"/>
          </p:nvPr>
        </p:nvSpPr>
        <p:spPr>
          <a:xfrm>
            <a:off x="726750" y="1536731"/>
            <a:ext cx="2009500" cy="1689041"/>
          </a:xfrm>
          <a:custGeom>
            <a:avLst/>
            <a:gdLst>
              <a:gd name="connsiteX0" fmla="*/ 0 w 2009500"/>
              <a:gd name="connsiteY0" fmla="*/ 0 h 1689041"/>
              <a:gd name="connsiteX1" fmla="*/ 2009500 w 2009500"/>
              <a:gd name="connsiteY1" fmla="*/ 0 h 1689041"/>
              <a:gd name="connsiteX2" fmla="*/ 2009500 w 2009500"/>
              <a:gd name="connsiteY2" fmla="*/ 1689041 h 1689041"/>
              <a:gd name="connsiteX3" fmla="*/ 0 w 2009500"/>
              <a:gd name="connsiteY3" fmla="*/ 1689041 h 1689041"/>
            </a:gdLst>
            <a:ahLst/>
            <a:cxnLst>
              <a:cxn ang="0">
                <a:pos x="connsiteX0" y="connsiteY0"/>
              </a:cxn>
              <a:cxn ang="0">
                <a:pos x="connsiteX1" y="connsiteY1"/>
              </a:cxn>
              <a:cxn ang="0">
                <a:pos x="connsiteX2" y="connsiteY2"/>
              </a:cxn>
              <a:cxn ang="0">
                <a:pos x="connsiteX3" y="connsiteY3"/>
              </a:cxn>
            </a:cxnLst>
            <a:rect l="l" t="t" r="r" b="b"/>
            <a:pathLst>
              <a:path w="2009500" h="1689041">
                <a:moveTo>
                  <a:pt x="0" y="0"/>
                </a:moveTo>
                <a:lnTo>
                  <a:pt x="2009500" y="0"/>
                </a:lnTo>
                <a:lnTo>
                  <a:pt x="2009500" y="1689041"/>
                </a:lnTo>
                <a:lnTo>
                  <a:pt x="0" y="1689041"/>
                </a:lnTo>
                <a:close/>
              </a:path>
            </a:pathLst>
          </a:custGeom>
        </p:spPr>
        <p:txBody>
          <a:bodyPr wrap="square">
            <a:noAutofit/>
          </a:bodyPr>
          <a:lstStyle/>
          <a:p>
            <a:endParaRPr lang="zh-CN" altLang="en-US" dirty="0"/>
          </a:p>
        </p:txBody>
      </p:sp>
      <p:sp>
        <p:nvSpPr>
          <p:cNvPr id="44" name="图片占位符 43"/>
          <p:cNvSpPr>
            <a:spLocks noGrp="1"/>
          </p:cNvSpPr>
          <p:nvPr>
            <p:ph type="pic" sz="quarter" idx="13"/>
          </p:nvPr>
        </p:nvSpPr>
        <p:spPr>
          <a:xfrm>
            <a:off x="9451878" y="4032961"/>
            <a:ext cx="2009500" cy="1689041"/>
          </a:xfrm>
          <a:custGeom>
            <a:avLst/>
            <a:gdLst>
              <a:gd name="connsiteX0" fmla="*/ 0 w 2009500"/>
              <a:gd name="connsiteY0" fmla="*/ 0 h 1689041"/>
              <a:gd name="connsiteX1" fmla="*/ 2009500 w 2009500"/>
              <a:gd name="connsiteY1" fmla="*/ 0 h 1689041"/>
              <a:gd name="connsiteX2" fmla="*/ 2009500 w 2009500"/>
              <a:gd name="connsiteY2" fmla="*/ 1689041 h 1689041"/>
              <a:gd name="connsiteX3" fmla="*/ 0 w 2009500"/>
              <a:gd name="connsiteY3" fmla="*/ 1689041 h 1689041"/>
            </a:gdLst>
            <a:ahLst/>
            <a:cxnLst>
              <a:cxn ang="0">
                <a:pos x="connsiteX0" y="connsiteY0"/>
              </a:cxn>
              <a:cxn ang="0">
                <a:pos x="connsiteX1" y="connsiteY1"/>
              </a:cxn>
              <a:cxn ang="0">
                <a:pos x="connsiteX2" y="connsiteY2"/>
              </a:cxn>
              <a:cxn ang="0">
                <a:pos x="connsiteX3" y="connsiteY3"/>
              </a:cxn>
            </a:cxnLst>
            <a:rect l="l" t="t" r="r" b="b"/>
            <a:pathLst>
              <a:path w="2009500" h="1689041">
                <a:moveTo>
                  <a:pt x="0" y="0"/>
                </a:moveTo>
                <a:lnTo>
                  <a:pt x="2009500" y="0"/>
                </a:lnTo>
                <a:lnTo>
                  <a:pt x="2009500" y="1689041"/>
                </a:lnTo>
                <a:lnTo>
                  <a:pt x="0" y="1689041"/>
                </a:lnTo>
                <a:close/>
              </a:path>
            </a:pathLst>
          </a:custGeom>
        </p:spPr>
        <p:txBody>
          <a:bodyPr wrap="square">
            <a:noAutofit/>
          </a:bodyPr>
          <a:lstStyle/>
          <a:p>
            <a:endParaRPr lang="zh-CN" altLang="en-US" dirty="0"/>
          </a:p>
        </p:txBody>
      </p:sp>
      <p:sp>
        <p:nvSpPr>
          <p:cNvPr id="5" name="文本占位符 4"/>
          <p:cNvSpPr>
            <a:spLocks noGrp="1"/>
          </p:cNvSpPr>
          <p:nvPr>
            <p:ph type="body" sz="quarter" idx="14" hasCustomPrompt="1"/>
          </p:nvPr>
        </p:nvSpPr>
        <p:spPr>
          <a:xfrm>
            <a:off x="3246271" y="1535879"/>
            <a:ext cx="2793341" cy="461962"/>
          </a:xfrm>
          <a:prstGeom prst="rect">
            <a:avLst/>
          </a:prstGeom>
        </p:spPr>
        <p:txBody>
          <a:bodyPr lIns="0">
            <a:normAutofit/>
          </a:bodyPr>
          <a:lstStyle>
            <a:lvl1pPr marL="0" indent="0">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45" name="文本占位符 4"/>
          <p:cNvSpPr>
            <a:spLocks noGrp="1"/>
          </p:cNvSpPr>
          <p:nvPr>
            <p:ph type="body" sz="quarter" idx="15" hasCustomPrompt="1"/>
          </p:nvPr>
        </p:nvSpPr>
        <p:spPr>
          <a:xfrm>
            <a:off x="6148516" y="4025048"/>
            <a:ext cx="2793341" cy="461962"/>
          </a:xfrm>
          <a:prstGeom prst="rect">
            <a:avLst/>
          </a:prstGeom>
        </p:spPr>
        <p:txBody>
          <a:bodyPr lIns="90000" rIns="0">
            <a:normAutofit/>
          </a:bodyPr>
          <a:lstStyle>
            <a:lvl1pPr marL="0" indent="0" algn="r">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46" name="文本占位符 11"/>
          <p:cNvSpPr>
            <a:spLocks noGrp="1"/>
          </p:cNvSpPr>
          <p:nvPr>
            <p:ph type="body" sz="quarter" idx="18" hasCustomPrompt="1"/>
          </p:nvPr>
        </p:nvSpPr>
        <p:spPr>
          <a:xfrm>
            <a:off x="3246271" y="2153813"/>
            <a:ext cx="8272629" cy="646331"/>
          </a:xfrm>
          <a:prstGeom prst="rect">
            <a:avLst/>
          </a:prstGeom>
        </p:spPr>
        <p:txBody>
          <a:bodyPr lIns="0">
            <a:noAutofit/>
          </a:bodyPr>
          <a:lstStyle>
            <a:lvl1pPr marL="0" indent="0" algn="l">
              <a:lnSpc>
                <a:spcPct val="130000"/>
              </a:lnSpc>
              <a:buNone/>
              <a:defRPr sz="1800"/>
            </a:lvl1pPr>
          </a:lstStyle>
          <a:p>
            <a:pPr lvl="0"/>
            <a:r>
              <a:rPr lang="zh-CN" altLang="en-US" dirty="0"/>
              <a:t>请输入你的内容</a:t>
            </a:r>
            <a:endParaRPr lang="zh-CN" altLang="en-US" dirty="0"/>
          </a:p>
        </p:txBody>
      </p:sp>
      <p:sp>
        <p:nvSpPr>
          <p:cNvPr id="47" name="文本占位符 11"/>
          <p:cNvSpPr>
            <a:spLocks noGrp="1"/>
          </p:cNvSpPr>
          <p:nvPr>
            <p:ph type="body" sz="quarter" idx="19" hasCustomPrompt="1"/>
          </p:nvPr>
        </p:nvSpPr>
        <p:spPr>
          <a:xfrm>
            <a:off x="669228" y="4619089"/>
            <a:ext cx="8272629" cy="646331"/>
          </a:xfrm>
          <a:prstGeom prst="rect">
            <a:avLst/>
          </a:prstGeom>
        </p:spPr>
        <p:txBody>
          <a:bodyPr lIns="90000" rIns="0">
            <a:noAutofit/>
          </a:bodyPr>
          <a:lstStyle>
            <a:lvl1pPr marL="0" indent="0" algn="r">
              <a:lnSpc>
                <a:spcPct val="130000"/>
              </a:lnSpc>
              <a:buNone/>
              <a:defRPr sz="1800"/>
            </a:lvl1pPr>
          </a:lstStyle>
          <a:p>
            <a:pPr lvl="0"/>
            <a:r>
              <a:rPr lang="zh-CN" altLang="en-US" dirty="0"/>
              <a:t>请输入你的内容</a:t>
            </a:r>
            <a:endParaRPr lang="zh-CN" altLang="en-US" dirty="0"/>
          </a:p>
        </p:txBody>
      </p:sp>
      <p:sp>
        <p:nvSpPr>
          <p:cNvPr id="3" name="日期占位符 2"/>
          <p:cNvSpPr>
            <a:spLocks noGrp="1"/>
          </p:cNvSpPr>
          <p:nvPr>
            <p:ph type="dt" sz="half" idx="20"/>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6" name="灯片编号占位符 5"/>
          <p:cNvSpPr>
            <a:spLocks noGrp="1"/>
          </p:cNvSpPr>
          <p:nvPr>
            <p:ph type="sldNum" sz="quarter" idx="22"/>
          </p:nvPr>
        </p:nvSpPr>
        <p:spPr/>
        <p:txBody>
          <a:bodyPr/>
          <a:lstStyle/>
          <a:p>
            <a:fld id="{C79ECAFE-A460-4E13-ABCB-32CAE6136244}" type="slidenum">
              <a:rPr lang="zh-CN" altLang="en-US" smtClean="0"/>
            </a:fld>
            <a:endParaRPr lang="zh-CN" altLang="en-US" dirty="0"/>
          </a:p>
        </p:txBody>
      </p:sp>
      <p:grpSp>
        <p:nvGrpSpPr>
          <p:cNvPr id="32" name="组合 31"/>
          <p:cNvGrpSpPr/>
          <p:nvPr userDrawn="1"/>
        </p:nvGrpSpPr>
        <p:grpSpPr>
          <a:xfrm>
            <a:off x="660400" y="344681"/>
            <a:ext cx="384771" cy="384771"/>
            <a:chOff x="669869" y="597306"/>
            <a:chExt cx="409972" cy="409973"/>
          </a:xfrm>
        </p:grpSpPr>
        <p:sp>
          <p:nvSpPr>
            <p:cNvPr id="33"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4"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6"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cxnSp>
        <p:nvCxnSpPr>
          <p:cNvPr id="21" name="直接连接符 20"/>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2" name="图片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和内容（图文-3）">
    <p:spTree>
      <p:nvGrpSpPr>
        <p:cNvPr id="1" name=""/>
        <p:cNvGrpSpPr/>
        <p:nvPr/>
      </p:nvGrpSpPr>
      <p:grpSpPr>
        <a:xfrm>
          <a:off x="0" y="0"/>
          <a:ext cx="0" cy="0"/>
          <a:chOff x="0" y="0"/>
          <a:chExt cx="0" cy="0"/>
        </a:xfrm>
      </p:grpSpPr>
      <p:pic>
        <p:nvPicPr>
          <p:cNvPr id="29" name="图片 28"/>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14" name="图片占位符 13"/>
          <p:cNvSpPr>
            <a:spLocks noGrp="1"/>
          </p:cNvSpPr>
          <p:nvPr>
            <p:ph type="pic" sz="quarter" idx="12"/>
          </p:nvPr>
        </p:nvSpPr>
        <p:spPr>
          <a:xfrm>
            <a:off x="660402" y="2447962"/>
            <a:ext cx="4420885" cy="3686138"/>
          </a:xfrm>
          <a:custGeom>
            <a:avLst/>
            <a:gdLst>
              <a:gd name="connsiteX0" fmla="*/ 0 w 4420885"/>
              <a:gd name="connsiteY0" fmla="*/ 0 h 3686138"/>
              <a:gd name="connsiteX1" fmla="*/ 4420885 w 4420885"/>
              <a:gd name="connsiteY1" fmla="*/ 0 h 3686138"/>
              <a:gd name="connsiteX2" fmla="*/ 4420885 w 4420885"/>
              <a:gd name="connsiteY2" fmla="*/ 3686138 h 3686138"/>
              <a:gd name="connsiteX3" fmla="*/ 0 w 4420885"/>
              <a:gd name="connsiteY3" fmla="*/ 3686138 h 3686138"/>
            </a:gdLst>
            <a:ahLst/>
            <a:cxnLst>
              <a:cxn ang="0">
                <a:pos x="connsiteX0" y="connsiteY0"/>
              </a:cxn>
              <a:cxn ang="0">
                <a:pos x="connsiteX1" y="connsiteY1"/>
              </a:cxn>
              <a:cxn ang="0">
                <a:pos x="connsiteX2" y="connsiteY2"/>
              </a:cxn>
              <a:cxn ang="0">
                <a:pos x="connsiteX3" y="connsiteY3"/>
              </a:cxn>
            </a:cxnLst>
            <a:rect l="l" t="t" r="r" b="b"/>
            <a:pathLst>
              <a:path w="4420885" h="3686138">
                <a:moveTo>
                  <a:pt x="0" y="0"/>
                </a:moveTo>
                <a:lnTo>
                  <a:pt x="4420885" y="0"/>
                </a:lnTo>
                <a:lnTo>
                  <a:pt x="4420885" y="3686138"/>
                </a:lnTo>
                <a:lnTo>
                  <a:pt x="0" y="3686138"/>
                </a:lnTo>
                <a:close/>
              </a:path>
            </a:pathLst>
          </a:custGeom>
        </p:spPr>
        <p:txBody>
          <a:bodyPr wrap="square">
            <a:noAutofit/>
          </a:bodyPr>
          <a:lstStyle/>
          <a:p>
            <a:endParaRPr lang="zh-CN" altLang="en-US"/>
          </a:p>
        </p:txBody>
      </p:sp>
      <p:sp>
        <p:nvSpPr>
          <p:cNvPr id="25"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sp>
        <p:nvSpPr>
          <p:cNvPr id="16" name="任意多边形: 形状 15"/>
          <p:cNvSpPr/>
          <p:nvPr userDrawn="1"/>
        </p:nvSpPr>
        <p:spPr>
          <a:xfrm>
            <a:off x="5162118" y="2447964"/>
            <a:ext cx="3154730" cy="1802652"/>
          </a:xfrm>
          <a:custGeom>
            <a:avLst/>
            <a:gdLst>
              <a:gd name="connsiteX0" fmla="*/ 0 w 3154730"/>
              <a:gd name="connsiteY0" fmla="*/ 0 h 1829349"/>
              <a:gd name="connsiteX1" fmla="*/ 3154730 w 3154730"/>
              <a:gd name="connsiteY1" fmla="*/ 0 h 1829349"/>
              <a:gd name="connsiteX2" fmla="*/ 3154730 w 3154730"/>
              <a:gd name="connsiteY2" fmla="*/ 1829349 h 1829349"/>
              <a:gd name="connsiteX3" fmla="*/ 0 w 3154730"/>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0" h="1829349">
                <a:moveTo>
                  <a:pt x="0" y="0"/>
                </a:moveTo>
                <a:lnTo>
                  <a:pt x="3154730" y="0"/>
                </a:lnTo>
                <a:lnTo>
                  <a:pt x="3154730"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userDrawn="1"/>
        </p:nvSpPr>
        <p:spPr>
          <a:xfrm>
            <a:off x="8397680" y="2447964"/>
            <a:ext cx="3154731" cy="1802652"/>
          </a:xfrm>
          <a:custGeom>
            <a:avLst/>
            <a:gdLst>
              <a:gd name="connsiteX0" fmla="*/ 0 w 3154731"/>
              <a:gd name="connsiteY0" fmla="*/ 0 h 1829349"/>
              <a:gd name="connsiteX1" fmla="*/ 3154731 w 3154731"/>
              <a:gd name="connsiteY1" fmla="*/ 0 h 1829349"/>
              <a:gd name="connsiteX2" fmla="*/ 3154731 w 3154731"/>
              <a:gd name="connsiteY2" fmla="*/ 1829349 h 1829349"/>
              <a:gd name="connsiteX3" fmla="*/ 0 w 3154731"/>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1" h="1829349">
                <a:moveTo>
                  <a:pt x="0" y="0"/>
                </a:moveTo>
                <a:lnTo>
                  <a:pt x="3154731" y="0"/>
                </a:lnTo>
                <a:lnTo>
                  <a:pt x="3154731"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形状 17"/>
          <p:cNvSpPr/>
          <p:nvPr userDrawn="1"/>
        </p:nvSpPr>
        <p:spPr>
          <a:xfrm>
            <a:off x="5162118" y="4331447"/>
            <a:ext cx="3154730" cy="1802654"/>
          </a:xfrm>
          <a:custGeom>
            <a:avLst/>
            <a:gdLst>
              <a:gd name="connsiteX0" fmla="*/ 0 w 3154730"/>
              <a:gd name="connsiteY0" fmla="*/ 0 h 1829349"/>
              <a:gd name="connsiteX1" fmla="*/ 3154730 w 3154730"/>
              <a:gd name="connsiteY1" fmla="*/ 0 h 1829349"/>
              <a:gd name="connsiteX2" fmla="*/ 3154730 w 3154730"/>
              <a:gd name="connsiteY2" fmla="*/ 1829349 h 1829349"/>
              <a:gd name="connsiteX3" fmla="*/ 0 w 3154730"/>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0" h="1829349">
                <a:moveTo>
                  <a:pt x="0" y="0"/>
                </a:moveTo>
                <a:lnTo>
                  <a:pt x="3154730" y="0"/>
                </a:lnTo>
                <a:lnTo>
                  <a:pt x="3154730"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8" name="任意多边形: 形状 27"/>
          <p:cNvSpPr/>
          <p:nvPr userDrawn="1"/>
        </p:nvSpPr>
        <p:spPr>
          <a:xfrm>
            <a:off x="8397680" y="4331447"/>
            <a:ext cx="3154731" cy="1802654"/>
          </a:xfrm>
          <a:custGeom>
            <a:avLst/>
            <a:gdLst>
              <a:gd name="connsiteX0" fmla="*/ 0 w 3154731"/>
              <a:gd name="connsiteY0" fmla="*/ 0 h 1829349"/>
              <a:gd name="connsiteX1" fmla="*/ 3154731 w 3154731"/>
              <a:gd name="connsiteY1" fmla="*/ 0 h 1829349"/>
              <a:gd name="connsiteX2" fmla="*/ 3154731 w 3154731"/>
              <a:gd name="connsiteY2" fmla="*/ 1829349 h 1829349"/>
              <a:gd name="connsiteX3" fmla="*/ 0 w 3154731"/>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1" h="1829349">
                <a:moveTo>
                  <a:pt x="0" y="0"/>
                </a:moveTo>
                <a:lnTo>
                  <a:pt x="3154731" y="0"/>
                </a:lnTo>
                <a:lnTo>
                  <a:pt x="3154731"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占位符 8"/>
          <p:cNvSpPr>
            <a:spLocks noGrp="1"/>
          </p:cNvSpPr>
          <p:nvPr>
            <p:ph type="body" sz="quarter" idx="13" hasCustomPrompt="1"/>
          </p:nvPr>
        </p:nvSpPr>
        <p:spPr>
          <a:xfrm>
            <a:off x="5398522" y="2612248"/>
            <a:ext cx="2681922" cy="461665"/>
          </a:xfrm>
          <a:prstGeom prst="rect">
            <a:avLst/>
          </a:prstGeom>
        </p:spPr>
        <p:txBody>
          <a:bodyPr>
            <a:spAutoFit/>
          </a:bodyPr>
          <a:lstStyle>
            <a:lvl1pPr marL="0" indent="0" algn="ctr">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12" name="文本占位符 11"/>
          <p:cNvSpPr>
            <a:spLocks noGrp="1"/>
          </p:cNvSpPr>
          <p:nvPr>
            <p:ph type="body" sz="quarter" idx="14" hasCustomPrompt="1"/>
          </p:nvPr>
        </p:nvSpPr>
        <p:spPr>
          <a:xfrm>
            <a:off x="5277103" y="3336053"/>
            <a:ext cx="2924760" cy="739277"/>
          </a:xfrm>
          <a:prstGeom prst="rect">
            <a:avLst/>
          </a:prstGeom>
        </p:spPr>
        <p:txBody>
          <a:bodyPr>
            <a:noAutofit/>
          </a:bodyPr>
          <a:lstStyle>
            <a:lvl1pPr marL="0" indent="0" algn="ctr">
              <a:lnSpc>
                <a:spcPct val="130000"/>
              </a:lnSpc>
              <a:buNone/>
              <a:defRPr sz="1800"/>
            </a:lvl1pPr>
          </a:lstStyle>
          <a:p>
            <a:pPr lvl="0"/>
            <a:r>
              <a:rPr lang="zh-CN" altLang="en-US" dirty="0"/>
              <a:t>请输入你的内容</a:t>
            </a:r>
            <a:endParaRPr lang="zh-CN" altLang="en-US" dirty="0"/>
          </a:p>
        </p:txBody>
      </p:sp>
      <p:sp>
        <p:nvSpPr>
          <p:cNvPr id="46" name="文本占位符 8"/>
          <p:cNvSpPr>
            <a:spLocks noGrp="1"/>
          </p:cNvSpPr>
          <p:nvPr>
            <p:ph type="body" sz="quarter" idx="15" hasCustomPrompt="1"/>
          </p:nvPr>
        </p:nvSpPr>
        <p:spPr>
          <a:xfrm>
            <a:off x="8634084" y="2612248"/>
            <a:ext cx="2681922" cy="461665"/>
          </a:xfrm>
          <a:prstGeom prst="rect">
            <a:avLst/>
          </a:prstGeom>
        </p:spPr>
        <p:txBody>
          <a:bodyPr wrap="square">
            <a:spAutoFit/>
          </a:bodyPr>
          <a:lstStyle>
            <a:lvl1pPr marL="0" indent="0" algn="ctr">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47" name="文本占位符 11"/>
          <p:cNvSpPr>
            <a:spLocks noGrp="1"/>
          </p:cNvSpPr>
          <p:nvPr>
            <p:ph type="body" sz="quarter" idx="16" hasCustomPrompt="1"/>
          </p:nvPr>
        </p:nvSpPr>
        <p:spPr>
          <a:xfrm>
            <a:off x="8512665" y="3336053"/>
            <a:ext cx="2924760" cy="739277"/>
          </a:xfrm>
          <a:prstGeom prst="rect">
            <a:avLst/>
          </a:prstGeom>
        </p:spPr>
        <p:txBody>
          <a:bodyPr>
            <a:noAutofit/>
          </a:bodyPr>
          <a:lstStyle>
            <a:lvl1pPr marL="0" indent="0" algn="ctr">
              <a:lnSpc>
                <a:spcPct val="130000"/>
              </a:lnSpc>
              <a:buNone/>
              <a:defRPr sz="1800"/>
            </a:lvl1pPr>
          </a:lstStyle>
          <a:p>
            <a:pPr lvl="0"/>
            <a:r>
              <a:rPr lang="zh-CN" altLang="en-US" dirty="0"/>
              <a:t>请输入你的内容</a:t>
            </a:r>
            <a:endParaRPr lang="zh-CN" altLang="en-US" dirty="0"/>
          </a:p>
        </p:txBody>
      </p:sp>
      <p:sp>
        <p:nvSpPr>
          <p:cNvPr id="48" name="文本占位符 8"/>
          <p:cNvSpPr>
            <a:spLocks noGrp="1"/>
          </p:cNvSpPr>
          <p:nvPr>
            <p:ph type="body" sz="quarter" idx="17" hasCustomPrompt="1"/>
          </p:nvPr>
        </p:nvSpPr>
        <p:spPr>
          <a:xfrm>
            <a:off x="8634084" y="4499120"/>
            <a:ext cx="2681922" cy="461665"/>
          </a:xfrm>
          <a:prstGeom prst="rect">
            <a:avLst/>
          </a:prstGeom>
        </p:spPr>
        <p:txBody>
          <a:bodyPr>
            <a:spAutoFit/>
          </a:bodyPr>
          <a:lstStyle>
            <a:lvl1pPr marL="0" indent="0" algn="ctr">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49" name="文本占位符 11"/>
          <p:cNvSpPr>
            <a:spLocks noGrp="1"/>
          </p:cNvSpPr>
          <p:nvPr>
            <p:ph type="body" sz="quarter" idx="18" hasCustomPrompt="1"/>
          </p:nvPr>
        </p:nvSpPr>
        <p:spPr>
          <a:xfrm>
            <a:off x="8512665" y="5222925"/>
            <a:ext cx="2924760" cy="739277"/>
          </a:xfrm>
          <a:prstGeom prst="rect">
            <a:avLst/>
          </a:prstGeom>
        </p:spPr>
        <p:txBody>
          <a:bodyPr>
            <a:noAutofit/>
          </a:bodyPr>
          <a:lstStyle>
            <a:lvl1pPr marL="0" indent="0" algn="ctr">
              <a:lnSpc>
                <a:spcPct val="130000"/>
              </a:lnSpc>
              <a:buNone/>
              <a:defRPr sz="1800"/>
            </a:lvl1pPr>
          </a:lstStyle>
          <a:p>
            <a:pPr lvl="0"/>
            <a:r>
              <a:rPr lang="zh-CN" altLang="en-US" dirty="0"/>
              <a:t>请输入你的内容</a:t>
            </a:r>
            <a:endParaRPr lang="zh-CN" altLang="en-US" dirty="0"/>
          </a:p>
        </p:txBody>
      </p:sp>
      <p:sp>
        <p:nvSpPr>
          <p:cNvPr id="50" name="文本占位符 8"/>
          <p:cNvSpPr>
            <a:spLocks noGrp="1"/>
          </p:cNvSpPr>
          <p:nvPr>
            <p:ph type="body" sz="quarter" idx="19" hasCustomPrompt="1"/>
          </p:nvPr>
        </p:nvSpPr>
        <p:spPr>
          <a:xfrm>
            <a:off x="5398522" y="4499120"/>
            <a:ext cx="2681922" cy="461665"/>
          </a:xfrm>
          <a:prstGeom prst="rect">
            <a:avLst/>
          </a:prstGeom>
        </p:spPr>
        <p:txBody>
          <a:bodyPr>
            <a:spAutoFit/>
          </a:bodyPr>
          <a:lstStyle>
            <a:lvl1pPr marL="0" indent="0" algn="ctr">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51" name="文本占位符 11"/>
          <p:cNvSpPr>
            <a:spLocks noGrp="1"/>
          </p:cNvSpPr>
          <p:nvPr>
            <p:ph type="body" sz="quarter" idx="20" hasCustomPrompt="1"/>
          </p:nvPr>
        </p:nvSpPr>
        <p:spPr>
          <a:xfrm>
            <a:off x="5277103" y="5222925"/>
            <a:ext cx="2924760" cy="739277"/>
          </a:xfrm>
          <a:prstGeom prst="rect">
            <a:avLst/>
          </a:prstGeom>
        </p:spPr>
        <p:txBody>
          <a:bodyPr>
            <a:noAutofit/>
          </a:bodyPr>
          <a:lstStyle>
            <a:lvl1pPr marL="0" indent="0" algn="ctr">
              <a:lnSpc>
                <a:spcPct val="130000"/>
              </a:lnSpc>
              <a:buNone/>
              <a:defRPr sz="1800"/>
            </a:lvl1pPr>
          </a:lstStyle>
          <a:p>
            <a:pPr lvl="0"/>
            <a:r>
              <a:rPr lang="zh-CN" altLang="en-US" dirty="0"/>
              <a:t>请输入你的内容</a:t>
            </a:r>
            <a:endParaRPr lang="zh-CN" altLang="en-US" dirty="0"/>
          </a:p>
        </p:txBody>
      </p:sp>
      <p:sp>
        <p:nvSpPr>
          <p:cNvPr id="52" name="文本占位符 11"/>
          <p:cNvSpPr>
            <a:spLocks noGrp="1"/>
          </p:cNvSpPr>
          <p:nvPr>
            <p:ph type="body" sz="quarter" idx="21" hasCustomPrompt="1"/>
          </p:nvPr>
        </p:nvSpPr>
        <p:spPr>
          <a:xfrm>
            <a:off x="660400" y="1337587"/>
            <a:ext cx="10858500" cy="735563"/>
          </a:xfrm>
          <a:prstGeom prst="rect">
            <a:avLst/>
          </a:prstGeom>
        </p:spPr>
        <p:txBody>
          <a:bodyPr>
            <a:noAutofit/>
          </a:bodyPr>
          <a:lstStyle>
            <a:lvl1pPr marL="0" indent="0" algn="ctr">
              <a:lnSpc>
                <a:spcPct val="130000"/>
              </a:lnSpc>
              <a:buNone/>
              <a:defRPr sz="1800"/>
            </a:lvl1pPr>
          </a:lstStyle>
          <a:p>
            <a:pPr lvl="0"/>
            <a:r>
              <a:rPr lang="zh-CN" altLang="en-US" dirty="0"/>
              <a:t>请输入你的内容</a:t>
            </a:r>
            <a:endParaRPr lang="zh-CN" altLang="en-US" dirty="0"/>
          </a:p>
        </p:txBody>
      </p:sp>
      <p:grpSp>
        <p:nvGrpSpPr>
          <p:cNvPr id="32" name="组合 31"/>
          <p:cNvGrpSpPr/>
          <p:nvPr userDrawn="1"/>
        </p:nvGrpSpPr>
        <p:grpSpPr>
          <a:xfrm>
            <a:off x="660400" y="344681"/>
            <a:ext cx="384771" cy="384771"/>
            <a:chOff x="669869" y="597306"/>
            <a:chExt cx="409972" cy="409973"/>
          </a:xfrm>
        </p:grpSpPr>
        <p:sp>
          <p:nvSpPr>
            <p:cNvPr id="33"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4"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5"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4" name="日期占位符 3"/>
          <p:cNvSpPr>
            <a:spLocks noGrp="1"/>
          </p:cNvSpPr>
          <p:nvPr>
            <p:ph type="dt" sz="half" idx="22"/>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7" name="灯片编号占位符 6"/>
          <p:cNvSpPr>
            <a:spLocks noGrp="1"/>
          </p:cNvSpPr>
          <p:nvPr>
            <p:ph type="sldNum" sz="quarter" idx="24"/>
          </p:nvPr>
        </p:nvSpPr>
        <p:spPr/>
        <p:txBody>
          <a:bodyPr/>
          <a:lstStyle/>
          <a:p>
            <a:fld id="{C79ECAFE-A460-4E13-ABCB-32CAE6136244}" type="slidenum">
              <a:rPr lang="zh-CN" altLang="en-US" smtClean="0"/>
            </a:fld>
            <a:endParaRPr lang="zh-CN" altLang="en-US" dirty="0"/>
          </a:p>
        </p:txBody>
      </p:sp>
      <p:cxnSp>
        <p:nvCxnSpPr>
          <p:cNvPr id="26" name="直接连接符 25"/>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7" name="图片 2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和内容（图文-4）">
    <p:spTree>
      <p:nvGrpSpPr>
        <p:cNvPr id="1" name=""/>
        <p:cNvGrpSpPr/>
        <p:nvPr/>
      </p:nvGrpSpPr>
      <p:grpSpPr>
        <a:xfrm>
          <a:off x="0" y="0"/>
          <a:ext cx="0" cy="0"/>
          <a:chOff x="0" y="0"/>
          <a:chExt cx="0" cy="0"/>
        </a:xfrm>
      </p:grpSpPr>
      <p:pic>
        <p:nvPicPr>
          <p:cNvPr id="29" name="图片 28"/>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14" name="图片占位符 13"/>
          <p:cNvSpPr>
            <a:spLocks noGrp="1"/>
          </p:cNvSpPr>
          <p:nvPr>
            <p:ph type="pic" sz="quarter" idx="12"/>
          </p:nvPr>
        </p:nvSpPr>
        <p:spPr>
          <a:xfrm>
            <a:off x="660402" y="1585023"/>
            <a:ext cx="5984238" cy="4554593"/>
          </a:xfrm>
          <a:custGeom>
            <a:avLst/>
            <a:gdLst>
              <a:gd name="connsiteX0" fmla="*/ 0 w 4420885"/>
              <a:gd name="connsiteY0" fmla="*/ 0 h 3686138"/>
              <a:gd name="connsiteX1" fmla="*/ 4420885 w 4420885"/>
              <a:gd name="connsiteY1" fmla="*/ 0 h 3686138"/>
              <a:gd name="connsiteX2" fmla="*/ 4420885 w 4420885"/>
              <a:gd name="connsiteY2" fmla="*/ 3686138 h 3686138"/>
              <a:gd name="connsiteX3" fmla="*/ 0 w 4420885"/>
              <a:gd name="connsiteY3" fmla="*/ 3686138 h 3686138"/>
            </a:gdLst>
            <a:ahLst/>
            <a:cxnLst>
              <a:cxn ang="0">
                <a:pos x="connsiteX0" y="connsiteY0"/>
              </a:cxn>
              <a:cxn ang="0">
                <a:pos x="connsiteX1" y="connsiteY1"/>
              </a:cxn>
              <a:cxn ang="0">
                <a:pos x="connsiteX2" y="connsiteY2"/>
              </a:cxn>
              <a:cxn ang="0">
                <a:pos x="connsiteX3" y="connsiteY3"/>
              </a:cxn>
            </a:cxnLst>
            <a:rect l="l" t="t" r="r" b="b"/>
            <a:pathLst>
              <a:path w="4420885" h="3686138">
                <a:moveTo>
                  <a:pt x="0" y="0"/>
                </a:moveTo>
                <a:lnTo>
                  <a:pt x="4420885" y="0"/>
                </a:lnTo>
                <a:lnTo>
                  <a:pt x="4420885" y="3686138"/>
                </a:lnTo>
                <a:lnTo>
                  <a:pt x="0" y="3686138"/>
                </a:lnTo>
                <a:close/>
              </a:path>
            </a:pathLst>
          </a:custGeom>
        </p:spPr>
        <p:txBody>
          <a:bodyPr wrap="square">
            <a:noAutofit/>
          </a:bodyPr>
          <a:lstStyle/>
          <a:p>
            <a:endParaRPr lang="zh-CN" altLang="en-US" dirty="0"/>
          </a:p>
        </p:txBody>
      </p:sp>
      <p:sp>
        <p:nvSpPr>
          <p:cNvPr id="25"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sp>
        <p:nvSpPr>
          <p:cNvPr id="16" name="任意多边形: 形状 15"/>
          <p:cNvSpPr/>
          <p:nvPr userDrawn="1"/>
        </p:nvSpPr>
        <p:spPr>
          <a:xfrm>
            <a:off x="6644640" y="1585023"/>
            <a:ext cx="4874260" cy="4554589"/>
          </a:xfrm>
          <a:custGeom>
            <a:avLst/>
            <a:gdLst>
              <a:gd name="connsiteX0" fmla="*/ 0 w 3154730"/>
              <a:gd name="connsiteY0" fmla="*/ 0 h 1829349"/>
              <a:gd name="connsiteX1" fmla="*/ 3154730 w 3154730"/>
              <a:gd name="connsiteY1" fmla="*/ 0 h 1829349"/>
              <a:gd name="connsiteX2" fmla="*/ 3154730 w 3154730"/>
              <a:gd name="connsiteY2" fmla="*/ 1829349 h 1829349"/>
              <a:gd name="connsiteX3" fmla="*/ 0 w 3154730"/>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0" h="1829349">
                <a:moveTo>
                  <a:pt x="0" y="0"/>
                </a:moveTo>
                <a:lnTo>
                  <a:pt x="3154730" y="0"/>
                </a:lnTo>
                <a:lnTo>
                  <a:pt x="3154730"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占位符 8"/>
          <p:cNvSpPr>
            <a:spLocks noGrp="1"/>
          </p:cNvSpPr>
          <p:nvPr>
            <p:ph type="body" sz="quarter" idx="13" hasCustomPrompt="1"/>
          </p:nvPr>
        </p:nvSpPr>
        <p:spPr>
          <a:xfrm>
            <a:off x="7031469" y="1815023"/>
            <a:ext cx="2969058" cy="461665"/>
          </a:xfrm>
          <a:prstGeom prst="rect">
            <a:avLst/>
          </a:prstGeom>
        </p:spPr>
        <p:txBody>
          <a:bodyPr wrap="square" lIns="0">
            <a:spAutoFit/>
          </a:bodyPr>
          <a:lstStyle>
            <a:lvl1pPr marL="0" indent="0" algn="l">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12" name="文本占位符 11"/>
          <p:cNvSpPr>
            <a:spLocks noGrp="1"/>
          </p:cNvSpPr>
          <p:nvPr>
            <p:ph type="body" sz="quarter" idx="14" hasCustomPrompt="1"/>
          </p:nvPr>
        </p:nvSpPr>
        <p:spPr>
          <a:xfrm>
            <a:off x="7454095" y="2864776"/>
            <a:ext cx="3773347" cy="859337"/>
          </a:xfrm>
          <a:prstGeom prst="rect">
            <a:avLst/>
          </a:prstGeom>
        </p:spPr>
        <p:txBody>
          <a:bodyPr lIns="0" tIns="0" rIns="90000" bIns="46800">
            <a:normAutofit/>
          </a:bodyPr>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800"/>
            </a:lvl1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lang="zh-CN" altLang="en-US" dirty="0"/>
              <a:t>请输入你的内容</a:t>
            </a:r>
            <a:endParaRPr lang="zh-CN" altLang="en-US" dirty="0"/>
          </a:p>
        </p:txBody>
      </p:sp>
      <p:grpSp>
        <p:nvGrpSpPr>
          <p:cNvPr id="32" name="组合 31"/>
          <p:cNvGrpSpPr/>
          <p:nvPr userDrawn="1"/>
        </p:nvGrpSpPr>
        <p:grpSpPr>
          <a:xfrm>
            <a:off x="660400" y="344681"/>
            <a:ext cx="384771" cy="384771"/>
            <a:chOff x="669869" y="597306"/>
            <a:chExt cx="409972" cy="409973"/>
          </a:xfrm>
        </p:grpSpPr>
        <p:sp>
          <p:nvSpPr>
            <p:cNvPr id="33"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4"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5"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4" name="日期占位符 3"/>
          <p:cNvSpPr>
            <a:spLocks noGrp="1"/>
          </p:cNvSpPr>
          <p:nvPr>
            <p:ph type="dt" sz="half" idx="22"/>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7" name="灯片编号占位符 6"/>
          <p:cNvSpPr>
            <a:spLocks noGrp="1"/>
          </p:cNvSpPr>
          <p:nvPr>
            <p:ph type="sldNum" sz="quarter" idx="24"/>
          </p:nvPr>
        </p:nvSpPr>
        <p:spPr/>
        <p:txBody>
          <a:bodyPr/>
          <a:lstStyle/>
          <a:p>
            <a:fld id="{C79ECAFE-A460-4E13-ABCB-32CAE6136244}" type="slidenum">
              <a:rPr lang="zh-CN" altLang="en-US" smtClean="0"/>
            </a:fld>
            <a:endParaRPr lang="zh-CN" altLang="en-US" dirty="0"/>
          </a:p>
        </p:txBody>
      </p:sp>
      <p:sp>
        <p:nvSpPr>
          <p:cNvPr id="2" name="矩形 1"/>
          <p:cNvSpPr/>
          <p:nvPr userDrawn="1"/>
        </p:nvSpPr>
        <p:spPr>
          <a:xfrm>
            <a:off x="7031469" y="2473505"/>
            <a:ext cx="864000" cy="96290"/>
          </a:xfrm>
          <a:prstGeom prst="rect">
            <a:avLst/>
          </a:prstGeom>
          <a:solidFill>
            <a:schemeClr val="accent1"/>
          </a:solidFill>
          <a:ln w="127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文本占位符 11"/>
          <p:cNvSpPr>
            <a:spLocks noGrp="1"/>
          </p:cNvSpPr>
          <p:nvPr>
            <p:ph type="body" sz="quarter" idx="25" hasCustomPrompt="1"/>
          </p:nvPr>
        </p:nvSpPr>
        <p:spPr>
          <a:xfrm>
            <a:off x="7454095" y="3924346"/>
            <a:ext cx="3773347" cy="859337"/>
          </a:xfrm>
          <a:prstGeom prst="rect">
            <a:avLst/>
          </a:prstGeom>
        </p:spPr>
        <p:txBody>
          <a:bodyPr lIns="0" tIns="0">
            <a:normAutofit/>
          </a:bodyPr>
          <a:lstStyle>
            <a:lvl1pPr marL="0" indent="0" algn="l">
              <a:lnSpc>
                <a:spcPct val="130000"/>
              </a:lnSpc>
              <a:buNone/>
              <a:defRPr sz="1800"/>
            </a:lvl1pPr>
          </a:lstStyle>
          <a:p>
            <a:pPr lvl="0"/>
            <a:r>
              <a:rPr lang="zh-CN" altLang="en-US" dirty="0"/>
              <a:t>请输入你的内容</a:t>
            </a:r>
            <a:endParaRPr lang="zh-CN" altLang="en-US" dirty="0"/>
          </a:p>
        </p:txBody>
      </p:sp>
      <p:sp>
        <p:nvSpPr>
          <p:cNvPr id="36" name="文本占位符 11"/>
          <p:cNvSpPr>
            <a:spLocks noGrp="1"/>
          </p:cNvSpPr>
          <p:nvPr>
            <p:ph type="body" sz="quarter" idx="26" hasCustomPrompt="1"/>
          </p:nvPr>
        </p:nvSpPr>
        <p:spPr>
          <a:xfrm>
            <a:off x="7454095" y="4983916"/>
            <a:ext cx="3773347" cy="859337"/>
          </a:xfrm>
          <a:prstGeom prst="rect">
            <a:avLst/>
          </a:prstGeom>
        </p:spPr>
        <p:txBody>
          <a:bodyPr lIns="0" tIns="0">
            <a:normAutofit/>
          </a:bodyPr>
          <a:lstStyle>
            <a:lvl1pPr marL="0" indent="0" algn="l">
              <a:lnSpc>
                <a:spcPct val="130000"/>
              </a:lnSpc>
              <a:buNone/>
              <a:defRPr sz="1800"/>
            </a:lvl1pPr>
          </a:lstStyle>
          <a:p>
            <a:pPr lvl="0"/>
            <a:r>
              <a:rPr lang="zh-CN" altLang="en-US" dirty="0"/>
              <a:t>请输入你的内容</a:t>
            </a:r>
            <a:endParaRPr lang="zh-CN" altLang="en-US" dirty="0"/>
          </a:p>
        </p:txBody>
      </p:sp>
      <p:cxnSp>
        <p:nvCxnSpPr>
          <p:cNvPr id="21" name="直接连接符 20"/>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2" name="图片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和内容（图文-5）">
    <p:spTree>
      <p:nvGrpSpPr>
        <p:cNvPr id="1" name=""/>
        <p:cNvGrpSpPr/>
        <p:nvPr/>
      </p:nvGrpSpPr>
      <p:grpSpPr>
        <a:xfrm>
          <a:off x="0" y="0"/>
          <a:ext cx="0" cy="0"/>
          <a:chOff x="0" y="0"/>
          <a:chExt cx="0" cy="0"/>
        </a:xfrm>
      </p:grpSpPr>
      <p:sp>
        <p:nvSpPr>
          <p:cNvPr id="63" name="图片占位符 62"/>
          <p:cNvSpPr>
            <a:spLocks noGrp="1"/>
          </p:cNvSpPr>
          <p:nvPr>
            <p:ph type="pic" sz="quarter" idx="27"/>
          </p:nvPr>
        </p:nvSpPr>
        <p:spPr>
          <a:xfrm>
            <a:off x="660404" y="1585023"/>
            <a:ext cx="2947901" cy="2243642"/>
          </a:xfrm>
          <a:custGeom>
            <a:avLst/>
            <a:gdLst>
              <a:gd name="connsiteX0" fmla="*/ 0 w 2947901"/>
              <a:gd name="connsiteY0" fmla="*/ 0 h 2243642"/>
              <a:gd name="connsiteX1" fmla="*/ 2947901 w 2947901"/>
              <a:gd name="connsiteY1" fmla="*/ 0 h 2243642"/>
              <a:gd name="connsiteX2" fmla="*/ 2947901 w 2947901"/>
              <a:gd name="connsiteY2" fmla="*/ 2243642 h 2243642"/>
              <a:gd name="connsiteX3" fmla="*/ 0 w 2947901"/>
              <a:gd name="connsiteY3" fmla="*/ 2243642 h 2243642"/>
            </a:gdLst>
            <a:ahLst/>
            <a:cxnLst>
              <a:cxn ang="0">
                <a:pos x="connsiteX0" y="connsiteY0"/>
              </a:cxn>
              <a:cxn ang="0">
                <a:pos x="connsiteX1" y="connsiteY1"/>
              </a:cxn>
              <a:cxn ang="0">
                <a:pos x="connsiteX2" y="connsiteY2"/>
              </a:cxn>
              <a:cxn ang="0">
                <a:pos x="connsiteX3" y="connsiteY3"/>
              </a:cxn>
            </a:cxnLst>
            <a:rect l="l" t="t" r="r" b="b"/>
            <a:pathLst>
              <a:path w="2947901" h="2243642">
                <a:moveTo>
                  <a:pt x="0" y="0"/>
                </a:moveTo>
                <a:lnTo>
                  <a:pt x="2947901" y="0"/>
                </a:lnTo>
                <a:lnTo>
                  <a:pt x="2947901" y="2243642"/>
                </a:lnTo>
                <a:lnTo>
                  <a:pt x="0" y="2243642"/>
                </a:lnTo>
                <a:close/>
              </a:path>
            </a:pathLst>
          </a:custGeom>
        </p:spPr>
        <p:txBody>
          <a:bodyPr wrap="square">
            <a:noAutofit/>
          </a:bodyPr>
          <a:lstStyle/>
          <a:p>
            <a:endParaRPr lang="zh-CN" altLang="en-US"/>
          </a:p>
        </p:txBody>
      </p:sp>
      <p:sp>
        <p:nvSpPr>
          <p:cNvPr id="64" name="图片占位符 63"/>
          <p:cNvSpPr>
            <a:spLocks noGrp="1"/>
          </p:cNvSpPr>
          <p:nvPr>
            <p:ph type="pic" sz="quarter" idx="28"/>
          </p:nvPr>
        </p:nvSpPr>
        <p:spPr>
          <a:xfrm>
            <a:off x="3696741" y="1585023"/>
            <a:ext cx="2947901" cy="2243642"/>
          </a:xfrm>
          <a:custGeom>
            <a:avLst/>
            <a:gdLst>
              <a:gd name="connsiteX0" fmla="*/ 0 w 2947901"/>
              <a:gd name="connsiteY0" fmla="*/ 0 h 2243642"/>
              <a:gd name="connsiteX1" fmla="*/ 2947901 w 2947901"/>
              <a:gd name="connsiteY1" fmla="*/ 0 h 2243642"/>
              <a:gd name="connsiteX2" fmla="*/ 2947901 w 2947901"/>
              <a:gd name="connsiteY2" fmla="*/ 2243642 h 2243642"/>
              <a:gd name="connsiteX3" fmla="*/ 0 w 2947901"/>
              <a:gd name="connsiteY3" fmla="*/ 2243642 h 2243642"/>
            </a:gdLst>
            <a:ahLst/>
            <a:cxnLst>
              <a:cxn ang="0">
                <a:pos x="connsiteX0" y="connsiteY0"/>
              </a:cxn>
              <a:cxn ang="0">
                <a:pos x="connsiteX1" y="connsiteY1"/>
              </a:cxn>
              <a:cxn ang="0">
                <a:pos x="connsiteX2" y="connsiteY2"/>
              </a:cxn>
              <a:cxn ang="0">
                <a:pos x="connsiteX3" y="connsiteY3"/>
              </a:cxn>
            </a:cxnLst>
            <a:rect l="l" t="t" r="r" b="b"/>
            <a:pathLst>
              <a:path w="2947901" h="2243642">
                <a:moveTo>
                  <a:pt x="0" y="0"/>
                </a:moveTo>
                <a:lnTo>
                  <a:pt x="2947901" y="0"/>
                </a:lnTo>
                <a:lnTo>
                  <a:pt x="2947901" y="2243642"/>
                </a:lnTo>
                <a:lnTo>
                  <a:pt x="0" y="2243642"/>
                </a:lnTo>
                <a:close/>
              </a:path>
            </a:pathLst>
          </a:custGeom>
        </p:spPr>
        <p:txBody>
          <a:bodyPr wrap="square">
            <a:noAutofit/>
          </a:bodyPr>
          <a:lstStyle/>
          <a:p>
            <a:endParaRPr lang="zh-CN" altLang="en-US"/>
          </a:p>
        </p:txBody>
      </p:sp>
      <p:sp>
        <p:nvSpPr>
          <p:cNvPr id="65" name="图片占位符 64"/>
          <p:cNvSpPr>
            <a:spLocks noGrp="1"/>
          </p:cNvSpPr>
          <p:nvPr>
            <p:ph type="pic" sz="quarter" idx="29"/>
          </p:nvPr>
        </p:nvSpPr>
        <p:spPr>
          <a:xfrm>
            <a:off x="660404" y="3895974"/>
            <a:ext cx="2947901" cy="2243642"/>
          </a:xfrm>
          <a:custGeom>
            <a:avLst/>
            <a:gdLst>
              <a:gd name="connsiteX0" fmla="*/ 0 w 2947901"/>
              <a:gd name="connsiteY0" fmla="*/ 0 h 2243642"/>
              <a:gd name="connsiteX1" fmla="*/ 2947901 w 2947901"/>
              <a:gd name="connsiteY1" fmla="*/ 0 h 2243642"/>
              <a:gd name="connsiteX2" fmla="*/ 2947901 w 2947901"/>
              <a:gd name="connsiteY2" fmla="*/ 2243642 h 2243642"/>
              <a:gd name="connsiteX3" fmla="*/ 0 w 2947901"/>
              <a:gd name="connsiteY3" fmla="*/ 2243642 h 2243642"/>
            </a:gdLst>
            <a:ahLst/>
            <a:cxnLst>
              <a:cxn ang="0">
                <a:pos x="connsiteX0" y="connsiteY0"/>
              </a:cxn>
              <a:cxn ang="0">
                <a:pos x="connsiteX1" y="connsiteY1"/>
              </a:cxn>
              <a:cxn ang="0">
                <a:pos x="connsiteX2" y="connsiteY2"/>
              </a:cxn>
              <a:cxn ang="0">
                <a:pos x="connsiteX3" y="connsiteY3"/>
              </a:cxn>
            </a:cxnLst>
            <a:rect l="l" t="t" r="r" b="b"/>
            <a:pathLst>
              <a:path w="2947901" h="2243642">
                <a:moveTo>
                  <a:pt x="0" y="0"/>
                </a:moveTo>
                <a:lnTo>
                  <a:pt x="2947901" y="0"/>
                </a:lnTo>
                <a:lnTo>
                  <a:pt x="2947901" y="2243642"/>
                </a:lnTo>
                <a:lnTo>
                  <a:pt x="0" y="2243642"/>
                </a:lnTo>
                <a:close/>
              </a:path>
            </a:pathLst>
          </a:custGeom>
        </p:spPr>
        <p:txBody>
          <a:bodyPr wrap="square">
            <a:noAutofit/>
          </a:bodyPr>
          <a:lstStyle/>
          <a:p>
            <a:endParaRPr lang="zh-CN" altLang="en-US"/>
          </a:p>
        </p:txBody>
      </p:sp>
      <p:sp>
        <p:nvSpPr>
          <p:cNvPr id="66" name="图片占位符 65"/>
          <p:cNvSpPr>
            <a:spLocks noGrp="1"/>
          </p:cNvSpPr>
          <p:nvPr>
            <p:ph type="pic" sz="quarter" idx="30"/>
          </p:nvPr>
        </p:nvSpPr>
        <p:spPr>
          <a:xfrm>
            <a:off x="3696741" y="3895974"/>
            <a:ext cx="2947899" cy="2243642"/>
          </a:xfrm>
          <a:custGeom>
            <a:avLst/>
            <a:gdLst>
              <a:gd name="connsiteX0" fmla="*/ 0 w 2947901"/>
              <a:gd name="connsiteY0" fmla="*/ 0 h 2243642"/>
              <a:gd name="connsiteX1" fmla="*/ 2947901 w 2947901"/>
              <a:gd name="connsiteY1" fmla="*/ 0 h 2243642"/>
              <a:gd name="connsiteX2" fmla="*/ 2947901 w 2947901"/>
              <a:gd name="connsiteY2" fmla="*/ 2243642 h 2243642"/>
              <a:gd name="connsiteX3" fmla="*/ 0 w 2947901"/>
              <a:gd name="connsiteY3" fmla="*/ 2243642 h 2243642"/>
            </a:gdLst>
            <a:ahLst/>
            <a:cxnLst>
              <a:cxn ang="0">
                <a:pos x="connsiteX0" y="connsiteY0"/>
              </a:cxn>
              <a:cxn ang="0">
                <a:pos x="connsiteX1" y="connsiteY1"/>
              </a:cxn>
              <a:cxn ang="0">
                <a:pos x="connsiteX2" y="connsiteY2"/>
              </a:cxn>
              <a:cxn ang="0">
                <a:pos x="connsiteX3" y="connsiteY3"/>
              </a:cxn>
            </a:cxnLst>
            <a:rect l="l" t="t" r="r" b="b"/>
            <a:pathLst>
              <a:path w="2947901" h="2243642">
                <a:moveTo>
                  <a:pt x="0" y="0"/>
                </a:moveTo>
                <a:lnTo>
                  <a:pt x="2947901" y="0"/>
                </a:lnTo>
                <a:lnTo>
                  <a:pt x="2947901" y="2243642"/>
                </a:lnTo>
                <a:lnTo>
                  <a:pt x="0" y="2243642"/>
                </a:lnTo>
                <a:close/>
              </a:path>
            </a:pathLst>
          </a:custGeom>
        </p:spPr>
        <p:txBody>
          <a:bodyPr wrap="square">
            <a:noAutofit/>
          </a:bodyPr>
          <a:lstStyle/>
          <a:p>
            <a:endParaRPr lang="zh-CN" altLang="en-US"/>
          </a:p>
        </p:txBody>
      </p:sp>
      <p:pic>
        <p:nvPicPr>
          <p:cNvPr id="29" name="图片 28"/>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25"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sp>
        <p:nvSpPr>
          <p:cNvPr id="16" name="任意多边形: 形状 15"/>
          <p:cNvSpPr/>
          <p:nvPr userDrawn="1"/>
        </p:nvSpPr>
        <p:spPr>
          <a:xfrm>
            <a:off x="6644640" y="1585023"/>
            <a:ext cx="4874260" cy="4554589"/>
          </a:xfrm>
          <a:custGeom>
            <a:avLst/>
            <a:gdLst>
              <a:gd name="connsiteX0" fmla="*/ 0 w 3154730"/>
              <a:gd name="connsiteY0" fmla="*/ 0 h 1829349"/>
              <a:gd name="connsiteX1" fmla="*/ 3154730 w 3154730"/>
              <a:gd name="connsiteY1" fmla="*/ 0 h 1829349"/>
              <a:gd name="connsiteX2" fmla="*/ 3154730 w 3154730"/>
              <a:gd name="connsiteY2" fmla="*/ 1829349 h 1829349"/>
              <a:gd name="connsiteX3" fmla="*/ 0 w 3154730"/>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0" h="1829349">
                <a:moveTo>
                  <a:pt x="0" y="0"/>
                </a:moveTo>
                <a:lnTo>
                  <a:pt x="3154730" y="0"/>
                </a:lnTo>
                <a:lnTo>
                  <a:pt x="3154730"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占位符 8"/>
          <p:cNvSpPr>
            <a:spLocks noGrp="1"/>
          </p:cNvSpPr>
          <p:nvPr>
            <p:ph type="body" sz="quarter" idx="13" hasCustomPrompt="1"/>
          </p:nvPr>
        </p:nvSpPr>
        <p:spPr>
          <a:xfrm>
            <a:off x="7031469" y="1815023"/>
            <a:ext cx="2969058" cy="461665"/>
          </a:xfrm>
          <a:prstGeom prst="rect">
            <a:avLst/>
          </a:prstGeom>
        </p:spPr>
        <p:txBody>
          <a:bodyPr wrap="square" lIns="0">
            <a:spAutoFit/>
          </a:bodyPr>
          <a:lstStyle>
            <a:lvl1pPr marL="0" indent="0" algn="l">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12" name="文本占位符 11"/>
          <p:cNvSpPr>
            <a:spLocks noGrp="1"/>
          </p:cNvSpPr>
          <p:nvPr>
            <p:ph type="body" sz="quarter" idx="14" hasCustomPrompt="1"/>
          </p:nvPr>
        </p:nvSpPr>
        <p:spPr>
          <a:xfrm>
            <a:off x="7454095" y="2864776"/>
            <a:ext cx="3773347" cy="859337"/>
          </a:xfrm>
          <a:prstGeom prst="rect">
            <a:avLst/>
          </a:prstGeom>
        </p:spPr>
        <p:txBody>
          <a:bodyPr lIns="0" tIns="0" rIns="90000" bIns="46800">
            <a:normAutofit/>
          </a:bodyPr>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800"/>
            </a:lvl1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lang="zh-CN" altLang="en-US" dirty="0"/>
              <a:t>请输入你的内容</a:t>
            </a:r>
            <a:endParaRPr lang="zh-CN" altLang="en-US" dirty="0"/>
          </a:p>
        </p:txBody>
      </p:sp>
      <p:grpSp>
        <p:nvGrpSpPr>
          <p:cNvPr id="32" name="组合 31"/>
          <p:cNvGrpSpPr/>
          <p:nvPr userDrawn="1"/>
        </p:nvGrpSpPr>
        <p:grpSpPr>
          <a:xfrm>
            <a:off x="660400" y="344681"/>
            <a:ext cx="384771" cy="384771"/>
            <a:chOff x="669869" y="597306"/>
            <a:chExt cx="409972" cy="409973"/>
          </a:xfrm>
        </p:grpSpPr>
        <p:sp>
          <p:nvSpPr>
            <p:cNvPr id="33"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4"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5"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4" name="日期占位符 3"/>
          <p:cNvSpPr>
            <a:spLocks noGrp="1"/>
          </p:cNvSpPr>
          <p:nvPr>
            <p:ph type="dt" sz="half" idx="22"/>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7" name="灯片编号占位符 6"/>
          <p:cNvSpPr>
            <a:spLocks noGrp="1"/>
          </p:cNvSpPr>
          <p:nvPr>
            <p:ph type="sldNum" sz="quarter" idx="24"/>
          </p:nvPr>
        </p:nvSpPr>
        <p:spPr/>
        <p:txBody>
          <a:bodyPr/>
          <a:lstStyle/>
          <a:p>
            <a:fld id="{C79ECAFE-A460-4E13-ABCB-32CAE6136244}" type="slidenum">
              <a:rPr lang="zh-CN" altLang="en-US" smtClean="0"/>
            </a:fld>
            <a:endParaRPr lang="zh-CN" altLang="en-US" dirty="0"/>
          </a:p>
        </p:txBody>
      </p:sp>
      <p:sp>
        <p:nvSpPr>
          <p:cNvPr id="2" name="矩形 1"/>
          <p:cNvSpPr/>
          <p:nvPr userDrawn="1"/>
        </p:nvSpPr>
        <p:spPr>
          <a:xfrm>
            <a:off x="7031469" y="2473505"/>
            <a:ext cx="864000" cy="96290"/>
          </a:xfrm>
          <a:prstGeom prst="rect">
            <a:avLst/>
          </a:prstGeom>
          <a:solidFill>
            <a:schemeClr val="accent1"/>
          </a:solidFill>
          <a:ln w="127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文本占位符 11"/>
          <p:cNvSpPr>
            <a:spLocks noGrp="1"/>
          </p:cNvSpPr>
          <p:nvPr>
            <p:ph type="body" sz="quarter" idx="25" hasCustomPrompt="1"/>
          </p:nvPr>
        </p:nvSpPr>
        <p:spPr>
          <a:xfrm>
            <a:off x="7454095" y="3924346"/>
            <a:ext cx="3773347" cy="859337"/>
          </a:xfrm>
          <a:prstGeom prst="rect">
            <a:avLst/>
          </a:prstGeom>
        </p:spPr>
        <p:txBody>
          <a:bodyPr lIns="0" tIns="0">
            <a:normAutofit/>
          </a:bodyPr>
          <a:lstStyle>
            <a:lvl1pPr marL="0" indent="0" algn="l">
              <a:lnSpc>
                <a:spcPct val="130000"/>
              </a:lnSpc>
              <a:buNone/>
              <a:defRPr sz="1800"/>
            </a:lvl1pPr>
          </a:lstStyle>
          <a:p>
            <a:pPr lvl="0"/>
            <a:r>
              <a:rPr lang="zh-CN" altLang="en-US" dirty="0"/>
              <a:t>请输入你的内容</a:t>
            </a:r>
            <a:endParaRPr lang="zh-CN" altLang="en-US" dirty="0"/>
          </a:p>
        </p:txBody>
      </p:sp>
      <p:sp>
        <p:nvSpPr>
          <p:cNvPr id="36" name="文本占位符 11"/>
          <p:cNvSpPr>
            <a:spLocks noGrp="1"/>
          </p:cNvSpPr>
          <p:nvPr>
            <p:ph type="body" sz="quarter" idx="26" hasCustomPrompt="1"/>
          </p:nvPr>
        </p:nvSpPr>
        <p:spPr>
          <a:xfrm>
            <a:off x="7454095" y="4983916"/>
            <a:ext cx="3773347" cy="859337"/>
          </a:xfrm>
          <a:prstGeom prst="rect">
            <a:avLst/>
          </a:prstGeom>
        </p:spPr>
        <p:txBody>
          <a:bodyPr lIns="0" tIns="0">
            <a:normAutofit/>
          </a:bodyPr>
          <a:lstStyle>
            <a:lvl1pPr marL="0" indent="0" algn="l">
              <a:lnSpc>
                <a:spcPct val="130000"/>
              </a:lnSpc>
              <a:buNone/>
              <a:defRPr sz="1800"/>
            </a:lvl1pPr>
          </a:lstStyle>
          <a:p>
            <a:pPr lvl="0"/>
            <a:r>
              <a:rPr lang="zh-CN" altLang="en-US" dirty="0"/>
              <a:t>请输入你的内容</a:t>
            </a:r>
            <a:endParaRPr lang="zh-CN" altLang="en-US" dirty="0"/>
          </a:p>
        </p:txBody>
      </p:sp>
      <p:cxnSp>
        <p:nvCxnSpPr>
          <p:cNvPr id="22" name="直接连接符 21"/>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18" name="图片 17" descr="图片包含 树, 户外, 建筑物, 道路&#10;&#10;自动生成的说明"/>
          <p:cNvPicPr>
            <a:picLocks noChangeAspect="1"/>
          </p:cNvPicPr>
          <p:nvPr userDrawn="1"/>
        </p:nvPicPr>
        <p:blipFill rotWithShape="1">
          <a:blip r:embed="rId2">
            <a:alphaModFix amt="15000"/>
            <a:extLst>
              <a:ext uri="{28A0092B-C50C-407E-A947-70E740481C1C}">
                <a14:useLocalDpi xmlns:a14="http://schemas.microsoft.com/office/drawing/2010/main" val="0"/>
              </a:ext>
            </a:extLst>
          </a:blip>
          <a:srcRect t="7878" r="35125" b="7878"/>
          <a:stretch>
            <a:fillRect/>
          </a:stretch>
        </p:blipFill>
        <p:spPr>
          <a:xfrm>
            <a:off x="4282440" y="0"/>
            <a:ext cx="7909560" cy="6858000"/>
          </a:xfrm>
          <a:prstGeom prst="rect">
            <a:avLst/>
          </a:prstGeom>
        </p:spPr>
      </p:pic>
      <p:sp>
        <p:nvSpPr>
          <p:cNvPr id="19" name="矩形 18"/>
          <p:cNvSpPr/>
          <p:nvPr userDrawn="1"/>
        </p:nvSpPr>
        <p:spPr>
          <a:xfrm>
            <a:off x="0" y="0"/>
            <a:ext cx="12192000" cy="6858000"/>
          </a:xfrm>
          <a:prstGeom prst="rect">
            <a:avLst/>
          </a:prstGeom>
          <a:gradFill flip="none" rotWithShape="1">
            <a:gsLst>
              <a:gs pos="32000">
                <a:schemeClr val="bg1"/>
              </a:gs>
              <a:gs pos="100000">
                <a:schemeClr val="bg1">
                  <a:alpha val="0"/>
                </a:schemeClr>
              </a:gs>
            </a:gsLst>
            <a:lin ang="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22"/>
          <p:cNvSpPr/>
          <p:nvPr userDrawn="1"/>
        </p:nvSpPr>
        <p:spPr>
          <a:xfrm>
            <a:off x="0" y="0"/>
            <a:ext cx="12192000" cy="6858000"/>
          </a:xfrm>
          <a:prstGeom prst="rect">
            <a:avLst/>
          </a:prstGeom>
          <a:blipFill dpi="0" rotWithShape="1">
            <a:blip r:embed="rId3">
              <a:alphaModFix amt="5000"/>
            </a:blip>
            <a:srcRect/>
            <a:tile tx="0" ty="0" sx="100000" sy="100000" flip="none" algn="tl"/>
          </a:bli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9" name="图片 48" descr="图片包含 树, 户外, 建筑物, 道路&#10;&#10;自动生成的说明"/>
          <p:cNvPicPr>
            <a:picLocks noChangeAspect="1"/>
          </p:cNvPicPr>
          <p:nvPr userDrawn="1"/>
        </p:nvPicPr>
        <p:blipFill rotWithShape="1">
          <a:blip r:embed="rId2">
            <a:extLst>
              <a:ext uri="{28A0092B-C50C-407E-A947-70E740481C1C}">
                <a14:useLocalDpi xmlns:a14="http://schemas.microsoft.com/office/drawing/2010/main" val="0"/>
              </a:ext>
            </a:extLst>
          </a:blip>
          <a:srcRect l="7353" t="7878" r="35125" b="7878"/>
          <a:stretch>
            <a:fillRect/>
          </a:stretch>
        </p:blipFill>
        <p:spPr>
          <a:xfrm>
            <a:off x="5178924" y="0"/>
            <a:ext cx="7013076" cy="6858000"/>
          </a:xfrm>
          <a:custGeom>
            <a:avLst/>
            <a:gdLst>
              <a:gd name="connsiteX0" fmla="*/ 3877363 w 7013076"/>
              <a:gd name="connsiteY0" fmla="*/ 0 h 6858000"/>
              <a:gd name="connsiteX1" fmla="*/ 7013076 w 7013076"/>
              <a:gd name="connsiteY1" fmla="*/ 0 h 6858000"/>
              <a:gd name="connsiteX2" fmla="*/ 7013076 w 7013076"/>
              <a:gd name="connsiteY2" fmla="*/ 692654 h 6858000"/>
              <a:gd name="connsiteX3" fmla="*/ 3527325 w 7013076"/>
              <a:gd name="connsiteY3" fmla="*/ 6858000 h 6858000"/>
              <a:gd name="connsiteX4" fmla="*/ 0 w 701307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13076" h="6858000">
                <a:moveTo>
                  <a:pt x="3877363" y="0"/>
                </a:moveTo>
                <a:lnTo>
                  <a:pt x="7013076" y="0"/>
                </a:lnTo>
                <a:lnTo>
                  <a:pt x="7013076" y="692654"/>
                </a:lnTo>
                <a:lnTo>
                  <a:pt x="3527325" y="6858000"/>
                </a:lnTo>
                <a:lnTo>
                  <a:pt x="0" y="6858000"/>
                </a:lnTo>
                <a:close/>
              </a:path>
            </a:pathLst>
          </a:custGeom>
        </p:spPr>
      </p:pic>
      <p:sp>
        <p:nvSpPr>
          <p:cNvPr id="52" name="任意多边形: 形状 51"/>
          <p:cNvSpPr/>
          <p:nvPr userDrawn="1"/>
        </p:nvSpPr>
        <p:spPr>
          <a:xfrm rot="1759603">
            <a:off x="5759550" y="3287609"/>
            <a:ext cx="326672" cy="3900322"/>
          </a:xfrm>
          <a:custGeom>
            <a:avLst/>
            <a:gdLst>
              <a:gd name="connsiteX0" fmla="*/ 0 w 326672"/>
              <a:gd name="connsiteY0" fmla="*/ 0 h 3900322"/>
              <a:gd name="connsiteX1" fmla="*/ 326672 w 326672"/>
              <a:gd name="connsiteY1" fmla="*/ 0 h 3900322"/>
              <a:gd name="connsiteX2" fmla="*/ 326672 w 326672"/>
              <a:gd name="connsiteY2" fmla="*/ 3716802 h 3900322"/>
              <a:gd name="connsiteX3" fmla="*/ 0 w 326672"/>
              <a:gd name="connsiteY3" fmla="*/ 3900322 h 3900322"/>
            </a:gdLst>
            <a:ahLst/>
            <a:cxnLst>
              <a:cxn ang="0">
                <a:pos x="connsiteX0" y="connsiteY0"/>
              </a:cxn>
              <a:cxn ang="0">
                <a:pos x="connsiteX1" y="connsiteY1"/>
              </a:cxn>
              <a:cxn ang="0">
                <a:pos x="connsiteX2" y="connsiteY2"/>
              </a:cxn>
              <a:cxn ang="0">
                <a:pos x="connsiteX3" y="connsiteY3"/>
              </a:cxn>
            </a:cxnLst>
            <a:rect l="l" t="t" r="r" b="b"/>
            <a:pathLst>
              <a:path w="326672" h="3900322">
                <a:moveTo>
                  <a:pt x="0" y="0"/>
                </a:moveTo>
                <a:lnTo>
                  <a:pt x="326672" y="0"/>
                </a:lnTo>
                <a:lnTo>
                  <a:pt x="326672" y="3716802"/>
                </a:lnTo>
                <a:lnTo>
                  <a:pt x="0" y="390032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44" name="任意多边形: 形状 43"/>
          <p:cNvSpPr/>
          <p:nvPr userDrawn="1"/>
        </p:nvSpPr>
        <p:spPr>
          <a:xfrm rot="1759603">
            <a:off x="8280302" y="-201925"/>
            <a:ext cx="170609" cy="2499133"/>
          </a:xfrm>
          <a:custGeom>
            <a:avLst/>
            <a:gdLst>
              <a:gd name="connsiteX0" fmla="*/ 0 w 170609"/>
              <a:gd name="connsiteY0" fmla="*/ 95846 h 2499133"/>
              <a:gd name="connsiteX1" fmla="*/ 170609 w 170609"/>
              <a:gd name="connsiteY1" fmla="*/ 0 h 2499133"/>
              <a:gd name="connsiteX2" fmla="*/ 170609 w 170609"/>
              <a:gd name="connsiteY2" fmla="*/ 2499133 h 2499133"/>
              <a:gd name="connsiteX3" fmla="*/ 0 w 170609"/>
              <a:gd name="connsiteY3" fmla="*/ 2499133 h 2499133"/>
            </a:gdLst>
            <a:ahLst/>
            <a:cxnLst>
              <a:cxn ang="0">
                <a:pos x="connsiteX0" y="connsiteY0"/>
              </a:cxn>
              <a:cxn ang="0">
                <a:pos x="connsiteX1" y="connsiteY1"/>
              </a:cxn>
              <a:cxn ang="0">
                <a:pos x="connsiteX2" y="connsiteY2"/>
              </a:cxn>
              <a:cxn ang="0">
                <a:pos x="connsiteX3" y="connsiteY3"/>
              </a:cxn>
            </a:cxnLst>
            <a:rect l="l" t="t" r="r" b="b"/>
            <a:pathLst>
              <a:path w="170609" h="2499133">
                <a:moveTo>
                  <a:pt x="0" y="95846"/>
                </a:moveTo>
                <a:lnTo>
                  <a:pt x="170609" y="0"/>
                </a:lnTo>
                <a:lnTo>
                  <a:pt x="170609" y="2499133"/>
                </a:lnTo>
                <a:lnTo>
                  <a:pt x="0" y="2499133"/>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2" name="任意多边形: 形状 21"/>
          <p:cNvSpPr/>
          <p:nvPr userDrawn="1"/>
        </p:nvSpPr>
        <p:spPr>
          <a:xfrm rot="1759603">
            <a:off x="11257062" y="-144084"/>
            <a:ext cx="326672" cy="3732241"/>
          </a:xfrm>
          <a:custGeom>
            <a:avLst/>
            <a:gdLst>
              <a:gd name="connsiteX0" fmla="*/ 0 w 326672"/>
              <a:gd name="connsiteY0" fmla="*/ 0 h 3732241"/>
              <a:gd name="connsiteX1" fmla="*/ 326672 w 326672"/>
              <a:gd name="connsiteY1" fmla="*/ 581488 h 3732241"/>
              <a:gd name="connsiteX2" fmla="*/ 326672 w 326672"/>
              <a:gd name="connsiteY2" fmla="*/ 3732241 h 3732241"/>
              <a:gd name="connsiteX3" fmla="*/ 0 w 326672"/>
              <a:gd name="connsiteY3" fmla="*/ 3732241 h 3732241"/>
            </a:gdLst>
            <a:ahLst/>
            <a:cxnLst>
              <a:cxn ang="0">
                <a:pos x="connsiteX0" y="connsiteY0"/>
              </a:cxn>
              <a:cxn ang="0">
                <a:pos x="connsiteX1" y="connsiteY1"/>
              </a:cxn>
              <a:cxn ang="0">
                <a:pos x="connsiteX2" y="connsiteY2"/>
              </a:cxn>
              <a:cxn ang="0">
                <a:pos x="connsiteX3" y="connsiteY3"/>
              </a:cxn>
            </a:cxnLst>
            <a:rect l="l" t="t" r="r" b="b"/>
            <a:pathLst>
              <a:path w="326672" h="3732241">
                <a:moveTo>
                  <a:pt x="0" y="0"/>
                </a:moveTo>
                <a:lnTo>
                  <a:pt x="326672" y="581488"/>
                </a:lnTo>
                <a:lnTo>
                  <a:pt x="326672" y="3732241"/>
                </a:lnTo>
                <a:lnTo>
                  <a:pt x="0" y="373224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53" name="任意多边形: 形状 52"/>
          <p:cNvSpPr/>
          <p:nvPr userDrawn="1"/>
        </p:nvSpPr>
        <p:spPr>
          <a:xfrm rot="1759603">
            <a:off x="9271255" y="4019758"/>
            <a:ext cx="170609" cy="3077209"/>
          </a:xfrm>
          <a:custGeom>
            <a:avLst/>
            <a:gdLst>
              <a:gd name="connsiteX0" fmla="*/ 0 w 170609"/>
              <a:gd name="connsiteY0" fmla="*/ 0 h 3077209"/>
              <a:gd name="connsiteX1" fmla="*/ 170609 w 170609"/>
              <a:gd name="connsiteY1" fmla="*/ 0 h 3077209"/>
              <a:gd name="connsiteX2" fmla="*/ 170609 w 170609"/>
              <a:gd name="connsiteY2" fmla="*/ 2981364 h 3077209"/>
              <a:gd name="connsiteX3" fmla="*/ 0 w 170609"/>
              <a:gd name="connsiteY3" fmla="*/ 3077209 h 3077209"/>
            </a:gdLst>
            <a:ahLst/>
            <a:cxnLst>
              <a:cxn ang="0">
                <a:pos x="connsiteX0" y="connsiteY0"/>
              </a:cxn>
              <a:cxn ang="0">
                <a:pos x="connsiteX1" y="connsiteY1"/>
              </a:cxn>
              <a:cxn ang="0">
                <a:pos x="connsiteX2" y="connsiteY2"/>
              </a:cxn>
              <a:cxn ang="0">
                <a:pos x="connsiteX3" y="connsiteY3"/>
              </a:cxn>
            </a:cxnLst>
            <a:rect l="l" t="t" r="r" b="b"/>
            <a:pathLst>
              <a:path w="170609" h="3077209">
                <a:moveTo>
                  <a:pt x="0" y="0"/>
                </a:moveTo>
                <a:lnTo>
                  <a:pt x="170609" y="0"/>
                </a:lnTo>
                <a:lnTo>
                  <a:pt x="170609" y="2981364"/>
                </a:lnTo>
                <a:lnTo>
                  <a:pt x="0" y="307720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7" name="文本占位符 25"/>
          <p:cNvSpPr>
            <a:spLocks noGrp="1"/>
          </p:cNvSpPr>
          <p:nvPr>
            <p:ph type="body" sz="quarter" idx="11" hasCustomPrompt="1"/>
          </p:nvPr>
        </p:nvSpPr>
        <p:spPr>
          <a:xfrm>
            <a:off x="667503" y="2749690"/>
            <a:ext cx="5798382" cy="878840"/>
          </a:xfrm>
          <a:prstGeom prst="rect">
            <a:avLst/>
          </a:prstGeom>
        </p:spPr>
        <p:txBody>
          <a:bodyPr lIns="0">
            <a:noAutofit/>
          </a:bodyPr>
          <a:lstStyle>
            <a:lvl1pPr marL="0" indent="0">
              <a:lnSpc>
                <a:spcPct val="100000"/>
              </a:lnSpc>
              <a:buNone/>
              <a:defRPr sz="5400" b="1" spc="100" baseline="0">
                <a:solidFill>
                  <a:schemeClr val="accent1"/>
                </a:solidFill>
                <a:latin typeface="+mj-ea"/>
                <a:ea typeface="+mj-ea"/>
              </a:defRPr>
            </a:lvl1pPr>
          </a:lstStyle>
          <a:p>
            <a:pPr lvl="0"/>
            <a:r>
              <a:rPr lang="zh-CN" altLang="en-US" dirty="0"/>
              <a:t>请输入你的大标题</a:t>
            </a:r>
            <a:endParaRPr lang="en-US" altLang="zh-CN" dirty="0"/>
          </a:p>
        </p:txBody>
      </p:sp>
      <p:sp>
        <p:nvSpPr>
          <p:cNvPr id="38" name="文本占位符 25"/>
          <p:cNvSpPr>
            <a:spLocks noGrp="1"/>
          </p:cNvSpPr>
          <p:nvPr>
            <p:ph type="body" sz="quarter" idx="12" hasCustomPrompt="1"/>
          </p:nvPr>
        </p:nvSpPr>
        <p:spPr>
          <a:xfrm>
            <a:off x="667503" y="1869834"/>
            <a:ext cx="5798382" cy="878840"/>
          </a:xfrm>
          <a:prstGeom prst="rect">
            <a:avLst/>
          </a:prstGeom>
        </p:spPr>
        <p:txBody>
          <a:bodyPr lIns="0">
            <a:noAutofit/>
          </a:bodyPr>
          <a:lstStyle>
            <a:lvl1pPr marL="0" indent="0">
              <a:lnSpc>
                <a:spcPct val="100000"/>
              </a:lnSpc>
              <a:buNone/>
              <a:defRPr sz="5400" b="0" spc="100" baseline="0">
                <a:latin typeface="+mj-ea"/>
                <a:ea typeface="+mj-ea"/>
              </a:defRPr>
            </a:lvl1pPr>
          </a:lstStyle>
          <a:p>
            <a:pPr lvl="0"/>
            <a:r>
              <a:rPr lang="zh-CN" altLang="en-US" dirty="0"/>
              <a:t>请输入答辩类型</a:t>
            </a:r>
            <a:endParaRPr lang="en-US" altLang="zh-CN" dirty="0"/>
          </a:p>
        </p:txBody>
      </p:sp>
      <p:cxnSp>
        <p:nvCxnSpPr>
          <p:cNvPr id="39" name="直接连接符 38"/>
          <p:cNvCxnSpPr/>
          <p:nvPr userDrawn="1"/>
        </p:nvCxnSpPr>
        <p:spPr>
          <a:xfrm>
            <a:off x="667503" y="4839800"/>
            <a:ext cx="493268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日期占位符 4"/>
          <p:cNvSpPr>
            <a:spLocks noGrp="1"/>
          </p:cNvSpPr>
          <p:nvPr>
            <p:ph type="dt" sz="half" idx="16"/>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pic>
        <p:nvPicPr>
          <p:cNvPr id="21" name="图片 2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0400" y="312015"/>
            <a:ext cx="1375700" cy="437285"/>
          </a:xfrm>
          <a:prstGeom prst="rect">
            <a:avLst/>
          </a:prstGeom>
        </p:spPr>
      </p:pic>
      <p:sp>
        <p:nvSpPr>
          <p:cNvPr id="20" name="文本占位符 28"/>
          <p:cNvSpPr>
            <a:spLocks noGrp="1"/>
          </p:cNvSpPr>
          <p:nvPr>
            <p:ph type="body" sz="quarter" idx="17" hasCustomPrompt="1"/>
          </p:nvPr>
        </p:nvSpPr>
        <p:spPr>
          <a:xfrm>
            <a:off x="667503" y="3641672"/>
            <a:ext cx="5798382" cy="286232"/>
          </a:xfrm>
          <a:prstGeom prst="rect">
            <a:avLst/>
          </a:prstGeom>
        </p:spPr>
        <p:txBody>
          <a:bodyPr lIns="0">
            <a:spAutoFit/>
          </a:bodyPr>
          <a:lstStyle>
            <a:lvl1pPr marL="0" indent="0">
              <a:lnSpc>
                <a:spcPct val="100000"/>
              </a:lnSpc>
              <a:buNone/>
              <a:defRPr sz="1200" spc="550" baseline="0">
                <a:solidFill>
                  <a:schemeClr val="bg1">
                    <a:lumMod val="75000"/>
                  </a:schemeClr>
                </a:solidFill>
                <a:latin typeface="+mj-lt"/>
              </a:defRPr>
            </a:lvl1pPr>
          </a:lstStyle>
          <a:p>
            <a:pPr lvl="0"/>
            <a:r>
              <a:rPr lang="en-US" altLang="zh-CN" dirty="0"/>
              <a:t>Supporting Your Text Here</a:t>
            </a:r>
            <a:endParaRPr lang="en-US" altLang="zh-CN"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tx1"/>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duotone>
              <a:schemeClr val="bg2">
                <a:shade val="45000"/>
                <a:satMod val="135000"/>
              </a:schemeClr>
              <a:prstClr val="white"/>
            </a:duotone>
          </a:blip>
          <a:srcRect r="27993"/>
          <a:stretch>
            <a:fillRect/>
          </a:stretch>
        </p:blipFill>
        <p:spPr>
          <a:xfrm>
            <a:off x="1" y="-5557"/>
            <a:ext cx="12192000" cy="6863557"/>
          </a:xfrm>
          <a:prstGeom prst="rect">
            <a:avLst/>
          </a:prstGeom>
        </p:spPr>
      </p:pic>
      <p:sp>
        <p:nvSpPr>
          <p:cNvPr id="4" name="矩形 3"/>
          <p:cNvSpPr/>
          <p:nvPr userDrawn="1"/>
        </p:nvSpPr>
        <p:spPr>
          <a:xfrm>
            <a:off x="-3" y="2077796"/>
            <a:ext cx="12192000" cy="4780204"/>
          </a:xfrm>
          <a:prstGeom prst="rect">
            <a:avLst/>
          </a:prstGeom>
          <a:gradFill>
            <a:gsLst>
              <a:gs pos="0">
                <a:srgbClr val="010000">
                  <a:alpha val="0"/>
                </a:srgbClr>
              </a:gs>
              <a:gs pos="100000">
                <a:srgbClr val="010000">
                  <a:alpha val="8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 name="矩形 4"/>
          <p:cNvSpPr/>
          <p:nvPr userDrawn="1"/>
        </p:nvSpPr>
        <p:spPr>
          <a:xfrm rot="10800000">
            <a:off x="-1" y="-5557"/>
            <a:ext cx="12191999" cy="3217764"/>
          </a:xfrm>
          <a:prstGeom prst="rect">
            <a:avLst/>
          </a:prstGeom>
          <a:gradFill>
            <a:gsLst>
              <a:gs pos="0">
                <a:srgbClr val="010000">
                  <a:alpha val="0"/>
                </a:srgbClr>
              </a:gs>
              <a:gs pos="100000">
                <a:srgbClr val="01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 name="矩形 5"/>
          <p:cNvSpPr/>
          <p:nvPr userDrawn="1"/>
        </p:nvSpPr>
        <p:spPr>
          <a:xfrm>
            <a:off x="-1" y="0"/>
            <a:ext cx="12192001" cy="6811864"/>
          </a:xfrm>
          <a:prstGeom prst="rect">
            <a:avLst/>
          </a:prstGeom>
          <a:solidFill>
            <a:srgbClr val="080304">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7" name="文本框 6"/>
          <p:cNvSpPr txBox="1"/>
          <p:nvPr userDrawn="1"/>
        </p:nvSpPr>
        <p:spPr>
          <a:xfrm>
            <a:off x="4760680" y="564634"/>
            <a:ext cx="2670634" cy="369332"/>
          </a:xfrm>
          <a:prstGeom prst="rect">
            <a:avLst/>
          </a:prstGeom>
          <a:noFill/>
        </p:spPr>
        <p:txBody>
          <a:bodyPr wrap="square" rtlCol="0">
            <a:spAutoFit/>
          </a:bodyPr>
          <a:lstStyle>
            <a:defPPr>
              <a:defRPr lang="en-US"/>
            </a:defPPr>
            <a:lvl1pPr algn="dist">
              <a:defRPr sz="1600">
                <a:solidFill>
                  <a:schemeClr val="bg1"/>
                </a:solidFill>
                <a:latin typeface="+mj-ea"/>
                <a:ea typeface="+mj-ea"/>
              </a:defRPr>
            </a:lvl1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本</a:t>
            </a:r>
            <a:r>
              <a:rPr kumimoji="0" lang="en-US" altLang="zh-CN"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PPT</a:t>
            </a:r>
            <a:r>
              <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模板正参与</a:t>
            </a:r>
            <a:endParaRPr kumimoji="0" 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8" name="矩形 7"/>
          <p:cNvSpPr/>
          <p:nvPr userDrawn="1"/>
        </p:nvSpPr>
        <p:spPr>
          <a:xfrm>
            <a:off x="3602350" y="2482543"/>
            <a:ext cx="4987300" cy="400109"/>
          </a:xfrm>
          <a:prstGeom prst="rect">
            <a:avLst/>
          </a:prstGeom>
          <a:gradFill flip="none" rotWithShape="1">
            <a:gsLst>
              <a:gs pos="100000">
                <a:srgbClr val="CB9B53">
                  <a:alpha val="0"/>
                </a:srgbClr>
              </a:gs>
              <a:gs pos="0">
                <a:srgbClr val="CB9B53">
                  <a:alpha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400" b="1" i="0" u="none" strike="noStrike" kern="1200" cap="none" spc="0" normalizeH="0" baseline="0" noProof="0">
              <a:ln>
                <a:noFill/>
              </a:ln>
              <a:solidFill>
                <a:srgbClr val="0E5177"/>
              </a:solidFill>
              <a:effectLst/>
              <a:uLnTx/>
              <a:uFillTx/>
              <a:latin typeface="Segoe UI" panose="020B0502040204020203"/>
              <a:ea typeface="微软雅黑" panose="020B0503020204020204" charset="-122"/>
              <a:cs typeface="+mn-cs"/>
            </a:endParaRPr>
          </a:p>
        </p:txBody>
      </p:sp>
      <p:sp>
        <p:nvSpPr>
          <p:cNvPr id="9" name="文本框 8"/>
          <p:cNvSpPr txBox="1"/>
          <p:nvPr userDrawn="1"/>
        </p:nvSpPr>
        <p:spPr>
          <a:xfrm>
            <a:off x="4049486" y="2517885"/>
            <a:ext cx="4093028"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 </a:t>
            </a:r>
            <a:r>
              <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第一届高校</a:t>
            </a:r>
            <a:r>
              <a:rPr kumimoji="0" lang="en-US" altLang="zh-CN"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PPT</a:t>
            </a:r>
            <a:r>
              <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模板设计大赛 </a:t>
            </a:r>
            <a:endParaRPr kumimoji="0" 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1" name="文本框 10"/>
          <p:cNvSpPr txBox="1"/>
          <p:nvPr userDrawn="1"/>
        </p:nvSpPr>
        <p:spPr>
          <a:xfrm>
            <a:off x="6133678" y="4824918"/>
            <a:ext cx="2545865" cy="1061381"/>
          </a:xfrm>
          <a:prstGeom prst="rect">
            <a:avLst/>
          </a:prstGeom>
          <a:noFill/>
        </p:spPr>
        <p:txBody>
          <a:bodyPr wrap="square" rtlCol="0">
            <a:spAutoFit/>
          </a:bodyPr>
          <a:lstStyle>
            <a:defPPr>
              <a:defRPr lang="en-US"/>
            </a:defPPr>
            <a:lvl1pPr algn="dist">
              <a:defRPr>
                <a:solidFill>
                  <a:schemeClr val="bg1"/>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rPr>
              <a:t>微信扫码</a:t>
            </a:r>
            <a:endParaRPr kumimoji="0" lang="en-US" altLang="zh-CN"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rPr>
              <a:t>来聆听模板作者</a:t>
            </a:r>
            <a:endParaRPr kumimoji="0" lang="en-US" altLang="zh-CN"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rPr>
              <a:t>设计灵感、制作思路</a:t>
            </a:r>
            <a:endParaRPr kumimoji="0" 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2" name="图片 11"/>
          <p:cNvPicPr>
            <a:picLocks noChangeAspect="1"/>
          </p:cNvPicPr>
          <p:nvPr userDrawn="1"/>
        </p:nvPicPr>
        <p:blipFill>
          <a:blip r:embed="rId3"/>
          <a:stretch>
            <a:fillRect/>
          </a:stretch>
        </p:blipFill>
        <p:spPr>
          <a:xfrm>
            <a:off x="-615419" y="3771974"/>
            <a:ext cx="13817069" cy="3996426"/>
          </a:xfrm>
          <a:prstGeom prst="rect">
            <a:avLst/>
          </a:prstGeom>
        </p:spPr>
      </p:pic>
      <p:pic>
        <p:nvPicPr>
          <p:cNvPr id="13" name="图片 12"/>
          <p:cNvPicPr>
            <a:picLocks noChangeAspect="1"/>
          </p:cNvPicPr>
          <p:nvPr userDrawn="1"/>
        </p:nvPicPr>
        <p:blipFill>
          <a:blip r:embed="rId4"/>
          <a:stretch>
            <a:fillRect/>
          </a:stretch>
        </p:blipFill>
        <p:spPr>
          <a:xfrm>
            <a:off x="1683657" y="716939"/>
            <a:ext cx="8824686" cy="1844708"/>
          </a:xfrm>
          <a:prstGeom prst="rect">
            <a:avLst/>
          </a:prstGeom>
        </p:spPr>
      </p:pic>
      <p:sp>
        <p:nvSpPr>
          <p:cNvPr id="14" name="文本框 13"/>
          <p:cNvSpPr txBox="1"/>
          <p:nvPr userDrawn="1"/>
        </p:nvSpPr>
        <p:spPr>
          <a:xfrm>
            <a:off x="3742050" y="2971888"/>
            <a:ext cx="1983605"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活动主办：秋叶</a:t>
            </a:r>
            <a:r>
              <a:rPr kumimoji="0" lang="en-US" altLang="zh-CN"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PPT</a:t>
            </a:r>
            <a:endParaRPr kumimoji="0" 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endParaRPr>
          </a:p>
        </p:txBody>
      </p:sp>
      <p:sp>
        <p:nvSpPr>
          <p:cNvPr id="15" name="文本框 14"/>
          <p:cNvSpPr txBox="1"/>
          <p:nvPr userDrawn="1"/>
        </p:nvSpPr>
        <p:spPr>
          <a:xfrm>
            <a:off x="6079638" y="2971888"/>
            <a:ext cx="2492943"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技术支持：微软听听文档</a:t>
            </a:r>
            <a:endParaRPr kumimoji="0" 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endParaRPr>
          </a:p>
        </p:txBody>
      </p:sp>
      <p:sp>
        <p:nvSpPr>
          <p:cNvPr id="16" name="矩形 15"/>
          <p:cNvSpPr/>
          <p:nvPr userDrawn="1"/>
        </p:nvSpPr>
        <p:spPr>
          <a:xfrm>
            <a:off x="3600610" y="3494767"/>
            <a:ext cx="2318400" cy="2318400"/>
          </a:xfrm>
          <a:prstGeom prst="rect">
            <a:avLst/>
          </a:prstGeom>
          <a:solidFill>
            <a:schemeClr val="bg1"/>
          </a:solidFill>
          <a:ln w="57150">
            <a:solidFill>
              <a:srgbClr val="CB9B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标注页">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440603" y="759873"/>
            <a:ext cx="646331" cy="369332"/>
          </a:xfrm>
          <a:prstGeom prst="rect">
            <a:avLst/>
          </a:prstGeom>
        </p:spPr>
        <p:txBody>
          <a:bodyPr wrap="none">
            <a:spAutoFit/>
          </a:bodyPr>
          <a:lstStyle/>
          <a:p>
            <a:pPr marL="0" marR="0" lvl="0" indent="0" defTabSz="6096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标注</a:t>
            </a:r>
            <a:endParaRPr kumimoji="0" lang="zh-CN" altLang="en-US" sz="18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1" name="矩形 10"/>
          <p:cNvSpPr/>
          <p:nvPr userDrawn="1"/>
        </p:nvSpPr>
        <p:spPr>
          <a:xfrm>
            <a:off x="2572589" y="759873"/>
            <a:ext cx="1402001" cy="2025170"/>
          </a:xfrm>
          <a:prstGeom prst="rect">
            <a:avLst/>
          </a:prstGeom>
        </p:spPr>
        <p:txBody>
          <a:bodyPr wrap="square">
            <a:spAutoFit/>
          </a:bodyPr>
          <a:lstStyle/>
          <a:p>
            <a:pPr marL="0" marR="0" lvl="0" indent="0" defTabSz="6096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使用说明 </a:t>
            </a: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声明</a:t>
            </a: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2" name="矩形 11"/>
          <p:cNvSpPr/>
          <p:nvPr userDrawn="1"/>
        </p:nvSpPr>
        <p:spPr>
          <a:xfrm>
            <a:off x="4153010" y="759873"/>
            <a:ext cx="7074345" cy="2585323"/>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模板为作者原创，著作权归作者所有。</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9144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您仅可以个人非商业用途使用本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a:t>
            </a:r>
            <a:r>
              <a:rPr kumimoji="0" lang="zh-CN" altLang="en-US" sz="1400" b="0" i="0" u="none" strike="noStrike" kern="1200" cap="none" spc="0" normalizeH="0" baseline="0" noProof="0">
                <a:ln>
                  <a:noFill/>
                </a:ln>
                <a:solidFill>
                  <a:prstClr val="white"/>
                </a:solidFill>
                <a:effectLst/>
                <a:uLnTx/>
                <a:uFillTx/>
                <a:latin typeface="+mn-lt"/>
                <a:ea typeface="微软雅黑" panose="020B0503020204020204" charset="-122"/>
                <a:cs typeface="+mn-cs"/>
              </a:rPr>
              <a:t>未经权利人书面明确授权，不可将信息内容的全部或部分用于出售，或以出租、出借、转让、分销、发布等其他任何方式供他人使用</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a:t>
            </a:r>
            <a:r>
              <a:rPr kumimoji="0" lang="zh-CN" altLang="en-US" sz="1400" b="0" i="0" u="none" strike="noStrike" kern="1200" cap="none" spc="0" normalizeH="0" baseline="0" noProof="0">
                <a:ln>
                  <a:noFill/>
                </a:ln>
                <a:solidFill>
                  <a:prstClr val="white"/>
                </a:solidFill>
                <a:effectLst/>
                <a:uLnTx/>
                <a:uFillTx/>
                <a:latin typeface="+mn-lt"/>
                <a:ea typeface="微软雅黑" panose="020B0503020204020204" charset="-122"/>
                <a:cs typeface="+mn-cs"/>
              </a:rPr>
              <a:t>否则将承担法律责任。</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OfficePLUS</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尊重知识产权并注重保护用户享有的各项权利。</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OfficePLUS</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拥有对本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模板进行展示、报道、宣传及用于市场活动的权利，若在比赛或商业应用过程中发生版权纠纷，其法律责任由作者本人承担。</a:t>
            </a:r>
            <a:endParaRPr kumimoji="0" lang="zh-CN" altLang="en-US"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3" name="矩形 12"/>
          <p:cNvSpPr/>
          <p:nvPr userDrawn="1"/>
        </p:nvSpPr>
        <p:spPr>
          <a:xfrm>
            <a:off x="440603" y="182445"/>
            <a:ext cx="777777" cy="246221"/>
          </a:xfrm>
          <a:prstGeom prst="rect">
            <a:avLst/>
          </a:prstGeom>
        </p:spPr>
        <p:txBody>
          <a:bodyPr wrap="none">
            <a:spAutoFit/>
          </a:bodyPr>
          <a:lstStyle/>
          <a:p>
            <a:pPr marL="0" marR="0" lvl="0" indent="0" defTabSz="609600" eaLnBrk="1" fontAlgn="auto" latinLnBrk="0" hangingPunct="1">
              <a:lnSpc>
                <a:spcPct val="100000"/>
              </a:lnSpc>
              <a:spcBef>
                <a:spcPts val="0"/>
              </a:spcBef>
              <a:spcAft>
                <a:spcPts val="0"/>
              </a:spcAft>
              <a:buClrTx/>
              <a:buSzTx/>
              <a:buFontTx/>
              <a:buNone/>
              <a:defRPr/>
            </a:pPr>
            <a:r>
              <a:rPr kumimoji="1" lang="en-US" altLang="zh-CN" sz="1000" b="0" i="0" u="none" strike="noStrike" kern="0" cap="none" spc="0" normalizeH="0" baseline="0" noProof="0" dirty="0">
                <a:ln>
                  <a:noFill/>
                </a:ln>
                <a:solidFill>
                  <a:prstClr val="white"/>
                </a:solidFill>
                <a:effectLst/>
                <a:uLnTx/>
                <a:uFillTx/>
                <a:latin typeface="Segoe UI Light" panose="020B0502040204020203"/>
                <a:ea typeface="微软雅黑" panose="020B0503020204020204" charset="-122"/>
                <a:cs typeface="Segoe UI Light" panose="020B0502040204020203"/>
              </a:rPr>
              <a:t>OfficePLUS</a:t>
            </a:r>
            <a:endParaRPr kumimoji="0" lang="zh-CN" altLang="en-US" sz="1000" b="0" i="0" u="none" strike="noStrike" kern="0" cap="none" spc="0" normalizeH="0" baseline="0" noProof="0" dirty="0">
              <a:ln>
                <a:noFill/>
              </a:ln>
              <a:solidFill>
                <a:prstClr val="white"/>
              </a:solidFill>
              <a:effectLst/>
              <a:uLnTx/>
              <a:uFillTx/>
              <a:latin typeface="Segoe UI Light" panose="020B0502040204020203"/>
              <a:ea typeface="微软雅黑" panose="020B0503020204020204" charset="-122"/>
              <a:cs typeface="Segoe UI Light" panose="020B0502040204020203"/>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869" y="1"/>
            <a:ext cx="10849030" cy="749299"/>
          </a:xfrm>
          <a:prstGeom prst="rect">
            <a:avLst/>
          </a:prstGeom>
        </p:spPr>
        <p:txBody>
          <a:bodyPr vert="horz" lIns="0" tIns="0" rIns="0" bIns="0" rtlCol="0" anchor="b"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669869" y="850901"/>
            <a:ext cx="10849031" cy="5283200"/>
          </a:xfrm>
          <a:prstGeom prst="rect">
            <a:avLst/>
          </a:prstGeom>
        </p:spPr>
        <p:txBody>
          <a:bodyPr vert="horz" lIns="91440" tIns="45720" rIns="91440" bIns="45720" rtlCol="0">
            <a:no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5" name="日期占位符 3"/>
          <p:cNvSpPr>
            <a:spLocks noGrp="1"/>
          </p:cNvSpPr>
          <p:nvPr>
            <p:ph type="dt" sz="half" idx="2"/>
          </p:nvPr>
        </p:nvSpPr>
        <p:spPr>
          <a:xfrm>
            <a:off x="660400" y="6235702"/>
            <a:ext cx="3342640" cy="365125"/>
          </a:xfrm>
          <a:prstGeom prst="rect">
            <a:avLst/>
          </a:prstGeom>
        </p:spPr>
        <p:txBody>
          <a:bodyPr vert="horz" lIns="0" tIns="45720" rIns="91440" bIns="45720" rtlCol="0" anchor="ctr"/>
          <a:lstStyle>
            <a:lvl1pPr marL="0" marR="0" indent="0" algn="l" defTabSz="914400" rtl="0" eaLnBrk="1" fontAlgn="auto" latinLnBrk="0" hangingPunct="1">
              <a:lnSpc>
                <a:spcPct val="100000"/>
              </a:lnSpc>
              <a:spcBef>
                <a:spcPts val="0"/>
              </a:spcBef>
              <a:spcAft>
                <a:spcPts val="0"/>
              </a:spcAft>
              <a:buClrTx/>
              <a:buSzTx/>
              <a:buFontTx/>
              <a:buNone/>
              <a:defRPr sz="1400" spc="100" baseline="0">
                <a:solidFill>
                  <a:schemeClr val="tx1">
                    <a:tint val="75000"/>
                  </a:schemeClr>
                </a:solidFill>
              </a:defRPr>
            </a:lvl1pPr>
          </a:lstStyle>
          <a:p>
            <a:r>
              <a:rPr lang="zh-CN" altLang="en-US" i="1" spc="300" dirty="0">
                <a:solidFill>
                  <a:schemeClr val="accent1"/>
                </a:solidFill>
                <a:latin typeface="+mn-ea"/>
              </a:rPr>
              <a:t>止于至善</a:t>
            </a:r>
            <a:endParaRPr lang="zh-CN" altLang="en-US" spc="300" dirty="0">
              <a:solidFill>
                <a:schemeClr val="bg1">
                  <a:lumMod val="75000"/>
                </a:schemeClr>
              </a:solidFill>
            </a:endParaRPr>
          </a:p>
        </p:txBody>
      </p:sp>
      <p:sp>
        <p:nvSpPr>
          <p:cNvPr id="16" name="页脚占位符 4"/>
          <p:cNvSpPr>
            <a:spLocks noGrp="1"/>
          </p:cNvSpPr>
          <p:nvPr>
            <p:ph type="ftr" sz="quarter" idx="3"/>
          </p:nvPr>
        </p:nvSpPr>
        <p:spPr>
          <a:xfrm>
            <a:off x="4622800" y="6235702"/>
            <a:ext cx="2946400" cy="365125"/>
          </a:xfrm>
          <a:prstGeom prst="rect">
            <a:avLst/>
          </a:prstGeom>
        </p:spPr>
        <p:txBody>
          <a:bodyPr vert="horz" lIns="91440" tIns="45720" rIns="91440" bIns="45720" rtlCol="0" anchor="ctr"/>
          <a:lstStyle>
            <a:lvl1pPr algn="ctr">
              <a:defRPr sz="1400" i="0" spc="300" baseline="0">
                <a:solidFill>
                  <a:schemeClr val="accent1"/>
                </a:solidFill>
              </a:defRPr>
            </a:lvl1pPr>
          </a:lstStyle>
          <a:p>
            <a:pPr>
              <a:defRPr/>
            </a:pPr>
            <a:endParaRPr lang="zh-CN" altLang="en-US" dirty="0"/>
          </a:p>
        </p:txBody>
      </p:sp>
      <p:sp>
        <p:nvSpPr>
          <p:cNvPr id="4" name="灯片编号占位符 3"/>
          <p:cNvSpPr>
            <a:spLocks noGrp="1"/>
          </p:cNvSpPr>
          <p:nvPr>
            <p:ph type="sldNum" sz="quarter" idx="4"/>
          </p:nvPr>
        </p:nvSpPr>
        <p:spPr>
          <a:xfrm>
            <a:off x="8775700" y="6235702"/>
            <a:ext cx="2743200" cy="365125"/>
          </a:xfrm>
          <a:prstGeom prst="rect">
            <a:avLst/>
          </a:prstGeom>
        </p:spPr>
        <p:txBody>
          <a:bodyPr vert="horz" lIns="91440" tIns="45720" rIns="0" bIns="45720" rtlCol="0" anchor="ctr"/>
          <a:lstStyle>
            <a:lvl1pPr algn="r">
              <a:defRPr sz="1400">
                <a:solidFill>
                  <a:schemeClr val="bg1">
                    <a:lumMod val="75000"/>
                  </a:schemeClr>
                </a:solidFill>
              </a:defRPr>
            </a:lvl1pPr>
          </a:lstStyle>
          <a:p>
            <a:fld id="{C79ECAFE-A460-4E13-ABCB-32CAE613624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ftr="0"/>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0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6" r:id="rId1"/>
    <p:sldLayoutId id="2147483667"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8.xml"/><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8.xml"/><Relationship Id="rId1"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8.xml"/><Relationship Id="rId1"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8.xml"/><Relationship Id="rId1"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8.xml"/><Relationship Id="rId1"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8.xml"/><Relationship Id="rId1" Type="http://schemas.openxmlformats.org/officeDocument/2006/relationships/image" Target="../media/image27.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8.xml"/><Relationship Id="rId2" Type="http://schemas.openxmlformats.org/officeDocument/2006/relationships/image" Target="../media/image29.png"/><Relationship Id="rId1" Type="http://schemas.openxmlformats.org/officeDocument/2006/relationships/image" Target="../media/image2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8.xml"/><Relationship Id="rId1" Type="http://schemas.openxmlformats.org/officeDocument/2006/relationships/tags" Target="../tags/tag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ea typeface="+mn-ea"/>
                <a:cs typeface="+mn-ea"/>
              </a:rPr>
              <a:t>农事通大数据分析</a:t>
            </a:r>
            <a:endParaRPr lang="zh-CN" altLang="en-US" dirty="0">
              <a:ea typeface="+mn-ea"/>
              <a:cs typeface="+mn-ea"/>
            </a:endParaRPr>
          </a:p>
        </p:txBody>
      </p:sp>
      <p:sp>
        <p:nvSpPr>
          <p:cNvPr id="4" name="文本占位符 3"/>
          <p:cNvSpPr>
            <a:spLocks noGrp="1"/>
          </p:cNvSpPr>
          <p:nvPr>
            <p:ph type="body" sz="quarter" idx="11"/>
          </p:nvPr>
        </p:nvSpPr>
        <p:spPr/>
        <p:txBody>
          <a:bodyPr/>
          <a:lstStyle/>
          <a:p>
            <a:r>
              <a:rPr lang="en-US" altLang="zh-CN" dirty="0">
                <a:solidFill>
                  <a:schemeClr val="tx1"/>
                </a:solidFill>
                <a:ea typeface="+mn-ea"/>
                <a:cs typeface="+mn-ea"/>
              </a:rPr>
              <a:t>软件</a:t>
            </a:r>
            <a:r>
              <a:rPr lang="zh-CN" altLang="en-US" dirty="0">
                <a:solidFill>
                  <a:schemeClr val="tx1"/>
                </a:solidFill>
                <a:ea typeface="+mn-ea"/>
                <a:cs typeface="Arial" panose="020B0604020202020204" pitchFamily="34" charset="0"/>
              </a:rPr>
              <a:t>体系结构</a:t>
            </a:r>
            <a:endParaRPr lang="en-US" altLang="zh-CN">
              <a:ea typeface="+mn-ea"/>
              <a:cs typeface="+mn-ea"/>
            </a:endParaRPr>
          </a:p>
        </p:txBody>
      </p:sp>
      <p:sp>
        <p:nvSpPr>
          <p:cNvPr id="2" name="日期占位符 1"/>
          <p:cNvSpPr>
            <a:spLocks noGrp="1"/>
          </p:cNvSpPr>
          <p:nvPr>
            <p:ph type="dt" sz="half" idx="16"/>
          </p:nvPr>
        </p:nvSpPr>
        <p:spPr/>
        <p:txBody>
          <a:bodyPr/>
          <a:lstStyle/>
          <a:p>
            <a:r>
              <a:rPr lang="zh-CN" altLang="en-US" i="1" spc="300" dirty="0">
                <a:solidFill>
                  <a:schemeClr val="accent1"/>
                </a:solidFill>
                <a:latin typeface="+mn-ea"/>
              </a:rPr>
              <a:t>止于至善</a:t>
            </a:r>
            <a:endParaRPr lang="zh-CN" altLang="en-US" spc="300" dirty="0">
              <a:solidFill>
                <a:schemeClr val="bg1">
                  <a:lumMod val="75000"/>
                </a:schemeClr>
              </a:solidFill>
            </a:endParaRPr>
          </a:p>
        </p:txBody>
      </p:sp>
      <p:sp>
        <p:nvSpPr>
          <p:cNvPr id="12" name="矩形 11"/>
          <p:cNvSpPr/>
          <p:nvPr/>
        </p:nvSpPr>
        <p:spPr>
          <a:xfrm>
            <a:off x="652958" y="4379642"/>
            <a:ext cx="2506802" cy="398780"/>
          </a:xfrm>
          <a:prstGeom prst="rect">
            <a:avLst/>
          </a:prstGeom>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accent2"/>
                </a:solidFill>
                <a:effectLst/>
                <a:uLnTx/>
                <a:uFillTx/>
                <a:latin typeface="Arial" panose="020B0604020202020204"/>
                <a:cs typeface="+mn-ea"/>
              </a:rPr>
              <a:t>答辩人：</a:t>
            </a:r>
            <a:r>
              <a:rPr lang="zh-CN" altLang="en-US" sz="2000" noProof="0" dirty="0">
                <a:ln>
                  <a:noFill/>
                </a:ln>
                <a:solidFill>
                  <a:schemeClr val="accent2"/>
                </a:solidFill>
                <a:effectLst/>
                <a:uLnTx/>
                <a:uFillTx/>
                <a:latin typeface="Arial" panose="020B0604020202020204" pitchFamily="34" charset="0"/>
                <a:cs typeface="+mn-ea"/>
              </a:rPr>
              <a:t>朱瑾贤</a:t>
            </a:r>
            <a:endParaRPr lang="zh-CN" altLang="en-US">
              <a:latin typeface="Arial" panose="020B0604020202020204"/>
              <a:cs typeface="+mn-ea"/>
            </a:endParaRPr>
          </a:p>
        </p:txBody>
      </p:sp>
      <p:sp>
        <p:nvSpPr>
          <p:cNvPr id="13" name="矩形 12"/>
          <p:cNvSpPr/>
          <p:nvPr/>
        </p:nvSpPr>
        <p:spPr>
          <a:xfrm>
            <a:off x="3319835" y="4379642"/>
            <a:ext cx="2280347" cy="398780"/>
          </a:xfrm>
          <a:prstGeom prst="rect">
            <a:avLst/>
          </a:prstGeom>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accent2"/>
                </a:solidFill>
                <a:effectLst/>
                <a:uLnTx/>
                <a:uFillTx/>
                <a:latin typeface="Arial" panose="020B0604020202020204"/>
                <a:cs typeface="+mn-ea"/>
              </a:rPr>
              <a:t>指导老师：</a:t>
            </a:r>
            <a:r>
              <a:rPr lang="zh-CN" altLang="en-US" sz="2000" noProof="0" dirty="0">
                <a:ln>
                  <a:noFill/>
                </a:ln>
                <a:solidFill>
                  <a:schemeClr val="accent2"/>
                </a:solidFill>
                <a:effectLst/>
                <a:uLnTx/>
                <a:uFillTx/>
                <a:latin typeface="Arial" panose="020B0604020202020204" pitchFamily="34" charset="0"/>
                <a:cs typeface="+mn-ea"/>
              </a:rPr>
              <a:t>廖力</a:t>
            </a:r>
            <a:endParaRPr lang="zh-CN" altLang="en-US">
              <a:latin typeface="Arial" panose="020B0604020202020204" pitchFamily="34" charset="0"/>
              <a:cs typeface="+mn-ea"/>
            </a:endParaRPr>
          </a:p>
        </p:txBody>
      </p:sp>
      <p:sp>
        <p:nvSpPr>
          <p:cNvPr id="14" name="矩形 13"/>
          <p:cNvSpPr/>
          <p:nvPr/>
        </p:nvSpPr>
        <p:spPr>
          <a:xfrm>
            <a:off x="667504" y="4899847"/>
            <a:ext cx="3680976" cy="398780"/>
          </a:xfrm>
          <a:prstGeom prst="rect">
            <a:avLst/>
          </a:prstGeom>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accent1"/>
                </a:solidFill>
                <a:effectLst/>
                <a:uLnTx/>
                <a:uFillTx/>
                <a:latin typeface="Arial" panose="020B0604020202020204"/>
                <a:cs typeface="+mn-ea"/>
              </a:rPr>
              <a:t>答辩日期：</a:t>
            </a:r>
            <a:r>
              <a:rPr lang="zh-CN" altLang="en-US" sz="2000" noProof="0" dirty="0">
                <a:ln>
                  <a:noFill/>
                </a:ln>
                <a:solidFill>
                  <a:schemeClr val="accent1"/>
                </a:solidFill>
                <a:effectLst/>
                <a:uLnTx/>
                <a:uFillTx/>
                <a:latin typeface="Arial" panose="020B0604020202020204" pitchFamily="34" charset="0"/>
                <a:cs typeface="+mn-ea"/>
              </a:rPr>
              <a:t>2</a:t>
            </a:r>
            <a:r>
              <a:rPr lang="en-US" altLang="zh-CN" sz="2000" noProof="0" dirty="0">
                <a:ln>
                  <a:noFill/>
                </a:ln>
                <a:solidFill>
                  <a:schemeClr val="accent1"/>
                </a:solidFill>
                <a:effectLst/>
                <a:uLnTx/>
                <a:uFillTx/>
                <a:latin typeface="Arial" panose="020B0604020202020204" pitchFamily="34" charset="0"/>
                <a:cs typeface="+mn-ea"/>
              </a:rPr>
              <a:t>024/1/3</a:t>
            </a:r>
            <a:endParaRPr lang="zh-CN" altLang="en-US">
              <a:latin typeface="Arial" panose="020B0604020202020204"/>
              <a:cs typeface="+mn-e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日期占位符 5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1" u="none" strike="noStrike" kern="1200" cap="none" spc="300" normalizeH="0" baseline="0" noProof="0">
                <a:ln>
                  <a:noFill/>
                </a:ln>
                <a:solidFill>
                  <a:srgbClr val="445437"/>
                </a:solidFill>
                <a:effectLst/>
                <a:uLnTx/>
                <a:uFillTx/>
                <a:latin typeface="微软雅黑" panose="020B0503020204020204" charset="-122"/>
                <a:ea typeface="微软雅黑" panose="020B0503020204020204" charset="-122"/>
                <a:cs typeface="+mn-ea"/>
              </a:rPr>
              <a:t>止于至善</a:t>
            </a:r>
            <a:endParaRPr kumimoji="0" lang="zh-CN" altLang="en-US" sz="1400" b="0" i="0" u="none" strike="noStrike" kern="1200" cap="none" spc="300" normalizeH="0" baseline="0" noProof="0" dirty="0">
              <a:ln>
                <a:noFill/>
              </a:ln>
              <a:solidFill>
                <a:prstClr val="white">
                  <a:lumMod val="75000"/>
                </a:prstClr>
              </a:solidFill>
              <a:effectLst/>
              <a:uLnTx/>
              <a:uFillTx/>
              <a:latin typeface="Arial" panose="020B0604020202020204"/>
              <a:ea typeface="微软雅黑" panose="020B0503020204020204" charset="-122"/>
              <a:cs typeface="+mn-ea"/>
            </a:endParaRPr>
          </a:p>
        </p:txBody>
      </p:sp>
      <p:sp>
        <p:nvSpPr>
          <p:cNvPr id="56" name="文本框 55"/>
          <p:cNvSpPr txBox="1"/>
          <p:nvPr/>
        </p:nvSpPr>
        <p:spPr>
          <a:xfrm>
            <a:off x="7565045" y="860718"/>
            <a:ext cx="2768289" cy="492475"/>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445437"/>
                </a:solidFill>
                <a:effectLst/>
                <a:uLnTx/>
                <a:uFillTx/>
                <a:latin typeface="微软雅黑" panose="020B0503020204020204" charset="-122"/>
                <a:ea typeface="微软雅黑" panose="020B0503020204020204" charset="-122"/>
                <a:cs typeface="+mn-ea"/>
              </a:rPr>
              <a:t>选题背景及意义</a:t>
            </a:r>
            <a:endParaRPr kumimoji="0" lang="zh-CN" altLang="en-US" sz="2800" b="1" i="0" u="none" strike="noStrike" kern="1200" cap="none" spc="0" normalizeH="0" baseline="0" noProof="0" dirty="0">
              <a:ln>
                <a:noFill/>
              </a:ln>
              <a:solidFill>
                <a:srgbClr val="445437"/>
              </a:solidFill>
              <a:effectLst/>
              <a:uLnTx/>
              <a:uFillTx/>
              <a:latin typeface="微软雅黑" panose="020B0503020204020204" charset="-122"/>
              <a:ea typeface="微软雅黑" panose="020B0503020204020204" charset="-122"/>
              <a:cs typeface="+mn-ea"/>
            </a:endParaRPr>
          </a:p>
        </p:txBody>
      </p:sp>
      <p:sp>
        <p:nvSpPr>
          <p:cNvPr id="57" name="文本框 56"/>
          <p:cNvSpPr txBox="1"/>
          <p:nvPr/>
        </p:nvSpPr>
        <p:spPr>
          <a:xfrm>
            <a:off x="7870493" y="1976604"/>
            <a:ext cx="202184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solidFill>
                  <a:srgbClr val="445437"/>
                </a:solidFill>
                <a:effectLst/>
                <a:uLnTx/>
                <a:uFillTx/>
                <a:latin typeface="微软雅黑" panose="020B0503020204020204" charset="-122"/>
                <a:ea typeface="微软雅黑" panose="020B0503020204020204" charset="-122"/>
                <a:cs typeface="+mn-ea"/>
              </a:rPr>
              <a:t>系统</a:t>
            </a:r>
            <a:r>
              <a:rPr lang="zh-CN" altLang="en-US" sz="2800" b="1" noProof="0" dirty="0">
                <a:ln>
                  <a:noFill/>
                </a:ln>
                <a:solidFill>
                  <a:srgbClr val="445437"/>
                </a:solidFill>
                <a:effectLst/>
                <a:uLnTx/>
                <a:uFillTx/>
                <a:latin typeface="微软雅黑" panose="020B0503020204020204" charset="-122"/>
                <a:ea typeface="微软雅黑" panose="020B0503020204020204" charset="-122"/>
                <a:cs typeface="Arial" panose="020B0604020202020204" pitchFamily="34" charset="0"/>
              </a:rPr>
              <a:t>需求</a:t>
            </a:r>
            <a:endParaRPr lang="zh-CN" altLang="en-US">
              <a:latin typeface="微软雅黑" panose="020B0503020204020204" charset="-122"/>
              <a:ea typeface="微软雅黑" panose="020B0503020204020204" charset="-122"/>
              <a:cs typeface="+mn-ea"/>
            </a:endParaRPr>
          </a:p>
        </p:txBody>
      </p:sp>
      <p:sp>
        <p:nvSpPr>
          <p:cNvPr id="58" name="文本框 57"/>
          <p:cNvSpPr txBox="1"/>
          <p:nvPr/>
        </p:nvSpPr>
        <p:spPr>
          <a:xfrm>
            <a:off x="8136855" y="3200023"/>
            <a:ext cx="2868073"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445437"/>
                </a:solidFill>
                <a:effectLst/>
                <a:uLnTx/>
                <a:uFillTx/>
                <a:latin typeface="微软雅黑" panose="020B0503020204020204" charset="-122"/>
                <a:ea typeface="微软雅黑" panose="020B0503020204020204" charset="-122"/>
                <a:cs typeface="+mn-ea"/>
              </a:rPr>
              <a:t>层次化风格</a:t>
            </a:r>
            <a:endParaRPr kumimoji="0" lang="zh-CN" altLang="en-US" sz="2800" b="1" i="0" u="none" strike="noStrike" kern="1200" cap="none" spc="0" normalizeH="0" baseline="0" noProof="0" dirty="0">
              <a:ln>
                <a:noFill/>
              </a:ln>
              <a:solidFill>
                <a:srgbClr val="445437"/>
              </a:solidFill>
              <a:effectLst/>
              <a:uLnTx/>
              <a:uFillTx/>
              <a:latin typeface="微软雅黑" panose="020B0503020204020204" charset="-122"/>
              <a:ea typeface="微软雅黑" panose="020B0503020204020204" charset="-122"/>
              <a:cs typeface="+mn-ea"/>
            </a:endParaRPr>
          </a:p>
        </p:txBody>
      </p:sp>
      <p:sp>
        <p:nvSpPr>
          <p:cNvPr id="59" name="文本框 58"/>
          <p:cNvSpPr txBox="1"/>
          <p:nvPr/>
        </p:nvSpPr>
        <p:spPr>
          <a:xfrm>
            <a:off x="7933738" y="4327857"/>
            <a:ext cx="3500374" cy="520924"/>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solidFill>
                  <a:srgbClr val="445437"/>
                </a:solidFill>
                <a:effectLst/>
                <a:uLnTx/>
                <a:uFillTx/>
                <a:latin typeface="微软雅黑" panose="020B0503020204020204" charset="-122"/>
                <a:ea typeface="微软雅黑" panose="020B0503020204020204" charset="-122"/>
                <a:cs typeface="+mn-ea"/>
              </a:rPr>
              <a:t>事件</a:t>
            </a:r>
            <a:r>
              <a:rPr lang="zh-CN" altLang="en-US" sz="2800" b="1" noProof="0" dirty="0">
                <a:ln>
                  <a:noFill/>
                </a:ln>
                <a:solidFill>
                  <a:srgbClr val="445437"/>
                </a:solidFill>
                <a:effectLst/>
                <a:uLnTx/>
                <a:uFillTx/>
                <a:latin typeface="微软雅黑" panose="020B0503020204020204" charset="-122"/>
                <a:ea typeface="微软雅黑" panose="020B0503020204020204" charset="-122"/>
                <a:cs typeface="Arial" panose="020B0604020202020204" pitchFamily="34" charset="0"/>
              </a:rPr>
              <a:t>驱动微服务风格</a:t>
            </a:r>
            <a:endParaRPr lang="zh-CN" altLang="en-US">
              <a:latin typeface="微软雅黑" panose="020B0503020204020204" charset="-122"/>
              <a:ea typeface="微软雅黑" panose="020B0503020204020204" charset="-122"/>
              <a:cs typeface="Arial" panose="020B0604020202020204" pitchFamily="34" charset="0"/>
            </a:endParaRPr>
          </a:p>
        </p:txBody>
      </p:sp>
      <p:sp>
        <p:nvSpPr>
          <p:cNvPr id="60" name="文本框 59"/>
          <p:cNvSpPr txBox="1"/>
          <p:nvPr/>
        </p:nvSpPr>
        <p:spPr>
          <a:xfrm>
            <a:off x="7501155" y="5591900"/>
            <a:ext cx="3514064" cy="492518"/>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800" b="1" noProof="0" dirty="0">
                <a:ln>
                  <a:noFill/>
                </a:ln>
                <a:solidFill>
                  <a:srgbClr val="445437"/>
                </a:solidFill>
                <a:effectLst/>
                <a:uLnTx/>
                <a:uFillTx/>
                <a:latin typeface="微软雅黑" panose="020B0503020204020204" charset="-122"/>
                <a:ea typeface="微软雅黑" panose="020B0503020204020204" charset="-122"/>
                <a:cs typeface="+mn-ea"/>
              </a:rPr>
              <a:t>ATAM</a:t>
            </a:r>
            <a:r>
              <a:rPr lang="zh-CN" altLang="en-US" sz="2800" b="1" noProof="0" dirty="0">
                <a:ln>
                  <a:noFill/>
                </a:ln>
                <a:solidFill>
                  <a:srgbClr val="445437"/>
                </a:solidFill>
                <a:effectLst/>
                <a:uLnTx/>
                <a:uFillTx/>
                <a:latin typeface="微软雅黑" panose="020B0503020204020204" charset="-122"/>
                <a:ea typeface="微软雅黑" panose="020B0503020204020204" charset="-122"/>
                <a:cs typeface="+mn-ea"/>
              </a:rPr>
              <a:t>方法分析对比</a:t>
            </a:r>
            <a:endParaRPr lang="zh-CN" altLang="en-US">
              <a:latin typeface="微软雅黑" panose="020B0503020204020204" charset="-122"/>
              <a:ea typeface="微软雅黑" panose="020B0503020204020204" charset="-122"/>
              <a:cs typeface="+mn-ea"/>
            </a:endParaRPr>
          </a:p>
        </p:txBody>
      </p:sp>
      <p:grpSp>
        <p:nvGrpSpPr>
          <p:cNvPr id="62" name="组合 61"/>
          <p:cNvGrpSpPr/>
          <p:nvPr/>
        </p:nvGrpSpPr>
        <p:grpSpPr>
          <a:xfrm>
            <a:off x="6237602" y="1758101"/>
            <a:ext cx="495959" cy="495959"/>
            <a:chOff x="6932134" y="1758101"/>
            <a:chExt cx="495959" cy="495959"/>
          </a:xfrm>
        </p:grpSpPr>
        <p:sp>
          <p:nvSpPr>
            <p:cNvPr id="63" name="íṥļîḓê"/>
            <p:cNvSpPr/>
            <p:nvPr/>
          </p:nvSpPr>
          <p:spPr>
            <a:xfrm>
              <a:off x="6932134" y="1758101"/>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64" name="íṥlíḓê"/>
            <p:cNvSpPr/>
            <p:nvPr/>
          </p:nvSpPr>
          <p:spPr>
            <a:xfrm>
              <a:off x="6977987" y="1803954"/>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65" name="ïśļiḑé"/>
            <p:cNvSpPr/>
            <p:nvPr/>
          </p:nvSpPr>
          <p:spPr>
            <a:xfrm>
              <a:off x="7055794" y="1924242"/>
              <a:ext cx="248637" cy="163678"/>
            </a:xfrm>
            <a:custGeom>
              <a:avLst/>
              <a:gdLst>
                <a:gd name="connsiteX0" fmla="*/ 424341 w 607145"/>
                <a:gd name="connsiteY0" fmla="*/ 192546 h 399683"/>
                <a:gd name="connsiteX1" fmla="*/ 374104 w 607145"/>
                <a:gd name="connsiteY1" fmla="*/ 200647 h 399683"/>
                <a:gd name="connsiteX2" fmla="*/ 369850 w 607145"/>
                <a:gd name="connsiteY2" fmla="*/ 214854 h 399683"/>
                <a:gd name="connsiteX3" fmla="*/ 384076 w 607145"/>
                <a:gd name="connsiteY3" fmla="*/ 219247 h 399683"/>
                <a:gd name="connsiteX4" fmla="*/ 400942 w 607145"/>
                <a:gd name="connsiteY4" fmla="*/ 213975 h 399683"/>
                <a:gd name="connsiteX5" fmla="*/ 498617 w 607145"/>
                <a:gd name="connsiteY5" fmla="*/ 232429 h 399683"/>
                <a:gd name="connsiteX6" fmla="*/ 539828 w 607145"/>
                <a:gd name="connsiteY6" fmla="*/ 250443 h 399683"/>
                <a:gd name="connsiteX7" fmla="*/ 544668 w 607145"/>
                <a:gd name="connsiteY7" fmla="*/ 251615 h 399683"/>
                <a:gd name="connsiteX8" fmla="*/ 554054 w 607145"/>
                <a:gd name="connsiteY8" fmla="*/ 245903 h 399683"/>
                <a:gd name="connsiteX9" fmla="*/ 549508 w 607145"/>
                <a:gd name="connsiteY9" fmla="*/ 231843 h 399683"/>
                <a:gd name="connsiteX10" fmla="*/ 424341 w 607145"/>
                <a:gd name="connsiteY10" fmla="*/ 192546 h 399683"/>
                <a:gd name="connsiteX11" fmla="*/ 179418 w 607145"/>
                <a:gd name="connsiteY11" fmla="*/ 192544 h 399683"/>
                <a:gd name="connsiteX12" fmla="*/ 54260 w 607145"/>
                <a:gd name="connsiteY12" fmla="*/ 231696 h 399683"/>
                <a:gd name="connsiteX13" fmla="*/ 49714 w 607145"/>
                <a:gd name="connsiteY13" fmla="*/ 245903 h 399683"/>
                <a:gd name="connsiteX14" fmla="*/ 59099 w 607145"/>
                <a:gd name="connsiteY14" fmla="*/ 251615 h 399683"/>
                <a:gd name="connsiteX15" fmla="*/ 63939 w 607145"/>
                <a:gd name="connsiteY15" fmla="*/ 250443 h 399683"/>
                <a:gd name="connsiteX16" fmla="*/ 105147 w 607145"/>
                <a:gd name="connsiteY16" fmla="*/ 232429 h 399683"/>
                <a:gd name="connsiteX17" fmla="*/ 202962 w 607145"/>
                <a:gd name="connsiteY17" fmla="*/ 213975 h 399683"/>
                <a:gd name="connsiteX18" fmla="*/ 219680 w 607145"/>
                <a:gd name="connsiteY18" fmla="*/ 219247 h 399683"/>
                <a:gd name="connsiteX19" fmla="*/ 233905 w 607145"/>
                <a:gd name="connsiteY19" fmla="*/ 214854 h 399683"/>
                <a:gd name="connsiteX20" fmla="*/ 229652 w 607145"/>
                <a:gd name="connsiteY20" fmla="*/ 200647 h 399683"/>
                <a:gd name="connsiteX21" fmla="*/ 179418 w 607145"/>
                <a:gd name="connsiteY21" fmla="*/ 192544 h 399683"/>
                <a:gd name="connsiteX22" fmla="*/ 424341 w 607145"/>
                <a:gd name="connsiteY22" fmla="*/ 126430 h 399683"/>
                <a:gd name="connsiteX23" fmla="*/ 374104 w 607145"/>
                <a:gd name="connsiteY23" fmla="*/ 134448 h 399683"/>
                <a:gd name="connsiteX24" fmla="*/ 369850 w 607145"/>
                <a:gd name="connsiteY24" fmla="*/ 148801 h 399683"/>
                <a:gd name="connsiteX25" fmla="*/ 384076 w 607145"/>
                <a:gd name="connsiteY25" fmla="*/ 153049 h 399683"/>
                <a:gd name="connsiteX26" fmla="*/ 400942 w 607145"/>
                <a:gd name="connsiteY26" fmla="*/ 147922 h 399683"/>
                <a:gd name="connsiteX27" fmla="*/ 498617 w 607145"/>
                <a:gd name="connsiteY27" fmla="*/ 166376 h 399683"/>
                <a:gd name="connsiteX28" fmla="*/ 539828 w 607145"/>
                <a:gd name="connsiteY28" fmla="*/ 184390 h 399683"/>
                <a:gd name="connsiteX29" fmla="*/ 544668 w 607145"/>
                <a:gd name="connsiteY29" fmla="*/ 185562 h 399683"/>
                <a:gd name="connsiteX30" fmla="*/ 554054 w 607145"/>
                <a:gd name="connsiteY30" fmla="*/ 179850 h 399683"/>
                <a:gd name="connsiteX31" fmla="*/ 549508 w 607145"/>
                <a:gd name="connsiteY31" fmla="*/ 165644 h 399683"/>
                <a:gd name="connsiteX32" fmla="*/ 424341 w 607145"/>
                <a:gd name="connsiteY32" fmla="*/ 126430 h 399683"/>
                <a:gd name="connsiteX33" fmla="*/ 179418 w 607145"/>
                <a:gd name="connsiteY33" fmla="*/ 126430 h 399683"/>
                <a:gd name="connsiteX34" fmla="*/ 54260 w 607145"/>
                <a:gd name="connsiteY34" fmla="*/ 165644 h 399683"/>
                <a:gd name="connsiteX35" fmla="*/ 49714 w 607145"/>
                <a:gd name="connsiteY35" fmla="*/ 179850 h 399683"/>
                <a:gd name="connsiteX36" fmla="*/ 59099 w 607145"/>
                <a:gd name="connsiteY36" fmla="*/ 185562 h 399683"/>
                <a:gd name="connsiteX37" fmla="*/ 63939 w 607145"/>
                <a:gd name="connsiteY37" fmla="*/ 184390 h 399683"/>
                <a:gd name="connsiteX38" fmla="*/ 105147 w 607145"/>
                <a:gd name="connsiteY38" fmla="*/ 166376 h 399683"/>
                <a:gd name="connsiteX39" fmla="*/ 202962 w 607145"/>
                <a:gd name="connsiteY39" fmla="*/ 147922 h 399683"/>
                <a:gd name="connsiteX40" fmla="*/ 219680 w 607145"/>
                <a:gd name="connsiteY40" fmla="*/ 153049 h 399683"/>
                <a:gd name="connsiteX41" fmla="*/ 233905 w 607145"/>
                <a:gd name="connsiteY41" fmla="*/ 148801 h 399683"/>
                <a:gd name="connsiteX42" fmla="*/ 229652 w 607145"/>
                <a:gd name="connsiteY42" fmla="*/ 134448 h 399683"/>
                <a:gd name="connsiteX43" fmla="*/ 179418 w 607145"/>
                <a:gd name="connsiteY43" fmla="*/ 126430 h 399683"/>
                <a:gd name="connsiteX44" fmla="*/ 424341 w 607145"/>
                <a:gd name="connsiteY44" fmla="*/ 60293 h 399683"/>
                <a:gd name="connsiteX45" fmla="*/ 374104 w 607145"/>
                <a:gd name="connsiteY45" fmla="*/ 68396 h 399683"/>
                <a:gd name="connsiteX46" fmla="*/ 369850 w 607145"/>
                <a:gd name="connsiteY46" fmla="*/ 82602 h 399683"/>
                <a:gd name="connsiteX47" fmla="*/ 384076 w 607145"/>
                <a:gd name="connsiteY47" fmla="*/ 86996 h 399683"/>
                <a:gd name="connsiteX48" fmla="*/ 400942 w 607145"/>
                <a:gd name="connsiteY48" fmla="*/ 81724 h 399683"/>
                <a:gd name="connsiteX49" fmla="*/ 498471 w 607145"/>
                <a:gd name="connsiteY49" fmla="*/ 100177 h 399683"/>
                <a:gd name="connsiteX50" fmla="*/ 539828 w 607145"/>
                <a:gd name="connsiteY50" fmla="*/ 118192 h 399683"/>
                <a:gd name="connsiteX51" fmla="*/ 544668 w 607145"/>
                <a:gd name="connsiteY51" fmla="*/ 119363 h 399683"/>
                <a:gd name="connsiteX52" fmla="*/ 554054 w 607145"/>
                <a:gd name="connsiteY52" fmla="*/ 113651 h 399683"/>
                <a:gd name="connsiteX53" fmla="*/ 549508 w 607145"/>
                <a:gd name="connsiteY53" fmla="*/ 99445 h 399683"/>
                <a:gd name="connsiteX54" fmla="*/ 424341 w 607145"/>
                <a:gd name="connsiteY54" fmla="*/ 60293 h 399683"/>
                <a:gd name="connsiteX55" fmla="*/ 179418 w 607145"/>
                <a:gd name="connsiteY55" fmla="*/ 60293 h 399683"/>
                <a:gd name="connsiteX56" fmla="*/ 54260 w 607145"/>
                <a:gd name="connsiteY56" fmla="*/ 99445 h 399683"/>
                <a:gd name="connsiteX57" fmla="*/ 49714 w 607145"/>
                <a:gd name="connsiteY57" fmla="*/ 113651 h 399683"/>
                <a:gd name="connsiteX58" fmla="*/ 59099 w 607145"/>
                <a:gd name="connsiteY58" fmla="*/ 119363 h 399683"/>
                <a:gd name="connsiteX59" fmla="*/ 63939 w 607145"/>
                <a:gd name="connsiteY59" fmla="*/ 118192 h 399683"/>
                <a:gd name="connsiteX60" fmla="*/ 105147 w 607145"/>
                <a:gd name="connsiteY60" fmla="*/ 100177 h 399683"/>
                <a:gd name="connsiteX61" fmla="*/ 202962 w 607145"/>
                <a:gd name="connsiteY61" fmla="*/ 81724 h 399683"/>
                <a:gd name="connsiteX62" fmla="*/ 219680 w 607145"/>
                <a:gd name="connsiteY62" fmla="*/ 86996 h 399683"/>
                <a:gd name="connsiteX63" fmla="*/ 233905 w 607145"/>
                <a:gd name="connsiteY63" fmla="*/ 82602 h 399683"/>
                <a:gd name="connsiteX64" fmla="*/ 229652 w 607145"/>
                <a:gd name="connsiteY64" fmla="*/ 68396 h 399683"/>
                <a:gd name="connsiteX65" fmla="*/ 179418 w 607145"/>
                <a:gd name="connsiteY65" fmla="*/ 60293 h 399683"/>
                <a:gd name="connsiteX66" fmla="*/ 402115 w 607145"/>
                <a:gd name="connsiteY66" fmla="*/ 0 h 399683"/>
                <a:gd name="connsiteX67" fmla="*/ 607145 w 607145"/>
                <a:gd name="connsiteY67" fmla="*/ 64295 h 399683"/>
                <a:gd name="connsiteX68" fmla="*/ 607145 w 607145"/>
                <a:gd name="connsiteY68" fmla="*/ 399683 h 399683"/>
                <a:gd name="connsiteX69" fmla="*/ 398449 w 607145"/>
                <a:gd name="connsiteY69" fmla="*/ 341686 h 399683"/>
                <a:gd name="connsiteX70" fmla="*/ 315000 w 607145"/>
                <a:gd name="connsiteY70" fmla="*/ 370538 h 399683"/>
                <a:gd name="connsiteX71" fmla="*/ 313240 w 607145"/>
                <a:gd name="connsiteY71" fmla="*/ 372296 h 399683"/>
                <a:gd name="connsiteX72" fmla="*/ 313240 w 607145"/>
                <a:gd name="connsiteY72" fmla="*/ 50235 h 399683"/>
                <a:gd name="connsiteX73" fmla="*/ 314560 w 607145"/>
                <a:gd name="connsiteY73" fmla="*/ 45988 h 399683"/>
                <a:gd name="connsiteX74" fmla="*/ 402115 w 607145"/>
                <a:gd name="connsiteY74" fmla="*/ 0 h 399683"/>
                <a:gd name="connsiteX75" fmla="*/ 205015 w 607145"/>
                <a:gd name="connsiteY75" fmla="*/ 0 h 399683"/>
                <a:gd name="connsiteX76" fmla="*/ 292564 w 607145"/>
                <a:gd name="connsiteY76" fmla="*/ 45988 h 399683"/>
                <a:gd name="connsiteX77" fmla="*/ 292271 w 607145"/>
                <a:gd name="connsiteY77" fmla="*/ 47013 h 399683"/>
                <a:gd name="connsiteX78" fmla="*/ 292124 w 607145"/>
                <a:gd name="connsiteY78" fmla="*/ 49064 h 399683"/>
                <a:gd name="connsiteX79" fmla="*/ 292124 w 607145"/>
                <a:gd name="connsiteY79" fmla="*/ 370538 h 399683"/>
                <a:gd name="connsiteX80" fmla="*/ 208534 w 607145"/>
                <a:gd name="connsiteY80" fmla="*/ 341686 h 399683"/>
                <a:gd name="connsiteX81" fmla="*/ 0 w 607145"/>
                <a:gd name="connsiteY81" fmla="*/ 399683 h 399683"/>
                <a:gd name="connsiteX82" fmla="*/ 0 w 607145"/>
                <a:gd name="connsiteY82" fmla="*/ 64295 h 399683"/>
                <a:gd name="connsiteX83" fmla="*/ 205015 w 607145"/>
                <a:gd name="connsiteY83" fmla="*/ 0 h 3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7145" h="399683">
                  <a:moveTo>
                    <a:pt x="424341" y="192546"/>
                  </a:moveTo>
                  <a:cubicBezTo>
                    <a:pt x="405663" y="191228"/>
                    <a:pt x="388037" y="193178"/>
                    <a:pt x="374104" y="200647"/>
                  </a:cubicBezTo>
                  <a:cubicBezTo>
                    <a:pt x="368970" y="203430"/>
                    <a:pt x="367064" y="209728"/>
                    <a:pt x="369850" y="214854"/>
                  </a:cubicBezTo>
                  <a:cubicBezTo>
                    <a:pt x="372637" y="219980"/>
                    <a:pt x="378943" y="221884"/>
                    <a:pt x="384076" y="219247"/>
                  </a:cubicBezTo>
                  <a:cubicBezTo>
                    <a:pt x="388916" y="216611"/>
                    <a:pt x="394636" y="215000"/>
                    <a:pt x="400942" y="213975"/>
                  </a:cubicBezTo>
                  <a:cubicBezTo>
                    <a:pt x="428514" y="209874"/>
                    <a:pt x="467379" y="220566"/>
                    <a:pt x="498617" y="232429"/>
                  </a:cubicBezTo>
                  <a:cubicBezTo>
                    <a:pt x="515630" y="238873"/>
                    <a:pt x="530442" y="245610"/>
                    <a:pt x="539828" y="250443"/>
                  </a:cubicBezTo>
                  <a:cubicBezTo>
                    <a:pt x="541442" y="251322"/>
                    <a:pt x="543055" y="251615"/>
                    <a:pt x="544668" y="251615"/>
                  </a:cubicBezTo>
                  <a:cubicBezTo>
                    <a:pt x="548481" y="251615"/>
                    <a:pt x="552148" y="249564"/>
                    <a:pt x="554054" y="245903"/>
                  </a:cubicBezTo>
                  <a:cubicBezTo>
                    <a:pt x="556694" y="240777"/>
                    <a:pt x="554641" y="234479"/>
                    <a:pt x="549508" y="231843"/>
                  </a:cubicBezTo>
                  <a:cubicBezTo>
                    <a:pt x="545878" y="229866"/>
                    <a:pt x="480376" y="196501"/>
                    <a:pt x="424341" y="192546"/>
                  </a:cubicBezTo>
                  <a:close/>
                  <a:moveTo>
                    <a:pt x="179418" y="192544"/>
                  </a:moveTo>
                  <a:cubicBezTo>
                    <a:pt x="123386" y="196492"/>
                    <a:pt x="57889" y="229829"/>
                    <a:pt x="54260" y="231696"/>
                  </a:cubicBezTo>
                  <a:cubicBezTo>
                    <a:pt x="49127" y="234479"/>
                    <a:pt x="47074" y="240777"/>
                    <a:pt x="49714" y="245903"/>
                  </a:cubicBezTo>
                  <a:cubicBezTo>
                    <a:pt x="51620" y="249564"/>
                    <a:pt x="55287" y="251615"/>
                    <a:pt x="59099" y="251615"/>
                  </a:cubicBezTo>
                  <a:cubicBezTo>
                    <a:pt x="60713" y="251615"/>
                    <a:pt x="62472" y="251322"/>
                    <a:pt x="63939" y="250443"/>
                  </a:cubicBezTo>
                  <a:cubicBezTo>
                    <a:pt x="73324" y="245610"/>
                    <a:pt x="88136" y="238873"/>
                    <a:pt x="105147" y="232429"/>
                  </a:cubicBezTo>
                  <a:cubicBezTo>
                    <a:pt x="136383" y="220566"/>
                    <a:pt x="175245" y="209874"/>
                    <a:pt x="202962" y="213975"/>
                  </a:cubicBezTo>
                  <a:cubicBezTo>
                    <a:pt x="209121" y="215000"/>
                    <a:pt x="214840" y="216611"/>
                    <a:pt x="219680" y="219247"/>
                  </a:cubicBezTo>
                  <a:cubicBezTo>
                    <a:pt x="224812" y="221884"/>
                    <a:pt x="231118" y="219980"/>
                    <a:pt x="233905" y="214854"/>
                  </a:cubicBezTo>
                  <a:cubicBezTo>
                    <a:pt x="236691" y="209728"/>
                    <a:pt x="234784" y="203430"/>
                    <a:pt x="229652" y="200647"/>
                  </a:cubicBezTo>
                  <a:cubicBezTo>
                    <a:pt x="215720" y="193178"/>
                    <a:pt x="198095" y="191228"/>
                    <a:pt x="179418" y="192544"/>
                  </a:cubicBezTo>
                  <a:close/>
                  <a:moveTo>
                    <a:pt x="424341" y="126430"/>
                  </a:moveTo>
                  <a:cubicBezTo>
                    <a:pt x="405663" y="125093"/>
                    <a:pt x="388037" y="127016"/>
                    <a:pt x="374104" y="134448"/>
                  </a:cubicBezTo>
                  <a:cubicBezTo>
                    <a:pt x="368970" y="137231"/>
                    <a:pt x="367064" y="143675"/>
                    <a:pt x="369850" y="148801"/>
                  </a:cubicBezTo>
                  <a:cubicBezTo>
                    <a:pt x="372637" y="153927"/>
                    <a:pt x="378943" y="155831"/>
                    <a:pt x="384076" y="153049"/>
                  </a:cubicBezTo>
                  <a:cubicBezTo>
                    <a:pt x="388916" y="150559"/>
                    <a:pt x="394636" y="148801"/>
                    <a:pt x="400942" y="147922"/>
                  </a:cubicBezTo>
                  <a:cubicBezTo>
                    <a:pt x="428514" y="143822"/>
                    <a:pt x="467379" y="154513"/>
                    <a:pt x="498617" y="166376"/>
                  </a:cubicBezTo>
                  <a:cubicBezTo>
                    <a:pt x="515630" y="172820"/>
                    <a:pt x="530442" y="179557"/>
                    <a:pt x="539828" y="184390"/>
                  </a:cubicBezTo>
                  <a:cubicBezTo>
                    <a:pt x="541442" y="185123"/>
                    <a:pt x="543055" y="185562"/>
                    <a:pt x="544668" y="185562"/>
                  </a:cubicBezTo>
                  <a:cubicBezTo>
                    <a:pt x="548481" y="185562"/>
                    <a:pt x="552148" y="183512"/>
                    <a:pt x="554054" y="179850"/>
                  </a:cubicBezTo>
                  <a:cubicBezTo>
                    <a:pt x="556694" y="174724"/>
                    <a:pt x="554641" y="168280"/>
                    <a:pt x="549508" y="165644"/>
                  </a:cubicBezTo>
                  <a:cubicBezTo>
                    <a:pt x="545878" y="163777"/>
                    <a:pt x="480376" y="130439"/>
                    <a:pt x="424341" y="126430"/>
                  </a:cubicBezTo>
                  <a:close/>
                  <a:moveTo>
                    <a:pt x="179418" y="126430"/>
                  </a:moveTo>
                  <a:cubicBezTo>
                    <a:pt x="123386" y="130439"/>
                    <a:pt x="57889" y="163777"/>
                    <a:pt x="54260" y="165644"/>
                  </a:cubicBezTo>
                  <a:cubicBezTo>
                    <a:pt x="49127" y="168280"/>
                    <a:pt x="47074" y="174724"/>
                    <a:pt x="49714" y="179850"/>
                  </a:cubicBezTo>
                  <a:cubicBezTo>
                    <a:pt x="51620" y="183512"/>
                    <a:pt x="55287" y="185562"/>
                    <a:pt x="59099" y="185562"/>
                  </a:cubicBezTo>
                  <a:cubicBezTo>
                    <a:pt x="60713" y="185562"/>
                    <a:pt x="62472" y="185123"/>
                    <a:pt x="63939" y="184390"/>
                  </a:cubicBezTo>
                  <a:cubicBezTo>
                    <a:pt x="73324" y="179557"/>
                    <a:pt x="88136" y="172820"/>
                    <a:pt x="105147" y="166376"/>
                  </a:cubicBezTo>
                  <a:cubicBezTo>
                    <a:pt x="136383" y="154513"/>
                    <a:pt x="175245" y="143675"/>
                    <a:pt x="202962" y="147922"/>
                  </a:cubicBezTo>
                  <a:cubicBezTo>
                    <a:pt x="209121" y="148801"/>
                    <a:pt x="214840" y="150412"/>
                    <a:pt x="219680" y="153049"/>
                  </a:cubicBezTo>
                  <a:cubicBezTo>
                    <a:pt x="224812" y="155831"/>
                    <a:pt x="231265" y="153927"/>
                    <a:pt x="233905" y="148801"/>
                  </a:cubicBezTo>
                  <a:cubicBezTo>
                    <a:pt x="236691" y="143675"/>
                    <a:pt x="234784" y="137231"/>
                    <a:pt x="229652" y="134448"/>
                  </a:cubicBezTo>
                  <a:cubicBezTo>
                    <a:pt x="215720" y="127016"/>
                    <a:pt x="198095" y="125093"/>
                    <a:pt x="179418" y="126430"/>
                  </a:cubicBezTo>
                  <a:close/>
                  <a:moveTo>
                    <a:pt x="424341" y="60293"/>
                  </a:moveTo>
                  <a:cubicBezTo>
                    <a:pt x="405663" y="58977"/>
                    <a:pt x="388037" y="60927"/>
                    <a:pt x="374104" y="68396"/>
                  </a:cubicBezTo>
                  <a:cubicBezTo>
                    <a:pt x="368970" y="71179"/>
                    <a:pt x="367064" y="77476"/>
                    <a:pt x="369850" y="82602"/>
                  </a:cubicBezTo>
                  <a:cubicBezTo>
                    <a:pt x="372637" y="87728"/>
                    <a:pt x="378943" y="89632"/>
                    <a:pt x="384076" y="86996"/>
                  </a:cubicBezTo>
                  <a:cubicBezTo>
                    <a:pt x="388916" y="84360"/>
                    <a:pt x="394636" y="82749"/>
                    <a:pt x="400942" y="81724"/>
                  </a:cubicBezTo>
                  <a:cubicBezTo>
                    <a:pt x="428514" y="77623"/>
                    <a:pt x="467379" y="88314"/>
                    <a:pt x="498471" y="100177"/>
                  </a:cubicBezTo>
                  <a:cubicBezTo>
                    <a:pt x="515630" y="106621"/>
                    <a:pt x="530442" y="113358"/>
                    <a:pt x="539828" y="118192"/>
                  </a:cubicBezTo>
                  <a:cubicBezTo>
                    <a:pt x="541442" y="119070"/>
                    <a:pt x="543055" y="119363"/>
                    <a:pt x="544668" y="119363"/>
                  </a:cubicBezTo>
                  <a:cubicBezTo>
                    <a:pt x="548481" y="119363"/>
                    <a:pt x="552148" y="117313"/>
                    <a:pt x="554054" y="113651"/>
                  </a:cubicBezTo>
                  <a:cubicBezTo>
                    <a:pt x="556694" y="108525"/>
                    <a:pt x="554641" y="102228"/>
                    <a:pt x="549508" y="99445"/>
                  </a:cubicBezTo>
                  <a:cubicBezTo>
                    <a:pt x="545878" y="97578"/>
                    <a:pt x="480376" y="64240"/>
                    <a:pt x="424341" y="60293"/>
                  </a:cubicBezTo>
                  <a:close/>
                  <a:moveTo>
                    <a:pt x="179418" y="60293"/>
                  </a:moveTo>
                  <a:cubicBezTo>
                    <a:pt x="123386" y="64240"/>
                    <a:pt x="57889" y="97578"/>
                    <a:pt x="54260" y="99445"/>
                  </a:cubicBezTo>
                  <a:cubicBezTo>
                    <a:pt x="49127" y="102228"/>
                    <a:pt x="47074" y="108525"/>
                    <a:pt x="49714" y="113651"/>
                  </a:cubicBezTo>
                  <a:cubicBezTo>
                    <a:pt x="51620" y="117313"/>
                    <a:pt x="55287" y="119363"/>
                    <a:pt x="59099" y="119363"/>
                  </a:cubicBezTo>
                  <a:cubicBezTo>
                    <a:pt x="60713" y="119363"/>
                    <a:pt x="62472" y="119070"/>
                    <a:pt x="63939" y="118192"/>
                  </a:cubicBezTo>
                  <a:cubicBezTo>
                    <a:pt x="73324" y="113358"/>
                    <a:pt x="88136" y="106621"/>
                    <a:pt x="105147" y="100177"/>
                  </a:cubicBezTo>
                  <a:cubicBezTo>
                    <a:pt x="136383" y="88314"/>
                    <a:pt x="175245" y="77623"/>
                    <a:pt x="202962" y="81724"/>
                  </a:cubicBezTo>
                  <a:cubicBezTo>
                    <a:pt x="209121" y="82749"/>
                    <a:pt x="214840" y="84360"/>
                    <a:pt x="219680" y="86996"/>
                  </a:cubicBezTo>
                  <a:cubicBezTo>
                    <a:pt x="224812" y="89632"/>
                    <a:pt x="231265" y="87728"/>
                    <a:pt x="233905" y="82602"/>
                  </a:cubicBezTo>
                  <a:cubicBezTo>
                    <a:pt x="236691" y="77476"/>
                    <a:pt x="234784" y="71179"/>
                    <a:pt x="229652" y="68396"/>
                  </a:cubicBezTo>
                  <a:cubicBezTo>
                    <a:pt x="215720" y="60927"/>
                    <a:pt x="198095" y="58977"/>
                    <a:pt x="179418" y="60293"/>
                  </a:cubicBezTo>
                  <a:close/>
                  <a:moveTo>
                    <a:pt x="402115" y="0"/>
                  </a:moveTo>
                  <a:cubicBezTo>
                    <a:pt x="454179" y="0"/>
                    <a:pt x="523109" y="21676"/>
                    <a:pt x="607145" y="64295"/>
                  </a:cubicBezTo>
                  <a:lnTo>
                    <a:pt x="607145" y="399683"/>
                  </a:lnTo>
                  <a:cubicBezTo>
                    <a:pt x="570187" y="382548"/>
                    <a:pt x="474858" y="341686"/>
                    <a:pt x="398449" y="341686"/>
                  </a:cubicBezTo>
                  <a:cubicBezTo>
                    <a:pt x="356944" y="341686"/>
                    <a:pt x="331132" y="353988"/>
                    <a:pt x="315000" y="370538"/>
                  </a:cubicBezTo>
                  <a:cubicBezTo>
                    <a:pt x="314413" y="371124"/>
                    <a:pt x="313827" y="371710"/>
                    <a:pt x="313240" y="372296"/>
                  </a:cubicBezTo>
                  <a:lnTo>
                    <a:pt x="313240" y="50235"/>
                  </a:lnTo>
                  <a:cubicBezTo>
                    <a:pt x="313387" y="49356"/>
                    <a:pt x="313827" y="47892"/>
                    <a:pt x="314560" y="45988"/>
                  </a:cubicBezTo>
                  <a:cubicBezTo>
                    <a:pt x="319400" y="33100"/>
                    <a:pt x="338319" y="0"/>
                    <a:pt x="402115" y="0"/>
                  </a:cubicBezTo>
                  <a:close/>
                  <a:moveTo>
                    <a:pt x="205015" y="0"/>
                  </a:moveTo>
                  <a:cubicBezTo>
                    <a:pt x="268954" y="0"/>
                    <a:pt x="287725" y="33246"/>
                    <a:pt x="292564" y="45988"/>
                  </a:cubicBezTo>
                  <a:cubicBezTo>
                    <a:pt x="292417" y="46574"/>
                    <a:pt x="292271" y="47013"/>
                    <a:pt x="292271" y="47013"/>
                  </a:cubicBezTo>
                  <a:cubicBezTo>
                    <a:pt x="292124" y="47745"/>
                    <a:pt x="292124" y="48331"/>
                    <a:pt x="292124" y="49064"/>
                  </a:cubicBezTo>
                  <a:lnTo>
                    <a:pt x="292124" y="370538"/>
                  </a:lnTo>
                  <a:cubicBezTo>
                    <a:pt x="275993" y="353988"/>
                    <a:pt x="250183" y="341686"/>
                    <a:pt x="208534" y="341686"/>
                  </a:cubicBezTo>
                  <a:cubicBezTo>
                    <a:pt x="132277" y="341686"/>
                    <a:pt x="36809" y="382548"/>
                    <a:pt x="0" y="399683"/>
                  </a:cubicBezTo>
                  <a:lnTo>
                    <a:pt x="0" y="64295"/>
                  </a:lnTo>
                  <a:cubicBezTo>
                    <a:pt x="84030" y="21676"/>
                    <a:pt x="152955" y="0"/>
                    <a:pt x="205015"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grpSp>
      <p:grpSp>
        <p:nvGrpSpPr>
          <p:cNvPr id="66" name="组合 65"/>
          <p:cNvGrpSpPr/>
          <p:nvPr/>
        </p:nvGrpSpPr>
        <p:grpSpPr>
          <a:xfrm>
            <a:off x="6418415" y="2706714"/>
            <a:ext cx="495959" cy="495959"/>
            <a:chOff x="7112947" y="2706714"/>
            <a:chExt cx="495959" cy="495959"/>
          </a:xfrm>
        </p:grpSpPr>
        <p:sp>
          <p:nvSpPr>
            <p:cNvPr id="67" name="íṥļîḓê"/>
            <p:cNvSpPr/>
            <p:nvPr/>
          </p:nvSpPr>
          <p:spPr>
            <a:xfrm>
              <a:off x="7112947" y="2706714"/>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68" name="íṥlíḓê"/>
            <p:cNvSpPr/>
            <p:nvPr/>
          </p:nvSpPr>
          <p:spPr>
            <a:xfrm>
              <a:off x="7158800" y="2752567"/>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69" name="ïśļiḑé"/>
            <p:cNvSpPr/>
            <p:nvPr/>
          </p:nvSpPr>
          <p:spPr>
            <a:xfrm>
              <a:off x="7236607" y="2872855"/>
              <a:ext cx="248637" cy="163678"/>
            </a:xfrm>
            <a:custGeom>
              <a:avLst/>
              <a:gdLst>
                <a:gd name="connsiteX0" fmla="*/ 424341 w 607145"/>
                <a:gd name="connsiteY0" fmla="*/ 192546 h 399683"/>
                <a:gd name="connsiteX1" fmla="*/ 374104 w 607145"/>
                <a:gd name="connsiteY1" fmla="*/ 200647 h 399683"/>
                <a:gd name="connsiteX2" fmla="*/ 369850 w 607145"/>
                <a:gd name="connsiteY2" fmla="*/ 214854 h 399683"/>
                <a:gd name="connsiteX3" fmla="*/ 384076 w 607145"/>
                <a:gd name="connsiteY3" fmla="*/ 219247 h 399683"/>
                <a:gd name="connsiteX4" fmla="*/ 400942 w 607145"/>
                <a:gd name="connsiteY4" fmla="*/ 213975 h 399683"/>
                <a:gd name="connsiteX5" fmla="*/ 498617 w 607145"/>
                <a:gd name="connsiteY5" fmla="*/ 232429 h 399683"/>
                <a:gd name="connsiteX6" fmla="*/ 539828 w 607145"/>
                <a:gd name="connsiteY6" fmla="*/ 250443 h 399683"/>
                <a:gd name="connsiteX7" fmla="*/ 544668 w 607145"/>
                <a:gd name="connsiteY7" fmla="*/ 251615 h 399683"/>
                <a:gd name="connsiteX8" fmla="*/ 554054 w 607145"/>
                <a:gd name="connsiteY8" fmla="*/ 245903 h 399683"/>
                <a:gd name="connsiteX9" fmla="*/ 549508 w 607145"/>
                <a:gd name="connsiteY9" fmla="*/ 231843 h 399683"/>
                <a:gd name="connsiteX10" fmla="*/ 424341 w 607145"/>
                <a:gd name="connsiteY10" fmla="*/ 192546 h 399683"/>
                <a:gd name="connsiteX11" fmla="*/ 179418 w 607145"/>
                <a:gd name="connsiteY11" fmla="*/ 192544 h 399683"/>
                <a:gd name="connsiteX12" fmla="*/ 54260 w 607145"/>
                <a:gd name="connsiteY12" fmla="*/ 231696 h 399683"/>
                <a:gd name="connsiteX13" fmla="*/ 49714 w 607145"/>
                <a:gd name="connsiteY13" fmla="*/ 245903 h 399683"/>
                <a:gd name="connsiteX14" fmla="*/ 59099 w 607145"/>
                <a:gd name="connsiteY14" fmla="*/ 251615 h 399683"/>
                <a:gd name="connsiteX15" fmla="*/ 63939 w 607145"/>
                <a:gd name="connsiteY15" fmla="*/ 250443 h 399683"/>
                <a:gd name="connsiteX16" fmla="*/ 105147 w 607145"/>
                <a:gd name="connsiteY16" fmla="*/ 232429 h 399683"/>
                <a:gd name="connsiteX17" fmla="*/ 202962 w 607145"/>
                <a:gd name="connsiteY17" fmla="*/ 213975 h 399683"/>
                <a:gd name="connsiteX18" fmla="*/ 219680 w 607145"/>
                <a:gd name="connsiteY18" fmla="*/ 219247 h 399683"/>
                <a:gd name="connsiteX19" fmla="*/ 233905 w 607145"/>
                <a:gd name="connsiteY19" fmla="*/ 214854 h 399683"/>
                <a:gd name="connsiteX20" fmla="*/ 229652 w 607145"/>
                <a:gd name="connsiteY20" fmla="*/ 200647 h 399683"/>
                <a:gd name="connsiteX21" fmla="*/ 179418 w 607145"/>
                <a:gd name="connsiteY21" fmla="*/ 192544 h 399683"/>
                <a:gd name="connsiteX22" fmla="*/ 424341 w 607145"/>
                <a:gd name="connsiteY22" fmla="*/ 126430 h 399683"/>
                <a:gd name="connsiteX23" fmla="*/ 374104 w 607145"/>
                <a:gd name="connsiteY23" fmla="*/ 134448 h 399683"/>
                <a:gd name="connsiteX24" fmla="*/ 369850 w 607145"/>
                <a:gd name="connsiteY24" fmla="*/ 148801 h 399683"/>
                <a:gd name="connsiteX25" fmla="*/ 384076 w 607145"/>
                <a:gd name="connsiteY25" fmla="*/ 153049 h 399683"/>
                <a:gd name="connsiteX26" fmla="*/ 400942 w 607145"/>
                <a:gd name="connsiteY26" fmla="*/ 147922 h 399683"/>
                <a:gd name="connsiteX27" fmla="*/ 498617 w 607145"/>
                <a:gd name="connsiteY27" fmla="*/ 166376 h 399683"/>
                <a:gd name="connsiteX28" fmla="*/ 539828 w 607145"/>
                <a:gd name="connsiteY28" fmla="*/ 184390 h 399683"/>
                <a:gd name="connsiteX29" fmla="*/ 544668 w 607145"/>
                <a:gd name="connsiteY29" fmla="*/ 185562 h 399683"/>
                <a:gd name="connsiteX30" fmla="*/ 554054 w 607145"/>
                <a:gd name="connsiteY30" fmla="*/ 179850 h 399683"/>
                <a:gd name="connsiteX31" fmla="*/ 549508 w 607145"/>
                <a:gd name="connsiteY31" fmla="*/ 165644 h 399683"/>
                <a:gd name="connsiteX32" fmla="*/ 424341 w 607145"/>
                <a:gd name="connsiteY32" fmla="*/ 126430 h 399683"/>
                <a:gd name="connsiteX33" fmla="*/ 179418 w 607145"/>
                <a:gd name="connsiteY33" fmla="*/ 126430 h 399683"/>
                <a:gd name="connsiteX34" fmla="*/ 54260 w 607145"/>
                <a:gd name="connsiteY34" fmla="*/ 165644 h 399683"/>
                <a:gd name="connsiteX35" fmla="*/ 49714 w 607145"/>
                <a:gd name="connsiteY35" fmla="*/ 179850 h 399683"/>
                <a:gd name="connsiteX36" fmla="*/ 59099 w 607145"/>
                <a:gd name="connsiteY36" fmla="*/ 185562 h 399683"/>
                <a:gd name="connsiteX37" fmla="*/ 63939 w 607145"/>
                <a:gd name="connsiteY37" fmla="*/ 184390 h 399683"/>
                <a:gd name="connsiteX38" fmla="*/ 105147 w 607145"/>
                <a:gd name="connsiteY38" fmla="*/ 166376 h 399683"/>
                <a:gd name="connsiteX39" fmla="*/ 202962 w 607145"/>
                <a:gd name="connsiteY39" fmla="*/ 147922 h 399683"/>
                <a:gd name="connsiteX40" fmla="*/ 219680 w 607145"/>
                <a:gd name="connsiteY40" fmla="*/ 153049 h 399683"/>
                <a:gd name="connsiteX41" fmla="*/ 233905 w 607145"/>
                <a:gd name="connsiteY41" fmla="*/ 148801 h 399683"/>
                <a:gd name="connsiteX42" fmla="*/ 229652 w 607145"/>
                <a:gd name="connsiteY42" fmla="*/ 134448 h 399683"/>
                <a:gd name="connsiteX43" fmla="*/ 179418 w 607145"/>
                <a:gd name="connsiteY43" fmla="*/ 126430 h 399683"/>
                <a:gd name="connsiteX44" fmla="*/ 424341 w 607145"/>
                <a:gd name="connsiteY44" fmla="*/ 60293 h 399683"/>
                <a:gd name="connsiteX45" fmla="*/ 374104 w 607145"/>
                <a:gd name="connsiteY45" fmla="*/ 68396 h 399683"/>
                <a:gd name="connsiteX46" fmla="*/ 369850 w 607145"/>
                <a:gd name="connsiteY46" fmla="*/ 82602 h 399683"/>
                <a:gd name="connsiteX47" fmla="*/ 384076 w 607145"/>
                <a:gd name="connsiteY47" fmla="*/ 86996 h 399683"/>
                <a:gd name="connsiteX48" fmla="*/ 400942 w 607145"/>
                <a:gd name="connsiteY48" fmla="*/ 81724 h 399683"/>
                <a:gd name="connsiteX49" fmla="*/ 498471 w 607145"/>
                <a:gd name="connsiteY49" fmla="*/ 100177 h 399683"/>
                <a:gd name="connsiteX50" fmla="*/ 539828 w 607145"/>
                <a:gd name="connsiteY50" fmla="*/ 118192 h 399683"/>
                <a:gd name="connsiteX51" fmla="*/ 544668 w 607145"/>
                <a:gd name="connsiteY51" fmla="*/ 119363 h 399683"/>
                <a:gd name="connsiteX52" fmla="*/ 554054 w 607145"/>
                <a:gd name="connsiteY52" fmla="*/ 113651 h 399683"/>
                <a:gd name="connsiteX53" fmla="*/ 549508 w 607145"/>
                <a:gd name="connsiteY53" fmla="*/ 99445 h 399683"/>
                <a:gd name="connsiteX54" fmla="*/ 424341 w 607145"/>
                <a:gd name="connsiteY54" fmla="*/ 60293 h 399683"/>
                <a:gd name="connsiteX55" fmla="*/ 179418 w 607145"/>
                <a:gd name="connsiteY55" fmla="*/ 60293 h 399683"/>
                <a:gd name="connsiteX56" fmla="*/ 54260 w 607145"/>
                <a:gd name="connsiteY56" fmla="*/ 99445 h 399683"/>
                <a:gd name="connsiteX57" fmla="*/ 49714 w 607145"/>
                <a:gd name="connsiteY57" fmla="*/ 113651 h 399683"/>
                <a:gd name="connsiteX58" fmla="*/ 59099 w 607145"/>
                <a:gd name="connsiteY58" fmla="*/ 119363 h 399683"/>
                <a:gd name="connsiteX59" fmla="*/ 63939 w 607145"/>
                <a:gd name="connsiteY59" fmla="*/ 118192 h 399683"/>
                <a:gd name="connsiteX60" fmla="*/ 105147 w 607145"/>
                <a:gd name="connsiteY60" fmla="*/ 100177 h 399683"/>
                <a:gd name="connsiteX61" fmla="*/ 202962 w 607145"/>
                <a:gd name="connsiteY61" fmla="*/ 81724 h 399683"/>
                <a:gd name="connsiteX62" fmla="*/ 219680 w 607145"/>
                <a:gd name="connsiteY62" fmla="*/ 86996 h 399683"/>
                <a:gd name="connsiteX63" fmla="*/ 233905 w 607145"/>
                <a:gd name="connsiteY63" fmla="*/ 82602 h 399683"/>
                <a:gd name="connsiteX64" fmla="*/ 229652 w 607145"/>
                <a:gd name="connsiteY64" fmla="*/ 68396 h 399683"/>
                <a:gd name="connsiteX65" fmla="*/ 179418 w 607145"/>
                <a:gd name="connsiteY65" fmla="*/ 60293 h 399683"/>
                <a:gd name="connsiteX66" fmla="*/ 402115 w 607145"/>
                <a:gd name="connsiteY66" fmla="*/ 0 h 399683"/>
                <a:gd name="connsiteX67" fmla="*/ 607145 w 607145"/>
                <a:gd name="connsiteY67" fmla="*/ 64295 h 399683"/>
                <a:gd name="connsiteX68" fmla="*/ 607145 w 607145"/>
                <a:gd name="connsiteY68" fmla="*/ 399683 h 399683"/>
                <a:gd name="connsiteX69" fmla="*/ 398449 w 607145"/>
                <a:gd name="connsiteY69" fmla="*/ 341686 h 399683"/>
                <a:gd name="connsiteX70" fmla="*/ 315000 w 607145"/>
                <a:gd name="connsiteY70" fmla="*/ 370538 h 399683"/>
                <a:gd name="connsiteX71" fmla="*/ 313240 w 607145"/>
                <a:gd name="connsiteY71" fmla="*/ 372296 h 399683"/>
                <a:gd name="connsiteX72" fmla="*/ 313240 w 607145"/>
                <a:gd name="connsiteY72" fmla="*/ 50235 h 399683"/>
                <a:gd name="connsiteX73" fmla="*/ 314560 w 607145"/>
                <a:gd name="connsiteY73" fmla="*/ 45988 h 399683"/>
                <a:gd name="connsiteX74" fmla="*/ 402115 w 607145"/>
                <a:gd name="connsiteY74" fmla="*/ 0 h 399683"/>
                <a:gd name="connsiteX75" fmla="*/ 205015 w 607145"/>
                <a:gd name="connsiteY75" fmla="*/ 0 h 399683"/>
                <a:gd name="connsiteX76" fmla="*/ 292564 w 607145"/>
                <a:gd name="connsiteY76" fmla="*/ 45988 h 399683"/>
                <a:gd name="connsiteX77" fmla="*/ 292271 w 607145"/>
                <a:gd name="connsiteY77" fmla="*/ 47013 h 399683"/>
                <a:gd name="connsiteX78" fmla="*/ 292124 w 607145"/>
                <a:gd name="connsiteY78" fmla="*/ 49064 h 399683"/>
                <a:gd name="connsiteX79" fmla="*/ 292124 w 607145"/>
                <a:gd name="connsiteY79" fmla="*/ 370538 h 399683"/>
                <a:gd name="connsiteX80" fmla="*/ 208534 w 607145"/>
                <a:gd name="connsiteY80" fmla="*/ 341686 h 399683"/>
                <a:gd name="connsiteX81" fmla="*/ 0 w 607145"/>
                <a:gd name="connsiteY81" fmla="*/ 399683 h 399683"/>
                <a:gd name="connsiteX82" fmla="*/ 0 w 607145"/>
                <a:gd name="connsiteY82" fmla="*/ 64295 h 399683"/>
                <a:gd name="connsiteX83" fmla="*/ 205015 w 607145"/>
                <a:gd name="connsiteY83" fmla="*/ 0 h 3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7145" h="399683">
                  <a:moveTo>
                    <a:pt x="424341" y="192546"/>
                  </a:moveTo>
                  <a:cubicBezTo>
                    <a:pt x="405663" y="191228"/>
                    <a:pt x="388037" y="193178"/>
                    <a:pt x="374104" y="200647"/>
                  </a:cubicBezTo>
                  <a:cubicBezTo>
                    <a:pt x="368970" y="203430"/>
                    <a:pt x="367064" y="209728"/>
                    <a:pt x="369850" y="214854"/>
                  </a:cubicBezTo>
                  <a:cubicBezTo>
                    <a:pt x="372637" y="219980"/>
                    <a:pt x="378943" y="221884"/>
                    <a:pt x="384076" y="219247"/>
                  </a:cubicBezTo>
                  <a:cubicBezTo>
                    <a:pt x="388916" y="216611"/>
                    <a:pt x="394636" y="215000"/>
                    <a:pt x="400942" y="213975"/>
                  </a:cubicBezTo>
                  <a:cubicBezTo>
                    <a:pt x="428514" y="209874"/>
                    <a:pt x="467379" y="220566"/>
                    <a:pt x="498617" y="232429"/>
                  </a:cubicBezTo>
                  <a:cubicBezTo>
                    <a:pt x="515630" y="238873"/>
                    <a:pt x="530442" y="245610"/>
                    <a:pt x="539828" y="250443"/>
                  </a:cubicBezTo>
                  <a:cubicBezTo>
                    <a:pt x="541442" y="251322"/>
                    <a:pt x="543055" y="251615"/>
                    <a:pt x="544668" y="251615"/>
                  </a:cubicBezTo>
                  <a:cubicBezTo>
                    <a:pt x="548481" y="251615"/>
                    <a:pt x="552148" y="249564"/>
                    <a:pt x="554054" y="245903"/>
                  </a:cubicBezTo>
                  <a:cubicBezTo>
                    <a:pt x="556694" y="240777"/>
                    <a:pt x="554641" y="234479"/>
                    <a:pt x="549508" y="231843"/>
                  </a:cubicBezTo>
                  <a:cubicBezTo>
                    <a:pt x="545878" y="229866"/>
                    <a:pt x="480376" y="196501"/>
                    <a:pt x="424341" y="192546"/>
                  </a:cubicBezTo>
                  <a:close/>
                  <a:moveTo>
                    <a:pt x="179418" y="192544"/>
                  </a:moveTo>
                  <a:cubicBezTo>
                    <a:pt x="123386" y="196492"/>
                    <a:pt x="57889" y="229829"/>
                    <a:pt x="54260" y="231696"/>
                  </a:cubicBezTo>
                  <a:cubicBezTo>
                    <a:pt x="49127" y="234479"/>
                    <a:pt x="47074" y="240777"/>
                    <a:pt x="49714" y="245903"/>
                  </a:cubicBezTo>
                  <a:cubicBezTo>
                    <a:pt x="51620" y="249564"/>
                    <a:pt x="55287" y="251615"/>
                    <a:pt x="59099" y="251615"/>
                  </a:cubicBezTo>
                  <a:cubicBezTo>
                    <a:pt x="60713" y="251615"/>
                    <a:pt x="62472" y="251322"/>
                    <a:pt x="63939" y="250443"/>
                  </a:cubicBezTo>
                  <a:cubicBezTo>
                    <a:pt x="73324" y="245610"/>
                    <a:pt x="88136" y="238873"/>
                    <a:pt x="105147" y="232429"/>
                  </a:cubicBezTo>
                  <a:cubicBezTo>
                    <a:pt x="136383" y="220566"/>
                    <a:pt x="175245" y="209874"/>
                    <a:pt x="202962" y="213975"/>
                  </a:cubicBezTo>
                  <a:cubicBezTo>
                    <a:pt x="209121" y="215000"/>
                    <a:pt x="214840" y="216611"/>
                    <a:pt x="219680" y="219247"/>
                  </a:cubicBezTo>
                  <a:cubicBezTo>
                    <a:pt x="224812" y="221884"/>
                    <a:pt x="231118" y="219980"/>
                    <a:pt x="233905" y="214854"/>
                  </a:cubicBezTo>
                  <a:cubicBezTo>
                    <a:pt x="236691" y="209728"/>
                    <a:pt x="234784" y="203430"/>
                    <a:pt x="229652" y="200647"/>
                  </a:cubicBezTo>
                  <a:cubicBezTo>
                    <a:pt x="215720" y="193178"/>
                    <a:pt x="198095" y="191228"/>
                    <a:pt x="179418" y="192544"/>
                  </a:cubicBezTo>
                  <a:close/>
                  <a:moveTo>
                    <a:pt x="424341" y="126430"/>
                  </a:moveTo>
                  <a:cubicBezTo>
                    <a:pt x="405663" y="125093"/>
                    <a:pt x="388037" y="127016"/>
                    <a:pt x="374104" y="134448"/>
                  </a:cubicBezTo>
                  <a:cubicBezTo>
                    <a:pt x="368970" y="137231"/>
                    <a:pt x="367064" y="143675"/>
                    <a:pt x="369850" y="148801"/>
                  </a:cubicBezTo>
                  <a:cubicBezTo>
                    <a:pt x="372637" y="153927"/>
                    <a:pt x="378943" y="155831"/>
                    <a:pt x="384076" y="153049"/>
                  </a:cubicBezTo>
                  <a:cubicBezTo>
                    <a:pt x="388916" y="150559"/>
                    <a:pt x="394636" y="148801"/>
                    <a:pt x="400942" y="147922"/>
                  </a:cubicBezTo>
                  <a:cubicBezTo>
                    <a:pt x="428514" y="143822"/>
                    <a:pt x="467379" y="154513"/>
                    <a:pt x="498617" y="166376"/>
                  </a:cubicBezTo>
                  <a:cubicBezTo>
                    <a:pt x="515630" y="172820"/>
                    <a:pt x="530442" y="179557"/>
                    <a:pt x="539828" y="184390"/>
                  </a:cubicBezTo>
                  <a:cubicBezTo>
                    <a:pt x="541442" y="185123"/>
                    <a:pt x="543055" y="185562"/>
                    <a:pt x="544668" y="185562"/>
                  </a:cubicBezTo>
                  <a:cubicBezTo>
                    <a:pt x="548481" y="185562"/>
                    <a:pt x="552148" y="183512"/>
                    <a:pt x="554054" y="179850"/>
                  </a:cubicBezTo>
                  <a:cubicBezTo>
                    <a:pt x="556694" y="174724"/>
                    <a:pt x="554641" y="168280"/>
                    <a:pt x="549508" y="165644"/>
                  </a:cubicBezTo>
                  <a:cubicBezTo>
                    <a:pt x="545878" y="163777"/>
                    <a:pt x="480376" y="130439"/>
                    <a:pt x="424341" y="126430"/>
                  </a:cubicBezTo>
                  <a:close/>
                  <a:moveTo>
                    <a:pt x="179418" y="126430"/>
                  </a:moveTo>
                  <a:cubicBezTo>
                    <a:pt x="123386" y="130439"/>
                    <a:pt x="57889" y="163777"/>
                    <a:pt x="54260" y="165644"/>
                  </a:cubicBezTo>
                  <a:cubicBezTo>
                    <a:pt x="49127" y="168280"/>
                    <a:pt x="47074" y="174724"/>
                    <a:pt x="49714" y="179850"/>
                  </a:cubicBezTo>
                  <a:cubicBezTo>
                    <a:pt x="51620" y="183512"/>
                    <a:pt x="55287" y="185562"/>
                    <a:pt x="59099" y="185562"/>
                  </a:cubicBezTo>
                  <a:cubicBezTo>
                    <a:pt x="60713" y="185562"/>
                    <a:pt x="62472" y="185123"/>
                    <a:pt x="63939" y="184390"/>
                  </a:cubicBezTo>
                  <a:cubicBezTo>
                    <a:pt x="73324" y="179557"/>
                    <a:pt x="88136" y="172820"/>
                    <a:pt x="105147" y="166376"/>
                  </a:cubicBezTo>
                  <a:cubicBezTo>
                    <a:pt x="136383" y="154513"/>
                    <a:pt x="175245" y="143675"/>
                    <a:pt x="202962" y="147922"/>
                  </a:cubicBezTo>
                  <a:cubicBezTo>
                    <a:pt x="209121" y="148801"/>
                    <a:pt x="214840" y="150412"/>
                    <a:pt x="219680" y="153049"/>
                  </a:cubicBezTo>
                  <a:cubicBezTo>
                    <a:pt x="224812" y="155831"/>
                    <a:pt x="231265" y="153927"/>
                    <a:pt x="233905" y="148801"/>
                  </a:cubicBezTo>
                  <a:cubicBezTo>
                    <a:pt x="236691" y="143675"/>
                    <a:pt x="234784" y="137231"/>
                    <a:pt x="229652" y="134448"/>
                  </a:cubicBezTo>
                  <a:cubicBezTo>
                    <a:pt x="215720" y="127016"/>
                    <a:pt x="198095" y="125093"/>
                    <a:pt x="179418" y="126430"/>
                  </a:cubicBezTo>
                  <a:close/>
                  <a:moveTo>
                    <a:pt x="424341" y="60293"/>
                  </a:moveTo>
                  <a:cubicBezTo>
                    <a:pt x="405663" y="58977"/>
                    <a:pt x="388037" y="60927"/>
                    <a:pt x="374104" y="68396"/>
                  </a:cubicBezTo>
                  <a:cubicBezTo>
                    <a:pt x="368970" y="71179"/>
                    <a:pt x="367064" y="77476"/>
                    <a:pt x="369850" y="82602"/>
                  </a:cubicBezTo>
                  <a:cubicBezTo>
                    <a:pt x="372637" y="87728"/>
                    <a:pt x="378943" y="89632"/>
                    <a:pt x="384076" y="86996"/>
                  </a:cubicBezTo>
                  <a:cubicBezTo>
                    <a:pt x="388916" y="84360"/>
                    <a:pt x="394636" y="82749"/>
                    <a:pt x="400942" y="81724"/>
                  </a:cubicBezTo>
                  <a:cubicBezTo>
                    <a:pt x="428514" y="77623"/>
                    <a:pt x="467379" y="88314"/>
                    <a:pt x="498471" y="100177"/>
                  </a:cubicBezTo>
                  <a:cubicBezTo>
                    <a:pt x="515630" y="106621"/>
                    <a:pt x="530442" y="113358"/>
                    <a:pt x="539828" y="118192"/>
                  </a:cubicBezTo>
                  <a:cubicBezTo>
                    <a:pt x="541442" y="119070"/>
                    <a:pt x="543055" y="119363"/>
                    <a:pt x="544668" y="119363"/>
                  </a:cubicBezTo>
                  <a:cubicBezTo>
                    <a:pt x="548481" y="119363"/>
                    <a:pt x="552148" y="117313"/>
                    <a:pt x="554054" y="113651"/>
                  </a:cubicBezTo>
                  <a:cubicBezTo>
                    <a:pt x="556694" y="108525"/>
                    <a:pt x="554641" y="102228"/>
                    <a:pt x="549508" y="99445"/>
                  </a:cubicBezTo>
                  <a:cubicBezTo>
                    <a:pt x="545878" y="97578"/>
                    <a:pt x="480376" y="64240"/>
                    <a:pt x="424341" y="60293"/>
                  </a:cubicBezTo>
                  <a:close/>
                  <a:moveTo>
                    <a:pt x="179418" y="60293"/>
                  </a:moveTo>
                  <a:cubicBezTo>
                    <a:pt x="123386" y="64240"/>
                    <a:pt x="57889" y="97578"/>
                    <a:pt x="54260" y="99445"/>
                  </a:cubicBezTo>
                  <a:cubicBezTo>
                    <a:pt x="49127" y="102228"/>
                    <a:pt x="47074" y="108525"/>
                    <a:pt x="49714" y="113651"/>
                  </a:cubicBezTo>
                  <a:cubicBezTo>
                    <a:pt x="51620" y="117313"/>
                    <a:pt x="55287" y="119363"/>
                    <a:pt x="59099" y="119363"/>
                  </a:cubicBezTo>
                  <a:cubicBezTo>
                    <a:pt x="60713" y="119363"/>
                    <a:pt x="62472" y="119070"/>
                    <a:pt x="63939" y="118192"/>
                  </a:cubicBezTo>
                  <a:cubicBezTo>
                    <a:pt x="73324" y="113358"/>
                    <a:pt x="88136" y="106621"/>
                    <a:pt x="105147" y="100177"/>
                  </a:cubicBezTo>
                  <a:cubicBezTo>
                    <a:pt x="136383" y="88314"/>
                    <a:pt x="175245" y="77623"/>
                    <a:pt x="202962" y="81724"/>
                  </a:cubicBezTo>
                  <a:cubicBezTo>
                    <a:pt x="209121" y="82749"/>
                    <a:pt x="214840" y="84360"/>
                    <a:pt x="219680" y="86996"/>
                  </a:cubicBezTo>
                  <a:cubicBezTo>
                    <a:pt x="224812" y="89632"/>
                    <a:pt x="231265" y="87728"/>
                    <a:pt x="233905" y="82602"/>
                  </a:cubicBezTo>
                  <a:cubicBezTo>
                    <a:pt x="236691" y="77476"/>
                    <a:pt x="234784" y="71179"/>
                    <a:pt x="229652" y="68396"/>
                  </a:cubicBezTo>
                  <a:cubicBezTo>
                    <a:pt x="215720" y="60927"/>
                    <a:pt x="198095" y="58977"/>
                    <a:pt x="179418" y="60293"/>
                  </a:cubicBezTo>
                  <a:close/>
                  <a:moveTo>
                    <a:pt x="402115" y="0"/>
                  </a:moveTo>
                  <a:cubicBezTo>
                    <a:pt x="454179" y="0"/>
                    <a:pt x="523109" y="21676"/>
                    <a:pt x="607145" y="64295"/>
                  </a:cubicBezTo>
                  <a:lnTo>
                    <a:pt x="607145" y="399683"/>
                  </a:lnTo>
                  <a:cubicBezTo>
                    <a:pt x="570187" y="382548"/>
                    <a:pt x="474858" y="341686"/>
                    <a:pt x="398449" y="341686"/>
                  </a:cubicBezTo>
                  <a:cubicBezTo>
                    <a:pt x="356944" y="341686"/>
                    <a:pt x="331132" y="353988"/>
                    <a:pt x="315000" y="370538"/>
                  </a:cubicBezTo>
                  <a:cubicBezTo>
                    <a:pt x="314413" y="371124"/>
                    <a:pt x="313827" y="371710"/>
                    <a:pt x="313240" y="372296"/>
                  </a:cubicBezTo>
                  <a:lnTo>
                    <a:pt x="313240" y="50235"/>
                  </a:lnTo>
                  <a:cubicBezTo>
                    <a:pt x="313387" y="49356"/>
                    <a:pt x="313827" y="47892"/>
                    <a:pt x="314560" y="45988"/>
                  </a:cubicBezTo>
                  <a:cubicBezTo>
                    <a:pt x="319400" y="33100"/>
                    <a:pt x="338319" y="0"/>
                    <a:pt x="402115" y="0"/>
                  </a:cubicBezTo>
                  <a:close/>
                  <a:moveTo>
                    <a:pt x="205015" y="0"/>
                  </a:moveTo>
                  <a:cubicBezTo>
                    <a:pt x="268954" y="0"/>
                    <a:pt x="287725" y="33246"/>
                    <a:pt x="292564" y="45988"/>
                  </a:cubicBezTo>
                  <a:cubicBezTo>
                    <a:pt x="292417" y="46574"/>
                    <a:pt x="292271" y="47013"/>
                    <a:pt x="292271" y="47013"/>
                  </a:cubicBezTo>
                  <a:cubicBezTo>
                    <a:pt x="292124" y="47745"/>
                    <a:pt x="292124" y="48331"/>
                    <a:pt x="292124" y="49064"/>
                  </a:cubicBezTo>
                  <a:lnTo>
                    <a:pt x="292124" y="370538"/>
                  </a:lnTo>
                  <a:cubicBezTo>
                    <a:pt x="275993" y="353988"/>
                    <a:pt x="250183" y="341686"/>
                    <a:pt x="208534" y="341686"/>
                  </a:cubicBezTo>
                  <a:cubicBezTo>
                    <a:pt x="132277" y="341686"/>
                    <a:pt x="36809" y="382548"/>
                    <a:pt x="0" y="399683"/>
                  </a:cubicBezTo>
                  <a:lnTo>
                    <a:pt x="0" y="64295"/>
                  </a:lnTo>
                  <a:cubicBezTo>
                    <a:pt x="84030" y="21676"/>
                    <a:pt x="152955" y="0"/>
                    <a:pt x="205015"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grpSp>
      <p:sp>
        <p:nvSpPr>
          <p:cNvPr id="70" name="íṥļîḓê"/>
          <p:cNvSpPr/>
          <p:nvPr/>
        </p:nvSpPr>
        <p:spPr>
          <a:xfrm>
            <a:off x="6418415" y="3655328"/>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71" name="íṥlíḓê"/>
          <p:cNvSpPr/>
          <p:nvPr/>
        </p:nvSpPr>
        <p:spPr>
          <a:xfrm>
            <a:off x="6464268" y="3701181"/>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72" name="ïśļiḑé"/>
          <p:cNvSpPr/>
          <p:nvPr/>
        </p:nvSpPr>
        <p:spPr>
          <a:xfrm>
            <a:off x="6542075" y="3857313"/>
            <a:ext cx="248637" cy="163678"/>
          </a:xfrm>
          <a:custGeom>
            <a:avLst/>
            <a:gdLst>
              <a:gd name="connsiteX0" fmla="*/ 424341 w 607145"/>
              <a:gd name="connsiteY0" fmla="*/ 192546 h 399683"/>
              <a:gd name="connsiteX1" fmla="*/ 374104 w 607145"/>
              <a:gd name="connsiteY1" fmla="*/ 200647 h 399683"/>
              <a:gd name="connsiteX2" fmla="*/ 369850 w 607145"/>
              <a:gd name="connsiteY2" fmla="*/ 214854 h 399683"/>
              <a:gd name="connsiteX3" fmla="*/ 384076 w 607145"/>
              <a:gd name="connsiteY3" fmla="*/ 219247 h 399683"/>
              <a:gd name="connsiteX4" fmla="*/ 400942 w 607145"/>
              <a:gd name="connsiteY4" fmla="*/ 213975 h 399683"/>
              <a:gd name="connsiteX5" fmla="*/ 498617 w 607145"/>
              <a:gd name="connsiteY5" fmla="*/ 232429 h 399683"/>
              <a:gd name="connsiteX6" fmla="*/ 539828 w 607145"/>
              <a:gd name="connsiteY6" fmla="*/ 250443 h 399683"/>
              <a:gd name="connsiteX7" fmla="*/ 544668 w 607145"/>
              <a:gd name="connsiteY7" fmla="*/ 251615 h 399683"/>
              <a:gd name="connsiteX8" fmla="*/ 554054 w 607145"/>
              <a:gd name="connsiteY8" fmla="*/ 245903 h 399683"/>
              <a:gd name="connsiteX9" fmla="*/ 549508 w 607145"/>
              <a:gd name="connsiteY9" fmla="*/ 231843 h 399683"/>
              <a:gd name="connsiteX10" fmla="*/ 424341 w 607145"/>
              <a:gd name="connsiteY10" fmla="*/ 192546 h 399683"/>
              <a:gd name="connsiteX11" fmla="*/ 179418 w 607145"/>
              <a:gd name="connsiteY11" fmla="*/ 192544 h 399683"/>
              <a:gd name="connsiteX12" fmla="*/ 54260 w 607145"/>
              <a:gd name="connsiteY12" fmla="*/ 231696 h 399683"/>
              <a:gd name="connsiteX13" fmla="*/ 49714 w 607145"/>
              <a:gd name="connsiteY13" fmla="*/ 245903 h 399683"/>
              <a:gd name="connsiteX14" fmla="*/ 59099 w 607145"/>
              <a:gd name="connsiteY14" fmla="*/ 251615 h 399683"/>
              <a:gd name="connsiteX15" fmla="*/ 63939 w 607145"/>
              <a:gd name="connsiteY15" fmla="*/ 250443 h 399683"/>
              <a:gd name="connsiteX16" fmla="*/ 105147 w 607145"/>
              <a:gd name="connsiteY16" fmla="*/ 232429 h 399683"/>
              <a:gd name="connsiteX17" fmla="*/ 202962 w 607145"/>
              <a:gd name="connsiteY17" fmla="*/ 213975 h 399683"/>
              <a:gd name="connsiteX18" fmla="*/ 219680 w 607145"/>
              <a:gd name="connsiteY18" fmla="*/ 219247 h 399683"/>
              <a:gd name="connsiteX19" fmla="*/ 233905 w 607145"/>
              <a:gd name="connsiteY19" fmla="*/ 214854 h 399683"/>
              <a:gd name="connsiteX20" fmla="*/ 229652 w 607145"/>
              <a:gd name="connsiteY20" fmla="*/ 200647 h 399683"/>
              <a:gd name="connsiteX21" fmla="*/ 179418 w 607145"/>
              <a:gd name="connsiteY21" fmla="*/ 192544 h 399683"/>
              <a:gd name="connsiteX22" fmla="*/ 424341 w 607145"/>
              <a:gd name="connsiteY22" fmla="*/ 126430 h 399683"/>
              <a:gd name="connsiteX23" fmla="*/ 374104 w 607145"/>
              <a:gd name="connsiteY23" fmla="*/ 134448 h 399683"/>
              <a:gd name="connsiteX24" fmla="*/ 369850 w 607145"/>
              <a:gd name="connsiteY24" fmla="*/ 148801 h 399683"/>
              <a:gd name="connsiteX25" fmla="*/ 384076 w 607145"/>
              <a:gd name="connsiteY25" fmla="*/ 153049 h 399683"/>
              <a:gd name="connsiteX26" fmla="*/ 400942 w 607145"/>
              <a:gd name="connsiteY26" fmla="*/ 147922 h 399683"/>
              <a:gd name="connsiteX27" fmla="*/ 498617 w 607145"/>
              <a:gd name="connsiteY27" fmla="*/ 166376 h 399683"/>
              <a:gd name="connsiteX28" fmla="*/ 539828 w 607145"/>
              <a:gd name="connsiteY28" fmla="*/ 184390 h 399683"/>
              <a:gd name="connsiteX29" fmla="*/ 544668 w 607145"/>
              <a:gd name="connsiteY29" fmla="*/ 185562 h 399683"/>
              <a:gd name="connsiteX30" fmla="*/ 554054 w 607145"/>
              <a:gd name="connsiteY30" fmla="*/ 179850 h 399683"/>
              <a:gd name="connsiteX31" fmla="*/ 549508 w 607145"/>
              <a:gd name="connsiteY31" fmla="*/ 165644 h 399683"/>
              <a:gd name="connsiteX32" fmla="*/ 424341 w 607145"/>
              <a:gd name="connsiteY32" fmla="*/ 126430 h 399683"/>
              <a:gd name="connsiteX33" fmla="*/ 179418 w 607145"/>
              <a:gd name="connsiteY33" fmla="*/ 126430 h 399683"/>
              <a:gd name="connsiteX34" fmla="*/ 54260 w 607145"/>
              <a:gd name="connsiteY34" fmla="*/ 165644 h 399683"/>
              <a:gd name="connsiteX35" fmla="*/ 49714 w 607145"/>
              <a:gd name="connsiteY35" fmla="*/ 179850 h 399683"/>
              <a:gd name="connsiteX36" fmla="*/ 59099 w 607145"/>
              <a:gd name="connsiteY36" fmla="*/ 185562 h 399683"/>
              <a:gd name="connsiteX37" fmla="*/ 63939 w 607145"/>
              <a:gd name="connsiteY37" fmla="*/ 184390 h 399683"/>
              <a:gd name="connsiteX38" fmla="*/ 105147 w 607145"/>
              <a:gd name="connsiteY38" fmla="*/ 166376 h 399683"/>
              <a:gd name="connsiteX39" fmla="*/ 202962 w 607145"/>
              <a:gd name="connsiteY39" fmla="*/ 147922 h 399683"/>
              <a:gd name="connsiteX40" fmla="*/ 219680 w 607145"/>
              <a:gd name="connsiteY40" fmla="*/ 153049 h 399683"/>
              <a:gd name="connsiteX41" fmla="*/ 233905 w 607145"/>
              <a:gd name="connsiteY41" fmla="*/ 148801 h 399683"/>
              <a:gd name="connsiteX42" fmla="*/ 229652 w 607145"/>
              <a:gd name="connsiteY42" fmla="*/ 134448 h 399683"/>
              <a:gd name="connsiteX43" fmla="*/ 179418 w 607145"/>
              <a:gd name="connsiteY43" fmla="*/ 126430 h 399683"/>
              <a:gd name="connsiteX44" fmla="*/ 424341 w 607145"/>
              <a:gd name="connsiteY44" fmla="*/ 60293 h 399683"/>
              <a:gd name="connsiteX45" fmla="*/ 374104 w 607145"/>
              <a:gd name="connsiteY45" fmla="*/ 68396 h 399683"/>
              <a:gd name="connsiteX46" fmla="*/ 369850 w 607145"/>
              <a:gd name="connsiteY46" fmla="*/ 82602 h 399683"/>
              <a:gd name="connsiteX47" fmla="*/ 384076 w 607145"/>
              <a:gd name="connsiteY47" fmla="*/ 86996 h 399683"/>
              <a:gd name="connsiteX48" fmla="*/ 400942 w 607145"/>
              <a:gd name="connsiteY48" fmla="*/ 81724 h 399683"/>
              <a:gd name="connsiteX49" fmla="*/ 498471 w 607145"/>
              <a:gd name="connsiteY49" fmla="*/ 100177 h 399683"/>
              <a:gd name="connsiteX50" fmla="*/ 539828 w 607145"/>
              <a:gd name="connsiteY50" fmla="*/ 118192 h 399683"/>
              <a:gd name="connsiteX51" fmla="*/ 544668 w 607145"/>
              <a:gd name="connsiteY51" fmla="*/ 119363 h 399683"/>
              <a:gd name="connsiteX52" fmla="*/ 554054 w 607145"/>
              <a:gd name="connsiteY52" fmla="*/ 113651 h 399683"/>
              <a:gd name="connsiteX53" fmla="*/ 549508 w 607145"/>
              <a:gd name="connsiteY53" fmla="*/ 99445 h 399683"/>
              <a:gd name="connsiteX54" fmla="*/ 424341 w 607145"/>
              <a:gd name="connsiteY54" fmla="*/ 60293 h 399683"/>
              <a:gd name="connsiteX55" fmla="*/ 179418 w 607145"/>
              <a:gd name="connsiteY55" fmla="*/ 60293 h 399683"/>
              <a:gd name="connsiteX56" fmla="*/ 54260 w 607145"/>
              <a:gd name="connsiteY56" fmla="*/ 99445 h 399683"/>
              <a:gd name="connsiteX57" fmla="*/ 49714 w 607145"/>
              <a:gd name="connsiteY57" fmla="*/ 113651 h 399683"/>
              <a:gd name="connsiteX58" fmla="*/ 59099 w 607145"/>
              <a:gd name="connsiteY58" fmla="*/ 119363 h 399683"/>
              <a:gd name="connsiteX59" fmla="*/ 63939 w 607145"/>
              <a:gd name="connsiteY59" fmla="*/ 118192 h 399683"/>
              <a:gd name="connsiteX60" fmla="*/ 105147 w 607145"/>
              <a:gd name="connsiteY60" fmla="*/ 100177 h 399683"/>
              <a:gd name="connsiteX61" fmla="*/ 202962 w 607145"/>
              <a:gd name="connsiteY61" fmla="*/ 81724 h 399683"/>
              <a:gd name="connsiteX62" fmla="*/ 219680 w 607145"/>
              <a:gd name="connsiteY62" fmla="*/ 86996 h 399683"/>
              <a:gd name="connsiteX63" fmla="*/ 233905 w 607145"/>
              <a:gd name="connsiteY63" fmla="*/ 82602 h 399683"/>
              <a:gd name="connsiteX64" fmla="*/ 229652 w 607145"/>
              <a:gd name="connsiteY64" fmla="*/ 68396 h 399683"/>
              <a:gd name="connsiteX65" fmla="*/ 179418 w 607145"/>
              <a:gd name="connsiteY65" fmla="*/ 60293 h 399683"/>
              <a:gd name="connsiteX66" fmla="*/ 402115 w 607145"/>
              <a:gd name="connsiteY66" fmla="*/ 0 h 399683"/>
              <a:gd name="connsiteX67" fmla="*/ 607145 w 607145"/>
              <a:gd name="connsiteY67" fmla="*/ 64295 h 399683"/>
              <a:gd name="connsiteX68" fmla="*/ 607145 w 607145"/>
              <a:gd name="connsiteY68" fmla="*/ 399683 h 399683"/>
              <a:gd name="connsiteX69" fmla="*/ 398449 w 607145"/>
              <a:gd name="connsiteY69" fmla="*/ 341686 h 399683"/>
              <a:gd name="connsiteX70" fmla="*/ 315000 w 607145"/>
              <a:gd name="connsiteY70" fmla="*/ 370538 h 399683"/>
              <a:gd name="connsiteX71" fmla="*/ 313240 w 607145"/>
              <a:gd name="connsiteY71" fmla="*/ 372296 h 399683"/>
              <a:gd name="connsiteX72" fmla="*/ 313240 w 607145"/>
              <a:gd name="connsiteY72" fmla="*/ 50235 h 399683"/>
              <a:gd name="connsiteX73" fmla="*/ 314560 w 607145"/>
              <a:gd name="connsiteY73" fmla="*/ 45988 h 399683"/>
              <a:gd name="connsiteX74" fmla="*/ 402115 w 607145"/>
              <a:gd name="connsiteY74" fmla="*/ 0 h 399683"/>
              <a:gd name="connsiteX75" fmla="*/ 205015 w 607145"/>
              <a:gd name="connsiteY75" fmla="*/ 0 h 399683"/>
              <a:gd name="connsiteX76" fmla="*/ 292564 w 607145"/>
              <a:gd name="connsiteY76" fmla="*/ 45988 h 399683"/>
              <a:gd name="connsiteX77" fmla="*/ 292271 w 607145"/>
              <a:gd name="connsiteY77" fmla="*/ 47013 h 399683"/>
              <a:gd name="connsiteX78" fmla="*/ 292124 w 607145"/>
              <a:gd name="connsiteY78" fmla="*/ 49064 h 399683"/>
              <a:gd name="connsiteX79" fmla="*/ 292124 w 607145"/>
              <a:gd name="connsiteY79" fmla="*/ 370538 h 399683"/>
              <a:gd name="connsiteX80" fmla="*/ 208534 w 607145"/>
              <a:gd name="connsiteY80" fmla="*/ 341686 h 399683"/>
              <a:gd name="connsiteX81" fmla="*/ 0 w 607145"/>
              <a:gd name="connsiteY81" fmla="*/ 399683 h 399683"/>
              <a:gd name="connsiteX82" fmla="*/ 0 w 607145"/>
              <a:gd name="connsiteY82" fmla="*/ 64295 h 399683"/>
              <a:gd name="connsiteX83" fmla="*/ 205015 w 607145"/>
              <a:gd name="connsiteY83" fmla="*/ 0 h 3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7145" h="399683">
                <a:moveTo>
                  <a:pt x="424341" y="192546"/>
                </a:moveTo>
                <a:cubicBezTo>
                  <a:pt x="405663" y="191228"/>
                  <a:pt x="388037" y="193178"/>
                  <a:pt x="374104" y="200647"/>
                </a:cubicBezTo>
                <a:cubicBezTo>
                  <a:pt x="368970" y="203430"/>
                  <a:pt x="367064" y="209728"/>
                  <a:pt x="369850" y="214854"/>
                </a:cubicBezTo>
                <a:cubicBezTo>
                  <a:pt x="372637" y="219980"/>
                  <a:pt x="378943" y="221884"/>
                  <a:pt x="384076" y="219247"/>
                </a:cubicBezTo>
                <a:cubicBezTo>
                  <a:pt x="388916" y="216611"/>
                  <a:pt x="394636" y="215000"/>
                  <a:pt x="400942" y="213975"/>
                </a:cubicBezTo>
                <a:cubicBezTo>
                  <a:pt x="428514" y="209874"/>
                  <a:pt x="467379" y="220566"/>
                  <a:pt x="498617" y="232429"/>
                </a:cubicBezTo>
                <a:cubicBezTo>
                  <a:pt x="515630" y="238873"/>
                  <a:pt x="530442" y="245610"/>
                  <a:pt x="539828" y="250443"/>
                </a:cubicBezTo>
                <a:cubicBezTo>
                  <a:pt x="541442" y="251322"/>
                  <a:pt x="543055" y="251615"/>
                  <a:pt x="544668" y="251615"/>
                </a:cubicBezTo>
                <a:cubicBezTo>
                  <a:pt x="548481" y="251615"/>
                  <a:pt x="552148" y="249564"/>
                  <a:pt x="554054" y="245903"/>
                </a:cubicBezTo>
                <a:cubicBezTo>
                  <a:pt x="556694" y="240777"/>
                  <a:pt x="554641" y="234479"/>
                  <a:pt x="549508" y="231843"/>
                </a:cubicBezTo>
                <a:cubicBezTo>
                  <a:pt x="545878" y="229866"/>
                  <a:pt x="480376" y="196501"/>
                  <a:pt x="424341" y="192546"/>
                </a:cubicBezTo>
                <a:close/>
                <a:moveTo>
                  <a:pt x="179418" y="192544"/>
                </a:moveTo>
                <a:cubicBezTo>
                  <a:pt x="123386" y="196492"/>
                  <a:pt x="57889" y="229829"/>
                  <a:pt x="54260" y="231696"/>
                </a:cubicBezTo>
                <a:cubicBezTo>
                  <a:pt x="49127" y="234479"/>
                  <a:pt x="47074" y="240777"/>
                  <a:pt x="49714" y="245903"/>
                </a:cubicBezTo>
                <a:cubicBezTo>
                  <a:pt x="51620" y="249564"/>
                  <a:pt x="55287" y="251615"/>
                  <a:pt x="59099" y="251615"/>
                </a:cubicBezTo>
                <a:cubicBezTo>
                  <a:pt x="60713" y="251615"/>
                  <a:pt x="62472" y="251322"/>
                  <a:pt x="63939" y="250443"/>
                </a:cubicBezTo>
                <a:cubicBezTo>
                  <a:pt x="73324" y="245610"/>
                  <a:pt x="88136" y="238873"/>
                  <a:pt x="105147" y="232429"/>
                </a:cubicBezTo>
                <a:cubicBezTo>
                  <a:pt x="136383" y="220566"/>
                  <a:pt x="175245" y="209874"/>
                  <a:pt x="202962" y="213975"/>
                </a:cubicBezTo>
                <a:cubicBezTo>
                  <a:pt x="209121" y="215000"/>
                  <a:pt x="214840" y="216611"/>
                  <a:pt x="219680" y="219247"/>
                </a:cubicBezTo>
                <a:cubicBezTo>
                  <a:pt x="224812" y="221884"/>
                  <a:pt x="231118" y="219980"/>
                  <a:pt x="233905" y="214854"/>
                </a:cubicBezTo>
                <a:cubicBezTo>
                  <a:pt x="236691" y="209728"/>
                  <a:pt x="234784" y="203430"/>
                  <a:pt x="229652" y="200647"/>
                </a:cubicBezTo>
                <a:cubicBezTo>
                  <a:pt x="215720" y="193178"/>
                  <a:pt x="198095" y="191228"/>
                  <a:pt x="179418" y="192544"/>
                </a:cubicBezTo>
                <a:close/>
                <a:moveTo>
                  <a:pt x="424341" y="126430"/>
                </a:moveTo>
                <a:cubicBezTo>
                  <a:pt x="405663" y="125093"/>
                  <a:pt x="388037" y="127016"/>
                  <a:pt x="374104" y="134448"/>
                </a:cubicBezTo>
                <a:cubicBezTo>
                  <a:pt x="368970" y="137231"/>
                  <a:pt x="367064" y="143675"/>
                  <a:pt x="369850" y="148801"/>
                </a:cubicBezTo>
                <a:cubicBezTo>
                  <a:pt x="372637" y="153927"/>
                  <a:pt x="378943" y="155831"/>
                  <a:pt x="384076" y="153049"/>
                </a:cubicBezTo>
                <a:cubicBezTo>
                  <a:pt x="388916" y="150559"/>
                  <a:pt x="394636" y="148801"/>
                  <a:pt x="400942" y="147922"/>
                </a:cubicBezTo>
                <a:cubicBezTo>
                  <a:pt x="428514" y="143822"/>
                  <a:pt x="467379" y="154513"/>
                  <a:pt x="498617" y="166376"/>
                </a:cubicBezTo>
                <a:cubicBezTo>
                  <a:pt x="515630" y="172820"/>
                  <a:pt x="530442" y="179557"/>
                  <a:pt x="539828" y="184390"/>
                </a:cubicBezTo>
                <a:cubicBezTo>
                  <a:pt x="541442" y="185123"/>
                  <a:pt x="543055" y="185562"/>
                  <a:pt x="544668" y="185562"/>
                </a:cubicBezTo>
                <a:cubicBezTo>
                  <a:pt x="548481" y="185562"/>
                  <a:pt x="552148" y="183512"/>
                  <a:pt x="554054" y="179850"/>
                </a:cubicBezTo>
                <a:cubicBezTo>
                  <a:pt x="556694" y="174724"/>
                  <a:pt x="554641" y="168280"/>
                  <a:pt x="549508" y="165644"/>
                </a:cubicBezTo>
                <a:cubicBezTo>
                  <a:pt x="545878" y="163777"/>
                  <a:pt x="480376" y="130439"/>
                  <a:pt x="424341" y="126430"/>
                </a:cubicBezTo>
                <a:close/>
                <a:moveTo>
                  <a:pt x="179418" y="126430"/>
                </a:moveTo>
                <a:cubicBezTo>
                  <a:pt x="123386" y="130439"/>
                  <a:pt x="57889" y="163777"/>
                  <a:pt x="54260" y="165644"/>
                </a:cubicBezTo>
                <a:cubicBezTo>
                  <a:pt x="49127" y="168280"/>
                  <a:pt x="47074" y="174724"/>
                  <a:pt x="49714" y="179850"/>
                </a:cubicBezTo>
                <a:cubicBezTo>
                  <a:pt x="51620" y="183512"/>
                  <a:pt x="55287" y="185562"/>
                  <a:pt x="59099" y="185562"/>
                </a:cubicBezTo>
                <a:cubicBezTo>
                  <a:pt x="60713" y="185562"/>
                  <a:pt x="62472" y="185123"/>
                  <a:pt x="63939" y="184390"/>
                </a:cubicBezTo>
                <a:cubicBezTo>
                  <a:pt x="73324" y="179557"/>
                  <a:pt x="88136" y="172820"/>
                  <a:pt x="105147" y="166376"/>
                </a:cubicBezTo>
                <a:cubicBezTo>
                  <a:pt x="136383" y="154513"/>
                  <a:pt x="175245" y="143675"/>
                  <a:pt x="202962" y="147922"/>
                </a:cubicBezTo>
                <a:cubicBezTo>
                  <a:pt x="209121" y="148801"/>
                  <a:pt x="214840" y="150412"/>
                  <a:pt x="219680" y="153049"/>
                </a:cubicBezTo>
                <a:cubicBezTo>
                  <a:pt x="224812" y="155831"/>
                  <a:pt x="231265" y="153927"/>
                  <a:pt x="233905" y="148801"/>
                </a:cubicBezTo>
                <a:cubicBezTo>
                  <a:pt x="236691" y="143675"/>
                  <a:pt x="234784" y="137231"/>
                  <a:pt x="229652" y="134448"/>
                </a:cubicBezTo>
                <a:cubicBezTo>
                  <a:pt x="215720" y="127016"/>
                  <a:pt x="198095" y="125093"/>
                  <a:pt x="179418" y="126430"/>
                </a:cubicBezTo>
                <a:close/>
                <a:moveTo>
                  <a:pt x="424341" y="60293"/>
                </a:moveTo>
                <a:cubicBezTo>
                  <a:pt x="405663" y="58977"/>
                  <a:pt x="388037" y="60927"/>
                  <a:pt x="374104" y="68396"/>
                </a:cubicBezTo>
                <a:cubicBezTo>
                  <a:pt x="368970" y="71179"/>
                  <a:pt x="367064" y="77476"/>
                  <a:pt x="369850" y="82602"/>
                </a:cubicBezTo>
                <a:cubicBezTo>
                  <a:pt x="372637" y="87728"/>
                  <a:pt x="378943" y="89632"/>
                  <a:pt x="384076" y="86996"/>
                </a:cubicBezTo>
                <a:cubicBezTo>
                  <a:pt x="388916" y="84360"/>
                  <a:pt x="394636" y="82749"/>
                  <a:pt x="400942" y="81724"/>
                </a:cubicBezTo>
                <a:cubicBezTo>
                  <a:pt x="428514" y="77623"/>
                  <a:pt x="467379" y="88314"/>
                  <a:pt x="498471" y="100177"/>
                </a:cubicBezTo>
                <a:cubicBezTo>
                  <a:pt x="515630" y="106621"/>
                  <a:pt x="530442" y="113358"/>
                  <a:pt x="539828" y="118192"/>
                </a:cubicBezTo>
                <a:cubicBezTo>
                  <a:pt x="541442" y="119070"/>
                  <a:pt x="543055" y="119363"/>
                  <a:pt x="544668" y="119363"/>
                </a:cubicBezTo>
                <a:cubicBezTo>
                  <a:pt x="548481" y="119363"/>
                  <a:pt x="552148" y="117313"/>
                  <a:pt x="554054" y="113651"/>
                </a:cubicBezTo>
                <a:cubicBezTo>
                  <a:pt x="556694" y="108525"/>
                  <a:pt x="554641" y="102228"/>
                  <a:pt x="549508" y="99445"/>
                </a:cubicBezTo>
                <a:cubicBezTo>
                  <a:pt x="545878" y="97578"/>
                  <a:pt x="480376" y="64240"/>
                  <a:pt x="424341" y="60293"/>
                </a:cubicBezTo>
                <a:close/>
                <a:moveTo>
                  <a:pt x="179418" y="60293"/>
                </a:moveTo>
                <a:cubicBezTo>
                  <a:pt x="123386" y="64240"/>
                  <a:pt x="57889" y="97578"/>
                  <a:pt x="54260" y="99445"/>
                </a:cubicBezTo>
                <a:cubicBezTo>
                  <a:pt x="49127" y="102228"/>
                  <a:pt x="47074" y="108525"/>
                  <a:pt x="49714" y="113651"/>
                </a:cubicBezTo>
                <a:cubicBezTo>
                  <a:pt x="51620" y="117313"/>
                  <a:pt x="55287" y="119363"/>
                  <a:pt x="59099" y="119363"/>
                </a:cubicBezTo>
                <a:cubicBezTo>
                  <a:pt x="60713" y="119363"/>
                  <a:pt x="62472" y="119070"/>
                  <a:pt x="63939" y="118192"/>
                </a:cubicBezTo>
                <a:cubicBezTo>
                  <a:pt x="73324" y="113358"/>
                  <a:pt x="88136" y="106621"/>
                  <a:pt x="105147" y="100177"/>
                </a:cubicBezTo>
                <a:cubicBezTo>
                  <a:pt x="136383" y="88314"/>
                  <a:pt x="175245" y="77623"/>
                  <a:pt x="202962" y="81724"/>
                </a:cubicBezTo>
                <a:cubicBezTo>
                  <a:pt x="209121" y="82749"/>
                  <a:pt x="214840" y="84360"/>
                  <a:pt x="219680" y="86996"/>
                </a:cubicBezTo>
                <a:cubicBezTo>
                  <a:pt x="224812" y="89632"/>
                  <a:pt x="231265" y="87728"/>
                  <a:pt x="233905" y="82602"/>
                </a:cubicBezTo>
                <a:cubicBezTo>
                  <a:pt x="236691" y="77476"/>
                  <a:pt x="234784" y="71179"/>
                  <a:pt x="229652" y="68396"/>
                </a:cubicBezTo>
                <a:cubicBezTo>
                  <a:pt x="215720" y="60927"/>
                  <a:pt x="198095" y="58977"/>
                  <a:pt x="179418" y="60293"/>
                </a:cubicBezTo>
                <a:close/>
                <a:moveTo>
                  <a:pt x="402115" y="0"/>
                </a:moveTo>
                <a:cubicBezTo>
                  <a:pt x="454179" y="0"/>
                  <a:pt x="523109" y="21676"/>
                  <a:pt x="607145" y="64295"/>
                </a:cubicBezTo>
                <a:lnTo>
                  <a:pt x="607145" y="399683"/>
                </a:lnTo>
                <a:cubicBezTo>
                  <a:pt x="570187" y="382548"/>
                  <a:pt x="474858" y="341686"/>
                  <a:pt x="398449" y="341686"/>
                </a:cubicBezTo>
                <a:cubicBezTo>
                  <a:pt x="356944" y="341686"/>
                  <a:pt x="331132" y="353988"/>
                  <a:pt x="315000" y="370538"/>
                </a:cubicBezTo>
                <a:cubicBezTo>
                  <a:pt x="314413" y="371124"/>
                  <a:pt x="313827" y="371710"/>
                  <a:pt x="313240" y="372296"/>
                </a:cubicBezTo>
                <a:lnTo>
                  <a:pt x="313240" y="50235"/>
                </a:lnTo>
                <a:cubicBezTo>
                  <a:pt x="313387" y="49356"/>
                  <a:pt x="313827" y="47892"/>
                  <a:pt x="314560" y="45988"/>
                </a:cubicBezTo>
                <a:cubicBezTo>
                  <a:pt x="319400" y="33100"/>
                  <a:pt x="338319" y="0"/>
                  <a:pt x="402115" y="0"/>
                </a:cubicBezTo>
                <a:close/>
                <a:moveTo>
                  <a:pt x="205015" y="0"/>
                </a:moveTo>
                <a:cubicBezTo>
                  <a:pt x="268954" y="0"/>
                  <a:pt x="287725" y="33246"/>
                  <a:pt x="292564" y="45988"/>
                </a:cubicBezTo>
                <a:cubicBezTo>
                  <a:pt x="292417" y="46574"/>
                  <a:pt x="292271" y="47013"/>
                  <a:pt x="292271" y="47013"/>
                </a:cubicBezTo>
                <a:cubicBezTo>
                  <a:pt x="292124" y="47745"/>
                  <a:pt x="292124" y="48331"/>
                  <a:pt x="292124" y="49064"/>
                </a:cubicBezTo>
                <a:lnTo>
                  <a:pt x="292124" y="370538"/>
                </a:lnTo>
                <a:cubicBezTo>
                  <a:pt x="275993" y="353988"/>
                  <a:pt x="250183" y="341686"/>
                  <a:pt x="208534" y="341686"/>
                </a:cubicBezTo>
                <a:cubicBezTo>
                  <a:pt x="132277" y="341686"/>
                  <a:pt x="36809" y="382548"/>
                  <a:pt x="0" y="399683"/>
                </a:cubicBezTo>
                <a:lnTo>
                  <a:pt x="0" y="64295"/>
                </a:lnTo>
                <a:cubicBezTo>
                  <a:pt x="84030" y="21676"/>
                  <a:pt x="152955" y="0"/>
                  <a:pt x="205015"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grpSp>
        <p:nvGrpSpPr>
          <p:cNvPr id="73" name="组合 72"/>
          <p:cNvGrpSpPr/>
          <p:nvPr/>
        </p:nvGrpSpPr>
        <p:grpSpPr>
          <a:xfrm>
            <a:off x="6237602" y="4603941"/>
            <a:ext cx="495959" cy="495959"/>
            <a:chOff x="6932134" y="4603941"/>
            <a:chExt cx="495959" cy="495959"/>
          </a:xfrm>
        </p:grpSpPr>
        <p:sp>
          <p:nvSpPr>
            <p:cNvPr id="74" name="íṥļîḓê"/>
            <p:cNvSpPr/>
            <p:nvPr/>
          </p:nvSpPr>
          <p:spPr>
            <a:xfrm>
              <a:off x="6932134" y="4603941"/>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75" name="íṥlíḓê"/>
            <p:cNvSpPr/>
            <p:nvPr/>
          </p:nvSpPr>
          <p:spPr>
            <a:xfrm>
              <a:off x="6977987" y="4649794"/>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76" name="ïśļiḑé"/>
            <p:cNvSpPr/>
            <p:nvPr/>
          </p:nvSpPr>
          <p:spPr>
            <a:xfrm>
              <a:off x="7055794" y="4770082"/>
              <a:ext cx="248637" cy="163678"/>
            </a:xfrm>
            <a:custGeom>
              <a:avLst/>
              <a:gdLst>
                <a:gd name="connsiteX0" fmla="*/ 424341 w 607145"/>
                <a:gd name="connsiteY0" fmla="*/ 192546 h 399683"/>
                <a:gd name="connsiteX1" fmla="*/ 374104 w 607145"/>
                <a:gd name="connsiteY1" fmla="*/ 200647 h 399683"/>
                <a:gd name="connsiteX2" fmla="*/ 369850 w 607145"/>
                <a:gd name="connsiteY2" fmla="*/ 214854 h 399683"/>
                <a:gd name="connsiteX3" fmla="*/ 384076 w 607145"/>
                <a:gd name="connsiteY3" fmla="*/ 219247 h 399683"/>
                <a:gd name="connsiteX4" fmla="*/ 400942 w 607145"/>
                <a:gd name="connsiteY4" fmla="*/ 213975 h 399683"/>
                <a:gd name="connsiteX5" fmla="*/ 498617 w 607145"/>
                <a:gd name="connsiteY5" fmla="*/ 232429 h 399683"/>
                <a:gd name="connsiteX6" fmla="*/ 539828 w 607145"/>
                <a:gd name="connsiteY6" fmla="*/ 250443 h 399683"/>
                <a:gd name="connsiteX7" fmla="*/ 544668 w 607145"/>
                <a:gd name="connsiteY7" fmla="*/ 251615 h 399683"/>
                <a:gd name="connsiteX8" fmla="*/ 554054 w 607145"/>
                <a:gd name="connsiteY8" fmla="*/ 245903 h 399683"/>
                <a:gd name="connsiteX9" fmla="*/ 549508 w 607145"/>
                <a:gd name="connsiteY9" fmla="*/ 231843 h 399683"/>
                <a:gd name="connsiteX10" fmla="*/ 424341 w 607145"/>
                <a:gd name="connsiteY10" fmla="*/ 192546 h 399683"/>
                <a:gd name="connsiteX11" fmla="*/ 179418 w 607145"/>
                <a:gd name="connsiteY11" fmla="*/ 192544 h 399683"/>
                <a:gd name="connsiteX12" fmla="*/ 54260 w 607145"/>
                <a:gd name="connsiteY12" fmla="*/ 231696 h 399683"/>
                <a:gd name="connsiteX13" fmla="*/ 49714 w 607145"/>
                <a:gd name="connsiteY13" fmla="*/ 245903 h 399683"/>
                <a:gd name="connsiteX14" fmla="*/ 59099 w 607145"/>
                <a:gd name="connsiteY14" fmla="*/ 251615 h 399683"/>
                <a:gd name="connsiteX15" fmla="*/ 63939 w 607145"/>
                <a:gd name="connsiteY15" fmla="*/ 250443 h 399683"/>
                <a:gd name="connsiteX16" fmla="*/ 105147 w 607145"/>
                <a:gd name="connsiteY16" fmla="*/ 232429 h 399683"/>
                <a:gd name="connsiteX17" fmla="*/ 202962 w 607145"/>
                <a:gd name="connsiteY17" fmla="*/ 213975 h 399683"/>
                <a:gd name="connsiteX18" fmla="*/ 219680 w 607145"/>
                <a:gd name="connsiteY18" fmla="*/ 219247 h 399683"/>
                <a:gd name="connsiteX19" fmla="*/ 233905 w 607145"/>
                <a:gd name="connsiteY19" fmla="*/ 214854 h 399683"/>
                <a:gd name="connsiteX20" fmla="*/ 229652 w 607145"/>
                <a:gd name="connsiteY20" fmla="*/ 200647 h 399683"/>
                <a:gd name="connsiteX21" fmla="*/ 179418 w 607145"/>
                <a:gd name="connsiteY21" fmla="*/ 192544 h 399683"/>
                <a:gd name="connsiteX22" fmla="*/ 424341 w 607145"/>
                <a:gd name="connsiteY22" fmla="*/ 126430 h 399683"/>
                <a:gd name="connsiteX23" fmla="*/ 374104 w 607145"/>
                <a:gd name="connsiteY23" fmla="*/ 134448 h 399683"/>
                <a:gd name="connsiteX24" fmla="*/ 369850 w 607145"/>
                <a:gd name="connsiteY24" fmla="*/ 148801 h 399683"/>
                <a:gd name="connsiteX25" fmla="*/ 384076 w 607145"/>
                <a:gd name="connsiteY25" fmla="*/ 153049 h 399683"/>
                <a:gd name="connsiteX26" fmla="*/ 400942 w 607145"/>
                <a:gd name="connsiteY26" fmla="*/ 147922 h 399683"/>
                <a:gd name="connsiteX27" fmla="*/ 498617 w 607145"/>
                <a:gd name="connsiteY27" fmla="*/ 166376 h 399683"/>
                <a:gd name="connsiteX28" fmla="*/ 539828 w 607145"/>
                <a:gd name="connsiteY28" fmla="*/ 184390 h 399683"/>
                <a:gd name="connsiteX29" fmla="*/ 544668 w 607145"/>
                <a:gd name="connsiteY29" fmla="*/ 185562 h 399683"/>
                <a:gd name="connsiteX30" fmla="*/ 554054 w 607145"/>
                <a:gd name="connsiteY30" fmla="*/ 179850 h 399683"/>
                <a:gd name="connsiteX31" fmla="*/ 549508 w 607145"/>
                <a:gd name="connsiteY31" fmla="*/ 165644 h 399683"/>
                <a:gd name="connsiteX32" fmla="*/ 424341 w 607145"/>
                <a:gd name="connsiteY32" fmla="*/ 126430 h 399683"/>
                <a:gd name="connsiteX33" fmla="*/ 179418 w 607145"/>
                <a:gd name="connsiteY33" fmla="*/ 126430 h 399683"/>
                <a:gd name="connsiteX34" fmla="*/ 54260 w 607145"/>
                <a:gd name="connsiteY34" fmla="*/ 165644 h 399683"/>
                <a:gd name="connsiteX35" fmla="*/ 49714 w 607145"/>
                <a:gd name="connsiteY35" fmla="*/ 179850 h 399683"/>
                <a:gd name="connsiteX36" fmla="*/ 59099 w 607145"/>
                <a:gd name="connsiteY36" fmla="*/ 185562 h 399683"/>
                <a:gd name="connsiteX37" fmla="*/ 63939 w 607145"/>
                <a:gd name="connsiteY37" fmla="*/ 184390 h 399683"/>
                <a:gd name="connsiteX38" fmla="*/ 105147 w 607145"/>
                <a:gd name="connsiteY38" fmla="*/ 166376 h 399683"/>
                <a:gd name="connsiteX39" fmla="*/ 202962 w 607145"/>
                <a:gd name="connsiteY39" fmla="*/ 147922 h 399683"/>
                <a:gd name="connsiteX40" fmla="*/ 219680 w 607145"/>
                <a:gd name="connsiteY40" fmla="*/ 153049 h 399683"/>
                <a:gd name="connsiteX41" fmla="*/ 233905 w 607145"/>
                <a:gd name="connsiteY41" fmla="*/ 148801 h 399683"/>
                <a:gd name="connsiteX42" fmla="*/ 229652 w 607145"/>
                <a:gd name="connsiteY42" fmla="*/ 134448 h 399683"/>
                <a:gd name="connsiteX43" fmla="*/ 179418 w 607145"/>
                <a:gd name="connsiteY43" fmla="*/ 126430 h 399683"/>
                <a:gd name="connsiteX44" fmla="*/ 424341 w 607145"/>
                <a:gd name="connsiteY44" fmla="*/ 60293 h 399683"/>
                <a:gd name="connsiteX45" fmla="*/ 374104 w 607145"/>
                <a:gd name="connsiteY45" fmla="*/ 68396 h 399683"/>
                <a:gd name="connsiteX46" fmla="*/ 369850 w 607145"/>
                <a:gd name="connsiteY46" fmla="*/ 82602 h 399683"/>
                <a:gd name="connsiteX47" fmla="*/ 384076 w 607145"/>
                <a:gd name="connsiteY47" fmla="*/ 86996 h 399683"/>
                <a:gd name="connsiteX48" fmla="*/ 400942 w 607145"/>
                <a:gd name="connsiteY48" fmla="*/ 81724 h 399683"/>
                <a:gd name="connsiteX49" fmla="*/ 498471 w 607145"/>
                <a:gd name="connsiteY49" fmla="*/ 100177 h 399683"/>
                <a:gd name="connsiteX50" fmla="*/ 539828 w 607145"/>
                <a:gd name="connsiteY50" fmla="*/ 118192 h 399683"/>
                <a:gd name="connsiteX51" fmla="*/ 544668 w 607145"/>
                <a:gd name="connsiteY51" fmla="*/ 119363 h 399683"/>
                <a:gd name="connsiteX52" fmla="*/ 554054 w 607145"/>
                <a:gd name="connsiteY52" fmla="*/ 113651 h 399683"/>
                <a:gd name="connsiteX53" fmla="*/ 549508 w 607145"/>
                <a:gd name="connsiteY53" fmla="*/ 99445 h 399683"/>
                <a:gd name="connsiteX54" fmla="*/ 424341 w 607145"/>
                <a:gd name="connsiteY54" fmla="*/ 60293 h 399683"/>
                <a:gd name="connsiteX55" fmla="*/ 179418 w 607145"/>
                <a:gd name="connsiteY55" fmla="*/ 60293 h 399683"/>
                <a:gd name="connsiteX56" fmla="*/ 54260 w 607145"/>
                <a:gd name="connsiteY56" fmla="*/ 99445 h 399683"/>
                <a:gd name="connsiteX57" fmla="*/ 49714 w 607145"/>
                <a:gd name="connsiteY57" fmla="*/ 113651 h 399683"/>
                <a:gd name="connsiteX58" fmla="*/ 59099 w 607145"/>
                <a:gd name="connsiteY58" fmla="*/ 119363 h 399683"/>
                <a:gd name="connsiteX59" fmla="*/ 63939 w 607145"/>
                <a:gd name="connsiteY59" fmla="*/ 118192 h 399683"/>
                <a:gd name="connsiteX60" fmla="*/ 105147 w 607145"/>
                <a:gd name="connsiteY60" fmla="*/ 100177 h 399683"/>
                <a:gd name="connsiteX61" fmla="*/ 202962 w 607145"/>
                <a:gd name="connsiteY61" fmla="*/ 81724 h 399683"/>
                <a:gd name="connsiteX62" fmla="*/ 219680 w 607145"/>
                <a:gd name="connsiteY62" fmla="*/ 86996 h 399683"/>
                <a:gd name="connsiteX63" fmla="*/ 233905 w 607145"/>
                <a:gd name="connsiteY63" fmla="*/ 82602 h 399683"/>
                <a:gd name="connsiteX64" fmla="*/ 229652 w 607145"/>
                <a:gd name="connsiteY64" fmla="*/ 68396 h 399683"/>
                <a:gd name="connsiteX65" fmla="*/ 179418 w 607145"/>
                <a:gd name="connsiteY65" fmla="*/ 60293 h 399683"/>
                <a:gd name="connsiteX66" fmla="*/ 402115 w 607145"/>
                <a:gd name="connsiteY66" fmla="*/ 0 h 399683"/>
                <a:gd name="connsiteX67" fmla="*/ 607145 w 607145"/>
                <a:gd name="connsiteY67" fmla="*/ 64295 h 399683"/>
                <a:gd name="connsiteX68" fmla="*/ 607145 w 607145"/>
                <a:gd name="connsiteY68" fmla="*/ 399683 h 399683"/>
                <a:gd name="connsiteX69" fmla="*/ 398449 w 607145"/>
                <a:gd name="connsiteY69" fmla="*/ 341686 h 399683"/>
                <a:gd name="connsiteX70" fmla="*/ 315000 w 607145"/>
                <a:gd name="connsiteY70" fmla="*/ 370538 h 399683"/>
                <a:gd name="connsiteX71" fmla="*/ 313240 w 607145"/>
                <a:gd name="connsiteY71" fmla="*/ 372296 h 399683"/>
                <a:gd name="connsiteX72" fmla="*/ 313240 w 607145"/>
                <a:gd name="connsiteY72" fmla="*/ 50235 h 399683"/>
                <a:gd name="connsiteX73" fmla="*/ 314560 w 607145"/>
                <a:gd name="connsiteY73" fmla="*/ 45988 h 399683"/>
                <a:gd name="connsiteX74" fmla="*/ 402115 w 607145"/>
                <a:gd name="connsiteY74" fmla="*/ 0 h 399683"/>
                <a:gd name="connsiteX75" fmla="*/ 205015 w 607145"/>
                <a:gd name="connsiteY75" fmla="*/ 0 h 399683"/>
                <a:gd name="connsiteX76" fmla="*/ 292564 w 607145"/>
                <a:gd name="connsiteY76" fmla="*/ 45988 h 399683"/>
                <a:gd name="connsiteX77" fmla="*/ 292271 w 607145"/>
                <a:gd name="connsiteY77" fmla="*/ 47013 h 399683"/>
                <a:gd name="connsiteX78" fmla="*/ 292124 w 607145"/>
                <a:gd name="connsiteY78" fmla="*/ 49064 h 399683"/>
                <a:gd name="connsiteX79" fmla="*/ 292124 w 607145"/>
                <a:gd name="connsiteY79" fmla="*/ 370538 h 399683"/>
                <a:gd name="connsiteX80" fmla="*/ 208534 w 607145"/>
                <a:gd name="connsiteY80" fmla="*/ 341686 h 399683"/>
                <a:gd name="connsiteX81" fmla="*/ 0 w 607145"/>
                <a:gd name="connsiteY81" fmla="*/ 399683 h 399683"/>
                <a:gd name="connsiteX82" fmla="*/ 0 w 607145"/>
                <a:gd name="connsiteY82" fmla="*/ 64295 h 399683"/>
                <a:gd name="connsiteX83" fmla="*/ 205015 w 607145"/>
                <a:gd name="connsiteY83" fmla="*/ 0 h 3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7145" h="399683">
                  <a:moveTo>
                    <a:pt x="424341" y="192546"/>
                  </a:moveTo>
                  <a:cubicBezTo>
                    <a:pt x="405663" y="191228"/>
                    <a:pt x="388037" y="193178"/>
                    <a:pt x="374104" y="200647"/>
                  </a:cubicBezTo>
                  <a:cubicBezTo>
                    <a:pt x="368970" y="203430"/>
                    <a:pt x="367064" y="209728"/>
                    <a:pt x="369850" y="214854"/>
                  </a:cubicBezTo>
                  <a:cubicBezTo>
                    <a:pt x="372637" y="219980"/>
                    <a:pt x="378943" y="221884"/>
                    <a:pt x="384076" y="219247"/>
                  </a:cubicBezTo>
                  <a:cubicBezTo>
                    <a:pt x="388916" y="216611"/>
                    <a:pt x="394636" y="215000"/>
                    <a:pt x="400942" y="213975"/>
                  </a:cubicBezTo>
                  <a:cubicBezTo>
                    <a:pt x="428514" y="209874"/>
                    <a:pt x="467379" y="220566"/>
                    <a:pt x="498617" y="232429"/>
                  </a:cubicBezTo>
                  <a:cubicBezTo>
                    <a:pt x="515630" y="238873"/>
                    <a:pt x="530442" y="245610"/>
                    <a:pt x="539828" y="250443"/>
                  </a:cubicBezTo>
                  <a:cubicBezTo>
                    <a:pt x="541442" y="251322"/>
                    <a:pt x="543055" y="251615"/>
                    <a:pt x="544668" y="251615"/>
                  </a:cubicBezTo>
                  <a:cubicBezTo>
                    <a:pt x="548481" y="251615"/>
                    <a:pt x="552148" y="249564"/>
                    <a:pt x="554054" y="245903"/>
                  </a:cubicBezTo>
                  <a:cubicBezTo>
                    <a:pt x="556694" y="240777"/>
                    <a:pt x="554641" y="234479"/>
                    <a:pt x="549508" y="231843"/>
                  </a:cubicBezTo>
                  <a:cubicBezTo>
                    <a:pt x="545878" y="229866"/>
                    <a:pt x="480376" y="196501"/>
                    <a:pt x="424341" y="192546"/>
                  </a:cubicBezTo>
                  <a:close/>
                  <a:moveTo>
                    <a:pt x="179418" y="192544"/>
                  </a:moveTo>
                  <a:cubicBezTo>
                    <a:pt x="123386" y="196492"/>
                    <a:pt x="57889" y="229829"/>
                    <a:pt x="54260" y="231696"/>
                  </a:cubicBezTo>
                  <a:cubicBezTo>
                    <a:pt x="49127" y="234479"/>
                    <a:pt x="47074" y="240777"/>
                    <a:pt x="49714" y="245903"/>
                  </a:cubicBezTo>
                  <a:cubicBezTo>
                    <a:pt x="51620" y="249564"/>
                    <a:pt x="55287" y="251615"/>
                    <a:pt x="59099" y="251615"/>
                  </a:cubicBezTo>
                  <a:cubicBezTo>
                    <a:pt x="60713" y="251615"/>
                    <a:pt x="62472" y="251322"/>
                    <a:pt x="63939" y="250443"/>
                  </a:cubicBezTo>
                  <a:cubicBezTo>
                    <a:pt x="73324" y="245610"/>
                    <a:pt x="88136" y="238873"/>
                    <a:pt x="105147" y="232429"/>
                  </a:cubicBezTo>
                  <a:cubicBezTo>
                    <a:pt x="136383" y="220566"/>
                    <a:pt x="175245" y="209874"/>
                    <a:pt x="202962" y="213975"/>
                  </a:cubicBezTo>
                  <a:cubicBezTo>
                    <a:pt x="209121" y="215000"/>
                    <a:pt x="214840" y="216611"/>
                    <a:pt x="219680" y="219247"/>
                  </a:cubicBezTo>
                  <a:cubicBezTo>
                    <a:pt x="224812" y="221884"/>
                    <a:pt x="231118" y="219980"/>
                    <a:pt x="233905" y="214854"/>
                  </a:cubicBezTo>
                  <a:cubicBezTo>
                    <a:pt x="236691" y="209728"/>
                    <a:pt x="234784" y="203430"/>
                    <a:pt x="229652" y="200647"/>
                  </a:cubicBezTo>
                  <a:cubicBezTo>
                    <a:pt x="215720" y="193178"/>
                    <a:pt x="198095" y="191228"/>
                    <a:pt x="179418" y="192544"/>
                  </a:cubicBezTo>
                  <a:close/>
                  <a:moveTo>
                    <a:pt x="424341" y="126430"/>
                  </a:moveTo>
                  <a:cubicBezTo>
                    <a:pt x="405663" y="125093"/>
                    <a:pt x="388037" y="127016"/>
                    <a:pt x="374104" y="134448"/>
                  </a:cubicBezTo>
                  <a:cubicBezTo>
                    <a:pt x="368970" y="137231"/>
                    <a:pt x="367064" y="143675"/>
                    <a:pt x="369850" y="148801"/>
                  </a:cubicBezTo>
                  <a:cubicBezTo>
                    <a:pt x="372637" y="153927"/>
                    <a:pt x="378943" y="155831"/>
                    <a:pt x="384076" y="153049"/>
                  </a:cubicBezTo>
                  <a:cubicBezTo>
                    <a:pt x="388916" y="150559"/>
                    <a:pt x="394636" y="148801"/>
                    <a:pt x="400942" y="147922"/>
                  </a:cubicBezTo>
                  <a:cubicBezTo>
                    <a:pt x="428514" y="143822"/>
                    <a:pt x="467379" y="154513"/>
                    <a:pt x="498617" y="166376"/>
                  </a:cubicBezTo>
                  <a:cubicBezTo>
                    <a:pt x="515630" y="172820"/>
                    <a:pt x="530442" y="179557"/>
                    <a:pt x="539828" y="184390"/>
                  </a:cubicBezTo>
                  <a:cubicBezTo>
                    <a:pt x="541442" y="185123"/>
                    <a:pt x="543055" y="185562"/>
                    <a:pt x="544668" y="185562"/>
                  </a:cubicBezTo>
                  <a:cubicBezTo>
                    <a:pt x="548481" y="185562"/>
                    <a:pt x="552148" y="183512"/>
                    <a:pt x="554054" y="179850"/>
                  </a:cubicBezTo>
                  <a:cubicBezTo>
                    <a:pt x="556694" y="174724"/>
                    <a:pt x="554641" y="168280"/>
                    <a:pt x="549508" y="165644"/>
                  </a:cubicBezTo>
                  <a:cubicBezTo>
                    <a:pt x="545878" y="163777"/>
                    <a:pt x="480376" y="130439"/>
                    <a:pt x="424341" y="126430"/>
                  </a:cubicBezTo>
                  <a:close/>
                  <a:moveTo>
                    <a:pt x="179418" y="126430"/>
                  </a:moveTo>
                  <a:cubicBezTo>
                    <a:pt x="123386" y="130439"/>
                    <a:pt x="57889" y="163777"/>
                    <a:pt x="54260" y="165644"/>
                  </a:cubicBezTo>
                  <a:cubicBezTo>
                    <a:pt x="49127" y="168280"/>
                    <a:pt x="47074" y="174724"/>
                    <a:pt x="49714" y="179850"/>
                  </a:cubicBezTo>
                  <a:cubicBezTo>
                    <a:pt x="51620" y="183512"/>
                    <a:pt x="55287" y="185562"/>
                    <a:pt x="59099" y="185562"/>
                  </a:cubicBezTo>
                  <a:cubicBezTo>
                    <a:pt x="60713" y="185562"/>
                    <a:pt x="62472" y="185123"/>
                    <a:pt x="63939" y="184390"/>
                  </a:cubicBezTo>
                  <a:cubicBezTo>
                    <a:pt x="73324" y="179557"/>
                    <a:pt x="88136" y="172820"/>
                    <a:pt x="105147" y="166376"/>
                  </a:cubicBezTo>
                  <a:cubicBezTo>
                    <a:pt x="136383" y="154513"/>
                    <a:pt x="175245" y="143675"/>
                    <a:pt x="202962" y="147922"/>
                  </a:cubicBezTo>
                  <a:cubicBezTo>
                    <a:pt x="209121" y="148801"/>
                    <a:pt x="214840" y="150412"/>
                    <a:pt x="219680" y="153049"/>
                  </a:cubicBezTo>
                  <a:cubicBezTo>
                    <a:pt x="224812" y="155831"/>
                    <a:pt x="231265" y="153927"/>
                    <a:pt x="233905" y="148801"/>
                  </a:cubicBezTo>
                  <a:cubicBezTo>
                    <a:pt x="236691" y="143675"/>
                    <a:pt x="234784" y="137231"/>
                    <a:pt x="229652" y="134448"/>
                  </a:cubicBezTo>
                  <a:cubicBezTo>
                    <a:pt x="215720" y="127016"/>
                    <a:pt x="198095" y="125093"/>
                    <a:pt x="179418" y="126430"/>
                  </a:cubicBezTo>
                  <a:close/>
                  <a:moveTo>
                    <a:pt x="424341" y="60293"/>
                  </a:moveTo>
                  <a:cubicBezTo>
                    <a:pt x="405663" y="58977"/>
                    <a:pt x="388037" y="60927"/>
                    <a:pt x="374104" y="68396"/>
                  </a:cubicBezTo>
                  <a:cubicBezTo>
                    <a:pt x="368970" y="71179"/>
                    <a:pt x="367064" y="77476"/>
                    <a:pt x="369850" y="82602"/>
                  </a:cubicBezTo>
                  <a:cubicBezTo>
                    <a:pt x="372637" y="87728"/>
                    <a:pt x="378943" y="89632"/>
                    <a:pt x="384076" y="86996"/>
                  </a:cubicBezTo>
                  <a:cubicBezTo>
                    <a:pt x="388916" y="84360"/>
                    <a:pt x="394636" y="82749"/>
                    <a:pt x="400942" y="81724"/>
                  </a:cubicBezTo>
                  <a:cubicBezTo>
                    <a:pt x="428514" y="77623"/>
                    <a:pt x="467379" y="88314"/>
                    <a:pt x="498471" y="100177"/>
                  </a:cubicBezTo>
                  <a:cubicBezTo>
                    <a:pt x="515630" y="106621"/>
                    <a:pt x="530442" y="113358"/>
                    <a:pt x="539828" y="118192"/>
                  </a:cubicBezTo>
                  <a:cubicBezTo>
                    <a:pt x="541442" y="119070"/>
                    <a:pt x="543055" y="119363"/>
                    <a:pt x="544668" y="119363"/>
                  </a:cubicBezTo>
                  <a:cubicBezTo>
                    <a:pt x="548481" y="119363"/>
                    <a:pt x="552148" y="117313"/>
                    <a:pt x="554054" y="113651"/>
                  </a:cubicBezTo>
                  <a:cubicBezTo>
                    <a:pt x="556694" y="108525"/>
                    <a:pt x="554641" y="102228"/>
                    <a:pt x="549508" y="99445"/>
                  </a:cubicBezTo>
                  <a:cubicBezTo>
                    <a:pt x="545878" y="97578"/>
                    <a:pt x="480376" y="64240"/>
                    <a:pt x="424341" y="60293"/>
                  </a:cubicBezTo>
                  <a:close/>
                  <a:moveTo>
                    <a:pt x="179418" y="60293"/>
                  </a:moveTo>
                  <a:cubicBezTo>
                    <a:pt x="123386" y="64240"/>
                    <a:pt x="57889" y="97578"/>
                    <a:pt x="54260" y="99445"/>
                  </a:cubicBezTo>
                  <a:cubicBezTo>
                    <a:pt x="49127" y="102228"/>
                    <a:pt x="47074" y="108525"/>
                    <a:pt x="49714" y="113651"/>
                  </a:cubicBezTo>
                  <a:cubicBezTo>
                    <a:pt x="51620" y="117313"/>
                    <a:pt x="55287" y="119363"/>
                    <a:pt x="59099" y="119363"/>
                  </a:cubicBezTo>
                  <a:cubicBezTo>
                    <a:pt x="60713" y="119363"/>
                    <a:pt x="62472" y="119070"/>
                    <a:pt x="63939" y="118192"/>
                  </a:cubicBezTo>
                  <a:cubicBezTo>
                    <a:pt x="73324" y="113358"/>
                    <a:pt x="88136" y="106621"/>
                    <a:pt x="105147" y="100177"/>
                  </a:cubicBezTo>
                  <a:cubicBezTo>
                    <a:pt x="136383" y="88314"/>
                    <a:pt x="175245" y="77623"/>
                    <a:pt x="202962" y="81724"/>
                  </a:cubicBezTo>
                  <a:cubicBezTo>
                    <a:pt x="209121" y="82749"/>
                    <a:pt x="214840" y="84360"/>
                    <a:pt x="219680" y="86996"/>
                  </a:cubicBezTo>
                  <a:cubicBezTo>
                    <a:pt x="224812" y="89632"/>
                    <a:pt x="231265" y="87728"/>
                    <a:pt x="233905" y="82602"/>
                  </a:cubicBezTo>
                  <a:cubicBezTo>
                    <a:pt x="236691" y="77476"/>
                    <a:pt x="234784" y="71179"/>
                    <a:pt x="229652" y="68396"/>
                  </a:cubicBezTo>
                  <a:cubicBezTo>
                    <a:pt x="215720" y="60927"/>
                    <a:pt x="198095" y="58977"/>
                    <a:pt x="179418" y="60293"/>
                  </a:cubicBezTo>
                  <a:close/>
                  <a:moveTo>
                    <a:pt x="402115" y="0"/>
                  </a:moveTo>
                  <a:cubicBezTo>
                    <a:pt x="454179" y="0"/>
                    <a:pt x="523109" y="21676"/>
                    <a:pt x="607145" y="64295"/>
                  </a:cubicBezTo>
                  <a:lnTo>
                    <a:pt x="607145" y="399683"/>
                  </a:lnTo>
                  <a:cubicBezTo>
                    <a:pt x="570187" y="382548"/>
                    <a:pt x="474858" y="341686"/>
                    <a:pt x="398449" y="341686"/>
                  </a:cubicBezTo>
                  <a:cubicBezTo>
                    <a:pt x="356944" y="341686"/>
                    <a:pt x="331132" y="353988"/>
                    <a:pt x="315000" y="370538"/>
                  </a:cubicBezTo>
                  <a:cubicBezTo>
                    <a:pt x="314413" y="371124"/>
                    <a:pt x="313827" y="371710"/>
                    <a:pt x="313240" y="372296"/>
                  </a:cubicBezTo>
                  <a:lnTo>
                    <a:pt x="313240" y="50235"/>
                  </a:lnTo>
                  <a:cubicBezTo>
                    <a:pt x="313387" y="49356"/>
                    <a:pt x="313827" y="47892"/>
                    <a:pt x="314560" y="45988"/>
                  </a:cubicBezTo>
                  <a:cubicBezTo>
                    <a:pt x="319400" y="33100"/>
                    <a:pt x="338319" y="0"/>
                    <a:pt x="402115" y="0"/>
                  </a:cubicBezTo>
                  <a:close/>
                  <a:moveTo>
                    <a:pt x="205015" y="0"/>
                  </a:moveTo>
                  <a:cubicBezTo>
                    <a:pt x="268954" y="0"/>
                    <a:pt x="287725" y="33246"/>
                    <a:pt x="292564" y="45988"/>
                  </a:cubicBezTo>
                  <a:cubicBezTo>
                    <a:pt x="292417" y="46574"/>
                    <a:pt x="292271" y="47013"/>
                    <a:pt x="292271" y="47013"/>
                  </a:cubicBezTo>
                  <a:cubicBezTo>
                    <a:pt x="292124" y="47745"/>
                    <a:pt x="292124" y="48331"/>
                    <a:pt x="292124" y="49064"/>
                  </a:cubicBezTo>
                  <a:lnTo>
                    <a:pt x="292124" y="370538"/>
                  </a:lnTo>
                  <a:cubicBezTo>
                    <a:pt x="275993" y="353988"/>
                    <a:pt x="250183" y="341686"/>
                    <a:pt x="208534" y="341686"/>
                  </a:cubicBezTo>
                  <a:cubicBezTo>
                    <a:pt x="132277" y="341686"/>
                    <a:pt x="36809" y="382548"/>
                    <a:pt x="0" y="399683"/>
                  </a:cubicBezTo>
                  <a:lnTo>
                    <a:pt x="0" y="64295"/>
                  </a:lnTo>
                  <a:cubicBezTo>
                    <a:pt x="84030" y="21676"/>
                    <a:pt x="152955" y="0"/>
                    <a:pt x="205015"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grpSp>
      <p:grpSp>
        <p:nvGrpSpPr>
          <p:cNvPr id="77" name="组合 76"/>
          <p:cNvGrpSpPr/>
          <p:nvPr/>
        </p:nvGrpSpPr>
        <p:grpSpPr>
          <a:xfrm>
            <a:off x="5835053" y="5555991"/>
            <a:ext cx="495959" cy="495959"/>
            <a:chOff x="6529585" y="5555991"/>
            <a:chExt cx="495959" cy="495959"/>
          </a:xfrm>
        </p:grpSpPr>
        <p:sp>
          <p:nvSpPr>
            <p:cNvPr id="78" name="íṥļîḓê"/>
            <p:cNvSpPr/>
            <p:nvPr/>
          </p:nvSpPr>
          <p:spPr>
            <a:xfrm>
              <a:off x="6529585" y="5555991"/>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79" name="íṥlíḓê"/>
            <p:cNvSpPr/>
            <p:nvPr/>
          </p:nvSpPr>
          <p:spPr>
            <a:xfrm>
              <a:off x="6575438" y="5601844"/>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80" name="ïśļiḑé"/>
            <p:cNvSpPr/>
            <p:nvPr/>
          </p:nvSpPr>
          <p:spPr>
            <a:xfrm>
              <a:off x="6653245" y="5722132"/>
              <a:ext cx="248637" cy="163678"/>
            </a:xfrm>
            <a:custGeom>
              <a:avLst/>
              <a:gdLst>
                <a:gd name="connsiteX0" fmla="*/ 424341 w 607145"/>
                <a:gd name="connsiteY0" fmla="*/ 192546 h 399683"/>
                <a:gd name="connsiteX1" fmla="*/ 374104 w 607145"/>
                <a:gd name="connsiteY1" fmla="*/ 200647 h 399683"/>
                <a:gd name="connsiteX2" fmla="*/ 369850 w 607145"/>
                <a:gd name="connsiteY2" fmla="*/ 214854 h 399683"/>
                <a:gd name="connsiteX3" fmla="*/ 384076 w 607145"/>
                <a:gd name="connsiteY3" fmla="*/ 219247 h 399683"/>
                <a:gd name="connsiteX4" fmla="*/ 400942 w 607145"/>
                <a:gd name="connsiteY4" fmla="*/ 213975 h 399683"/>
                <a:gd name="connsiteX5" fmla="*/ 498617 w 607145"/>
                <a:gd name="connsiteY5" fmla="*/ 232429 h 399683"/>
                <a:gd name="connsiteX6" fmla="*/ 539828 w 607145"/>
                <a:gd name="connsiteY6" fmla="*/ 250443 h 399683"/>
                <a:gd name="connsiteX7" fmla="*/ 544668 w 607145"/>
                <a:gd name="connsiteY7" fmla="*/ 251615 h 399683"/>
                <a:gd name="connsiteX8" fmla="*/ 554054 w 607145"/>
                <a:gd name="connsiteY8" fmla="*/ 245903 h 399683"/>
                <a:gd name="connsiteX9" fmla="*/ 549508 w 607145"/>
                <a:gd name="connsiteY9" fmla="*/ 231843 h 399683"/>
                <a:gd name="connsiteX10" fmla="*/ 424341 w 607145"/>
                <a:gd name="connsiteY10" fmla="*/ 192546 h 399683"/>
                <a:gd name="connsiteX11" fmla="*/ 179418 w 607145"/>
                <a:gd name="connsiteY11" fmla="*/ 192544 h 399683"/>
                <a:gd name="connsiteX12" fmla="*/ 54260 w 607145"/>
                <a:gd name="connsiteY12" fmla="*/ 231696 h 399683"/>
                <a:gd name="connsiteX13" fmla="*/ 49714 w 607145"/>
                <a:gd name="connsiteY13" fmla="*/ 245903 h 399683"/>
                <a:gd name="connsiteX14" fmla="*/ 59099 w 607145"/>
                <a:gd name="connsiteY14" fmla="*/ 251615 h 399683"/>
                <a:gd name="connsiteX15" fmla="*/ 63939 w 607145"/>
                <a:gd name="connsiteY15" fmla="*/ 250443 h 399683"/>
                <a:gd name="connsiteX16" fmla="*/ 105147 w 607145"/>
                <a:gd name="connsiteY16" fmla="*/ 232429 h 399683"/>
                <a:gd name="connsiteX17" fmla="*/ 202962 w 607145"/>
                <a:gd name="connsiteY17" fmla="*/ 213975 h 399683"/>
                <a:gd name="connsiteX18" fmla="*/ 219680 w 607145"/>
                <a:gd name="connsiteY18" fmla="*/ 219247 h 399683"/>
                <a:gd name="connsiteX19" fmla="*/ 233905 w 607145"/>
                <a:gd name="connsiteY19" fmla="*/ 214854 h 399683"/>
                <a:gd name="connsiteX20" fmla="*/ 229652 w 607145"/>
                <a:gd name="connsiteY20" fmla="*/ 200647 h 399683"/>
                <a:gd name="connsiteX21" fmla="*/ 179418 w 607145"/>
                <a:gd name="connsiteY21" fmla="*/ 192544 h 399683"/>
                <a:gd name="connsiteX22" fmla="*/ 424341 w 607145"/>
                <a:gd name="connsiteY22" fmla="*/ 126430 h 399683"/>
                <a:gd name="connsiteX23" fmla="*/ 374104 w 607145"/>
                <a:gd name="connsiteY23" fmla="*/ 134448 h 399683"/>
                <a:gd name="connsiteX24" fmla="*/ 369850 w 607145"/>
                <a:gd name="connsiteY24" fmla="*/ 148801 h 399683"/>
                <a:gd name="connsiteX25" fmla="*/ 384076 w 607145"/>
                <a:gd name="connsiteY25" fmla="*/ 153049 h 399683"/>
                <a:gd name="connsiteX26" fmla="*/ 400942 w 607145"/>
                <a:gd name="connsiteY26" fmla="*/ 147922 h 399683"/>
                <a:gd name="connsiteX27" fmla="*/ 498617 w 607145"/>
                <a:gd name="connsiteY27" fmla="*/ 166376 h 399683"/>
                <a:gd name="connsiteX28" fmla="*/ 539828 w 607145"/>
                <a:gd name="connsiteY28" fmla="*/ 184390 h 399683"/>
                <a:gd name="connsiteX29" fmla="*/ 544668 w 607145"/>
                <a:gd name="connsiteY29" fmla="*/ 185562 h 399683"/>
                <a:gd name="connsiteX30" fmla="*/ 554054 w 607145"/>
                <a:gd name="connsiteY30" fmla="*/ 179850 h 399683"/>
                <a:gd name="connsiteX31" fmla="*/ 549508 w 607145"/>
                <a:gd name="connsiteY31" fmla="*/ 165644 h 399683"/>
                <a:gd name="connsiteX32" fmla="*/ 424341 w 607145"/>
                <a:gd name="connsiteY32" fmla="*/ 126430 h 399683"/>
                <a:gd name="connsiteX33" fmla="*/ 179418 w 607145"/>
                <a:gd name="connsiteY33" fmla="*/ 126430 h 399683"/>
                <a:gd name="connsiteX34" fmla="*/ 54260 w 607145"/>
                <a:gd name="connsiteY34" fmla="*/ 165644 h 399683"/>
                <a:gd name="connsiteX35" fmla="*/ 49714 w 607145"/>
                <a:gd name="connsiteY35" fmla="*/ 179850 h 399683"/>
                <a:gd name="connsiteX36" fmla="*/ 59099 w 607145"/>
                <a:gd name="connsiteY36" fmla="*/ 185562 h 399683"/>
                <a:gd name="connsiteX37" fmla="*/ 63939 w 607145"/>
                <a:gd name="connsiteY37" fmla="*/ 184390 h 399683"/>
                <a:gd name="connsiteX38" fmla="*/ 105147 w 607145"/>
                <a:gd name="connsiteY38" fmla="*/ 166376 h 399683"/>
                <a:gd name="connsiteX39" fmla="*/ 202962 w 607145"/>
                <a:gd name="connsiteY39" fmla="*/ 147922 h 399683"/>
                <a:gd name="connsiteX40" fmla="*/ 219680 w 607145"/>
                <a:gd name="connsiteY40" fmla="*/ 153049 h 399683"/>
                <a:gd name="connsiteX41" fmla="*/ 233905 w 607145"/>
                <a:gd name="connsiteY41" fmla="*/ 148801 h 399683"/>
                <a:gd name="connsiteX42" fmla="*/ 229652 w 607145"/>
                <a:gd name="connsiteY42" fmla="*/ 134448 h 399683"/>
                <a:gd name="connsiteX43" fmla="*/ 179418 w 607145"/>
                <a:gd name="connsiteY43" fmla="*/ 126430 h 399683"/>
                <a:gd name="connsiteX44" fmla="*/ 424341 w 607145"/>
                <a:gd name="connsiteY44" fmla="*/ 60293 h 399683"/>
                <a:gd name="connsiteX45" fmla="*/ 374104 w 607145"/>
                <a:gd name="connsiteY45" fmla="*/ 68396 h 399683"/>
                <a:gd name="connsiteX46" fmla="*/ 369850 w 607145"/>
                <a:gd name="connsiteY46" fmla="*/ 82602 h 399683"/>
                <a:gd name="connsiteX47" fmla="*/ 384076 w 607145"/>
                <a:gd name="connsiteY47" fmla="*/ 86996 h 399683"/>
                <a:gd name="connsiteX48" fmla="*/ 400942 w 607145"/>
                <a:gd name="connsiteY48" fmla="*/ 81724 h 399683"/>
                <a:gd name="connsiteX49" fmla="*/ 498471 w 607145"/>
                <a:gd name="connsiteY49" fmla="*/ 100177 h 399683"/>
                <a:gd name="connsiteX50" fmla="*/ 539828 w 607145"/>
                <a:gd name="connsiteY50" fmla="*/ 118192 h 399683"/>
                <a:gd name="connsiteX51" fmla="*/ 544668 w 607145"/>
                <a:gd name="connsiteY51" fmla="*/ 119363 h 399683"/>
                <a:gd name="connsiteX52" fmla="*/ 554054 w 607145"/>
                <a:gd name="connsiteY52" fmla="*/ 113651 h 399683"/>
                <a:gd name="connsiteX53" fmla="*/ 549508 w 607145"/>
                <a:gd name="connsiteY53" fmla="*/ 99445 h 399683"/>
                <a:gd name="connsiteX54" fmla="*/ 424341 w 607145"/>
                <a:gd name="connsiteY54" fmla="*/ 60293 h 399683"/>
                <a:gd name="connsiteX55" fmla="*/ 179418 w 607145"/>
                <a:gd name="connsiteY55" fmla="*/ 60293 h 399683"/>
                <a:gd name="connsiteX56" fmla="*/ 54260 w 607145"/>
                <a:gd name="connsiteY56" fmla="*/ 99445 h 399683"/>
                <a:gd name="connsiteX57" fmla="*/ 49714 w 607145"/>
                <a:gd name="connsiteY57" fmla="*/ 113651 h 399683"/>
                <a:gd name="connsiteX58" fmla="*/ 59099 w 607145"/>
                <a:gd name="connsiteY58" fmla="*/ 119363 h 399683"/>
                <a:gd name="connsiteX59" fmla="*/ 63939 w 607145"/>
                <a:gd name="connsiteY59" fmla="*/ 118192 h 399683"/>
                <a:gd name="connsiteX60" fmla="*/ 105147 w 607145"/>
                <a:gd name="connsiteY60" fmla="*/ 100177 h 399683"/>
                <a:gd name="connsiteX61" fmla="*/ 202962 w 607145"/>
                <a:gd name="connsiteY61" fmla="*/ 81724 h 399683"/>
                <a:gd name="connsiteX62" fmla="*/ 219680 w 607145"/>
                <a:gd name="connsiteY62" fmla="*/ 86996 h 399683"/>
                <a:gd name="connsiteX63" fmla="*/ 233905 w 607145"/>
                <a:gd name="connsiteY63" fmla="*/ 82602 h 399683"/>
                <a:gd name="connsiteX64" fmla="*/ 229652 w 607145"/>
                <a:gd name="connsiteY64" fmla="*/ 68396 h 399683"/>
                <a:gd name="connsiteX65" fmla="*/ 179418 w 607145"/>
                <a:gd name="connsiteY65" fmla="*/ 60293 h 399683"/>
                <a:gd name="connsiteX66" fmla="*/ 402115 w 607145"/>
                <a:gd name="connsiteY66" fmla="*/ 0 h 399683"/>
                <a:gd name="connsiteX67" fmla="*/ 607145 w 607145"/>
                <a:gd name="connsiteY67" fmla="*/ 64295 h 399683"/>
                <a:gd name="connsiteX68" fmla="*/ 607145 w 607145"/>
                <a:gd name="connsiteY68" fmla="*/ 399683 h 399683"/>
                <a:gd name="connsiteX69" fmla="*/ 398449 w 607145"/>
                <a:gd name="connsiteY69" fmla="*/ 341686 h 399683"/>
                <a:gd name="connsiteX70" fmla="*/ 315000 w 607145"/>
                <a:gd name="connsiteY70" fmla="*/ 370538 h 399683"/>
                <a:gd name="connsiteX71" fmla="*/ 313240 w 607145"/>
                <a:gd name="connsiteY71" fmla="*/ 372296 h 399683"/>
                <a:gd name="connsiteX72" fmla="*/ 313240 w 607145"/>
                <a:gd name="connsiteY72" fmla="*/ 50235 h 399683"/>
                <a:gd name="connsiteX73" fmla="*/ 314560 w 607145"/>
                <a:gd name="connsiteY73" fmla="*/ 45988 h 399683"/>
                <a:gd name="connsiteX74" fmla="*/ 402115 w 607145"/>
                <a:gd name="connsiteY74" fmla="*/ 0 h 399683"/>
                <a:gd name="connsiteX75" fmla="*/ 205015 w 607145"/>
                <a:gd name="connsiteY75" fmla="*/ 0 h 399683"/>
                <a:gd name="connsiteX76" fmla="*/ 292564 w 607145"/>
                <a:gd name="connsiteY76" fmla="*/ 45988 h 399683"/>
                <a:gd name="connsiteX77" fmla="*/ 292271 w 607145"/>
                <a:gd name="connsiteY77" fmla="*/ 47013 h 399683"/>
                <a:gd name="connsiteX78" fmla="*/ 292124 w 607145"/>
                <a:gd name="connsiteY78" fmla="*/ 49064 h 399683"/>
                <a:gd name="connsiteX79" fmla="*/ 292124 w 607145"/>
                <a:gd name="connsiteY79" fmla="*/ 370538 h 399683"/>
                <a:gd name="connsiteX80" fmla="*/ 208534 w 607145"/>
                <a:gd name="connsiteY80" fmla="*/ 341686 h 399683"/>
                <a:gd name="connsiteX81" fmla="*/ 0 w 607145"/>
                <a:gd name="connsiteY81" fmla="*/ 399683 h 399683"/>
                <a:gd name="connsiteX82" fmla="*/ 0 w 607145"/>
                <a:gd name="connsiteY82" fmla="*/ 64295 h 399683"/>
                <a:gd name="connsiteX83" fmla="*/ 205015 w 607145"/>
                <a:gd name="connsiteY83" fmla="*/ 0 h 3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7145" h="399683">
                  <a:moveTo>
                    <a:pt x="424341" y="192546"/>
                  </a:moveTo>
                  <a:cubicBezTo>
                    <a:pt x="405663" y="191228"/>
                    <a:pt x="388037" y="193178"/>
                    <a:pt x="374104" y="200647"/>
                  </a:cubicBezTo>
                  <a:cubicBezTo>
                    <a:pt x="368970" y="203430"/>
                    <a:pt x="367064" y="209728"/>
                    <a:pt x="369850" y="214854"/>
                  </a:cubicBezTo>
                  <a:cubicBezTo>
                    <a:pt x="372637" y="219980"/>
                    <a:pt x="378943" y="221884"/>
                    <a:pt x="384076" y="219247"/>
                  </a:cubicBezTo>
                  <a:cubicBezTo>
                    <a:pt x="388916" y="216611"/>
                    <a:pt x="394636" y="215000"/>
                    <a:pt x="400942" y="213975"/>
                  </a:cubicBezTo>
                  <a:cubicBezTo>
                    <a:pt x="428514" y="209874"/>
                    <a:pt x="467379" y="220566"/>
                    <a:pt x="498617" y="232429"/>
                  </a:cubicBezTo>
                  <a:cubicBezTo>
                    <a:pt x="515630" y="238873"/>
                    <a:pt x="530442" y="245610"/>
                    <a:pt x="539828" y="250443"/>
                  </a:cubicBezTo>
                  <a:cubicBezTo>
                    <a:pt x="541442" y="251322"/>
                    <a:pt x="543055" y="251615"/>
                    <a:pt x="544668" y="251615"/>
                  </a:cubicBezTo>
                  <a:cubicBezTo>
                    <a:pt x="548481" y="251615"/>
                    <a:pt x="552148" y="249564"/>
                    <a:pt x="554054" y="245903"/>
                  </a:cubicBezTo>
                  <a:cubicBezTo>
                    <a:pt x="556694" y="240777"/>
                    <a:pt x="554641" y="234479"/>
                    <a:pt x="549508" y="231843"/>
                  </a:cubicBezTo>
                  <a:cubicBezTo>
                    <a:pt x="545878" y="229866"/>
                    <a:pt x="480376" y="196501"/>
                    <a:pt x="424341" y="192546"/>
                  </a:cubicBezTo>
                  <a:close/>
                  <a:moveTo>
                    <a:pt x="179418" y="192544"/>
                  </a:moveTo>
                  <a:cubicBezTo>
                    <a:pt x="123386" y="196492"/>
                    <a:pt x="57889" y="229829"/>
                    <a:pt x="54260" y="231696"/>
                  </a:cubicBezTo>
                  <a:cubicBezTo>
                    <a:pt x="49127" y="234479"/>
                    <a:pt x="47074" y="240777"/>
                    <a:pt x="49714" y="245903"/>
                  </a:cubicBezTo>
                  <a:cubicBezTo>
                    <a:pt x="51620" y="249564"/>
                    <a:pt x="55287" y="251615"/>
                    <a:pt x="59099" y="251615"/>
                  </a:cubicBezTo>
                  <a:cubicBezTo>
                    <a:pt x="60713" y="251615"/>
                    <a:pt x="62472" y="251322"/>
                    <a:pt x="63939" y="250443"/>
                  </a:cubicBezTo>
                  <a:cubicBezTo>
                    <a:pt x="73324" y="245610"/>
                    <a:pt x="88136" y="238873"/>
                    <a:pt x="105147" y="232429"/>
                  </a:cubicBezTo>
                  <a:cubicBezTo>
                    <a:pt x="136383" y="220566"/>
                    <a:pt x="175245" y="209874"/>
                    <a:pt x="202962" y="213975"/>
                  </a:cubicBezTo>
                  <a:cubicBezTo>
                    <a:pt x="209121" y="215000"/>
                    <a:pt x="214840" y="216611"/>
                    <a:pt x="219680" y="219247"/>
                  </a:cubicBezTo>
                  <a:cubicBezTo>
                    <a:pt x="224812" y="221884"/>
                    <a:pt x="231118" y="219980"/>
                    <a:pt x="233905" y="214854"/>
                  </a:cubicBezTo>
                  <a:cubicBezTo>
                    <a:pt x="236691" y="209728"/>
                    <a:pt x="234784" y="203430"/>
                    <a:pt x="229652" y="200647"/>
                  </a:cubicBezTo>
                  <a:cubicBezTo>
                    <a:pt x="215720" y="193178"/>
                    <a:pt x="198095" y="191228"/>
                    <a:pt x="179418" y="192544"/>
                  </a:cubicBezTo>
                  <a:close/>
                  <a:moveTo>
                    <a:pt x="424341" y="126430"/>
                  </a:moveTo>
                  <a:cubicBezTo>
                    <a:pt x="405663" y="125093"/>
                    <a:pt x="388037" y="127016"/>
                    <a:pt x="374104" y="134448"/>
                  </a:cubicBezTo>
                  <a:cubicBezTo>
                    <a:pt x="368970" y="137231"/>
                    <a:pt x="367064" y="143675"/>
                    <a:pt x="369850" y="148801"/>
                  </a:cubicBezTo>
                  <a:cubicBezTo>
                    <a:pt x="372637" y="153927"/>
                    <a:pt x="378943" y="155831"/>
                    <a:pt x="384076" y="153049"/>
                  </a:cubicBezTo>
                  <a:cubicBezTo>
                    <a:pt x="388916" y="150559"/>
                    <a:pt x="394636" y="148801"/>
                    <a:pt x="400942" y="147922"/>
                  </a:cubicBezTo>
                  <a:cubicBezTo>
                    <a:pt x="428514" y="143822"/>
                    <a:pt x="467379" y="154513"/>
                    <a:pt x="498617" y="166376"/>
                  </a:cubicBezTo>
                  <a:cubicBezTo>
                    <a:pt x="515630" y="172820"/>
                    <a:pt x="530442" y="179557"/>
                    <a:pt x="539828" y="184390"/>
                  </a:cubicBezTo>
                  <a:cubicBezTo>
                    <a:pt x="541442" y="185123"/>
                    <a:pt x="543055" y="185562"/>
                    <a:pt x="544668" y="185562"/>
                  </a:cubicBezTo>
                  <a:cubicBezTo>
                    <a:pt x="548481" y="185562"/>
                    <a:pt x="552148" y="183512"/>
                    <a:pt x="554054" y="179850"/>
                  </a:cubicBezTo>
                  <a:cubicBezTo>
                    <a:pt x="556694" y="174724"/>
                    <a:pt x="554641" y="168280"/>
                    <a:pt x="549508" y="165644"/>
                  </a:cubicBezTo>
                  <a:cubicBezTo>
                    <a:pt x="545878" y="163777"/>
                    <a:pt x="480376" y="130439"/>
                    <a:pt x="424341" y="126430"/>
                  </a:cubicBezTo>
                  <a:close/>
                  <a:moveTo>
                    <a:pt x="179418" y="126430"/>
                  </a:moveTo>
                  <a:cubicBezTo>
                    <a:pt x="123386" y="130439"/>
                    <a:pt x="57889" y="163777"/>
                    <a:pt x="54260" y="165644"/>
                  </a:cubicBezTo>
                  <a:cubicBezTo>
                    <a:pt x="49127" y="168280"/>
                    <a:pt x="47074" y="174724"/>
                    <a:pt x="49714" y="179850"/>
                  </a:cubicBezTo>
                  <a:cubicBezTo>
                    <a:pt x="51620" y="183512"/>
                    <a:pt x="55287" y="185562"/>
                    <a:pt x="59099" y="185562"/>
                  </a:cubicBezTo>
                  <a:cubicBezTo>
                    <a:pt x="60713" y="185562"/>
                    <a:pt x="62472" y="185123"/>
                    <a:pt x="63939" y="184390"/>
                  </a:cubicBezTo>
                  <a:cubicBezTo>
                    <a:pt x="73324" y="179557"/>
                    <a:pt x="88136" y="172820"/>
                    <a:pt x="105147" y="166376"/>
                  </a:cubicBezTo>
                  <a:cubicBezTo>
                    <a:pt x="136383" y="154513"/>
                    <a:pt x="175245" y="143675"/>
                    <a:pt x="202962" y="147922"/>
                  </a:cubicBezTo>
                  <a:cubicBezTo>
                    <a:pt x="209121" y="148801"/>
                    <a:pt x="214840" y="150412"/>
                    <a:pt x="219680" y="153049"/>
                  </a:cubicBezTo>
                  <a:cubicBezTo>
                    <a:pt x="224812" y="155831"/>
                    <a:pt x="231265" y="153927"/>
                    <a:pt x="233905" y="148801"/>
                  </a:cubicBezTo>
                  <a:cubicBezTo>
                    <a:pt x="236691" y="143675"/>
                    <a:pt x="234784" y="137231"/>
                    <a:pt x="229652" y="134448"/>
                  </a:cubicBezTo>
                  <a:cubicBezTo>
                    <a:pt x="215720" y="127016"/>
                    <a:pt x="198095" y="125093"/>
                    <a:pt x="179418" y="126430"/>
                  </a:cubicBezTo>
                  <a:close/>
                  <a:moveTo>
                    <a:pt x="424341" y="60293"/>
                  </a:moveTo>
                  <a:cubicBezTo>
                    <a:pt x="405663" y="58977"/>
                    <a:pt x="388037" y="60927"/>
                    <a:pt x="374104" y="68396"/>
                  </a:cubicBezTo>
                  <a:cubicBezTo>
                    <a:pt x="368970" y="71179"/>
                    <a:pt x="367064" y="77476"/>
                    <a:pt x="369850" y="82602"/>
                  </a:cubicBezTo>
                  <a:cubicBezTo>
                    <a:pt x="372637" y="87728"/>
                    <a:pt x="378943" y="89632"/>
                    <a:pt x="384076" y="86996"/>
                  </a:cubicBezTo>
                  <a:cubicBezTo>
                    <a:pt x="388916" y="84360"/>
                    <a:pt x="394636" y="82749"/>
                    <a:pt x="400942" y="81724"/>
                  </a:cubicBezTo>
                  <a:cubicBezTo>
                    <a:pt x="428514" y="77623"/>
                    <a:pt x="467379" y="88314"/>
                    <a:pt x="498471" y="100177"/>
                  </a:cubicBezTo>
                  <a:cubicBezTo>
                    <a:pt x="515630" y="106621"/>
                    <a:pt x="530442" y="113358"/>
                    <a:pt x="539828" y="118192"/>
                  </a:cubicBezTo>
                  <a:cubicBezTo>
                    <a:pt x="541442" y="119070"/>
                    <a:pt x="543055" y="119363"/>
                    <a:pt x="544668" y="119363"/>
                  </a:cubicBezTo>
                  <a:cubicBezTo>
                    <a:pt x="548481" y="119363"/>
                    <a:pt x="552148" y="117313"/>
                    <a:pt x="554054" y="113651"/>
                  </a:cubicBezTo>
                  <a:cubicBezTo>
                    <a:pt x="556694" y="108525"/>
                    <a:pt x="554641" y="102228"/>
                    <a:pt x="549508" y="99445"/>
                  </a:cubicBezTo>
                  <a:cubicBezTo>
                    <a:pt x="545878" y="97578"/>
                    <a:pt x="480376" y="64240"/>
                    <a:pt x="424341" y="60293"/>
                  </a:cubicBezTo>
                  <a:close/>
                  <a:moveTo>
                    <a:pt x="179418" y="60293"/>
                  </a:moveTo>
                  <a:cubicBezTo>
                    <a:pt x="123386" y="64240"/>
                    <a:pt x="57889" y="97578"/>
                    <a:pt x="54260" y="99445"/>
                  </a:cubicBezTo>
                  <a:cubicBezTo>
                    <a:pt x="49127" y="102228"/>
                    <a:pt x="47074" y="108525"/>
                    <a:pt x="49714" y="113651"/>
                  </a:cubicBezTo>
                  <a:cubicBezTo>
                    <a:pt x="51620" y="117313"/>
                    <a:pt x="55287" y="119363"/>
                    <a:pt x="59099" y="119363"/>
                  </a:cubicBezTo>
                  <a:cubicBezTo>
                    <a:pt x="60713" y="119363"/>
                    <a:pt x="62472" y="119070"/>
                    <a:pt x="63939" y="118192"/>
                  </a:cubicBezTo>
                  <a:cubicBezTo>
                    <a:pt x="73324" y="113358"/>
                    <a:pt x="88136" y="106621"/>
                    <a:pt x="105147" y="100177"/>
                  </a:cubicBezTo>
                  <a:cubicBezTo>
                    <a:pt x="136383" y="88314"/>
                    <a:pt x="175245" y="77623"/>
                    <a:pt x="202962" y="81724"/>
                  </a:cubicBezTo>
                  <a:cubicBezTo>
                    <a:pt x="209121" y="82749"/>
                    <a:pt x="214840" y="84360"/>
                    <a:pt x="219680" y="86996"/>
                  </a:cubicBezTo>
                  <a:cubicBezTo>
                    <a:pt x="224812" y="89632"/>
                    <a:pt x="231265" y="87728"/>
                    <a:pt x="233905" y="82602"/>
                  </a:cubicBezTo>
                  <a:cubicBezTo>
                    <a:pt x="236691" y="77476"/>
                    <a:pt x="234784" y="71179"/>
                    <a:pt x="229652" y="68396"/>
                  </a:cubicBezTo>
                  <a:cubicBezTo>
                    <a:pt x="215720" y="60927"/>
                    <a:pt x="198095" y="58977"/>
                    <a:pt x="179418" y="60293"/>
                  </a:cubicBezTo>
                  <a:close/>
                  <a:moveTo>
                    <a:pt x="402115" y="0"/>
                  </a:moveTo>
                  <a:cubicBezTo>
                    <a:pt x="454179" y="0"/>
                    <a:pt x="523109" y="21676"/>
                    <a:pt x="607145" y="64295"/>
                  </a:cubicBezTo>
                  <a:lnTo>
                    <a:pt x="607145" y="399683"/>
                  </a:lnTo>
                  <a:cubicBezTo>
                    <a:pt x="570187" y="382548"/>
                    <a:pt x="474858" y="341686"/>
                    <a:pt x="398449" y="341686"/>
                  </a:cubicBezTo>
                  <a:cubicBezTo>
                    <a:pt x="356944" y="341686"/>
                    <a:pt x="331132" y="353988"/>
                    <a:pt x="315000" y="370538"/>
                  </a:cubicBezTo>
                  <a:cubicBezTo>
                    <a:pt x="314413" y="371124"/>
                    <a:pt x="313827" y="371710"/>
                    <a:pt x="313240" y="372296"/>
                  </a:cubicBezTo>
                  <a:lnTo>
                    <a:pt x="313240" y="50235"/>
                  </a:lnTo>
                  <a:cubicBezTo>
                    <a:pt x="313387" y="49356"/>
                    <a:pt x="313827" y="47892"/>
                    <a:pt x="314560" y="45988"/>
                  </a:cubicBezTo>
                  <a:cubicBezTo>
                    <a:pt x="319400" y="33100"/>
                    <a:pt x="338319" y="0"/>
                    <a:pt x="402115" y="0"/>
                  </a:cubicBezTo>
                  <a:close/>
                  <a:moveTo>
                    <a:pt x="205015" y="0"/>
                  </a:moveTo>
                  <a:cubicBezTo>
                    <a:pt x="268954" y="0"/>
                    <a:pt x="287725" y="33246"/>
                    <a:pt x="292564" y="45988"/>
                  </a:cubicBezTo>
                  <a:cubicBezTo>
                    <a:pt x="292417" y="46574"/>
                    <a:pt x="292271" y="47013"/>
                    <a:pt x="292271" y="47013"/>
                  </a:cubicBezTo>
                  <a:cubicBezTo>
                    <a:pt x="292124" y="47745"/>
                    <a:pt x="292124" y="48331"/>
                    <a:pt x="292124" y="49064"/>
                  </a:cubicBezTo>
                  <a:lnTo>
                    <a:pt x="292124" y="370538"/>
                  </a:lnTo>
                  <a:cubicBezTo>
                    <a:pt x="275993" y="353988"/>
                    <a:pt x="250183" y="341686"/>
                    <a:pt x="208534" y="341686"/>
                  </a:cubicBezTo>
                  <a:cubicBezTo>
                    <a:pt x="132277" y="341686"/>
                    <a:pt x="36809" y="382548"/>
                    <a:pt x="0" y="399683"/>
                  </a:cubicBezTo>
                  <a:lnTo>
                    <a:pt x="0" y="64295"/>
                  </a:lnTo>
                  <a:cubicBezTo>
                    <a:pt x="84030" y="21676"/>
                    <a:pt x="152955" y="0"/>
                    <a:pt x="205015"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grpSp>
      <p:grpSp>
        <p:nvGrpSpPr>
          <p:cNvPr id="81" name="组合 80"/>
          <p:cNvGrpSpPr/>
          <p:nvPr/>
        </p:nvGrpSpPr>
        <p:grpSpPr>
          <a:xfrm>
            <a:off x="5835053" y="809489"/>
            <a:ext cx="495959" cy="495959"/>
            <a:chOff x="6529585" y="809489"/>
            <a:chExt cx="495959" cy="495959"/>
          </a:xfrm>
        </p:grpSpPr>
        <p:sp>
          <p:nvSpPr>
            <p:cNvPr id="82" name="íṥļîḓê"/>
            <p:cNvSpPr/>
            <p:nvPr/>
          </p:nvSpPr>
          <p:spPr>
            <a:xfrm>
              <a:off x="6529585" y="809489"/>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83" name="íṥlíḓê"/>
            <p:cNvSpPr/>
            <p:nvPr/>
          </p:nvSpPr>
          <p:spPr>
            <a:xfrm>
              <a:off x="6575438" y="855342"/>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84" name="ïśļiḑé"/>
            <p:cNvSpPr/>
            <p:nvPr/>
          </p:nvSpPr>
          <p:spPr>
            <a:xfrm>
              <a:off x="6653246" y="975629"/>
              <a:ext cx="248637" cy="163678"/>
            </a:xfrm>
            <a:custGeom>
              <a:avLst/>
              <a:gdLst>
                <a:gd name="connsiteX0" fmla="*/ 424341 w 607145"/>
                <a:gd name="connsiteY0" fmla="*/ 192546 h 399683"/>
                <a:gd name="connsiteX1" fmla="*/ 374104 w 607145"/>
                <a:gd name="connsiteY1" fmla="*/ 200647 h 399683"/>
                <a:gd name="connsiteX2" fmla="*/ 369850 w 607145"/>
                <a:gd name="connsiteY2" fmla="*/ 214854 h 399683"/>
                <a:gd name="connsiteX3" fmla="*/ 384076 w 607145"/>
                <a:gd name="connsiteY3" fmla="*/ 219247 h 399683"/>
                <a:gd name="connsiteX4" fmla="*/ 400942 w 607145"/>
                <a:gd name="connsiteY4" fmla="*/ 213975 h 399683"/>
                <a:gd name="connsiteX5" fmla="*/ 498617 w 607145"/>
                <a:gd name="connsiteY5" fmla="*/ 232429 h 399683"/>
                <a:gd name="connsiteX6" fmla="*/ 539828 w 607145"/>
                <a:gd name="connsiteY6" fmla="*/ 250443 h 399683"/>
                <a:gd name="connsiteX7" fmla="*/ 544668 w 607145"/>
                <a:gd name="connsiteY7" fmla="*/ 251615 h 399683"/>
                <a:gd name="connsiteX8" fmla="*/ 554054 w 607145"/>
                <a:gd name="connsiteY8" fmla="*/ 245903 h 399683"/>
                <a:gd name="connsiteX9" fmla="*/ 549508 w 607145"/>
                <a:gd name="connsiteY9" fmla="*/ 231843 h 399683"/>
                <a:gd name="connsiteX10" fmla="*/ 424341 w 607145"/>
                <a:gd name="connsiteY10" fmla="*/ 192546 h 399683"/>
                <a:gd name="connsiteX11" fmla="*/ 179418 w 607145"/>
                <a:gd name="connsiteY11" fmla="*/ 192544 h 399683"/>
                <a:gd name="connsiteX12" fmla="*/ 54260 w 607145"/>
                <a:gd name="connsiteY12" fmla="*/ 231696 h 399683"/>
                <a:gd name="connsiteX13" fmla="*/ 49714 w 607145"/>
                <a:gd name="connsiteY13" fmla="*/ 245903 h 399683"/>
                <a:gd name="connsiteX14" fmla="*/ 59099 w 607145"/>
                <a:gd name="connsiteY14" fmla="*/ 251615 h 399683"/>
                <a:gd name="connsiteX15" fmla="*/ 63939 w 607145"/>
                <a:gd name="connsiteY15" fmla="*/ 250443 h 399683"/>
                <a:gd name="connsiteX16" fmla="*/ 105147 w 607145"/>
                <a:gd name="connsiteY16" fmla="*/ 232429 h 399683"/>
                <a:gd name="connsiteX17" fmla="*/ 202962 w 607145"/>
                <a:gd name="connsiteY17" fmla="*/ 213975 h 399683"/>
                <a:gd name="connsiteX18" fmla="*/ 219680 w 607145"/>
                <a:gd name="connsiteY18" fmla="*/ 219247 h 399683"/>
                <a:gd name="connsiteX19" fmla="*/ 233905 w 607145"/>
                <a:gd name="connsiteY19" fmla="*/ 214854 h 399683"/>
                <a:gd name="connsiteX20" fmla="*/ 229652 w 607145"/>
                <a:gd name="connsiteY20" fmla="*/ 200647 h 399683"/>
                <a:gd name="connsiteX21" fmla="*/ 179418 w 607145"/>
                <a:gd name="connsiteY21" fmla="*/ 192544 h 399683"/>
                <a:gd name="connsiteX22" fmla="*/ 424341 w 607145"/>
                <a:gd name="connsiteY22" fmla="*/ 126430 h 399683"/>
                <a:gd name="connsiteX23" fmla="*/ 374104 w 607145"/>
                <a:gd name="connsiteY23" fmla="*/ 134448 h 399683"/>
                <a:gd name="connsiteX24" fmla="*/ 369850 w 607145"/>
                <a:gd name="connsiteY24" fmla="*/ 148801 h 399683"/>
                <a:gd name="connsiteX25" fmla="*/ 384076 w 607145"/>
                <a:gd name="connsiteY25" fmla="*/ 153049 h 399683"/>
                <a:gd name="connsiteX26" fmla="*/ 400942 w 607145"/>
                <a:gd name="connsiteY26" fmla="*/ 147922 h 399683"/>
                <a:gd name="connsiteX27" fmla="*/ 498617 w 607145"/>
                <a:gd name="connsiteY27" fmla="*/ 166376 h 399683"/>
                <a:gd name="connsiteX28" fmla="*/ 539828 w 607145"/>
                <a:gd name="connsiteY28" fmla="*/ 184390 h 399683"/>
                <a:gd name="connsiteX29" fmla="*/ 544668 w 607145"/>
                <a:gd name="connsiteY29" fmla="*/ 185562 h 399683"/>
                <a:gd name="connsiteX30" fmla="*/ 554054 w 607145"/>
                <a:gd name="connsiteY30" fmla="*/ 179850 h 399683"/>
                <a:gd name="connsiteX31" fmla="*/ 549508 w 607145"/>
                <a:gd name="connsiteY31" fmla="*/ 165644 h 399683"/>
                <a:gd name="connsiteX32" fmla="*/ 424341 w 607145"/>
                <a:gd name="connsiteY32" fmla="*/ 126430 h 399683"/>
                <a:gd name="connsiteX33" fmla="*/ 179418 w 607145"/>
                <a:gd name="connsiteY33" fmla="*/ 126430 h 399683"/>
                <a:gd name="connsiteX34" fmla="*/ 54260 w 607145"/>
                <a:gd name="connsiteY34" fmla="*/ 165644 h 399683"/>
                <a:gd name="connsiteX35" fmla="*/ 49714 w 607145"/>
                <a:gd name="connsiteY35" fmla="*/ 179850 h 399683"/>
                <a:gd name="connsiteX36" fmla="*/ 59099 w 607145"/>
                <a:gd name="connsiteY36" fmla="*/ 185562 h 399683"/>
                <a:gd name="connsiteX37" fmla="*/ 63939 w 607145"/>
                <a:gd name="connsiteY37" fmla="*/ 184390 h 399683"/>
                <a:gd name="connsiteX38" fmla="*/ 105147 w 607145"/>
                <a:gd name="connsiteY38" fmla="*/ 166376 h 399683"/>
                <a:gd name="connsiteX39" fmla="*/ 202962 w 607145"/>
                <a:gd name="connsiteY39" fmla="*/ 147922 h 399683"/>
                <a:gd name="connsiteX40" fmla="*/ 219680 w 607145"/>
                <a:gd name="connsiteY40" fmla="*/ 153049 h 399683"/>
                <a:gd name="connsiteX41" fmla="*/ 233905 w 607145"/>
                <a:gd name="connsiteY41" fmla="*/ 148801 h 399683"/>
                <a:gd name="connsiteX42" fmla="*/ 229652 w 607145"/>
                <a:gd name="connsiteY42" fmla="*/ 134448 h 399683"/>
                <a:gd name="connsiteX43" fmla="*/ 179418 w 607145"/>
                <a:gd name="connsiteY43" fmla="*/ 126430 h 399683"/>
                <a:gd name="connsiteX44" fmla="*/ 424341 w 607145"/>
                <a:gd name="connsiteY44" fmla="*/ 60293 h 399683"/>
                <a:gd name="connsiteX45" fmla="*/ 374104 w 607145"/>
                <a:gd name="connsiteY45" fmla="*/ 68396 h 399683"/>
                <a:gd name="connsiteX46" fmla="*/ 369850 w 607145"/>
                <a:gd name="connsiteY46" fmla="*/ 82602 h 399683"/>
                <a:gd name="connsiteX47" fmla="*/ 384076 w 607145"/>
                <a:gd name="connsiteY47" fmla="*/ 86996 h 399683"/>
                <a:gd name="connsiteX48" fmla="*/ 400942 w 607145"/>
                <a:gd name="connsiteY48" fmla="*/ 81724 h 399683"/>
                <a:gd name="connsiteX49" fmla="*/ 498471 w 607145"/>
                <a:gd name="connsiteY49" fmla="*/ 100177 h 399683"/>
                <a:gd name="connsiteX50" fmla="*/ 539828 w 607145"/>
                <a:gd name="connsiteY50" fmla="*/ 118192 h 399683"/>
                <a:gd name="connsiteX51" fmla="*/ 544668 w 607145"/>
                <a:gd name="connsiteY51" fmla="*/ 119363 h 399683"/>
                <a:gd name="connsiteX52" fmla="*/ 554054 w 607145"/>
                <a:gd name="connsiteY52" fmla="*/ 113651 h 399683"/>
                <a:gd name="connsiteX53" fmla="*/ 549508 w 607145"/>
                <a:gd name="connsiteY53" fmla="*/ 99445 h 399683"/>
                <a:gd name="connsiteX54" fmla="*/ 424341 w 607145"/>
                <a:gd name="connsiteY54" fmla="*/ 60293 h 399683"/>
                <a:gd name="connsiteX55" fmla="*/ 179418 w 607145"/>
                <a:gd name="connsiteY55" fmla="*/ 60293 h 399683"/>
                <a:gd name="connsiteX56" fmla="*/ 54260 w 607145"/>
                <a:gd name="connsiteY56" fmla="*/ 99445 h 399683"/>
                <a:gd name="connsiteX57" fmla="*/ 49714 w 607145"/>
                <a:gd name="connsiteY57" fmla="*/ 113651 h 399683"/>
                <a:gd name="connsiteX58" fmla="*/ 59099 w 607145"/>
                <a:gd name="connsiteY58" fmla="*/ 119363 h 399683"/>
                <a:gd name="connsiteX59" fmla="*/ 63939 w 607145"/>
                <a:gd name="connsiteY59" fmla="*/ 118192 h 399683"/>
                <a:gd name="connsiteX60" fmla="*/ 105147 w 607145"/>
                <a:gd name="connsiteY60" fmla="*/ 100177 h 399683"/>
                <a:gd name="connsiteX61" fmla="*/ 202962 w 607145"/>
                <a:gd name="connsiteY61" fmla="*/ 81724 h 399683"/>
                <a:gd name="connsiteX62" fmla="*/ 219680 w 607145"/>
                <a:gd name="connsiteY62" fmla="*/ 86996 h 399683"/>
                <a:gd name="connsiteX63" fmla="*/ 233905 w 607145"/>
                <a:gd name="connsiteY63" fmla="*/ 82602 h 399683"/>
                <a:gd name="connsiteX64" fmla="*/ 229652 w 607145"/>
                <a:gd name="connsiteY64" fmla="*/ 68396 h 399683"/>
                <a:gd name="connsiteX65" fmla="*/ 179418 w 607145"/>
                <a:gd name="connsiteY65" fmla="*/ 60293 h 399683"/>
                <a:gd name="connsiteX66" fmla="*/ 402115 w 607145"/>
                <a:gd name="connsiteY66" fmla="*/ 0 h 399683"/>
                <a:gd name="connsiteX67" fmla="*/ 607145 w 607145"/>
                <a:gd name="connsiteY67" fmla="*/ 64295 h 399683"/>
                <a:gd name="connsiteX68" fmla="*/ 607145 w 607145"/>
                <a:gd name="connsiteY68" fmla="*/ 399683 h 399683"/>
                <a:gd name="connsiteX69" fmla="*/ 398449 w 607145"/>
                <a:gd name="connsiteY69" fmla="*/ 341686 h 399683"/>
                <a:gd name="connsiteX70" fmla="*/ 315000 w 607145"/>
                <a:gd name="connsiteY70" fmla="*/ 370538 h 399683"/>
                <a:gd name="connsiteX71" fmla="*/ 313240 w 607145"/>
                <a:gd name="connsiteY71" fmla="*/ 372296 h 399683"/>
                <a:gd name="connsiteX72" fmla="*/ 313240 w 607145"/>
                <a:gd name="connsiteY72" fmla="*/ 50235 h 399683"/>
                <a:gd name="connsiteX73" fmla="*/ 314560 w 607145"/>
                <a:gd name="connsiteY73" fmla="*/ 45988 h 399683"/>
                <a:gd name="connsiteX74" fmla="*/ 402115 w 607145"/>
                <a:gd name="connsiteY74" fmla="*/ 0 h 399683"/>
                <a:gd name="connsiteX75" fmla="*/ 205015 w 607145"/>
                <a:gd name="connsiteY75" fmla="*/ 0 h 399683"/>
                <a:gd name="connsiteX76" fmla="*/ 292564 w 607145"/>
                <a:gd name="connsiteY76" fmla="*/ 45988 h 399683"/>
                <a:gd name="connsiteX77" fmla="*/ 292271 w 607145"/>
                <a:gd name="connsiteY77" fmla="*/ 47013 h 399683"/>
                <a:gd name="connsiteX78" fmla="*/ 292124 w 607145"/>
                <a:gd name="connsiteY78" fmla="*/ 49064 h 399683"/>
                <a:gd name="connsiteX79" fmla="*/ 292124 w 607145"/>
                <a:gd name="connsiteY79" fmla="*/ 370538 h 399683"/>
                <a:gd name="connsiteX80" fmla="*/ 208534 w 607145"/>
                <a:gd name="connsiteY80" fmla="*/ 341686 h 399683"/>
                <a:gd name="connsiteX81" fmla="*/ 0 w 607145"/>
                <a:gd name="connsiteY81" fmla="*/ 399683 h 399683"/>
                <a:gd name="connsiteX82" fmla="*/ 0 w 607145"/>
                <a:gd name="connsiteY82" fmla="*/ 64295 h 399683"/>
                <a:gd name="connsiteX83" fmla="*/ 205015 w 607145"/>
                <a:gd name="connsiteY83" fmla="*/ 0 h 3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7145" h="399683">
                  <a:moveTo>
                    <a:pt x="424341" y="192546"/>
                  </a:moveTo>
                  <a:cubicBezTo>
                    <a:pt x="405663" y="191228"/>
                    <a:pt x="388037" y="193178"/>
                    <a:pt x="374104" y="200647"/>
                  </a:cubicBezTo>
                  <a:cubicBezTo>
                    <a:pt x="368970" y="203430"/>
                    <a:pt x="367064" y="209728"/>
                    <a:pt x="369850" y="214854"/>
                  </a:cubicBezTo>
                  <a:cubicBezTo>
                    <a:pt x="372637" y="219980"/>
                    <a:pt x="378943" y="221884"/>
                    <a:pt x="384076" y="219247"/>
                  </a:cubicBezTo>
                  <a:cubicBezTo>
                    <a:pt x="388916" y="216611"/>
                    <a:pt x="394636" y="215000"/>
                    <a:pt x="400942" y="213975"/>
                  </a:cubicBezTo>
                  <a:cubicBezTo>
                    <a:pt x="428514" y="209874"/>
                    <a:pt x="467379" y="220566"/>
                    <a:pt x="498617" y="232429"/>
                  </a:cubicBezTo>
                  <a:cubicBezTo>
                    <a:pt x="515630" y="238873"/>
                    <a:pt x="530442" y="245610"/>
                    <a:pt x="539828" y="250443"/>
                  </a:cubicBezTo>
                  <a:cubicBezTo>
                    <a:pt x="541442" y="251322"/>
                    <a:pt x="543055" y="251615"/>
                    <a:pt x="544668" y="251615"/>
                  </a:cubicBezTo>
                  <a:cubicBezTo>
                    <a:pt x="548481" y="251615"/>
                    <a:pt x="552148" y="249564"/>
                    <a:pt x="554054" y="245903"/>
                  </a:cubicBezTo>
                  <a:cubicBezTo>
                    <a:pt x="556694" y="240777"/>
                    <a:pt x="554641" y="234479"/>
                    <a:pt x="549508" y="231843"/>
                  </a:cubicBezTo>
                  <a:cubicBezTo>
                    <a:pt x="545878" y="229866"/>
                    <a:pt x="480376" y="196501"/>
                    <a:pt x="424341" y="192546"/>
                  </a:cubicBezTo>
                  <a:close/>
                  <a:moveTo>
                    <a:pt x="179418" y="192544"/>
                  </a:moveTo>
                  <a:cubicBezTo>
                    <a:pt x="123386" y="196492"/>
                    <a:pt x="57889" y="229829"/>
                    <a:pt x="54260" y="231696"/>
                  </a:cubicBezTo>
                  <a:cubicBezTo>
                    <a:pt x="49127" y="234479"/>
                    <a:pt x="47074" y="240777"/>
                    <a:pt x="49714" y="245903"/>
                  </a:cubicBezTo>
                  <a:cubicBezTo>
                    <a:pt x="51620" y="249564"/>
                    <a:pt x="55287" y="251615"/>
                    <a:pt x="59099" y="251615"/>
                  </a:cubicBezTo>
                  <a:cubicBezTo>
                    <a:pt x="60713" y="251615"/>
                    <a:pt x="62472" y="251322"/>
                    <a:pt x="63939" y="250443"/>
                  </a:cubicBezTo>
                  <a:cubicBezTo>
                    <a:pt x="73324" y="245610"/>
                    <a:pt x="88136" y="238873"/>
                    <a:pt x="105147" y="232429"/>
                  </a:cubicBezTo>
                  <a:cubicBezTo>
                    <a:pt x="136383" y="220566"/>
                    <a:pt x="175245" y="209874"/>
                    <a:pt x="202962" y="213975"/>
                  </a:cubicBezTo>
                  <a:cubicBezTo>
                    <a:pt x="209121" y="215000"/>
                    <a:pt x="214840" y="216611"/>
                    <a:pt x="219680" y="219247"/>
                  </a:cubicBezTo>
                  <a:cubicBezTo>
                    <a:pt x="224812" y="221884"/>
                    <a:pt x="231118" y="219980"/>
                    <a:pt x="233905" y="214854"/>
                  </a:cubicBezTo>
                  <a:cubicBezTo>
                    <a:pt x="236691" y="209728"/>
                    <a:pt x="234784" y="203430"/>
                    <a:pt x="229652" y="200647"/>
                  </a:cubicBezTo>
                  <a:cubicBezTo>
                    <a:pt x="215720" y="193178"/>
                    <a:pt x="198095" y="191228"/>
                    <a:pt x="179418" y="192544"/>
                  </a:cubicBezTo>
                  <a:close/>
                  <a:moveTo>
                    <a:pt x="424341" y="126430"/>
                  </a:moveTo>
                  <a:cubicBezTo>
                    <a:pt x="405663" y="125093"/>
                    <a:pt x="388037" y="127016"/>
                    <a:pt x="374104" y="134448"/>
                  </a:cubicBezTo>
                  <a:cubicBezTo>
                    <a:pt x="368970" y="137231"/>
                    <a:pt x="367064" y="143675"/>
                    <a:pt x="369850" y="148801"/>
                  </a:cubicBezTo>
                  <a:cubicBezTo>
                    <a:pt x="372637" y="153927"/>
                    <a:pt x="378943" y="155831"/>
                    <a:pt x="384076" y="153049"/>
                  </a:cubicBezTo>
                  <a:cubicBezTo>
                    <a:pt x="388916" y="150559"/>
                    <a:pt x="394636" y="148801"/>
                    <a:pt x="400942" y="147922"/>
                  </a:cubicBezTo>
                  <a:cubicBezTo>
                    <a:pt x="428514" y="143822"/>
                    <a:pt x="467379" y="154513"/>
                    <a:pt x="498617" y="166376"/>
                  </a:cubicBezTo>
                  <a:cubicBezTo>
                    <a:pt x="515630" y="172820"/>
                    <a:pt x="530442" y="179557"/>
                    <a:pt x="539828" y="184390"/>
                  </a:cubicBezTo>
                  <a:cubicBezTo>
                    <a:pt x="541442" y="185123"/>
                    <a:pt x="543055" y="185562"/>
                    <a:pt x="544668" y="185562"/>
                  </a:cubicBezTo>
                  <a:cubicBezTo>
                    <a:pt x="548481" y="185562"/>
                    <a:pt x="552148" y="183512"/>
                    <a:pt x="554054" y="179850"/>
                  </a:cubicBezTo>
                  <a:cubicBezTo>
                    <a:pt x="556694" y="174724"/>
                    <a:pt x="554641" y="168280"/>
                    <a:pt x="549508" y="165644"/>
                  </a:cubicBezTo>
                  <a:cubicBezTo>
                    <a:pt x="545878" y="163777"/>
                    <a:pt x="480376" y="130439"/>
                    <a:pt x="424341" y="126430"/>
                  </a:cubicBezTo>
                  <a:close/>
                  <a:moveTo>
                    <a:pt x="179418" y="126430"/>
                  </a:moveTo>
                  <a:cubicBezTo>
                    <a:pt x="123386" y="130439"/>
                    <a:pt x="57889" y="163777"/>
                    <a:pt x="54260" y="165644"/>
                  </a:cubicBezTo>
                  <a:cubicBezTo>
                    <a:pt x="49127" y="168280"/>
                    <a:pt x="47074" y="174724"/>
                    <a:pt x="49714" y="179850"/>
                  </a:cubicBezTo>
                  <a:cubicBezTo>
                    <a:pt x="51620" y="183512"/>
                    <a:pt x="55287" y="185562"/>
                    <a:pt x="59099" y="185562"/>
                  </a:cubicBezTo>
                  <a:cubicBezTo>
                    <a:pt x="60713" y="185562"/>
                    <a:pt x="62472" y="185123"/>
                    <a:pt x="63939" y="184390"/>
                  </a:cubicBezTo>
                  <a:cubicBezTo>
                    <a:pt x="73324" y="179557"/>
                    <a:pt x="88136" y="172820"/>
                    <a:pt x="105147" y="166376"/>
                  </a:cubicBezTo>
                  <a:cubicBezTo>
                    <a:pt x="136383" y="154513"/>
                    <a:pt x="175245" y="143675"/>
                    <a:pt x="202962" y="147922"/>
                  </a:cubicBezTo>
                  <a:cubicBezTo>
                    <a:pt x="209121" y="148801"/>
                    <a:pt x="214840" y="150412"/>
                    <a:pt x="219680" y="153049"/>
                  </a:cubicBezTo>
                  <a:cubicBezTo>
                    <a:pt x="224812" y="155831"/>
                    <a:pt x="231265" y="153927"/>
                    <a:pt x="233905" y="148801"/>
                  </a:cubicBezTo>
                  <a:cubicBezTo>
                    <a:pt x="236691" y="143675"/>
                    <a:pt x="234784" y="137231"/>
                    <a:pt x="229652" y="134448"/>
                  </a:cubicBezTo>
                  <a:cubicBezTo>
                    <a:pt x="215720" y="127016"/>
                    <a:pt x="198095" y="125093"/>
                    <a:pt x="179418" y="126430"/>
                  </a:cubicBezTo>
                  <a:close/>
                  <a:moveTo>
                    <a:pt x="424341" y="60293"/>
                  </a:moveTo>
                  <a:cubicBezTo>
                    <a:pt x="405663" y="58977"/>
                    <a:pt x="388037" y="60927"/>
                    <a:pt x="374104" y="68396"/>
                  </a:cubicBezTo>
                  <a:cubicBezTo>
                    <a:pt x="368970" y="71179"/>
                    <a:pt x="367064" y="77476"/>
                    <a:pt x="369850" y="82602"/>
                  </a:cubicBezTo>
                  <a:cubicBezTo>
                    <a:pt x="372637" y="87728"/>
                    <a:pt x="378943" y="89632"/>
                    <a:pt x="384076" y="86996"/>
                  </a:cubicBezTo>
                  <a:cubicBezTo>
                    <a:pt x="388916" y="84360"/>
                    <a:pt x="394636" y="82749"/>
                    <a:pt x="400942" y="81724"/>
                  </a:cubicBezTo>
                  <a:cubicBezTo>
                    <a:pt x="428514" y="77623"/>
                    <a:pt x="467379" y="88314"/>
                    <a:pt x="498471" y="100177"/>
                  </a:cubicBezTo>
                  <a:cubicBezTo>
                    <a:pt x="515630" y="106621"/>
                    <a:pt x="530442" y="113358"/>
                    <a:pt x="539828" y="118192"/>
                  </a:cubicBezTo>
                  <a:cubicBezTo>
                    <a:pt x="541442" y="119070"/>
                    <a:pt x="543055" y="119363"/>
                    <a:pt x="544668" y="119363"/>
                  </a:cubicBezTo>
                  <a:cubicBezTo>
                    <a:pt x="548481" y="119363"/>
                    <a:pt x="552148" y="117313"/>
                    <a:pt x="554054" y="113651"/>
                  </a:cubicBezTo>
                  <a:cubicBezTo>
                    <a:pt x="556694" y="108525"/>
                    <a:pt x="554641" y="102228"/>
                    <a:pt x="549508" y="99445"/>
                  </a:cubicBezTo>
                  <a:cubicBezTo>
                    <a:pt x="545878" y="97578"/>
                    <a:pt x="480376" y="64240"/>
                    <a:pt x="424341" y="60293"/>
                  </a:cubicBezTo>
                  <a:close/>
                  <a:moveTo>
                    <a:pt x="179418" y="60293"/>
                  </a:moveTo>
                  <a:cubicBezTo>
                    <a:pt x="123386" y="64240"/>
                    <a:pt x="57889" y="97578"/>
                    <a:pt x="54260" y="99445"/>
                  </a:cubicBezTo>
                  <a:cubicBezTo>
                    <a:pt x="49127" y="102228"/>
                    <a:pt x="47074" y="108525"/>
                    <a:pt x="49714" y="113651"/>
                  </a:cubicBezTo>
                  <a:cubicBezTo>
                    <a:pt x="51620" y="117313"/>
                    <a:pt x="55287" y="119363"/>
                    <a:pt x="59099" y="119363"/>
                  </a:cubicBezTo>
                  <a:cubicBezTo>
                    <a:pt x="60713" y="119363"/>
                    <a:pt x="62472" y="119070"/>
                    <a:pt x="63939" y="118192"/>
                  </a:cubicBezTo>
                  <a:cubicBezTo>
                    <a:pt x="73324" y="113358"/>
                    <a:pt x="88136" y="106621"/>
                    <a:pt x="105147" y="100177"/>
                  </a:cubicBezTo>
                  <a:cubicBezTo>
                    <a:pt x="136383" y="88314"/>
                    <a:pt x="175245" y="77623"/>
                    <a:pt x="202962" y="81724"/>
                  </a:cubicBezTo>
                  <a:cubicBezTo>
                    <a:pt x="209121" y="82749"/>
                    <a:pt x="214840" y="84360"/>
                    <a:pt x="219680" y="86996"/>
                  </a:cubicBezTo>
                  <a:cubicBezTo>
                    <a:pt x="224812" y="89632"/>
                    <a:pt x="231265" y="87728"/>
                    <a:pt x="233905" y="82602"/>
                  </a:cubicBezTo>
                  <a:cubicBezTo>
                    <a:pt x="236691" y="77476"/>
                    <a:pt x="234784" y="71179"/>
                    <a:pt x="229652" y="68396"/>
                  </a:cubicBezTo>
                  <a:cubicBezTo>
                    <a:pt x="215720" y="60927"/>
                    <a:pt x="198095" y="58977"/>
                    <a:pt x="179418" y="60293"/>
                  </a:cubicBezTo>
                  <a:close/>
                  <a:moveTo>
                    <a:pt x="402115" y="0"/>
                  </a:moveTo>
                  <a:cubicBezTo>
                    <a:pt x="454179" y="0"/>
                    <a:pt x="523109" y="21676"/>
                    <a:pt x="607145" y="64295"/>
                  </a:cubicBezTo>
                  <a:lnTo>
                    <a:pt x="607145" y="399683"/>
                  </a:lnTo>
                  <a:cubicBezTo>
                    <a:pt x="570187" y="382548"/>
                    <a:pt x="474858" y="341686"/>
                    <a:pt x="398449" y="341686"/>
                  </a:cubicBezTo>
                  <a:cubicBezTo>
                    <a:pt x="356944" y="341686"/>
                    <a:pt x="331132" y="353988"/>
                    <a:pt x="315000" y="370538"/>
                  </a:cubicBezTo>
                  <a:cubicBezTo>
                    <a:pt x="314413" y="371124"/>
                    <a:pt x="313827" y="371710"/>
                    <a:pt x="313240" y="372296"/>
                  </a:cubicBezTo>
                  <a:lnTo>
                    <a:pt x="313240" y="50235"/>
                  </a:lnTo>
                  <a:cubicBezTo>
                    <a:pt x="313387" y="49356"/>
                    <a:pt x="313827" y="47892"/>
                    <a:pt x="314560" y="45988"/>
                  </a:cubicBezTo>
                  <a:cubicBezTo>
                    <a:pt x="319400" y="33100"/>
                    <a:pt x="338319" y="0"/>
                    <a:pt x="402115" y="0"/>
                  </a:cubicBezTo>
                  <a:close/>
                  <a:moveTo>
                    <a:pt x="205015" y="0"/>
                  </a:moveTo>
                  <a:cubicBezTo>
                    <a:pt x="268954" y="0"/>
                    <a:pt x="287725" y="33246"/>
                    <a:pt x="292564" y="45988"/>
                  </a:cubicBezTo>
                  <a:cubicBezTo>
                    <a:pt x="292417" y="46574"/>
                    <a:pt x="292271" y="47013"/>
                    <a:pt x="292271" y="47013"/>
                  </a:cubicBezTo>
                  <a:cubicBezTo>
                    <a:pt x="292124" y="47745"/>
                    <a:pt x="292124" y="48331"/>
                    <a:pt x="292124" y="49064"/>
                  </a:cubicBezTo>
                  <a:lnTo>
                    <a:pt x="292124" y="370538"/>
                  </a:lnTo>
                  <a:cubicBezTo>
                    <a:pt x="275993" y="353988"/>
                    <a:pt x="250183" y="341686"/>
                    <a:pt x="208534" y="341686"/>
                  </a:cubicBezTo>
                  <a:cubicBezTo>
                    <a:pt x="132277" y="341686"/>
                    <a:pt x="36809" y="382548"/>
                    <a:pt x="0" y="399683"/>
                  </a:cubicBezTo>
                  <a:lnTo>
                    <a:pt x="0" y="64295"/>
                  </a:lnTo>
                  <a:cubicBezTo>
                    <a:pt x="84030" y="21676"/>
                    <a:pt x="152955" y="0"/>
                    <a:pt x="205015"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grpSp>
      <p:cxnSp>
        <p:nvCxnSpPr>
          <p:cNvPr id="85" name="直接连接符 84"/>
          <p:cNvCxnSpPr/>
          <p:nvPr/>
        </p:nvCxnSpPr>
        <p:spPr>
          <a:xfrm>
            <a:off x="6823968" y="1383938"/>
            <a:ext cx="379800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a:off x="7068620" y="2511772"/>
            <a:ext cx="379800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7206183" y="3723243"/>
            <a:ext cx="3798745"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V="1">
            <a:off x="6699282" y="6112870"/>
            <a:ext cx="379800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V="1">
            <a:off x="7003066" y="4848827"/>
            <a:ext cx="379800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91" name="组合 90"/>
          <p:cNvGrpSpPr/>
          <p:nvPr/>
        </p:nvGrpSpPr>
        <p:grpSpPr>
          <a:xfrm>
            <a:off x="6880535" y="771283"/>
            <a:ext cx="817163" cy="732782"/>
            <a:chOff x="7575067" y="723491"/>
            <a:chExt cx="817163" cy="732782"/>
          </a:xfrm>
        </p:grpSpPr>
        <p:sp>
          <p:nvSpPr>
            <p:cNvPr id="92" name="文本框 91"/>
            <p:cNvSpPr txBox="1"/>
            <p:nvPr/>
          </p:nvSpPr>
          <p:spPr>
            <a:xfrm>
              <a:off x="7575067" y="748387"/>
              <a:ext cx="78739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rPr>
                <a:t>01</a:t>
              </a:r>
              <a:endParaRPr kumimoji="0" lang="zh-CN" altLang="en-US"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endParaRPr>
            </a:p>
          </p:txBody>
        </p:sp>
        <p:sp>
          <p:nvSpPr>
            <p:cNvPr id="93" name="文本框 92"/>
            <p:cNvSpPr txBox="1"/>
            <p:nvPr/>
          </p:nvSpPr>
          <p:spPr>
            <a:xfrm>
              <a:off x="7592006" y="723491"/>
              <a:ext cx="800224" cy="707886"/>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rPr>
                <a:t>01</a:t>
              </a:r>
              <a:endParaRPr kumimoji="0" lang="zh-CN" altLang="en-US"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endParaRPr>
            </a:p>
          </p:txBody>
        </p:sp>
      </p:grpSp>
      <p:grpSp>
        <p:nvGrpSpPr>
          <p:cNvPr id="94" name="组合 93"/>
          <p:cNvGrpSpPr/>
          <p:nvPr/>
        </p:nvGrpSpPr>
        <p:grpSpPr>
          <a:xfrm>
            <a:off x="7163048" y="1883379"/>
            <a:ext cx="817163" cy="732782"/>
            <a:chOff x="7857580" y="1668314"/>
            <a:chExt cx="817163" cy="732782"/>
          </a:xfrm>
        </p:grpSpPr>
        <p:sp>
          <p:nvSpPr>
            <p:cNvPr id="95" name="文本框 94"/>
            <p:cNvSpPr txBox="1"/>
            <p:nvPr/>
          </p:nvSpPr>
          <p:spPr>
            <a:xfrm>
              <a:off x="7857580" y="1693210"/>
              <a:ext cx="78739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rPr>
                <a:t>02</a:t>
              </a:r>
              <a:endParaRPr kumimoji="0" lang="zh-CN" altLang="en-US"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endParaRPr>
            </a:p>
          </p:txBody>
        </p:sp>
        <p:sp>
          <p:nvSpPr>
            <p:cNvPr id="96" name="文本框 95"/>
            <p:cNvSpPr txBox="1"/>
            <p:nvPr/>
          </p:nvSpPr>
          <p:spPr>
            <a:xfrm>
              <a:off x="7874519" y="1668314"/>
              <a:ext cx="800224" cy="707886"/>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rPr>
                <a:t>02</a:t>
              </a:r>
              <a:endParaRPr kumimoji="0" lang="zh-CN" altLang="en-US"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endParaRPr>
            </a:p>
          </p:txBody>
        </p:sp>
      </p:grpSp>
      <p:grpSp>
        <p:nvGrpSpPr>
          <p:cNvPr id="97" name="组合 96"/>
          <p:cNvGrpSpPr/>
          <p:nvPr/>
        </p:nvGrpSpPr>
        <p:grpSpPr>
          <a:xfrm>
            <a:off x="7349460" y="3107338"/>
            <a:ext cx="817163" cy="732782"/>
            <a:chOff x="8043992" y="2617467"/>
            <a:chExt cx="817163" cy="732782"/>
          </a:xfrm>
        </p:grpSpPr>
        <p:sp>
          <p:nvSpPr>
            <p:cNvPr id="98" name="文本框 97"/>
            <p:cNvSpPr txBox="1"/>
            <p:nvPr/>
          </p:nvSpPr>
          <p:spPr>
            <a:xfrm>
              <a:off x="8043992" y="2642363"/>
              <a:ext cx="78739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rPr>
                <a:t>03</a:t>
              </a:r>
              <a:endParaRPr kumimoji="0" lang="zh-CN" altLang="en-US"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endParaRPr>
            </a:p>
          </p:txBody>
        </p:sp>
        <p:sp>
          <p:nvSpPr>
            <p:cNvPr id="99" name="文本框 98"/>
            <p:cNvSpPr txBox="1"/>
            <p:nvPr/>
          </p:nvSpPr>
          <p:spPr>
            <a:xfrm>
              <a:off x="8060931" y="2617467"/>
              <a:ext cx="800224" cy="707886"/>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rPr>
                <a:t>03</a:t>
              </a:r>
              <a:endParaRPr kumimoji="0" lang="zh-CN" altLang="en-US"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endParaRPr>
            </a:p>
          </p:txBody>
        </p:sp>
      </p:grpSp>
      <p:grpSp>
        <p:nvGrpSpPr>
          <p:cNvPr id="100" name="组合 99"/>
          <p:cNvGrpSpPr/>
          <p:nvPr/>
        </p:nvGrpSpPr>
        <p:grpSpPr>
          <a:xfrm>
            <a:off x="7146343" y="4231511"/>
            <a:ext cx="817163" cy="732782"/>
            <a:chOff x="8043992" y="3562419"/>
            <a:chExt cx="817163" cy="732782"/>
          </a:xfrm>
        </p:grpSpPr>
        <p:sp>
          <p:nvSpPr>
            <p:cNvPr id="101" name="文本框 100"/>
            <p:cNvSpPr txBox="1"/>
            <p:nvPr/>
          </p:nvSpPr>
          <p:spPr>
            <a:xfrm>
              <a:off x="8043992" y="3587315"/>
              <a:ext cx="78739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rPr>
                <a:t>04</a:t>
              </a:r>
              <a:endParaRPr kumimoji="0" lang="zh-CN" altLang="en-US"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endParaRPr>
            </a:p>
          </p:txBody>
        </p:sp>
        <p:sp>
          <p:nvSpPr>
            <p:cNvPr id="102" name="文本框 101"/>
            <p:cNvSpPr txBox="1"/>
            <p:nvPr/>
          </p:nvSpPr>
          <p:spPr>
            <a:xfrm>
              <a:off x="8060931" y="3562419"/>
              <a:ext cx="800224" cy="707886"/>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rPr>
                <a:t>04</a:t>
              </a:r>
              <a:endParaRPr kumimoji="0" lang="zh-CN" altLang="en-US"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endParaRPr>
            </a:p>
          </p:txBody>
        </p:sp>
      </p:grpSp>
      <p:grpSp>
        <p:nvGrpSpPr>
          <p:cNvPr id="103" name="组合 102"/>
          <p:cNvGrpSpPr/>
          <p:nvPr/>
        </p:nvGrpSpPr>
        <p:grpSpPr>
          <a:xfrm>
            <a:off x="6803955" y="5456763"/>
            <a:ext cx="849800" cy="707925"/>
            <a:chOff x="7857580" y="4532214"/>
            <a:chExt cx="849800" cy="707925"/>
          </a:xfrm>
        </p:grpSpPr>
        <p:sp>
          <p:nvSpPr>
            <p:cNvPr id="104" name="文本框 103"/>
            <p:cNvSpPr txBox="1"/>
            <p:nvPr/>
          </p:nvSpPr>
          <p:spPr>
            <a:xfrm>
              <a:off x="7857580" y="4532214"/>
              <a:ext cx="78739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rPr>
                <a:t>05</a:t>
              </a:r>
              <a:endParaRPr kumimoji="0" lang="zh-CN" altLang="en-US"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endParaRPr>
            </a:p>
          </p:txBody>
        </p:sp>
        <p:sp>
          <p:nvSpPr>
            <p:cNvPr id="105" name="文本框 104"/>
            <p:cNvSpPr txBox="1"/>
            <p:nvPr/>
          </p:nvSpPr>
          <p:spPr>
            <a:xfrm>
              <a:off x="7907156" y="4532253"/>
              <a:ext cx="800224" cy="707886"/>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rPr>
                <a:t>05</a:t>
              </a:r>
              <a:endParaRPr kumimoji="0" lang="zh-CN" altLang="en-US"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endParaRP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190501" y="4189677"/>
            <a:ext cx="5368944" cy="725488"/>
          </a:xfrm>
        </p:spPr>
        <p:txBody>
          <a:bodyPr/>
          <a:lstStyle/>
          <a:p>
            <a:r>
              <a:rPr lang="zh-CN" altLang="en-US" dirty="0">
                <a:ea typeface="+mn-ea"/>
                <a:cs typeface="+mn-ea"/>
              </a:rPr>
              <a:t>选题背景及意义</a:t>
            </a:r>
            <a:endParaRPr lang="zh-CN" altLang="en-US" dirty="0">
              <a:ea typeface="+mn-ea"/>
              <a:cs typeface="+mn-ea"/>
            </a:endParaRPr>
          </a:p>
        </p:txBody>
      </p:sp>
      <p:sp>
        <p:nvSpPr>
          <p:cNvPr id="8" name="文本占位符 7"/>
          <p:cNvSpPr>
            <a:spLocks noGrp="1"/>
          </p:cNvSpPr>
          <p:nvPr>
            <p:ph type="body" sz="quarter" idx="11"/>
          </p:nvPr>
        </p:nvSpPr>
        <p:spPr>
          <a:xfrm>
            <a:off x="-190501" y="4857350"/>
            <a:ext cx="5368944" cy="424732"/>
          </a:xfrm>
        </p:spPr>
        <p:txBody>
          <a:bodyPr/>
          <a:lstStyle/>
          <a:p>
            <a:r>
              <a:rPr lang="en-US" altLang="zh-CN" spc="500" dirty="0">
                <a:solidFill>
                  <a:prstClr val="white">
                    <a:lumMod val="75000"/>
                  </a:prstClr>
                </a:solidFill>
                <a:cs typeface="+mn-ea"/>
              </a:rPr>
              <a:t>Paper Background</a:t>
            </a:r>
            <a:endParaRPr lang="en-US" altLang="zh-CN" spc="500" dirty="0">
              <a:solidFill>
                <a:prstClr val="white">
                  <a:lumMod val="75000"/>
                </a:prstClr>
              </a:solidFill>
              <a:cs typeface="+mn-ea"/>
            </a:endParaRPr>
          </a:p>
        </p:txBody>
      </p:sp>
      <p:sp>
        <p:nvSpPr>
          <p:cNvPr id="3" name="日期占位符 2"/>
          <p:cNvSpPr>
            <a:spLocks noGrp="1"/>
          </p:cNvSpPr>
          <p:nvPr>
            <p:ph type="dt" sz="half" idx="12"/>
          </p:nvPr>
        </p:nvSpPr>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pic>
        <p:nvPicPr>
          <p:cNvPr id="9" name="图片 8"/>
          <p:cNvPicPr>
            <a:picLocks noChangeAspect="1"/>
          </p:cNvPicPr>
          <p:nvPr/>
        </p:nvPicPr>
        <p:blipFill>
          <a:blip r:embed="rId1"/>
          <a:srcRect l="22592" t="13433" r="22592" b="26261"/>
          <a:stretch>
            <a:fillRect/>
          </a:stretch>
        </p:blipFill>
        <p:spPr>
          <a:xfrm>
            <a:off x="904820" y="1342785"/>
            <a:ext cx="2977628" cy="3209636"/>
          </a:xfrm>
          <a:custGeom>
            <a:avLst/>
            <a:gdLst>
              <a:gd name="connsiteX0" fmla="*/ 0 w 2977628"/>
              <a:gd name="connsiteY0" fmla="*/ 0 h 3209636"/>
              <a:gd name="connsiteX1" fmla="*/ 2977628 w 2977628"/>
              <a:gd name="connsiteY1" fmla="*/ 0 h 3209636"/>
              <a:gd name="connsiteX2" fmla="*/ 2977628 w 2977628"/>
              <a:gd name="connsiteY2" fmla="*/ 3209636 h 3209636"/>
              <a:gd name="connsiteX3" fmla="*/ 0 w 2977628"/>
              <a:gd name="connsiteY3" fmla="*/ 3209636 h 3209636"/>
            </a:gdLst>
            <a:ahLst/>
            <a:cxnLst>
              <a:cxn ang="0">
                <a:pos x="connsiteX0" y="connsiteY0"/>
              </a:cxn>
              <a:cxn ang="0">
                <a:pos x="connsiteX1" y="connsiteY1"/>
              </a:cxn>
              <a:cxn ang="0">
                <a:pos x="connsiteX2" y="connsiteY2"/>
              </a:cxn>
              <a:cxn ang="0">
                <a:pos x="connsiteX3" y="connsiteY3"/>
              </a:cxn>
            </a:cxnLst>
            <a:rect l="l" t="t" r="r" b="b"/>
            <a:pathLst>
              <a:path w="2977628" h="3209636">
                <a:moveTo>
                  <a:pt x="0" y="0"/>
                </a:moveTo>
                <a:lnTo>
                  <a:pt x="2977628" y="0"/>
                </a:lnTo>
                <a:lnTo>
                  <a:pt x="2977628" y="3209636"/>
                </a:lnTo>
                <a:lnTo>
                  <a:pt x="0" y="3209636"/>
                </a:lnTo>
                <a:close/>
              </a:path>
            </a:pathLst>
          </a:cu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9"/>
          <p:cNvSpPr>
            <a:spLocks noGrp="1"/>
          </p:cNvSpPr>
          <p:nvPr>
            <p:ph type="dt" sz="half" idx="26"/>
          </p:nvPr>
        </p:nvSpPr>
        <p:spPr/>
        <p:txBody>
          <a:bodyPr/>
          <a:lstStyle/>
          <a:p>
            <a:r>
              <a:rPr lang="zh-CN" altLang="en-US" i="1" spc="300" dirty="0">
                <a:solidFill>
                  <a:schemeClr val="accent1"/>
                </a:solidFill>
                <a:latin typeface="+mn-ea"/>
              </a:rPr>
              <a:t>止于至善</a:t>
            </a:r>
            <a:endParaRPr lang="zh-CN" altLang="en-US" spc="300" dirty="0">
              <a:solidFill>
                <a:schemeClr val="bg1">
                  <a:lumMod val="75000"/>
                </a:schemeClr>
              </a:solidFill>
            </a:endParaRPr>
          </a:p>
        </p:txBody>
      </p:sp>
      <p:sp>
        <p:nvSpPr>
          <p:cNvPr id="11" name="灯片编号占位符 10"/>
          <p:cNvSpPr>
            <a:spLocks noGrp="1"/>
          </p:cNvSpPr>
          <p:nvPr>
            <p:ph type="sldNum" sz="quarter" idx="28"/>
          </p:nvPr>
        </p:nvSpPr>
        <p:spPr/>
        <p:txBody>
          <a:bodyPr/>
          <a:lstStyle/>
          <a:p>
            <a:fld id="{C79ECAFE-A460-4E13-ABCB-32CAE6136244}" type="slidenum">
              <a:rPr lang="zh-CN" altLang="en-US" smtClean="0"/>
            </a:fld>
            <a:endParaRPr lang="zh-CN" altLang="en-US" dirty="0"/>
          </a:p>
        </p:txBody>
      </p:sp>
      <p:sp>
        <p:nvSpPr>
          <p:cNvPr id="13" name="文本框 12"/>
          <p:cNvSpPr txBox="1"/>
          <p:nvPr userDrawn="1"/>
        </p:nvSpPr>
        <p:spPr>
          <a:xfrm>
            <a:off x="7325719" y="1193571"/>
            <a:ext cx="4002662" cy="1547810"/>
          </a:xfrm>
          <a:prstGeom prst="rect">
            <a:avLst/>
          </a:prstGeom>
        </p:spPr>
        <p:txBody>
          <a:bodyPr wrap="square" rtlCol="0">
            <a:noAutofit/>
          </a:bodyPr>
          <a:p>
            <a:pPr algn="l"/>
            <a:endParaRPr lang="en-US" altLang="zh-CN">
              <a:solidFill>
                <a:srgbClr val="FFFFFF"/>
              </a:solidFill>
              <a:highlight>
                <a:srgbClr val="000000"/>
              </a:highlight>
            </a:endParaRPr>
          </a:p>
          <a:p>
            <a:pPr algn="l"/>
            <a:r>
              <a:rPr lang="zh-CN" altLang="en-US">
                <a:solidFill>
                  <a:srgbClr val="000000"/>
                </a:solidFill>
              </a:rPr>
              <a:t>我国是农业和人口大国，农产品的生产与销售事关国民生存。</a:t>
            </a:r>
            <a:endParaRPr lang="zh-CN" altLang="en-US">
              <a:solidFill>
                <a:srgbClr val="000000"/>
              </a:solidFill>
            </a:endParaRPr>
          </a:p>
          <a:p>
            <a:pPr algn="l"/>
            <a:r>
              <a:rPr lang="zh-CN" altLang="en-US">
                <a:solidFill>
                  <a:srgbClr val="000000"/>
                </a:solidFill>
              </a:rPr>
              <a:t>农产品市场信息的真实性和实时性对从业者决策至关重要。</a:t>
            </a:r>
            <a:endParaRPr lang="zh-CN" altLang="en-US">
              <a:solidFill>
                <a:srgbClr val="000000"/>
              </a:solidFill>
            </a:endParaRPr>
          </a:p>
        </p:txBody>
      </p:sp>
      <p:sp>
        <p:nvSpPr>
          <p:cNvPr id="34" name="文本框 33"/>
          <p:cNvSpPr txBox="1"/>
          <p:nvPr userDrawn="1"/>
        </p:nvSpPr>
        <p:spPr>
          <a:xfrm>
            <a:off x="7325719" y="3063979"/>
            <a:ext cx="4193175" cy="2838007"/>
          </a:xfrm>
          <a:prstGeom prst="rect">
            <a:avLst/>
          </a:prstGeom>
        </p:spPr>
        <p:txBody>
          <a:bodyPr wrap="square" rtlCol="0">
            <a:noAutofit/>
          </a:bodyPr>
          <a:p>
            <a:pPr algn="l"/>
            <a:r>
              <a:rPr lang="zh-CN" altLang="en-US">
                <a:solidFill>
                  <a:srgbClr val="000000"/>
                </a:solidFill>
              </a:rPr>
              <a:t>市场上现有的农产品大数据平台存在以下问题：</a:t>
            </a:r>
            <a:endParaRPr lang="zh-CN" altLang="en-US">
              <a:solidFill>
                <a:srgbClr val="000000"/>
              </a:solidFill>
            </a:endParaRPr>
          </a:p>
          <a:p>
            <a:pPr algn="l"/>
            <a:r>
              <a:rPr lang="zh-CN" altLang="en-US">
                <a:solidFill>
                  <a:srgbClr val="000000"/>
                </a:solidFill>
              </a:rPr>
              <a:t>数据种类单一：缺乏全面覆盖粮油、蔬果、畜产品、水产品等品类。</a:t>
            </a:r>
            <a:endParaRPr lang="zh-CN" altLang="en-US">
              <a:solidFill>
                <a:srgbClr val="000000"/>
              </a:solidFill>
            </a:endParaRPr>
          </a:p>
          <a:p>
            <a:pPr algn="l"/>
            <a:r>
              <a:rPr lang="zh-CN" altLang="en-US">
                <a:solidFill>
                  <a:srgbClr val="000000"/>
                </a:solidFill>
              </a:rPr>
              <a:t>数据滞后：价格更新不及时，真实性不足。</a:t>
            </a:r>
            <a:endParaRPr lang="zh-CN" altLang="en-US">
              <a:solidFill>
                <a:srgbClr val="000000"/>
              </a:solidFill>
            </a:endParaRPr>
          </a:p>
          <a:p>
            <a:pPr algn="l"/>
            <a:r>
              <a:rPr lang="zh-CN" altLang="en-US">
                <a:solidFill>
                  <a:srgbClr val="000000"/>
                </a:solidFill>
              </a:rPr>
              <a:t>用户体验差：数据展示不直观，缺乏精准分析功能。</a:t>
            </a:r>
            <a:endParaRPr lang="zh-CN" altLang="en-US">
              <a:solidFill>
                <a:srgbClr val="000000"/>
              </a:solidFill>
            </a:endParaRPr>
          </a:p>
          <a:p>
            <a:pPr algn="l"/>
            <a:r>
              <a:rPr lang="zh-CN" altLang="en-US">
                <a:solidFill>
                  <a:srgbClr val="000000"/>
                </a:solidFill>
              </a:rPr>
              <a:t>成本高昂：部分平台收费过高，限制了小型从业者使用。</a:t>
            </a:r>
            <a:endParaRPr lang="zh-CN" altLang="en-US">
              <a:solidFill>
                <a:srgbClr val="000000"/>
              </a:solidFill>
            </a:endParaRPr>
          </a:p>
        </p:txBody>
      </p:sp>
      <p:pic>
        <p:nvPicPr>
          <p:cNvPr id="41" name="图片 40" descr="upload_post_object_v2_2533426992"/>
          <p:cNvPicPr>
            <a:picLocks noChangeAspect="1"/>
          </p:cNvPicPr>
          <p:nvPr/>
        </p:nvPicPr>
        <p:blipFill>
          <a:blip r:embed="rId1"/>
          <a:stretch>
            <a:fillRect/>
          </a:stretch>
        </p:blipFill>
        <p:spPr>
          <a:xfrm>
            <a:off x="1351810" y="1481904"/>
            <a:ext cx="5427496" cy="4343967"/>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r>
              <a:rPr lang="zh-CN" altLang="en-US" dirty="0"/>
              <a:t>系统需求</a:t>
            </a:r>
            <a:endParaRPr lang="zh-CN" altLang="en-US" dirty="0"/>
          </a:p>
        </p:txBody>
      </p:sp>
      <p:sp>
        <p:nvSpPr>
          <p:cNvPr id="6" name="文本占位符 5"/>
          <p:cNvSpPr>
            <a:spLocks noGrp="1"/>
          </p:cNvSpPr>
          <p:nvPr>
            <p:ph type="body" sz="quarter" idx="11"/>
          </p:nvPr>
        </p:nvSpPr>
        <p:spPr/>
        <p:txBody>
          <a:bodyPr/>
          <a:lstStyle/>
          <a:p>
            <a:r>
              <a:rPr lang="en-US" altLang="zh-CN" dirty="0"/>
              <a:t>Paper Structure</a:t>
            </a:r>
            <a:endParaRPr lang="en-US" altLang="zh-CN" dirty="0"/>
          </a:p>
        </p:txBody>
      </p:sp>
      <p:sp>
        <p:nvSpPr>
          <p:cNvPr id="4" name="日期占位符 3"/>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1" u="none" strike="noStrike" kern="1200" cap="none" spc="300" normalizeH="0" baseline="0" noProof="0">
                <a:ln>
                  <a:noFill/>
                </a:ln>
                <a:solidFill>
                  <a:srgbClr val="445437"/>
                </a:solidFill>
                <a:effectLst/>
                <a:uLnTx/>
                <a:uFillTx/>
                <a:latin typeface="微软雅黑" panose="020B0503020204020204" charset="-122"/>
                <a:ea typeface="微软雅黑" panose="020B0503020204020204" charset="-122"/>
                <a:cs typeface="+mn-cs"/>
              </a:rPr>
              <a:t>止于至善</a:t>
            </a:r>
            <a:endParaRPr kumimoji="0" lang="zh-CN" altLang="en-US" sz="1400" b="0" i="0" u="none" strike="noStrike" kern="1200" cap="none" spc="300" normalizeH="0" baseline="0" noProof="0" dirty="0">
              <a:ln>
                <a:noFill/>
              </a:ln>
              <a:solidFill>
                <a:prstClr val="white">
                  <a:lumMod val="75000"/>
                </a:prstClr>
              </a:solidFill>
              <a:effectLst/>
              <a:uLnTx/>
              <a:uFillTx/>
              <a:latin typeface="Arial" panose="020B0604020202020204"/>
              <a:ea typeface="微软雅黑" panose="020B0503020204020204" charset="-122"/>
              <a:cs typeface="+mn-cs"/>
            </a:endParaRPr>
          </a:p>
        </p:txBody>
      </p:sp>
      <p:pic>
        <p:nvPicPr>
          <p:cNvPr id="7" name="图片 6"/>
          <p:cNvPicPr>
            <a:picLocks noChangeAspect="1"/>
          </p:cNvPicPr>
          <p:nvPr/>
        </p:nvPicPr>
        <p:blipFill>
          <a:blip r:embed="rId1"/>
          <a:srcRect l="24588" t="13433" r="24588" b="26261"/>
          <a:stretch>
            <a:fillRect/>
          </a:stretch>
        </p:blipFill>
        <p:spPr>
          <a:xfrm>
            <a:off x="1113695" y="1342785"/>
            <a:ext cx="2977628" cy="3209636"/>
          </a:xfrm>
          <a:custGeom>
            <a:avLst/>
            <a:gdLst>
              <a:gd name="connsiteX0" fmla="*/ 0 w 2977628"/>
              <a:gd name="connsiteY0" fmla="*/ 0 h 3209636"/>
              <a:gd name="connsiteX1" fmla="*/ 2977628 w 2977628"/>
              <a:gd name="connsiteY1" fmla="*/ 0 h 3209636"/>
              <a:gd name="connsiteX2" fmla="*/ 2977628 w 2977628"/>
              <a:gd name="connsiteY2" fmla="*/ 3209636 h 3209636"/>
              <a:gd name="connsiteX3" fmla="*/ 0 w 2977628"/>
              <a:gd name="connsiteY3" fmla="*/ 3209636 h 3209636"/>
            </a:gdLst>
            <a:ahLst/>
            <a:cxnLst>
              <a:cxn ang="0">
                <a:pos x="connsiteX0" y="connsiteY0"/>
              </a:cxn>
              <a:cxn ang="0">
                <a:pos x="connsiteX1" y="connsiteY1"/>
              </a:cxn>
              <a:cxn ang="0">
                <a:pos x="connsiteX2" y="connsiteY2"/>
              </a:cxn>
              <a:cxn ang="0">
                <a:pos x="connsiteX3" y="connsiteY3"/>
              </a:cxn>
            </a:cxnLst>
            <a:rect l="l" t="t" r="r" b="b"/>
            <a:pathLst>
              <a:path w="2977628" h="3209636">
                <a:moveTo>
                  <a:pt x="0" y="0"/>
                </a:moveTo>
                <a:lnTo>
                  <a:pt x="2977628" y="0"/>
                </a:lnTo>
                <a:lnTo>
                  <a:pt x="2977628" y="3209636"/>
                </a:lnTo>
                <a:lnTo>
                  <a:pt x="0" y="3209636"/>
                </a:lnTo>
                <a:close/>
              </a:path>
            </a:pathLst>
          </a:cu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1"/>
          </p:nvPr>
        </p:nvSpPr>
        <p:spPr>
          <a:xfrm>
            <a:off x="1216933" y="347251"/>
            <a:ext cx="8920029" cy="399415"/>
          </a:xfrm>
        </p:spPr>
        <p:txBody>
          <a:bodyPr/>
          <a:lstStyle/>
          <a:p>
            <a:r>
              <a:rPr lang="zh-CN" altLang="en-US" dirty="0">
                <a:solidFill>
                  <a:schemeClr val="accent1"/>
                </a:solidFill>
                <a:ea typeface="+mn-ea"/>
                <a:cs typeface="+mn-ea"/>
              </a:rPr>
              <a:t>系统用例图</a:t>
            </a:r>
            <a:endParaRPr lang="zh-CN" altLang="en-US">
              <a:ea typeface="+mn-ea"/>
              <a:cs typeface="+mn-ea"/>
            </a:endParaRPr>
          </a:p>
        </p:txBody>
      </p:sp>
      <p:sp>
        <p:nvSpPr>
          <p:cNvPr id="2" name="日期占位符 1"/>
          <p:cNvSpPr>
            <a:spLocks noGrp="1"/>
          </p:cNvSpPr>
          <p:nvPr>
            <p:ph type="dt" sz="half" idx="14"/>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3" name="灯片编号占位符 2"/>
          <p:cNvSpPr>
            <a:spLocks noGrp="1"/>
          </p:cNvSpPr>
          <p:nvPr>
            <p:ph type="sldNum" sz="quarter" idx="16"/>
          </p:nvPr>
        </p:nvSpPr>
        <p:spPr/>
        <p:txBody>
          <a:bodyPr/>
          <a:lstStyle/>
          <a:p>
            <a:fld id="{C79ECAFE-A460-4E13-ABCB-32CAE6136244}" type="slidenum">
              <a:rPr lang="zh-CN" altLang="en-US" smtClean="0"/>
            </a:fld>
            <a:endParaRPr lang="zh-CN" altLang="en-US" dirty="0"/>
          </a:p>
        </p:txBody>
      </p:sp>
      <p:pic>
        <p:nvPicPr>
          <p:cNvPr id="54" name="图片 53" descr="upload_post_object_v2_319294517"/>
          <p:cNvPicPr>
            <a:picLocks noChangeAspect="1"/>
          </p:cNvPicPr>
          <p:nvPr/>
        </p:nvPicPr>
        <p:blipFill>
          <a:blip r:embed="rId1"/>
          <a:stretch>
            <a:fillRect/>
          </a:stretch>
        </p:blipFill>
        <p:spPr>
          <a:xfrm>
            <a:off x="660370" y="831696"/>
            <a:ext cx="10619653" cy="6026256"/>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1"/>
          </p:nvPr>
        </p:nvSpPr>
        <p:spPr>
          <a:xfrm>
            <a:off x="1216933" y="347251"/>
            <a:ext cx="8920029" cy="399415"/>
          </a:xfrm>
        </p:spPr>
        <p:txBody>
          <a:bodyPr/>
          <a:p>
            <a:r>
              <a:rPr lang="zh-CN" altLang="en-US"/>
              <a:t>数据分析模块-用例图</a:t>
            </a:r>
            <a:endParaRPr lang="zh-CN" altLang="en-US"/>
          </a:p>
        </p:txBody>
      </p:sp>
      <p:sp>
        <p:nvSpPr>
          <p:cNvPr id="5" name="日期占位符 4"/>
          <p:cNvSpPr>
            <a:spLocks noGrp="1"/>
          </p:cNvSpPr>
          <p:nvPr>
            <p:ph type="dt" sz="half" idx="14"/>
          </p:nvPr>
        </p:nvSpPr>
        <p:spPr/>
        <p:txBody>
          <a:bodyPr/>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6" name="灯片编号占位符 5"/>
          <p:cNvSpPr>
            <a:spLocks noGrp="1"/>
          </p:cNvSpPr>
          <p:nvPr>
            <p:ph type="sldNum" sz="quarter" idx="16"/>
          </p:nvPr>
        </p:nvSpPr>
        <p:spPr/>
        <p:txBody>
          <a:bodyPr/>
          <a:p>
            <a:fld id="{C79ECAFE-A460-4E13-ABCB-32CAE6136244}" type="slidenum">
              <a:rPr lang="zh-CN" altLang="en-US" smtClean="0"/>
            </a:fld>
            <a:endParaRPr lang="zh-CN" altLang="en-US" dirty="0"/>
          </a:p>
        </p:txBody>
      </p:sp>
      <p:sp>
        <p:nvSpPr>
          <p:cNvPr id="7" name="文本框 6"/>
          <p:cNvSpPr txBox="1"/>
          <p:nvPr userDrawn="1"/>
        </p:nvSpPr>
        <p:spPr>
          <a:xfrm>
            <a:off x="7221173" y="2514160"/>
            <a:ext cx="4754880" cy="368300"/>
          </a:xfrm>
          <a:prstGeom prst="rect">
            <a:avLst/>
          </a:prstGeom>
        </p:spPr>
        <p:txBody>
          <a:bodyPr wrap="none" rtlCol="0">
            <a:spAutoFit/>
          </a:bodyPr>
          <a:p>
            <a:pPr algn="l"/>
            <a:r>
              <a:rPr lang="zh-CN" altLang="en-US"/>
              <a:t>查看历史报告：查看往期的日报、周报、月报</a:t>
            </a:r>
            <a:endParaRPr lang="zh-CN" altLang="en-US"/>
          </a:p>
        </p:txBody>
      </p:sp>
      <p:sp>
        <p:nvSpPr>
          <p:cNvPr id="8" name="文本框 7"/>
          <p:cNvSpPr txBox="1"/>
          <p:nvPr userDrawn="1"/>
        </p:nvSpPr>
        <p:spPr>
          <a:xfrm>
            <a:off x="7191303" y="3285027"/>
            <a:ext cx="4583430" cy="715645"/>
          </a:xfrm>
          <a:prstGeom prst="rect">
            <a:avLst/>
          </a:prstGeom>
        </p:spPr>
        <p:txBody>
          <a:bodyPr wrap="square" rtlCol="0">
            <a:noAutofit/>
          </a:bodyPr>
          <a:p>
            <a:pPr algn="l"/>
            <a:r>
              <a:rPr lang="zh-CN" altLang="en-US"/>
              <a:t>查看分析结果：帮助用户快速理解价格变化趋势并提供决策支持</a:t>
            </a:r>
            <a:endParaRPr lang="zh-CN" altLang="en-US"/>
          </a:p>
        </p:txBody>
      </p:sp>
      <p:sp>
        <p:nvSpPr>
          <p:cNvPr id="9" name="文本框 8"/>
          <p:cNvSpPr txBox="1"/>
          <p:nvPr userDrawn="1"/>
        </p:nvSpPr>
        <p:spPr>
          <a:xfrm>
            <a:off x="7191303" y="4227685"/>
            <a:ext cx="4583398" cy="598156"/>
          </a:xfrm>
          <a:prstGeom prst="rect">
            <a:avLst/>
          </a:prstGeom>
        </p:spPr>
        <p:txBody>
          <a:bodyPr wrap="square" rtlCol="0">
            <a:noAutofit/>
          </a:bodyPr>
          <a:p>
            <a:pPr algn="l"/>
            <a:r>
              <a:rPr lang="zh-CN" altLang="en-US"/>
              <a:t>查看</a:t>
            </a:r>
            <a:r>
              <a:rPr lang="zh-CN" altLang="en-US">
                <a:cs typeface="Arial" panose="020B0604020202020204" pitchFamily="34" charset="0"/>
              </a:rPr>
              <a:t>最新报告：查看最新报告，了解当下农产品市场行情</a:t>
            </a:r>
            <a:endParaRPr lang="zh-CN" altLang="en-US">
              <a:cs typeface="Arial" panose="020B0604020202020204" pitchFamily="34" charset="0"/>
            </a:endParaRPr>
          </a:p>
          <a:p>
            <a:pPr algn="l"/>
            <a:endParaRPr lang="zh-CN" altLang="en-US"/>
          </a:p>
        </p:txBody>
      </p:sp>
      <p:pic>
        <p:nvPicPr>
          <p:cNvPr id="32" name="图片 32"/>
          <p:cNvPicPr>
            <a:picLocks noChangeAspect="1"/>
          </p:cNvPicPr>
          <p:nvPr/>
        </p:nvPicPr>
        <p:blipFill>
          <a:blip r:embed="rId1"/>
          <a:stretch>
            <a:fillRect/>
          </a:stretch>
        </p:blipFill>
        <p:spPr>
          <a:xfrm>
            <a:off x="660400" y="1253037"/>
            <a:ext cx="6445236" cy="4585297"/>
          </a:xfrm>
          <a:prstGeom prst="rect">
            <a:avLst/>
          </a:prstGeom>
        </p:spPr>
      </p:pic>
      <p:sp>
        <p:nvSpPr>
          <p:cNvPr id="11" name="文本框 10"/>
          <p:cNvSpPr txBox="1"/>
          <p:nvPr userDrawn="1"/>
        </p:nvSpPr>
        <p:spPr>
          <a:xfrm>
            <a:off x="7221214" y="5468734"/>
            <a:ext cx="4297680" cy="368300"/>
          </a:xfrm>
          <a:prstGeom prst="rect">
            <a:avLst/>
          </a:prstGeom>
        </p:spPr>
        <p:txBody>
          <a:bodyPr wrap="none" rtlCol="0">
            <a:spAutoFit/>
          </a:bodyPr>
          <a:p>
            <a:pPr algn="l"/>
            <a:r>
              <a:rPr lang="zh-CN" altLang="en-US"/>
              <a:t>查看最新报告和价格预测需注册升级会员</a:t>
            </a:r>
            <a:endParaRPr lang="zh-CN" altLang="en-US"/>
          </a:p>
        </p:txBody>
      </p:sp>
      <p:sp>
        <p:nvSpPr>
          <p:cNvPr id="12" name="文本框 11"/>
          <p:cNvSpPr txBox="1"/>
          <p:nvPr userDrawn="1"/>
        </p:nvSpPr>
        <p:spPr>
          <a:xfrm>
            <a:off x="7191303" y="4825830"/>
            <a:ext cx="4327590" cy="642949"/>
          </a:xfrm>
          <a:prstGeom prst="rect">
            <a:avLst/>
          </a:prstGeom>
        </p:spPr>
        <p:txBody>
          <a:bodyPr wrap="square" rtlCol="0">
            <a:noAutofit/>
          </a:bodyPr>
          <a:p>
            <a:pPr algn="l"/>
            <a:r>
              <a:rPr lang="zh-CN" altLang="en-US"/>
              <a:t>价格预测：查看重点农产品的价格预测报告</a:t>
            </a:r>
            <a:endParaRPr lang="zh-CN" altLang="en-US"/>
          </a:p>
          <a:p>
            <a:endParaRPr lang="zh-CN" altLang="en-US"/>
          </a:p>
        </p:txBody>
      </p:sp>
      <p:sp>
        <p:nvSpPr>
          <p:cNvPr id="13" name="文本框 12"/>
          <p:cNvSpPr txBox="1"/>
          <p:nvPr userDrawn="1"/>
        </p:nvSpPr>
        <p:spPr>
          <a:xfrm>
            <a:off x="7221173" y="1344069"/>
            <a:ext cx="4846450" cy="859441"/>
          </a:xfrm>
          <a:prstGeom prst="rect">
            <a:avLst/>
          </a:prstGeom>
        </p:spPr>
        <p:txBody>
          <a:bodyPr wrap="square" rtlCol="0">
            <a:noAutofit/>
          </a:bodyPr>
          <a:p>
            <a:r>
              <a:rPr lang="zh-CN" altLang="en-US"/>
              <a:t>本图为数据分析模块的用例图。主要分为查看历史报告、查看分析结果、查看最新报告和价格预测。</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1"/>
          </p:nvPr>
        </p:nvSpPr>
        <p:spPr>
          <a:xfrm>
            <a:off x="1216933" y="347251"/>
            <a:ext cx="8920029" cy="399415"/>
          </a:xfrm>
        </p:spPr>
        <p:txBody>
          <a:bodyPr/>
          <a:p>
            <a:r>
              <a:rPr lang="zh-CN" altLang="en-US"/>
              <a:t>市场评分业务</a:t>
            </a:r>
            <a:endParaRPr lang="zh-CN" altLang="en-US"/>
          </a:p>
        </p:txBody>
      </p:sp>
      <p:sp>
        <p:nvSpPr>
          <p:cNvPr id="5" name="日期占位符 4"/>
          <p:cNvSpPr>
            <a:spLocks noGrp="1"/>
          </p:cNvSpPr>
          <p:nvPr>
            <p:ph type="dt" sz="half" idx="14"/>
          </p:nvPr>
        </p:nvSpPr>
        <p:spPr/>
        <p:txBody>
          <a:bodyPr/>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6" name="灯片编号占位符 5"/>
          <p:cNvSpPr>
            <a:spLocks noGrp="1"/>
          </p:cNvSpPr>
          <p:nvPr>
            <p:ph type="sldNum" sz="quarter" idx="16"/>
          </p:nvPr>
        </p:nvSpPr>
        <p:spPr/>
        <p:txBody>
          <a:bodyPr/>
          <a:p>
            <a:fld id="{C79ECAFE-A460-4E13-ABCB-32CAE6136244}" type="slidenum">
              <a:rPr lang="zh-CN" altLang="en-US" smtClean="0"/>
            </a:fld>
            <a:endParaRPr lang="zh-CN" altLang="en-US" dirty="0"/>
          </a:p>
        </p:txBody>
      </p:sp>
      <p:graphicFrame>
        <p:nvGraphicFramePr>
          <p:cNvPr id="7" name="表格 6"/>
          <p:cNvGraphicFramePr/>
          <p:nvPr/>
        </p:nvGraphicFramePr>
        <p:xfrm>
          <a:off x="838835" y="1051560"/>
          <a:ext cx="10497820" cy="5067300"/>
        </p:xfrm>
        <a:graphic>
          <a:graphicData uri="http://schemas.openxmlformats.org/drawingml/2006/table">
            <a:tbl>
              <a:tblPr/>
              <a:tblGrid>
                <a:gridCol w="2116455"/>
                <a:gridCol w="8381365"/>
              </a:tblGrid>
              <a:tr h="253365">
                <a:tc>
                  <a:txBody>
                    <a:bodyPr/>
                    <a:p>
                      <a:pPr indent="0" algn="ctr">
                        <a:buNone/>
                      </a:pPr>
                      <a:r>
                        <a:rPr lang="zh-CN" sz="1600" b="0">
                          <a:ea typeface="宋体" pitchFamily="2" charset="-122"/>
                        </a:rPr>
                        <a:t>用例名称</a:t>
                      </a:r>
                      <a:endParaRPr lang="zh-CN" altLang="en-US" sz="16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600" b="0">
                          <a:ea typeface="宋体" pitchFamily="2" charset="-122"/>
                        </a:rPr>
                        <a:t>市场评分</a:t>
                      </a:r>
                      <a:endParaRPr lang="zh-CN" altLang="en-US" sz="16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06730">
                <a:tc>
                  <a:txBody>
                    <a:bodyPr/>
                    <a:p>
                      <a:pPr indent="0" algn="ctr">
                        <a:buNone/>
                      </a:pPr>
                      <a:r>
                        <a:rPr lang="zh-CN" sz="1600" b="0">
                          <a:ea typeface="宋体" pitchFamily="2" charset="-122"/>
                        </a:rPr>
                        <a:t>用例描述</a:t>
                      </a:r>
                      <a:endParaRPr lang="zh-CN" altLang="en-US" sz="16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600" b="0">
                          <a:ea typeface="宋体" pitchFamily="2" charset="-122"/>
                        </a:rPr>
                        <a:t>用户通过价格分析模块选择市场评分功能，系统计算并展示目标产品在指定时间范围内的市场表现评分。</a:t>
                      </a:r>
                      <a:endParaRPr lang="zh-CN" altLang="en-US" sz="16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3365">
                <a:tc>
                  <a:txBody>
                    <a:bodyPr/>
                    <a:p>
                      <a:pPr indent="0" algn="ctr">
                        <a:buNone/>
                      </a:pPr>
                      <a:r>
                        <a:rPr lang="zh-CN" sz="1600" b="0">
                          <a:ea typeface="宋体" pitchFamily="2" charset="-122"/>
                        </a:rPr>
                        <a:t>主参与者</a:t>
                      </a:r>
                      <a:endParaRPr lang="zh-CN" altLang="en-US" sz="16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600" b="0">
                          <a:ea typeface="宋体" pitchFamily="2" charset="-122"/>
                        </a:rPr>
                        <a:t>用户</a:t>
                      </a:r>
                      <a:endParaRPr lang="zh-CN" altLang="en-US" sz="16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3365">
                <a:tc>
                  <a:txBody>
                    <a:bodyPr/>
                    <a:p>
                      <a:pPr indent="0" algn="ctr">
                        <a:buNone/>
                      </a:pPr>
                      <a:r>
                        <a:rPr lang="zh-CN" sz="1600" b="0">
                          <a:ea typeface="宋体" pitchFamily="2" charset="-122"/>
                        </a:rPr>
                        <a:t>次要参与者</a:t>
                      </a:r>
                      <a:endParaRPr lang="zh-CN" altLang="en-US" sz="16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600" b="0">
                          <a:ea typeface="宋体" pitchFamily="2" charset="-122"/>
                        </a:rPr>
                        <a:t>数据库系统</a:t>
                      </a:r>
                      <a:endParaRPr lang="zh-CN" altLang="en-US" sz="16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3365">
                <a:tc>
                  <a:txBody>
                    <a:bodyPr/>
                    <a:p>
                      <a:pPr indent="0" algn="ctr">
                        <a:buNone/>
                      </a:pPr>
                      <a:r>
                        <a:rPr lang="zh-CN" sz="1600" b="0">
                          <a:ea typeface="宋体" pitchFamily="2" charset="-122"/>
                        </a:rPr>
                        <a:t>前置条件</a:t>
                      </a:r>
                      <a:endParaRPr lang="zh-CN" altLang="en-US" sz="16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600" b="0">
                          <a:ea typeface="宋体" pitchFamily="2" charset="-122"/>
                        </a:rPr>
                        <a:t>系统已连接数据源并能够正常访问产品市场数据。</a:t>
                      </a:r>
                      <a:endParaRPr lang="zh-CN" altLang="en-US" sz="16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3365">
                <a:tc>
                  <a:txBody>
                    <a:bodyPr/>
                    <a:p>
                      <a:pPr indent="0" algn="ctr">
                        <a:buNone/>
                      </a:pPr>
                      <a:r>
                        <a:rPr lang="zh-CN" sz="1600" b="0">
                          <a:ea typeface="宋体" pitchFamily="2" charset="-122"/>
                        </a:rPr>
                        <a:t>后置条件</a:t>
                      </a:r>
                      <a:endParaRPr lang="zh-CN" altLang="en-US" sz="16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600" b="0">
                          <a:ea typeface="宋体" pitchFamily="2" charset="-122"/>
                        </a:rPr>
                        <a:t>用户可获得市场评分分析结果（表格或图表形式），并用于决策支持。</a:t>
                      </a:r>
                      <a:endParaRPr lang="zh-CN" altLang="en-US" sz="16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3365">
                <a:tc>
                  <a:txBody>
                    <a:bodyPr/>
                    <a:p>
                      <a:pPr indent="0" algn="ctr">
                        <a:buNone/>
                      </a:pPr>
                      <a:r>
                        <a:rPr lang="zh-CN" sz="1600" b="0">
                          <a:ea typeface="宋体" pitchFamily="2" charset="-122"/>
                        </a:rPr>
                        <a:t>触发事件</a:t>
                      </a:r>
                      <a:endParaRPr lang="zh-CN" altLang="en-US" sz="16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600" b="0">
                          <a:ea typeface="宋体" pitchFamily="2" charset="-122"/>
                        </a:rPr>
                        <a:t>用户选择市场评分功能，并设置分析的产品和时间范围。</a:t>
                      </a:r>
                      <a:endParaRPr lang="zh-CN" altLang="en-US" sz="16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013460">
                <a:tc>
                  <a:txBody>
                    <a:bodyPr/>
                    <a:p>
                      <a:pPr indent="0" algn="ctr">
                        <a:buNone/>
                      </a:pPr>
                      <a:r>
                        <a:rPr lang="zh-CN" sz="1600" b="0">
                          <a:ea typeface="宋体" pitchFamily="2" charset="-122"/>
                        </a:rPr>
                        <a:t>主成功场景</a:t>
                      </a:r>
                      <a:endParaRPr lang="zh-CN" altLang="en-US" sz="16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600" b="0">
                          <a:ea typeface="宋体" pitchFamily="2" charset="-122"/>
                        </a:rPr>
                        <a:t>1. 用户进入价格分析界面并选择市场评分功能；</a:t>
                      </a:r>
                      <a:endParaRPr lang="zh-CN" sz="1600" b="0">
                        <a:ea typeface="宋体" pitchFamily="2" charset="-122"/>
                      </a:endParaRPr>
                    </a:p>
                    <a:p>
                      <a:pPr indent="0">
                        <a:buNone/>
                      </a:pPr>
                      <a:r>
                        <a:rPr lang="zh-CN" sz="1600" b="0">
                          <a:ea typeface="宋体" pitchFamily="2" charset="-122"/>
                        </a:rPr>
                        <a:t>2. 设置产品类型筛选时间和地区；</a:t>
                      </a:r>
                      <a:endParaRPr lang="zh-CN" sz="1600" b="0">
                        <a:ea typeface="宋体" pitchFamily="2" charset="-122"/>
                      </a:endParaRPr>
                    </a:p>
                    <a:p>
                      <a:pPr indent="0">
                        <a:buNone/>
                      </a:pPr>
                      <a:r>
                        <a:rPr lang="zh-CN" sz="1600" b="0">
                          <a:ea typeface="宋体" pitchFamily="2" charset="-122"/>
                        </a:rPr>
                        <a:t>3. 系统进行评分计算；</a:t>
                      </a:r>
                      <a:endParaRPr lang="zh-CN" sz="1600" b="0">
                        <a:ea typeface="宋体" pitchFamily="2" charset="-122"/>
                      </a:endParaRPr>
                    </a:p>
                    <a:p>
                      <a:pPr indent="0">
                        <a:buNone/>
                      </a:pPr>
                      <a:r>
                        <a:rPr lang="zh-CN" sz="1600" b="0">
                          <a:ea typeface="宋体" pitchFamily="2" charset="-122"/>
                        </a:rPr>
                        <a:t>4. 系统生成评分结果并展示给用户。</a:t>
                      </a:r>
                      <a:endParaRPr lang="zh-CN" altLang="en-US" sz="16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60095">
                <a:tc>
                  <a:txBody>
                    <a:bodyPr/>
                    <a:p>
                      <a:pPr indent="0" algn="ctr">
                        <a:buNone/>
                      </a:pPr>
                      <a:r>
                        <a:rPr lang="zh-CN" sz="1600" b="0">
                          <a:ea typeface="宋体" pitchFamily="2" charset="-122"/>
                        </a:rPr>
                        <a:t>替换场景</a:t>
                      </a:r>
                      <a:endParaRPr lang="zh-CN" altLang="en-US" sz="16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600" b="0">
                          <a:ea typeface="宋体" pitchFamily="2" charset="-122"/>
                        </a:rPr>
                        <a:t>若数据不足或评分失败：</a:t>
                      </a:r>
                      <a:endParaRPr lang="zh-CN" sz="1600" b="0">
                        <a:ea typeface="宋体" pitchFamily="2" charset="-122"/>
                      </a:endParaRPr>
                    </a:p>
                    <a:p>
                      <a:pPr indent="0">
                        <a:buNone/>
                      </a:pPr>
                      <a:r>
                        <a:rPr lang="zh-CN" sz="1600" b="0">
                          <a:ea typeface="宋体" pitchFamily="2" charset="-122"/>
                        </a:rPr>
                        <a:t>1. 系统提示用户调整参数或尝试其他产品；</a:t>
                      </a:r>
                      <a:endParaRPr lang="zh-CN" sz="1600" b="0">
                        <a:ea typeface="宋体" pitchFamily="2" charset="-122"/>
                      </a:endParaRPr>
                    </a:p>
                    <a:p>
                      <a:pPr indent="0">
                        <a:buNone/>
                      </a:pPr>
                      <a:r>
                        <a:rPr lang="zh-CN" sz="1600" b="0">
                          <a:ea typeface="宋体" pitchFamily="2" charset="-122"/>
                        </a:rPr>
                        <a:t>2. 系统提供默认的历史平均评分参考值。</a:t>
                      </a:r>
                      <a:endParaRPr lang="zh-CN" altLang="en-US" sz="16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06730">
                <a:tc>
                  <a:txBody>
                    <a:bodyPr/>
                    <a:p>
                      <a:pPr indent="0" algn="ctr">
                        <a:buNone/>
                      </a:pPr>
                      <a:r>
                        <a:rPr lang="zh-CN" sz="1600" b="0">
                          <a:ea typeface="宋体" pitchFamily="2" charset="-122"/>
                        </a:rPr>
                        <a:t>异常处理</a:t>
                      </a:r>
                      <a:endParaRPr lang="zh-CN" altLang="en-US" sz="16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600" b="0">
                          <a:ea typeface="宋体" pitchFamily="2" charset="-122"/>
                        </a:rPr>
                        <a:t>1. 若数据获取失败，提示用户检查网络或数据源；</a:t>
                      </a:r>
                      <a:endParaRPr lang="zh-CN" sz="1600" b="0">
                        <a:ea typeface="宋体" pitchFamily="2" charset="-122"/>
                      </a:endParaRPr>
                    </a:p>
                    <a:p>
                      <a:pPr indent="0">
                        <a:buNone/>
                      </a:pPr>
                      <a:r>
                        <a:rPr lang="zh-CN" sz="1600" b="0">
                          <a:ea typeface="宋体" pitchFamily="2" charset="-122"/>
                        </a:rPr>
                        <a:t>2. 若评分计算超时，提示用户稍后重试或缩短时间范围。</a:t>
                      </a:r>
                      <a:endParaRPr lang="zh-CN" altLang="en-US" sz="16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06730">
                <a:tc>
                  <a:txBody>
                    <a:bodyPr/>
                    <a:p>
                      <a:pPr indent="0" algn="ctr">
                        <a:buNone/>
                      </a:pPr>
                      <a:r>
                        <a:rPr lang="zh-CN" sz="1600" b="0">
                          <a:ea typeface="宋体" pitchFamily="2" charset="-122"/>
                        </a:rPr>
                        <a:t>业务规则</a:t>
                      </a:r>
                      <a:endParaRPr lang="zh-CN" altLang="en-US" sz="16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600" b="0">
                          <a:ea typeface="宋体" pitchFamily="2" charset="-122"/>
                        </a:rPr>
                        <a:t>1. 数据需包含完整的市场销售指标（如销量、用户反馈等）；</a:t>
                      </a:r>
                      <a:endParaRPr lang="zh-CN" sz="1600" b="0">
                        <a:ea typeface="宋体" pitchFamily="2" charset="-122"/>
                      </a:endParaRPr>
                    </a:p>
                    <a:p>
                      <a:pPr indent="0">
                        <a:buNone/>
                      </a:pPr>
                      <a:r>
                        <a:rPr lang="zh-CN" sz="1600" b="0">
                          <a:ea typeface="宋体" pitchFamily="2" charset="-122"/>
                        </a:rPr>
                        <a:t>2. 系统评分公式应涵盖市场竞争力关键指标。</a:t>
                      </a:r>
                      <a:endParaRPr lang="zh-CN" altLang="en-US" sz="16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3365">
                <a:tc>
                  <a:txBody>
                    <a:bodyPr/>
                    <a:p>
                      <a:pPr indent="0" algn="ctr">
                        <a:buNone/>
                      </a:pPr>
                      <a:r>
                        <a:rPr lang="zh-CN" sz="1600" b="0">
                          <a:ea typeface="宋体" pitchFamily="2" charset="-122"/>
                        </a:rPr>
                        <a:t>备注</a:t>
                      </a:r>
                      <a:endParaRPr lang="zh-CN" altLang="en-US" sz="16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600" b="0">
                          <a:ea typeface="宋体" pitchFamily="2" charset="-122"/>
                        </a:rPr>
                        <a:t>可结合趋势分析、同比分析等功能，提供更全面的价格与市场表现支持。</a:t>
                      </a:r>
                      <a:endParaRPr lang="zh-CN" altLang="en-US" sz="16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1"/>
          </p:nvPr>
        </p:nvSpPr>
        <p:spPr>
          <a:xfrm>
            <a:off x="1216933" y="347251"/>
            <a:ext cx="8920029" cy="399415"/>
          </a:xfrm>
        </p:spPr>
        <p:txBody>
          <a:bodyPr/>
          <a:p>
            <a:r>
              <a:rPr lang="zh-CN" altLang="en-US"/>
              <a:t>市场评分业务-活动图</a:t>
            </a:r>
            <a:endParaRPr lang="zh-CN" altLang="en-US"/>
          </a:p>
        </p:txBody>
      </p:sp>
      <p:sp>
        <p:nvSpPr>
          <p:cNvPr id="5" name="日期占位符 4"/>
          <p:cNvSpPr>
            <a:spLocks noGrp="1"/>
          </p:cNvSpPr>
          <p:nvPr>
            <p:ph type="dt" sz="half" idx="14"/>
          </p:nvPr>
        </p:nvSpPr>
        <p:spPr/>
        <p:txBody>
          <a:bodyPr/>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6" name="灯片编号占位符 5"/>
          <p:cNvSpPr>
            <a:spLocks noGrp="1"/>
          </p:cNvSpPr>
          <p:nvPr>
            <p:ph type="sldNum" sz="quarter" idx="16"/>
          </p:nvPr>
        </p:nvSpPr>
        <p:spPr/>
        <p:txBody>
          <a:bodyPr/>
          <a:p>
            <a:fld id="{C79ECAFE-A460-4E13-ABCB-32CAE6136244}" type="slidenum">
              <a:rPr lang="zh-CN" altLang="en-US" smtClean="0"/>
            </a:fld>
            <a:endParaRPr lang="zh-CN" altLang="en-US" dirty="0"/>
          </a:p>
        </p:txBody>
      </p:sp>
      <p:sp>
        <p:nvSpPr>
          <p:cNvPr id="8" name="文本框 7"/>
          <p:cNvSpPr txBox="1"/>
          <p:nvPr userDrawn="1"/>
        </p:nvSpPr>
        <p:spPr>
          <a:xfrm>
            <a:off x="1319923" y="4485005"/>
            <a:ext cx="9677165" cy="434167"/>
          </a:xfrm>
          <a:prstGeom prst="rect">
            <a:avLst/>
          </a:prstGeom>
        </p:spPr>
        <p:txBody>
          <a:bodyPr wrap="square" rtlCol="0">
            <a:noAutofit/>
          </a:bodyPr>
          <a:p>
            <a:r>
              <a:rPr lang="zh-CN" altLang="en-US"/>
              <a:t>本图为市场评分业务的活动图。它描述了用户从选择市场评分功能到获取分析结果的完整流程</a:t>
            </a:r>
            <a:endParaRPr lang="zh-CN" altLang="en-US"/>
          </a:p>
        </p:txBody>
      </p:sp>
      <p:pic>
        <p:nvPicPr>
          <p:cNvPr id="9" name="图片 18"/>
          <p:cNvPicPr>
            <a:picLocks noChangeAspect="1"/>
          </p:cNvPicPr>
          <p:nvPr/>
        </p:nvPicPr>
        <p:blipFill>
          <a:blip r:embed="rId1"/>
          <a:stretch>
            <a:fillRect/>
          </a:stretch>
        </p:blipFill>
        <p:spPr>
          <a:xfrm>
            <a:off x="1267235" y="991870"/>
            <a:ext cx="9729853" cy="3255010"/>
          </a:xfrm>
          <a:prstGeom prst="rect">
            <a:avLst/>
          </a:prstGeom>
        </p:spPr>
      </p:pic>
      <p:sp>
        <p:nvSpPr>
          <p:cNvPr id="10" name="文本框 9"/>
          <p:cNvSpPr txBox="1"/>
          <p:nvPr userDrawn="1"/>
        </p:nvSpPr>
        <p:spPr>
          <a:xfrm>
            <a:off x="1838008" y="5286375"/>
            <a:ext cx="8641080" cy="368300"/>
          </a:xfrm>
          <a:prstGeom prst="rect">
            <a:avLst/>
          </a:prstGeom>
        </p:spPr>
        <p:txBody>
          <a:bodyPr wrap="none" rtlCol="0">
            <a:spAutoFit/>
          </a:bodyPr>
          <a:p>
            <a:pPr algn="l"/>
            <a:r>
              <a:rPr lang="zh-CN" altLang="en-US"/>
              <a:t>系统验证参数的合法性，随后检索数据库中的数据并判断数据库数据是否足以分析。</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1"/>
          </p:nvPr>
        </p:nvSpPr>
        <p:spPr>
          <a:xfrm>
            <a:off x="1216933" y="347251"/>
            <a:ext cx="8920029" cy="399415"/>
          </a:xfrm>
        </p:spPr>
        <p:txBody>
          <a:bodyPr/>
          <a:p>
            <a:r>
              <a:rPr lang="zh-CN" altLang="en-US"/>
              <a:t>市场评分业务-</a:t>
            </a:r>
            <a:r>
              <a:rPr lang="en-US" altLang="zh-CN"/>
              <a:t>CRC</a:t>
            </a:r>
            <a:r>
              <a:rPr lang="zh-CN" altLang="en-US"/>
              <a:t>卡分析</a:t>
            </a:r>
            <a:endParaRPr lang="zh-CN" altLang="en-US"/>
          </a:p>
        </p:txBody>
      </p:sp>
      <p:sp>
        <p:nvSpPr>
          <p:cNvPr id="5" name="日期占位符 4"/>
          <p:cNvSpPr>
            <a:spLocks noGrp="1"/>
          </p:cNvSpPr>
          <p:nvPr>
            <p:ph type="dt" sz="half" idx="14"/>
          </p:nvPr>
        </p:nvSpPr>
        <p:spPr/>
        <p:txBody>
          <a:bodyPr/>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6" name="灯片编号占位符 5"/>
          <p:cNvSpPr>
            <a:spLocks noGrp="1"/>
          </p:cNvSpPr>
          <p:nvPr>
            <p:ph type="sldNum" sz="quarter" idx="16"/>
          </p:nvPr>
        </p:nvSpPr>
        <p:spPr/>
        <p:txBody>
          <a:bodyPr/>
          <a:p>
            <a:fld id="{C79ECAFE-A460-4E13-ABCB-32CAE6136244}" type="slidenum">
              <a:rPr lang="zh-CN" altLang="en-US" smtClean="0"/>
            </a:fld>
            <a:endParaRPr lang="zh-CN" altLang="en-US" dirty="0"/>
          </a:p>
        </p:txBody>
      </p:sp>
      <p:pic>
        <p:nvPicPr>
          <p:cNvPr id="22" name="图片 22"/>
          <p:cNvPicPr>
            <a:picLocks noChangeAspect="1"/>
          </p:cNvPicPr>
          <p:nvPr/>
        </p:nvPicPr>
        <p:blipFill>
          <a:blip r:embed="rId1"/>
          <a:stretch>
            <a:fillRect/>
          </a:stretch>
        </p:blipFill>
        <p:spPr>
          <a:xfrm>
            <a:off x="1151682" y="876705"/>
            <a:ext cx="4551076" cy="5353300"/>
          </a:xfrm>
          <a:prstGeom prst="rect">
            <a:avLst/>
          </a:prstGeom>
        </p:spPr>
      </p:pic>
      <p:sp>
        <p:nvSpPr>
          <p:cNvPr id="8" name="文本框 7"/>
          <p:cNvSpPr txBox="1"/>
          <p:nvPr userDrawn="1"/>
        </p:nvSpPr>
        <p:spPr>
          <a:xfrm>
            <a:off x="6299041" y="1300283"/>
            <a:ext cx="5440680" cy="368300"/>
          </a:xfrm>
          <a:prstGeom prst="rect">
            <a:avLst/>
          </a:prstGeom>
        </p:spPr>
        <p:txBody>
          <a:bodyPr wrap="none" rtlCol="0">
            <a:spAutoFit/>
          </a:bodyPr>
          <a:p>
            <a:pPr algn="l"/>
            <a:r>
              <a:rPr lang="zh-CN" altLang="en-US"/>
              <a:t>市场评分计算器：负责计算市场评分并生成分析结果</a:t>
            </a:r>
            <a:endParaRPr lang="zh-CN" altLang="en-US"/>
          </a:p>
        </p:txBody>
      </p:sp>
      <p:sp>
        <p:nvSpPr>
          <p:cNvPr id="9" name="文本框 8"/>
          <p:cNvSpPr txBox="1"/>
          <p:nvPr userDrawn="1"/>
        </p:nvSpPr>
        <p:spPr>
          <a:xfrm>
            <a:off x="6337141" y="2225478"/>
            <a:ext cx="4983480" cy="368300"/>
          </a:xfrm>
          <a:prstGeom prst="rect">
            <a:avLst/>
          </a:prstGeom>
        </p:spPr>
        <p:txBody>
          <a:bodyPr wrap="none" rtlCol="0">
            <a:spAutoFit/>
          </a:bodyPr>
          <a:p>
            <a:pPr algn="l"/>
            <a:r>
              <a:rPr lang="zh-CN" altLang="en-US"/>
              <a:t>产品数据获取器：负责检索和提供产品相关数据</a:t>
            </a:r>
            <a:endParaRPr lang="zh-CN" altLang="en-US"/>
          </a:p>
        </p:txBody>
      </p:sp>
      <p:sp>
        <p:nvSpPr>
          <p:cNvPr id="10" name="文本框 9"/>
          <p:cNvSpPr txBox="1"/>
          <p:nvPr userDrawn="1"/>
        </p:nvSpPr>
        <p:spPr>
          <a:xfrm>
            <a:off x="6337141" y="3003353"/>
            <a:ext cx="5059680" cy="368300"/>
          </a:xfrm>
          <a:prstGeom prst="rect">
            <a:avLst/>
          </a:prstGeom>
        </p:spPr>
        <p:txBody>
          <a:bodyPr wrap="none" rtlCol="0">
            <a:spAutoFit/>
          </a:bodyPr>
          <a:p>
            <a:pPr algn="l"/>
            <a:r>
              <a:rPr lang="zh-CN" altLang="en-US"/>
              <a:t>数据库</a:t>
            </a:r>
            <a:r>
              <a:rPr lang="en-US" altLang="zh-CN"/>
              <a:t>Controller</a:t>
            </a:r>
            <a:r>
              <a:rPr lang="zh-CN" altLang="en-US"/>
              <a:t>：负责存储并维护市场相关数据</a:t>
            </a:r>
            <a:endParaRPr lang="zh-CN" altLang="en-US"/>
          </a:p>
        </p:txBody>
      </p:sp>
      <p:sp>
        <p:nvSpPr>
          <p:cNvPr id="11" name="文本框 10"/>
          <p:cNvSpPr txBox="1"/>
          <p:nvPr userDrawn="1"/>
        </p:nvSpPr>
        <p:spPr>
          <a:xfrm>
            <a:off x="6299041" y="3785673"/>
            <a:ext cx="5059680" cy="368300"/>
          </a:xfrm>
          <a:prstGeom prst="rect">
            <a:avLst/>
          </a:prstGeom>
        </p:spPr>
        <p:txBody>
          <a:bodyPr wrap="none" rtlCol="0">
            <a:spAutoFit/>
          </a:bodyPr>
          <a:p>
            <a:pPr algn="l"/>
            <a:r>
              <a:rPr lang="zh-CN" altLang="en-US"/>
              <a:t>用户</a:t>
            </a:r>
            <a:r>
              <a:rPr lang="en-US" altLang="zh-CN"/>
              <a:t>Controller</a:t>
            </a:r>
            <a:r>
              <a:rPr lang="zh-CN" altLang="en-US"/>
              <a:t>：专注于用户认证和交互流程控制</a:t>
            </a:r>
            <a:endParaRPr lang="zh-CN" altLang="en-US"/>
          </a:p>
        </p:txBody>
      </p:sp>
      <p:sp>
        <p:nvSpPr>
          <p:cNvPr id="12" name="文本框 11"/>
          <p:cNvSpPr txBox="1"/>
          <p:nvPr userDrawn="1"/>
        </p:nvSpPr>
        <p:spPr>
          <a:xfrm>
            <a:off x="6337141" y="4445438"/>
            <a:ext cx="5440680" cy="1901387"/>
          </a:xfrm>
          <a:prstGeom prst="rect">
            <a:avLst/>
          </a:prstGeom>
        </p:spPr>
        <p:txBody>
          <a:bodyPr wrap="square" rtlCol="0">
            <a:noAutofit/>
          </a:bodyPr>
          <a:p>
            <a:pPr algn="l"/>
            <a:r>
              <a:rPr lang="zh-CN" altLang="en-US"/>
              <a:t>用户通过用户</a:t>
            </a:r>
            <a:r>
              <a:rPr lang="en-US" altLang="zh-CN"/>
              <a:t>Controller</a:t>
            </a:r>
            <a:r>
              <a:rPr lang="zh-CN" altLang="en-US"/>
              <a:t>发起请求，用户</a:t>
            </a:r>
            <a:r>
              <a:rPr lang="en-US" altLang="zh-CN"/>
              <a:t>Controller</a:t>
            </a:r>
            <a:r>
              <a:rPr lang="zh-CN" altLang="en-US"/>
              <a:t>根据请求与市场评分分拣器进行交互以获取评分结果。市场评分计算器依赖产品数据获取器提供的数据支持，而产品数据获取器则从数据库</a:t>
            </a:r>
            <a:r>
              <a:rPr lang="en-US" altLang="zh-CN"/>
              <a:t>Controller</a:t>
            </a:r>
            <a:r>
              <a:rPr lang="zh-CN" altLang="en-US"/>
              <a:t>中提取所需数据，为市场评分计算器和用户</a:t>
            </a:r>
            <a:r>
              <a:rPr lang="en-US" altLang="zh-CN"/>
              <a:t>Controller</a:t>
            </a:r>
            <a:r>
              <a:rPr lang="zh-CN" altLang="en-US"/>
              <a:t>提供服务。</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1"/>
          </p:nvPr>
        </p:nvSpPr>
        <p:spPr>
          <a:xfrm>
            <a:off x="1216933" y="347251"/>
            <a:ext cx="8920029" cy="399415"/>
          </a:xfrm>
        </p:spPr>
        <p:txBody>
          <a:bodyPr/>
          <a:p>
            <a:r>
              <a:rPr lang="zh-CN" altLang="en-US"/>
              <a:t>市场评分业务-顺序图</a:t>
            </a:r>
            <a:endParaRPr lang="zh-CN" altLang="en-US"/>
          </a:p>
        </p:txBody>
      </p:sp>
      <p:sp>
        <p:nvSpPr>
          <p:cNvPr id="5" name="日期占位符 4"/>
          <p:cNvSpPr>
            <a:spLocks noGrp="1"/>
          </p:cNvSpPr>
          <p:nvPr>
            <p:ph type="dt" sz="half" idx="14"/>
          </p:nvPr>
        </p:nvSpPr>
        <p:spPr/>
        <p:txBody>
          <a:bodyPr/>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6" name="灯片编号占位符 5"/>
          <p:cNvSpPr>
            <a:spLocks noGrp="1"/>
          </p:cNvSpPr>
          <p:nvPr>
            <p:ph type="sldNum" sz="quarter" idx="16"/>
          </p:nvPr>
        </p:nvSpPr>
        <p:spPr/>
        <p:txBody>
          <a:bodyPr/>
          <a:p>
            <a:fld id="{C79ECAFE-A460-4E13-ABCB-32CAE6136244}" type="slidenum">
              <a:rPr lang="zh-CN" altLang="en-US" smtClean="0"/>
            </a:fld>
            <a:endParaRPr lang="zh-CN" altLang="en-US" dirty="0"/>
          </a:p>
        </p:txBody>
      </p:sp>
      <p:pic>
        <p:nvPicPr>
          <p:cNvPr id="23" name="图片 23"/>
          <p:cNvPicPr>
            <a:picLocks noChangeAspect="1"/>
          </p:cNvPicPr>
          <p:nvPr/>
        </p:nvPicPr>
        <p:blipFill>
          <a:blip r:embed="rId1"/>
          <a:srcRect b="7517"/>
          <a:stretch>
            <a:fillRect/>
          </a:stretch>
        </p:blipFill>
        <p:spPr>
          <a:xfrm>
            <a:off x="2137700" y="920757"/>
            <a:ext cx="8570782" cy="4129258"/>
          </a:xfrm>
          <a:prstGeom prst="rect">
            <a:avLst/>
          </a:prstGeom>
        </p:spPr>
      </p:pic>
      <p:sp>
        <p:nvSpPr>
          <p:cNvPr id="8" name="文本框 7"/>
          <p:cNvSpPr txBox="1"/>
          <p:nvPr userDrawn="1"/>
        </p:nvSpPr>
        <p:spPr>
          <a:xfrm>
            <a:off x="1839461" y="5209100"/>
            <a:ext cx="9433008" cy="1026600"/>
          </a:xfrm>
          <a:prstGeom prst="rect">
            <a:avLst/>
          </a:prstGeom>
        </p:spPr>
        <p:txBody>
          <a:bodyPr wrap="square" rtlCol="0">
            <a:noAutofit/>
          </a:bodyPr>
          <a:p>
            <a:r>
              <a:rPr lang="zh-CN" altLang="en-US"/>
              <a:t>本</a:t>
            </a:r>
            <a:r>
              <a:rPr lang="zh-CN" altLang="en-US">
                <a:cs typeface="Arial" panose="020B0604020202020204" pitchFamily="34" charset="0"/>
              </a:rPr>
              <a:t>图为市场评分业务的流程图：</a:t>
            </a:r>
            <a:r>
              <a:rPr lang="zh-CN" altLang="en-US"/>
              <a:t>用户通过界面选择产品类型发起请求被用户</a:t>
            </a:r>
            <a:r>
              <a:rPr lang="en-US" altLang="zh-CN"/>
              <a:t>controller</a:t>
            </a:r>
            <a:r>
              <a:rPr lang="zh-CN" altLang="en-US"/>
              <a:t>接收，</a:t>
            </a:r>
            <a:r>
              <a:rPr lang="en-US" altLang="zh-CN"/>
              <a:t>controller</a:t>
            </a:r>
            <a:r>
              <a:rPr lang="zh-CN" altLang="en-US"/>
              <a:t>将数据发送给市场评分计算器，评分计算器随后通过产品数据获取器向数据库</a:t>
            </a:r>
            <a:r>
              <a:rPr lang="en-US" altLang="zh-CN"/>
              <a:t>controller</a:t>
            </a:r>
            <a:r>
              <a:rPr lang="zh-CN" altLang="en-US"/>
              <a:t>请求相关市场数据。在数据库返回查询结果后，产品数据获取器会对数据进行处理并提供给评分计算器，评分计算器完成计算后将评分结果返回用户</a:t>
            </a:r>
            <a:r>
              <a:rPr lang="en-US" altLang="zh-CN"/>
              <a:t>controller</a:t>
            </a:r>
            <a:r>
              <a:rPr lang="zh-CN" altLang="en-US"/>
              <a:t>进行展示。</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1"/>
          </p:nvPr>
        </p:nvSpPr>
        <p:spPr>
          <a:xfrm>
            <a:off x="1216933" y="347251"/>
            <a:ext cx="8920029" cy="399415"/>
          </a:xfrm>
        </p:spPr>
        <p:txBody>
          <a:bodyPr/>
          <a:p>
            <a:r>
              <a:rPr lang="zh-CN" altLang="en-US"/>
              <a:t>非功能</a:t>
            </a:r>
            <a:r>
              <a:rPr lang="zh-CN" altLang="en-US"/>
              <a:t>需求</a:t>
            </a:r>
            <a:endParaRPr lang="zh-CN" altLang="en-US"/>
          </a:p>
        </p:txBody>
      </p:sp>
      <p:sp>
        <p:nvSpPr>
          <p:cNvPr id="5" name="日期占位符 4"/>
          <p:cNvSpPr>
            <a:spLocks noGrp="1"/>
          </p:cNvSpPr>
          <p:nvPr>
            <p:ph type="dt" sz="half" idx="14"/>
          </p:nvPr>
        </p:nvSpPr>
        <p:spPr/>
        <p:txBody>
          <a:bodyPr/>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6" name="灯片编号占位符 5"/>
          <p:cNvSpPr>
            <a:spLocks noGrp="1"/>
          </p:cNvSpPr>
          <p:nvPr>
            <p:ph type="sldNum" sz="quarter" idx="16"/>
          </p:nvPr>
        </p:nvSpPr>
        <p:spPr/>
        <p:txBody>
          <a:bodyPr/>
          <a:p>
            <a:fld id="{C79ECAFE-A460-4E13-ABCB-32CAE6136244}" type="slidenum">
              <a:rPr lang="zh-CN" altLang="en-US" smtClean="0"/>
            </a:fld>
            <a:endParaRPr lang="zh-CN" altLang="en-US" dirty="0"/>
          </a:p>
        </p:txBody>
      </p:sp>
      <p:sp>
        <p:nvSpPr>
          <p:cNvPr id="8" name="文本框 7"/>
          <p:cNvSpPr txBox="1"/>
          <p:nvPr userDrawn="1"/>
        </p:nvSpPr>
        <p:spPr>
          <a:xfrm>
            <a:off x="1294130" y="1052195"/>
            <a:ext cx="9547860" cy="4474845"/>
          </a:xfrm>
          <a:prstGeom prst="rect">
            <a:avLst/>
          </a:prstGeom>
        </p:spPr>
        <p:txBody>
          <a:bodyPr wrap="square" rtlCol="0">
            <a:noAutofit/>
          </a:bodyPr>
          <a:p>
            <a:pPr marL="285750" indent="-285750">
              <a:buFont typeface="Arial" panose="020B0604020202020204" pitchFamily="34" charset="0"/>
              <a:buChar char="•"/>
            </a:pPr>
            <a:r>
              <a:rPr lang="zh-CN" altLang="en-US" b="1"/>
              <a:t>响应时间</a:t>
            </a:r>
            <a:endParaRPr lang="zh-CN" altLang="en-US" b="1"/>
          </a:p>
          <a:p>
            <a:r>
              <a:rPr lang="zh-CN" altLang="en-US"/>
              <a:t>系统性能需满足高并发要求，特别是在价格预测和数据分析功能的使用中，需保持快速、稳定的响应时间（响应时间小于</a:t>
            </a:r>
            <a:r>
              <a:rPr lang="en-US" altLang="zh-CN"/>
              <a:t>1s</a:t>
            </a:r>
            <a:r>
              <a:rPr lang="zh-CN" altLang="en-US"/>
              <a:t>）。</a:t>
            </a:r>
            <a:endParaRPr lang="zh-CN" altLang="en-US"/>
          </a:p>
          <a:p>
            <a:pPr marL="285750" indent="-285750">
              <a:buFont typeface="Arial" panose="020B0604020202020204" pitchFamily="34" charset="0"/>
              <a:buChar char="•"/>
            </a:pPr>
            <a:r>
              <a:rPr lang="zh-CN" altLang="en-US" b="1"/>
              <a:t>价格预测准确度</a:t>
            </a:r>
            <a:endParaRPr lang="zh-CN" altLang="en-US" b="1"/>
          </a:p>
          <a:p>
            <a:r>
              <a:rPr lang="zh-CN" altLang="en-US"/>
              <a:t>价格预测功能应基于专为农产品市场设计的预测模型，以确保预测结果的准确性和业务相关性。价格预测功能需达到专业领域的精度要求，普通用户使用模型给出的价格预测值在真实值的基础上</a:t>
            </a:r>
            <a:r>
              <a:rPr lang="en-US" altLang="en-US"/>
              <a:t>±</a:t>
            </a:r>
            <a:r>
              <a:rPr lang="en-US" altLang="zh-CN"/>
              <a:t>1%</a:t>
            </a:r>
            <a:r>
              <a:rPr lang="zh-CN" altLang="en-US"/>
              <a:t>浮动，</a:t>
            </a:r>
            <a:r>
              <a:rPr lang="en-US" altLang="zh-CN"/>
              <a:t>VIP</a:t>
            </a:r>
            <a:r>
              <a:rPr lang="zh-CN" altLang="en-US"/>
              <a:t>用户使用模型给出的价格预测值在真实值的基础上</a:t>
            </a:r>
            <a:r>
              <a:rPr lang="en-US" altLang="en-US"/>
              <a:t>±</a:t>
            </a:r>
            <a:r>
              <a:rPr lang="en-US" altLang="zh-CN"/>
              <a:t>0.5%</a:t>
            </a:r>
            <a:r>
              <a:rPr lang="zh-CN" altLang="en-US"/>
              <a:t>浮动。</a:t>
            </a:r>
            <a:endParaRPr lang="zh-CN" altLang="en-US"/>
          </a:p>
          <a:p>
            <a:pPr marL="285750" indent="-285750">
              <a:buFont typeface="Arial" panose="020B0604020202020204" pitchFamily="34" charset="0"/>
              <a:buChar char="•"/>
            </a:pPr>
            <a:r>
              <a:rPr lang="zh-CN" altLang="en-US" b="1"/>
              <a:t>用户规模</a:t>
            </a:r>
            <a:endParaRPr lang="zh-CN" altLang="en-US" b="1"/>
          </a:p>
          <a:p>
            <a:r>
              <a:rPr lang="zh-CN" altLang="en-US"/>
              <a:t>系统需精准定位服务于农产品批发和销售经销商，支持约</a:t>
            </a:r>
            <a:r>
              <a:rPr lang="en-US" altLang="zh-CN"/>
              <a:t>10</a:t>
            </a:r>
            <a:r>
              <a:rPr lang="zh-CN" altLang="en-US"/>
              <a:t>万规模的用户量。需确保系统在正常使用场景下能够稳定运行，并具备应对用户数量和数据规模增长的能力，避免因负载增加而导致明显的性能下降。</a:t>
            </a:r>
            <a:endParaRPr lang="zh-CN" altLang="en-US"/>
          </a:p>
          <a:p>
            <a:pPr marL="285750" indent="-285750">
              <a:buFont typeface="Arial" panose="020B0604020202020204" pitchFamily="34" charset="0"/>
              <a:buChar char="•"/>
            </a:pPr>
            <a:r>
              <a:rPr lang="zh-CN" altLang="en-US" b="1"/>
              <a:t>业务扩展</a:t>
            </a:r>
            <a:endParaRPr lang="zh-CN" altLang="en-US" b="1"/>
          </a:p>
          <a:p>
            <a:r>
              <a:rPr lang="zh-CN" altLang="en-US"/>
              <a:t>农产品系统需适应因季节变化带来的负载波动，针对特定模块进行维护以支持负载的增长或下降。同时，系统应具备灵活的扩展能力，能够引入新的农产品业务或调整现有业务逻辑，从而满足业务发展的需求。</a:t>
            </a:r>
            <a:endParaRPr lang="zh-CN" altLang="en-US"/>
          </a:p>
          <a:p>
            <a:pPr marL="285750" indent="-285750">
              <a:buFont typeface="Arial" panose="020B0604020202020204" pitchFamily="34" charset="0"/>
              <a:buChar char="•"/>
            </a:pPr>
            <a:r>
              <a:rPr lang="zh-CN" altLang="en-US" b="1"/>
              <a:t>海量数据</a:t>
            </a:r>
            <a:endParaRPr lang="zh-CN" altLang="en-US" b="1"/>
          </a:p>
          <a:p>
            <a:r>
              <a:rPr lang="zh-CN" altLang="en-US"/>
              <a:t>系统需覆盖全国</a:t>
            </a:r>
            <a:r>
              <a:rPr lang="en-US" altLang="zh-CN"/>
              <a:t>90%</a:t>
            </a:r>
            <a:r>
              <a:rPr lang="zh-CN" altLang="en-US"/>
              <a:t>以上的农产品市场数据，为可靠的大数据分析提供支持。</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ea typeface="+mn-ea"/>
                <a:cs typeface="+mn-ea"/>
              </a:rPr>
              <a:t>层次化风格</a:t>
            </a:r>
            <a:endParaRPr lang="zh-CN" altLang="en-US" dirty="0">
              <a:ea typeface="+mn-ea"/>
              <a:cs typeface="+mn-ea"/>
            </a:endParaRPr>
          </a:p>
        </p:txBody>
      </p:sp>
      <p:sp>
        <p:nvSpPr>
          <p:cNvPr id="3" name="文本占位符 2"/>
          <p:cNvSpPr>
            <a:spLocks noGrp="1"/>
          </p:cNvSpPr>
          <p:nvPr>
            <p:ph type="body" sz="quarter" idx="11"/>
          </p:nvPr>
        </p:nvSpPr>
        <p:spPr/>
        <p:txBody>
          <a:bodyPr/>
          <a:lstStyle/>
          <a:p>
            <a:r>
              <a:rPr lang="en-US" altLang="zh-CN" dirty="0">
                <a:cs typeface="+mn-ea"/>
              </a:rPr>
              <a:t>Research Methods And Processes </a:t>
            </a:r>
            <a:endParaRPr lang="en-US" altLang="zh-CN" dirty="0">
              <a:cs typeface="+mn-ea"/>
            </a:endParaRPr>
          </a:p>
        </p:txBody>
      </p:sp>
      <p:sp>
        <p:nvSpPr>
          <p:cNvPr id="7" name="日期占位符 6"/>
          <p:cNvSpPr>
            <a:spLocks noGrp="1"/>
          </p:cNvSpPr>
          <p:nvPr>
            <p:ph type="dt" sz="half" idx="12"/>
          </p:nvPr>
        </p:nvSpPr>
        <p:spPr>
          <a:xfrm>
            <a:off x="660400" y="6235702"/>
            <a:ext cx="334264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1" u="none" strike="noStrike" kern="1200" cap="none" spc="300" normalizeH="0" baseline="0" noProof="0">
                <a:ln>
                  <a:noFill/>
                </a:ln>
                <a:solidFill>
                  <a:srgbClr val="445437"/>
                </a:solidFill>
                <a:effectLst/>
                <a:uLnTx/>
                <a:uFillTx/>
                <a:latin typeface="微软雅黑" panose="020B0503020204020204" charset="-122"/>
                <a:ea typeface="微软雅黑" panose="020B0503020204020204" charset="-122"/>
                <a:cs typeface="+mn-ea"/>
              </a:rPr>
              <a:t>止于至善</a:t>
            </a:r>
            <a:endParaRPr kumimoji="0" lang="zh-CN" altLang="en-US" sz="1400" b="0" i="0" u="none" strike="noStrike" kern="1200" cap="none" spc="300" normalizeH="0" baseline="0" noProof="0" dirty="0">
              <a:ln>
                <a:noFill/>
              </a:ln>
              <a:solidFill>
                <a:prstClr val="white">
                  <a:lumMod val="75000"/>
                </a:prstClr>
              </a:solidFill>
              <a:effectLst/>
              <a:uLnTx/>
              <a:uFillTx/>
              <a:latin typeface="Arial" panose="020B0604020202020204"/>
              <a:ea typeface="微软雅黑" panose="020B0503020204020204" charset="-122"/>
              <a:cs typeface="+mn-ea"/>
            </a:endParaRPr>
          </a:p>
        </p:txBody>
      </p:sp>
      <p:pic>
        <p:nvPicPr>
          <p:cNvPr id="8" name="图片 7"/>
          <p:cNvPicPr>
            <a:picLocks noChangeAspect="1"/>
          </p:cNvPicPr>
          <p:nvPr/>
        </p:nvPicPr>
        <p:blipFill>
          <a:blip r:embed="rId1"/>
          <a:srcRect l="24588" t="13433" r="24588" b="26261"/>
          <a:stretch>
            <a:fillRect/>
          </a:stretch>
        </p:blipFill>
        <p:spPr>
          <a:xfrm>
            <a:off x="1115807" y="1342785"/>
            <a:ext cx="2977628" cy="3209636"/>
          </a:xfrm>
          <a:custGeom>
            <a:avLst/>
            <a:gdLst>
              <a:gd name="connsiteX0" fmla="*/ 0 w 2977628"/>
              <a:gd name="connsiteY0" fmla="*/ 0 h 3209636"/>
              <a:gd name="connsiteX1" fmla="*/ 2977628 w 2977628"/>
              <a:gd name="connsiteY1" fmla="*/ 0 h 3209636"/>
              <a:gd name="connsiteX2" fmla="*/ 2977628 w 2977628"/>
              <a:gd name="connsiteY2" fmla="*/ 3209636 h 3209636"/>
              <a:gd name="connsiteX3" fmla="*/ 0 w 2977628"/>
              <a:gd name="connsiteY3" fmla="*/ 3209636 h 3209636"/>
            </a:gdLst>
            <a:ahLst/>
            <a:cxnLst>
              <a:cxn ang="0">
                <a:pos x="connsiteX0" y="connsiteY0"/>
              </a:cxn>
              <a:cxn ang="0">
                <a:pos x="connsiteX1" y="connsiteY1"/>
              </a:cxn>
              <a:cxn ang="0">
                <a:pos x="connsiteX2" y="connsiteY2"/>
              </a:cxn>
              <a:cxn ang="0">
                <a:pos x="connsiteX3" y="connsiteY3"/>
              </a:cxn>
            </a:cxnLst>
            <a:rect l="l" t="t" r="r" b="b"/>
            <a:pathLst>
              <a:path w="2977628" h="3209636">
                <a:moveTo>
                  <a:pt x="0" y="0"/>
                </a:moveTo>
                <a:lnTo>
                  <a:pt x="2977628" y="0"/>
                </a:lnTo>
                <a:lnTo>
                  <a:pt x="2977628" y="3209636"/>
                </a:lnTo>
                <a:lnTo>
                  <a:pt x="0" y="3209636"/>
                </a:lnTo>
                <a:close/>
              </a:path>
            </a:pathLst>
          </a:cu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1"/>
          </p:nvPr>
        </p:nvSpPr>
        <p:spPr>
          <a:xfrm>
            <a:off x="1216933" y="347251"/>
            <a:ext cx="8920029" cy="399415"/>
          </a:xfrm>
        </p:spPr>
        <p:txBody>
          <a:bodyPr/>
          <a:lstStyle/>
          <a:p>
            <a:r>
              <a:rPr lang="zh-CN" altLang="en-US" dirty="0">
                <a:solidFill>
                  <a:schemeClr val="accent1"/>
                </a:solidFill>
                <a:ea typeface="+mn-ea"/>
                <a:cs typeface="Arial" panose="020B0604020202020204" pitchFamily="34" charset="0"/>
              </a:rPr>
              <a:t>总体架构</a:t>
            </a:r>
            <a:r>
              <a:rPr lang="zh-CN" altLang="en-US" dirty="0">
                <a:solidFill>
                  <a:schemeClr val="accent1"/>
                </a:solidFill>
                <a:ea typeface="+mn-ea"/>
                <a:cs typeface="+mn-ea"/>
              </a:rPr>
              <a:t>图</a:t>
            </a:r>
            <a:endParaRPr lang="zh-CN" altLang="en-US">
              <a:ea typeface="+mn-ea"/>
              <a:cs typeface="+mn-ea"/>
            </a:endParaRPr>
          </a:p>
        </p:txBody>
      </p:sp>
      <p:sp>
        <p:nvSpPr>
          <p:cNvPr id="2" name="日期占位符 1"/>
          <p:cNvSpPr>
            <a:spLocks noGrp="1"/>
          </p:cNvSpPr>
          <p:nvPr>
            <p:ph type="dt" sz="half" idx="14"/>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3" name="灯片编号占位符 2"/>
          <p:cNvSpPr>
            <a:spLocks noGrp="1"/>
          </p:cNvSpPr>
          <p:nvPr>
            <p:ph type="sldNum" sz="quarter" idx="16"/>
          </p:nvPr>
        </p:nvSpPr>
        <p:spPr/>
        <p:txBody>
          <a:bodyPr/>
          <a:lstStyle/>
          <a:p>
            <a:fld id="{C79ECAFE-A460-4E13-ABCB-32CAE6136244}" type="slidenum">
              <a:rPr lang="zh-CN" altLang="en-US" smtClean="0"/>
            </a:fld>
            <a:endParaRPr lang="zh-CN" altLang="en-US" dirty="0"/>
          </a:p>
        </p:txBody>
      </p:sp>
      <p:sp>
        <p:nvSpPr>
          <p:cNvPr id="4" name="文本框 3"/>
          <p:cNvSpPr txBox="1"/>
          <p:nvPr userDrawn="1"/>
        </p:nvSpPr>
        <p:spPr>
          <a:xfrm>
            <a:off x="3736378" y="2559725"/>
            <a:ext cx="309880" cy="368300"/>
          </a:xfrm>
          <a:prstGeom prst="rect">
            <a:avLst/>
          </a:prstGeom>
        </p:spPr>
        <p:txBody>
          <a:bodyPr wrap="none" rtlCol="0">
            <a:spAutoFit/>
          </a:bodyPr>
          <a:p>
            <a:endParaRPr lang="zh-CN" altLang="en-US"/>
          </a:p>
        </p:txBody>
      </p:sp>
      <p:pic>
        <p:nvPicPr>
          <p:cNvPr id="36" name="图片 36"/>
          <p:cNvPicPr>
            <a:picLocks noChangeAspect="1"/>
          </p:cNvPicPr>
          <p:nvPr/>
        </p:nvPicPr>
        <p:blipFill>
          <a:blip r:embed="rId1"/>
          <a:stretch>
            <a:fillRect/>
          </a:stretch>
        </p:blipFill>
        <p:spPr>
          <a:xfrm>
            <a:off x="520667" y="1098987"/>
            <a:ext cx="4632550" cy="5044332"/>
          </a:xfrm>
          <a:prstGeom prst="rect">
            <a:avLst/>
          </a:prstGeom>
        </p:spPr>
      </p:pic>
      <p:sp>
        <p:nvSpPr>
          <p:cNvPr id="6" name="文本框 5"/>
          <p:cNvSpPr txBox="1"/>
          <p:nvPr userDrawn="1"/>
        </p:nvSpPr>
        <p:spPr>
          <a:xfrm>
            <a:off x="5296518" y="1359601"/>
            <a:ext cx="7040880" cy="4523105"/>
          </a:xfrm>
          <a:prstGeom prst="rect">
            <a:avLst/>
          </a:prstGeom>
        </p:spPr>
        <p:txBody>
          <a:bodyPr wrap="none" rtlCol="0">
            <a:spAutoFit/>
          </a:bodyPr>
          <a:p>
            <a:pPr lvl="1" algn="l"/>
            <a:r>
              <a:rPr lang="zh-CN" altLang="en-US"/>
              <a:t>系统分为用户层、平台应用层、数据共享层和数据资源层</a:t>
            </a:r>
            <a:endParaRPr lang="zh-CN" altLang="en-US"/>
          </a:p>
          <a:p>
            <a:pPr algn="l"/>
            <a:endParaRPr lang="zh-CN" altLang="en-US"/>
          </a:p>
          <a:p>
            <a:pPr lvl="1" algn="l"/>
            <a:r>
              <a:rPr lang="zh-CN" altLang="en-US"/>
              <a:t>其中用户层负责在网页上向用户提供信息并且与用户进行交互。</a:t>
            </a:r>
            <a:endParaRPr lang="zh-CN" altLang="en-US"/>
          </a:p>
          <a:p>
            <a:pPr algn="l"/>
            <a:r>
              <a:rPr lang="zh-CN" altLang="en-US"/>
              <a:t>用户层主要负责为用户提供友好的界面，便于用户直观地使用系统</a:t>
            </a:r>
            <a:endParaRPr lang="zh-CN" altLang="en-US"/>
          </a:p>
          <a:p>
            <a:pPr algn="l"/>
            <a:r>
              <a:rPr lang="zh-CN" altLang="en-US"/>
              <a:t>的各项功能。</a:t>
            </a:r>
            <a:endParaRPr lang="zh-CN" altLang="en-US"/>
          </a:p>
          <a:p>
            <a:pPr algn="l"/>
            <a:endParaRPr lang="zh-CN" altLang="en-US"/>
          </a:p>
          <a:p>
            <a:pPr lvl="1" algn="l"/>
            <a:r>
              <a:rPr lang="zh-CN" altLang="en-US"/>
              <a:t>平台应用层是架构的核心层，负责提供数据可视化、数据查询、</a:t>
            </a:r>
            <a:endParaRPr lang="zh-CN" altLang="en-US"/>
          </a:p>
          <a:p>
            <a:pPr algn="l"/>
            <a:r>
              <a:rPr lang="zh-CN" altLang="en-US"/>
              <a:t>市场动态等功能，向数据共享层获取数据并传输至用户层。</a:t>
            </a:r>
            <a:endParaRPr lang="zh-CN" altLang="en-US"/>
          </a:p>
          <a:p>
            <a:pPr algn="l"/>
            <a:endParaRPr lang="zh-CN" altLang="en-US"/>
          </a:p>
          <a:p>
            <a:pPr lvl="1" algn="l"/>
            <a:r>
              <a:rPr lang="zh-CN" altLang="en-US"/>
              <a:t>数据共享层作为系统核心数据存储中心，负责与上层应用和底</a:t>
            </a:r>
            <a:endParaRPr lang="zh-CN" altLang="en-US"/>
          </a:p>
          <a:p>
            <a:pPr algn="l"/>
            <a:r>
              <a:rPr lang="zh-CN" altLang="en-US"/>
              <a:t>层资源连接。它确保数据的高效存取和共享，同时支撑分析系统的</a:t>
            </a:r>
            <a:endParaRPr lang="zh-CN" altLang="en-US"/>
          </a:p>
          <a:p>
            <a:pPr algn="l"/>
            <a:r>
              <a:rPr lang="zh-CN" altLang="en-US"/>
              <a:t>实时查询与分析需求。</a:t>
            </a:r>
            <a:endParaRPr lang="zh-CN" altLang="en-US"/>
          </a:p>
          <a:p>
            <a:pPr algn="l"/>
            <a:endParaRPr lang="zh-CN" altLang="en-US"/>
          </a:p>
          <a:p>
            <a:pPr lvl="1" algn="l"/>
            <a:r>
              <a:rPr lang="zh-CN" altLang="en-US"/>
              <a:t>数据资源层主要包含数据存储与分析系统、源数据库和网络爬</a:t>
            </a:r>
            <a:endParaRPr lang="zh-CN" altLang="en-US"/>
          </a:p>
          <a:p>
            <a:pPr algn="l"/>
            <a:r>
              <a:rPr lang="zh-CN" altLang="en-US"/>
              <a:t>虫数据三个部分，实现数据的爬取、存储、处理和分析，确保系统</a:t>
            </a:r>
            <a:endParaRPr lang="zh-CN" altLang="en-US"/>
          </a:p>
          <a:p>
            <a:pPr algn="l"/>
            <a:r>
              <a:rPr lang="zh-CN" altLang="en-US"/>
              <a:t>对海量数据的高效管理。</a:t>
            </a:r>
            <a:endParaRPr lang="zh-CN" alt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1"/>
          </p:nvPr>
        </p:nvSpPr>
        <p:spPr>
          <a:xfrm>
            <a:off x="1216933" y="347251"/>
            <a:ext cx="8920029" cy="399415"/>
          </a:xfrm>
        </p:spPr>
        <p:txBody>
          <a:bodyPr/>
          <a:lstStyle/>
          <a:p>
            <a:r>
              <a:rPr lang="zh-CN" altLang="en-US">
                <a:ea typeface="+mn-ea"/>
                <a:cs typeface="+mn-ea"/>
              </a:rPr>
              <a:t>组件</a:t>
            </a:r>
            <a:r>
              <a:rPr lang="zh-CN" altLang="en-US">
                <a:ea typeface="+mn-ea"/>
                <a:cs typeface="Arial" panose="020B0604020202020204" pitchFamily="34" charset="0"/>
              </a:rPr>
              <a:t>——</a:t>
            </a:r>
            <a:r>
              <a:rPr lang="zh-CN" altLang="en-US">
                <a:ea typeface="+mn-ea"/>
                <a:cs typeface="+mn-ea"/>
              </a:rPr>
              <a:t>平台应用层</a:t>
            </a:r>
            <a:endParaRPr lang="zh-CN" altLang="en-US">
              <a:ea typeface="+mn-ea"/>
              <a:cs typeface="+mn-ea"/>
            </a:endParaRPr>
          </a:p>
        </p:txBody>
      </p:sp>
      <p:sp>
        <p:nvSpPr>
          <p:cNvPr id="2" name="日期占位符 1"/>
          <p:cNvSpPr>
            <a:spLocks noGrp="1"/>
          </p:cNvSpPr>
          <p:nvPr>
            <p:ph type="dt" sz="half" idx="14"/>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3" name="灯片编号占位符 2"/>
          <p:cNvSpPr>
            <a:spLocks noGrp="1"/>
          </p:cNvSpPr>
          <p:nvPr>
            <p:ph type="sldNum" sz="quarter" idx="16"/>
          </p:nvPr>
        </p:nvSpPr>
        <p:spPr/>
        <p:txBody>
          <a:bodyPr/>
          <a:lstStyle/>
          <a:p>
            <a:fld id="{C79ECAFE-A460-4E13-ABCB-32CAE6136244}" type="slidenum">
              <a:rPr lang="zh-CN" altLang="en-US" smtClean="0"/>
            </a:fld>
            <a:endParaRPr lang="zh-CN" altLang="en-US" dirty="0"/>
          </a:p>
        </p:txBody>
      </p:sp>
      <p:pic>
        <p:nvPicPr>
          <p:cNvPr id="35" name="图片 35"/>
          <p:cNvPicPr>
            <a:picLocks noChangeAspect="1"/>
          </p:cNvPicPr>
          <p:nvPr/>
        </p:nvPicPr>
        <p:blipFill>
          <a:blip r:embed="rId1"/>
          <a:stretch>
            <a:fillRect/>
          </a:stretch>
        </p:blipFill>
        <p:spPr>
          <a:xfrm>
            <a:off x="89104" y="886107"/>
            <a:ext cx="4781444" cy="5085880"/>
          </a:xfrm>
          <a:prstGeom prst="rect">
            <a:avLst/>
          </a:prstGeom>
        </p:spPr>
      </p:pic>
      <p:sp>
        <p:nvSpPr>
          <p:cNvPr id="4" name="文本框 3"/>
          <p:cNvSpPr txBox="1"/>
          <p:nvPr userDrawn="1"/>
        </p:nvSpPr>
        <p:spPr>
          <a:xfrm>
            <a:off x="4795876" y="1172075"/>
            <a:ext cx="7625080" cy="4799965"/>
          </a:xfrm>
          <a:prstGeom prst="rect">
            <a:avLst/>
          </a:prstGeom>
        </p:spPr>
        <p:txBody>
          <a:bodyPr wrap="none" rtlCol="0">
            <a:spAutoFit/>
          </a:bodyPr>
          <a:p>
            <a:pPr algn="l"/>
            <a:r>
              <a:rPr lang="zh-CN" altLang="en-US"/>
              <a:t>在平台应用层中，根据功能划分了六个组件：</a:t>
            </a:r>
            <a:endParaRPr lang="zh-CN" altLang="en-US"/>
          </a:p>
          <a:p>
            <a:pPr algn="l"/>
            <a:endParaRPr lang="zh-CN" altLang="en-US"/>
          </a:p>
          <a:p>
            <a:pPr algn="l"/>
            <a:r>
              <a:rPr lang="en-US" altLang="zh-CN"/>
              <a:t>1</a:t>
            </a:r>
            <a:r>
              <a:rPr lang="zh-CN" altLang="en-US"/>
              <a:t>）数据可视化展示组件：提供图表、图形等形式的直观展示，帮助</a:t>
            </a:r>
            <a:endParaRPr lang="zh-CN" altLang="en-US"/>
          </a:p>
          <a:p>
            <a:pPr algn="l"/>
            <a:r>
              <a:rPr lang="zh-CN" altLang="en-US"/>
              <a:t>用户更快理解数据。</a:t>
            </a:r>
            <a:endParaRPr lang="zh-CN" altLang="en-US"/>
          </a:p>
          <a:p>
            <a:pPr algn="l"/>
            <a:endParaRPr lang="zh-CN" altLang="en-US"/>
          </a:p>
          <a:p>
            <a:pPr algn="l"/>
            <a:r>
              <a:rPr lang="en-US" altLang="zh-CN"/>
              <a:t>2</a:t>
            </a:r>
            <a:r>
              <a:rPr lang="zh-CN" altLang="en-US"/>
              <a:t>）数据查询组件：支持用户输入查询条件，实时检索所需数据。</a:t>
            </a:r>
            <a:endParaRPr lang="zh-CN" altLang="en-US"/>
          </a:p>
          <a:p>
            <a:pPr algn="l"/>
            <a:endParaRPr lang="zh-CN" altLang="en-US"/>
          </a:p>
          <a:p>
            <a:pPr algn="l"/>
            <a:r>
              <a:rPr lang="en-US" altLang="zh-CN"/>
              <a:t>3</a:t>
            </a:r>
            <a:r>
              <a:rPr lang="zh-CN" altLang="en-US"/>
              <a:t>）市场动态组件：展示市场最新动态信息，包括供需情况和趋势分析。</a:t>
            </a:r>
            <a:endParaRPr lang="zh-CN" altLang="en-US"/>
          </a:p>
          <a:p>
            <a:pPr algn="l"/>
            <a:endParaRPr lang="zh-CN" altLang="en-US"/>
          </a:p>
          <a:p>
            <a:pPr algn="l"/>
            <a:r>
              <a:rPr lang="en-US" altLang="zh-CN"/>
              <a:t>4</a:t>
            </a:r>
            <a:r>
              <a:rPr lang="zh-CN" altLang="en-US"/>
              <a:t>）数据分析组件：提供多维度数据分析功能，帮助用户挖掘数据价值。</a:t>
            </a:r>
            <a:endParaRPr lang="zh-CN" altLang="en-US"/>
          </a:p>
          <a:p>
            <a:pPr algn="l"/>
            <a:endParaRPr lang="zh-CN" altLang="en-US"/>
          </a:p>
          <a:p>
            <a:pPr algn="l"/>
            <a:r>
              <a:rPr lang="en-US" altLang="zh-CN"/>
              <a:t>5</a:t>
            </a:r>
            <a:r>
              <a:rPr lang="zh-CN" altLang="en-US"/>
              <a:t>）价格预测组件：基于历史数据和模型进行价格预测，为决策提供参考。</a:t>
            </a:r>
            <a:endParaRPr lang="zh-CN" altLang="en-US"/>
          </a:p>
          <a:p>
            <a:pPr algn="l"/>
            <a:endParaRPr lang="zh-CN" altLang="en-US"/>
          </a:p>
          <a:p>
            <a:pPr algn="l"/>
            <a:r>
              <a:rPr lang="en-US" altLang="zh-CN"/>
              <a:t>6</a:t>
            </a:r>
            <a:r>
              <a:rPr lang="zh-CN" altLang="en-US"/>
              <a:t>）注册登录组件：实现用户账号管理和权限控制。</a:t>
            </a:r>
            <a:endParaRPr lang="zh-CN" altLang="en-US"/>
          </a:p>
          <a:p>
            <a:pPr algn="l"/>
            <a:endParaRPr lang="zh-CN" altLang="en-US"/>
          </a:p>
          <a:p>
            <a:pPr algn="l"/>
            <a:r>
              <a:rPr lang="zh-CN" altLang="en-US"/>
              <a:t>他们使用接口调用连接件从数据共享层中获取数据并为上层的用户层提</a:t>
            </a:r>
            <a:endParaRPr lang="zh-CN" altLang="en-US"/>
          </a:p>
          <a:p>
            <a:pPr algn="l"/>
            <a:r>
              <a:rPr lang="zh-CN" altLang="en-US"/>
              <a:t>供所需要的服务</a:t>
            </a:r>
            <a:endParaRPr lang="zh-CN" alt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r>
              <a:rPr lang="zh-CN" altLang="en-US" dirty="0">
                <a:cs typeface="+mn-ea"/>
              </a:rPr>
              <a:t>事件驱动微服务风格</a:t>
            </a:r>
            <a:endParaRPr lang="zh-CN" altLang="en-US" dirty="0">
              <a:cs typeface="+mn-ea"/>
            </a:endParaRPr>
          </a:p>
        </p:txBody>
      </p:sp>
      <p:sp>
        <p:nvSpPr>
          <p:cNvPr id="6" name="文本占位符 5"/>
          <p:cNvSpPr>
            <a:spLocks noGrp="1"/>
          </p:cNvSpPr>
          <p:nvPr>
            <p:ph type="body" sz="quarter" idx="11"/>
          </p:nvPr>
        </p:nvSpPr>
        <p:spPr/>
        <p:txBody>
          <a:bodyPr/>
          <a:lstStyle/>
          <a:p>
            <a:r>
              <a:rPr lang="en-US" altLang="zh-CN" dirty="0">
                <a:solidFill>
                  <a:prstClr val="white">
                    <a:lumMod val="75000"/>
                  </a:prstClr>
                </a:solidFill>
                <a:cs typeface="+mn-ea"/>
              </a:rPr>
              <a:t>Research Analysis And Results </a:t>
            </a:r>
            <a:endParaRPr lang="en-US" altLang="zh-CN" sz="1000" dirty="0">
              <a:solidFill>
                <a:prstClr val="white">
                  <a:lumMod val="75000"/>
                </a:prstClr>
              </a:solidFill>
              <a:cs typeface="+mn-ea"/>
            </a:endParaRPr>
          </a:p>
        </p:txBody>
      </p:sp>
      <p:sp>
        <p:nvSpPr>
          <p:cNvPr id="4" name="日期占位符 3"/>
          <p:cNvSpPr>
            <a:spLocks noGrp="1"/>
          </p:cNvSpPr>
          <p:nvPr>
            <p:ph type="dt" sz="half" idx="12"/>
          </p:nvPr>
        </p:nvSpPr>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pic>
        <p:nvPicPr>
          <p:cNvPr id="7" name="图片 6"/>
          <p:cNvPicPr>
            <a:picLocks noChangeAspect="1"/>
          </p:cNvPicPr>
          <p:nvPr/>
        </p:nvPicPr>
        <p:blipFill>
          <a:blip r:embed="rId1"/>
          <a:srcRect l="24798" t="13433" r="24798" b="26261"/>
          <a:stretch>
            <a:fillRect/>
          </a:stretch>
        </p:blipFill>
        <p:spPr>
          <a:xfrm>
            <a:off x="1132586" y="1337624"/>
            <a:ext cx="2977628" cy="3209636"/>
          </a:xfrm>
          <a:custGeom>
            <a:avLst/>
            <a:gdLst>
              <a:gd name="connsiteX0" fmla="*/ 0 w 2977628"/>
              <a:gd name="connsiteY0" fmla="*/ 0 h 3209636"/>
              <a:gd name="connsiteX1" fmla="*/ 2977628 w 2977628"/>
              <a:gd name="connsiteY1" fmla="*/ 0 h 3209636"/>
              <a:gd name="connsiteX2" fmla="*/ 2977628 w 2977628"/>
              <a:gd name="connsiteY2" fmla="*/ 3209636 h 3209636"/>
              <a:gd name="connsiteX3" fmla="*/ 0 w 2977628"/>
              <a:gd name="connsiteY3" fmla="*/ 3209636 h 3209636"/>
            </a:gdLst>
            <a:ahLst/>
            <a:cxnLst>
              <a:cxn ang="0">
                <a:pos x="connsiteX0" y="connsiteY0"/>
              </a:cxn>
              <a:cxn ang="0">
                <a:pos x="connsiteX1" y="connsiteY1"/>
              </a:cxn>
              <a:cxn ang="0">
                <a:pos x="connsiteX2" y="connsiteY2"/>
              </a:cxn>
              <a:cxn ang="0">
                <a:pos x="connsiteX3" y="connsiteY3"/>
              </a:cxn>
            </a:cxnLst>
            <a:rect l="l" t="t" r="r" b="b"/>
            <a:pathLst>
              <a:path w="2977628" h="3209636">
                <a:moveTo>
                  <a:pt x="0" y="0"/>
                </a:moveTo>
                <a:lnTo>
                  <a:pt x="2977628" y="0"/>
                </a:lnTo>
                <a:lnTo>
                  <a:pt x="2977628" y="3209636"/>
                </a:lnTo>
                <a:lnTo>
                  <a:pt x="0" y="3209636"/>
                </a:lnTo>
                <a:close/>
              </a:path>
            </a:pathLst>
          </a:cu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1"/>
          </p:nvPr>
        </p:nvSpPr>
        <p:spPr>
          <a:xfrm>
            <a:off x="1216933" y="347251"/>
            <a:ext cx="8920029" cy="399415"/>
          </a:xfrm>
        </p:spPr>
        <p:txBody>
          <a:bodyPr/>
          <a:lstStyle/>
          <a:p>
            <a:r>
              <a:rPr lang="zh-CN" altLang="en-US">
                <a:solidFill>
                  <a:schemeClr val="accent1"/>
                </a:solidFill>
                <a:ea typeface="+mn-ea"/>
                <a:cs typeface="+mn-ea"/>
              </a:rPr>
              <a:t>功能</a:t>
            </a:r>
            <a:r>
              <a:rPr lang="zh-CN" altLang="en-US">
                <a:solidFill>
                  <a:schemeClr val="accent1"/>
                </a:solidFill>
                <a:ea typeface="+mn-ea"/>
                <a:cs typeface="Arial" panose="020B0604020202020204" pitchFamily="34" charset="0"/>
              </a:rPr>
              <a:t>模块划分</a:t>
            </a:r>
            <a:endParaRPr lang="zh-CN" altLang="en-US">
              <a:ea typeface="+mn-ea"/>
              <a:cs typeface="Arial" panose="020B0604020202020204" pitchFamily="34" charset="0"/>
            </a:endParaRPr>
          </a:p>
        </p:txBody>
      </p:sp>
      <p:sp>
        <p:nvSpPr>
          <p:cNvPr id="2" name="日期占位符 1"/>
          <p:cNvSpPr>
            <a:spLocks noGrp="1"/>
          </p:cNvSpPr>
          <p:nvPr>
            <p:ph type="dt" sz="half" idx="14"/>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3" name="灯片编号占位符 2"/>
          <p:cNvSpPr>
            <a:spLocks noGrp="1"/>
          </p:cNvSpPr>
          <p:nvPr>
            <p:ph type="sldNum" sz="quarter" idx="16"/>
          </p:nvPr>
        </p:nvSpPr>
        <p:spPr/>
        <p:txBody>
          <a:bodyPr/>
          <a:lstStyle/>
          <a:p>
            <a:fld id="{C79ECAFE-A460-4E13-ABCB-32CAE6136244}" type="slidenum">
              <a:rPr lang="zh-CN" altLang="en-US" smtClean="0"/>
            </a:fld>
            <a:endParaRPr lang="zh-CN" altLang="en-US" dirty="0"/>
          </a:p>
        </p:txBody>
      </p:sp>
      <p:sp>
        <p:nvSpPr>
          <p:cNvPr id="4" name="文本框 3"/>
          <p:cNvSpPr txBox="1"/>
          <p:nvPr userDrawn="1"/>
        </p:nvSpPr>
        <p:spPr>
          <a:xfrm>
            <a:off x="893986" y="4543849"/>
            <a:ext cx="10818838" cy="1802386"/>
          </a:xfrm>
          <a:prstGeom prst="rect">
            <a:avLst/>
          </a:prstGeom>
        </p:spPr>
        <p:txBody>
          <a:bodyPr wrap="square" rtlCol="0">
            <a:noAutofit/>
          </a:bodyPr>
          <a:p>
            <a:pPr algn="l"/>
            <a:r>
              <a:rPr lang="zh-CN" altLang="en-US"/>
              <a:t>      系统整体分为十二个模块，分别是用户管理模块、市场动态展示模块、粮食作物模块、蔬菜模块、经济作物模块、水果模块、花卉作物模块、油料植物模块、其他作物模块（包含茶叶、糖料、热带作物、较为稀有植物等剩余较小的植物类别）、畜禽模块、水产品模块以及管理员管理模块。各模块通过前端和后端的交互和各模块之间的通信，构成了一个完整的数据分析与管理流程。</a:t>
            </a:r>
            <a:endParaRPr lang="zh-CN" altLang="en-US"/>
          </a:p>
          <a:p>
            <a:pPr algn="l"/>
            <a:r>
              <a:rPr lang="zh-CN" altLang="en-US"/>
              <a:t>      其中粮食作物模块等与农产品类别命名的模块内部均类似，分为数据收集、数据分析、数据展示和价格预测四个组成部分。</a:t>
            </a:r>
            <a:endParaRPr lang="zh-CN" altLang="en-US"/>
          </a:p>
        </p:txBody>
      </p:sp>
      <p:pic>
        <p:nvPicPr>
          <p:cNvPr id="8" name="图片 7" descr="upload_post_object_v2_3245113692"/>
          <p:cNvPicPr>
            <a:picLocks noChangeAspect="1"/>
          </p:cNvPicPr>
          <p:nvPr/>
        </p:nvPicPr>
        <p:blipFill>
          <a:blip r:embed="rId1"/>
          <a:stretch>
            <a:fillRect/>
          </a:stretch>
        </p:blipFill>
        <p:spPr>
          <a:xfrm>
            <a:off x="0" y="848171"/>
            <a:ext cx="12192000" cy="3695700"/>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1"/>
          </p:nvPr>
        </p:nvSpPr>
        <p:spPr>
          <a:xfrm>
            <a:off x="1216933" y="347251"/>
            <a:ext cx="8920029" cy="399415"/>
          </a:xfrm>
        </p:spPr>
        <p:txBody>
          <a:bodyPr/>
          <a:lstStyle/>
          <a:p>
            <a:r>
              <a:rPr lang="zh-CN" altLang="en-US">
                <a:ea typeface="+mn-ea"/>
                <a:cs typeface="+mn-ea"/>
              </a:rPr>
              <a:t>总体架构图</a:t>
            </a:r>
            <a:endParaRPr lang="zh-CN" altLang="en-US">
              <a:ea typeface="+mn-ea"/>
              <a:cs typeface="+mn-ea"/>
            </a:endParaRPr>
          </a:p>
        </p:txBody>
      </p:sp>
      <p:sp>
        <p:nvSpPr>
          <p:cNvPr id="2" name="日期占位符 1"/>
          <p:cNvSpPr>
            <a:spLocks noGrp="1"/>
          </p:cNvSpPr>
          <p:nvPr>
            <p:ph type="dt" sz="half" idx="14"/>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3" name="灯片编号占位符 2"/>
          <p:cNvSpPr>
            <a:spLocks noGrp="1"/>
          </p:cNvSpPr>
          <p:nvPr>
            <p:ph type="sldNum" sz="quarter" idx="16"/>
          </p:nvPr>
        </p:nvSpPr>
        <p:spPr/>
        <p:txBody>
          <a:bodyPr/>
          <a:lstStyle/>
          <a:p>
            <a:fld id="{C79ECAFE-A460-4E13-ABCB-32CAE6136244}" type="slidenum">
              <a:rPr lang="zh-CN" altLang="en-US" smtClean="0"/>
            </a:fld>
            <a:endParaRPr lang="zh-CN" altLang="en-US" dirty="0"/>
          </a:p>
        </p:txBody>
      </p:sp>
      <p:sp>
        <p:nvSpPr>
          <p:cNvPr id="4" name="文本框 3"/>
          <p:cNvSpPr txBox="1"/>
          <p:nvPr userDrawn="1"/>
        </p:nvSpPr>
        <p:spPr>
          <a:xfrm>
            <a:off x="4915357" y="883812"/>
            <a:ext cx="6294397" cy="5717018"/>
          </a:xfrm>
          <a:prstGeom prst="rect">
            <a:avLst/>
          </a:prstGeom>
        </p:spPr>
        <p:txBody>
          <a:bodyPr wrap="square" rtlCol="0">
            <a:noAutofit/>
          </a:bodyPr>
          <a:p>
            <a:pPr algn="l"/>
            <a:r>
              <a:rPr lang="zh-CN" altLang="en-US"/>
              <a:t>该系统使用基于事件驱动微服务架构的体系结构</a:t>
            </a:r>
            <a:r>
              <a:rPr lang="en-US" altLang="zh-CN"/>
              <a:t>.</a:t>
            </a:r>
            <a:endParaRPr lang="en-US" altLang="zh-CN"/>
          </a:p>
          <a:p>
            <a:pPr algn="l"/>
            <a:endParaRPr lang="en-US" altLang="zh-CN"/>
          </a:p>
          <a:p>
            <a:pPr algn="l"/>
            <a:r>
              <a:rPr lang="zh-CN" altLang="en-US"/>
              <a:t>微服务是指将一个大型的应用程序拆分为多个小型、独立且自治的服务，每个服务专注于完成单一功能或业务逻辑。</a:t>
            </a:r>
            <a:endParaRPr lang="zh-CN" altLang="en-US"/>
          </a:p>
          <a:p>
            <a:pPr algn="l"/>
            <a:endParaRPr lang="zh-CN" altLang="en-US"/>
          </a:p>
          <a:p>
            <a:pPr algn="l"/>
            <a:r>
              <a:rPr lang="zh-CN" altLang="en-US"/>
              <a:t>事件驱动是指通信的方式，使用事件总线来实现</a:t>
            </a:r>
            <a:r>
              <a:rPr lang="en-US" altLang="zh-CN"/>
              <a:t>“</a:t>
            </a:r>
            <a:r>
              <a:rPr lang="zh-CN" altLang="en-US"/>
              <a:t>发布</a:t>
            </a:r>
            <a:r>
              <a:rPr lang="en-US" altLang="zh-CN"/>
              <a:t>-</a:t>
            </a:r>
            <a:r>
              <a:rPr lang="zh-CN" altLang="en-US"/>
              <a:t>订阅</a:t>
            </a:r>
            <a:r>
              <a:rPr lang="en-US" altLang="zh-CN"/>
              <a:t>”</a:t>
            </a:r>
            <a:r>
              <a:rPr lang="zh-CN" altLang="en-US"/>
              <a:t>的流处理机制以实现通信，具备松耦合、高扩展性和异步通信的特点。</a:t>
            </a:r>
            <a:endParaRPr lang="zh-CN" altLang="en-US"/>
          </a:p>
          <a:p>
            <a:pPr algn="l"/>
            <a:endParaRPr lang="zh-CN" altLang="en-US"/>
          </a:p>
          <a:p>
            <a:pPr algn="l"/>
            <a:r>
              <a:rPr lang="zh-CN" altLang="en-US"/>
              <a:t>相比与原先架构，主要改变在于将数据收集、数据查询、数据分析这些功能模块组合并按农产品种类纵切。</a:t>
            </a:r>
            <a:endParaRPr lang="zh-CN" altLang="en-US"/>
          </a:p>
          <a:p>
            <a:pPr algn="l"/>
            <a:r>
              <a:rPr lang="zh-CN" altLang="en-US"/>
              <a:t>其背后思想是因为各服务之间的功能是独立的，比如蔬菜数据收集和水果数据收集独立，避免了横切带来的大量数据传输，导致性能损耗。另一方面，考虑到负载均衡，将数据量较大的植物类进行了更细致的服务划分。</a:t>
            </a:r>
            <a:endParaRPr lang="zh-CN" altLang="en-US"/>
          </a:p>
          <a:p>
            <a:pPr algn="l"/>
            <a:endParaRPr lang="zh-CN" altLang="en-US"/>
          </a:p>
          <a:p>
            <a:pPr algn="l"/>
            <a:r>
              <a:rPr lang="zh-CN" altLang="en-US"/>
              <a:t>此外，对于</a:t>
            </a:r>
            <a:r>
              <a:rPr lang="zh-CN" altLang="en-US">
                <a:solidFill>
                  <a:schemeClr val="tx1"/>
                </a:solidFill>
              </a:rPr>
              <a:t>细节</a:t>
            </a:r>
            <a:r>
              <a:rPr lang="zh-CN" altLang="en-US"/>
              <a:t>设计上使用针对性、贴合的架构风格设计。数据收集采用管道</a:t>
            </a:r>
            <a:r>
              <a:rPr lang="en-US" altLang="zh-CN"/>
              <a:t>-</a:t>
            </a:r>
            <a:r>
              <a:rPr lang="zh-CN" altLang="en-US"/>
              <a:t>过滤器风格；价格预测则使用基于规则的设计风格；数据展示则采用模型</a:t>
            </a:r>
            <a:r>
              <a:rPr lang="en-US" altLang="zh-CN"/>
              <a:t>-</a:t>
            </a:r>
            <a:r>
              <a:rPr lang="zh-CN" altLang="en-US"/>
              <a:t>视图</a:t>
            </a:r>
            <a:r>
              <a:rPr lang="en-US" altLang="zh-CN"/>
              <a:t>-</a:t>
            </a:r>
            <a:r>
              <a:rPr lang="zh-CN" altLang="en-US"/>
              <a:t>控制器（</a:t>
            </a:r>
            <a:r>
              <a:rPr lang="en-US" altLang="zh-CN"/>
              <a:t>MVC</a:t>
            </a:r>
            <a:r>
              <a:rPr lang="zh-CN" altLang="en-US"/>
              <a:t>）风格；用户管理服务借助面向对象的风格。</a:t>
            </a:r>
            <a:endParaRPr lang="zh-CN" altLang="en-US"/>
          </a:p>
        </p:txBody>
      </p:sp>
      <p:pic>
        <p:nvPicPr>
          <p:cNvPr id="52" name="图片 52"/>
          <p:cNvPicPr>
            <a:picLocks noChangeAspect="1"/>
          </p:cNvPicPr>
          <p:nvPr/>
        </p:nvPicPr>
        <p:blipFill>
          <a:blip r:embed="rId1"/>
          <a:stretch>
            <a:fillRect/>
          </a:stretch>
        </p:blipFill>
        <p:spPr>
          <a:xfrm>
            <a:off x="557784" y="814528"/>
            <a:ext cx="4059793" cy="5941627"/>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1"/>
          </p:nvPr>
        </p:nvSpPr>
        <p:spPr>
          <a:xfrm>
            <a:off x="1216933" y="347251"/>
            <a:ext cx="8920029" cy="399415"/>
          </a:xfrm>
        </p:spPr>
        <p:txBody>
          <a:bodyPr/>
          <a:lstStyle/>
          <a:p>
            <a:r>
              <a:rPr lang="zh-CN" altLang="en-US">
                <a:ea typeface="+mn-ea"/>
                <a:cs typeface="+mn-ea"/>
              </a:rPr>
              <a:t>组件</a:t>
            </a:r>
            <a:endParaRPr lang="zh-CN" altLang="en-US">
              <a:ea typeface="+mn-ea"/>
              <a:cs typeface="+mn-ea"/>
            </a:endParaRPr>
          </a:p>
        </p:txBody>
      </p:sp>
      <p:sp>
        <p:nvSpPr>
          <p:cNvPr id="2" name="日期占位符 1"/>
          <p:cNvSpPr>
            <a:spLocks noGrp="1"/>
          </p:cNvSpPr>
          <p:nvPr>
            <p:ph type="dt" sz="half" idx="14"/>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3" name="灯片编号占位符 2"/>
          <p:cNvSpPr>
            <a:spLocks noGrp="1"/>
          </p:cNvSpPr>
          <p:nvPr>
            <p:ph type="sldNum" sz="quarter" idx="16"/>
          </p:nvPr>
        </p:nvSpPr>
        <p:spPr/>
        <p:txBody>
          <a:bodyPr/>
          <a:lstStyle/>
          <a:p>
            <a:fld id="{C79ECAFE-A460-4E13-ABCB-32CAE6136244}" type="slidenum">
              <a:rPr lang="zh-CN" altLang="en-US" smtClean="0"/>
            </a:fld>
            <a:endParaRPr lang="zh-CN" altLang="en-US" dirty="0"/>
          </a:p>
        </p:txBody>
      </p:sp>
      <p:sp>
        <p:nvSpPr>
          <p:cNvPr id="5" name="文本框 4"/>
          <p:cNvSpPr txBox="1"/>
          <p:nvPr/>
        </p:nvSpPr>
        <p:spPr>
          <a:xfrm>
            <a:off x="1356765" y="3594368"/>
            <a:ext cx="9478317" cy="2641283"/>
          </a:xfrm>
          <a:prstGeom prst="rect">
            <a:avLst/>
          </a:prstGeom>
          <a:noFill/>
        </p:spPr>
        <p:txBody>
          <a:bodyPr wrap="square" rtlCol="0" anchor="t">
            <a:noAutofit/>
          </a:bodyPr>
          <a:p>
            <a:r>
              <a:rPr lang="zh-CN" altLang="en-US"/>
              <a:t>    由于蔬菜数据收集模块需要系统定期从各种网络来源和公开数据库中自动采集相关蔬菜数据如每日蔬菜价格、蔬菜产量等，因此可以按照管道过滤器风格进行设计，同时通过多线程处理以提高运行效率，该模块可以分为数据爬取过滤器、数据清洗过滤器、数据转换过滤器、数据存储过滤器。</a:t>
            </a:r>
            <a:endParaRPr lang="zh-CN" altLang="en-US"/>
          </a:p>
          <a:p>
            <a:r>
              <a:rPr lang="zh-CN" altLang="en-US"/>
              <a:t>   通过管道过滤器的设计思路以及多线程的引入，整个数据收集服务得以实现高效、稳定的运行。每个过滤器组件独立负责特定的任务，同时通过标准化的输入输出端口实现组件之间的无缝衔接和高兼容性。得益于这种模块化设计，系统不仅在各个阶段能并行处理大量任务，还能充分利用多核处理器的计算能力，避免单点瓶颈问题。这种架构既确保了数据处理的流畅性，也为未来的功能扩展提供了良好的基础。</a:t>
            </a:r>
            <a:endParaRPr lang="zh-CN" altLang="en-US"/>
          </a:p>
        </p:txBody>
      </p:sp>
      <p:pic>
        <p:nvPicPr>
          <p:cNvPr id="8" name="图片 7" descr="upload_post_object_v2_1409586084"/>
          <p:cNvPicPr>
            <a:picLocks noChangeAspect="1"/>
          </p:cNvPicPr>
          <p:nvPr/>
        </p:nvPicPr>
        <p:blipFill>
          <a:blip r:embed="rId1"/>
          <a:stretch>
            <a:fillRect/>
          </a:stretch>
        </p:blipFill>
        <p:spPr>
          <a:xfrm>
            <a:off x="660378" y="1757514"/>
            <a:ext cx="10863406" cy="1511075"/>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1"/>
          </p:nvPr>
        </p:nvSpPr>
        <p:spPr>
          <a:xfrm>
            <a:off x="1216933" y="347251"/>
            <a:ext cx="8920029" cy="399415"/>
          </a:xfrm>
        </p:spPr>
        <p:txBody>
          <a:bodyPr/>
          <a:lstStyle/>
          <a:p>
            <a:r>
              <a:rPr lang="zh-CN" altLang="en-US">
                <a:ea typeface="+mn-ea"/>
                <a:cs typeface="+mn-ea"/>
              </a:rPr>
              <a:t>组件</a:t>
            </a:r>
            <a:endParaRPr lang="zh-CN" altLang="en-US">
              <a:ea typeface="+mn-ea"/>
              <a:cs typeface="+mn-ea"/>
            </a:endParaRPr>
          </a:p>
        </p:txBody>
      </p:sp>
      <p:sp>
        <p:nvSpPr>
          <p:cNvPr id="2" name="日期占位符 1"/>
          <p:cNvSpPr>
            <a:spLocks noGrp="1"/>
          </p:cNvSpPr>
          <p:nvPr>
            <p:ph type="dt" sz="half" idx="14"/>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3" name="灯片编号占位符 2"/>
          <p:cNvSpPr>
            <a:spLocks noGrp="1"/>
          </p:cNvSpPr>
          <p:nvPr>
            <p:ph type="sldNum" sz="quarter" idx="16"/>
          </p:nvPr>
        </p:nvSpPr>
        <p:spPr/>
        <p:txBody>
          <a:bodyPr/>
          <a:lstStyle/>
          <a:p>
            <a:fld id="{C79ECAFE-A460-4E13-ABCB-32CAE6136244}" type="slidenum">
              <a:rPr lang="zh-CN" altLang="en-US" smtClean="0"/>
            </a:fld>
            <a:endParaRPr lang="zh-CN" altLang="en-US" dirty="0"/>
          </a:p>
        </p:txBody>
      </p:sp>
      <p:sp>
        <p:nvSpPr>
          <p:cNvPr id="5" name="文本框 4"/>
          <p:cNvSpPr txBox="1"/>
          <p:nvPr/>
        </p:nvSpPr>
        <p:spPr>
          <a:xfrm>
            <a:off x="1406696" y="4618398"/>
            <a:ext cx="9784120" cy="1617341"/>
          </a:xfrm>
          <a:prstGeom prst="rect">
            <a:avLst/>
          </a:prstGeom>
          <a:noFill/>
        </p:spPr>
        <p:txBody>
          <a:bodyPr wrap="square" rtlCol="0" anchor="t">
            <a:noAutofit/>
          </a:bodyPr>
          <a:p>
            <a:r>
              <a:rPr lang="zh-CN" altLang="en-US"/>
              <a:t>   蔬菜价格预测服务就是根据收集的蔬菜相关数据对于未来价格进行预测。</a:t>
            </a:r>
            <a:endParaRPr lang="zh-CN" altLang="en-US"/>
          </a:p>
          <a:p>
            <a:r>
              <a:rPr lang="zh-CN" altLang="en-US"/>
              <a:t>   该模块使用基于规则的设计风格来设计蔬菜价格预测服务。这一设计是基于价格预测场景，不同场景对应一种不同的价格规则，比如输入蔬菜价格预测服务的数据类型可能不同，又比如用户类型不同可能同样的数据调用不同性能的价格预测模型。</a:t>
            </a:r>
            <a:endParaRPr lang="zh-CN" altLang="en-US"/>
          </a:p>
          <a:p>
            <a:r>
              <a:rPr lang="zh-CN" altLang="en-US"/>
              <a:t>具体设计上，基于规则的体系风格有三个核心部分，固定业务逻辑、可变业务逻辑和规则引擎</a:t>
            </a:r>
            <a:endParaRPr lang="zh-CN" altLang="en-US"/>
          </a:p>
        </p:txBody>
      </p:sp>
      <p:pic>
        <p:nvPicPr>
          <p:cNvPr id="4" name="图片 3" descr="upload_post_object_v2_1979689854"/>
          <p:cNvPicPr>
            <a:picLocks noChangeAspect="1"/>
          </p:cNvPicPr>
          <p:nvPr/>
        </p:nvPicPr>
        <p:blipFill>
          <a:blip r:embed="rId1"/>
          <a:stretch>
            <a:fillRect/>
          </a:stretch>
        </p:blipFill>
        <p:spPr>
          <a:xfrm>
            <a:off x="1754140" y="1053759"/>
            <a:ext cx="8683822" cy="3430785"/>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p:txBody>
          <a:bodyPr/>
          <a:lstStyle/>
          <a:p>
            <a:pPr lvl="0">
              <a:defRPr/>
            </a:pPr>
            <a:r>
              <a:rPr lang="en-US" altLang="zh-CN" dirty="0">
                <a:ea typeface="+mn-ea"/>
                <a:cs typeface="+mn-ea"/>
              </a:rPr>
              <a:t>ATAM</a:t>
            </a:r>
            <a:r>
              <a:rPr lang="zh-CN" altLang="en-US" dirty="0">
                <a:ea typeface="+mn-ea"/>
                <a:cs typeface="+mn-ea"/>
              </a:rPr>
              <a:t>方法分析对比</a:t>
            </a:r>
            <a:endParaRPr lang="zh-CN" altLang="en-US" dirty="0">
              <a:ea typeface="+mn-ea"/>
              <a:cs typeface="+mn-ea"/>
            </a:endParaRPr>
          </a:p>
        </p:txBody>
      </p:sp>
      <p:sp>
        <p:nvSpPr>
          <p:cNvPr id="7" name="文本占位符 6"/>
          <p:cNvSpPr>
            <a:spLocks noGrp="1"/>
          </p:cNvSpPr>
          <p:nvPr>
            <p:ph type="body" sz="quarter" idx="11"/>
          </p:nvPr>
        </p:nvSpPr>
        <p:spPr/>
        <p:txBody>
          <a:bodyPr/>
          <a:lstStyle/>
          <a:p>
            <a:r>
              <a:rPr lang="en-US" altLang="zh-CN" dirty="0">
                <a:solidFill>
                  <a:prstClr val="white">
                    <a:lumMod val="75000"/>
                  </a:prstClr>
                </a:solidFill>
                <a:cs typeface="+mn-ea"/>
              </a:rPr>
              <a:t>Main Conclusions</a:t>
            </a:r>
            <a:endParaRPr lang="en-US" altLang="zh-CN" sz="1000" dirty="0">
              <a:solidFill>
                <a:prstClr val="white">
                  <a:lumMod val="75000"/>
                </a:prstClr>
              </a:solidFill>
              <a:cs typeface="+mn-ea"/>
            </a:endParaRPr>
          </a:p>
        </p:txBody>
      </p:sp>
      <p:sp>
        <p:nvSpPr>
          <p:cNvPr id="2" name="日期占位符 1"/>
          <p:cNvSpPr>
            <a:spLocks noGrp="1"/>
          </p:cNvSpPr>
          <p:nvPr>
            <p:ph type="dt" sz="half" idx="12"/>
          </p:nvPr>
        </p:nvSpPr>
        <p:spPr>
          <a:xfrm>
            <a:off x="660400" y="6235702"/>
            <a:ext cx="334264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1" u="none" strike="noStrike" kern="1200" cap="none" spc="300" normalizeH="0" baseline="0" noProof="0">
                <a:ln>
                  <a:noFill/>
                </a:ln>
                <a:solidFill>
                  <a:srgbClr val="445437"/>
                </a:solidFill>
                <a:effectLst/>
                <a:uLnTx/>
                <a:uFillTx/>
                <a:latin typeface="微软雅黑" panose="020B0503020204020204" charset="-122"/>
                <a:ea typeface="微软雅黑" panose="020B0503020204020204" charset="-122"/>
                <a:cs typeface="+mn-ea"/>
              </a:rPr>
              <a:t>止于至善</a:t>
            </a:r>
            <a:endParaRPr kumimoji="0" lang="zh-CN" altLang="en-US" sz="1400" b="0" i="0" u="none" strike="noStrike" kern="1200" cap="none" spc="300" normalizeH="0" baseline="0" noProof="0" dirty="0">
              <a:ln>
                <a:noFill/>
              </a:ln>
              <a:solidFill>
                <a:prstClr val="white">
                  <a:lumMod val="75000"/>
                </a:prstClr>
              </a:solidFill>
              <a:effectLst/>
              <a:uLnTx/>
              <a:uFillTx/>
              <a:latin typeface="Arial" panose="020B0604020202020204"/>
              <a:ea typeface="微软雅黑" panose="020B0503020204020204" charset="-122"/>
              <a:cs typeface="+mn-ea"/>
            </a:endParaRPr>
          </a:p>
        </p:txBody>
      </p:sp>
      <p:pic>
        <p:nvPicPr>
          <p:cNvPr id="11" name="图片 10"/>
          <p:cNvPicPr>
            <a:picLocks noChangeAspect="1"/>
          </p:cNvPicPr>
          <p:nvPr/>
        </p:nvPicPr>
        <p:blipFill>
          <a:blip r:embed="rId1"/>
          <a:srcRect l="24588" t="13433" r="24588" b="26261"/>
          <a:stretch>
            <a:fillRect/>
          </a:stretch>
        </p:blipFill>
        <p:spPr>
          <a:xfrm>
            <a:off x="1110876" y="1342785"/>
            <a:ext cx="2977628" cy="3209636"/>
          </a:xfrm>
          <a:custGeom>
            <a:avLst/>
            <a:gdLst>
              <a:gd name="connsiteX0" fmla="*/ 0 w 2977628"/>
              <a:gd name="connsiteY0" fmla="*/ 0 h 3209636"/>
              <a:gd name="connsiteX1" fmla="*/ 2977628 w 2977628"/>
              <a:gd name="connsiteY1" fmla="*/ 0 h 3209636"/>
              <a:gd name="connsiteX2" fmla="*/ 2977628 w 2977628"/>
              <a:gd name="connsiteY2" fmla="*/ 3209636 h 3209636"/>
              <a:gd name="connsiteX3" fmla="*/ 0 w 2977628"/>
              <a:gd name="connsiteY3" fmla="*/ 3209636 h 3209636"/>
            </a:gdLst>
            <a:ahLst/>
            <a:cxnLst>
              <a:cxn ang="0">
                <a:pos x="connsiteX0" y="connsiteY0"/>
              </a:cxn>
              <a:cxn ang="0">
                <a:pos x="connsiteX1" y="connsiteY1"/>
              </a:cxn>
              <a:cxn ang="0">
                <a:pos x="connsiteX2" y="connsiteY2"/>
              </a:cxn>
              <a:cxn ang="0">
                <a:pos x="connsiteX3" y="connsiteY3"/>
              </a:cxn>
            </a:cxnLst>
            <a:rect l="l" t="t" r="r" b="b"/>
            <a:pathLst>
              <a:path w="2977628" h="3209636">
                <a:moveTo>
                  <a:pt x="0" y="0"/>
                </a:moveTo>
                <a:lnTo>
                  <a:pt x="2977628" y="0"/>
                </a:lnTo>
                <a:lnTo>
                  <a:pt x="2977628" y="3209636"/>
                </a:lnTo>
                <a:lnTo>
                  <a:pt x="0" y="3209636"/>
                </a:lnTo>
                <a:close/>
              </a:path>
            </a:pathLst>
          </a:cu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1"/>
          </p:nvPr>
        </p:nvSpPr>
        <p:spPr>
          <a:xfrm>
            <a:off x="1216933" y="347251"/>
            <a:ext cx="8920029" cy="399415"/>
          </a:xfrm>
        </p:spPr>
        <p:txBody>
          <a:bodyPr/>
          <a:lstStyle/>
          <a:p>
            <a:r>
              <a:rPr lang="zh-CN" altLang="en-US">
                <a:solidFill>
                  <a:schemeClr val="accent1"/>
                </a:solidFill>
                <a:ea typeface="+mn-ea"/>
                <a:cs typeface="+mn-ea"/>
              </a:rPr>
              <a:t>ATAM方法</a:t>
            </a:r>
            <a:endParaRPr lang="zh-CN" altLang="en-US">
              <a:ea typeface="+mn-ea"/>
              <a:cs typeface="+mn-ea"/>
            </a:endParaRPr>
          </a:p>
        </p:txBody>
      </p:sp>
      <p:sp>
        <p:nvSpPr>
          <p:cNvPr id="2" name="日期占位符 1"/>
          <p:cNvSpPr>
            <a:spLocks noGrp="1"/>
          </p:cNvSpPr>
          <p:nvPr>
            <p:ph type="dt" sz="half" idx="14"/>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3" name="灯片编号占位符 2"/>
          <p:cNvSpPr>
            <a:spLocks noGrp="1"/>
          </p:cNvSpPr>
          <p:nvPr>
            <p:ph type="sldNum" sz="quarter" idx="16"/>
          </p:nvPr>
        </p:nvSpPr>
        <p:spPr/>
        <p:txBody>
          <a:bodyPr/>
          <a:lstStyle/>
          <a:p>
            <a:fld id="{C79ECAFE-A460-4E13-ABCB-32CAE6136244}" type="slidenum">
              <a:rPr lang="zh-CN" altLang="en-US" smtClean="0"/>
            </a:fld>
            <a:endParaRPr lang="zh-CN" altLang="en-US" dirty="0"/>
          </a:p>
        </p:txBody>
      </p:sp>
      <p:pic>
        <p:nvPicPr>
          <p:cNvPr id="5" name="图片 4" descr="upload_post_object_v2_3257826321"/>
          <p:cNvPicPr>
            <a:picLocks noChangeAspect="1"/>
          </p:cNvPicPr>
          <p:nvPr/>
        </p:nvPicPr>
        <p:blipFill>
          <a:blip r:embed="rId1"/>
          <a:stretch>
            <a:fillRect/>
          </a:stretch>
        </p:blipFill>
        <p:spPr>
          <a:xfrm>
            <a:off x="3147451" y="921668"/>
            <a:ext cx="5058951" cy="5256053"/>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1"/>
          </p:nvPr>
        </p:nvSpPr>
        <p:spPr>
          <a:xfrm>
            <a:off x="1216933" y="347251"/>
            <a:ext cx="8920029" cy="399415"/>
          </a:xfrm>
        </p:spPr>
        <p:txBody>
          <a:bodyPr/>
          <a:lstStyle/>
          <a:p>
            <a:r>
              <a:rPr lang="zh-CN" altLang="en-US">
                <a:solidFill>
                  <a:schemeClr val="accent1"/>
                </a:solidFill>
                <a:ea typeface="+mn-ea"/>
                <a:cs typeface="+mn-ea"/>
              </a:rPr>
              <a:t>ATAM方法——质量属性映射</a:t>
            </a:r>
            <a:endParaRPr lang="zh-CN" altLang="en-US">
              <a:ea typeface="+mn-ea"/>
              <a:cs typeface="+mn-ea"/>
            </a:endParaRPr>
          </a:p>
        </p:txBody>
      </p:sp>
      <p:sp>
        <p:nvSpPr>
          <p:cNvPr id="2" name="日期占位符 1"/>
          <p:cNvSpPr>
            <a:spLocks noGrp="1"/>
          </p:cNvSpPr>
          <p:nvPr>
            <p:ph type="dt" sz="half" idx="14"/>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3" name="灯片编号占位符 2"/>
          <p:cNvSpPr>
            <a:spLocks noGrp="1"/>
          </p:cNvSpPr>
          <p:nvPr>
            <p:ph type="sldNum" sz="quarter" idx="16"/>
          </p:nvPr>
        </p:nvSpPr>
        <p:spPr/>
        <p:txBody>
          <a:bodyPr/>
          <a:lstStyle/>
          <a:p>
            <a:fld id="{C79ECAFE-A460-4E13-ABCB-32CAE6136244}" type="slidenum">
              <a:rPr lang="zh-CN" altLang="en-US" smtClean="0"/>
            </a:fld>
            <a:endParaRPr lang="zh-CN" altLang="en-US" dirty="0"/>
          </a:p>
        </p:txBody>
      </p:sp>
      <p:pic>
        <p:nvPicPr>
          <p:cNvPr id="12" name="图片 12"/>
          <p:cNvPicPr>
            <a:picLocks noChangeAspect="1"/>
          </p:cNvPicPr>
          <p:nvPr/>
        </p:nvPicPr>
        <p:blipFill>
          <a:blip r:embed="rId1"/>
          <a:srcRect r="55036" b="11071"/>
          <a:stretch>
            <a:fillRect/>
          </a:stretch>
        </p:blipFill>
        <p:spPr>
          <a:xfrm>
            <a:off x="781440" y="1200835"/>
            <a:ext cx="1879587" cy="2298884"/>
          </a:xfrm>
          <a:prstGeom prst="rect">
            <a:avLst/>
          </a:prstGeom>
        </p:spPr>
      </p:pic>
      <p:pic>
        <p:nvPicPr>
          <p:cNvPr id="4" name="图片 12"/>
          <p:cNvPicPr>
            <a:picLocks noChangeAspect="1"/>
          </p:cNvPicPr>
          <p:nvPr/>
        </p:nvPicPr>
        <p:blipFill>
          <a:blip r:embed="rId1"/>
          <a:srcRect l="56879"/>
          <a:stretch>
            <a:fillRect/>
          </a:stretch>
        </p:blipFill>
        <p:spPr>
          <a:xfrm>
            <a:off x="781440" y="3576773"/>
            <a:ext cx="1802533" cy="2585085"/>
          </a:xfrm>
          <a:prstGeom prst="rect">
            <a:avLst/>
          </a:prstGeom>
        </p:spPr>
      </p:pic>
      <p:graphicFrame>
        <p:nvGraphicFramePr>
          <p:cNvPr id="6" name="表格 5"/>
          <p:cNvGraphicFramePr/>
          <p:nvPr/>
        </p:nvGraphicFramePr>
        <p:xfrm>
          <a:off x="2902302" y="1200835"/>
          <a:ext cx="8533765" cy="5005070"/>
        </p:xfrm>
        <a:graphic>
          <a:graphicData uri="http://schemas.openxmlformats.org/drawingml/2006/table">
            <a:tbl>
              <a:tblPr/>
              <a:tblGrid>
                <a:gridCol w="4265930"/>
                <a:gridCol w="4267835"/>
              </a:tblGrid>
              <a:tr h="241935">
                <a:tc>
                  <a:txBody>
                    <a:bodyPr/>
                    <a:p>
                      <a:pPr indent="0">
                        <a:buNone/>
                      </a:pPr>
                      <a:r>
                        <a:rPr lang="zh-CN" sz="1400" b="1">
                          <a:ea typeface="宋体" pitchFamily="2" charset="-122"/>
                        </a:rPr>
                        <a:t>质量属性</a:t>
                      </a:r>
                      <a:endParaRPr lang="zh-CN" altLang="en-US" sz="14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400" b="1">
                          <a:ea typeface="宋体" pitchFamily="2" charset="-122"/>
                        </a:rPr>
                        <a:t>属性目标</a:t>
                      </a:r>
                      <a:endParaRPr lang="zh-CN" altLang="en-US" sz="14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1300">
                <a:tc>
                  <a:txBody>
                    <a:bodyPr/>
                    <a:p>
                      <a:pPr indent="0">
                        <a:buNone/>
                      </a:pPr>
                      <a:r>
                        <a:rPr lang="zh-CN" sz="1400" b="1">
                          <a:ea typeface="宋体" pitchFamily="2" charset="-122"/>
                        </a:rPr>
                        <a:t>外部质量属性</a:t>
                      </a:r>
                      <a:endParaRPr lang="zh-CN" altLang="en-US" sz="14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endParaRPr lang="en-US" altLang="en-US" sz="1400">
                        <a:latin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82600">
                <a:tc>
                  <a:txBody>
                    <a:bodyPr/>
                    <a:p>
                      <a:pPr indent="0">
                        <a:buNone/>
                      </a:pPr>
                      <a:r>
                        <a:rPr lang="zh-CN" sz="1400">
                          <a:ea typeface="宋体" pitchFamily="2" charset="-122"/>
                        </a:rPr>
                        <a:t>性能</a:t>
                      </a:r>
                      <a:endParaRPr lang="zh-CN" altLang="en-US" sz="14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400">
                          <a:ea typeface="宋体" pitchFamily="2" charset="-122"/>
                        </a:rPr>
                        <a:t>系统应该具有较快的响应时间，特别是在数据分析和价格预测等核心功能上，处理应该是流畅的</a:t>
                      </a:r>
                      <a:endParaRPr lang="zh-CN" altLang="en-US" sz="14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83870">
                <a:tc>
                  <a:txBody>
                    <a:bodyPr/>
                    <a:p>
                      <a:pPr indent="0">
                        <a:buNone/>
                      </a:pPr>
                      <a:r>
                        <a:rPr lang="zh-CN" sz="1400">
                          <a:ea typeface="宋体" pitchFamily="2" charset="-122"/>
                        </a:rPr>
                        <a:t>可用性</a:t>
                      </a:r>
                      <a:endParaRPr lang="zh-CN" altLang="en-US" sz="14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400">
                          <a:ea typeface="宋体" pitchFamily="2" charset="-122"/>
                        </a:rPr>
                        <a:t>系统的服务不中断运行时间与实际运行时间的比例高，系统崩溃能够快速恢复运行的时间</a:t>
                      </a:r>
                      <a:endParaRPr lang="zh-CN" altLang="en-US" sz="14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9885">
                <a:tc>
                  <a:txBody>
                    <a:bodyPr/>
                    <a:p>
                      <a:pPr indent="0">
                        <a:buNone/>
                      </a:pPr>
                      <a:r>
                        <a:rPr lang="zh-CN" sz="1400">
                          <a:ea typeface="宋体" pitchFamily="2" charset="-122"/>
                        </a:rPr>
                        <a:t>可靠性</a:t>
                      </a:r>
                      <a:endParaRPr lang="zh-CN" altLang="en-US" sz="14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400">
                          <a:ea typeface="宋体" pitchFamily="2" charset="-122"/>
                        </a:rPr>
                        <a:t>系统数据分析结果的准确性高，价格预测模型的可信度高，服务稳定性强</a:t>
                      </a:r>
                      <a:endParaRPr lang="zh-CN" altLang="en-US" sz="14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25145">
                <a:tc>
                  <a:txBody>
                    <a:bodyPr/>
                    <a:p>
                      <a:pPr indent="0">
                        <a:buNone/>
                      </a:pPr>
                      <a:r>
                        <a:rPr lang="zh-CN" sz="1400">
                          <a:ea typeface="宋体" pitchFamily="2" charset="-122"/>
                        </a:rPr>
                        <a:t>安全性</a:t>
                      </a:r>
                      <a:endParaRPr lang="zh-CN" altLang="en-US" sz="14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400">
                          <a:ea typeface="宋体" pitchFamily="2" charset="-122"/>
                        </a:rPr>
                        <a:t>系统应该确保用户账户密码、订阅信息等敏感信息的安全，防止未授权的访问、修改，保证已授权的可以持续且及时准确地访问</a:t>
                      </a:r>
                      <a:endParaRPr lang="zh-CN" altLang="en-US" sz="14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83235">
                <a:tc>
                  <a:txBody>
                    <a:bodyPr/>
                    <a:p>
                      <a:pPr indent="0">
                        <a:buNone/>
                      </a:pPr>
                      <a:r>
                        <a:rPr lang="zh-CN" sz="1400">
                          <a:ea typeface="宋体" pitchFamily="2" charset="-122"/>
                        </a:rPr>
                        <a:t>易用性</a:t>
                      </a:r>
                      <a:endParaRPr lang="zh-CN" altLang="en-US" sz="14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400">
                          <a:ea typeface="宋体" pitchFamily="2" charset="-122"/>
                        </a:rPr>
                        <a:t>系统符合人性化设计，不同类型用户（经销商、普通用户、管理员）都能容易掌握系统的基本操作</a:t>
                      </a:r>
                      <a:endParaRPr lang="zh-CN" altLang="en-US" sz="14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1935">
                <a:tc>
                  <a:txBody>
                    <a:bodyPr/>
                    <a:p>
                      <a:pPr indent="0">
                        <a:buNone/>
                      </a:pPr>
                      <a:r>
                        <a:rPr lang="zh-CN" sz="1400" b="1">
                          <a:ea typeface="宋体" pitchFamily="2" charset="-122"/>
                        </a:rPr>
                        <a:t>内部质量属性</a:t>
                      </a:r>
                      <a:endParaRPr lang="zh-CN" altLang="en-US" sz="14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endParaRPr lang="en-US" altLang="en-US" sz="1400">
                        <a:latin typeface="宋体"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83235">
                <a:tc>
                  <a:txBody>
                    <a:bodyPr/>
                    <a:p>
                      <a:pPr indent="0">
                        <a:buNone/>
                      </a:pPr>
                      <a:r>
                        <a:rPr lang="zh-CN" sz="1400">
                          <a:ea typeface="宋体" pitchFamily="2" charset="-122"/>
                        </a:rPr>
                        <a:t>可维护性</a:t>
                      </a:r>
                      <a:endParaRPr lang="zh-CN" altLang="en-US" sz="14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400">
                          <a:ea typeface="宋体" pitchFamily="2" charset="-122"/>
                        </a:rPr>
                        <a:t>系统的功能模块（如数据收集、分析、预测等）能在需要时快速地以较高的性价比对系统进行变更</a:t>
                      </a:r>
                      <a:endParaRPr lang="zh-CN" altLang="en-US" sz="14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9885">
                <a:tc>
                  <a:txBody>
                    <a:bodyPr/>
                    <a:p>
                      <a:pPr indent="0">
                        <a:buNone/>
                      </a:pPr>
                      <a:r>
                        <a:rPr lang="zh-CN" sz="1400">
                          <a:ea typeface="宋体" pitchFamily="2" charset="-122"/>
                        </a:rPr>
                        <a:t>可重用性</a:t>
                      </a:r>
                      <a:endParaRPr lang="zh-CN" altLang="en-US" sz="14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400">
                          <a:ea typeface="宋体" pitchFamily="2" charset="-122"/>
                        </a:rPr>
                        <a:t>系统中的通用组件（如数据分析模块、展示模块）可在不同农产品类别服务中重复使用</a:t>
                      </a:r>
                      <a:endParaRPr lang="zh-CN" altLang="en-US" sz="14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50520">
                <a:tc>
                  <a:txBody>
                    <a:bodyPr/>
                    <a:p>
                      <a:pPr indent="0">
                        <a:buNone/>
                      </a:pPr>
                      <a:r>
                        <a:rPr lang="zh-CN" sz="1400">
                          <a:ea typeface="宋体" pitchFamily="2" charset="-122"/>
                        </a:rPr>
                        <a:t>可测试性</a:t>
                      </a:r>
                      <a:endParaRPr lang="zh-CN" altLang="en-US" sz="14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400">
                          <a:ea typeface="宋体" pitchFamily="2" charset="-122"/>
                        </a:rPr>
                        <a:t>在最终的测试阶段，系统各个微服务模块的功能都可以正常完成测试</a:t>
                      </a:r>
                      <a:endParaRPr lang="zh-CN" altLang="en-US" sz="14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9885">
                <a:tc>
                  <a:txBody>
                    <a:bodyPr/>
                    <a:p>
                      <a:pPr indent="0">
                        <a:buNone/>
                      </a:pPr>
                      <a:r>
                        <a:rPr lang="zh-CN" sz="1400">
                          <a:ea typeface="宋体" pitchFamily="2" charset="-122"/>
                        </a:rPr>
                        <a:t>可移植性</a:t>
                      </a:r>
                      <a:endParaRPr lang="zh-CN" altLang="en-US" sz="14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400">
                          <a:ea typeface="宋体" pitchFamily="2" charset="-122"/>
                        </a:rPr>
                        <a:t>系统能在多个计算环境下运行，支持不同操作系统和平台的部署</a:t>
                      </a:r>
                      <a:endParaRPr lang="zh-CN" altLang="en-US" sz="1400"/>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1"/>
          </p:nvPr>
        </p:nvSpPr>
        <p:spPr>
          <a:xfrm>
            <a:off x="1216933" y="347251"/>
            <a:ext cx="8920029" cy="399415"/>
          </a:xfrm>
        </p:spPr>
        <p:txBody>
          <a:bodyPr/>
          <a:lstStyle/>
          <a:p>
            <a:r>
              <a:rPr lang="zh-CN" altLang="en-US">
                <a:solidFill>
                  <a:schemeClr val="accent1"/>
                </a:solidFill>
                <a:ea typeface="+mn-ea"/>
                <a:cs typeface="+mn-ea"/>
              </a:rPr>
              <a:t>ATAM方法——构建质量属性效用树</a:t>
            </a:r>
            <a:endParaRPr lang="zh-CN" altLang="en-US">
              <a:ea typeface="+mn-ea"/>
              <a:cs typeface="+mn-ea"/>
            </a:endParaRPr>
          </a:p>
        </p:txBody>
      </p:sp>
      <p:sp>
        <p:nvSpPr>
          <p:cNvPr id="2" name="日期占位符 1"/>
          <p:cNvSpPr>
            <a:spLocks noGrp="1"/>
          </p:cNvSpPr>
          <p:nvPr>
            <p:ph type="dt" sz="half" idx="14"/>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3" name="灯片编号占位符 2"/>
          <p:cNvSpPr>
            <a:spLocks noGrp="1"/>
          </p:cNvSpPr>
          <p:nvPr>
            <p:ph type="sldNum" sz="quarter" idx="16"/>
          </p:nvPr>
        </p:nvSpPr>
        <p:spPr/>
        <p:txBody>
          <a:bodyPr/>
          <a:lstStyle/>
          <a:p>
            <a:fld id="{C79ECAFE-A460-4E13-ABCB-32CAE6136244}" type="slidenum">
              <a:rPr lang="zh-CN" altLang="en-US" smtClean="0"/>
            </a:fld>
            <a:endParaRPr lang="zh-CN" altLang="en-US" dirty="0"/>
          </a:p>
        </p:txBody>
      </p:sp>
      <p:pic>
        <p:nvPicPr>
          <p:cNvPr id="4" name="图片 3" descr="upload_post_object_v2_2874064073"/>
          <p:cNvPicPr>
            <a:picLocks noChangeAspect="1"/>
          </p:cNvPicPr>
          <p:nvPr/>
        </p:nvPicPr>
        <p:blipFill>
          <a:blip r:embed="rId1"/>
          <a:stretch>
            <a:fillRect/>
          </a:stretch>
        </p:blipFill>
        <p:spPr>
          <a:xfrm>
            <a:off x="560043" y="953576"/>
            <a:ext cx="5264689" cy="4720518"/>
          </a:xfrm>
          <a:prstGeom prst="rect">
            <a:avLst/>
          </a:prstGeom>
        </p:spPr>
      </p:pic>
      <p:pic>
        <p:nvPicPr>
          <p:cNvPr id="5" name="图片 4" descr="upload_post_object_v2_573793342"/>
          <p:cNvPicPr>
            <a:picLocks noChangeAspect="1"/>
          </p:cNvPicPr>
          <p:nvPr/>
        </p:nvPicPr>
        <p:blipFill>
          <a:blip r:embed="rId2"/>
          <a:stretch>
            <a:fillRect/>
          </a:stretch>
        </p:blipFill>
        <p:spPr>
          <a:xfrm>
            <a:off x="6122035" y="953597"/>
            <a:ext cx="4865823" cy="4652580"/>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1"/>
          </p:nvPr>
        </p:nvSpPr>
        <p:spPr>
          <a:xfrm>
            <a:off x="1216933" y="347251"/>
            <a:ext cx="8920029" cy="399415"/>
          </a:xfrm>
        </p:spPr>
        <p:txBody>
          <a:bodyPr/>
          <a:lstStyle/>
          <a:p>
            <a:r>
              <a:rPr lang="zh-CN" altLang="en-US">
                <a:solidFill>
                  <a:schemeClr val="accent1"/>
                </a:solidFill>
                <a:ea typeface="+mn-ea"/>
                <a:cs typeface="+mn-ea"/>
              </a:rPr>
              <a:t>ATAM方法</a:t>
            </a:r>
            <a:endParaRPr lang="zh-CN" altLang="en-US">
              <a:ea typeface="+mn-ea"/>
              <a:cs typeface="+mn-ea"/>
            </a:endParaRPr>
          </a:p>
        </p:txBody>
      </p:sp>
      <p:sp>
        <p:nvSpPr>
          <p:cNvPr id="2" name="日期占位符 1"/>
          <p:cNvSpPr>
            <a:spLocks noGrp="1"/>
          </p:cNvSpPr>
          <p:nvPr>
            <p:ph type="dt" sz="half" idx="14"/>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3" name="灯片编号占位符 2"/>
          <p:cNvSpPr>
            <a:spLocks noGrp="1"/>
          </p:cNvSpPr>
          <p:nvPr>
            <p:ph type="sldNum" sz="quarter" idx="16"/>
          </p:nvPr>
        </p:nvSpPr>
        <p:spPr/>
        <p:txBody>
          <a:bodyPr/>
          <a:lstStyle/>
          <a:p>
            <a:fld id="{C79ECAFE-A460-4E13-ABCB-32CAE6136244}" type="slidenum">
              <a:rPr lang="zh-CN" altLang="en-US" smtClean="0"/>
            </a:fld>
            <a:endParaRPr lang="zh-CN" altLang="en-US" dirty="0"/>
          </a:p>
        </p:txBody>
      </p:sp>
      <p:graphicFrame>
        <p:nvGraphicFramePr>
          <p:cNvPr id="4" name="表格 3"/>
          <p:cNvGraphicFramePr/>
          <p:nvPr/>
        </p:nvGraphicFramePr>
        <p:xfrm>
          <a:off x="605558" y="935822"/>
          <a:ext cx="6535420" cy="5234940"/>
        </p:xfrm>
        <a:graphic>
          <a:graphicData uri="http://schemas.openxmlformats.org/drawingml/2006/table">
            <a:tbl>
              <a:tblPr/>
              <a:tblGrid>
                <a:gridCol w="1306830"/>
                <a:gridCol w="1123950"/>
                <a:gridCol w="1617980"/>
                <a:gridCol w="1179830"/>
                <a:gridCol w="1306830"/>
              </a:tblGrid>
              <a:tr h="320040">
                <a:tc>
                  <a:txBody>
                    <a:bodyPr/>
                    <a:p>
                      <a:pPr indent="0" algn="ctr">
                        <a:buNone/>
                      </a:pPr>
                      <a:r>
                        <a:rPr lang="zh-CN" sz="1050">
                          <a:ea typeface="宋体" pitchFamily="2" charset="-122"/>
                        </a:rPr>
                        <a:t>场景编号：</a:t>
                      </a:r>
                      <a:r>
                        <a:rPr lang="en-US" sz="1050">
                          <a:latin typeface="Times New Roman" panose="02020603050405020304" charset="0"/>
                          <a:cs typeface="宋体" pitchFamily="2" charset="-122"/>
                        </a:rPr>
                        <a:t>S2</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4">
                  <a:txBody>
                    <a:bodyPr/>
                    <a:p>
                      <a:pPr indent="0" algn="ctr">
                        <a:buNone/>
                      </a:pPr>
                      <a:r>
                        <a:rPr lang="zh-CN" sz="1050">
                          <a:ea typeface="宋体" pitchFamily="2" charset="-122"/>
                        </a:rPr>
                        <a:t>场景：农产品数据收集速度应当在2000条/秒以上，保证大数据场景下，数据更新及时性和稳定性。</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160020">
                <a:tc>
                  <a:txBody>
                    <a:bodyPr/>
                    <a:p>
                      <a:pPr indent="0" algn="ctr">
                        <a:buNone/>
                      </a:pPr>
                      <a:r>
                        <a:rPr lang="zh-CN" sz="1050">
                          <a:ea typeface="宋体" pitchFamily="2" charset="-122"/>
                        </a:rPr>
                        <a:t>属性</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4">
                  <a:txBody>
                    <a:bodyPr/>
                    <a:p>
                      <a:pPr indent="0" algn="ctr">
                        <a:buNone/>
                      </a:pPr>
                      <a:r>
                        <a:rPr lang="zh-CN" sz="1050">
                          <a:ea typeface="宋体" pitchFamily="2" charset="-122"/>
                        </a:rPr>
                        <a:t>性能</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160020">
                <a:tc>
                  <a:txBody>
                    <a:bodyPr/>
                    <a:p>
                      <a:pPr indent="0" algn="ctr">
                        <a:buNone/>
                      </a:pPr>
                      <a:r>
                        <a:rPr lang="zh-CN" sz="1050">
                          <a:ea typeface="宋体" pitchFamily="2" charset="-122"/>
                        </a:rPr>
                        <a:t>环境</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4">
                  <a:txBody>
                    <a:bodyPr/>
                    <a:p>
                      <a:pPr indent="0" algn="ctr">
                        <a:buNone/>
                      </a:pPr>
                      <a:r>
                        <a:rPr lang="zh-CN" sz="1050">
                          <a:ea typeface="宋体" pitchFamily="2" charset="-122"/>
                        </a:rPr>
                        <a:t>系统处于数据收集时期</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160020">
                <a:tc>
                  <a:txBody>
                    <a:bodyPr/>
                    <a:p>
                      <a:pPr indent="0" algn="ctr">
                        <a:buNone/>
                      </a:pPr>
                      <a:r>
                        <a:rPr lang="zh-CN" sz="1050">
                          <a:ea typeface="宋体" pitchFamily="2" charset="-122"/>
                        </a:rPr>
                        <a:t>刺激</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4">
                  <a:txBody>
                    <a:bodyPr/>
                    <a:p>
                      <a:pPr indent="0" algn="ctr">
                        <a:buNone/>
                      </a:pPr>
                      <a:r>
                        <a:rPr lang="zh-CN" sz="1050">
                          <a:ea typeface="宋体" pitchFamily="2" charset="-122"/>
                        </a:rPr>
                        <a:t>每秒2000条以上数据收集</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160020">
                <a:tc>
                  <a:txBody>
                    <a:bodyPr/>
                    <a:p>
                      <a:pPr indent="0" algn="ctr">
                        <a:buNone/>
                      </a:pPr>
                      <a:r>
                        <a:rPr lang="zh-CN" sz="1050">
                          <a:ea typeface="宋体" pitchFamily="2" charset="-122"/>
                        </a:rPr>
                        <a:t>响应</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4">
                  <a:txBody>
                    <a:bodyPr/>
                    <a:p>
                      <a:pPr indent="0" algn="ctr">
                        <a:buNone/>
                      </a:pPr>
                      <a:r>
                        <a:rPr lang="zh-CN" sz="1050">
                          <a:ea typeface="宋体" pitchFamily="2" charset="-122"/>
                        </a:rPr>
                        <a:t>良好的系统反应</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160020">
                <a:tc>
                  <a:txBody>
                    <a:bodyPr/>
                    <a:p>
                      <a:pPr indent="0" algn="ctr">
                        <a:buNone/>
                      </a:pPr>
                      <a:r>
                        <a:rPr lang="zh-CN" sz="1050">
                          <a:ea typeface="宋体" pitchFamily="2" charset="-122"/>
                        </a:rPr>
                        <a:t>架构决策</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sz="1050">
                          <a:ea typeface="宋体" pitchFamily="2" charset="-122"/>
                        </a:rPr>
                        <a:t>敏感点</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sz="1050">
                          <a:ea typeface="宋体" pitchFamily="2" charset="-122"/>
                        </a:rPr>
                        <a:t>权衡点</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sz="1050">
                          <a:ea typeface="宋体" pitchFamily="2" charset="-122"/>
                        </a:rPr>
                        <a:t>有风险决策</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sz="1050">
                          <a:ea typeface="宋体" pitchFamily="2" charset="-122"/>
                        </a:rPr>
                        <a:t>无风险决策</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800100">
                <a:tc>
                  <a:txBody>
                    <a:bodyPr/>
                    <a:p>
                      <a:pPr indent="0" algn="ctr">
                        <a:buNone/>
                      </a:pPr>
                      <a:r>
                        <a:rPr lang="zh-CN" sz="1050">
                          <a:ea typeface="宋体" pitchFamily="2" charset="-122"/>
                        </a:rPr>
                        <a:t>通过异步处理减少主线程或主服务的阻塞时间</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1050">
                        <a:latin typeface="Times New Roman" panose="02020603050405020304" charset="0"/>
                        <a:ea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sz="1050">
                          <a:ea typeface="宋体" pitchFamily="2" charset="-122"/>
                          <a:sym typeface="+mn-ea"/>
                        </a:rPr>
                        <a:t>T1：性能与可维护性之间需要平衡，提高系统的吞吐量和响应速度同时增加了系统的复杂性，需要额外工具支持维护工作</a:t>
                      </a:r>
                      <a:endParaRPr lang="zh-CN" altLang="en-US" sz="1050">
                        <a:ea typeface="宋体" pitchFamily="2" charset="-122"/>
                        <a:sym typeface="+mn-ea"/>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sz="1050">
                          <a:ea typeface="宋体" pitchFamily="2" charset="-122"/>
                          <a:sym typeface="+mn-ea"/>
                        </a:rPr>
                        <a:t>R1：可能导致消息丢失，进而影响下游模块的稳定性和数据一致性</a:t>
                      </a:r>
                      <a:endParaRPr lang="zh-CN" altLang="en-US" sz="1050">
                        <a:ea typeface="宋体" pitchFamily="2" charset="-122"/>
                        <a:sym typeface="+mn-ea"/>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1050">
                        <a:latin typeface="Times New Roman" panose="02020603050405020304" charset="0"/>
                        <a:ea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960120">
                <a:tc>
                  <a:txBody>
                    <a:bodyPr/>
                    <a:p>
                      <a:pPr indent="0" algn="ctr">
                        <a:buNone/>
                      </a:pPr>
                      <a:r>
                        <a:rPr lang="zh-CN" sz="1050">
                          <a:ea typeface="宋体" pitchFamily="2" charset="-122"/>
                        </a:rPr>
                        <a:t>缓存机制通过在内存中存储经常访问的数据，减少数据库的直接访问频率</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sz="1050">
                          <a:ea typeface="宋体" pitchFamily="2" charset="-122"/>
                          <a:sym typeface="+mn-ea"/>
                        </a:rPr>
                        <a:t>S1：提升了系统的访问速度和性能</a:t>
                      </a:r>
                      <a:endParaRPr lang="zh-CN" altLang="en-US" sz="1050">
                        <a:ea typeface="宋体" pitchFamily="2" charset="-122"/>
                        <a:sym typeface="+mn-ea"/>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1050">
                        <a:latin typeface="Times New Roman" panose="02020603050405020304" charset="0"/>
                        <a:ea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sz="1050">
                          <a:ea typeface="宋体" pitchFamily="2" charset="-122"/>
                          <a:sym typeface="+mn-ea"/>
                        </a:rPr>
                        <a:t>R2：缓存使用不当可能导致缓存击穿、缓存雪崩，直接将压力转移到数据库，影响系统稳定性</a:t>
                      </a:r>
                      <a:endParaRPr lang="zh-CN" altLang="en-US" sz="1050">
                        <a:ea typeface="宋体" pitchFamily="2" charset="-122"/>
                        <a:sym typeface="+mn-ea"/>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1050">
                        <a:latin typeface="Times New Roman" panose="02020603050405020304" charset="0"/>
                        <a:ea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960120">
                <a:tc>
                  <a:txBody>
                    <a:bodyPr/>
                    <a:p>
                      <a:pPr indent="0" algn="ctr">
                        <a:buNone/>
                      </a:pPr>
                      <a:r>
                        <a:rPr lang="zh-CN" sz="1050">
                          <a:ea typeface="宋体" pitchFamily="2" charset="-122"/>
                        </a:rPr>
                        <a:t>通过数据库分片将大数据集分割为多个较小的数据集，并分布在不同的数据库实例中</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sz="1050">
                          <a:ea typeface="宋体" pitchFamily="2" charset="-122"/>
                          <a:sym typeface="+mn-ea"/>
                        </a:rPr>
                        <a:t>S2：提高系统的整体吞吐量和响应速度</a:t>
                      </a:r>
                      <a:endParaRPr lang="zh-CN" altLang="en-US" sz="1050">
                        <a:ea typeface="宋体" pitchFamily="2" charset="-122"/>
                        <a:sym typeface="+mn-ea"/>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1050">
                        <a:latin typeface="Times New Roman" panose="02020603050405020304" charset="0"/>
                        <a:ea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sz="1050">
                          <a:ea typeface="宋体" pitchFamily="2" charset="-122"/>
                          <a:sym typeface="+mn-ea"/>
                        </a:rPr>
                        <a:t>R3：分片策略设计不当可能导致数据分布不均，部分分片负载过高，查询和写入性能都受影响</a:t>
                      </a:r>
                      <a:endParaRPr lang="zh-CN" altLang="en-US" sz="1050">
                        <a:ea typeface="宋体" pitchFamily="2" charset="-122"/>
                        <a:sym typeface="+mn-ea"/>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1050">
                        <a:latin typeface="Times New Roman" panose="02020603050405020304" charset="0"/>
                        <a:ea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120140">
                <a:tc>
                  <a:txBody>
                    <a:bodyPr/>
                    <a:p>
                      <a:pPr indent="0" algn="ctr">
                        <a:buNone/>
                      </a:pPr>
                      <a:r>
                        <a:rPr lang="zh-CN" sz="1050">
                          <a:ea typeface="宋体" pitchFamily="2" charset="-122"/>
                        </a:rPr>
                        <a:t>配置高性能硬件，升级服务器的计算、存储和网络能力</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sz="1050">
                          <a:ea typeface="宋体" pitchFamily="2" charset="-122"/>
                          <a:sym typeface="+mn-ea"/>
                        </a:rPr>
                        <a:t>S3：显著增强系统处理高并发请求和大数据任务的性能</a:t>
                      </a:r>
                      <a:endParaRPr lang="zh-CN" altLang="en-US" sz="1050">
                        <a:ea typeface="宋体" pitchFamily="2" charset="-122"/>
                        <a:sym typeface="+mn-ea"/>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1050">
                        <a:latin typeface="Times New Roman" panose="02020603050405020304" charset="0"/>
                        <a:ea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1050">
                        <a:latin typeface="Times New Roman" panose="02020603050405020304" charset="0"/>
                        <a:ea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sz="1050">
                          <a:ea typeface="宋体" pitchFamily="2" charset="-122"/>
                          <a:sym typeface="+mn-ea"/>
                        </a:rPr>
                        <a:t>N1：通过合理配置</a:t>
                      </a:r>
                      <a:r>
                        <a:rPr lang="en-US" sz="1050">
                          <a:latin typeface="Times New Roman" panose="02020603050405020304" charset="0"/>
                          <a:ea typeface="宋体" pitchFamily="2" charset="-122"/>
                          <a:sym typeface="+mn-ea"/>
                        </a:rPr>
                        <a:t>1</a:t>
                      </a:r>
                      <a:r>
                        <a:rPr lang="en-US" sz="1050">
                          <a:latin typeface="Times New Roman" panose="02020603050405020304" charset="0"/>
                          <a:cs typeface="宋体" pitchFamily="2" charset="-122"/>
                          <a:sym typeface="+mn-ea"/>
                        </a:rPr>
                        <a:t>6 </a:t>
                      </a:r>
                      <a:r>
                        <a:rPr lang="zh-CN" sz="1050">
                          <a:ea typeface="宋体" pitchFamily="2" charset="-122"/>
                          <a:sym typeface="+mn-ea"/>
                        </a:rPr>
                        <a:t>核</a:t>
                      </a:r>
                      <a:r>
                        <a:rPr lang="en-US" sz="1050">
                          <a:latin typeface="宋体" pitchFamily="2" charset="-122"/>
                          <a:sym typeface="+mn-ea"/>
                        </a:rPr>
                        <a:t> </a:t>
                      </a:r>
                      <a:r>
                        <a:rPr lang="en-US" sz="1050">
                          <a:latin typeface="Times New Roman" panose="02020603050405020304" charset="0"/>
                          <a:ea typeface="宋体" pitchFamily="2" charset="-122"/>
                          <a:sym typeface="+mn-ea"/>
                        </a:rPr>
                        <a:t>C</a:t>
                      </a:r>
                      <a:r>
                        <a:rPr lang="en-US" sz="1050">
                          <a:latin typeface="Times New Roman" panose="02020603050405020304" charset="0"/>
                          <a:cs typeface="宋体" pitchFamily="2" charset="-122"/>
                          <a:sym typeface="+mn-ea"/>
                        </a:rPr>
                        <a:t>PU</a:t>
                      </a:r>
                      <a:r>
                        <a:rPr lang="zh-CN" sz="1050">
                          <a:ea typeface="宋体" pitchFamily="2" charset="-122"/>
                          <a:sym typeface="+mn-ea"/>
                        </a:rPr>
                        <a:t>、</a:t>
                      </a:r>
                      <a:r>
                        <a:rPr lang="en-US" sz="1050">
                          <a:latin typeface="Times New Roman" panose="02020603050405020304" charset="0"/>
                          <a:ea typeface="宋体" pitchFamily="2" charset="-122"/>
                          <a:sym typeface="+mn-ea"/>
                        </a:rPr>
                        <a:t>3</a:t>
                      </a:r>
                      <a:r>
                        <a:rPr lang="en-US" sz="1050">
                          <a:latin typeface="Times New Roman" panose="02020603050405020304" charset="0"/>
                          <a:cs typeface="宋体" pitchFamily="2" charset="-122"/>
                          <a:sym typeface="+mn-ea"/>
                        </a:rPr>
                        <a:t>2 GB </a:t>
                      </a:r>
                      <a:r>
                        <a:rPr lang="zh-CN" sz="1050">
                          <a:ea typeface="宋体" pitchFamily="2" charset="-122"/>
                          <a:sym typeface="+mn-ea"/>
                        </a:rPr>
                        <a:t>内存和</a:t>
                      </a:r>
                      <a:r>
                        <a:rPr lang="en-US" sz="1050">
                          <a:latin typeface="宋体" pitchFamily="2" charset="-122"/>
                          <a:sym typeface="+mn-ea"/>
                        </a:rPr>
                        <a:t> </a:t>
                      </a:r>
                      <a:r>
                        <a:rPr lang="en-US" sz="1050">
                          <a:latin typeface="Times New Roman" panose="02020603050405020304" charset="0"/>
                          <a:ea typeface="宋体" pitchFamily="2" charset="-122"/>
                          <a:sym typeface="+mn-ea"/>
                        </a:rPr>
                        <a:t>S</a:t>
                      </a:r>
                      <a:r>
                        <a:rPr lang="en-US" sz="1050">
                          <a:latin typeface="Times New Roman" panose="02020603050405020304" charset="0"/>
                          <a:cs typeface="宋体" pitchFamily="2" charset="-122"/>
                          <a:sym typeface="+mn-ea"/>
                        </a:rPr>
                        <a:t>SD </a:t>
                      </a:r>
                      <a:r>
                        <a:rPr lang="zh-CN" sz="1050">
                          <a:ea typeface="宋体" pitchFamily="2" charset="-122"/>
                          <a:sym typeface="+mn-ea"/>
                        </a:rPr>
                        <a:t>的服务器，结合负载均衡技术优化请求分发，可以避免硬件资源不足的风险</a:t>
                      </a:r>
                      <a:endParaRPr lang="zh-CN" altLang="en-US" sz="1050">
                        <a:sym typeface="+mn-ea"/>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74320">
                <a:tc>
                  <a:txBody>
                    <a:bodyPr/>
                    <a:p>
                      <a:pPr indent="0" algn="ctr">
                        <a:buNone/>
                      </a:pPr>
                      <a:r>
                        <a:rPr lang="zh-CN" altLang="en-US" sz="1050">
                          <a:solidFill>
                            <a:schemeClr val="tx1"/>
                          </a:solidFill>
                          <a:ea typeface="宋体" pitchFamily="2" charset="-122"/>
                        </a:rPr>
                        <a:t>推理</a:t>
                      </a:r>
                      <a:endParaRPr lang="zh-CN" altLang="en-US" sz="1050">
                        <a:solidFill>
                          <a:schemeClr val="tx1"/>
                        </a:solidFill>
                        <a:ea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4">
                  <a:txBody>
                    <a:bodyPr/>
                    <a:p>
                      <a:pPr indent="0" algn="ctr">
                        <a:buNone/>
                      </a:pPr>
                      <a:r>
                        <a:rPr lang="zh-CN" altLang="en-US"/>
                        <a:t>……</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graphicFrame>
        <p:nvGraphicFramePr>
          <p:cNvPr id="8" name="表格 7"/>
          <p:cNvGraphicFramePr/>
          <p:nvPr/>
        </p:nvGraphicFramePr>
        <p:xfrm>
          <a:off x="7447255" y="935822"/>
          <a:ext cx="4071620" cy="5234940"/>
        </p:xfrm>
        <a:graphic>
          <a:graphicData uri="http://schemas.openxmlformats.org/drawingml/2006/table">
            <a:tbl>
              <a:tblPr/>
              <a:tblGrid>
                <a:gridCol w="4071620"/>
              </a:tblGrid>
              <a:tr h="5234940">
                <a:tc>
                  <a:txBody>
                    <a:bodyPr/>
                    <a:p>
                      <a:pPr indent="0">
                        <a:buNone/>
                      </a:pPr>
                      <a:r>
                        <a:rPr lang="en-US" sz="1400">
                          <a:latin typeface="Times New Roman" panose="02020603050405020304" charset="0"/>
                          <a:cs typeface="宋体" pitchFamily="2" charset="-122"/>
                        </a:rPr>
                        <a:t>1.</a:t>
                      </a:r>
                      <a:r>
                        <a:rPr lang="zh-CN" sz="1400">
                          <a:ea typeface="宋体" pitchFamily="2" charset="-122"/>
                        </a:rPr>
                        <a:t>通过异步处理减少主线程或主服务的阻塞时间在高峰时期，异步处理可以显著提升系统的吞吐能力，避免主线程因为请求堆积而阻塞运行。然而，提高系统的吞吐量和响应速度同时增加了系统的复杂性，需要额外工具支持维护工作。</a:t>
                      </a:r>
                      <a:endParaRPr lang="zh-CN" sz="1400">
                        <a:ea typeface="宋体" pitchFamily="2" charset="-122"/>
                      </a:endParaRPr>
                    </a:p>
                    <a:p>
                      <a:pPr indent="0">
                        <a:buNone/>
                      </a:pPr>
                      <a:endParaRPr lang="zh-CN" sz="1400">
                        <a:ea typeface="宋体" pitchFamily="2" charset="-122"/>
                      </a:endParaRPr>
                    </a:p>
                    <a:p>
                      <a:pPr indent="0">
                        <a:buNone/>
                      </a:pPr>
                      <a:r>
                        <a:rPr lang="en-US" sz="1400">
                          <a:latin typeface="Times New Roman" panose="02020603050405020304" charset="0"/>
                          <a:ea typeface="宋体" pitchFamily="2" charset="-122"/>
                        </a:rPr>
                        <a:t>2</a:t>
                      </a:r>
                      <a:r>
                        <a:rPr lang="en-US" sz="1400">
                          <a:latin typeface="Times New Roman" panose="02020603050405020304" charset="0"/>
                          <a:cs typeface="宋体" pitchFamily="2" charset="-122"/>
                        </a:rPr>
                        <a:t>.</a:t>
                      </a:r>
                      <a:r>
                        <a:rPr lang="zh-CN" sz="1400">
                          <a:ea typeface="宋体" pitchFamily="2" charset="-122"/>
                        </a:rPr>
                        <a:t>缓存机制通过在内存中存储经常访问的数据，减少数据库的直接访问频率缓存可以有效减少对数据库的直接访问，提升系统的响应速度。然而，缓存的命中率需达到</a:t>
                      </a:r>
                      <a:r>
                        <a:rPr lang="en-US" sz="1400">
                          <a:latin typeface="Times New Roman" panose="02020603050405020304" charset="0"/>
                          <a:ea typeface="宋体" pitchFamily="2" charset="-122"/>
                        </a:rPr>
                        <a:t>80%</a:t>
                      </a:r>
                      <a:r>
                        <a:rPr lang="en-US" sz="1400">
                          <a:latin typeface="Times New Roman" panose="02020603050405020304" charset="0"/>
                          <a:cs typeface="宋体" pitchFamily="2" charset="-122"/>
                        </a:rPr>
                        <a:t> </a:t>
                      </a:r>
                      <a:r>
                        <a:rPr lang="zh-CN" sz="1400">
                          <a:ea typeface="宋体" pitchFamily="2" charset="-122"/>
                        </a:rPr>
                        <a:t>以上，否则无法显著减少数据库压力，甚至可能引发性能瓶颈。设计不合理的缓存机制可能导致缓存击穿或雪崩，直接将压力转移到数据库。</a:t>
                      </a:r>
                      <a:endParaRPr lang="zh-CN" sz="1400">
                        <a:ea typeface="宋体" pitchFamily="2" charset="-122"/>
                      </a:endParaRPr>
                    </a:p>
                    <a:p>
                      <a:pPr indent="0">
                        <a:buNone/>
                      </a:pPr>
                      <a:endParaRPr lang="zh-CN" sz="1400">
                        <a:ea typeface="宋体" pitchFamily="2" charset="-122"/>
                      </a:endParaRPr>
                    </a:p>
                    <a:p>
                      <a:pPr indent="0">
                        <a:buNone/>
                      </a:pPr>
                      <a:r>
                        <a:rPr lang="en-US" sz="1400">
                          <a:latin typeface="Times New Roman" panose="02020603050405020304" charset="0"/>
                          <a:ea typeface="宋体" pitchFamily="2" charset="-122"/>
                        </a:rPr>
                        <a:t>3.</a:t>
                      </a:r>
                      <a:r>
                        <a:rPr lang="zh-CN" sz="1400">
                          <a:ea typeface="宋体" pitchFamily="2" charset="-122"/>
                        </a:rPr>
                        <a:t>通过数据库分片将大数据集分割为多个较小的数据集，并分布在不同的数据库实例中分片能够提高写入性能，但设计不合理的分片规则可能导致数据分布不均，部分分片压力过大，影响整体性能。</a:t>
                      </a:r>
                      <a:endParaRPr lang="zh-CN" sz="1400">
                        <a:ea typeface="宋体" pitchFamily="2" charset="-122"/>
                      </a:endParaRPr>
                    </a:p>
                    <a:p>
                      <a:pPr indent="0">
                        <a:buNone/>
                      </a:pPr>
                      <a:endParaRPr lang="zh-CN" sz="1400">
                        <a:ea typeface="宋体" pitchFamily="2" charset="-122"/>
                      </a:endParaRPr>
                    </a:p>
                    <a:p>
                      <a:pPr indent="0">
                        <a:buNone/>
                      </a:pPr>
                      <a:r>
                        <a:rPr lang="en-US" sz="1400">
                          <a:latin typeface="Times New Roman" panose="02020603050405020304" charset="0"/>
                          <a:ea typeface="宋体" pitchFamily="2" charset="-122"/>
                        </a:rPr>
                        <a:t>4.</a:t>
                      </a:r>
                      <a:r>
                        <a:rPr lang="zh-CN" sz="1400">
                          <a:ea typeface="宋体" pitchFamily="2" charset="-122"/>
                        </a:rPr>
                        <a:t>配置高性能硬件，升级服务器的计算、存储和网络能力硬件升级可以直接提升系统性能，满足高峰期的数据处理需求，确保系统在峰值负载下的稳定运行。尽管增加成本，但预算充分支持硬件升级，确保资源充足，劣势影响较小。</a:t>
                      </a:r>
                      <a:endParaRPr lang="en-US" sz="1400">
                        <a:latin typeface="Times New Roman" panose="02020603050405020304" charset="0"/>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1"/>
          </p:nvPr>
        </p:nvSpPr>
        <p:spPr>
          <a:xfrm>
            <a:off x="1216933" y="347251"/>
            <a:ext cx="8920029" cy="399415"/>
          </a:xfrm>
        </p:spPr>
        <p:txBody>
          <a:bodyPr/>
          <a:lstStyle/>
          <a:p>
            <a:r>
              <a:rPr lang="zh-CN" altLang="en-US">
                <a:solidFill>
                  <a:schemeClr val="accent1"/>
                </a:solidFill>
                <a:ea typeface="+mn-ea"/>
                <a:cs typeface="+mn-ea"/>
              </a:rPr>
              <a:t>ATAM方法</a:t>
            </a:r>
            <a:endParaRPr lang="zh-CN" altLang="en-US">
              <a:ea typeface="+mn-ea"/>
              <a:cs typeface="+mn-ea"/>
            </a:endParaRPr>
          </a:p>
        </p:txBody>
      </p:sp>
      <p:sp>
        <p:nvSpPr>
          <p:cNvPr id="2" name="日期占位符 1"/>
          <p:cNvSpPr>
            <a:spLocks noGrp="1"/>
          </p:cNvSpPr>
          <p:nvPr>
            <p:ph type="dt" sz="half" idx="14"/>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3" name="灯片编号占位符 2"/>
          <p:cNvSpPr>
            <a:spLocks noGrp="1"/>
          </p:cNvSpPr>
          <p:nvPr>
            <p:ph type="sldNum" sz="quarter" idx="16"/>
          </p:nvPr>
        </p:nvSpPr>
        <p:spPr/>
        <p:txBody>
          <a:bodyPr/>
          <a:lstStyle/>
          <a:p>
            <a:fld id="{C79ECAFE-A460-4E13-ABCB-32CAE6136244}" type="slidenum">
              <a:rPr lang="zh-CN" altLang="en-US" smtClean="0"/>
            </a:fld>
            <a:endParaRPr lang="zh-CN" altLang="en-US" dirty="0"/>
          </a:p>
        </p:txBody>
      </p:sp>
      <p:graphicFrame>
        <p:nvGraphicFramePr>
          <p:cNvPr id="5" name="表格 4"/>
          <p:cNvGraphicFramePr/>
          <p:nvPr/>
        </p:nvGraphicFramePr>
        <p:xfrm>
          <a:off x="660419" y="946840"/>
          <a:ext cx="7292340" cy="5137785"/>
        </p:xfrm>
        <a:graphic>
          <a:graphicData uri="http://schemas.openxmlformats.org/drawingml/2006/table">
            <a:tbl>
              <a:tblPr/>
              <a:tblGrid>
                <a:gridCol w="1492885"/>
                <a:gridCol w="1417955"/>
                <a:gridCol w="1455420"/>
                <a:gridCol w="1457325"/>
                <a:gridCol w="1468755"/>
              </a:tblGrid>
              <a:tr h="363220">
                <a:tc>
                  <a:txBody>
                    <a:bodyPr/>
                    <a:p>
                      <a:pPr indent="0" algn="ctr">
                        <a:buNone/>
                      </a:pPr>
                      <a:r>
                        <a:rPr lang="zh-CN" sz="1050">
                          <a:ea typeface="宋体" pitchFamily="2" charset="-122"/>
                        </a:rPr>
                        <a:t>场景编号：</a:t>
                      </a:r>
                      <a:r>
                        <a:rPr lang="en-US" sz="1050">
                          <a:latin typeface="Times New Roman" panose="02020603050405020304" charset="0"/>
                          <a:cs typeface="宋体" pitchFamily="2" charset="-122"/>
                        </a:rPr>
                        <a:t>S18</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4">
                  <a:txBody>
                    <a:bodyPr/>
                    <a:p>
                      <a:pPr indent="0" algn="ctr">
                        <a:buNone/>
                      </a:pPr>
                      <a:r>
                        <a:rPr lang="zh-CN" sz="1050">
                          <a:ea typeface="宋体" pitchFamily="2" charset="-122"/>
                        </a:rPr>
                        <a:t>场景：系统各服务模块需完全独立，避免数据和逻辑的交叉</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284480">
                <a:tc>
                  <a:txBody>
                    <a:bodyPr/>
                    <a:p>
                      <a:pPr indent="0" algn="ctr">
                        <a:buNone/>
                      </a:pPr>
                      <a:r>
                        <a:rPr lang="zh-CN" sz="1050">
                          <a:ea typeface="宋体" pitchFamily="2" charset="-122"/>
                        </a:rPr>
                        <a:t>属性</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4">
                  <a:txBody>
                    <a:bodyPr/>
                    <a:p>
                      <a:pPr indent="0" algn="ctr">
                        <a:buNone/>
                      </a:pPr>
                      <a:r>
                        <a:rPr lang="zh-CN" sz="1050">
                          <a:ea typeface="宋体" pitchFamily="2" charset="-122"/>
                        </a:rPr>
                        <a:t>可维护性</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285750">
                <a:tc>
                  <a:txBody>
                    <a:bodyPr/>
                    <a:p>
                      <a:pPr indent="0" algn="ctr">
                        <a:buNone/>
                      </a:pPr>
                      <a:r>
                        <a:rPr lang="zh-CN" sz="1050">
                          <a:ea typeface="宋体" pitchFamily="2" charset="-122"/>
                        </a:rPr>
                        <a:t>环境</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4">
                  <a:txBody>
                    <a:bodyPr/>
                    <a:p>
                      <a:pPr indent="0" algn="ctr">
                        <a:buNone/>
                      </a:pPr>
                      <a:r>
                        <a:rPr lang="zh-CN" sz="1050">
                          <a:ea typeface="宋体" pitchFamily="2" charset="-122"/>
                        </a:rPr>
                        <a:t>多模块系统运行中，某个模块需要更新或维护</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285115">
                <a:tc>
                  <a:txBody>
                    <a:bodyPr/>
                    <a:p>
                      <a:pPr indent="0" algn="ctr">
                        <a:buNone/>
                      </a:pPr>
                      <a:r>
                        <a:rPr lang="zh-CN" sz="1050">
                          <a:ea typeface="宋体" pitchFamily="2" charset="-122"/>
                        </a:rPr>
                        <a:t>刺激</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4">
                  <a:txBody>
                    <a:bodyPr/>
                    <a:p>
                      <a:pPr indent="0" algn="ctr">
                        <a:buNone/>
                      </a:pPr>
                      <a:r>
                        <a:rPr lang="zh-CN" sz="1050">
                          <a:ea typeface="宋体" pitchFamily="2" charset="-122"/>
                        </a:rPr>
                        <a:t>需要对某个模块进行维护或更新</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285750">
                <a:tc>
                  <a:txBody>
                    <a:bodyPr/>
                    <a:p>
                      <a:pPr indent="0" algn="ctr">
                        <a:buNone/>
                      </a:pPr>
                      <a:r>
                        <a:rPr lang="zh-CN" sz="1050">
                          <a:ea typeface="宋体" pitchFamily="2" charset="-122"/>
                        </a:rPr>
                        <a:t>响应</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4">
                  <a:txBody>
                    <a:bodyPr/>
                    <a:p>
                      <a:pPr indent="0" algn="ctr">
                        <a:buNone/>
                      </a:pPr>
                      <a:r>
                        <a:rPr lang="zh-CN" sz="1050">
                          <a:ea typeface="宋体" pitchFamily="2" charset="-122"/>
                        </a:rPr>
                        <a:t>模块的维护不应影响其他模块的正常运行</a:t>
                      </a:r>
                      <a:endParaRPr lang="en-US" altLang="en-US" sz="1050">
                        <a:latin typeface="Times New Roman" panose="02020603050405020304" charset="0"/>
                        <a:ea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285750">
                <a:tc>
                  <a:txBody>
                    <a:bodyPr/>
                    <a:p>
                      <a:pPr indent="0" algn="ctr">
                        <a:buNone/>
                      </a:pPr>
                      <a:r>
                        <a:rPr lang="zh-CN" sz="1050">
                          <a:ea typeface="宋体" pitchFamily="2" charset="-122"/>
                        </a:rPr>
                        <a:t>架构决策</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sz="1050">
                          <a:ea typeface="宋体" pitchFamily="2" charset="-122"/>
                        </a:rPr>
                        <a:t>敏感点</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sz="1050">
                          <a:ea typeface="宋体" pitchFamily="2" charset="-122"/>
                        </a:rPr>
                        <a:t>权衡点</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sz="1050">
                          <a:ea typeface="宋体" pitchFamily="2" charset="-122"/>
                        </a:rPr>
                        <a:t>有风险决策</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sz="1050">
                          <a:ea typeface="宋体" pitchFamily="2" charset="-122"/>
                        </a:rPr>
                        <a:t>无风险决策</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19455">
                <a:tc>
                  <a:txBody>
                    <a:bodyPr/>
                    <a:p>
                      <a:pPr indent="0" algn="ctr">
                        <a:buNone/>
                      </a:pPr>
                      <a:r>
                        <a:rPr lang="zh-CN" sz="1050">
                          <a:ea typeface="宋体" pitchFamily="2" charset="-122"/>
                        </a:rPr>
                        <a:t>通过微服务架构解耦各服务模块</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sz="1050">
                          <a:ea typeface="宋体" pitchFamily="2" charset="-122"/>
                          <a:sym typeface="+mn-ea"/>
                        </a:rPr>
                        <a:t>S4：让开发和维护更加灵活，可以独立更新或替换某个服务，而不会影响其他模块</a:t>
                      </a:r>
                      <a:endParaRPr lang="zh-CN" altLang="en-US" sz="1050">
                        <a:ea typeface="宋体" pitchFamily="2" charset="-122"/>
                        <a:sym typeface="+mn-ea"/>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1050">
                        <a:latin typeface="Times New Roman" panose="02020603050405020304" charset="0"/>
                        <a:ea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1050">
                        <a:latin typeface="Times New Roman" panose="02020603050405020304" charset="0"/>
                        <a:ea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sz="1050">
                          <a:ea typeface="宋体" pitchFamily="2" charset="-122"/>
                          <a:sym typeface="+mn-ea"/>
                        </a:rPr>
                        <a:t>N2：使用独立的服务模块，模块化设计，便于单独更新与维护，减少系统间的依赖</a:t>
                      </a:r>
                      <a:endParaRPr lang="zh-CN" altLang="en-US" sz="1050">
                        <a:ea typeface="宋体" pitchFamily="2" charset="-122"/>
                        <a:sym typeface="+mn-ea"/>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800100">
                <a:tc>
                  <a:txBody>
                    <a:bodyPr/>
                    <a:p>
                      <a:pPr indent="0" algn="ctr">
                        <a:buNone/>
                      </a:pPr>
                      <a:r>
                        <a:rPr lang="zh-CN" sz="1050">
                          <a:ea typeface="宋体" pitchFamily="2" charset="-122"/>
                        </a:rPr>
                        <a:t>使用接口隔离和模块化设计</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1050">
                        <a:latin typeface="Times New Roman" panose="02020603050405020304" charset="0"/>
                        <a:ea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sz="1050">
                          <a:ea typeface="宋体" pitchFamily="2" charset="-122"/>
                          <a:sym typeface="+mn-ea"/>
                        </a:rPr>
                        <a:t>T2：单一模块故障不会影响其他模块运行，提升了系统的可靠性，但接口调用需要额外开销</a:t>
                      </a:r>
                      <a:endParaRPr lang="zh-CN" altLang="en-US" sz="1050">
                        <a:ea typeface="宋体" pitchFamily="2" charset="-122"/>
                        <a:sym typeface="+mn-ea"/>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sz="1050">
                          <a:ea typeface="宋体" pitchFamily="2" charset="-122"/>
                          <a:sym typeface="+mn-ea"/>
                        </a:rPr>
                        <a:t>R4：如果接口设计不合理或不清晰，可能导致扩展性差，修改困难，甚至影响系统的稳定性</a:t>
                      </a:r>
                      <a:endParaRPr lang="zh-CN" altLang="en-US" sz="1050">
                        <a:ea typeface="宋体" pitchFamily="2" charset="-122"/>
                        <a:sym typeface="+mn-ea"/>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1050">
                        <a:latin typeface="Times New Roman" panose="02020603050405020304" charset="0"/>
                        <a:ea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19455">
                <a:tc>
                  <a:txBody>
                    <a:bodyPr/>
                    <a:p>
                      <a:pPr indent="0" algn="ctr">
                        <a:buNone/>
                      </a:pPr>
                      <a:r>
                        <a:rPr lang="zh-CN" sz="1050">
                          <a:ea typeface="宋体" pitchFamily="2" charset="-122"/>
                        </a:rPr>
                        <a:t>引入中央日志系统</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sz="1050">
                          <a:ea typeface="宋体" pitchFamily="2" charset="-122"/>
                          <a:sym typeface="+mn-ea"/>
                        </a:rPr>
                        <a:t>S5：简化了故障排查和问题定位工作，显著提升了系统的可维护性</a:t>
                      </a:r>
                      <a:endParaRPr lang="zh-CN" altLang="en-US" sz="1050">
                        <a:ea typeface="宋体" pitchFamily="2" charset="-122"/>
                        <a:sym typeface="+mn-ea"/>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1050">
                        <a:latin typeface="Times New Roman" panose="02020603050405020304" charset="0"/>
                        <a:ea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sz="1050">
                          <a:ea typeface="宋体" pitchFamily="2" charset="-122"/>
                          <a:sym typeface="+mn-ea"/>
                        </a:rPr>
                        <a:t>R5：日志收集和处理系统故障可能导致无法及时发现和修复问题，影响故障排查</a:t>
                      </a:r>
                      <a:endParaRPr lang="zh-CN" altLang="en-US" sz="1050">
                        <a:ea typeface="宋体" pitchFamily="2" charset="-122"/>
                        <a:sym typeface="+mn-ea"/>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1050">
                        <a:latin typeface="Times New Roman" panose="02020603050405020304" charset="0"/>
                        <a:ea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800100">
                <a:tc>
                  <a:txBody>
                    <a:bodyPr/>
                    <a:p>
                      <a:pPr indent="0" algn="ctr">
                        <a:buNone/>
                      </a:pPr>
                      <a:r>
                        <a:rPr lang="zh-CN" sz="1050">
                          <a:ea typeface="宋体" pitchFamily="2" charset="-122"/>
                        </a:rPr>
                        <a:t>部署容器化服务</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sz="1050">
                          <a:ea typeface="宋体" pitchFamily="2" charset="-122"/>
                          <a:sym typeface="+mn-ea"/>
                        </a:rPr>
                        <a:t>S6：简化了服务更新和运维管理，提高了系统的可维护性</a:t>
                      </a:r>
                      <a:endParaRPr lang="zh-CN" altLang="en-US" sz="1050">
                        <a:ea typeface="宋体" pitchFamily="2" charset="-122"/>
                        <a:sym typeface="+mn-ea"/>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1050">
                        <a:latin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1050">
                        <a:latin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sz="1050">
                          <a:ea typeface="宋体" pitchFamily="2" charset="-122"/>
                          <a:sym typeface="+mn-ea"/>
                        </a:rPr>
                        <a:t>N3：采用标准化的容器技术，利用容器的可移植性与一致性，优化服务的独立性和可扩展性</a:t>
                      </a:r>
                      <a:endParaRPr lang="zh-CN" altLang="en-US" sz="1050">
                        <a:ea typeface="宋体" pitchFamily="2" charset="-122"/>
                        <a:sym typeface="+mn-ea"/>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8610">
                <a:tc>
                  <a:txBody>
                    <a:bodyPr/>
                    <a:p>
                      <a:pPr marL="0" indent="0" algn="ctr" defTabSz="0" rtl="0" eaLnBrk="1" latinLnBrk="0" hangingPunct="1">
                        <a:spcBef>
                          <a:spcPct val="0"/>
                        </a:spcBef>
                        <a:spcAft>
                          <a:spcPct val="0"/>
                        </a:spcAft>
                        <a:buNone/>
                      </a:pPr>
                      <a:r>
                        <a:rPr lang="zh-CN" altLang="en-US" sz="1050">
                          <a:solidFill>
                            <a:schemeClr val="tx1"/>
                          </a:solidFill>
                          <a:ea typeface="宋体" pitchFamily="2" charset="-122"/>
                        </a:rPr>
                        <a:t>推理</a:t>
                      </a:r>
                      <a:endParaRPr lang="zh-CN" altLang="en-US" sz="1050">
                        <a:solidFill>
                          <a:schemeClr val="tx1"/>
                        </a:solidFill>
                        <a:ea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4">
                  <a:txBody>
                    <a:bodyPr/>
                    <a:p>
                      <a:pPr indent="0" algn="ctr">
                        <a:buNone/>
                      </a:pPr>
                      <a:r>
                        <a:rPr lang="zh-CN" altLang="en-US"/>
                        <a:t>……</a:t>
                      </a:r>
                      <a:endParaRPr lang="zh-CN" altLang="en-US"/>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graphicFrame>
        <p:nvGraphicFramePr>
          <p:cNvPr id="8" name="表格 7"/>
          <p:cNvGraphicFramePr/>
          <p:nvPr>
            <p:custDataLst>
              <p:tags r:id="rId1"/>
            </p:custDataLst>
          </p:nvPr>
        </p:nvGraphicFramePr>
        <p:xfrm>
          <a:off x="8202147" y="955405"/>
          <a:ext cx="3228340" cy="5120640"/>
        </p:xfrm>
        <a:graphic>
          <a:graphicData uri="http://schemas.openxmlformats.org/drawingml/2006/table">
            <a:tbl>
              <a:tblPr/>
              <a:tblGrid>
                <a:gridCol w="3228340"/>
              </a:tblGrid>
              <a:tr h="5120640">
                <a:tc>
                  <a:txBody>
                    <a:bodyPr/>
                    <a:p>
                      <a:pPr indent="0">
                        <a:buNone/>
                      </a:pPr>
                      <a:r>
                        <a:rPr lang="en-US" sz="1400">
                          <a:latin typeface="宋体" pitchFamily="2" charset="-122"/>
                          <a:cs typeface="宋体" pitchFamily="2" charset="-122"/>
                        </a:rPr>
                        <a:t>1.</a:t>
                      </a:r>
                      <a:r>
                        <a:rPr lang="zh-CN" sz="1400">
                          <a:ea typeface="宋体" pitchFamily="2" charset="-122"/>
                        </a:rPr>
                        <a:t>通过微服务架构能够有效解耦系统中的各个服务，使得每个模块都能独立部署和维护。这样，当某个模块需要维护或更新时，其他模块不受影响。</a:t>
                      </a:r>
                      <a:endParaRPr lang="zh-CN" sz="1400">
                        <a:ea typeface="宋体" pitchFamily="2" charset="-122"/>
                      </a:endParaRPr>
                    </a:p>
                    <a:p>
                      <a:pPr indent="0">
                        <a:buNone/>
                      </a:pPr>
                      <a:endParaRPr lang="zh-CN" sz="1400">
                        <a:ea typeface="宋体" pitchFamily="2" charset="-122"/>
                      </a:endParaRPr>
                    </a:p>
                    <a:p>
                      <a:pPr indent="0">
                        <a:buNone/>
                      </a:pPr>
                      <a:r>
                        <a:rPr lang="en-US" sz="1400">
                          <a:latin typeface="宋体" pitchFamily="2" charset="-122"/>
                          <a:ea typeface="宋体" pitchFamily="2" charset="-122"/>
                        </a:rPr>
                        <a:t>2</a:t>
                      </a:r>
                      <a:r>
                        <a:rPr lang="en-US" sz="1400">
                          <a:latin typeface="宋体" pitchFamily="2" charset="-122"/>
                          <a:cs typeface="宋体" pitchFamily="2" charset="-122"/>
                        </a:rPr>
                        <a:t>.</a:t>
                      </a:r>
                      <a:r>
                        <a:rPr lang="zh-CN" sz="1400">
                          <a:ea typeface="宋体" pitchFamily="2" charset="-122"/>
                        </a:rPr>
                        <a:t>通过明确的接口设计，可以减少模块之间的耦合性，避免在更新某一模块时影响其他模块。然而，接口多次调用可能会增加额外的开销。</a:t>
                      </a:r>
                      <a:endParaRPr lang="zh-CN" sz="1400">
                        <a:ea typeface="宋体" pitchFamily="2" charset="-122"/>
                      </a:endParaRPr>
                    </a:p>
                    <a:p>
                      <a:pPr indent="0">
                        <a:buNone/>
                      </a:pPr>
                      <a:endParaRPr lang="zh-CN" sz="1400">
                        <a:ea typeface="宋体" pitchFamily="2" charset="-122"/>
                      </a:endParaRPr>
                    </a:p>
                    <a:p>
                      <a:pPr indent="0">
                        <a:buNone/>
                      </a:pPr>
                      <a:r>
                        <a:rPr lang="en-US" sz="1400">
                          <a:latin typeface="宋体" pitchFamily="2" charset="-122"/>
                          <a:ea typeface="宋体" pitchFamily="2" charset="-122"/>
                        </a:rPr>
                        <a:t>3.</a:t>
                      </a:r>
                      <a:r>
                        <a:rPr lang="zh-CN" sz="1400">
                          <a:ea typeface="宋体" pitchFamily="2" charset="-122"/>
                        </a:rPr>
                        <a:t>通过引入中央日志系统，可以集中管理所有服务的日志信息，提升故障排查的效率。在模块独立的架构中，日志管理尤其重要，可以快速定位问题并减少模块之间的依赖，显著提升了系统的可维护性。但是一定程度上增加系统的运维复杂性，同时需要额外的存储和计算资源。</a:t>
                      </a:r>
                      <a:endParaRPr lang="zh-CN" sz="1400">
                        <a:ea typeface="宋体" pitchFamily="2" charset="-122"/>
                      </a:endParaRPr>
                    </a:p>
                    <a:p>
                      <a:pPr indent="0">
                        <a:buNone/>
                      </a:pPr>
                      <a:endParaRPr lang="zh-CN" sz="1400">
                        <a:ea typeface="宋体" pitchFamily="2" charset="-122"/>
                      </a:endParaRPr>
                    </a:p>
                    <a:p>
                      <a:pPr indent="0">
                        <a:buNone/>
                      </a:pPr>
                      <a:r>
                        <a:rPr lang="en-US" sz="1400">
                          <a:latin typeface="宋体" pitchFamily="2" charset="-122"/>
                          <a:ea typeface="宋体" pitchFamily="2" charset="-122"/>
                        </a:rPr>
                        <a:t>4.</a:t>
                      </a:r>
                      <a:r>
                        <a:rPr lang="zh-CN" sz="1400">
                          <a:ea typeface="宋体" pitchFamily="2" charset="-122"/>
                        </a:rPr>
                        <a:t>容器化能够将服务封装成独立的单元，确保模块之间的独立性。每个服务可以单独管理、升级和部署，减少了服务间的干扰。但是它需要较高的技术门槛和运维投入，具有一定的劣势。</a:t>
                      </a:r>
                      <a:endParaRPr lang="en-US" sz="1400">
                        <a:latin typeface="宋体" pitchFamily="2" charset="-122"/>
                        <a:ea typeface="宋体" pitchFamily="2" charset="-122"/>
                        <a:cs typeface="宋体"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1"/>
          </p:nvPr>
        </p:nvSpPr>
        <p:spPr>
          <a:xfrm>
            <a:off x="1216933" y="347251"/>
            <a:ext cx="8920029" cy="399415"/>
          </a:xfrm>
        </p:spPr>
        <p:txBody>
          <a:bodyPr/>
          <a:lstStyle/>
          <a:p>
            <a:r>
              <a:rPr lang="zh-CN" altLang="en-US">
                <a:solidFill>
                  <a:schemeClr val="accent1"/>
                </a:solidFill>
                <a:ea typeface="+mn-ea"/>
                <a:cs typeface="+mn-ea"/>
              </a:rPr>
              <a:t>ATAM方法——架构再分析</a:t>
            </a:r>
            <a:endParaRPr lang="zh-CN" altLang="en-US">
              <a:ea typeface="+mn-ea"/>
              <a:cs typeface="+mn-ea"/>
            </a:endParaRPr>
          </a:p>
        </p:txBody>
      </p:sp>
      <p:sp>
        <p:nvSpPr>
          <p:cNvPr id="2" name="日期占位符 1"/>
          <p:cNvSpPr>
            <a:spLocks noGrp="1"/>
          </p:cNvSpPr>
          <p:nvPr>
            <p:ph type="dt" sz="half" idx="14"/>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3" name="灯片编号占位符 2"/>
          <p:cNvSpPr>
            <a:spLocks noGrp="1"/>
          </p:cNvSpPr>
          <p:nvPr>
            <p:ph type="sldNum" sz="quarter" idx="16"/>
          </p:nvPr>
        </p:nvSpPr>
        <p:spPr/>
        <p:txBody>
          <a:bodyPr/>
          <a:lstStyle/>
          <a:p>
            <a:fld id="{C79ECAFE-A460-4E13-ABCB-32CAE6136244}" type="slidenum">
              <a:rPr lang="zh-CN" altLang="en-US" smtClean="0"/>
            </a:fld>
            <a:endParaRPr lang="zh-CN" altLang="en-US" dirty="0"/>
          </a:p>
        </p:txBody>
      </p:sp>
      <p:sp>
        <p:nvSpPr>
          <p:cNvPr id="6" name="文本框 5"/>
          <p:cNvSpPr txBox="1"/>
          <p:nvPr userDrawn="1"/>
        </p:nvSpPr>
        <p:spPr>
          <a:xfrm>
            <a:off x="448874" y="1106295"/>
            <a:ext cx="11212830" cy="4408805"/>
          </a:xfrm>
          <a:prstGeom prst="rect">
            <a:avLst/>
          </a:prstGeom>
        </p:spPr>
        <p:txBody>
          <a:bodyPr wrap="none" rtlCol="0">
            <a:spAutoFit/>
          </a:bodyPr>
          <a:p>
            <a:pPr marL="1200150" lvl="2" indent="-285750" algn="l">
              <a:lnSpc>
                <a:spcPct val="120000"/>
              </a:lnSpc>
              <a:buFont typeface="Arial" panose="020B0604020202020204" pitchFamily="34" charset="0"/>
              <a:buChar char="•"/>
            </a:pPr>
            <a:r>
              <a:rPr lang="zh-CN" altLang="en-US"/>
              <a:t>异步处理提升任务执行效率，与模块解耦、数据优化或服务管理无关联，</a:t>
            </a:r>
            <a:endParaRPr lang="zh-CN" altLang="en-US"/>
          </a:p>
          <a:p>
            <a:pPr lvl="3" indent="0" algn="l">
              <a:lnSpc>
                <a:spcPct val="120000"/>
              </a:lnSpc>
              <a:buNone/>
            </a:pPr>
            <a:r>
              <a:rPr lang="zh-CN" altLang="en-US"/>
              <a:t>但可与容器化服务和日志系统协同提升性能。</a:t>
            </a:r>
            <a:endParaRPr lang="zh-CN" altLang="en-US"/>
          </a:p>
          <a:p>
            <a:pPr lvl="3" indent="0" algn="l">
              <a:lnSpc>
                <a:spcPct val="120000"/>
              </a:lnSpc>
              <a:buNone/>
            </a:pPr>
            <a:endParaRPr lang="zh-CN" altLang="en-US"/>
          </a:p>
          <a:p>
            <a:pPr marL="1200150" lvl="2" indent="-285750" algn="l">
              <a:lnSpc>
                <a:spcPct val="120000"/>
              </a:lnSpc>
              <a:buFont typeface="Arial" panose="020B0604020202020204" pitchFamily="34" charset="0"/>
              <a:buChar char="•"/>
            </a:pPr>
            <a:r>
              <a:rPr lang="zh-CN" altLang="en-US"/>
              <a:t>缓存机制减轻数据库压力，与微服务独立性兼容，并与数据库分片协同优化数据存取效率。</a:t>
            </a:r>
            <a:endParaRPr lang="zh-CN" altLang="en-US"/>
          </a:p>
          <a:p>
            <a:pPr lvl="2" indent="0" algn="l">
              <a:lnSpc>
                <a:spcPct val="120000"/>
              </a:lnSpc>
              <a:buNone/>
            </a:pPr>
            <a:endParaRPr lang="zh-CN" altLang="en-US"/>
          </a:p>
          <a:p>
            <a:pPr marL="1200150" lvl="2" indent="-285750" algn="l">
              <a:lnSpc>
                <a:spcPct val="120000"/>
              </a:lnSpc>
              <a:buFont typeface="Arial" panose="020B0604020202020204" pitchFamily="34" charset="0"/>
              <a:buChar char="•"/>
            </a:pPr>
            <a:r>
              <a:rPr lang="zh-CN" altLang="en-US"/>
              <a:t>数据库分片通过细化存储分配增强查询性能，与缓存机制形成性能双重保障，且独立于服务逻辑。</a:t>
            </a:r>
            <a:endParaRPr lang="zh-CN" altLang="en-US"/>
          </a:p>
          <a:p>
            <a:pPr lvl="2" indent="0" algn="l">
              <a:lnSpc>
                <a:spcPct val="120000"/>
              </a:lnSpc>
              <a:buNone/>
            </a:pPr>
            <a:endParaRPr lang="zh-CN" altLang="en-US"/>
          </a:p>
          <a:p>
            <a:pPr marL="1200150" lvl="2" indent="-285750" algn="l">
              <a:lnSpc>
                <a:spcPct val="120000"/>
              </a:lnSpc>
              <a:buFont typeface="Arial" panose="020B0604020202020204" pitchFamily="34" charset="0"/>
              <a:buChar char="•"/>
            </a:pPr>
            <a:r>
              <a:rPr lang="zh-CN" altLang="en-US"/>
              <a:t>高性能硬件升级为所有战术提供资源支持，与异步处理和缓存机制完全兼容。</a:t>
            </a:r>
            <a:endParaRPr lang="zh-CN" altLang="en-US"/>
          </a:p>
          <a:p>
            <a:pPr lvl="2" indent="0" algn="l">
              <a:lnSpc>
                <a:spcPct val="120000"/>
              </a:lnSpc>
              <a:buNone/>
            </a:pPr>
            <a:endParaRPr lang="zh-CN" altLang="en-US"/>
          </a:p>
          <a:p>
            <a:pPr marL="1200150" lvl="2" indent="-285750" algn="l">
              <a:lnSpc>
                <a:spcPct val="120000"/>
              </a:lnSpc>
              <a:buFont typeface="Arial" panose="020B0604020202020204" pitchFamily="34" charset="0"/>
              <a:buChar char="•"/>
            </a:pPr>
            <a:r>
              <a:rPr lang="zh-CN" altLang="en-US"/>
              <a:t>微服务架构和模块化设计通过接口隔离实现服务低耦合，为其他战术实施创造条件。</a:t>
            </a:r>
            <a:endParaRPr lang="zh-CN" altLang="en-US"/>
          </a:p>
          <a:p>
            <a:pPr lvl="2" indent="0" algn="l">
              <a:lnSpc>
                <a:spcPct val="120000"/>
              </a:lnSpc>
              <a:buNone/>
            </a:pPr>
            <a:endParaRPr lang="zh-CN" altLang="en-US"/>
          </a:p>
          <a:p>
            <a:pPr marL="1200150" lvl="2" indent="-285750" algn="l">
              <a:lnSpc>
                <a:spcPct val="120000"/>
              </a:lnSpc>
              <a:buFont typeface="Arial" panose="020B0604020202020204" pitchFamily="34" charset="0"/>
              <a:buChar char="•"/>
            </a:pPr>
            <a:r>
              <a:rPr lang="zh-CN" altLang="en-US"/>
              <a:t>中央日志系统和容器化服务共同提升可维护性，日志集中管理提高故障定位效率，</a:t>
            </a:r>
            <a:endParaRPr lang="zh-CN" altLang="en-US"/>
          </a:p>
          <a:p>
            <a:pPr lvl="3" indent="0" algn="l">
              <a:lnSpc>
                <a:spcPct val="120000"/>
              </a:lnSpc>
              <a:buNone/>
            </a:pPr>
            <a:r>
              <a:rPr lang="zh-CN" altLang="en-US"/>
              <a:t>容器化服务提供独立运行环境。</a:t>
            </a:r>
            <a:endParaRPr lang="zh-CN" alt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r>
              <a:rPr lang="zh-CN" altLang="en-US" dirty="0">
                <a:solidFill>
                  <a:schemeClr val="accent1"/>
                </a:solidFill>
              </a:rPr>
              <a:t>聆听</a:t>
            </a:r>
            <a:r>
              <a:rPr lang="zh-CN" altLang="en-US" dirty="0"/>
              <a:t>！</a:t>
            </a:r>
            <a:endParaRPr lang="zh-CN" altLang="en-US" dirty="0"/>
          </a:p>
        </p:txBody>
      </p:sp>
      <p:sp>
        <p:nvSpPr>
          <p:cNvPr id="3" name="文本占位符 2"/>
          <p:cNvSpPr>
            <a:spLocks noGrp="1"/>
          </p:cNvSpPr>
          <p:nvPr>
            <p:ph type="body" sz="quarter" idx="12"/>
          </p:nvPr>
        </p:nvSpPr>
        <p:spPr/>
        <p:txBody>
          <a:bodyPr/>
          <a:lstStyle/>
          <a:p>
            <a:r>
              <a:rPr lang="zh-CN" altLang="en-US" dirty="0"/>
              <a:t>感谢</a:t>
            </a:r>
            <a:r>
              <a:rPr lang="zh-CN" altLang="en-US" dirty="0">
                <a:solidFill>
                  <a:schemeClr val="tx1"/>
                </a:solidFill>
                <a:cs typeface="Arial" panose="020B0604020202020204" pitchFamily="34" charset="0"/>
              </a:rPr>
              <a:t>老师同学</a:t>
            </a:r>
            <a:r>
              <a:rPr lang="zh-CN" altLang="en-US" dirty="0"/>
              <a:t>的</a:t>
            </a:r>
            <a:endParaRPr lang="zh-CN" altLang="en-US" dirty="0"/>
          </a:p>
        </p:txBody>
      </p:sp>
      <p:sp>
        <p:nvSpPr>
          <p:cNvPr id="4" name="日期占位符 3"/>
          <p:cNvSpPr>
            <a:spLocks noGrp="1"/>
          </p:cNvSpPr>
          <p:nvPr>
            <p:ph type="dt" sz="half" idx="16"/>
          </p:nvPr>
        </p:nvSpPr>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5" name="文本占位符 4"/>
          <p:cNvSpPr>
            <a:spLocks noGrp="1"/>
          </p:cNvSpPr>
          <p:nvPr>
            <p:ph type="body" sz="quarter" idx="17"/>
          </p:nvPr>
        </p:nvSpPr>
        <p:spPr/>
        <p:txBody>
          <a:bodyPr/>
          <a:lstStyle/>
          <a:p>
            <a:r>
              <a:rPr lang="en-US" altLang="zh-CN" spc="450" dirty="0"/>
              <a:t>Thanks For Your Guidance </a:t>
            </a:r>
            <a:endParaRPr lang="en-US" altLang="zh-CN" spc="450" dirty="0"/>
          </a:p>
        </p:txBody>
      </p:sp>
      <p:sp>
        <p:nvSpPr>
          <p:cNvPr id="6" name="矩形 5"/>
          <p:cNvSpPr/>
          <p:nvPr/>
        </p:nvSpPr>
        <p:spPr>
          <a:xfrm>
            <a:off x="652958" y="4379642"/>
            <a:ext cx="2506802" cy="398780"/>
          </a:xfrm>
          <a:prstGeom prst="rect">
            <a:avLst/>
          </a:prstGeom>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accent2"/>
                </a:solidFill>
                <a:effectLst/>
                <a:uLnTx/>
                <a:uFillTx/>
                <a:latin typeface="Arial" panose="020B0604020202020204"/>
                <a:cs typeface="+mn-ea"/>
              </a:rPr>
              <a:t>答辩人：</a:t>
            </a:r>
            <a:r>
              <a:rPr lang="zh-CN" altLang="en-US" sz="2000" noProof="0" dirty="0">
                <a:ln>
                  <a:noFill/>
                </a:ln>
                <a:solidFill>
                  <a:schemeClr val="accent2"/>
                </a:solidFill>
                <a:effectLst/>
                <a:uLnTx/>
                <a:uFillTx/>
                <a:latin typeface="Arial" panose="020B0604020202020204" pitchFamily="34" charset="0"/>
                <a:cs typeface="+mn-ea"/>
              </a:rPr>
              <a:t>朱瑾贤</a:t>
            </a:r>
            <a:endParaRPr lang="zh-CN" altLang="en-US">
              <a:latin typeface="Arial" panose="020B0604020202020204"/>
              <a:cs typeface="+mn-ea"/>
            </a:endParaRPr>
          </a:p>
        </p:txBody>
      </p:sp>
      <p:sp>
        <p:nvSpPr>
          <p:cNvPr id="7" name="矩形 6"/>
          <p:cNvSpPr/>
          <p:nvPr/>
        </p:nvSpPr>
        <p:spPr>
          <a:xfrm>
            <a:off x="3319835" y="4379642"/>
            <a:ext cx="2280347" cy="398780"/>
          </a:xfrm>
          <a:prstGeom prst="rect">
            <a:avLst/>
          </a:prstGeom>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accent2"/>
                </a:solidFill>
                <a:effectLst/>
                <a:uLnTx/>
                <a:uFillTx/>
                <a:latin typeface="Arial" panose="020B0604020202020204"/>
                <a:cs typeface="+mn-ea"/>
              </a:rPr>
              <a:t>指导老师：</a:t>
            </a:r>
            <a:r>
              <a:rPr lang="zh-CN" altLang="en-US" sz="2000" noProof="0" dirty="0">
                <a:ln>
                  <a:noFill/>
                </a:ln>
                <a:solidFill>
                  <a:schemeClr val="accent2"/>
                </a:solidFill>
                <a:effectLst/>
                <a:uLnTx/>
                <a:uFillTx/>
                <a:latin typeface="Arial" panose="020B0604020202020204" pitchFamily="34" charset="0"/>
                <a:cs typeface="+mn-ea"/>
              </a:rPr>
              <a:t>廖力</a:t>
            </a:r>
            <a:endParaRPr lang="zh-CN" altLang="en-US">
              <a:latin typeface="Arial" panose="020B0604020202020204"/>
              <a:cs typeface="+mn-ea"/>
            </a:endParaRPr>
          </a:p>
        </p:txBody>
      </p:sp>
      <p:sp>
        <p:nvSpPr>
          <p:cNvPr id="8" name="矩形 7"/>
          <p:cNvSpPr/>
          <p:nvPr/>
        </p:nvSpPr>
        <p:spPr>
          <a:xfrm>
            <a:off x="667504" y="4899847"/>
            <a:ext cx="3680976" cy="398780"/>
          </a:xfrm>
          <a:prstGeom prst="rect">
            <a:avLst/>
          </a:prstGeom>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accent1"/>
                </a:solidFill>
                <a:effectLst/>
                <a:uLnTx/>
                <a:uFillTx/>
                <a:latin typeface="Arial" panose="020B0604020202020204"/>
                <a:cs typeface="+mn-ea"/>
              </a:rPr>
              <a:t>答辩日期：</a:t>
            </a:r>
            <a:r>
              <a:rPr lang="zh-CN" altLang="en-US" sz="2000" noProof="0" dirty="0">
                <a:ln>
                  <a:noFill/>
                </a:ln>
                <a:solidFill>
                  <a:schemeClr val="accent1"/>
                </a:solidFill>
                <a:effectLst/>
                <a:uLnTx/>
                <a:uFillTx/>
                <a:latin typeface="Arial" panose="020B0604020202020204" pitchFamily="34" charset="0"/>
                <a:cs typeface="+mn-ea"/>
              </a:rPr>
              <a:t>2</a:t>
            </a:r>
            <a:r>
              <a:rPr lang="en-US" altLang="zh-CN" sz="2000" noProof="0" dirty="0">
                <a:ln>
                  <a:noFill/>
                </a:ln>
                <a:solidFill>
                  <a:schemeClr val="accent1"/>
                </a:solidFill>
                <a:effectLst/>
                <a:uLnTx/>
                <a:uFillTx/>
                <a:latin typeface="Arial" panose="020B0604020202020204" pitchFamily="34" charset="0"/>
                <a:cs typeface="+mn-ea"/>
              </a:rPr>
              <a:t>024</a:t>
            </a:r>
            <a:r>
              <a:rPr kumimoji="0" lang="en-US" altLang="zh-CN" sz="2000" i="0" u="none" strike="noStrike" kern="1200" cap="none" spc="0" normalizeH="0" baseline="0" noProof="0" dirty="0">
                <a:ln>
                  <a:noFill/>
                </a:ln>
                <a:solidFill>
                  <a:schemeClr val="accent1"/>
                </a:solidFill>
                <a:effectLst/>
                <a:uLnTx/>
                <a:uFillTx/>
                <a:latin typeface="Arial" panose="020B0604020202020204"/>
                <a:cs typeface="+mn-ea"/>
              </a:rPr>
              <a:t>/</a:t>
            </a:r>
            <a:r>
              <a:rPr lang="en-US" altLang="zh-CN" sz="2000" noProof="0" dirty="0">
                <a:ln>
                  <a:noFill/>
                </a:ln>
                <a:solidFill>
                  <a:schemeClr val="accent1"/>
                </a:solidFill>
                <a:effectLst/>
                <a:uLnTx/>
                <a:uFillTx/>
                <a:latin typeface="Arial" panose="020B0604020202020204" pitchFamily="34" charset="0"/>
                <a:cs typeface="+mn-ea"/>
              </a:rPr>
              <a:t>01</a:t>
            </a:r>
            <a:r>
              <a:rPr kumimoji="0" lang="en-US" altLang="zh-CN" sz="2000" i="0" u="none" strike="noStrike" kern="1200" cap="none" spc="0" normalizeH="0" baseline="0" noProof="0" dirty="0">
                <a:ln>
                  <a:noFill/>
                </a:ln>
                <a:solidFill>
                  <a:schemeClr val="accent1"/>
                </a:solidFill>
                <a:effectLst/>
                <a:uLnTx/>
                <a:uFillTx/>
                <a:latin typeface="Arial" panose="020B0604020202020204"/>
                <a:cs typeface="+mn-ea"/>
              </a:rPr>
              <a:t>/03</a:t>
            </a:r>
            <a:endParaRPr kumimoji="0" lang="zh-CN" altLang="en-US" sz="2000" i="0" u="none" strike="noStrike" kern="1200" cap="none" spc="0" normalizeH="0" baseline="0" noProof="0" dirty="0">
              <a:ln>
                <a:noFill/>
              </a:ln>
              <a:solidFill>
                <a:schemeClr val="accent1"/>
              </a:solidFill>
              <a:effectLst/>
              <a:uLnTx/>
              <a:uFillTx/>
              <a:latin typeface="Arial" panose="020B0604020202020204"/>
              <a:cs typeface="+mn-ea"/>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TABLE_ENDDRAG_ORIGIN_RECT" val="231*405"/>
  <p:tag name="TABLE_ENDDRAG_RECT" val="652*74*231*405"/>
</p:tagLst>
</file>

<file path=ppt/tags/tag2.xml><?xml version="1.0" encoding="utf-8"?>
<p:tagLst xmlns:p="http://schemas.openxmlformats.org/presentationml/2006/main">
  <p:tag name="ISLIDE.GUIDESSETTING" val="{&quot;Id&quot;:null,&quot;Name&quot;:&quot;正常&quot;,&quot;HeaderHeight&quot;:15.0,&quot;FooterHeight&quot;:9.0,&quot;SideMargin&quot;:5.5,&quot;TopMargin&quot;:0.0,&quot;BottomMargin&quot;:0.0,&quot;IntervalMargin&quot;:1.5,&quot;SettingType&quot;:&quot;System&quot;}"/>
  <p:tag name="commondata" val="eyJoZGlkIjoiZGQ5MDlhN2UyMDY4YjkwZGQyODMwMTNhN2ZhZDMwYzcifQ=="/>
</p:tagLst>
</file>

<file path=ppt/theme/theme1.xml><?xml version="1.0" encoding="utf-8"?>
<a:theme xmlns:a="http://schemas.openxmlformats.org/drawingml/2006/main" name="Office 主题​​">
  <a:themeElements>
    <a:clrScheme name="SEU">
      <a:dk1>
        <a:sysClr val="windowText" lastClr="000000"/>
      </a:dk1>
      <a:lt1>
        <a:sysClr val="window" lastClr="FFFFFF"/>
      </a:lt1>
      <a:dk2>
        <a:srgbClr val="44546A"/>
      </a:dk2>
      <a:lt2>
        <a:srgbClr val="E3E1DD"/>
      </a:lt2>
      <a:accent1>
        <a:srgbClr val="445437"/>
      </a:accent1>
      <a:accent2>
        <a:srgbClr val="FFCC00"/>
      </a:accent2>
      <a:accent3>
        <a:srgbClr val="2872A1"/>
      </a:accent3>
      <a:accent4>
        <a:srgbClr val="FCB322"/>
      </a:accent4>
      <a:accent5>
        <a:srgbClr val="EA6C00"/>
      </a:accent5>
      <a:accent6>
        <a:srgbClr val="70AD47"/>
      </a:accent6>
      <a:hlink>
        <a:srgbClr val="0563C1"/>
      </a:hlink>
      <a:folHlink>
        <a:srgbClr val="954F72"/>
      </a:folHlink>
    </a:clrScheme>
    <a:fontScheme name="htvr4vcz">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12700">
          <a:no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lnDef>
      <a:spPr>
        <a:ln w="12700">
          <a:solidFill>
            <a:schemeClr val="bg1"/>
          </a:solidFill>
        </a:ln>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6791</Words>
  <Application>WPS Office WWO_wpscloud_20241220194352-2b83fcf251</Application>
  <PresentationFormat>宽屏</PresentationFormat>
  <Paragraphs>629</Paragraphs>
  <Slides>28</Slides>
  <Notes>78</Notes>
  <HiddenSlides>0</HiddenSlides>
  <MMClips>0</MMClips>
  <ScaleCrop>false</ScaleCrop>
  <HeadingPairs>
    <vt:vector size="6" baseType="variant">
      <vt:variant>
        <vt:lpstr>已用的字体</vt:lpstr>
      </vt:variant>
      <vt:variant>
        <vt:i4>16</vt:i4>
      </vt:variant>
      <vt:variant>
        <vt:lpstr>主题</vt:lpstr>
      </vt:variant>
      <vt:variant>
        <vt:i4>3</vt:i4>
      </vt:variant>
      <vt:variant>
        <vt:lpstr>幻灯片标题</vt:lpstr>
      </vt:variant>
      <vt:variant>
        <vt:i4>28</vt:i4>
      </vt:variant>
    </vt:vector>
  </HeadingPairs>
  <TitlesOfParts>
    <vt:vector size="47" baseType="lpstr">
      <vt:lpstr>Arial</vt:lpstr>
      <vt:lpstr>宋体</vt:lpstr>
      <vt:lpstr>Wingdings</vt:lpstr>
      <vt:lpstr>Arial</vt:lpstr>
      <vt:lpstr>微软雅黑</vt:lpstr>
      <vt:lpstr>汉仪旗黑KW 55S</vt:lpstr>
      <vt:lpstr>Calibri</vt:lpstr>
      <vt:lpstr>等线</vt:lpstr>
      <vt:lpstr>Segoe UI</vt:lpstr>
      <vt:lpstr>Segoe UI Light</vt:lpstr>
      <vt:lpstr>Noto Naskh Arabic UI</vt:lpstr>
      <vt:lpstr>汉仪书宋二KW</vt:lpstr>
      <vt:lpstr>Times New Roman</vt:lpstr>
      <vt:lpstr>Kingsoft Confetti</vt:lpstr>
      <vt:lpstr>汉仪中等线KW</vt:lpstr>
      <vt:lpstr>微软雅黑</vt:lpstr>
      <vt:lpstr>Office 主题​​</vt:lpstr>
      <vt:lpstr>2_OfficePLUS</vt:lpstr>
      <vt:lpstr>1_OfficePLUS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#我给母校送模板#</dc:title>
  <dc:creator>李林昊</dc:creator>
  <cp:keywords>51PPT模板网</cp:keywords>
  <cp:lastModifiedBy>朱瑾贤</cp:lastModifiedBy>
  <dcterms:created xsi:type="dcterms:W3CDTF">2025-01-02T15:14:47Z</dcterms:created>
  <dcterms:modified xsi:type="dcterms:W3CDTF">2025-01-02T15:14:47Z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v-yunxl@microsoft.com</vt:lpwstr>
  </property>
  <property fmtid="{D5CDD505-2E9C-101B-9397-08002B2CF9AE}" pid="5" name="MSIP_Label_f42aa342-8706-4288-bd11-ebb85995028c_SetDate">
    <vt:lpwstr>2019-04-12T02:41:52.0160681Z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69373f4c-3b11-4ae9-a932-ee563e5098c6</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ICV">
    <vt:lpwstr>7D2321A5620A4CF782807F6BD90D7524</vt:lpwstr>
  </property>
  <property fmtid="{D5CDD505-2E9C-101B-9397-08002B2CF9AE}" pid="12" name="KSOProductBuildVer">
    <vt:lpwstr>2052-12.9.0.19779</vt:lpwstr>
  </property>
</Properties>
</file>