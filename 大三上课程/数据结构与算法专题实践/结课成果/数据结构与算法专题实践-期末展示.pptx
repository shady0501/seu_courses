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5" r:id="rId3"/>
    <p:sldMasterId id="2147483668" r:id="rId4"/>
  </p:sldMasterIdLst>
  <p:notesMasterIdLst>
    <p:notesMasterId r:id="rId6"/>
  </p:notesMasterIdLst>
  <p:sldIdLst>
    <p:sldId id="672" r:id="rId5"/>
    <p:sldId id="696" r:id="rId7"/>
    <p:sldId id="699" r:id="rId8"/>
    <p:sldId id="560" r:id="rId9"/>
    <p:sldId id="676" r:id="rId10"/>
    <p:sldId id="711" r:id="rId11"/>
    <p:sldId id="715" r:id="rId12"/>
    <p:sldId id="651" r:id="rId13"/>
    <p:sldId id="716" r:id="rId14"/>
    <p:sldId id="714" r:id="rId15"/>
    <p:sldId id="701" r:id="rId16"/>
    <p:sldId id="703" r:id="rId17"/>
    <p:sldId id="550" r:id="rId18"/>
    <p:sldId id="717" r:id="rId19"/>
    <p:sldId id="718" r:id="rId20"/>
    <p:sldId id="700" r:id="rId21"/>
    <p:sldId id="574" r:id="rId22"/>
    <p:sldId id="713" r:id="rId23"/>
    <p:sldId id="712" r:id="rId24"/>
  </p:sldIdLst>
  <p:sldSz cx="12192000" cy="6858000"/>
  <p:notesSz cx="6858000" cy="9144000"/>
  <p:custDataLst>
    <p:tags r:id="rId2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FCFB"/>
    <a:srgbClr val="FFEC9D"/>
    <a:srgbClr val="666666"/>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79874" autoAdjust="0"/>
  </p:normalViewPr>
  <p:slideViewPr>
    <p:cSldViewPr snapToGrid="0">
      <p:cViewPr varScale="1">
        <p:scale>
          <a:sx n="107" d="100"/>
          <a:sy n="107" d="100"/>
        </p:scale>
        <p:origin x="80" y="132"/>
      </p:cViewPr>
      <p:guideLst/>
    </p:cSldViewPr>
  </p:slideViewPr>
  <p:notesTextViewPr>
    <p:cViewPr>
      <p:scale>
        <a:sx n="1" d="1"/>
        <a:sy n="1" d="1"/>
      </p:scale>
      <p:origin x="0" y="0"/>
    </p:cViewPr>
  </p:notesTextViewPr>
  <p:sorterViewPr>
    <p:cViewPr>
      <p:scale>
        <a:sx n="125" d="100"/>
        <a:sy n="125" d="100"/>
      </p:scale>
      <p:origin x="0" y="-3985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 Type="http://schemas.openxmlformats.org/officeDocument/2006/relationships/slideMaster" Target="slideMasters/slideMaster2.xml"/><Relationship Id="rId28" Type="http://schemas.openxmlformats.org/officeDocument/2006/relationships/tags" Target="tags/tag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F51752-2BA6-4267-BD9C-0255A6E7A7A8}"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D02A4A-2F78-42A2-8BB5-4E355942CA2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AD02A4A-2F78-42A2-8BB5-4E355942CA2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pitchFamily="2" charset="-122"/>
                <a:ea typeface="等线"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pitchFamily="2" charset="-122"/>
              <a:ea typeface="等线" panose="02010600030101010101" pitchFamily="2"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AD02A4A-2F78-42A2-8BB5-4E355942CA2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pitchFamily="2" charset="-122"/>
                <a:ea typeface="等线"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pitchFamily="2" charset="-122"/>
              <a:ea typeface="等线" panose="02010600030101010101" pitchFamily="2" charset="-122"/>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5" Type="http://schemas.openxmlformats.org/officeDocument/2006/relationships/image" Target="../media/image2.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4" Type="http://schemas.openxmlformats.org/officeDocument/2006/relationships/image" Target="../media/image2.png"/><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11" name="图片 10" descr="图片包含 树, 户外, 建筑物, 道路&#10;&#10;自动生成的说明"/>
          <p:cNvPicPr>
            <a:picLocks noChangeAspect="1"/>
          </p:cNvPicPr>
          <p:nvPr userDrawn="1"/>
        </p:nvPicPr>
        <p:blipFill rotWithShape="1">
          <a:blip r:embed="rId2">
            <a:alphaModFix amt="15000"/>
            <a:extLst>
              <a:ext uri="{28A0092B-C50C-407E-A947-70E740481C1C}">
                <a14:useLocalDpi xmlns:a14="http://schemas.microsoft.com/office/drawing/2010/main" val="0"/>
              </a:ext>
            </a:extLst>
          </a:blip>
          <a:srcRect t="7878" r="35125" b="7878"/>
          <a:stretch>
            <a:fillRect/>
          </a:stretch>
        </p:blipFill>
        <p:spPr>
          <a:xfrm>
            <a:off x="4282440" y="0"/>
            <a:ext cx="7909560" cy="6858000"/>
          </a:xfrm>
          <a:prstGeom prst="rect">
            <a:avLst/>
          </a:prstGeom>
        </p:spPr>
      </p:pic>
      <p:sp>
        <p:nvSpPr>
          <p:cNvPr id="12" name="矩形 11"/>
          <p:cNvSpPr/>
          <p:nvPr userDrawn="1"/>
        </p:nvSpPr>
        <p:spPr>
          <a:xfrm>
            <a:off x="0" y="0"/>
            <a:ext cx="12192000" cy="6858000"/>
          </a:xfrm>
          <a:prstGeom prst="rect">
            <a:avLst/>
          </a:prstGeom>
          <a:gradFill flip="none" rotWithShape="1">
            <a:gsLst>
              <a:gs pos="32000">
                <a:schemeClr val="bg1"/>
              </a:gs>
              <a:gs pos="100000">
                <a:schemeClr val="bg1">
                  <a:alpha val="0"/>
                </a:schemeClr>
              </a:gs>
            </a:gsLst>
            <a:lin ang="0" scaled="1"/>
            <a:tileRect/>
          </a:gradFill>
          <a:ln w="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4" name="组合 13"/>
          <p:cNvGrpSpPr/>
          <p:nvPr userDrawn="1"/>
        </p:nvGrpSpPr>
        <p:grpSpPr>
          <a:xfrm>
            <a:off x="10402823" y="853956"/>
            <a:ext cx="1875342" cy="6834393"/>
            <a:chOff x="10402823" y="853956"/>
            <a:chExt cx="1875342" cy="6834393"/>
          </a:xfrm>
        </p:grpSpPr>
        <p:sp>
          <p:nvSpPr>
            <p:cNvPr id="15" name="任意多边形: 形状 14"/>
            <p:cNvSpPr/>
            <p:nvPr userDrawn="1"/>
          </p:nvSpPr>
          <p:spPr>
            <a:xfrm rot="17975649">
              <a:off x="7764318" y="3492461"/>
              <a:ext cx="6834393" cy="1557383"/>
            </a:xfrm>
            <a:custGeom>
              <a:avLst/>
              <a:gdLst>
                <a:gd name="connsiteX0" fmla="*/ 4887162 w 6834393"/>
                <a:gd name="connsiteY0" fmla="*/ 1105918 h 1557383"/>
                <a:gd name="connsiteX1" fmla="*/ 4092251 w 6834393"/>
                <a:gd name="connsiteY1" fmla="*/ 1557383 h 1557383"/>
                <a:gd name="connsiteX2" fmla="*/ 884506 w 6834393"/>
                <a:gd name="connsiteY2" fmla="*/ 1557383 h 1557383"/>
                <a:gd name="connsiteX3" fmla="*/ 628100 w 6834393"/>
                <a:gd name="connsiteY3" fmla="*/ 1105918 h 1557383"/>
                <a:gd name="connsiteX4" fmla="*/ 6834393 w 6834393"/>
                <a:gd name="connsiteY4" fmla="*/ 0 h 1557383"/>
                <a:gd name="connsiteX5" fmla="*/ 6039483 w 6834393"/>
                <a:gd name="connsiteY5" fmla="*/ 451465 h 1557383"/>
                <a:gd name="connsiteX6" fmla="*/ 256407 w 6834393"/>
                <a:gd name="connsiteY6" fmla="*/ 451465 h 1557383"/>
                <a:gd name="connsiteX7" fmla="*/ 0 w 6834393"/>
                <a:gd name="connsiteY7" fmla="*/ 0 h 15573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34393" h="1557383">
                  <a:moveTo>
                    <a:pt x="4887162" y="1105918"/>
                  </a:moveTo>
                  <a:lnTo>
                    <a:pt x="4092251" y="1557383"/>
                  </a:lnTo>
                  <a:lnTo>
                    <a:pt x="884506" y="1557383"/>
                  </a:lnTo>
                  <a:lnTo>
                    <a:pt x="628100" y="1105918"/>
                  </a:lnTo>
                  <a:close/>
                  <a:moveTo>
                    <a:pt x="6834393" y="0"/>
                  </a:moveTo>
                  <a:lnTo>
                    <a:pt x="6039483" y="451465"/>
                  </a:lnTo>
                  <a:lnTo>
                    <a:pt x="256407" y="451465"/>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dirty="0"/>
            </a:p>
          </p:txBody>
        </p:sp>
        <p:sp>
          <p:nvSpPr>
            <p:cNvPr id="16" name="任意多边形: 形状 15"/>
            <p:cNvSpPr/>
            <p:nvPr userDrawn="1"/>
          </p:nvSpPr>
          <p:spPr>
            <a:xfrm rot="17975649">
              <a:off x="8726108" y="4052302"/>
              <a:ext cx="5546729" cy="1557384"/>
            </a:xfrm>
            <a:custGeom>
              <a:avLst/>
              <a:gdLst>
                <a:gd name="connsiteX0" fmla="*/ 3599499 w 5546729"/>
                <a:gd name="connsiteY0" fmla="*/ 1105919 h 1557384"/>
                <a:gd name="connsiteX1" fmla="*/ 2804588 w 5546729"/>
                <a:gd name="connsiteY1" fmla="*/ 1557384 h 1557384"/>
                <a:gd name="connsiteX2" fmla="*/ 884507 w 5546729"/>
                <a:gd name="connsiteY2" fmla="*/ 1557383 h 1557384"/>
                <a:gd name="connsiteX3" fmla="*/ 628100 w 5546729"/>
                <a:gd name="connsiteY3" fmla="*/ 1105919 h 1557384"/>
                <a:gd name="connsiteX4" fmla="*/ 5546729 w 5546729"/>
                <a:gd name="connsiteY4" fmla="*/ 1 h 1557384"/>
                <a:gd name="connsiteX5" fmla="*/ 4751818 w 5546729"/>
                <a:gd name="connsiteY5" fmla="*/ 451466 h 1557384"/>
                <a:gd name="connsiteX6" fmla="*/ 256407 w 5546729"/>
                <a:gd name="connsiteY6" fmla="*/ 451465 h 1557384"/>
                <a:gd name="connsiteX7" fmla="*/ 0 w 5546729"/>
                <a:gd name="connsiteY7" fmla="*/ 0 h 1557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46729" h="1557384">
                  <a:moveTo>
                    <a:pt x="3599499" y="1105919"/>
                  </a:moveTo>
                  <a:lnTo>
                    <a:pt x="2804588" y="1557384"/>
                  </a:lnTo>
                  <a:lnTo>
                    <a:pt x="884507" y="1557383"/>
                  </a:lnTo>
                  <a:lnTo>
                    <a:pt x="628100" y="1105919"/>
                  </a:lnTo>
                  <a:close/>
                  <a:moveTo>
                    <a:pt x="5546729" y="1"/>
                  </a:moveTo>
                  <a:lnTo>
                    <a:pt x="4751818" y="451466"/>
                  </a:lnTo>
                  <a:lnTo>
                    <a:pt x="256407" y="451465"/>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dirty="0"/>
            </a:p>
          </p:txBody>
        </p:sp>
      </p:grpSp>
      <p:pic>
        <p:nvPicPr>
          <p:cNvPr id="17" name="图片 16" descr="图片包含 树, 户外, 建筑物, 道路&#10;&#10;自动生成的说明"/>
          <p:cNvPicPr>
            <a:picLocks noChangeAspect="1"/>
          </p:cNvPicPr>
          <p:nvPr userDrawn="1"/>
        </p:nvPicPr>
        <p:blipFill rotWithShape="1">
          <a:blip r:embed="rId2">
            <a:extLst>
              <a:ext uri="{28A0092B-C50C-407E-A947-70E740481C1C}">
                <a14:useLocalDpi xmlns:a14="http://schemas.microsoft.com/office/drawing/2010/main" val="0"/>
              </a:ext>
            </a:extLst>
          </a:blip>
          <a:srcRect l="7353" t="7878" r="35125" b="7878"/>
          <a:stretch>
            <a:fillRect/>
          </a:stretch>
        </p:blipFill>
        <p:spPr>
          <a:xfrm>
            <a:off x="5178924" y="0"/>
            <a:ext cx="7013076" cy="6858000"/>
          </a:xfrm>
          <a:custGeom>
            <a:avLst/>
            <a:gdLst>
              <a:gd name="connsiteX0" fmla="*/ 3877363 w 7013076"/>
              <a:gd name="connsiteY0" fmla="*/ 0 h 6858000"/>
              <a:gd name="connsiteX1" fmla="*/ 7013076 w 7013076"/>
              <a:gd name="connsiteY1" fmla="*/ 0 h 6858000"/>
              <a:gd name="connsiteX2" fmla="*/ 7013076 w 7013076"/>
              <a:gd name="connsiteY2" fmla="*/ 692654 h 6858000"/>
              <a:gd name="connsiteX3" fmla="*/ 3527325 w 7013076"/>
              <a:gd name="connsiteY3" fmla="*/ 6858000 h 6858000"/>
              <a:gd name="connsiteX4" fmla="*/ 0 w 7013076"/>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076" h="6858000">
                <a:moveTo>
                  <a:pt x="3877363" y="0"/>
                </a:moveTo>
                <a:lnTo>
                  <a:pt x="7013076" y="0"/>
                </a:lnTo>
                <a:lnTo>
                  <a:pt x="7013076" y="692654"/>
                </a:lnTo>
                <a:lnTo>
                  <a:pt x="3527325" y="6858000"/>
                </a:lnTo>
                <a:lnTo>
                  <a:pt x="0" y="6858000"/>
                </a:lnTo>
                <a:close/>
              </a:path>
            </a:pathLst>
          </a:custGeom>
        </p:spPr>
      </p:pic>
      <p:cxnSp>
        <p:nvCxnSpPr>
          <p:cNvPr id="22" name="直接连接符 21"/>
          <p:cNvCxnSpPr/>
          <p:nvPr userDrawn="1"/>
        </p:nvCxnSpPr>
        <p:spPr>
          <a:xfrm>
            <a:off x="667503" y="4839800"/>
            <a:ext cx="493268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60400" y="312015"/>
            <a:ext cx="1375700" cy="437285"/>
          </a:xfrm>
          <a:prstGeom prst="rect">
            <a:avLst/>
          </a:prstGeom>
        </p:spPr>
      </p:pic>
      <p:sp>
        <p:nvSpPr>
          <p:cNvPr id="26" name="文本占位符 25"/>
          <p:cNvSpPr>
            <a:spLocks noGrp="1"/>
          </p:cNvSpPr>
          <p:nvPr>
            <p:ph type="body" sz="quarter" idx="10" hasCustomPrompt="1"/>
          </p:nvPr>
        </p:nvSpPr>
        <p:spPr>
          <a:xfrm>
            <a:off x="667503" y="2749690"/>
            <a:ext cx="5798382" cy="878840"/>
          </a:xfrm>
          <a:prstGeom prst="rect">
            <a:avLst/>
          </a:prstGeom>
        </p:spPr>
        <p:txBody>
          <a:bodyPr lIns="0">
            <a:noAutofit/>
          </a:bodyPr>
          <a:lstStyle>
            <a:lvl1pPr marL="0" indent="0">
              <a:lnSpc>
                <a:spcPct val="100000"/>
              </a:lnSpc>
              <a:buNone/>
              <a:defRPr sz="5400" b="1" spc="100" baseline="0">
                <a:solidFill>
                  <a:schemeClr val="accent1"/>
                </a:solidFill>
                <a:latin typeface="+mj-ea"/>
                <a:ea typeface="+mj-ea"/>
              </a:defRPr>
            </a:lvl1pPr>
          </a:lstStyle>
          <a:p>
            <a:pPr lvl="0"/>
            <a:r>
              <a:rPr lang="zh-CN" altLang="en-US" dirty="0"/>
              <a:t>请输入你的大标题</a:t>
            </a:r>
            <a:endParaRPr lang="en-US" altLang="zh-CN" dirty="0"/>
          </a:p>
        </p:txBody>
      </p:sp>
      <p:sp>
        <p:nvSpPr>
          <p:cNvPr id="27" name="文本占位符 25"/>
          <p:cNvSpPr>
            <a:spLocks noGrp="1"/>
          </p:cNvSpPr>
          <p:nvPr>
            <p:ph type="body" sz="quarter" idx="11" hasCustomPrompt="1"/>
          </p:nvPr>
        </p:nvSpPr>
        <p:spPr>
          <a:xfrm>
            <a:off x="667503" y="1869834"/>
            <a:ext cx="5798382" cy="878840"/>
          </a:xfrm>
          <a:prstGeom prst="rect">
            <a:avLst/>
          </a:prstGeom>
        </p:spPr>
        <p:txBody>
          <a:bodyPr lIns="0">
            <a:noAutofit/>
          </a:bodyPr>
          <a:lstStyle>
            <a:lvl1pPr marL="0" indent="0">
              <a:lnSpc>
                <a:spcPct val="100000"/>
              </a:lnSpc>
              <a:buNone/>
              <a:defRPr sz="5400" b="0" spc="100" baseline="0">
                <a:latin typeface="+mj-ea"/>
                <a:ea typeface="+mj-ea"/>
              </a:defRPr>
            </a:lvl1pPr>
          </a:lstStyle>
          <a:p>
            <a:pPr lvl="0"/>
            <a:r>
              <a:rPr lang="zh-CN" altLang="en-US" dirty="0"/>
              <a:t>请输入答辩类型</a:t>
            </a:r>
            <a:endParaRPr lang="en-US" altLang="zh-CN" dirty="0"/>
          </a:p>
        </p:txBody>
      </p:sp>
      <p:sp>
        <p:nvSpPr>
          <p:cNvPr id="29" name="文本占位符 28"/>
          <p:cNvSpPr>
            <a:spLocks noGrp="1"/>
          </p:cNvSpPr>
          <p:nvPr>
            <p:ph type="body" sz="quarter" idx="12" hasCustomPrompt="1"/>
          </p:nvPr>
        </p:nvSpPr>
        <p:spPr>
          <a:xfrm>
            <a:off x="667503" y="3641672"/>
            <a:ext cx="5798382" cy="286232"/>
          </a:xfrm>
          <a:prstGeom prst="rect">
            <a:avLst/>
          </a:prstGeom>
        </p:spPr>
        <p:txBody>
          <a:bodyPr lIns="0">
            <a:spAutoFit/>
          </a:bodyPr>
          <a:lstStyle>
            <a:lvl1pPr marL="0" indent="0">
              <a:lnSpc>
                <a:spcPct val="100000"/>
              </a:lnSpc>
              <a:buNone/>
              <a:defRPr sz="1200" spc="550" baseline="0">
                <a:solidFill>
                  <a:schemeClr val="bg1">
                    <a:lumMod val="75000"/>
                  </a:schemeClr>
                </a:solidFill>
                <a:latin typeface="+mj-lt"/>
              </a:defRPr>
            </a:lvl1pPr>
          </a:lstStyle>
          <a:p>
            <a:pPr lvl="0"/>
            <a:r>
              <a:rPr lang="en-US" altLang="zh-CN" dirty="0"/>
              <a:t>Supporting Your Text Here</a:t>
            </a:r>
            <a:endParaRPr lang="en-US" altLang="zh-CN" dirty="0"/>
          </a:p>
        </p:txBody>
      </p:sp>
      <p:sp>
        <p:nvSpPr>
          <p:cNvPr id="5" name="日期占位符 4"/>
          <p:cNvSpPr>
            <a:spLocks noGrp="1"/>
          </p:cNvSpPr>
          <p:nvPr>
            <p:ph type="dt" sz="half" idx="1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a:alphaModFix amt="10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18" name="任意多边形: 形状 17"/>
          <p:cNvSpPr/>
          <p:nvPr userDrawn="1"/>
        </p:nvSpPr>
        <p:spPr>
          <a:xfrm>
            <a:off x="0" y="0"/>
            <a:ext cx="5953266" cy="6858000"/>
          </a:xfrm>
          <a:custGeom>
            <a:avLst/>
            <a:gdLst>
              <a:gd name="connsiteX0" fmla="*/ 0 w 5953266"/>
              <a:gd name="connsiteY0" fmla="*/ 0 h 6858000"/>
              <a:gd name="connsiteX1" fmla="*/ 4026732 w 5953266"/>
              <a:gd name="connsiteY1" fmla="*/ 0 h 6858000"/>
              <a:gd name="connsiteX2" fmla="*/ 4359910 w 5953266"/>
              <a:gd name="connsiteY2" fmla="*/ 252902 h 6858000"/>
              <a:gd name="connsiteX3" fmla="*/ 5953266 w 5953266"/>
              <a:gd name="connsiteY3" fmla="*/ 3682471 h 6858000"/>
              <a:gd name="connsiteX4" fmla="*/ 4670843 w 5953266"/>
              <a:gd name="connsiteY4" fmla="*/ 6825186 h 6858000"/>
              <a:gd name="connsiteX5" fmla="*/ 4635274 w 5953266"/>
              <a:gd name="connsiteY5" fmla="*/ 6858000 h 6858000"/>
              <a:gd name="connsiteX6" fmla="*/ 0 w 595326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53266" h="6858000">
                <a:moveTo>
                  <a:pt x="0" y="0"/>
                </a:moveTo>
                <a:lnTo>
                  <a:pt x="4026732" y="0"/>
                </a:lnTo>
                <a:lnTo>
                  <a:pt x="4359910" y="252902"/>
                </a:lnTo>
                <a:cubicBezTo>
                  <a:pt x="5333013" y="1068083"/>
                  <a:pt x="5953266" y="2301751"/>
                  <a:pt x="5953266" y="3682471"/>
                </a:cubicBezTo>
                <a:cubicBezTo>
                  <a:pt x="5953266" y="4909778"/>
                  <a:pt x="5463189" y="6020895"/>
                  <a:pt x="4670843" y="6825186"/>
                </a:cubicBezTo>
                <a:lnTo>
                  <a:pt x="4635274" y="6858000"/>
                </a:lnTo>
                <a:lnTo>
                  <a:pt x="0" y="6858000"/>
                </a:lnTo>
                <a:close/>
              </a:path>
            </a:pathLst>
          </a:custGeom>
          <a:solidFill>
            <a:schemeClr val="bg1">
              <a:alpha val="90000"/>
            </a:schemeClr>
          </a:solidFill>
          <a:ln w="127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pic>
        <p:nvPicPr>
          <p:cNvPr id="122" name="图片 121"/>
          <p:cNvPicPr>
            <a:picLocks noChangeAspect="1"/>
          </p:cNvPicPr>
          <p:nvPr userDrawn="1"/>
        </p:nvPicPr>
        <p:blipFill>
          <a:blip r:embed="rId3"/>
          <a:srcRect l="35649" t="16934" b="16934"/>
          <a:stretch>
            <a:fillRect/>
          </a:stretch>
        </p:blipFill>
        <p:spPr>
          <a:xfrm>
            <a:off x="2" y="0"/>
            <a:ext cx="6677201" cy="6858000"/>
          </a:xfrm>
          <a:custGeom>
            <a:avLst/>
            <a:gdLst>
              <a:gd name="connsiteX0" fmla="*/ 0 w 6677201"/>
              <a:gd name="connsiteY0" fmla="*/ 0 h 6858000"/>
              <a:gd name="connsiteX1" fmla="*/ 6677201 w 6677201"/>
              <a:gd name="connsiteY1" fmla="*/ 0 h 6858000"/>
              <a:gd name="connsiteX2" fmla="*/ 6677201 w 6677201"/>
              <a:gd name="connsiteY2" fmla="*/ 6858000 h 6858000"/>
              <a:gd name="connsiteX3" fmla="*/ 0 w 667720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77201" h="6858000">
                <a:moveTo>
                  <a:pt x="0" y="0"/>
                </a:moveTo>
                <a:lnTo>
                  <a:pt x="6677201" y="0"/>
                </a:lnTo>
                <a:lnTo>
                  <a:pt x="6677201" y="6858000"/>
                </a:lnTo>
                <a:lnTo>
                  <a:pt x="0" y="6858000"/>
                </a:lnTo>
                <a:close/>
              </a:path>
            </a:pathLst>
          </a:custGeom>
        </p:spPr>
      </p:pic>
      <p:pic>
        <p:nvPicPr>
          <p:cNvPr id="121" name="图片 120"/>
          <p:cNvPicPr/>
          <p:nvPr userDrawn="1"/>
        </p:nvPicPr>
        <p:blipFill>
          <a:blip r:embed="rId4" cstate="print">
            <a:alphaModFix amt="3000"/>
            <a:extLst>
              <a:ext uri="{28A0092B-C50C-407E-A947-70E740481C1C}">
                <a14:useLocalDpi xmlns:a14="http://schemas.microsoft.com/office/drawing/2010/main" val="0"/>
              </a:ext>
            </a:extLst>
          </a:blip>
          <a:srcRect l="33973" t="9127" b="14811"/>
          <a:stretch>
            <a:fillRect/>
          </a:stretch>
        </p:blipFill>
        <p:spPr>
          <a:xfrm>
            <a:off x="0" y="0"/>
            <a:ext cx="5953266" cy="6858000"/>
          </a:xfrm>
          <a:custGeom>
            <a:avLst/>
            <a:gdLst>
              <a:gd name="connsiteX0" fmla="*/ 0 w 5953266"/>
              <a:gd name="connsiteY0" fmla="*/ 0 h 6858000"/>
              <a:gd name="connsiteX1" fmla="*/ 5953266 w 5953266"/>
              <a:gd name="connsiteY1" fmla="*/ 0 h 6858000"/>
              <a:gd name="connsiteX2" fmla="*/ 5953266 w 5953266"/>
              <a:gd name="connsiteY2" fmla="*/ 6858000 h 6858000"/>
              <a:gd name="connsiteX3" fmla="*/ 0 w 595326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953266" h="6858000">
                <a:moveTo>
                  <a:pt x="0" y="0"/>
                </a:moveTo>
                <a:lnTo>
                  <a:pt x="5953266" y="0"/>
                </a:lnTo>
                <a:lnTo>
                  <a:pt x="5953266" y="6858000"/>
                </a:lnTo>
                <a:lnTo>
                  <a:pt x="0" y="6858000"/>
                </a:lnTo>
                <a:close/>
              </a:path>
            </a:pathLst>
          </a:custGeom>
        </p:spPr>
      </p:pic>
      <p:sp>
        <p:nvSpPr>
          <p:cNvPr id="9" name="矩形 8"/>
          <p:cNvSpPr/>
          <p:nvPr userDrawn="1"/>
        </p:nvSpPr>
        <p:spPr>
          <a:xfrm>
            <a:off x="2122934" y="3082752"/>
            <a:ext cx="2964273" cy="1107996"/>
          </a:xfrm>
          <a:prstGeom prst="rect">
            <a:avLst/>
          </a:prstGeom>
        </p:spPr>
        <p:txBody>
          <a:bodyPr wrap="none" lIns="0">
            <a:spAutoFit/>
          </a:bodyPr>
          <a:lstStyle/>
          <a:p>
            <a:pPr lvl="0" algn="ctr">
              <a:defRPr/>
            </a:pPr>
            <a:r>
              <a:rPr lang="en-US" altLang="zh-CN" sz="6600" dirty="0">
                <a:solidFill>
                  <a:schemeClr val="bg1">
                    <a:lumMod val="75000"/>
                  </a:schemeClr>
                </a:solidFill>
              </a:rPr>
              <a:t>content</a:t>
            </a:r>
            <a:endParaRPr lang="zh-CN" altLang="en-US" sz="6600" dirty="0">
              <a:solidFill>
                <a:schemeClr val="bg1">
                  <a:lumMod val="75000"/>
                </a:schemeClr>
              </a:solidFill>
            </a:endParaRPr>
          </a:p>
        </p:txBody>
      </p:sp>
      <p:sp>
        <p:nvSpPr>
          <p:cNvPr id="10" name="矩形 9"/>
          <p:cNvSpPr/>
          <p:nvPr userDrawn="1"/>
        </p:nvSpPr>
        <p:spPr>
          <a:xfrm>
            <a:off x="2214374" y="3872827"/>
            <a:ext cx="2325409" cy="25907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44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sp>
        <p:nvSpPr>
          <p:cNvPr id="11" name="文本框 10"/>
          <p:cNvSpPr txBox="1"/>
          <p:nvPr userDrawn="1"/>
        </p:nvSpPr>
        <p:spPr>
          <a:xfrm>
            <a:off x="2183589" y="2598003"/>
            <a:ext cx="1421481" cy="830997"/>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accent1"/>
                </a:solidFill>
                <a:effectLst/>
                <a:uLnTx/>
                <a:uFillTx/>
                <a:latin typeface="微软雅黑" panose="020B0503020204020204" charset="-122"/>
                <a:ea typeface="微软雅黑" panose="020B0503020204020204" charset="-122"/>
                <a:cs typeface="+mn-cs"/>
              </a:rPr>
              <a:t>目录</a:t>
            </a:r>
            <a:endParaRPr kumimoji="0" lang="zh-CN" altLang="en-US" sz="4800" b="1" i="0" u="none" strike="noStrike" kern="1200" cap="none" spc="0" normalizeH="0" baseline="0" noProof="0" dirty="0">
              <a:ln>
                <a:noFill/>
              </a:ln>
              <a:solidFill>
                <a:schemeClr val="accent1"/>
              </a:solidFill>
              <a:effectLst/>
              <a:uLnTx/>
              <a:uFillTx/>
              <a:latin typeface="微软雅黑" panose="020B0503020204020204" charset="-122"/>
              <a:ea typeface="微软雅黑" panose="020B0503020204020204" charset="-122"/>
              <a:cs typeface="+mn-cs"/>
            </a:endParaRPr>
          </a:p>
        </p:txBody>
      </p:sp>
      <p:sp>
        <p:nvSpPr>
          <p:cNvPr id="124" name="日期占位符 123"/>
          <p:cNvSpPr>
            <a:spLocks noGrp="1"/>
          </p:cNvSpPr>
          <p:nvPr>
            <p:ph type="dt" sz="half" idx="10"/>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pic>
        <p:nvPicPr>
          <p:cNvPr id="12" name="图片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60400" y="312015"/>
            <a:ext cx="1375700" cy="437285"/>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pic>
        <p:nvPicPr>
          <p:cNvPr id="21" name="图片 20"/>
          <p:cNvPicPr>
            <a:picLocks noChangeAspect="1"/>
          </p:cNvPicPr>
          <p:nvPr userDrawn="1"/>
        </p:nvPicPr>
        <p:blipFill rotWithShape="1">
          <a:blip r:embed="rId2">
            <a:alphaModFix amt="15000"/>
            <a:extLst>
              <a:ext uri="{28A0092B-C50C-407E-A947-70E740481C1C}">
                <a14:useLocalDpi xmlns:a14="http://schemas.microsoft.com/office/drawing/2010/main" val="0"/>
              </a:ext>
            </a:extLst>
          </a:blip>
          <a:srcRect t="7878" r="37004" b="7878"/>
          <a:stretch>
            <a:fillRect/>
          </a:stretch>
        </p:blipFill>
        <p:spPr>
          <a:xfrm>
            <a:off x="4511550" y="0"/>
            <a:ext cx="7680450" cy="6858000"/>
          </a:xfrm>
          <a:prstGeom prst="rect">
            <a:avLst/>
          </a:prstGeom>
        </p:spPr>
      </p:pic>
      <p:sp>
        <p:nvSpPr>
          <p:cNvPr id="22" name="矩形 21"/>
          <p:cNvSpPr/>
          <p:nvPr userDrawn="1"/>
        </p:nvSpPr>
        <p:spPr>
          <a:xfrm>
            <a:off x="0" y="0"/>
            <a:ext cx="12192000" cy="6858000"/>
          </a:xfrm>
          <a:prstGeom prst="rect">
            <a:avLst/>
          </a:prstGeom>
          <a:gradFill flip="none" rotWithShape="1">
            <a:gsLst>
              <a:gs pos="35000">
                <a:schemeClr val="bg1"/>
              </a:gs>
              <a:gs pos="100000">
                <a:schemeClr val="bg1">
                  <a:alpha val="0"/>
                </a:schemeClr>
              </a:gs>
            </a:gsLst>
            <a:lin ang="0" scaled="1"/>
            <a:tileRect/>
          </a:gradFill>
          <a:ln w="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23" name="图片 22"/>
          <p:cNvPicPr>
            <a:picLocks noChangeAspect="1"/>
          </p:cNvPicPr>
          <p:nvPr userDrawn="1"/>
        </p:nvPicPr>
        <p:blipFill rotWithShape="1">
          <a:blip r:embed="rId2">
            <a:extLst>
              <a:ext uri="{28A0092B-C50C-407E-A947-70E740481C1C}">
                <a14:useLocalDpi xmlns:a14="http://schemas.microsoft.com/office/drawing/2010/main" val="0"/>
              </a:ext>
            </a:extLst>
          </a:blip>
          <a:srcRect l="6898" t="7878" r="36982" b="7878"/>
          <a:stretch>
            <a:fillRect/>
          </a:stretch>
        </p:blipFill>
        <p:spPr>
          <a:xfrm>
            <a:off x="5349870" y="0"/>
            <a:ext cx="6842131" cy="6858000"/>
          </a:xfrm>
          <a:custGeom>
            <a:avLst/>
            <a:gdLst>
              <a:gd name="connsiteX0" fmla="*/ 3866540 w 6842131"/>
              <a:gd name="connsiteY0" fmla="*/ 0 h 6858000"/>
              <a:gd name="connsiteX1" fmla="*/ 6842131 w 6842131"/>
              <a:gd name="connsiteY1" fmla="*/ 0 h 6858000"/>
              <a:gd name="connsiteX2" fmla="*/ 6842131 w 6842131"/>
              <a:gd name="connsiteY2" fmla="*/ 2518051 h 6858000"/>
              <a:gd name="connsiteX3" fmla="*/ 4395268 w 6842131"/>
              <a:gd name="connsiteY3" fmla="*/ 6858000 h 6858000"/>
              <a:gd name="connsiteX4" fmla="*/ 0 w 6842131"/>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42131" h="6858000">
                <a:moveTo>
                  <a:pt x="3866540" y="0"/>
                </a:moveTo>
                <a:lnTo>
                  <a:pt x="6842131" y="0"/>
                </a:lnTo>
                <a:lnTo>
                  <a:pt x="6842131" y="2518051"/>
                </a:lnTo>
                <a:lnTo>
                  <a:pt x="4395268" y="6858000"/>
                </a:lnTo>
                <a:lnTo>
                  <a:pt x="0" y="6858000"/>
                </a:lnTo>
                <a:close/>
              </a:path>
            </a:pathLst>
          </a:custGeom>
        </p:spPr>
      </p:pic>
      <p:grpSp>
        <p:nvGrpSpPr>
          <p:cNvPr id="31" name="组合 30"/>
          <p:cNvGrpSpPr/>
          <p:nvPr userDrawn="1"/>
        </p:nvGrpSpPr>
        <p:grpSpPr>
          <a:xfrm>
            <a:off x="5852864" y="578865"/>
            <a:ext cx="5910561" cy="8110350"/>
            <a:chOff x="5852864" y="578865"/>
            <a:chExt cx="5910561" cy="8110350"/>
          </a:xfrm>
        </p:grpSpPr>
        <p:sp>
          <p:nvSpPr>
            <p:cNvPr id="32" name="任意多边形: 形状 31"/>
            <p:cNvSpPr/>
            <p:nvPr/>
          </p:nvSpPr>
          <p:spPr>
            <a:xfrm rot="1764741">
              <a:off x="6434339" y="578865"/>
              <a:ext cx="5329086" cy="8110349"/>
            </a:xfrm>
            <a:custGeom>
              <a:avLst/>
              <a:gdLst>
                <a:gd name="connsiteX0" fmla="*/ 4907596 w 5329086"/>
                <a:gd name="connsiteY0" fmla="*/ 1735493 h 8110349"/>
                <a:gd name="connsiteX1" fmla="*/ 5329086 w 5329086"/>
                <a:gd name="connsiteY1" fmla="*/ 2483140 h 8110349"/>
                <a:gd name="connsiteX2" fmla="*/ 5329086 w 5329086"/>
                <a:gd name="connsiteY2" fmla="*/ 5106050 h 8110349"/>
                <a:gd name="connsiteX3" fmla="*/ 4907597 w 5329086"/>
                <a:gd name="connsiteY3" fmla="*/ 5343666 h 8110349"/>
                <a:gd name="connsiteX4" fmla="*/ 0 w 5329086"/>
                <a:gd name="connsiteY4" fmla="*/ 237617 h 8110349"/>
                <a:gd name="connsiteX5" fmla="*/ 421490 w 5329086"/>
                <a:gd name="connsiteY5" fmla="*/ 0 h 8110349"/>
                <a:gd name="connsiteX6" fmla="*/ 421489 w 5329086"/>
                <a:gd name="connsiteY6" fmla="*/ 7872732 h 8110349"/>
                <a:gd name="connsiteX7" fmla="*/ 0 w 5329086"/>
                <a:gd name="connsiteY7" fmla="*/ 8110349 h 8110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29086" h="8110349">
                  <a:moveTo>
                    <a:pt x="4907596" y="1735493"/>
                  </a:moveTo>
                  <a:lnTo>
                    <a:pt x="5329086" y="2483140"/>
                  </a:lnTo>
                  <a:lnTo>
                    <a:pt x="5329086" y="5106050"/>
                  </a:lnTo>
                  <a:lnTo>
                    <a:pt x="4907597" y="5343666"/>
                  </a:lnTo>
                  <a:close/>
                  <a:moveTo>
                    <a:pt x="0" y="237617"/>
                  </a:moveTo>
                  <a:lnTo>
                    <a:pt x="421490" y="0"/>
                  </a:lnTo>
                  <a:lnTo>
                    <a:pt x="421489" y="7872732"/>
                  </a:lnTo>
                  <a:lnTo>
                    <a:pt x="0" y="8110349"/>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3" name="任意多边形: 形状 32"/>
            <p:cNvSpPr/>
            <p:nvPr/>
          </p:nvSpPr>
          <p:spPr>
            <a:xfrm rot="1764741">
              <a:off x="5852864" y="578866"/>
              <a:ext cx="5329086" cy="8110349"/>
            </a:xfrm>
            <a:custGeom>
              <a:avLst/>
              <a:gdLst>
                <a:gd name="connsiteX0" fmla="*/ 4907597 w 5329086"/>
                <a:gd name="connsiteY0" fmla="*/ 551447 h 8110349"/>
                <a:gd name="connsiteX1" fmla="*/ 5329086 w 5329086"/>
                <a:gd name="connsiteY1" fmla="*/ 1299093 h 8110349"/>
                <a:gd name="connsiteX2" fmla="*/ 5329086 w 5329086"/>
                <a:gd name="connsiteY2" fmla="*/ 5106050 h 8110349"/>
                <a:gd name="connsiteX3" fmla="*/ 4907596 w 5329086"/>
                <a:gd name="connsiteY3" fmla="*/ 5343667 h 8110349"/>
                <a:gd name="connsiteX4" fmla="*/ 0 w 5329086"/>
                <a:gd name="connsiteY4" fmla="*/ 237617 h 8110349"/>
                <a:gd name="connsiteX5" fmla="*/ 421489 w 5329086"/>
                <a:gd name="connsiteY5" fmla="*/ 0 h 8110349"/>
                <a:gd name="connsiteX6" fmla="*/ 421489 w 5329086"/>
                <a:gd name="connsiteY6" fmla="*/ 7872732 h 8110349"/>
                <a:gd name="connsiteX7" fmla="*/ 0 w 5329086"/>
                <a:gd name="connsiteY7" fmla="*/ 8110349 h 8110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29086" h="8110349">
                  <a:moveTo>
                    <a:pt x="4907597" y="551447"/>
                  </a:moveTo>
                  <a:lnTo>
                    <a:pt x="5329086" y="1299093"/>
                  </a:lnTo>
                  <a:lnTo>
                    <a:pt x="5329086" y="5106050"/>
                  </a:lnTo>
                  <a:lnTo>
                    <a:pt x="4907596" y="5343667"/>
                  </a:lnTo>
                  <a:close/>
                  <a:moveTo>
                    <a:pt x="0" y="237617"/>
                  </a:moveTo>
                  <a:lnTo>
                    <a:pt x="421489" y="0"/>
                  </a:lnTo>
                  <a:lnTo>
                    <a:pt x="421489" y="7872732"/>
                  </a:lnTo>
                  <a:lnTo>
                    <a:pt x="0" y="8110349"/>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grpSp>
      <p:sp>
        <p:nvSpPr>
          <p:cNvPr id="45" name="文本占位符 44"/>
          <p:cNvSpPr>
            <a:spLocks noGrp="1"/>
          </p:cNvSpPr>
          <p:nvPr>
            <p:ph type="body" sz="quarter" idx="10" hasCustomPrompt="1"/>
          </p:nvPr>
        </p:nvSpPr>
        <p:spPr>
          <a:xfrm>
            <a:off x="-1" y="4189677"/>
            <a:ext cx="5368944" cy="725488"/>
          </a:xfrm>
          <a:prstGeom prst="rect">
            <a:avLst/>
          </a:prstGeom>
        </p:spPr>
        <p:txBody>
          <a:bodyPr lIns="0" rIns="90000">
            <a:noAutofit/>
          </a:bodyPr>
          <a:lstStyle>
            <a:lvl1pPr marL="0" indent="0" algn="ctr">
              <a:lnSpc>
                <a:spcPct val="100000"/>
              </a:lnSpc>
              <a:buNone/>
              <a:defRPr sz="4400" b="1" spc="100" baseline="0">
                <a:solidFill>
                  <a:schemeClr val="accent1"/>
                </a:solidFill>
                <a:latin typeface="+mj-ea"/>
                <a:ea typeface="+mj-ea"/>
              </a:defRPr>
            </a:lvl1pPr>
          </a:lstStyle>
          <a:p>
            <a:pPr lvl="0"/>
            <a:r>
              <a:rPr lang="zh-CN" altLang="en-US" dirty="0"/>
              <a:t>请输入你的节标题</a:t>
            </a:r>
            <a:endParaRPr lang="zh-CN" altLang="en-US" dirty="0"/>
          </a:p>
        </p:txBody>
      </p:sp>
      <p:sp>
        <p:nvSpPr>
          <p:cNvPr id="47" name="文本占位符 46"/>
          <p:cNvSpPr>
            <a:spLocks noGrp="1"/>
          </p:cNvSpPr>
          <p:nvPr>
            <p:ph type="body" sz="quarter" idx="11" hasCustomPrompt="1"/>
          </p:nvPr>
        </p:nvSpPr>
        <p:spPr>
          <a:xfrm>
            <a:off x="-1" y="4857350"/>
            <a:ext cx="5368944" cy="424732"/>
          </a:xfrm>
          <a:prstGeom prst="rect">
            <a:avLst/>
          </a:prstGeom>
        </p:spPr>
        <p:txBody>
          <a:bodyPr lIns="90000" anchor="ctr" anchorCtr="0">
            <a:noAutofit/>
          </a:bodyPr>
          <a:lstStyle>
            <a:lvl1pPr marL="0" indent="0" algn="ctr">
              <a:lnSpc>
                <a:spcPct val="100000"/>
              </a:lnSpc>
              <a:buNone/>
              <a:defRPr sz="1200" spc="500" baseline="0">
                <a:solidFill>
                  <a:schemeClr val="bg1">
                    <a:lumMod val="75000"/>
                  </a:schemeClr>
                </a:solidFill>
                <a:latin typeface="+mn-lt"/>
              </a:defRPr>
            </a:lvl1pPr>
          </a:lstStyle>
          <a:p>
            <a:pPr lvl="0"/>
            <a:r>
              <a:rPr lang="en-US" altLang="zh-CN" dirty="0"/>
              <a:t>Supporting Your Text Here</a:t>
            </a:r>
            <a:endParaRPr lang="zh-CN" altLang="en-US" dirty="0"/>
          </a:p>
        </p:txBody>
      </p:sp>
      <p:sp>
        <p:nvSpPr>
          <p:cNvPr id="4" name="日期占位符 3"/>
          <p:cNvSpPr>
            <a:spLocks noGrp="1"/>
          </p:cNvSpPr>
          <p:nvPr>
            <p:ph type="dt" sz="half" idx="1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pic>
        <p:nvPicPr>
          <p:cNvPr id="12" name="图片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60400" y="312015"/>
            <a:ext cx="1375700" cy="43728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自我介绍-1">
    <p:spTree>
      <p:nvGrpSpPr>
        <p:cNvPr id="1" name=""/>
        <p:cNvGrpSpPr/>
        <p:nvPr/>
      </p:nvGrpSpPr>
      <p:grpSpPr>
        <a:xfrm>
          <a:off x="0" y="0"/>
          <a:ext cx="0" cy="0"/>
          <a:chOff x="0" y="0"/>
          <a:chExt cx="0" cy="0"/>
        </a:xfrm>
      </p:grpSpPr>
      <p:pic>
        <p:nvPicPr>
          <p:cNvPr id="19" name="图片 1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30" name="图片占位符 29"/>
          <p:cNvSpPr>
            <a:spLocks noGrp="1"/>
          </p:cNvSpPr>
          <p:nvPr>
            <p:ph type="pic" sz="quarter" idx="12"/>
          </p:nvPr>
        </p:nvSpPr>
        <p:spPr>
          <a:xfrm>
            <a:off x="2571074" y="1465802"/>
            <a:ext cx="3524926" cy="4336612"/>
          </a:xfrm>
          <a:custGeom>
            <a:avLst/>
            <a:gdLst>
              <a:gd name="connsiteX0" fmla="*/ 0 w 3524926"/>
              <a:gd name="connsiteY0" fmla="*/ 0 h 4326855"/>
              <a:gd name="connsiteX1" fmla="*/ 3524926 w 3524926"/>
              <a:gd name="connsiteY1" fmla="*/ 0 h 4326855"/>
              <a:gd name="connsiteX2" fmla="*/ 3524926 w 3524926"/>
              <a:gd name="connsiteY2" fmla="*/ 4326855 h 4326855"/>
              <a:gd name="connsiteX3" fmla="*/ 0 w 3524926"/>
              <a:gd name="connsiteY3" fmla="*/ 4326855 h 4326855"/>
            </a:gdLst>
            <a:ahLst/>
            <a:cxnLst>
              <a:cxn ang="0">
                <a:pos x="connsiteX0" y="connsiteY0"/>
              </a:cxn>
              <a:cxn ang="0">
                <a:pos x="connsiteX1" y="connsiteY1"/>
              </a:cxn>
              <a:cxn ang="0">
                <a:pos x="connsiteX2" y="connsiteY2"/>
              </a:cxn>
              <a:cxn ang="0">
                <a:pos x="connsiteX3" y="connsiteY3"/>
              </a:cxn>
            </a:cxnLst>
            <a:rect l="l" t="t" r="r" b="b"/>
            <a:pathLst>
              <a:path w="3524926" h="4326855">
                <a:moveTo>
                  <a:pt x="0" y="0"/>
                </a:moveTo>
                <a:lnTo>
                  <a:pt x="3524926" y="0"/>
                </a:lnTo>
                <a:lnTo>
                  <a:pt x="3524926" y="4326855"/>
                </a:lnTo>
                <a:lnTo>
                  <a:pt x="0" y="4326855"/>
                </a:lnTo>
                <a:close/>
              </a:path>
            </a:pathLst>
          </a:custGeom>
        </p:spPr>
        <p:txBody>
          <a:bodyPr wrap="square">
            <a:noAutofit/>
          </a:bodyPr>
          <a:lstStyle/>
          <a:p>
            <a:endParaRPr lang="zh-CN" altLang="en-US" dirty="0"/>
          </a:p>
        </p:txBody>
      </p:sp>
      <p:cxnSp>
        <p:nvCxnSpPr>
          <p:cNvPr id="21" name="直接连接符 20"/>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grpSp>
        <p:nvGrpSpPr>
          <p:cNvPr id="25" name="组合 24"/>
          <p:cNvGrpSpPr/>
          <p:nvPr userDrawn="1"/>
        </p:nvGrpSpPr>
        <p:grpSpPr>
          <a:xfrm>
            <a:off x="660400" y="344681"/>
            <a:ext cx="384771" cy="384771"/>
            <a:chOff x="669869" y="597306"/>
            <a:chExt cx="409972" cy="409973"/>
          </a:xfrm>
        </p:grpSpPr>
        <p:sp>
          <p:nvSpPr>
            <p:cNvPr id="26"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7"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8"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68" name="文本占位符 67"/>
          <p:cNvSpPr>
            <a:spLocks noGrp="1"/>
          </p:cNvSpPr>
          <p:nvPr>
            <p:ph type="body" sz="quarter" idx="11" hasCustomPrompt="1"/>
          </p:nvPr>
        </p:nvSpPr>
        <p:spPr>
          <a:xfrm>
            <a:off x="1216933" y="347251"/>
            <a:ext cx="8920029" cy="402291"/>
          </a:xfrm>
          <a:prstGeom prst="rect">
            <a:avLst/>
          </a:prstGeom>
        </p:spPr>
        <p:txBody>
          <a:bodyPr lIns="0" tIns="4680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6" name="文本框 15"/>
          <p:cNvSpPr txBox="1"/>
          <p:nvPr userDrawn="1"/>
        </p:nvSpPr>
        <p:spPr>
          <a:xfrm rot="16200000">
            <a:off x="-1272970" y="3259723"/>
            <a:ext cx="4113883" cy="338554"/>
          </a:xfrm>
          <a:prstGeom prst="rect">
            <a:avLst/>
          </a:prstGeom>
          <a:noFill/>
        </p:spPr>
        <p:txBody>
          <a:bodyPr wrap="square" rtlCol="0">
            <a:spAutoFit/>
          </a:bodyPr>
          <a:lstStyle/>
          <a:p>
            <a:r>
              <a:rPr lang="en-US" altLang="zh-CN" sz="1600" spc="800" dirty="0">
                <a:solidFill>
                  <a:schemeClr val="bg1">
                    <a:lumMod val="75000"/>
                  </a:schemeClr>
                </a:solidFill>
              </a:rPr>
              <a:t>Southeast University</a:t>
            </a:r>
            <a:endParaRPr lang="zh-CN" altLang="en-US" sz="1600" spc="800" dirty="0">
              <a:solidFill>
                <a:schemeClr val="bg1">
                  <a:lumMod val="75000"/>
                </a:schemeClr>
              </a:solidFill>
            </a:endParaRPr>
          </a:p>
        </p:txBody>
      </p:sp>
      <p:sp>
        <p:nvSpPr>
          <p:cNvPr id="36" name="文本占位符 6"/>
          <p:cNvSpPr>
            <a:spLocks noGrp="1"/>
          </p:cNvSpPr>
          <p:nvPr>
            <p:ph type="body" sz="quarter" idx="18" hasCustomPrompt="1"/>
          </p:nvPr>
        </p:nvSpPr>
        <p:spPr>
          <a:xfrm>
            <a:off x="6632171" y="1253531"/>
            <a:ext cx="4886729" cy="1200329"/>
          </a:xfrm>
          <a:prstGeom prst="rect">
            <a:avLst/>
          </a:prstGeom>
          <a:noFill/>
        </p:spPr>
        <p:txBody>
          <a:bodyPr wrap="square" rtlCol="0">
            <a:spAutoFit/>
          </a:bodyPr>
          <a:lstStyle>
            <a:lvl1pPr marL="0" indent="0" algn="r">
              <a:lnSpc>
                <a:spcPct val="100000"/>
              </a:lnSpc>
              <a:buNone/>
              <a:defRPr lang="zh-CN" altLang="en-US" sz="7200" i="1" dirty="0">
                <a:solidFill>
                  <a:schemeClr val="bg1">
                    <a:lumMod val="95000"/>
                  </a:schemeClr>
                </a:solidFill>
              </a:defRPr>
            </a:lvl1pPr>
          </a:lstStyle>
          <a:p>
            <a:pPr marL="0" lvl="0"/>
            <a:r>
              <a:rPr lang="en-US" altLang="zh-CN" dirty="0"/>
              <a:t>Your name</a:t>
            </a:r>
            <a:endParaRPr lang="zh-CN" altLang="en-US" dirty="0"/>
          </a:p>
        </p:txBody>
      </p:sp>
      <p:sp>
        <p:nvSpPr>
          <p:cNvPr id="12" name="文本占位符 11"/>
          <p:cNvSpPr>
            <a:spLocks noGrp="1"/>
          </p:cNvSpPr>
          <p:nvPr>
            <p:ph type="body" sz="quarter" idx="22" hasCustomPrompt="1"/>
          </p:nvPr>
        </p:nvSpPr>
        <p:spPr>
          <a:xfrm>
            <a:off x="7398196" y="3937575"/>
            <a:ext cx="3814536" cy="400110"/>
          </a:xfrm>
          <a:prstGeom prst="rect">
            <a:avLst/>
          </a:prstGeom>
        </p:spPr>
        <p:txBody>
          <a:bodyPr>
            <a:spAutoFit/>
          </a:bodyPr>
          <a:lstStyle>
            <a:lvl1pPr marL="0" indent="0">
              <a:lnSpc>
                <a:spcPct val="100000"/>
              </a:lnSpc>
              <a:buNone/>
              <a:defRPr sz="2000"/>
            </a:lvl1pPr>
          </a:lstStyle>
          <a:p>
            <a:pPr lvl="0"/>
            <a:r>
              <a:rPr lang="zh-CN" altLang="en-US" dirty="0"/>
              <a:t>简单地介绍一下自己吧</a:t>
            </a:r>
            <a:endParaRPr lang="zh-CN" altLang="en-US" dirty="0"/>
          </a:p>
        </p:txBody>
      </p:sp>
      <p:sp>
        <p:nvSpPr>
          <p:cNvPr id="40" name="文本占位符 11"/>
          <p:cNvSpPr>
            <a:spLocks noGrp="1"/>
          </p:cNvSpPr>
          <p:nvPr>
            <p:ph type="body" sz="quarter" idx="23" hasCustomPrompt="1"/>
          </p:nvPr>
        </p:nvSpPr>
        <p:spPr>
          <a:xfrm>
            <a:off x="7398196" y="4685329"/>
            <a:ext cx="3814536" cy="400110"/>
          </a:xfrm>
          <a:prstGeom prst="rect">
            <a:avLst/>
          </a:prstGeom>
        </p:spPr>
        <p:txBody>
          <a:bodyPr>
            <a:spAutoFit/>
          </a:bodyPr>
          <a:lstStyle>
            <a:lvl1pPr marL="0" indent="0">
              <a:lnSpc>
                <a:spcPct val="100000"/>
              </a:lnSpc>
              <a:buNone/>
              <a:defRPr sz="2000"/>
            </a:lvl1pPr>
          </a:lstStyle>
          <a:p>
            <a:pPr lvl="0"/>
            <a:r>
              <a:rPr lang="zh-CN" altLang="en-US" dirty="0"/>
              <a:t>简单地介绍一下自己吧</a:t>
            </a:r>
            <a:endParaRPr lang="zh-CN" altLang="en-US" dirty="0"/>
          </a:p>
        </p:txBody>
      </p:sp>
      <p:sp>
        <p:nvSpPr>
          <p:cNvPr id="41" name="文本占位符 11"/>
          <p:cNvSpPr>
            <a:spLocks noGrp="1"/>
          </p:cNvSpPr>
          <p:nvPr>
            <p:ph type="body" sz="quarter" idx="24" hasCustomPrompt="1"/>
          </p:nvPr>
        </p:nvSpPr>
        <p:spPr>
          <a:xfrm>
            <a:off x="7398196" y="5433083"/>
            <a:ext cx="3814536" cy="400110"/>
          </a:xfrm>
          <a:prstGeom prst="rect">
            <a:avLst/>
          </a:prstGeom>
        </p:spPr>
        <p:txBody>
          <a:bodyPr>
            <a:spAutoFit/>
          </a:bodyPr>
          <a:lstStyle>
            <a:lvl1pPr marL="0" indent="0">
              <a:lnSpc>
                <a:spcPct val="100000"/>
              </a:lnSpc>
              <a:buNone/>
              <a:defRPr sz="2000"/>
            </a:lvl1pPr>
          </a:lstStyle>
          <a:p>
            <a:pPr lvl="0"/>
            <a:r>
              <a:rPr lang="zh-CN" altLang="en-US" dirty="0"/>
              <a:t>简单地介绍一下自己吧</a:t>
            </a:r>
            <a:endParaRPr lang="zh-CN" altLang="en-US" dirty="0"/>
          </a:p>
        </p:txBody>
      </p:sp>
      <p:sp>
        <p:nvSpPr>
          <p:cNvPr id="35" name="文本占位符 6"/>
          <p:cNvSpPr>
            <a:spLocks noGrp="1"/>
          </p:cNvSpPr>
          <p:nvPr>
            <p:ph type="body" sz="quarter" idx="17" hasCustomPrompt="1"/>
          </p:nvPr>
        </p:nvSpPr>
        <p:spPr>
          <a:xfrm>
            <a:off x="6749903" y="2564527"/>
            <a:ext cx="3396528" cy="400110"/>
          </a:xfrm>
          <a:prstGeom prst="rect">
            <a:avLst/>
          </a:prstGeom>
          <a:noFill/>
        </p:spPr>
        <p:txBody>
          <a:bodyPr wrap="square" lIns="0" rtlCol="0">
            <a:spAutoFit/>
          </a:bodyPr>
          <a:lstStyle>
            <a:lvl1pPr marL="0" indent="0">
              <a:lnSpc>
                <a:spcPct val="100000"/>
              </a:lnSpc>
              <a:buNone/>
              <a:defRPr lang="zh-CN" altLang="en-US" b="1" dirty="0">
                <a:solidFill>
                  <a:schemeClr val="accent2"/>
                </a:solidFill>
              </a:defRPr>
            </a:lvl1pPr>
          </a:lstStyle>
          <a:p>
            <a:pPr marL="0" lvl="0"/>
            <a:r>
              <a:rPr lang="zh-CN" altLang="en-US" dirty="0"/>
              <a:t>你所在的院系 </a:t>
            </a:r>
            <a:r>
              <a:rPr lang="en-US" altLang="zh-CN" dirty="0"/>
              <a:t>/ </a:t>
            </a:r>
            <a:r>
              <a:rPr lang="zh-CN" altLang="en-US" dirty="0"/>
              <a:t>部门</a:t>
            </a:r>
            <a:endParaRPr lang="zh-CN" altLang="en-US" dirty="0"/>
          </a:p>
        </p:txBody>
      </p:sp>
      <p:sp>
        <p:nvSpPr>
          <p:cNvPr id="7" name="文本占位符 6"/>
          <p:cNvSpPr>
            <a:spLocks noGrp="1"/>
          </p:cNvSpPr>
          <p:nvPr>
            <p:ph type="body" sz="quarter" idx="16" hasCustomPrompt="1"/>
          </p:nvPr>
        </p:nvSpPr>
        <p:spPr>
          <a:xfrm>
            <a:off x="6749903" y="1812873"/>
            <a:ext cx="3088698" cy="769441"/>
          </a:xfrm>
          <a:prstGeom prst="rect">
            <a:avLst/>
          </a:prstGeom>
          <a:noFill/>
        </p:spPr>
        <p:txBody>
          <a:bodyPr wrap="square" lIns="0" rtlCol="0">
            <a:spAutoFit/>
          </a:bodyPr>
          <a:lstStyle>
            <a:lvl1pPr marL="0" indent="0">
              <a:lnSpc>
                <a:spcPct val="100000"/>
              </a:lnSpc>
              <a:buNone/>
              <a:defRPr lang="zh-CN" altLang="en-US" sz="4400" b="1" dirty="0">
                <a:solidFill>
                  <a:schemeClr val="accent1"/>
                </a:solidFill>
              </a:defRPr>
            </a:lvl1pPr>
          </a:lstStyle>
          <a:p>
            <a:pPr marL="0" lvl="0"/>
            <a:r>
              <a:rPr lang="zh-CN" altLang="en-US" dirty="0"/>
              <a:t>你的姓名</a:t>
            </a:r>
            <a:endParaRPr lang="zh-CN" altLang="en-US" dirty="0"/>
          </a:p>
        </p:txBody>
      </p:sp>
      <p:sp>
        <p:nvSpPr>
          <p:cNvPr id="4" name="日期占位符 3"/>
          <p:cNvSpPr>
            <a:spLocks noGrp="1"/>
          </p:cNvSpPr>
          <p:nvPr>
            <p:ph type="dt" sz="half" idx="25"/>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8" name="灯片编号占位符 7"/>
          <p:cNvSpPr>
            <a:spLocks noGrp="1"/>
          </p:cNvSpPr>
          <p:nvPr>
            <p:ph type="sldNum" sz="quarter" idx="27"/>
          </p:nvPr>
        </p:nvSpPr>
        <p:spPr/>
        <p:txBody>
          <a:bodyPr/>
          <a:lstStyle/>
          <a:p>
            <a:fld id="{C79ECAFE-A460-4E13-ABCB-32CAE6136244}" type="slidenum">
              <a:rPr lang="zh-CN" altLang="en-US" smtClean="0"/>
            </a:fld>
            <a:endParaRPr lang="zh-CN" altLang="en-US" dirty="0"/>
          </a:p>
        </p:txBody>
      </p:sp>
      <p:sp>
        <p:nvSpPr>
          <p:cNvPr id="22" name="矩形 21"/>
          <p:cNvSpPr/>
          <p:nvPr userDrawn="1"/>
        </p:nvSpPr>
        <p:spPr>
          <a:xfrm>
            <a:off x="5341519" y="3365304"/>
            <a:ext cx="2252502" cy="154113"/>
          </a:xfrm>
          <a:prstGeom prst="rect">
            <a:avLst/>
          </a:prstGeom>
          <a:gradFill>
            <a:gsLst>
              <a:gs pos="100000">
                <a:srgbClr val="FDA913"/>
              </a:gs>
              <a:gs pos="0">
                <a:schemeClr val="accent2">
                  <a:lumMod val="60000"/>
                  <a:lumOff val="40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自我介绍-2">
    <p:spTree>
      <p:nvGrpSpPr>
        <p:cNvPr id="1" name=""/>
        <p:cNvGrpSpPr/>
        <p:nvPr/>
      </p:nvGrpSpPr>
      <p:grpSpPr>
        <a:xfrm>
          <a:off x="0" y="0"/>
          <a:ext cx="0" cy="0"/>
          <a:chOff x="0" y="0"/>
          <a:chExt cx="0" cy="0"/>
        </a:xfrm>
      </p:grpSpPr>
      <p:pic>
        <p:nvPicPr>
          <p:cNvPr id="28" name="图片 27"/>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pic>
        <p:nvPicPr>
          <p:cNvPr id="23" name="图片 22"/>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
        <p:nvSpPr>
          <p:cNvPr id="3" name="文本占位符 2"/>
          <p:cNvSpPr>
            <a:spLocks noGrp="1"/>
          </p:cNvSpPr>
          <p:nvPr>
            <p:ph type="body" sz="quarter" idx="25" hasCustomPrompt="1"/>
          </p:nvPr>
        </p:nvSpPr>
        <p:spPr>
          <a:xfrm>
            <a:off x="0" y="1093511"/>
            <a:ext cx="6400712" cy="1446550"/>
          </a:xfrm>
          <a:prstGeom prst="rect">
            <a:avLst/>
          </a:prstGeom>
          <a:noFill/>
        </p:spPr>
        <p:txBody>
          <a:bodyPr wrap="square" rtlCol="0">
            <a:spAutoFit/>
          </a:bodyPr>
          <a:lstStyle>
            <a:lvl1pPr algn="r">
              <a:defRPr kumimoji="0" lang="zh-CN" altLang="en-US" sz="8800" b="0" i="1" u="none" strike="noStrike" cap="none" spc="0" normalizeH="0" baseline="0" dirty="0">
                <a:ln>
                  <a:noFill/>
                </a:ln>
                <a:solidFill>
                  <a:schemeClr val="bg1">
                    <a:lumMod val="95000"/>
                  </a:schemeClr>
                </a:solidFill>
                <a:effectLst/>
                <a:uLnTx/>
                <a:uFillTx/>
                <a:latin typeface="Arial" panose="020B0604020202020204"/>
                <a:ea typeface="微软雅黑" panose="020B0503020204020204" charset="-122"/>
              </a:defRPr>
            </a:lvl1pPr>
          </a:lstStyle>
          <a:p>
            <a:pPr marL="0" marR="0" lvl="0" indent="0" fontAlgn="auto">
              <a:lnSpc>
                <a:spcPct val="100000"/>
              </a:lnSpc>
              <a:spcBef>
                <a:spcPts val="0"/>
              </a:spcBef>
              <a:spcAft>
                <a:spcPts val="0"/>
              </a:spcAft>
              <a:buClrTx/>
              <a:buSzTx/>
              <a:buFontTx/>
              <a:buNone/>
            </a:pPr>
            <a:r>
              <a:rPr lang="en-US" altLang="zh-CN" dirty="0"/>
              <a:t>Your name</a:t>
            </a:r>
            <a:endParaRPr lang="zh-CN" altLang="en-US" dirty="0"/>
          </a:p>
        </p:txBody>
      </p:sp>
      <p:sp>
        <p:nvSpPr>
          <p:cNvPr id="68"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2" name="文本占位符 11"/>
          <p:cNvSpPr>
            <a:spLocks noGrp="1"/>
          </p:cNvSpPr>
          <p:nvPr>
            <p:ph type="body" sz="quarter" idx="22" hasCustomPrompt="1"/>
          </p:nvPr>
        </p:nvSpPr>
        <p:spPr>
          <a:xfrm>
            <a:off x="660400" y="3881451"/>
            <a:ext cx="3610645" cy="400110"/>
          </a:xfrm>
          <a:prstGeom prst="rect">
            <a:avLst/>
          </a:prstGeom>
        </p:spPr>
        <p:txBody>
          <a:bodyPr wrap="square">
            <a:spAutoFit/>
          </a:bodyPr>
          <a:lstStyle>
            <a:lvl1pPr marL="0" indent="0" algn="r">
              <a:lnSpc>
                <a:spcPct val="100000"/>
              </a:lnSpc>
              <a:buNone/>
              <a:defRPr sz="2000"/>
            </a:lvl1pPr>
          </a:lstStyle>
          <a:p>
            <a:pPr lvl="0"/>
            <a:r>
              <a:rPr lang="zh-CN" altLang="en-US" dirty="0"/>
              <a:t>简单地介绍一下自己吧</a:t>
            </a:r>
            <a:endParaRPr lang="zh-CN" altLang="en-US" dirty="0"/>
          </a:p>
        </p:txBody>
      </p:sp>
      <p:sp>
        <p:nvSpPr>
          <p:cNvPr id="40" name="文本占位符 11"/>
          <p:cNvSpPr>
            <a:spLocks noGrp="1"/>
          </p:cNvSpPr>
          <p:nvPr>
            <p:ph type="body" sz="quarter" idx="23" hasCustomPrompt="1"/>
          </p:nvPr>
        </p:nvSpPr>
        <p:spPr>
          <a:xfrm>
            <a:off x="660400" y="4685329"/>
            <a:ext cx="3610646" cy="400110"/>
          </a:xfrm>
          <a:prstGeom prst="rect">
            <a:avLst/>
          </a:prstGeom>
        </p:spPr>
        <p:txBody>
          <a:bodyPr wrap="square">
            <a:spAutoFit/>
          </a:bodyPr>
          <a:lstStyle>
            <a:lvl1pPr marL="0" indent="0" algn="r">
              <a:lnSpc>
                <a:spcPct val="100000"/>
              </a:lnSpc>
              <a:buNone/>
              <a:defRPr sz="2000"/>
            </a:lvl1pPr>
          </a:lstStyle>
          <a:p>
            <a:pPr lvl="0"/>
            <a:r>
              <a:rPr lang="zh-CN" altLang="en-US" dirty="0"/>
              <a:t>简单地介绍一下自己吧</a:t>
            </a:r>
            <a:endParaRPr lang="zh-CN" altLang="en-US" dirty="0"/>
          </a:p>
        </p:txBody>
      </p:sp>
      <p:sp>
        <p:nvSpPr>
          <p:cNvPr id="41" name="文本占位符 11"/>
          <p:cNvSpPr>
            <a:spLocks noGrp="1"/>
          </p:cNvSpPr>
          <p:nvPr>
            <p:ph type="body" sz="quarter" idx="24" hasCustomPrompt="1"/>
          </p:nvPr>
        </p:nvSpPr>
        <p:spPr>
          <a:xfrm>
            <a:off x="660400" y="5433083"/>
            <a:ext cx="3610646" cy="400110"/>
          </a:xfrm>
          <a:prstGeom prst="rect">
            <a:avLst/>
          </a:prstGeom>
        </p:spPr>
        <p:txBody>
          <a:bodyPr wrap="square">
            <a:spAutoFit/>
          </a:bodyPr>
          <a:lstStyle>
            <a:lvl1pPr marL="0" indent="0" algn="r">
              <a:lnSpc>
                <a:spcPct val="100000"/>
              </a:lnSpc>
              <a:buNone/>
              <a:defRPr sz="2000"/>
            </a:lvl1pPr>
          </a:lstStyle>
          <a:p>
            <a:pPr lvl="0"/>
            <a:r>
              <a:rPr lang="zh-CN" altLang="en-US" dirty="0"/>
              <a:t>简单地介绍一下自己吧</a:t>
            </a:r>
            <a:endParaRPr lang="zh-CN" altLang="en-US" dirty="0"/>
          </a:p>
        </p:txBody>
      </p:sp>
      <p:sp>
        <p:nvSpPr>
          <p:cNvPr id="52" name="文本占位符 6"/>
          <p:cNvSpPr>
            <a:spLocks noGrp="1"/>
          </p:cNvSpPr>
          <p:nvPr>
            <p:ph type="body" sz="quarter" idx="16" hasCustomPrompt="1"/>
          </p:nvPr>
        </p:nvSpPr>
        <p:spPr>
          <a:xfrm>
            <a:off x="2331720" y="2106802"/>
            <a:ext cx="3088698" cy="769441"/>
          </a:xfrm>
          <a:prstGeom prst="rect">
            <a:avLst/>
          </a:prstGeom>
          <a:noFill/>
        </p:spPr>
        <p:txBody>
          <a:bodyPr wrap="square" rIns="0" rtlCol="0">
            <a:spAutoFit/>
          </a:bodyPr>
          <a:lstStyle>
            <a:lvl1pPr marL="0" indent="0" algn="r">
              <a:lnSpc>
                <a:spcPct val="100000"/>
              </a:lnSpc>
              <a:buNone/>
              <a:defRPr lang="zh-CN" altLang="en-US" sz="4400" b="1" dirty="0">
                <a:solidFill>
                  <a:schemeClr val="accent1"/>
                </a:solidFill>
              </a:defRPr>
            </a:lvl1pPr>
          </a:lstStyle>
          <a:p>
            <a:pPr marL="0" lvl="0"/>
            <a:r>
              <a:rPr lang="zh-CN" altLang="en-US" dirty="0"/>
              <a:t>你的姓名</a:t>
            </a:r>
            <a:endParaRPr lang="zh-CN" altLang="en-US" dirty="0"/>
          </a:p>
        </p:txBody>
      </p:sp>
      <p:sp>
        <p:nvSpPr>
          <p:cNvPr id="53" name="文本占位符 6"/>
          <p:cNvSpPr>
            <a:spLocks noGrp="1"/>
          </p:cNvSpPr>
          <p:nvPr>
            <p:ph type="body" sz="quarter" idx="17" hasCustomPrompt="1"/>
          </p:nvPr>
        </p:nvSpPr>
        <p:spPr>
          <a:xfrm>
            <a:off x="1541828" y="3152034"/>
            <a:ext cx="3396528" cy="400110"/>
          </a:xfrm>
          <a:prstGeom prst="rect">
            <a:avLst/>
          </a:prstGeom>
          <a:noFill/>
        </p:spPr>
        <p:txBody>
          <a:bodyPr wrap="square" rIns="0" rtlCol="0">
            <a:spAutoFit/>
          </a:bodyPr>
          <a:lstStyle>
            <a:lvl1pPr marL="0" indent="0" algn="r">
              <a:lnSpc>
                <a:spcPct val="100000"/>
              </a:lnSpc>
              <a:buNone/>
              <a:defRPr lang="zh-CN" altLang="en-US" b="1" dirty="0">
                <a:solidFill>
                  <a:schemeClr val="accent2"/>
                </a:solidFill>
              </a:defRPr>
            </a:lvl1pPr>
          </a:lstStyle>
          <a:p>
            <a:pPr marL="0" lvl="0"/>
            <a:r>
              <a:rPr lang="zh-CN" altLang="en-US" dirty="0"/>
              <a:t>你所在的院系 </a:t>
            </a:r>
            <a:r>
              <a:rPr lang="en-US" altLang="zh-CN" dirty="0"/>
              <a:t>/ </a:t>
            </a:r>
            <a:r>
              <a:rPr lang="zh-CN" altLang="en-US" dirty="0"/>
              <a:t>部门</a:t>
            </a:r>
            <a:endParaRPr lang="zh-CN" altLang="en-US" dirty="0"/>
          </a:p>
        </p:txBody>
      </p:sp>
      <p:sp>
        <p:nvSpPr>
          <p:cNvPr id="33" name="图片占位符 32"/>
          <p:cNvSpPr>
            <a:spLocks noGrp="1"/>
          </p:cNvSpPr>
          <p:nvPr>
            <p:ph type="pic" sz="quarter" idx="12"/>
          </p:nvPr>
        </p:nvSpPr>
        <p:spPr>
          <a:xfrm>
            <a:off x="5131444" y="0"/>
            <a:ext cx="7060556" cy="6858000"/>
          </a:xfrm>
          <a:custGeom>
            <a:avLst/>
            <a:gdLst>
              <a:gd name="connsiteX0" fmla="*/ 2232141 w 7060556"/>
              <a:gd name="connsiteY0" fmla="*/ 0 h 6858000"/>
              <a:gd name="connsiteX1" fmla="*/ 7060556 w 7060556"/>
              <a:gd name="connsiteY1" fmla="*/ 0 h 6858000"/>
              <a:gd name="connsiteX2" fmla="*/ 7060556 w 7060556"/>
              <a:gd name="connsiteY2" fmla="*/ 6858000 h 6858000"/>
              <a:gd name="connsiteX3" fmla="*/ 659756 w 7060556"/>
              <a:gd name="connsiteY3" fmla="*/ 6858000 h 6858000"/>
              <a:gd name="connsiteX4" fmla="*/ 0 w 7060556"/>
              <a:gd name="connsiteY4" fmla="*/ 5318567 h 6858000"/>
              <a:gd name="connsiteX5" fmla="*/ 2076565 w 7060556"/>
              <a:gd name="connsiteY5" fmla="*/ 34199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060556" h="6858000">
                <a:moveTo>
                  <a:pt x="2232141" y="0"/>
                </a:moveTo>
                <a:lnTo>
                  <a:pt x="7060556" y="0"/>
                </a:lnTo>
                <a:lnTo>
                  <a:pt x="7060556" y="6858000"/>
                </a:lnTo>
                <a:lnTo>
                  <a:pt x="659756" y="6858000"/>
                </a:lnTo>
                <a:lnTo>
                  <a:pt x="0" y="5318567"/>
                </a:lnTo>
                <a:cubicBezTo>
                  <a:pt x="292020" y="4312534"/>
                  <a:pt x="1148983" y="2384867"/>
                  <a:pt x="2076565" y="341996"/>
                </a:cubicBezTo>
                <a:close/>
              </a:path>
            </a:pathLst>
          </a:custGeom>
        </p:spPr>
        <p:txBody>
          <a:bodyPr wrap="square">
            <a:noAutofit/>
          </a:bodyPr>
          <a:lstStyle/>
          <a:p>
            <a:endParaRPr lang="zh-CN" altLang="en-US" dirty="0"/>
          </a:p>
        </p:txBody>
      </p:sp>
      <p:grpSp>
        <p:nvGrpSpPr>
          <p:cNvPr id="24" name="组合 23"/>
          <p:cNvGrpSpPr/>
          <p:nvPr userDrawn="1"/>
        </p:nvGrpSpPr>
        <p:grpSpPr>
          <a:xfrm>
            <a:off x="660400" y="344681"/>
            <a:ext cx="384771" cy="384771"/>
            <a:chOff x="669869" y="597306"/>
            <a:chExt cx="409972" cy="409973"/>
          </a:xfrm>
        </p:grpSpPr>
        <p:sp>
          <p:nvSpPr>
            <p:cNvPr id="29"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0"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1"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5" name="日期占位符 4"/>
          <p:cNvSpPr>
            <a:spLocks noGrp="1"/>
          </p:cNvSpPr>
          <p:nvPr>
            <p:ph type="dt" sz="half" idx="2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8" name="灯片编号占位符 7"/>
          <p:cNvSpPr>
            <a:spLocks noGrp="1"/>
          </p:cNvSpPr>
          <p:nvPr>
            <p:ph type="sldNum" sz="quarter" idx="28"/>
          </p:nvPr>
        </p:nvSpPr>
        <p:spPr/>
        <p:txBody>
          <a:bodyPr/>
          <a:lstStyle/>
          <a:p>
            <a:fld id="{C79ECAFE-A460-4E13-ABCB-32CAE6136244}" type="slidenum">
              <a:rPr lang="zh-CN" altLang="en-US" smtClean="0"/>
            </a:fld>
            <a:endParaRPr lang="zh-CN" altLang="en-US" dirty="0"/>
          </a:p>
        </p:txBody>
      </p:sp>
      <p:cxnSp>
        <p:nvCxnSpPr>
          <p:cNvPr id="18" name="直接连接符 17"/>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介绍内容拓展-1">
    <p:spTree>
      <p:nvGrpSpPr>
        <p:cNvPr id="1" name=""/>
        <p:cNvGrpSpPr/>
        <p:nvPr/>
      </p:nvGrpSpPr>
      <p:grpSpPr>
        <a:xfrm>
          <a:off x="0" y="0"/>
          <a:ext cx="0" cy="0"/>
          <a:chOff x="0" y="0"/>
          <a:chExt cx="0" cy="0"/>
        </a:xfrm>
      </p:grpSpPr>
      <p:pic>
        <p:nvPicPr>
          <p:cNvPr id="36" name="图片 35"/>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3" name="文本框 2"/>
          <p:cNvSpPr txBox="1"/>
          <p:nvPr userDrawn="1"/>
        </p:nvSpPr>
        <p:spPr>
          <a:xfrm>
            <a:off x="660400" y="1383671"/>
            <a:ext cx="5001787" cy="1323439"/>
          </a:xfrm>
          <a:prstGeom prst="rect">
            <a:avLst/>
          </a:prstGeom>
          <a:noFill/>
        </p:spPr>
        <p:txBody>
          <a:bodyPr wrap="square" lIns="0" rtlCol="0">
            <a:spAutoFit/>
          </a:bodyPr>
          <a:lstStyle/>
          <a:p>
            <a:r>
              <a:rPr lang="en-US" altLang="zh-CN" sz="8000" i="1" dirty="0">
                <a:solidFill>
                  <a:schemeClr val="bg1">
                    <a:lumMod val="95000"/>
                  </a:schemeClr>
                </a:solidFill>
              </a:rPr>
              <a:t>Our team</a:t>
            </a:r>
            <a:endParaRPr lang="zh-CN" altLang="en-US" sz="8000" i="1" dirty="0">
              <a:solidFill>
                <a:schemeClr val="bg1">
                  <a:lumMod val="95000"/>
                </a:schemeClr>
              </a:solidFill>
            </a:endParaRPr>
          </a:p>
        </p:txBody>
      </p:sp>
      <p:sp>
        <p:nvSpPr>
          <p:cNvPr id="32" name="图片占位符 31"/>
          <p:cNvSpPr>
            <a:spLocks noGrp="1"/>
          </p:cNvSpPr>
          <p:nvPr>
            <p:ph type="pic" sz="quarter" idx="31"/>
          </p:nvPr>
        </p:nvSpPr>
        <p:spPr>
          <a:xfrm>
            <a:off x="5792230" y="1461189"/>
            <a:ext cx="1908733" cy="3364810"/>
          </a:xfrm>
          <a:custGeom>
            <a:avLst/>
            <a:gdLst>
              <a:gd name="connsiteX0" fmla="*/ 0 w 1908733"/>
              <a:gd name="connsiteY0" fmla="*/ 0 h 3364810"/>
              <a:gd name="connsiteX1" fmla="*/ 1908733 w 1908733"/>
              <a:gd name="connsiteY1" fmla="*/ 0 h 3364810"/>
              <a:gd name="connsiteX2" fmla="*/ 1908733 w 1908733"/>
              <a:gd name="connsiteY2" fmla="*/ 3364810 h 3364810"/>
              <a:gd name="connsiteX3" fmla="*/ 0 w 1908733"/>
              <a:gd name="connsiteY3" fmla="*/ 3364810 h 3364810"/>
            </a:gdLst>
            <a:ahLst/>
            <a:cxnLst>
              <a:cxn ang="0">
                <a:pos x="connsiteX0" y="connsiteY0"/>
              </a:cxn>
              <a:cxn ang="0">
                <a:pos x="connsiteX1" y="connsiteY1"/>
              </a:cxn>
              <a:cxn ang="0">
                <a:pos x="connsiteX2" y="connsiteY2"/>
              </a:cxn>
              <a:cxn ang="0">
                <a:pos x="connsiteX3" y="connsiteY3"/>
              </a:cxn>
            </a:cxnLst>
            <a:rect l="l" t="t" r="r" b="b"/>
            <a:pathLst>
              <a:path w="1908733" h="3364810">
                <a:moveTo>
                  <a:pt x="0" y="0"/>
                </a:moveTo>
                <a:lnTo>
                  <a:pt x="1908733" y="0"/>
                </a:lnTo>
                <a:lnTo>
                  <a:pt x="1908733" y="3364810"/>
                </a:lnTo>
                <a:lnTo>
                  <a:pt x="0" y="3364810"/>
                </a:lnTo>
                <a:close/>
              </a:path>
            </a:pathLst>
          </a:custGeom>
        </p:spPr>
        <p:txBody>
          <a:bodyPr wrap="square">
            <a:noAutofit/>
          </a:bodyPr>
          <a:lstStyle/>
          <a:p>
            <a:endParaRPr lang="zh-CN" altLang="en-US"/>
          </a:p>
        </p:txBody>
      </p:sp>
      <p:sp>
        <p:nvSpPr>
          <p:cNvPr id="8"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grpSp>
        <p:nvGrpSpPr>
          <p:cNvPr id="9" name="组合 8"/>
          <p:cNvGrpSpPr/>
          <p:nvPr userDrawn="1"/>
        </p:nvGrpSpPr>
        <p:grpSpPr>
          <a:xfrm>
            <a:off x="660400" y="344681"/>
            <a:ext cx="384771" cy="384771"/>
            <a:chOff x="669869" y="597306"/>
            <a:chExt cx="409972" cy="409973"/>
          </a:xfrm>
        </p:grpSpPr>
        <p:sp>
          <p:nvSpPr>
            <p:cNvPr id="10"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1"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2"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13" name="日期占位符 4"/>
          <p:cNvSpPr>
            <a:spLocks noGrp="1"/>
          </p:cNvSpPr>
          <p:nvPr>
            <p:ph type="dt" sz="half" idx="2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14" name="灯片编号占位符 7"/>
          <p:cNvSpPr>
            <a:spLocks noGrp="1"/>
          </p:cNvSpPr>
          <p:nvPr>
            <p:ph type="sldNum" sz="quarter" idx="28"/>
          </p:nvPr>
        </p:nvSpPr>
        <p:spPr>
          <a:xfrm>
            <a:off x="8775700" y="6235702"/>
            <a:ext cx="2743200" cy="365125"/>
          </a:xfrm>
        </p:spPr>
        <p:txBody>
          <a:bodyPr/>
          <a:lstStyle/>
          <a:p>
            <a:fld id="{C79ECAFE-A460-4E13-ABCB-32CAE6136244}" type="slidenum">
              <a:rPr lang="zh-CN" altLang="en-US" smtClean="0"/>
            </a:fld>
            <a:endParaRPr lang="zh-CN" altLang="en-US" dirty="0"/>
          </a:p>
        </p:txBody>
      </p:sp>
      <p:sp>
        <p:nvSpPr>
          <p:cNvPr id="27" name="文本占位符 26"/>
          <p:cNvSpPr>
            <a:spLocks noGrp="1"/>
          </p:cNvSpPr>
          <p:nvPr>
            <p:ph type="body" sz="quarter" idx="29" hasCustomPrompt="1"/>
          </p:nvPr>
        </p:nvSpPr>
        <p:spPr>
          <a:xfrm>
            <a:off x="1019067" y="2170482"/>
            <a:ext cx="3982720" cy="584775"/>
          </a:xfrm>
        </p:spPr>
        <p:txBody>
          <a:bodyPr lIns="0">
            <a:spAutoFit/>
          </a:bodyPr>
          <a:lstStyle>
            <a:lvl1pPr marL="0" indent="0">
              <a:lnSpc>
                <a:spcPct val="100000"/>
              </a:lnSpc>
              <a:buNone/>
              <a:defRPr sz="3200" b="1">
                <a:solidFill>
                  <a:schemeClr val="accent1"/>
                </a:solidFill>
              </a:defRPr>
            </a:lvl1pPr>
          </a:lstStyle>
          <a:p>
            <a:pPr lvl="0"/>
            <a:r>
              <a:rPr lang="zh-CN" altLang="en-US" dirty="0"/>
              <a:t>请输入你的团队名</a:t>
            </a:r>
            <a:endParaRPr lang="zh-CN" altLang="en-US" dirty="0"/>
          </a:p>
        </p:txBody>
      </p:sp>
      <p:sp>
        <p:nvSpPr>
          <p:cNvPr id="29" name="文本占位符 28"/>
          <p:cNvSpPr>
            <a:spLocks noGrp="1"/>
          </p:cNvSpPr>
          <p:nvPr>
            <p:ph type="body" sz="quarter" idx="30" hasCustomPrompt="1"/>
          </p:nvPr>
        </p:nvSpPr>
        <p:spPr>
          <a:xfrm>
            <a:off x="1019067" y="3119036"/>
            <a:ext cx="3982720" cy="1706963"/>
          </a:xfrm>
        </p:spPr>
        <p:txBody>
          <a:bodyPr wrap="square" lIns="0">
            <a:noAutofit/>
          </a:bodyPr>
          <a:lstStyle>
            <a:lvl1pPr marL="0" indent="0">
              <a:buNone/>
              <a:defRPr sz="1800"/>
            </a:lvl1pPr>
          </a:lstStyle>
          <a:p>
            <a:pPr lvl="0"/>
            <a:r>
              <a:rPr lang="zh-CN" altLang="en-US" dirty="0"/>
              <a:t>请输入你的团队介绍</a:t>
            </a:r>
            <a:endParaRPr lang="zh-CN" altLang="en-US" dirty="0"/>
          </a:p>
        </p:txBody>
      </p:sp>
      <p:sp>
        <p:nvSpPr>
          <p:cNvPr id="33" name="图片占位符 32"/>
          <p:cNvSpPr>
            <a:spLocks noGrp="1"/>
          </p:cNvSpPr>
          <p:nvPr>
            <p:ph type="pic" sz="quarter" idx="32"/>
          </p:nvPr>
        </p:nvSpPr>
        <p:spPr>
          <a:xfrm>
            <a:off x="7700964" y="1461189"/>
            <a:ext cx="1908733" cy="3364810"/>
          </a:xfrm>
          <a:custGeom>
            <a:avLst/>
            <a:gdLst>
              <a:gd name="connsiteX0" fmla="*/ 0 w 1908733"/>
              <a:gd name="connsiteY0" fmla="*/ 0 h 3364810"/>
              <a:gd name="connsiteX1" fmla="*/ 1908733 w 1908733"/>
              <a:gd name="connsiteY1" fmla="*/ 0 h 3364810"/>
              <a:gd name="connsiteX2" fmla="*/ 1908733 w 1908733"/>
              <a:gd name="connsiteY2" fmla="*/ 3364810 h 3364810"/>
              <a:gd name="connsiteX3" fmla="*/ 0 w 1908733"/>
              <a:gd name="connsiteY3" fmla="*/ 3364810 h 3364810"/>
            </a:gdLst>
            <a:ahLst/>
            <a:cxnLst>
              <a:cxn ang="0">
                <a:pos x="connsiteX0" y="connsiteY0"/>
              </a:cxn>
              <a:cxn ang="0">
                <a:pos x="connsiteX1" y="connsiteY1"/>
              </a:cxn>
              <a:cxn ang="0">
                <a:pos x="connsiteX2" y="connsiteY2"/>
              </a:cxn>
              <a:cxn ang="0">
                <a:pos x="connsiteX3" y="connsiteY3"/>
              </a:cxn>
            </a:cxnLst>
            <a:rect l="l" t="t" r="r" b="b"/>
            <a:pathLst>
              <a:path w="1908733" h="3364810">
                <a:moveTo>
                  <a:pt x="0" y="0"/>
                </a:moveTo>
                <a:lnTo>
                  <a:pt x="1908733" y="0"/>
                </a:lnTo>
                <a:lnTo>
                  <a:pt x="1908733" y="3364810"/>
                </a:lnTo>
                <a:lnTo>
                  <a:pt x="0" y="3364810"/>
                </a:lnTo>
                <a:close/>
              </a:path>
            </a:pathLst>
          </a:custGeom>
        </p:spPr>
        <p:txBody>
          <a:bodyPr wrap="square">
            <a:noAutofit/>
          </a:bodyPr>
          <a:lstStyle/>
          <a:p>
            <a:endParaRPr lang="zh-CN" altLang="en-US"/>
          </a:p>
        </p:txBody>
      </p:sp>
      <p:sp>
        <p:nvSpPr>
          <p:cNvPr id="34" name="图片占位符 33"/>
          <p:cNvSpPr>
            <a:spLocks noGrp="1"/>
          </p:cNvSpPr>
          <p:nvPr>
            <p:ph type="pic" sz="quarter" idx="33"/>
          </p:nvPr>
        </p:nvSpPr>
        <p:spPr>
          <a:xfrm>
            <a:off x="9609697" y="1461189"/>
            <a:ext cx="1908733" cy="3364810"/>
          </a:xfrm>
          <a:custGeom>
            <a:avLst/>
            <a:gdLst>
              <a:gd name="connsiteX0" fmla="*/ 0 w 1908733"/>
              <a:gd name="connsiteY0" fmla="*/ 0 h 3364810"/>
              <a:gd name="connsiteX1" fmla="*/ 1908733 w 1908733"/>
              <a:gd name="connsiteY1" fmla="*/ 0 h 3364810"/>
              <a:gd name="connsiteX2" fmla="*/ 1908733 w 1908733"/>
              <a:gd name="connsiteY2" fmla="*/ 3364810 h 3364810"/>
              <a:gd name="connsiteX3" fmla="*/ 0 w 1908733"/>
              <a:gd name="connsiteY3" fmla="*/ 3364810 h 3364810"/>
            </a:gdLst>
            <a:ahLst/>
            <a:cxnLst>
              <a:cxn ang="0">
                <a:pos x="connsiteX0" y="connsiteY0"/>
              </a:cxn>
              <a:cxn ang="0">
                <a:pos x="connsiteX1" y="connsiteY1"/>
              </a:cxn>
              <a:cxn ang="0">
                <a:pos x="connsiteX2" y="connsiteY2"/>
              </a:cxn>
              <a:cxn ang="0">
                <a:pos x="connsiteX3" y="connsiteY3"/>
              </a:cxn>
            </a:cxnLst>
            <a:rect l="l" t="t" r="r" b="b"/>
            <a:pathLst>
              <a:path w="1908733" h="3364810">
                <a:moveTo>
                  <a:pt x="0" y="0"/>
                </a:moveTo>
                <a:lnTo>
                  <a:pt x="1908733" y="0"/>
                </a:lnTo>
                <a:lnTo>
                  <a:pt x="1908733" y="3364810"/>
                </a:lnTo>
                <a:lnTo>
                  <a:pt x="0" y="3364810"/>
                </a:lnTo>
                <a:close/>
              </a:path>
            </a:pathLst>
          </a:custGeom>
        </p:spPr>
        <p:txBody>
          <a:bodyPr wrap="square">
            <a:noAutofit/>
          </a:bodyPr>
          <a:lstStyle/>
          <a:p>
            <a:endParaRPr lang="zh-CN" altLang="en-US"/>
          </a:p>
        </p:txBody>
      </p:sp>
      <p:sp>
        <p:nvSpPr>
          <p:cNvPr id="25" name="文本占位符 11"/>
          <p:cNvSpPr>
            <a:spLocks noGrp="1"/>
          </p:cNvSpPr>
          <p:nvPr>
            <p:ph type="body" sz="quarter" idx="22" hasCustomPrompt="1"/>
          </p:nvPr>
        </p:nvSpPr>
        <p:spPr>
          <a:xfrm>
            <a:off x="5792309" y="5510702"/>
            <a:ext cx="1908733" cy="623397"/>
          </a:xfrm>
          <a:prstGeom prst="rect">
            <a:avLst/>
          </a:prstGeom>
        </p:spPr>
        <p:txBody>
          <a:bodyPr>
            <a:no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26" name="文本占位符 11"/>
          <p:cNvSpPr>
            <a:spLocks noGrp="1"/>
          </p:cNvSpPr>
          <p:nvPr>
            <p:ph type="body" sz="quarter" idx="34" hasCustomPrompt="1"/>
          </p:nvPr>
        </p:nvSpPr>
        <p:spPr>
          <a:xfrm>
            <a:off x="7700964" y="5510702"/>
            <a:ext cx="1908733" cy="623397"/>
          </a:xfrm>
          <a:prstGeom prst="rect">
            <a:avLst/>
          </a:prstGeom>
        </p:spPr>
        <p:txBody>
          <a:bodyPr>
            <a:no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28" name="文本占位符 11"/>
          <p:cNvSpPr>
            <a:spLocks noGrp="1"/>
          </p:cNvSpPr>
          <p:nvPr>
            <p:ph type="body" sz="quarter" idx="35" hasCustomPrompt="1"/>
          </p:nvPr>
        </p:nvSpPr>
        <p:spPr>
          <a:xfrm>
            <a:off x="9609619" y="5510702"/>
            <a:ext cx="1908733" cy="623397"/>
          </a:xfrm>
          <a:prstGeom prst="rect">
            <a:avLst/>
          </a:prstGeom>
        </p:spPr>
        <p:txBody>
          <a:bodyPr>
            <a:no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30" name="文本占位符 11"/>
          <p:cNvSpPr>
            <a:spLocks noGrp="1"/>
          </p:cNvSpPr>
          <p:nvPr>
            <p:ph type="body" sz="quarter" idx="36" hasCustomPrompt="1"/>
          </p:nvPr>
        </p:nvSpPr>
        <p:spPr>
          <a:xfrm>
            <a:off x="5792387" y="5105677"/>
            <a:ext cx="1908733" cy="400110"/>
          </a:xfrm>
          <a:prstGeom prst="rect">
            <a:avLst/>
          </a:prstGeom>
        </p:spPr>
        <p:txBody>
          <a:bodyPr>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1</a:t>
            </a:r>
            <a:endParaRPr lang="zh-CN" altLang="en-US" dirty="0"/>
          </a:p>
        </p:txBody>
      </p:sp>
      <p:sp>
        <p:nvSpPr>
          <p:cNvPr id="31" name="文本占位符 11"/>
          <p:cNvSpPr>
            <a:spLocks noGrp="1"/>
          </p:cNvSpPr>
          <p:nvPr>
            <p:ph type="body" sz="quarter" idx="37" hasCustomPrompt="1"/>
          </p:nvPr>
        </p:nvSpPr>
        <p:spPr>
          <a:xfrm>
            <a:off x="7700808" y="5105677"/>
            <a:ext cx="1908733" cy="400110"/>
          </a:xfrm>
          <a:prstGeom prst="rect">
            <a:avLst/>
          </a:prstGeom>
        </p:spPr>
        <p:txBody>
          <a:bodyPr>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2</a:t>
            </a:r>
            <a:endParaRPr lang="zh-CN" altLang="en-US" dirty="0"/>
          </a:p>
        </p:txBody>
      </p:sp>
      <p:sp>
        <p:nvSpPr>
          <p:cNvPr id="35" name="文本占位符 11"/>
          <p:cNvSpPr>
            <a:spLocks noGrp="1"/>
          </p:cNvSpPr>
          <p:nvPr>
            <p:ph type="body" sz="quarter" idx="38" hasCustomPrompt="1"/>
          </p:nvPr>
        </p:nvSpPr>
        <p:spPr>
          <a:xfrm>
            <a:off x="9609229" y="5105677"/>
            <a:ext cx="1908733" cy="400110"/>
          </a:xfrm>
          <a:prstGeom prst="rect">
            <a:avLst/>
          </a:prstGeom>
        </p:spPr>
        <p:txBody>
          <a:bodyPr>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3</a:t>
            </a:r>
            <a:endParaRPr lang="zh-CN" altLang="en-US" dirty="0"/>
          </a:p>
        </p:txBody>
      </p:sp>
      <p:cxnSp>
        <p:nvCxnSpPr>
          <p:cNvPr id="24" name="直接连接符 23"/>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7" name="图片 3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介绍内容拓展-2">
    <p:spTree>
      <p:nvGrpSpPr>
        <p:cNvPr id="1" name=""/>
        <p:cNvGrpSpPr/>
        <p:nvPr/>
      </p:nvGrpSpPr>
      <p:grpSpPr>
        <a:xfrm>
          <a:off x="0" y="0"/>
          <a:ext cx="0" cy="0"/>
          <a:chOff x="0" y="0"/>
          <a:chExt cx="0" cy="0"/>
        </a:xfrm>
      </p:grpSpPr>
      <p:pic>
        <p:nvPicPr>
          <p:cNvPr id="58" name="图片 57"/>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48" name="图片占位符 47"/>
          <p:cNvSpPr>
            <a:spLocks noGrp="1"/>
          </p:cNvSpPr>
          <p:nvPr>
            <p:ph type="pic" sz="quarter" idx="31"/>
          </p:nvPr>
        </p:nvSpPr>
        <p:spPr>
          <a:xfrm>
            <a:off x="669868" y="3062205"/>
            <a:ext cx="2702712" cy="2106578"/>
          </a:xfrm>
          <a:custGeom>
            <a:avLst/>
            <a:gdLst>
              <a:gd name="connsiteX0" fmla="*/ 0 w 2712258"/>
              <a:gd name="connsiteY0" fmla="*/ 0 h 2106578"/>
              <a:gd name="connsiteX1" fmla="*/ 2712258 w 2712258"/>
              <a:gd name="connsiteY1" fmla="*/ 0 h 2106578"/>
              <a:gd name="connsiteX2" fmla="*/ 2712258 w 2712258"/>
              <a:gd name="connsiteY2" fmla="*/ 2106578 h 2106578"/>
              <a:gd name="connsiteX3" fmla="*/ 0 w 2712258"/>
              <a:gd name="connsiteY3" fmla="*/ 2106578 h 2106578"/>
            </a:gdLst>
            <a:ahLst/>
            <a:cxnLst>
              <a:cxn ang="0">
                <a:pos x="connsiteX0" y="connsiteY0"/>
              </a:cxn>
              <a:cxn ang="0">
                <a:pos x="connsiteX1" y="connsiteY1"/>
              </a:cxn>
              <a:cxn ang="0">
                <a:pos x="connsiteX2" y="connsiteY2"/>
              </a:cxn>
              <a:cxn ang="0">
                <a:pos x="connsiteX3" y="connsiteY3"/>
              </a:cxn>
            </a:cxnLst>
            <a:rect l="l" t="t" r="r" b="b"/>
            <a:pathLst>
              <a:path w="2712258" h="2106578">
                <a:moveTo>
                  <a:pt x="0" y="0"/>
                </a:moveTo>
                <a:lnTo>
                  <a:pt x="2712258" y="0"/>
                </a:lnTo>
                <a:lnTo>
                  <a:pt x="2712258" y="2106578"/>
                </a:lnTo>
                <a:lnTo>
                  <a:pt x="0" y="2106578"/>
                </a:lnTo>
                <a:close/>
              </a:path>
            </a:pathLst>
          </a:custGeom>
        </p:spPr>
        <p:txBody>
          <a:bodyPr wrap="square">
            <a:noAutofit/>
          </a:bodyPr>
          <a:lstStyle/>
          <a:p>
            <a:endParaRPr lang="zh-CN" altLang="en-US"/>
          </a:p>
        </p:txBody>
      </p:sp>
      <p:sp>
        <p:nvSpPr>
          <p:cNvPr id="8"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grpSp>
        <p:nvGrpSpPr>
          <p:cNvPr id="9" name="组合 8"/>
          <p:cNvGrpSpPr/>
          <p:nvPr userDrawn="1"/>
        </p:nvGrpSpPr>
        <p:grpSpPr>
          <a:xfrm>
            <a:off x="660400" y="344681"/>
            <a:ext cx="384771" cy="384771"/>
            <a:chOff x="669869" y="597306"/>
            <a:chExt cx="409972" cy="409973"/>
          </a:xfrm>
        </p:grpSpPr>
        <p:sp>
          <p:nvSpPr>
            <p:cNvPr id="10"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1"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2"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13" name="日期占位符 4"/>
          <p:cNvSpPr>
            <a:spLocks noGrp="1"/>
          </p:cNvSpPr>
          <p:nvPr>
            <p:ph type="dt" sz="half" idx="2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14" name="灯片编号占位符 7"/>
          <p:cNvSpPr>
            <a:spLocks noGrp="1"/>
          </p:cNvSpPr>
          <p:nvPr>
            <p:ph type="sldNum" sz="quarter" idx="28"/>
          </p:nvPr>
        </p:nvSpPr>
        <p:spPr>
          <a:xfrm>
            <a:off x="8775700" y="6235702"/>
            <a:ext cx="2743200" cy="365125"/>
          </a:xfrm>
        </p:spPr>
        <p:txBody>
          <a:bodyPr/>
          <a:lstStyle/>
          <a:p>
            <a:fld id="{C79ECAFE-A460-4E13-ABCB-32CAE6136244}" type="slidenum">
              <a:rPr lang="zh-CN" altLang="en-US" smtClean="0"/>
            </a:fld>
            <a:endParaRPr lang="zh-CN" altLang="en-US" dirty="0"/>
          </a:p>
        </p:txBody>
      </p:sp>
      <p:sp>
        <p:nvSpPr>
          <p:cNvPr id="15" name="文本框 14"/>
          <p:cNvSpPr txBox="1"/>
          <p:nvPr userDrawn="1"/>
        </p:nvSpPr>
        <p:spPr>
          <a:xfrm>
            <a:off x="4104640" y="852965"/>
            <a:ext cx="3982720" cy="1107996"/>
          </a:xfrm>
          <a:prstGeom prst="rect">
            <a:avLst/>
          </a:prstGeom>
          <a:noFill/>
        </p:spPr>
        <p:txBody>
          <a:bodyPr wrap="square" lIns="90000" rtlCol="0">
            <a:spAutoFit/>
          </a:bodyPr>
          <a:lstStyle/>
          <a:p>
            <a:pPr algn="ctr"/>
            <a:r>
              <a:rPr lang="en-US" altLang="zh-CN" sz="6600" i="1" dirty="0">
                <a:solidFill>
                  <a:schemeClr val="bg1">
                    <a:lumMod val="95000"/>
                  </a:schemeClr>
                </a:solidFill>
              </a:rPr>
              <a:t>Our team</a:t>
            </a:r>
            <a:endParaRPr lang="zh-CN" altLang="en-US" sz="6600" i="1" dirty="0">
              <a:solidFill>
                <a:schemeClr val="bg1">
                  <a:lumMod val="95000"/>
                </a:schemeClr>
              </a:solidFill>
            </a:endParaRPr>
          </a:p>
        </p:txBody>
      </p:sp>
      <p:sp>
        <p:nvSpPr>
          <p:cNvPr id="16" name="文本占位符 26"/>
          <p:cNvSpPr>
            <a:spLocks noGrp="1"/>
          </p:cNvSpPr>
          <p:nvPr>
            <p:ph type="body" sz="quarter" idx="29" hasCustomPrompt="1"/>
          </p:nvPr>
        </p:nvSpPr>
        <p:spPr>
          <a:xfrm>
            <a:off x="4104640" y="1593828"/>
            <a:ext cx="3982720" cy="584775"/>
          </a:xfrm>
        </p:spPr>
        <p:txBody>
          <a:bodyPr lIns="90000">
            <a:spAutoFit/>
          </a:bodyPr>
          <a:lstStyle>
            <a:lvl1pPr marL="0" indent="0" algn="ctr">
              <a:lnSpc>
                <a:spcPct val="100000"/>
              </a:lnSpc>
              <a:buNone/>
              <a:defRPr sz="3200" b="1">
                <a:solidFill>
                  <a:schemeClr val="accent1"/>
                </a:solidFill>
              </a:defRPr>
            </a:lvl1pPr>
          </a:lstStyle>
          <a:p>
            <a:pPr lvl="0"/>
            <a:r>
              <a:rPr lang="zh-CN" altLang="en-US" dirty="0"/>
              <a:t>请输入你的团队名</a:t>
            </a:r>
            <a:endParaRPr lang="zh-CN" altLang="en-US" dirty="0"/>
          </a:p>
        </p:txBody>
      </p:sp>
      <p:sp>
        <p:nvSpPr>
          <p:cNvPr id="17" name="文本占位符 28"/>
          <p:cNvSpPr>
            <a:spLocks noGrp="1"/>
          </p:cNvSpPr>
          <p:nvPr>
            <p:ph type="body" sz="quarter" idx="30" hasCustomPrompt="1"/>
          </p:nvPr>
        </p:nvSpPr>
        <p:spPr>
          <a:xfrm>
            <a:off x="682883" y="2295279"/>
            <a:ext cx="10826234" cy="425698"/>
          </a:xfrm>
        </p:spPr>
        <p:txBody>
          <a:bodyPr wrap="square" lIns="90000">
            <a:normAutofit/>
          </a:bodyPr>
          <a:lstStyle>
            <a:lvl1pPr marL="0" indent="0" algn="ctr">
              <a:buNone/>
              <a:defRPr sz="1800"/>
            </a:lvl1pPr>
          </a:lstStyle>
          <a:p>
            <a:pPr lvl="0"/>
            <a:r>
              <a:rPr lang="zh-CN" altLang="en-US" dirty="0"/>
              <a:t>请输入你的团队介绍</a:t>
            </a:r>
            <a:endParaRPr lang="zh-CN" altLang="en-US" dirty="0"/>
          </a:p>
        </p:txBody>
      </p:sp>
      <p:sp>
        <p:nvSpPr>
          <p:cNvPr id="33" name="文本占位符 11"/>
          <p:cNvSpPr>
            <a:spLocks noGrp="1"/>
          </p:cNvSpPr>
          <p:nvPr>
            <p:ph type="body" sz="quarter" idx="22" hasCustomPrompt="1"/>
          </p:nvPr>
        </p:nvSpPr>
        <p:spPr>
          <a:xfrm>
            <a:off x="660322" y="5732617"/>
            <a:ext cx="2712258" cy="400110"/>
          </a:xfrm>
          <a:prstGeom prst="rect">
            <a:avLst/>
          </a:prstGeom>
        </p:spPr>
        <p:txBody>
          <a:bodyPr>
            <a:norm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34" name="文本占位符 11"/>
          <p:cNvSpPr>
            <a:spLocks noGrp="1"/>
          </p:cNvSpPr>
          <p:nvPr>
            <p:ph type="body" sz="quarter" idx="36" hasCustomPrompt="1"/>
          </p:nvPr>
        </p:nvSpPr>
        <p:spPr>
          <a:xfrm>
            <a:off x="660400" y="5327590"/>
            <a:ext cx="2712258" cy="400110"/>
          </a:xfrm>
          <a:prstGeom prst="rect">
            <a:avLst/>
          </a:prstGeom>
        </p:spPr>
        <p:txBody>
          <a:bodyPr wrap="square">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1</a:t>
            </a:r>
            <a:endParaRPr lang="zh-CN" altLang="en-US" dirty="0"/>
          </a:p>
        </p:txBody>
      </p:sp>
      <p:sp>
        <p:nvSpPr>
          <p:cNvPr id="41" name="文本占位符 11"/>
          <p:cNvSpPr>
            <a:spLocks noGrp="1"/>
          </p:cNvSpPr>
          <p:nvPr>
            <p:ph type="body" sz="quarter" idx="37" hasCustomPrompt="1"/>
          </p:nvPr>
        </p:nvSpPr>
        <p:spPr>
          <a:xfrm>
            <a:off x="3382047" y="5732616"/>
            <a:ext cx="2712258" cy="401484"/>
          </a:xfrm>
          <a:prstGeom prst="rect">
            <a:avLst/>
          </a:prstGeom>
        </p:spPr>
        <p:txBody>
          <a:bodyPr>
            <a:norm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42" name="文本占位符 11"/>
          <p:cNvSpPr>
            <a:spLocks noGrp="1"/>
          </p:cNvSpPr>
          <p:nvPr>
            <p:ph type="body" sz="quarter" idx="38" hasCustomPrompt="1"/>
          </p:nvPr>
        </p:nvSpPr>
        <p:spPr>
          <a:xfrm>
            <a:off x="3382125" y="5327590"/>
            <a:ext cx="2712258" cy="400110"/>
          </a:xfrm>
          <a:prstGeom prst="rect">
            <a:avLst/>
          </a:prstGeom>
        </p:spPr>
        <p:txBody>
          <a:bodyPr wrap="square">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2</a:t>
            </a:r>
            <a:endParaRPr lang="zh-CN" altLang="en-US" dirty="0"/>
          </a:p>
        </p:txBody>
      </p:sp>
      <p:sp>
        <p:nvSpPr>
          <p:cNvPr id="43" name="文本占位符 11"/>
          <p:cNvSpPr>
            <a:spLocks noGrp="1"/>
          </p:cNvSpPr>
          <p:nvPr>
            <p:ph type="body" sz="quarter" idx="39" hasCustomPrompt="1"/>
          </p:nvPr>
        </p:nvSpPr>
        <p:spPr>
          <a:xfrm>
            <a:off x="6103772" y="5732616"/>
            <a:ext cx="2712258" cy="401484"/>
          </a:xfrm>
          <a:prstGeom prst="rect">
            <a:avLst/>
          </a:prstGeom>
        </p:spPr>
        <p:txBody>
          <a:bodyPr>
            <a:norm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44" name="文本占位符 11"/>
          <p:cNvSpPr>
            <a:spLocks noGrp="1"/>
          </p:cNvSpPr>
          <p:nvPr>
            <p:ph type="body" sz="quarter" idx="40" hasCustomPrompt="1"/>
          </p:nvPr>
        </p:nvSpPr>
        <p:spPr>
          <a:xfrm>
            <a:off x="6103850" y="5327590"/>
            <a:ext cx="2712258" cy="400110"/>
          </a:xfrm>
          <a:prstGeom prst="rect">
            <a:avLst/>
          </a:prstGeom>
        </p:spPr>
        <p:txBody>
          <a:bodyPr wrap="square">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3</a:t>
            </a:r>
            <a:endParaRPr lang="zh-CN" altLang="en-US" dirty="0"/>
          </a:p>
        </p:txBody>
      </p:sp>
      <p:sp>
        <p:nvSpPr>
          <p:cNvPr id="45" name="文本占位符 11"/>
          <p:cNvSpPr>
            <a:spLocks noGrp="1"/>
          </p:cNvSpPr>
          <p:nvPr>
            <p:ph type="body" sz="quarter" idx="41" hasCustomPrompt="1"/>
          </p:nvPr>
        </p:nvSpPr>
        <p:spPr>
          <a:xfrm>
            <a:off x="8825497" y="5732616"/>
            <a:ext cx="2693323" cy="400110"/>
          </a:xfrm>
          <a:prstGeom prst="rect">
            <a:avLst/>
          </a:prstGeom>
        </p:spPr>
        <p:txBody>
          <a:bodyPr>
            <a:norm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46" name="文本占位符 11"/>
          <p:cNvSpPr>
            <a:spLocks noGrp="1"/>
          </p:cNvSpPr>
          <p:nvPr>
            <p:ph type="body" sz="quarter" idx="42" hasCustomPrompt="1"/>
          </p:nvPr>
        </p:nvSpPr>
        <p:spPr>
          <a:xfrm>
            <a:off x="8825575" y="5327590"/>
            <a:ext cx="2693323" cy="400110"/>
          </a:xfrm>
          <a:prstGeom prst="rect">
            <a:avLst/>
          </a:prstGeom>
        </p:spPr>
        <p:txBody>
          <a:bodyPr wrap="square">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4</a:t>
            </a:r>
            <a:endParaRPr lang="zh-CN" altLang="en-US" dirty="0"/>
          </a:p>
        </p:txBody>
      </p:sp>
      <p:sp>
        <p:nvSpPr>
          <p:cNvPr id="55" name="图片占位符 54"/>
          <p:cNvSpPr>
            <a:spLocks noGrp="1"/>
          </p:cNvSpPr>
          <p:nvPr>
            <p:ph type="pic" sz="quarter" idx="43"/>
          </p:nvPr>
        </p:nvSpPr>
        <p:spPr>
          <a:xfrm>
            <a:off x="3382047" y="3062205"/>
            <a:ext cx="2702712" cy="2106578"/>
          </a:xfrm>
          <a:custGeom>
            <a:avLst/>
            <a:gdLst>
              <a:gd name="connsiteX0" fmla="*/ 0 w 2712258"/>
              <a:gd name="connsiteY0" fmla="*/ 0 h 2106578"/>
              <a:gd name="connsiteX1" fmla="*/ 2712258 w 2712258"/>
              <a:gd name="connsiteY1" fmla="*/ 0 h 2106578"/>
              <a:gd name="connsiteX2" fmla="*/ 2712258 w 2712258"/>
              <a:gd name="connsiteY2" fmla="*/ 2106578 h 2106578"/>
              <a:gd name="connsiteX3" fmla="*/ 0 w 2712258"/>
              <a:gd name="connsiteY3" fmla="*/ 2106578 h 2106578"/>
            </a:gdLst>
            <a:ahLst/>
            <a:cxnLst>
              <a:cxn ang="0">
                <a:pos x="connsiteX0" y="connsiteY0"/>
              </a:cxn>
              <a:cxn ang="0">
                <a:pos x="connsiteX1" y="connsiteY1"/>
              </a:cxn>
              <a:cxn ang="0">
                <a:pos x="connsiteX2" y="connsiteY2"/>
              </a:cxn>
              <a:cxn ang="0">
                <a:pos x="connsiteX3" y="connsiteY3"/>
              </a:cxn>
            </a:cxnLst>
            <a:rect l="l" t="t" r="r" b="b"/>
            <a:pathLst>
              <a:path w="2712258" h="2106578">
                <a:moveTo>
                  <a:pt x="0" y="0"/>
                </a:moveTo>
                <a:lnTo>
                  <a:pt x="2712258" y="0"/>
                </a:lnTo>
                <a:lnTo>
                  <a:pt x="2712258" y="2106578"/>
                </a:lnTo>
                <a:lnTo>
                  <a:pt x="0" y="2106578"/>
                </a:lnTo>
                <a:close/>
              </a:path>
            </a:pathLst>
          </a:custGeom>
        </p:spPr>
        <p:txBody>
          <a:bodyPr wrap="square">
            <a:noAutofit/>
          </a:bodyPr>
          <a:lstStyle/>
          <a:p>
            <a:endParaRPr lang="zh-CN" altLang="en-US"/>
          </a:p>
        </p:txBody>
      </p:sp>
      <p:sp>
        <p:nvSpPr>
          <p:cNvPr id="56" name="图片占位符 55"/>
          <p:cNvSpPr>
            <a:spLocks noGrp="1"/>
          </p:cNvSpPr>
          <p:nvPr>
            <p:ph type="pic" sz="quarter" idx="44"/>
          </p:nvPr>
        </p:nvSpPr>
        <p:spPr>
          <a:xfrm>
            <a:off x="6094226" y="3062205"/>
            <a:ext cx="2702712" cy="2106578"/>
          </a:xfrm>
          <a:custGeom>
            <a:avLst/>
            <a:gdLst>
              <a:gd name="connsiteX0" fmla="*/ 0 w 2712258"/>
              <a:gd name="connsiteY0" fmla="*/ 0 h 2106578"/>
              <a:gd name="connsiteX1" fmla="*/ 2712258 w 2712258"/>
              <a:gd name="connsiteY1" fmla="*/ 0 h 2106578"/>
              <a:gd name="connsiteX2" fmla="*/ 2712258 w 2712258"/>
              <a:gd name="connsiteY2" fmla="*/ 2106578 h 2106578"/>
              <a:gd name="connsiteX3" fmla="*/ 0 w 2712258"/>
              <a:gd name="connsiteY3" fmla="*/ 2106578 h 2106578"/>
            </a:gdLst>
            <a:ahLst/>
            <a:cxnLst>
              <a:cxn ang="0">
                <a:pos x="connsiteX0" y="connsiteY0"/>
              </a:cxn>
              <a:cxn ang="0">
                <a:pos x="connsiteX1" y="connsiteY1"/>
              </a:cxn>
              <a:cxn ang="0">
                <a:pos x="connsiteX2" y="connsiteY2"/>
              </a:cxn>
              <a:cxn ang="0">
                <a:pos x="connsiteX3" y="connsiteY3"/>
              </a:cxn>
            </a:cxnLst>
            <a:rect l="l" t="t" r="r" b="b"/>
            <a:pathLst>
              <a:path w="2712258" h="2106578">
                <a:moveTo>
                  <a:pt x="0" y="0"/>
                </a:moveTo>
                <a:lnTo>
                  <a:pt x="2712258" y="0"/>
                </a:lnTo>
                <a:lnTo>
                  <a:pt x="2712258" y="2106578"/>
                </a:lnTo>
                <a:lnTo>
                  <a:pt x="0" y="2106578"/>
                </a:lnTo>
                <a:close/>
              </a:path>
            </a:pathLst>
          </a:custGeom>
        </p:spPr>
        <p:txBody>
          <a:bodyPr wrap="square">
            <a:noAutofit/>
          </a:bodyPr>
          <a:lstStyle/>
          <a:p>
            <a:endParaRPr lang="zh-CN" altLang="en-US"/>
          </a:p>
        </p:txBody>
      </p:sp>
      <p:sp>
        <p:nvSpPr>
          <p:cNvPr id="57" name="图片占位符 56"/>
          <p:cNvSpPr>
            <a:spLocks noGrp="1"/>
          </p:cNvSpPr>
          <p:nvPr>
            <p:ph type="pic" sz="quarter" idx="45"/>
          </p:nvPr>
        </p:nvSpPr>
        <p:spPr>
          <a:xfrm>
            <a:off x="8806405" y="3062205"/>
            <a:ext cx="2702712" cy="2106578"/>
          </a:xfrm>
          <a:custGeom>
            <a:avLst/>
            <a:gdLst>
              <a:gd name="connsiteX0" fmla="*/ 0 w 2712258"/>
              <a:gd name="connsiteY0" fmla="*/ 0 h 2106578"/>
              <a:gd name="connsiteX1" fmla="*/ 2712258 w 2712258"/>
              <a:gd name="connsiteY1" fmla="*/ 0 h 2106578"/>
              <a:gd name="connsiteX2" fmla="*/ 2712258 w 2712258"/>
              <a:gd name="connsiteY2" fmla="*/ 2106578 h 2106578"/>
              <a:gd name="connsiteX3" fmla="*/ 0 w 2712258"/>
              <a:gd name="connsiteY3" fmla="*/ 2106578 h 2106578"/>
            </a:gdLst>
            <a:ahLst/>
            <a:cxnLst>
              <a:cxn ang="0">
                <a:pos x="connsiteX0" y="connsiteY0"/>
              </a:cxn>
              <a:cxn ang="0">
                <a:pos x="connsiteX1" y="connsiteY1"/>
              </a:cxn>
              <a:cxn ang="0">
                <a:pos x="connsiteX2" y="connsiteY2"/>
              </a:cxn>
              <a:cxn ang="0">
                <a:pos x="connsiteX3" y="connsiteY3"/>
              </a:cxn>
            </a:cxnLst>
            <a:rect l="l" t="t" r="r" b="b"/>
            <a:pathLst>
              <a:path w="2712258" h="2106578">
                <a:moveTo>
                  <a:pt x="0" y="0"/>
                </a:moveTo>
                <a:lnTo>
                  <a:pt x="2712258" y="0"/>
                </a:lnTo>
                <a:lnTo>
                  <a:pt x="2712258" y="2106578"/>
                </a:lnTo>
                <a:lnTo>
                  <a:pt x="0" y="2106578"/>
                </a:lnTo>
                <a:close/>
              </a:path>
            </a:pathLst>
          </a:custGeom>
        </p:spPr>
        <p:txBody>
          <a:bodyPr wrap="square">
            <a:noAutofit/>
          </a:bodyPr>
          <a:lstStyle/>
          <a:p>
            <a:endParaRPr lang="zh-CN" altLang="en-US"/>
          </a:p>
        </p:txBody>
      </p:sp>
      <p:cxnSp>
        <p:nvCxnSpPr>
          <p:cNvPr id="27" name="直接连接符 26"/>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8" name="图片 2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仅标题（主副标题）">
    <p:spTree>
      <p:nvGrpSpPr>
        <p:cNvPr id="1" name=""/>
        <p:cNvGrpSpPr/>
        <p:nvPr/>
      </p:nvGrpSpPr>
      <p:grpSpPr>
        <a:xfrm>
          <a:off x="0" y="0"/>
          <a:ext cx="0" cy="0"/>
          <a:chOff x="0" y="0"/>
          <a:chExt cx="0" cy="0"/>
        </a:xfrm>
      </p:grpSpPr>
      <p:pic>
        <p:nvPicPr>
          <p:cNvPr id="13" name="图片 12"/>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68"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69" name="文本占位符 67"/>
          <p:cNvSpPr>
            <a:spLocks noGrp="1"/>
          </p:cNvSpPr>
          <p:nvPr>
            <p:ph type="body" sz="quarter" idx="12" hasCustomPrompt="1"/>
          </p:nvPr>
        </p:nvSpPr>
        <p:spPr>
          <a:xfrm>
            <a:off x="3950574" y="1119503"/>
            <a:ext cx="4290852" cy="585866"/>
          </a:xfrm>
          <a:prstGeom prst="rect">
            <a:avLst/>
          </a:prstGeom>
        </p:spPr>
        <p:txBody>
          <a:bodyPr lIns="90000" bIns="46800">
            <a:spAutoFit/>
          </a:bodyPr>
          <a:lstStyle>
            <a:lvl1pPr marL="0" indent="0" algn="ctr">
              <a:lnSpc>
                <a:spcPct val="100000"/>
              </a:lnSpc>
              <a:buNone/>
              <a:defRPr sz="3200" b="1">
                <a:solidFill>
                  <a:schemeClr val="accent1"/>
                </a:solidFill>
                <a:latin typeface="+mj-ea"/>
                <a:ea typeface="+mj-ea"/>
              </a:defRPr>
            </a:lvl1pPr>
          </a:lstStyle>
          <a:p>
            <a:pPr lvl="0"/>
            <a:r>
              <a:rPr lang="zh-CN" altLang="en-US" dirty="0"/>
              <a:t>请输入你的主标题</a:t>
            </a:r>
            <a:endParaRPr lang="zh-CN" altLang="en-US" dirty="0"/>
          </a:p>
        </p:txBody>
      </p:sp>
      <p:sp>
        <p:nvSpPr>
          <p:cNvPr id="72" name="文本占位符 67"/>
          <p:cNvSpPr>
            <a:spLocks noGrp="1"/>
          </p:cNvSpPr>
          <p:nvPr>
            <p:ph type="body" sz="quarter" idx="13" hasCustomPrompt="1"/>
          </p:nvPr>
        </p:nvSpPr>
        <p:spPr>
          <a:xfrm>
            <a:off x="3950574" y="1740158"/>
            <a:ext cx="4290852" cy="462755"/>
          </a:xfrm>
          <a:prstGeom prst="rect">
            <a:avLst/>
          </a:prstGeom>
        </p:spPr>
        <p:txBody>
          <a:bodyPr lIns="90000" bIns="46800">
            <a:spAutoFit/>
          </a:bodyPr>
          <a:lstStyle>
            <a:lvl1pPr marL="0" indent="0" algn="ctr">
              <a:lnSpc>
                <a:spcPct val="100000"/>
              </a:lnSpc>
              <a:buNone/>
              <a:defRPr sz="2400" b="1">
                <a:solidFill>
                  <a:schemeClr val="accent1"/>
                </a:solidFill>
                <a:latin typeface="+mj-ea"/>
                <a:ea typeface="+mj-ea"/>
              </a:defRPr>
            </a:lvl1pPr>
          </a:lstStyle>
          <a:p>
            <a:pPr lvl="0"/>
            <a:r>
              <a:rPr lang="zh-CN" altLang="en-US" dirty="0"/>
              <a:t>请输入你的副标题</a:t>
            </a:r>
            <a:endParaRPr lang="zh-CN" altLang="en-US" dirty="0"/>
          </a:p>
        </p:txBody>
      </p:sp>
      <p:sp>
        <p:nvSpPr>
          <p:cNvPr id="3" name="日期占位符 2"/>
          <p:cNvSpPr>
            <a:spLocks noGrp="1"/>
          </p:cNvSpPr>
          <p:nvPr>
            <p:ph type="dt" sz="half" idx="14"/>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5" name="灯片编号占位符 4"/>
          <p:cNvSpPr>
            <a:spLocks noGrp="1"/>
          </p:cNvSpPr>
          <p:nvPr>
            <p:ph type="sldNum" sz="quarter" idx="16"/>
          </p:nvPr>
        </p:nvSpPr>
        <p:spPr/>
        <p:txBody>
          <a:bodyPr/>
          <a:lstStyle/>
          <a:p>
            <a:fld id="{C79ECAFE-A460-4E13-ABCB-32CAE6136244}" type="slidenum">
              <a:rPr lang="zh-CN" altLang="en-US" smtClean="0"/>
            </a:fld>
            <a:endParaRPr lang="zh-CN" altLang="en-US" dirty="0"/>
          </a:p>
        </p:txBody>
      </p:sp>
      <p:grpSp>
        <p:nvGrpSpPr>
          <p:cNvPr id="18" name="组合 17"/>
          <p:cNvGrpSpPr/>
          <p:nvPr userDrawn="1"/>
        </p:nvGrpSpPr>
        <p:grpSpPr>
          <a:xfrm>
            <a:off x="660400" y="344681"/>
            <a:ext cx="384771" cy="384771"/>
            <a:chOff x="669869" y="597306"/>
            <a:chExt cx="409972" cy="409973"/>
          </a:xfrm>
        </p:grpSpPr>
        <p:sp>
          <p:nvSpPr>
            <p:cNvPr id="19"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0"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2"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cxnSp>
        <p:nvCxnSpPr>
          <p:cNvPr id="14" name="直接连接符 13"/>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5" name="图片 1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仅标题（无主副标题）">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grpSp>
        <p:nvGrpSpPr>
          <p:cNvPr id="16" name="组合 15"/>
          <p:cNvGrpSpPr/>
          <p:nvPr userDrawn="1"/>
        </p:nvGrpSpPr>
        <p:grpSpPr>
          <a:xfrm>
            <a:off x="660400" y="344681"/>
            <a:ext cx="384771" cy="384771"/>
            <a:chOff x="669869" y="597306"/>
            <a:chExt cx="409972" cy="409973"/>
          </a:xfrm>
        </p:grpSpPr>
        <p:sp>
          <p:nvSpPr>
            <p:cNvPr id="17"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8"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6"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4" name="日期占位符 3"/>
          <p:cNvSpPr>
            <a:spLocks noGrp="1"/>
          </p:cNvSpPr>
          <p:nvPr>
            <p:ph type="dt" sz="half" idx="1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7" name="灯片编号占位符 6"/>
          <p:cNvSpPr>
            <a:spLocks noGrp="1"/>
          </p:cNvSpPr>
          <p:nvPr>
            <p:ph type="sldNum" sz="quarter" idx="14"/>
          </p:nvPr>
        </p:nvSpPr>
        <p:spPr/>
        <p:txBody>
          <a:bodyPr/>
          <a:lstStyle/>
          <a:p>
            <a:fld id="{C79ECAFE-A460-4E13-ABCB-32CAE6136244}" type="slidenum">
              <a:rPr lang="zh-CN" altLang="en-US" smtClean="0"/>
            </a:fld>
            <a:endParaRPr lang="zh-CN" altLang="en-US" dirty="0"/>
          </a:p>
        </p:txBody>
      </p:sp>
      <p:cxnSp>
        <p:nvCxnSpPr>
          <p:cNvPr id="12" name="直接连接符 11"/>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3" name="图片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标题和内容（图文-1）">
    <p:spTree>
      <p:nvGrpSpPr>
        <p:cNvPr id="1" name=""/>
        <p:cNvGrpSpPr/>
        <p:nvPr/>
      </p:nvGrpSpPr>
      <p:grpSpPr>
        <a:xfrm>
          <a:off x="0" y="0"/>
          <a:ext cx="0" cy="0"/>
          <a:chOff x="0" y="0"/>
          <a:chExt cx="0" cy="0"/>
        </a:xfrm>
      </p:grpSpPr>
      <p:pic>
        <p:nvPicPr>
          <p:cNvPr id="28" name="图片 27"/>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61" name="椭圆 60"/>
          <p:cNvSpPr/>
          <p:nvPr userDrawn="1"/>
        </p:nvSpPr>
        <p:spPr>
          <a:xfrm>
            <a:off x="5194921" y="1699260"/>
            <a:ext cx="1789458" cy="1813130"/>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62" name="椭圆 61"/>
          <p:cNvSpPr/>
          <p:nvPr userDrawn="1"/>
        </p:nvSpPr>
        <p:spPr>
          <a:xfrm>
            <a:off x="8999857" y="1699260"/>
            <a:ext cx="1789458" cy="1813130"/>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0" name="椭圆 29"/>
          <p:cNvSpPr/>
          <p:nvPr userDrawn="1"/>
        </p:nvSpPr>
        <p:spPr>
          <a:xfrm>
            <a:off x="1389985" y="1699260"/>
            <a:ext cx="1789458" cy="1813130"/>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54" name="图片占位符 53"/>
          <p:cNvSpPr>
            <a:spLocks noGrp="1"/>
          </p:cNvSpPr>
          <p:nvPr>
            <p:ph type="pic" sz="quarter" idx="12"/>
          </p:nvPr>
        </p:nvSpPr>
        <p:spPr>
          <a:xfrm>
            <a:off x="1437869" y="1747777"/>
            <a:ext cx="1693690" cy="1716096"/>
          </a:xfrm>
          <a:custGeom>
            <a:avLst/>
            <a:gdLst>
              <a:gd name="connsiteX0" fmla="*/ 846845 w 1693690"/>
              <a:gd name="connsiteY0" fmla="*/ 0 h 1716096"/>
              <a:gd name="connsiteX1" fmla="*/ 1693690 w 1693690"/>
              <a:gd name="connsiteY1" fmla="*/ 858048 h 1716096"/>
              <a:gd name="connsiteX2" fmla="*/ 846845 w 1693690"/>
              <a:gd name="connsiteY2" fmla="*/ 1716096 h 1716096"/>
              <a:gd name="connsiteX3" fmla="*/ 0 w 1693690"/>
              <a:gd name="connsiteY3" fmla="*/ 858048 h 1716096"/>
              <a:gd name="connsiteX4" fmla="*/ 846845 w 1693690"/>
              <a:gd name="connsiteY4" fmla="*/ 0 h 1716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690" h="1716096">
                <a:moveTo>
                  <a:pt x="846845" y="0"/>
                </a:moveTo>
                <a:cubicBezTo>
                  <a:pt x="1314545" y="0"/>
                  <a:pt x="1693690" y="384161"/>
                  <a:pt x="1693690" y="858048"/>
                </a:cubicBezTo>
                <a:cubicBezTo>
                  <a:pt x="1693690" y="1331935"/>
                  <a:pt x="1314545" y="1716096"/>
                  <a:pt x="846845" y="1716096"/>
                </a:cubicBezTo>
                <a:cubicBezTo>
                  <a:pt x="379145" y="1716096"/>
                  <a:pt x="0" y="1331935"/>
                  <a:pt x="0" y="858048"/>
                </a:cubicBezTo>
                <a:cubicBezTo>
                  <a:pt x="0" y="384161"/>
                  <a:pt x="379145" y="0"/>
                  <a:pt x="846845" y="0"/>
                </a:cubicBezTo>
                <a:close/>
              </a:path>
            </a:pathLst>
          </a:custGeom>
        </p:spPr>
        <p:txBody>
          <a:bodyPr wrap="square">
            <a:noAutofit/>
          </a:bodyPr>
          <a:lstStyle>
            <a:lvl1pPr algn="ctr">
              <a:defRPr/>
            </a:lvl1pPr>
          </a:lstStyle>
          <a:p>
            <a:endParaRPr lang="zh-CN" altLang="en-US" dirty="0"/>
          </a:p>
        </p:txBody>
      </p:sp>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29" name="矩形 28"/>
          <p:cNvSpPr/>
          <p:nvPr userDrawn="1"/>
        </p:nvSpPr>
        <p:spPr>
          <a:xfrm>
            <a:off x="660400" y="2730417"/>
            <a:ext cx="3248628" cy="3403683"/>
          </a:xfrm>
          <a:prstGeom prst="rect">
            <a:avLst/>
          </a:prstGeom>
          <a:no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2" name="矩形 31"/>
          <p:cNvSpPr/>
          <p:nvPr userDrawn="1"/>
        </p:nvSpPr>
        <p:spPr>
          <a:xfrm>
            <a:off x="8270272" y="2730417"/>
            <a:ext cx="3248628" cy="3403683"/>
          </a:xfrm>
          <a:prstGeom prst="rect">
            <a:avLst/>
          </a:prstGeom>
          <a:no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41" name="矩形 40"/>
          <p:cNvSpPr/>
          <p:nvPr userDrawn="1"/>
        </p:nvSpPr>
        <p:spPr>
          <a:xfrm>
            <a:off x="4465336" y="2730417"/>
            <a:ext cx="3248628" cy="3403683"/>
          </a:xfrm>
          <a:prstGeom prst="rect">
            <a:avLst/>
          </a:prstGeom>
          <a:no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59" name="图片占位符 58"/>
          <p:cNvSpPr>
            <a:spLocks noGrp="1"/>
          </p:cNvSpPr>
          <p:nvPr>
            <p:ph type="pic" sz="quarter" idx="13"/>
          </p:nvPr>
        </p:nvSpPr>
        <p:spPr>
          <a:xfrm>
            <a:off x="5242805" y="1747777"/>
            <a:ext cx="1693690" cy="1716096"/>
          </a:xfrm>
          <a:custGeom>
            <a:avLst/>
            <a:gdLst>
              <a:gd name="connsiteX0" fmla="*/ 846845 w 1693690"/>
              <a:gd name="connsiteY0" fmla="*/ 0 h 1716096"/>
              <a:gd name="connsiteX1" fmla="*/ 1693690 w 1693690"/>
              <a:gd name="connsiteY1" fmla="*/ 858048 h 1716096"/>
              <a:gd name="connsiteX2" fmla="*/ 846845 w 1693690"/>
              <a:gd name="connsiteY2" fmla="*/ 1716096 h 1716096"/>
              <a:gd name="connsiteX3" fmla="*/ 0 w 1693690"/>
              <a:gd name="connsiteY3" fmla="*/ 858048 h 1716096"/>
              <a:gd name="connsiteX4" fmla="*/ 846845 w 1693690"/>
              <a:gd name="connsiteY4" fmla="*/ 0 h 1716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690" h="1716096">
                <a:moveTo>
                  <a:pt x="846845" y="0"/>
                </a:moveTo>
                <a:cubicBezTo>
                  <a:pt x="1314545" y="0"/>
                  <a:pt x="1693690" y="384161"/>
                  <a:pt x="1693690" y="858048"/>
                </a:cubicBezTo>
                <a:cubicBezTo>
                  <a:pt x="1693690" y="1331935"/>
                  <a:pt x="1314545" y="1716096"/>
                  <a:pt x="846845" y="1716096"/>
                </a:cubicBezTo>
                <a:cubicBezTo>
                  <a:pt x="379145" y="1716096"/>
                  <a:pt x="0" y="1331935"/>
                  <a:pt x="0" y="858048"/>
                </a:cubicBezTo>
                <a:cubicBezTo>
                  <a:pt x="0" y="384161"/>
                  <a:pt x="379145" y="0"/>
                  <a:pt x="846845" y="0"/>
                </a:cubicBezTo>
                <a:close/>
              </a:path>
            </a:pathLst>
          </a:custGeom>
        </p:spPr>
        <p:txBody>
          <a:bodyPr wrap="square">
            <a:noAutofit/>
          </a:bodyPr>
          <a:lstStyle>
            <a:lvl1pPr algn="ctr">
              <a:defRPr/>
            </a:lvl1pPr>
          </a:lstStyle>
          <a:p>
            <a:endParaRPr lang="zh-CN" altLang="en-US" dirty="0"/>
          </a:p>
        </p:txBody>
      </p:sp>
      <p:sp>
        <p:nvSpPr>
          <p:cNvPr id="60" name="图片占位符 59"/>
          <p:cNvSpPr>
            <a:spLocks noGrp="1"/>
          </p:cNvSpPr>
          <p:nvPr>
            <p:ph type="pic" sz="quarter" idx="14"/>
          </p:nvPr>
        </p:nvSpPr>
        <p:spPr>
          <a:xfrm>
            <a:off x="9047741" y="1747777"/>
            <a:ext cx="1693690" cy="1716096"/>
          </a:xfrm>
          <a:custGeom>
            <a:avLst/>
            <a:gdLst>
              <a:gd name="connsiteX0" fmla="*/ 846845 w 1693690"/>
              <a:gd name="connsiteY0" fmla="*/ 0 h 1716096"/>
              <a:gd name="connsiteX1" fmla="*/ 1693690 w 1693690"/>
              <a:gd name="connsiteY1" fmla="*/ 858048 h 1716096"/>
              <a:gd name="connsiteX2" fmla="*/ 846845 w 1693690"/>
              <a:gd name="connsiteY2" fmla="*/ 1716096 h 1716096"/>
              <a:gd name="connsiteX3" fmla="*/ 0 w 1693690"/>
              <a:gd name="connsiteY3" fmla="*/ 858048 h 1716096"/>
              <a:gd name="connsiteX4" fmla="*/ 846845 w 1693690"/>
              <a:gd name="connsiteY4" fmla="*/ 0 h 1716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690" h="1716096">
                <a:moveTo>
                  <a:pt x="846845" y="0"/>
                </a:moveTo>
                <a:cubicBezTo>
                  <a:pt x="1314545" y="0"/>
                  <a:pt x="1693690" y="384161"/>
                  <a:pt x="1693690" y="858048"/>
                </a:cubicBezTo>
                <a:cubicBezTo>
                  <a:pt x="1693690" y="1331935"/>
                  <a:pt x="1314545" y="1716096"/>
                  <a:pt x="846845" y="1716096"/>
                </a:cubicBezTo>
                <a:cubicBezTo>
                  <a:pt x="379145" y="1716096"/>
                  <a:pt x="0" y="1331935"/>
                  <a:pt x="0" y="858048"/>
                </a:cubicBezTo>
                <a:cubicBezTo>
                  <a:pt x="0" y="384161"/>
                  <a:pt x="379145" y="0"/>
                  <a:pt x="846845" y="0"/>
                </a:cubicBezTo>
                <a:close/>
              </a:path>
            </a:pathLst>
          </a:custGeom>
        </p:spPr>
        <p:txBody>
          <a:bodyPr wrap="square">
            <a:noAutofit/>
          </a:bodyPr>
          <a:lstStyle>
            <a:lvl1pPr algn="ctr">
              <a:defRPr/>
            </a:lvl1pPr>
          </a:lstStyle>
          <a:p>
            <a:endParaRPr lang="zh-CN" altLang="en-US"/>
          </a:p>
        </p:txBody>
      </p:sp>
      <p:sp>
        <p:nvSpPr>
          <p:cNvPr id="63" name="文本占位符 8"/>
          <p:cNvSpPr>
            <a:spLocks noGrp="1"/>
          </p:cNvSpPr>
          <p:nvPr>
            <p:ph type="body" sz="quarter" idx="15" hasCustomPrompt="1"/>
          </p:nvPr>
        </p:nvSpPr>
        <p:spPr>
          <a:xfrm>
            <a:off x="943753" y="3648867"/>
            <a:ext cx="2681922" cy="394002"/>
          </a:xfrm>
          <a:prstGeom prst="rect">
            <a:avLst/>
          </a:prstGeom>
        </p:spPr>
        <p:txBody>
          <a:bodyPr>
            <a:no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66" name="文本占位符 11"/>
          <p:cNvSpPr>
            <a:spLocks noGrp="1"/>
          </p:cNvSpPr>
          <p:nvPr>
            <p:ph type="body" sz="quarter" idx="16" hasCustomPrompt="1"/>
          </p:nvPr>
        </p:nvSpPr>
        <p:spPr>
          <a:xfrm>
            <a:off x="822334" y="4325324"/>
            <a:ext cx="2924760" cy="1477328"/>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67" name="文本占位符 8"/>
          <p:cNvSpPr>
            <a:spLocks noGrp="1"/>
          </p:cNvSpPr>
          <p:nvPr>
            <p:ph type="body" sz="quarter" idx="17" hasCustomPrompt="1"/>
          </p:nvPr>
        </p:nvSpPr>
        <p:spPr>
          <a:xfrm>
            <a:off x="4748689" y="3648867"/>
            <a:ext cx="2681922" cy="394002"/>
          </a:xfrm>
          <a:prstGeom prst="rect">
            <a:avLst/>
          </a:prstGeom>
        </p:spPr>
        <p:txBody>
          <a:bodyPr>
            <a:no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68" name="文本占位符 11"/>
          <p:cNvSpPr>
            <a:spLocks noGrp="1"/>
          </p:cNvSpPr>
          <p:nvPr>
            <p:ph type="body" sz="quarter" idx="18" hasCustomPrompt="1"/>
          </p:nvPr>
        </p:nvSpPr>
        <p:spPr>
          <a:xfrm>
            <a:off x="4627270" y="4325324"/>
            <a:ext cx="2924760" cy="1477328"/>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69" name="文本占位符 8"/>
          <p:cNvSpPr>
            <a:spLocks noGrp="1"/>
          </p:cNvSpPr>
          <p:nvPr>
            <p:ph type="body" sz="quarter" idx="19" hasCustomPrompt="1"/>
          </p:nvPr>
        </p:nvSpPr>
        <p:spPr>
          <a:xfrm>
            <a:off x="8553625" y="3648867"/>
            <a:ext cx="2681922" cy="394002"/>
          </a:xfrm>
          <a:prstGeom prst="rect">
            <a:avLst/>
          </a:prstGeom>
        </p:spPr>
        <p:txBody>
          <a:bodyPr>
            <a:no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70" name="文本占位符 11"/>
          <p:cNvSpPr>
            <a:spLocks noGrp="1"/>
          </p:cNvSpPr>
          <p:nvPr>
            <p:ph type="body" sz="quarter" idx="20" hasCustomPrompt="1"/>
          </p:nvPr>
        </p:nvSpPr>
        <p:spPr>
          <a:xfrm>
            <a:off x="8432206" y="4325324"/>
            <a:ext cx="2924760" cy="1477328"/>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3" name="日期占位符 2"/>
          <p:cNvSpPr>
            <a:spLocks noGrp="1"/>
          </p:cNvSpPr>
          <p:nvPr>
            <p:ph type="dt" sz="half" idx="21"/>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5" name="灯片编号占位符 4"/>
          <p:cNvSpPr>
            <a:spLocks noGrp="1"/>
          </p:cNvSpPr>
          <p:nvPr>
            <p:ph type="sldNum" sz="quarter" idx="23"/>
          </p:nvPr>
        </p:nvSpPr>
        <p:spPr/>
        <p:txBody>
          <a:bodyPr/>
          <a:lstStyle/>
          <a:p>
            <a:fld id="{C79ECAFE-A460-4E13-ABCB-32CAE6136244}" type="slidenum">
              <a:rPr lang="zh-CN" altLang="en-US" smtClean="0"/>
            </a:fld>
            <a:endParaRPr lang="zh-CN" altLang="en-US" dirty="0"/>
          </a:p>
        </p:txBody>
      </p:sp>
      <p:grpSp>
        <p:nvGrpSpPr>
          <p:cNvPr id="35" name="组合 34"/>
          <p:cNvGrpSpPr/>
          <p:nvPr userDrawn="1"/>
        </p:nvGrpSpPr>
        <p:grpSpPr>
          <a:xfrm>
            <a:off x="660400" y="344681"/>
            <a:ext cx="384771" cy="384771"/>
            <a:chOff x="669869" y="597306"/>
            <a:chExt cx="409972" cy="409973"/>
          </a:xfrm>
        </p:grpSpPr>
        <p:sp>
          <p:nvSpPr>
            <p:cNvPr id="36"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7"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8"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cxnSp>
        <p:nvCxnSpPr>
          <p:cNvPr id="27" name="直接连接符 26"/>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1" name="图片 3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标题和内容（图文-2）">
    <p:spTree>
      <p:nvGrpSpPr>
        <p:cNvPr id="1" name=""/>
        <p:cNvGrpSpPr/>
        <p:nvPr/>
      </p:nvGrpSpPr>
      <p:grpSpPr>
        <a:xfrm>
          <a:off x="0" y="0"/>
          <a:ext cx="0" cy="0"/>
          <a:chOff x="0" y="0"/>
          <a:chExt cx="0" cy="0"/>
        </a:xfrm>
      </p:grpSpPr>
      <p:pic>
        <p:nvPicPr>
          <p:cNvPr id="29" name="图片 2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cxnSp>
        <p:nvCxnSpPr>
          <p:cNvPr id="28" name="直接连接符 27"/>
          <p:cNvCxnSpPr/>
          <p:nvPr userDrawn="1"/>
        </p:nvCxnSpPr>
        <p:spPr>
          <a:xfrm>
            <a:off x="669228" y="3632200"/>
            <a:ext cx="10858500" cy="0"/>
          </a:xfrm>
          <a:prstGeom prst="line">
            <a:avLst/>
          </a:prstGeom>
          <a:ln w="25400" cap="flat">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5" name="矩形 34"/>
          <p:cNvSpPr/>
          <p:nvPr userDrawn="1"/>
        </p:nvSpPr>
        <p:spPr>
          <a:xfrm>
            <a:off x="669228" y="1496583"/>
            <a:ext cx="2124544" cy="1785738"/>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39"/>
          <p:cNvSpPr/>
          <p:nvPr userDrawn="1"/>
        </p:nvSpPr>
        <p:spPr>
          <a:xfrm>
            <a:off x="9394356" y="3984612"/>
            <a:ext cx="2124544" cy="1785738"/>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图片占位符 42"/>
          <p:cNvSpPr>
            <a:spLocks noGrp="1"/>
          </p:cNvSpPr>
          <p:nvPr>
            <p:ph type="pic" sz="quarter" idx="12"/>
          </p:nvPr>
        </p:nvSpPr>
        <p:spPr>
          <a:xfrm>
            <a:off x="726750" y="1536731"/>
            <a:ext cx="2009500" cy="1689041"/>
          </a:xfrm>
          <a:custGeom>
            <a:avLst/>
            <a:gdLst>
              <a:gd name="connsiteX0" fmla="*/ 0 w 2009500"/>
              <a:gd name="connsiteY0" fmla="*/ 0 h 1689041"/>
              <a:gd name="connsiteX1" fmla="*/ 2009500 w 2009500"/>
              <a:gd name="connsiteY1" fmla="*/ 0 h 1689041"/>
              <a:gd name="connsiteX2" fmla="*/ 2009500 w 2009500"/>
              <a:gd name="connsiteY2" fmla="*/ 1689041 h 1689041"/>
              <a:gd name="connsiteX3" fmla="*/ 0 w 2009500"/>
              <a:gd name="connsiteY3" fmla="*/ 1689041 h 1689041"/>
            </a:gdLst>
            <a:ahLst/>
            <a:cxnLst>
              <a:cxn ang="0">
                <a:pos x="connsiteX0" y="connsiteY0"/>
              </a:cxn>
              <a:cxn ang="0">
                <a:pos x="connsiteX1" y="connsiteY1"/>
              </a:cxn>
              <a:cxn ang="0">
                <a:pos x="connsiteX2" y="connsiteY2"/>
              </a:cxn>
              <a:cxn ang="0">
                <a:pos x="connsiteX3" y="connsiteY3"/>
              </a:cxn>
            </a:cxnLst>
            <a:rect l="l" t="t" r="r" b="b"/>
            <a:pathLst>
              <a:path w="2009500" h="1689041">
                <a:moveTo>
                  <a:pt x="0" y="0"/>
                </a:moveTo>
                <a:lnTo>
                  <a:pt x="2009500" y="0"/>
                </a:lnTo>
                <a:lnTo>
                  <a:pt x="2009500" y="1689041"/>
                </a:lnTo>
                <a:lnTo>
                  <a:pt x="0" y="1689041"/>
                </a:lnTo>
                <a:close/>
              </a:path>
            </a:pathLst>
          </a:custGeom>
        </p:spPr>
        <p:txBody>
          <a:bodyPr wrap="square">
            <a:noAutofit/>
          </a:bodyPr>
          <a:lstStyle/>
          <a:p>
            <a:endParaRPr lang="zh-CN" altLang="en-US" dirty="0"/>
          </a:p>
        </p:txBody>
      </p:sp>
      <p:sp>
        <p:nvSpPr>
          <p:cNvPr id="44" name="图片占位符 43"/>
          <p:cNvSpPr>
            <a:spLocks noGrp="1"/>
          </p:cNvSpPr>
          <p:nvPr>
            <p:ph type="pic" sz="quarter" idx="13"/>
          </p:nvPr>
        </p:nvSpPr>
        <p:spPr>
          <a:xfrm>
            <a:off x="9451878" y="4032961"/>
            <a:ext cx="2009500" cy="1689041"/>
          </a:xfrm>
          <a:custGeom>
            <a:avLst/>
            <a:gdLst>
              <a:gd name="connsiteX0" fmla="*/ 0 w 2009500"/>
              <a:gd name="connsiteY0" fmla="*/ 0 h 1689041"/>
              <a:gd name="connsiteX1" fmla="*/ 2009500 w 2009500"/>
              <a:gd name="connsiteY1" fmla="*/ 0 h 1689041"/>
              <a:gd name="connsiteX2" fmla="*/ 2009500 w 2009500"/>
              <a:gd name="connsiteY2" fmla="*/ 1689041 h 1689041"/>
              <a:gd name="connsiteX3" fmla="*/ 0 w 2009500"/>
              <a:gd name="connsiteY3" fmla="*/ 1689041 h 1689041"/>
            </a:gdLst>
            <a:ahLst/>
            <a:cxnLst>
              <a:cxn ang="0">
                <a:pos x="connsiteX0" y="connsiteY0"/>
              </a:cxn>
              <a:cxn ang="0">
                <a:pos x="connsiteX1" y="connsiteY1"/>
              </a:cxn>
              <a:cxn ang="0">
                <a:pos x="connsiteX2" y="connsiteY2"/>
              </a:cxn>
              <a:cxn ang="0">
                <a:pos x="connsiteX3" y="connsiteY3"/>
              </a:cxn>
            </a:cxnLst>
            <a:rect l="l" t="t" r="r" b="b"/>
            <a:pathLst>
              <a:path w="2009500" h="1689041">
                <a:moveTo>
                  <a:pt x="0" y="0"/>
                </a:moveTo>
                <a:lnTo>
                  <a:pt x="2009500" y="0"/>
                </a:lnTo>
                <a:lnTo>
                  <a:pt x="2009500" y="1689041"/>
                </a:lnTo>
                <a:lnTo>
                  <a:pt x="0" y="1689041"/>
                </a:lnTo>
                <a:close/>
              </a:path>
            </a:pathLst>
          </a:custGeom>
        </p:spPr>
        <p:txBody>
          <a:bodyPr wrap="square">
            <a:noAutofit/>
          </a:bodyPr>
          <a:lstStyle/>
          <a:p>
            <a:endParaRPr lang="zh-CN" altLang="en-US" dirty="0"/>
          </a:p>
        </p:txBody>
      </p:sp>
      <p:sp>
        <p:nvSpPr>
          <p:cNvPr id="5" name="文本占位符 4"/>
          <p:cNvSpPr>
            <a:spLocks noGrp="1"/>
          </p:cNvSpPr>
          <p:nvPr>
            <p:ph type="body" sz="quarter" idx="14" hasCustomPrompt="1"/>
          </p:nvPr>
        </p:nvSpPr>
        <p:spPr>
          <a:xfrm>
            <a:off x="3246271" y="1535879"/>
            <a:ext cx="2793341" cy="461962"/>
          </a:xfrm>
          <a:prstGeom prst="rect">
            <a:avLst/>
          </a:prstGeom>
        </p:spPr>
        <p:txBody>
          <a:bodyPr lIns="0">
            <a:normAutofit/>
          </a:bodyPr>
          <a:lstStyle>
            <a:lvl1pPr marL="0" indent="0">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45" name="文本占位符 4"/>
          <p:cNvSpPr>
            <a:spLocks noGrp="1"/>
          </p:cNvSpPr>
          <p:nvPr>
            <p:ph type="body" sz="quarter" idx="15" hasCustomPrompt="1"/>
          </p:nvPr>
        </p:nvSpPr>
        <p:spPr>
          <a:xfrm>
            <a:off x="6148516" y="4025048"/>
            <a:ext cx="2793341" cy="461962"/>
          </a:xfrm>
          <a:prstGeom prst="rect">
            <a:avLst/>
          </a:prstGeom>
        </p:spPr>
        <p:txBody>
          <a:bodyPr lIns="90000" rIns="0">
            <a:normAutofit/>
          </a:bodyPr>
          <a:lstStyle>
            <a:lvl1pPr marL="0" indent="0" algn="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46" name="文本占位符 11"/>
          <p:cNvSpPr>
            <a:spLocks noGrp="1"/>
          </p:cNvSpPr>
          <p:nvPr>
            <p:ph type="body" sz="quarter" idx="18" hasCustomPrompt="1"/>
          </p:nvPr>
        </p:nvSpPr>
        <p:spPr>
          <a:xfrm>
            <a:off x="3246271" y="2153813"/>
            <a:ext cx="8272629" cy="646331"/>
          </a:xfrm>
          <a:prstGeom prst="rect">
            <a:avLst/>
          </a:prstGeom>
        </p:spPr>
        <p:txBody>
          <a:bodyPr lIns="0">
            <a:noAutofit/>
          </a:bodyPr>
          <a:lstStyle>
            <a:lvl1pPr marL="0" indent="0" algn="l">
              <a:lnSpc>
                <a:spcPct val="130000"/>
              </a:lnSpc>
              <a:buNone/>
              <a:defRPr sz="1800"/>
            </a:lvl1pPr>
          </a:lstStyle>
          <a:p>
            <a:pPr lvl="0"/>
            <a:r>
              <a:rPr lang="zh-CN" altLang="en-US" dirty="0"/>
              <a:t>请输入你的内容</a:t>
            </a:r>
            <a:endParaRPr lang="zh-CN" altLang="en-US" dirty="0"/>
          </a:p>
        </p:txBody>
      </p:sp>
      <p:sp>
        <p:nvSpPr>
          <p:cNvPr id="47" name="文本占位符 11"/>
          <p:cNvSpPr>
            <a:spLocks noGrp="1"/>
          </p:cNvSpPr>
          <p:nvPr>
            <p:ph type="body" sz="quarter" idx="19" hasCustomPrompt="1"/>
          </p:nvPr>
        </p:nvSpPr>
        <p:spPr>
          <a:xfrm>
            <a:off x="669228" y="4619089"/>
            <a:ext cx="8272629" cy="646331"/>
          </a:xfrm>
          <a:prstGeom prst="rect">
            <a:avLst/>
          </a:prstGeom>
        </p:spPr>
        <p:txBody>
          <a:bodyPr lIns="90000" rIns="0">
            <a:noAutofit/>
          </a:bodyPr>
          <a:lstStyle>
            <a:lvl1pPr marL="0" indent="0" algn="r">
              <a:lnSpc>
                <a:spcPct val="130000"/>
              </a:lnSpc>
              <a:buNone/>
              <a:defRPr sz="1800"/>
            </a:lvl1pPr>
          </a:lstStyle>
          <a:p>
            <a:pPr lvl="0"/>
            <a:r>
              <a:rPr lang="zh-CN" altLang="en-US" dirty="0"/>
              <a:t>请输入你的内容</a:t>
            </a:r>
            <a:endParaRPr lang="zh-CN" altLang="en-US" dirty="0"/>
          </a:p>
        </p:txBody>
      </p:sp>
      <p:sp>
        <p:nvSpPr>
          <p:cNvPr id="3" name="日期占位符 2"/>
          <p:cNvSpPr>
            <a:spLocks noGrp="1"/>
          </p:cNvSpPr>
          <p:nvPr>
            <p:ph type="dt" sz="half" idx="20"/>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6" name="灯片编号占位符 5"/>
          <p:cNvSpPr>
            <a:spLocks noGrp="1"/>
          </p:cNvSpPr>
          <p:nvPr>
            <p:ph type="sldNum" sz="quarter" idx="22"/>
          </p:nvPr>
        </p:nvSpPr>
        <p:spPr/>
        <p:txBody>
          <a:bodyPr/>
          <a:lstStyle/>
          <a:p>
            <a:fld id="{C79ECAFE-A460-4E13-ABCB-32CAE6136244}" type="slidenum">
              <a:rPr lang="zh-CN" altLang="en-US" smtClean="0"/>
            </a:fld>
            <a:endParaRPr lang="zh-CN" altLang="en-US" dirty="0"/>
          </a:p>
        </p:txBody>
      </p:sp>
      <p:grpSp>
        <p:nvGrpSpPr>
          <p:cNvPr id="32" name="组合 31"/>
          <p:cNvGrpSpPr/>
          <p:nvPr userDrawn="1"/>
        </p:nvGrpSpPr>
        <p:grpSpPr>
          <a:xfrm>
            <a:off x="660400" y="344681"/>
            <a:ext cx="384771" cy="384771"/>
            <a:chOff x="669869" y="597306"/>
            <a:chExt cx="409972" cy="409973"/>
          </a:xfrm>
        </p:grpSpPr>
        <p:sp>
          <p:nvSpPr>
            <p:cNvPr id="33"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4"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6"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cxnSp>
        <p:nvCxnSpPr>
          <p:cNvPr id="21" name="直接连接符 20"/>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标题和内容（图文-3）">
    <p:spTree>
      <p:nvGrpSpPr>
        <p:cNvPr id="1" name=""/>
        <p:cNvGrpSpPr/>
        <p:nvPr/>
      </p:nvGrpSpPr>
      <p:grpSpPr>
        <a:xfrm>
          <a:off x="0" y="0"/>
          <a:ext cx="0" cy="0"/>
          <a:chOff x="0" y="0"/>
          <a:chExt cx="0" cy="0"/>
        </a:xfrm>
      </p:grpSpPr>
      <p:pic>
        <p:nvPicPr>
          <p:cNvPr id="29" name="图片 2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14" name="图片占位符 13"/>
          <p:cNvSpPr>
            <a:spLocks noGrp="1"/>
          </p:cNvSpPr>
          <p:nvPr>
            <p:ph type="pic" sz="quarter" idx="12"/>
          </p:nvPr>
        </p:nvSpPr>
        <p:spPr>
          <a:xfrm>
            <a:off x="660402" y="2447962"/>
            <a:ext cx="4420885" cy="3686138"/>
          </a:xfrm>
          <a:custGeom>
            <a:avLst/>
            <a:gdLst>
              <a:gd name="connsiteX0" fmla="*/ 0 w 4420885"/>
              <a:gd name="connsiteY0" fmla="*/ 0 h 3686138"/>
              <a:gd name="connsiteX1" fmla="*/ 4420885 w 4420885"/>
              <a:gd name="connsiteY1" fmla="*/ 0 h 3686138"/>
              <a:gd name="connsiteX2" fmla="*/ 4420885 w 4420885"/>
              <a:gd name="connsiteY2" fmla="*/ 3686138 h 3686138"/>
              <a:gd name="connsiteX3" fmla="*/ 0 w 4420885"/>
              <a:gd name="connsiteY3" fmla="*/ 3686138 h 3686138"/>
            </a:gdLst>
            <a:ahLst/>
            <a:cxnLst>
              <a:cxn ang="0">
                <a:pos x="connsiteX0" y="connsiteY0"/>
              </a:cxn>
              <a:cxn ang="0">
                <a:pos x="connsiteX1" y="connsiteY1"/>
              </a:cxn>
              <a:cxn ang="0">
                <a:pos x="connsiteX2" y="connsiteY2"/>
              </a:cxn>
              <a:cxn ang="0">
                <a:pos x="connsiteX3" y="connsiteY3"/>
              </a:cxn>
            </a:cxnLst>
            <a:rect l="l" t="t" r="r" b="b"/>
            <a:pathLst>
              <a:path w="4420885" h="3686138">
                <a:moveTo>
                  <a:pt x="0" y="0"/>
                </a:moveTo>
                <a:lnTo>
                  <a:pt x="4420885" y="0"/>
                </a:lnTo>
                <a:lnTo>
                  <a:pt x="4420885" y="3686138"/>
                </a:lnTo>
                <a:lnTo>
                  <a:pt x="0" y="3686138"/>
                </a:lnTo>
                <a:close/>
              </a:path>
            </a:pathLst>
          </a:custGeom>
        </p:spPr>
        <p:txBody>
          <a:bodyPr wrap="square">
            <a:noAutofit/>
          </a:bodyPr>
          <a:lstStyle/>
          <a:p>
            <a:endParaRPr lang="zh-CN" altLang="en-US"/>
          </a:p>
        </p:txBody>
      </p:sp>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6" name="任意多边形: 形状 15"/>
          <p:cNvSpPr/>
          <p:nvPr userDrawn="1"/>
        </p:nvSpPr>
        <p:spPr>
          <a:xfrm>
            <a:off x="5162118" y="2447964"/>
            <a:ext cx="3154730" cy="1802652"/>
          </a:xfrm>
          <a:custGeom>
            <a:avLst/>
            <a:gdLst>
              <a:gd name="connsiteX0" fmla="*/ 0 w 3154730"/>
              <a:gd name="connsiteY0" fmla="*/ 0 h 1829349"/>
              <a:gd name="connsiteX1" fmla="*/ 3154730 w 3154730"/>
              <a:gd name="connsiteY1" fmla="*/ 0 h 1829349"/>
              <a:gd name="connsiteX2" fmla="*/ 3154730 w 3154730"/>
              <a:gd name="connsiteY2" fmla="*/ 1829349 h 1829349"/>
              <a:gd name="connsiteX3" fmla="*/ 0 w 3154730"/>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0" h="1829349">
                <a:moveTo>
                  <a:pt x="0" y="0"/>
                </a:moveTo>
                <a:lnTo>
                  <a:pt x="3154730" y="0"/>
                </a:lnTo>
                <a:lnTo>
                  <a:pt x="3154730"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任意多边形: 形状 16"/>
          <p:cNvSpPr/>
          <p:nvPr userDrawn="1"/>
        </p:nvSpPr>
        <p:spPr>
          <a:xfrm>
            <a:off x="8397680" y="2447964"/>
            <a:ext cx="3154731" cy="1802652"/>
          </a:xfrm>
          <a:custGeom>
            <a:avLst/>
            <a:gdLst>
              <a:gd name="connsiteX0" fmla="*/ 0 w 3154731"/>
              <a:gd name="connsiteY0" fmla="*/ 0 h 1829349"/>
              <a:gd name="connsiteX1" fmla="*/ 3154731 w 3154731"/>
              <a:gd name="connsiteY1" fmla="*/ 0 h 1829349"/>
              <a:gd name="connsiteX2" fmla="*/ 3154731 w 3154731"/>
              <a:gd name="connsiteY2" fmla="*/ 1829349 h 1829349"/>
              <a:gd name="connsiteX3" fmla="*/ 0 w 3154731"/>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1" h="1829349">
                <a:moveTo>
                  <a:pt x="0" y="0"/>
                </a:moveTo>
                <a:lnTo>
                  <a:pt x="3154731" y="0"/>
                </a:lnTo>
                <a:lnTo>
                  <a:pt x="3154731"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任意多边形: 形状 17"/>
          <p:cNvSpPr/>
          <p:nvPr userDrawn="1"/>
        </p:nvSpPr>
        <p:spPr>
          <a:xfrm>
            <a:off x="5162118" y="4331447"/>
            <a:ext cx="3154730" cy="1802654"/>
          </a:xfrm>
          <a:custGeom>
            <a:avLst/>
            <a:gdLst>
              <a:gd name="connsiteX0" fmla="*/ 0 w 3154730"/>
              <a:gd name="connsiteY0" fmla="*/ 0 h 1829349"/>
              <a:gd name="connsiteX1" fmla="*/ 3154730 w 3154730"/>
              <a:gd name="connsiteY1" fmla="*/ 0 h 1829349"/>
              <a:gd name="connsiteX2" fmla="*/ 3154730 w 3154730"/>
              <a:gd name="connsiteY2" fmla="*/ 1829349 h 1829349"/>
              <a:gd name="connsiteX3" fmla="*/ 0 w 3154730"/>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0" h="1829349">
                <a:moveTo>
                  <a:pt x="0" y="0"/>
                </a:moveTo>
                <a:lnTo>
                  <a:pt x="3154730" y="0"/>
                </a:lnTo>
                <a:lnTo>
                  <a:pt x="3154730"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a:p>
        </p:txBody>
      </p:sp>
      <p:sp>
        <p:nvSpPr>
          <p:cNvPr id="28" name="任意多边形: 形状 27"/>
          <p:cNvSpPr/>
          <p:nvPr userDrawn="1"/>
        </p:nvSpPr>
        <p:spPr>
          <a:xfrm>
            <a:off x="8397680" y="4331447"/>
            <a:ext cx="3154731" cy="1802654"/>
          </a:xfrm>
          <a:custGeom>
            <a:avLst/>
            <a:gdLst>
              <a:gd name="connsiteX0" fmla="*/ 0 w 3154731"/>
              <a:gd name="connsiteY0" fmla="*/ 0 h 1829349"/>
              <a:gd name="connsiteX1" fmla="*/ 3154731 w 3154731"/>
              <a:gd name="connsiteY1" fmla="*/ 0 h 1829349"/>
              <a:gd name="connsiteX2" fmla="*/ 3154731 w 3154731"/>
              <a:gd name="connsiteY2" fmla="*/ 1829349 h 1829349"/>
              <a:gd name="connsiteX3" fmla="*/ 0 w 3154731"/>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1" h="1829349">
                <a:moveTo>
                  <a:pt x="0" y="0"/>
                </a:moveTo>
                <a:lnTo>
                  <a:pt x="3154731" y="0"/>
                </a:lnTo>
                <a:lnTo>
                  <a:pt x="3154731"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占位符 8"/>
          <p:cNvSpPr>
            <a:spLocks noGrp="1"/>
          </p:cNvSpPr>
          <p:nvPr>
            <p:ph type="body" sz="quarter" idx="13" hasCustomPrompt="1"/>
          </p:nvPr>
        </p:nvSpPr>
        <p:spPr>
          <a:xfrm>
            <a:off x="5398522" y="2612248"/>
            <a:ext cx="2681922" cy="461665"/>
          </a:xfrm>
          <a:prstGeom prst="rect">
            <a:avLst/>
          </a:prstGeom>
        </p:spPr>
        <p:txBody>
          <a:bodyPr>
            <a:sp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12" name="文本占位符 11"/>
          <p:cNvSpPr>
            <a:spLocks noGrp="1"/>
          </p:cNvSpPr>
          <p:nvPr>
            <p:ph type="body" sz="quarter" idx="14" hasCustomPrompt="1"/>
          </p:nvPr>
        </p:nvSpPr>
        <p:spPr>
          <a:xfrm>
            <a:off x="5277103" y="3336053"/>
            <a:ext cx="2924760" cy="739277"/>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46" name="文本占位符 8"/>
          <p:cNvSpPr>
            <a:spLocks noGrp="1"/>
          </p:cNvSpPr>
          <p:nvPr>
            <p:ph type="body" sz="quarter" idx="15" hasCustomPrompt="1"/>
          </p:nvPr>
        </p:nvSpPr>
        <p:spPr>
          <a:xfrm>
            <a:off x="8634084" y="2612248"/>
            <a:ext cx="2681922" cy="461665"/>
          </a:xfrm>
          <a:prstGeom prst="rect">
            <a:avLst/>
          </a:prstGeom>
        </p:spPr>
        <p:txBody>
          <a:bodyPr wrap="square">
            <a:sp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47" name="文本占位符 11"/>
          <p:cNvSpPr>
            <a:spLocks noGrp="1"/>
          </p:cNvSpPr>
          <p:nvPr>
            <p:ph type="body" sz="quarter" idx="16" hasCustomPrompt="1"/>
          </p:nvPr>
        </p:nvSpPr>
        <p:spPr>
          <a:xfrm>
            <a:off x="8512665" y="3336053"/>
            <a:ext cx="2924760" cy="739277"/>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48" name="文本占位符 8"/>
          <p:cNvSpPr>
            <a:spLocks noGrp="1"/>
          </p:cNvSpPr>
          <p:nvPr>
            <p:ph type="body" sz="quarter" idx="17" hasCustomPrompt="1"/>
          </p:nvPr>
        </p:nvSpPr>
        <p:spPr>
          <a:xfrm>
            <a:off x="8634084" y="4499120"/>
            <a:ext cx="2681922" cy="461665"/>
          </a:xfrm>
          <a:prstGeom prst="rect">
            <a:avLst/>
          </a:prstGeom>
        </p:spPr>
        <p:txBody>
          <a:bodyPr>
            <a:sp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49" name="文本占位符 11"/>
          <p:cNvSpPr>
            <a:spLocks noGrp="1"/>
          </p:cNvSpPr>
          <p:nvPr>
            <p:ph type="body" sz="quarter" idx="18" hasCustomPrompt="1"/>
          </p:nvPr>
        </p:nvSpPr>
        <p:spPr>
          <a:xfrm>
            <a:off x="8512665" y="5222925"/>
            <a:ext cx="2924760" cy="739277"/>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50" name="文本占位符 8"/>
          <p:cNvSpPr>
            <a:spLocks noGrp="1"/>
          </p:cNvSpPr>
          <p:nvPr>
            <p:ph type="body" sz="quarter" idx="19" hasCustomPrompt="1"/>
          </p:nvPr>
        </p:nvSpPr>
        <p:spPr>
          <a:xfrm>
            <a:off x="5398522" y="4499120"/>
            <a:ext cx="2681922" cy="461665"/>
          </a:xfrm>
          <a:prstGeom prst="rect">
            <a:avLst/>
          </a:prstGeom>
        </p:spPr>
        <p:txBody>
          <a:bodyPr>
            <a:sp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51" name="文本占位符 11"/>
          <p:cNvSpPr>
            <a:spLocks noGrp="1"/>
          </p:cNvSpPr>
          <p:nvPr>
            <p:ph type="body" sz="quarter" idx="20" hasCustomPrompt="1"/>
          </p:nvPr>
        </p:nvSpPr>
        <p:spPr>
          <a:xfrm>
            <a:off x="5277103" y="5222925"/>
            <a:ext cx="2924760" cy="739277"/>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52" name="文本占位符 11"/>
          <p:cNvSpPr>
            <a:spLocks noGrp="1"/>
          </p:cNvSpPr>
          <p:nvPr>
            <p:ph type="body" sz="quarter" idx="21" hasCustomPrompt="1"/>
          </p:nvPr>
        </p:nvSpPr>
        <p:spPr>
          <a:xfrm>
            <a:off x="660400" y="1337587"/>
            <a:ext cx="10858500" cy="735563"/>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grpSp>
        <p:nvGrpSpPr>
          <p:cNvPr id="32" name="组合 31"/>
          <p:cNvGrpSpPr/>
          <p:nvPr userDrawn="1"/>
        </p:nvGrpSpPr>
        <p:grpSpPr>
          <a:xfrm>
            <a:off x="660400" y="344681"/>
            <a:ext cx="384771" cy="384771"/>
            <a:chOff x="669869" y="597306"/>
            <a:chExt cx="409972" cy="409973"/>
          </a:xfrm>
        </p:grpSpPr>
        <p:sp>
          <p:nvSpPr>
            <p:cNvPr id="33"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4"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5"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4" name="日期占位符 3"/>
          <p:cNvSpPr>
            <a:spLocks noGrp="1"/>
          </p:cNvSpPr>
          <p:nvPr>
            <p:ph type="dt" sz="half" idx="2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7" name="灯片编号占位符 6"/>
          <p:cNvSpPr>
            <a:spLocks noGrp="1"/>
          </p:cNvSpPr>
          <p:nvPr>
            <p:ph type="sldNum" sz="quarter" idx="24"/>
          </p:nvPr>
        </p:nvSpPr>
        <p:spPr/>
        <p:txBody>
          <a:bodyPr/>
          <a:lstStyle/>
          <a:p>
            <a:fld id="{C79ECAFE-A460-4E13-ABCB-32CAE6136244}" type="slidenum">
              <a:rPr lang="zh-CN" altLang="en-US" smtClean="0"/>
            </a:fld>
            <a:endParaRPr lang="zh-CN" altLang="en-US" dirty="0"/>
          </a:p>
        </p:txBody>
      </p:sp>
      <p:cxnSp>
        <p:nvCxnSpPr>
          <p:cNvPr id="26" name="直接连接符 25"/>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7" name="图片 2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标题和内容（图文-4）">
    <p:spTree>
      <p:nvGrpSpPr>
        <p:cNvPr id="1" name=""/>
        <p:cNvGrpSpPr/>
        <p:nvPr/>
      </p:nvGrpSpPr>
      <p:grpSpPr>
        <a:xfrm>
          <a:off x="0" y="0"/>
          <a:ext cx="0" cy="0"/>
          <a:chOff x="0" y="0"/>
          <a:chExt cx="0" cy="0"/>
        </a:xfrm>
      </p:grpSpPr>
      <p:pic>
        <p:nvPicPr>
          <p:cNvPr id="29" name="图片 2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14" name="图片占位符 13"/>
          <p:cNvSpPr>
            <a:spLocks noGrp="1"/>
          </p:cNvSpPr>
          <p:nvPr>
            <p:ph type="pic" sz="quarter" idx="12"/>
          </p:nvPr>
        </p:nvSpPr>
        <p:spPr>
          <a:xfrm>
            <a:off x="660402" y="1585023"/>
            <a:ext cx="5984238" cy="4554593"/>
          </a:xfrm>
          <a:custGeom>
            <a:avLst/>
            <a:gdLst>
              <a:gd name="connsiteX0" fmla="*/ 0 w 4420885"/>
              <a:gd name="connsiteY0" fmla="*/ 0 h 3686138"/>
              <a:gd name="connsiteX1" fmla="*/ 4420885 w 4420885"/>
              <a:gd name="connsiteY1" fmla="*/ 0 h 3686138"/>
              <a:gd name="connsiteX2" fmla="*/ 4420885 w 4420885"/>
              <a:gd name="connsiteY2" fmla="*/ 3686138 h 3686138"/>
              <a:gd name="connsiteX3" fmla="*/ 0 w 4420885"/>
              <a:gd name="connsiteY3" fmla="*/ 3686138 h 3686138"/>
            </a:gdLst>
            <a:ahLst/>
            <a:cxnLst>
              <a:cxn ang="0">
                <a:pos x="connsiteX0" y="connsiteY0"/>
              </a:cxn>
              <a:cxn ang="0">
                <a:pos x="connsiteX1" y="connsiteY1"/>
              </a:cxn>
              <a:cxn ang="0">
                <a:pos x="connsiteX2" y="connsiteY2"/>
              </a:cxn>
              <a:cxn ang="0">
                <a:pos x="connsiteX3" y="connsiteY3"/>
              </a:cxn>
            </a:cxnLst>
            <a:rect l="l" t="t" r="r" b="b"/>
            <a:pathLst>
              <a:path w="4420885" h="3686138">
                <a:moveTo>
                  <a:pt x="0" y="0"/>
                </a:moveTo>
                <a:lnTo>
                  <a:pt x="4420885" y="0"/>
                </a:lnTo>
                <a:lnTo>
                  <a:pt x="4420885" y="3686138"/>
                </a:lnTo>
                <a:lnTo>
                  <a:pt x="0" y="3686138"/>
                </a:lnTo>
                <a:close/>
              </a:path>
            </a:pathLst>
          </a:custGeom>
        </p:spPr>
        <p:txBody>
          <a:bodyPr wrap="square">
            <a:noAutofit/>
          </a:bodyPr>
          <a:lstStyle/>
          <a:p>
            <a:endParaRPr lang="zh-CN" altLang="en-US" dirty="0"/>
          </a:p>
        </p:txBody>
      </p:sp>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6" name="任意多边形: 形状 15"/>
          <p:cNvSpPr/>
          <p:nvPr userDrawn="1"/>
        </p:nvSpPr>
        <p:spPr>
          <a:xfrm>
            <a:off x="6644640" y="1585023"/>
            <a:ext cx="4874260" cy="4554589"/>
          </a:xfrm>
          <a:custGeom>
            <a:avLst/>
            <a:gdLst>
              <a:gd name="connsiteX0" fmla="*/ 0 w 3154730"/>
              <a:gd name="connsiteY0" fmla="*/ 0 h 1829349"/>
              <a:gd name="connsiteX1" fmla="*/ 3154730 w 3154730"/>
              <a:gd name="connsiteY1" fmla="*/ 0 h 1829349"/>
              <a:gd name="connsiteX2" fmla="*/ 3154730 w 3154730"/>
              <a:gd name="connsiteY2" fmla="*/ 1829349 h 1829349"/>
              <a:gd name="connsiteX3" fmla="*/ 0 w 3154730"/>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0" h="1829349">
                <a:moveTo>
                  <a:pt x="0" y="0"/>
                </a:moveTo>
                <a:lnTo>
                  <a:pt x="3154730" y="0"/>
                </a:lnTo>
                <a:lnTo>
                  <a:pt x="3154730"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占位符 8"/>
          <p:cNvSpPr>
            <a:spLocks noGrp="1"/>
          </p:cNvSpPr>
          <p:nvPr>
            <p:ph type="body" sz="quarter" idx="13" hasCustomPrompt="1"/>
          </p:nvPr>
        </p:nvSpPr>
        <p:spPr>
          <a:xfrm>
            <a:off x="7031469" y="1815023"/>
            <a:ext cx="2969058" cy="461665"/>
          </a:xfrm>
          <a:prstGeom prst="rect">
            <a:avLst/>
          </a:prstGeom>
        </p:spPr>
        <p:txBody>
          <a:bodyPr wrap="square" lIns="0">
            <a:spAutoFit/>
          </a:bodyPr>
          <a:lstStyle>
            <a:lvl1pPr marL="0" indent="0" algn="l">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12" name="文本占位符 11"/>
          <p:cNvSpPr>
            <a:spLocks noGrp="1"/>
          </p:cNvSpPr>
          <p:nvPr>
            <p:ph type="body" sz="quarter" idx="14" hasCustomPrompt="1"/>
          </p:nvPr>
        </p:nvSpPr>
        <p:spPr>
          <a:xfrm>
            <a:off x="7454095" y="2864776"/>
            <a:ext cx="3773347" cy="859337"/>
          </a:xfrm>
          <a:prstGeom prst="rect">
            <a:avLst/>
          </a:prstGeom>
        </p:spPr>
        <p:txBody>
          <a:bodyPr lIns="0" tIns="0" rIns="90000" bIns="46800">
            <a:normAutofit/>
          </a:bodyPr>
          <a:lstStyle>
            <a:lvl1pPr marL="0" marR="0" indent="0" algn="l" defTabSz="914400" rtl="0" eaLnBrk="1" fontAlgn="auto" latinLnBrk="0" hangingPunct="1">
              <a:lnSpc>
                <a:spcPct val="130000"/>
              </a:lnSpc>
              <a:spcBef>
                <a:spcPts val="1000"/>
              </a:spcBef>
              <a:spcAft>
                <a:spcPts val="0"/>
              </a:spcAft>
              <a:buClrTx/>
              <a:buSzTx/>
              <a:buFont typeface="Arial" panose="020B0604020202020204" pitchFamily="34" charset="0"/>
              <a:buNone/>
              <a:defRPr sz="1800"/>
            </a:lvl1pPr>
          </a:lstStyle>
          <a:p>
            <a:pPr marL="0" marR="0" lvl="0" indent="0" algn="l" defTabSz="914400" rtl="0" eaLnBrk="1" fontAlgn="auto" latinLnBrk="0" hangingPunct="1">
              <a:lnSpc>
                <a:spcPct val="130000"/>
              </a:lnSpc>
              <a:spcBef>
                <a:spcPts val="1000"/>
              </a:spcBef>
              <a:spcAft>
                <a:spcPts val="0"/>
              </a:spcAft>
              <a:buClrTx/>
              <a:buSzTx/>
              <a:buFont typeface="Arial" panose="020B0604020202020204" pitchFamily="34" charset="0"/>
              <a:buNone/>
              <a:defRPr/>
            </a:pPr>
            <a:r>
              <a:rPr lang="zh-CN" altLang="en-US" dirty="0"/>
              <a:t>请输入你的内容</a:t>
            </a:r>
            <a:endParaRPr lang="zh-CN" altLang="en-US" dirty="0"/>
          </a:p>
        </p:txBody>
      </p:sp>
      <p:grpSp>
        <p:nvGrpSpPr>
          <p:cNvPr id="32" name="组合 31"/>
          <p:cNvGrpSpPr/>
          <p:nvPr userDrawn="1"/>
        </p:nvGrpSpPr>
        <p:grpSpPr>
          <a:xfrm>
            <a:off x="660400" y="344681"/>
            <a:ext cx="384771" cy="384771"/>
            <a:chOff x="669869" y="597306"/>
            <a:chExt cx="409972" cy="409973"/>
          </a:xfrm>
        </p:grpSpPr>
        <p:sp>
          <p:nvSpPr>
            <p:cNvPr id="33"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4"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5"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4" name="日期占位符 3"/>
          <p:cNvSpPr>
            <a:spLocks noGrp="1"/>
          </p:cNvSpPr>
          <p:nvPr>
            <p:ph type="dt" sz="half" idx="2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7" name="灯片编号占位符 6"/>
          <p:cNvSpPr>
            <a:spLocks noGrp="1"/>
          </p:cNvSpPr>
          <p:nvPr>
            <p:ph type="sldNum" sz="quarter" idx="24"/>
          </p:nvPr>
        </p:nvSpPr>
        <p:spPr/>
        <p:txBody>
          <a:bodyPr/>
          <a:lstStyle/>
          <a:p>
            <a:fld id="{C79ECAFE-A460-4E13-ABCB-32CAE6136244}" type="slidenum">
              <a:rPr lang="zh-CN" altLang="en-US" smtClean="0"/>
            </a:fld>
            <a:endParaRPr lang="zh-CN" altLang="en-US" dirty="0"/>
          </a:p>
        </p:txBody>
      </p:sp>
      <p:sp>
        <p:nvSpPr>
          <p:cNvPr id="2" name="矩形 1"/>
          <p:cNvSpPr/>
          <p:nvPr userDrawn="1"/>
        </p:nvSpPr>
        <p:spPr>
          <a:xfrm>
            <a:off x="7031469" y="2473505"/>
            <a:ext cx="864000" cy="96290"/>
          </a:xfrm>
          <a:prstGeom prst="rect">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文本占位符 11"/>
          <p:cNvSpPr>
            <a:spLocks noGrp="1"/>
          </p:cNvSpPr>
          <p:nvPr>
            <p:ph type="body" sz="quarter" idx="25" hasCustomPrompt="1"/>
          </p:nvPr>
        </p:nvSpPr>
        <p:spPr>
          <a:xfrm>
            <a:off x="7454095" y="3924346"/>
            <a:ext cx="3773347" cy="859337"/>
          </a:xfrm>
          <a:prstGeom prst="rect">
            <a:avLst/>
          </a:prstGeom>
        </p:spPr>
        <p:txBody>
          <a:bodyPr lIns="0" tIns="0">
            <a:normAutofit/>
          </a:bodyPr>
          <a:lstStyle>
            <a:lvl1pPr marL="0" indent="0" algn="l">
              <a:lnSpc>
                <a:spcPct val="130000"/>
              </a:lnSpc>
              <a:buNone/>
              <a:defRPr sz="1800"/>
            </a:lvl1pPr>
          </a:lstStyle>
          <a:p>
            <a:pPr lvl="0"/>
            <a:r>
              <a:rPr lang="zh-CN" altLang="en-US" dirty="0"/>
              <a:t>请输入你的内容</a:t>
            </a:r>
            <a:endParaRPr lang="zh-CN" altLang="en-US" dirty="0"/>
          </a:p>
        </p:txBody>
      </p:sp>
      <p:sp>
        <p:nvSpPr>
          <p:cNvPr id="36" name="文本占位符 11"/>
          <p:cNvSpPr>
            <a:spLocks noGrp="1"/>
          </p:cNvSpPr>
          <p:nvPr>
            <p:ph type="body" sz="quarter" idx="26" hasCustomPrompt="1"/>
          </p:nvPr>
        </p:nvSpPr>
        <p:spPr>
          <a:xfrm>
            <a:off x="7454095" y="4983916"/>
            <a:ext cx="3773347" cy="859337"/>
          </a:xfrm>
          <a:prstGeom prst="rect">
            <a:avLst/>
          </a:prstGeom>
        </p:spPr>
        <p:txBody>
          <a:bodyPr lIns="0" tIns="0">
            <a:normAutofit/>
          </a:bodyPr>
          <a:lstStyle>
            <a:lvl1pPr marL="0" indent="0" algn="l">
              <a:lnSpc>
                <a:spcPct val="130000"/>
              </a:lnSpc>
              <a:buNone/>
              <a:defRPr sz="1800"/>
            </a:lvl1pPr>
          </a:lstStyle>
          <a:p>
            <a:pPr lvl="0"/>
            <a:r>
              <a:rPr lang="zh-CN" altLang="en-US" dirty="0"/>
              <a:t>请输入你的内容</a:t>
            </a:r>
            <a:endParaRPr lang="zh-CN" altLang="en-US" dirty="0"/>
          </a:p>
        </p:txBody>
      </p:sp>
      <p:cxnSp>
        <p:nvCxnSpPr>
          <p:cNvPr id="21" name="直接连接符 20"/>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标题和内容（图文-5）">
    <p:spTree>
      <p:nvGrpSpPr>
        <p:cNvPr id="1" name=""/>
        <p:cNvGrpSpPr/>
        <p:nvPr/>
      </p:nvGrpSpPr>
      <p:grpSpPr>
        <a:xfrm>
          <a:off x="0" y="0"/>
          <a:ext cx="0" cy="0"/>
          <a:chOff x="0" y="0"/>
          <a:chExt cx="0" cy="0"/>
        </a:xfrm>
      </p:grpSpPr>
      <p:sp>
        <p:nvSpPr>
          <p:cNvPr id="63" name="图片占位符 62"/>
          <p:cNvSpPr>
            <a:spLocks noGrp="1"/>
          </p:cNvSpPr>
          <p:nvPr>
            <p:ph type="pic" sz="quarter" idx="27"/>
          </p:nvPr>
        </p:nvSpPr>
        <p:spPr>
          <a:xfrm>
            <a:off x="660404" y="1585023"/>
            <a:ext cx="2947901" cy="2243642"/>
          </a:xfrm>
          <a:custGeom>
            <a:avLst/>
            <a:gdLst>
              <a:gd name="connsiteX0" fmla="*/ 0 w 2947901"/>
              <a:gd name="connsiteY0" fmla="*/ 0 h 2243642"/>
              <a:gd name="connsiteX1" fmla="*/ 2947901 w 2947901"/>
              <a:gd name="connsiteY1" fmla="*/ 0 h 2243642"/>
              <a:gd name="connsiteX2" fmla="*/ 2947901 w 2947901"/>
              <a:gd name="connsiteY2" fmla="*/ 2243642 h 2243642"/>
              <a:gd name="connsiteX3" fmla="*/ 0 w 2947901"/>
              <a:gd name="connsiteY3" fmla="*/ 2243642 h 2243642"/>
            </a:gdLst>
            <a:ahLst/>
            <a:cxnLst>
              <a:cxn ang="0">
                <a:pos x="connsiteX0" y="connsiteY0"/>
              </a:cxn>
              <a:cxn ang="0">
                <a:pos x="connsiteX1" y="connsiteY1"/>
              </a:cxn>
              <a:cxn ang="0">
                <a:pos x="connsiteX2" y="connsiteY2"/>
              </a:cxn>
              <a:cxn ang="0">
                <a:pos x="connsiteX3" y="connsiteY3"/>
              </a:cxn>
            </a:cxnLst>
            <a:rect l="l" t="t" r="r" b="b"/>
            <a:pathLst>
              <a:path w="2947901" h="2243642">
                <a:moveTo>
                  <a:pt x="0" y="0"/>
                </a:moveTo>
                <a:lnTo>
                  <a:pt x="2947901" y="0"/>
                </a:lnTo>
                <a:lnTo>
                  <a:pt x="2947901" y="2243642"/>
                </a:lnTo>
                <a:lnTo>
                  <a:pt x="0" y="2243642"/>
                </a:lnTo>
                <a:close/>
              </a:path>
            </a:pathLst>
          </a:custGeom>
        </p:spPr>
        <p:txBody>
          <a:bodyPr wrap="square">
            <a:noAutofit/>
          </a:bodyPr>
          <a:lstStyle/>
          <a:p>
            <a:endParaRPr lang="zh-CN" altLang="en-US"/>
          </a:p>
        </p:txBody>
      </p:sp>
      <p:sp>
        <p:nvSpPr>
          <p:cNvPr id="64" name="图片占位符 63"/>
          <p:cNvSpPr>
            <a:spLocks noGrp="1"/>
          </p:cNvSpPr>
          <p:nvPr>
            <p:ph type="pic" sz="quarter" idx="28"/>
          </p:nvPr>
        </p:nvSpPr>
        <p:spPr>
          <a:xfrm>
            <a:off x="3696741" y="1585023"/>
            <a:ext cx="2947901" cy="2243642"/>
          </a:xfrm>
          <a:custGeom>
            <a:avLst/>
            <a:gdLst>
              <a:gd name="connsiteX0" fmla="*/ 0 w 2947901"/>
              <a:gd name="connsiteY0" fmla="*/ 0 h 2243642"/>
              <a:gd name="connsiteX1" fmla="*/ 2947901 w 2947901"/>
              <a:gd name="connsiteY1" fmla="*/ 0 h 2243642"/>
              <a:gd name="connsiteX2" fmla="*/ 2947901 w 2947901"/>
              <a:gd name="connsiteY2" fmla="*/ 2243642 h 2243642"/>
              <a:gd name="connsiteX3" fmla="*/ 0 w 2947901"/>
              <a:gd name="connsiteY3" fmla="*/ 2243642 h 2243642"/>
            </a:gdLst>
            <a:ahLst/>
            <a:cxnLst>
              <a:cxn ang="0">
                <a:pos x="connsiteX0" y="connsiteY0"/>
              </a:cxn>
              <a:cxn ang="0">
                <a:pos x="connsiteX1" y="connsiteY1"/>
              </a:cxn>
              <a:cxn ang="0">
                <a:pos x="connsiteX2" y="connsiteY2"/>
              </a:cxn>
              <a:cxn ang="0">
                <a:pos x="connsiteX3" y="connsiteY3"/>
              </a:cxn>
            </a:cxnLst>
            <a:rect l="l" t="t" r="r" b="b"/>
            <a:pathLst>
              <a:path w="2947901" h="2243642">
                <a:moveTo>
                  <a:pt x="0" y="0"/>
                </a:moveTo>
                <a:lnTo>
                  <a:pt x="2947901" y="0"/>
                </a:lnTo>
                <a:lnTo>
                  <a:pt x="2947901" y="2243642"/>
                </a:lnTo>
                <a:lnTo>
                  <a:pt x="0" y="2243642"/>
                </a:lnTo>
                <a:close/>
              </a:path>
            </a:pathLst>
          </a:custGeom>
        </p:spPr>
        <p:txBody>
          <a:bodyPr wrap="square">
            <a:noAutofit/>
          </a:bodyPr>
          <a:lstStyle/>
          <a:p>
            <a:endParaRPr lang="zh-CN" altLang="en-US"/>
          </a:p>
        </p:txBody>
      </p:sp>
      <p:sp>
        <p:nvSpPr>
          <p:cNvPr id="65" name="图片占位符 64"/>
          <p:cNvSpPr>
            <a:spLocks noGrp="1"/>
          </p:cNvSpPr>
          <p:nvPr>
            <p:ph type="pic" sz="quarter" idx="29"/>
          </p:nvPr>
        </p:nvSpPr>
        <p:spPr>
          <a:xfrm>
            <a:off x="660404" y="3895974"/>
            <a:ext cx="2947901" cy="2243642"/>
          </a:xfrm>
          <a:custGeom>
            <a:avLst/>
            <a:gdLst>
              <a:gd name="connsiteX0" fmla="*/ 0 w 2947901"/>
              <a:gd name="connsiteY0" fmla="*/ 0 h 2243642"/>
              <a:gd name="connsiteX1" fmla="*/ 2947901 w 2947901"/>
              <a:gd name="connsiteY1" fmla="*/ 0 h 2243642"/>
              <a:gd name="connsiteX2" fmla="*/ 2947901 w 2947901"/>
              <a:gd name="connsiteY2" fmla="*/ 2243642 h 2243642"/>
              <a:gd name="connsiteX3" fmla="*/ 0 w 2947901"/>
              <a:gd name="connsiteY3" fmla="*/ 2243642 h 2243642"/>
            </a:gdLst>
            <a:ahLst/>
            <a:cxnLst>
              <a:cxn ang="0">
                <a:pos x="connsiteX0" y="connsiteY0"/>
              </a:cxn>
              <a:cxn ang="0">
                <a:pos x="connsiteX1" y="connsiteY1"/>
              </a:cxn>
              <a:cxn ang="0">
                <a:pos x="connsiteX2" y="connsiteY2"/>
              </a:cxn>
              <a:cxn ang="0">
                <a:pos x="connsiteX3" y="connsiteY3"/>
              </a:cxn>
            </a:cxnLst>
            <a:rect l="l" t="t" r="r" b="b"/>
            <a:pathLst>
              <a:path w="2947901" h="2243642">
                <a:moveTo>
                  <a:pt x="0" y="0"/>
                </a:moveTo>
                <a:lnTo>
                  <a:pt x="2947901" y="0"/>
                </a:lnTo>
                <a:lnTo>
                  <a:pt x="2947901" y="2243642"/>
                </a:lnTo>
                <a:lnTo>
                  <a:pt x="0" y="2243642"/>
                </a:lnTo>
                <a:close/>
              </a:path>
            </a:pathLst>
          </a:custGeom>
        </p:spPr>
        <p:txBody>
          <a:bodyPr wrap="square">
            <a:noAutofit/>
          </a:bodyPr>
          <a:lstStyle/>
          <a:p>
            <a:endParaRPr lang="zh-CN" altLang="en-US"/>
          </a:p>
        </p:txBody>
      </p:sp>
      <p:sp>
        <p:nvSpPr>
          <p:cNvPr id="66" name="图片占位符 65"/>
          <p:cNvSpPr>
            <a:spLocks noGrp="1"/>
          </p:cNvSpPr>
          <p:nvPr>
            <p:ph type="pic" sz="quarter" idx="30"/>
          </p:nvPr>
        </p:nvSpPr>
        <p:spPr>
          <a:xfrm>
            <a:off x="3696741" y="3895974"/>
            <a:ext cx="2947899" cy="2243642"/>
          </a:xfrm>
          <a:custGeom>
            <a:avLst/>
            <a:gdLst>
              <a:gd name="connsiteX0" fmla="*/ 0 w 2947901"/>
              <a:gd name="connsiteY0" fmla="*/ 0 h 2243642"/>
              <a:gd name="connsiteX1" fmla="*/ 2947901 w 2947901"/>
              <a:gd name="connsiteY1" fmla="*/ 0 h 2243642"/>
              <a:gd name="connsiteX2" fmla="*/ 2947901 w 2947901"/>
              <a:gd name="connsiteY2" fmla="*/ 2243642 h 2243642"/>
              <a:gd name="connsiteX3" fmla="*/ 0 w 2947901"/>
              <a:gd name="connsiteY3" fmla="*/ 2243642 h 2243642"/>
            </a:gdLst>
            <a:ahLst/>
            <a:cxnLst>
              <a:cxn ang="0">
                <a:pos x="connsiteX0" y="connsiteY0"/>
              </a:cxn>
              <a:cxn ang="0">
                <a:pos x="connsiteX1" y="connsiteY1"/>
              </a:cxn>
              <a:cxn ang="0">
                <a:pos x="connsiteX2" y="connsiteY2"/>
              </a:cxn>
              <a:cxn ang="0">
                <a:pos x="connsiteX3" y="connsiteY3"/>
              </a:cxn>
            </a:cxnLst>
            <a:rect l="l" t="t" r="r" b="b"/>
            <a:pathLst>
              <a:path w="2947901" h="2243642">
                <a:moveTo>
                  <a:pt x="0" y="0"/>
                </a:moveTo>
                <a:lnTo>
                  <a:pt x="2947901" y="0"/>
                </a:lnTo>
                <a:lnTo>
                  <a:pt x="2947901" y="2243642"/>
                </a:lnTo>
                <a:lnTo>
                  <a:pt x="0" y="2243642"/>
                </a:lnTo>
                <a:close/>
              </a:path>
            </a:pathLst>
          </a:custGeom>
        </p:spPr>
        <p:txBody>
          <a:bodyPr wrap="square">
            <a:noAutofit/>
          </a:bodyPr>
          <a:lstStyle/>
          <a:p>
            <a:endParaRPr lang="zh-CN" altLang="en-US"/>
          </a:p>
        </p:txBody>
      </p:sp>
      <p:pic>
        <p:nvPicPr>
          <p:cNvPr id="29" name="图片 2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6" name="任意多边形: 形状 15"/>
          <p:cNvSpPr/>
          <p:nvPr userDrawn="1"/>
        </p:nvSpPr>
        <p:spPr>
          <a:xfrm>
            <a:off x="6644640" y="1585023"/>
            <a:ext cx="4874260" cy="4554589"/>
          </a:xfrm>
          <a:custGeom>
            <a:avLst/>
            <a:gdLst>
              <a:gd name="connsiteX0" fmla="*/ 0 w 3154730"/>
              <a:gd name="connsiteY0" fmla="*/ 0 h 1829349"/>
              <a:gd name="connsiteX1" fmla="*/ 3154730 w 3154730"/>
              <a:gd name="connsiteY1" fmla="*/ 0 h 1829349"/>
              <a:gd name="connsiteX2" fmla="*/ 3154730 w 3154730"/>
              <a:gd name="connsiteY2" fmla="*/ 1829349 h 1829349"/>
              <a:gd name="connsiteX3" fmla="*/ 0 w 3154730"/>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0" h="1829349">
                <a:moveTo>
                  <a:pt x="0" y="0"/>
                </a:moveTo>
                <a:lnTo>
                  <a:pt x="3154730" y="0"/>
                </a:lnTo>
                <a:lnTo>
                  <a:pt x="3154730"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占位符 8"/>
          <p:cNvSpPr>
            <a:spLocks noGrp="1"/>
          </p:cNvSpPr>
          <p:nvPr>
            <p:ph type="body" sz="quarter" idx="13" hasCustomPrompt="1"/>
          </p:nvPr>
        </p:nvSpPr>
        <p:spPr>
          <a:xfrm>
            <a:off x="7031469" y="1815023"/>
            <a:ext cx="2969058" cy="461665"/>
          </a:xfrm>
          <a:prstGeom prst="rect">
            <a:avLst/>
          </a:prstGeom>
        </p:spPr>
        <p:txBody>
          <a:bodyPr wrap="square" lIns="0">
            <a:spAutoFit/>
          </a:bodyPr>
          <a:lstStyle>
            <a:lvl1pPr marL="0" indent="0" algn="l">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12" name="文本占位符 11"/>
          <p:cNvSpPr>
            <a:spLocks noGrp="1"/>
          </p:cNvSpPr>
          <p:nvPr>
            <p:ph type="body" sz="quarter" idx="14" hasCustomPrompt="1"/>
          </p:nvPr>
        </p:nvSpPr>
        <p:spPr>
          <a:xfrm>
            <a:off x="7454095" y="2864776"/>
            <a:ext cx="3773347" cy="859337"/>
          </a:xfrm>
          <a:prstGeom prst="rect">
            <a:avLst/>
          </a:prstGeom>
        </p:spPr>
        <p:txBody>
          <a:bodyPr lIns="0" tIns="0" rIns="90000" bIns="46800">
            <a:normAutofit/>
          </a:bodyPr>
          <a:lstStyle>
            <a:lvl1pPr marL="0" marR="0" indent="0" algn="l" defTabSz="914400" rtl="0" eaLnBrk="1" fontAlgn="auto" latinLnBrk="0" hangingPunct="1">
              <a:lnSpc>
                <a:spcPct val="130000"/>
              </a:lnSpc>
              <a:spcBef>
                <a:spcPts val="1000"/>
              </a:spcBef>
              <a:spcAft>
                <a:spcPts val="0"/>
              </a:spcAft>
              <a:buClrTx/>
              <a:buSzTx/>
              <a:buFont typeface="Arial" panose="020B0604020202020204" pitchFamily="34" charset="0"/>
              <a:buNone/>
              <a:defRPr sz="1800"/>
            </a:lvl1pPr>
          </a:lstStyle>
          <a:p>
            <a:pPr marL="0" marR="0" lvl="0" indent="0" algn="l" defTabSz="914400" rtl="0" eaLnBrk="1" fontAlgn="auto" latinLnBrk="0" hangingPunct="1">
              <a:lnSpc>
                <a:spcPct val="130000"/>
              </a:lnSpc>
              <a:spcBef>
                <a:spcPts val="1000"/>
              </a:spcBef>
              <a:spcAft>
                <a:spcPts val="0"/>
              </a:spcAft>
              <a:buClrTx/>
              <a:buSzTx/>
              <a:buFont typeface="Arial" panose="020B0604020202020204" pitchFamily="34" charset="0"/>
              <a:buNone/>
              <a:defRPr/>
            </a:pPr>
            <a:r>
              <a:rPr lang="zh-CN" altLang="en-US" dirty="0"/>
              <a:t>请输入你的内容</a:t>
            </a:r>
            <a:endParaRPr lang="zh-CN" altLang="en-US" dirty="0"/>
          </a:p>
        </p:txBody>
      </p:sp>
      <p:grpSp>
        <p:nvGrpSpPr>
          <p:cNvPr id="32" name="组合 31"/>
          <p:cNvGrpSpPr/>
          <p:nvPr userDrawn="1"/>
        </p:nvGrpSpPr>
        <p:grpSpPr>
          <a:xfrm>
            <a:off x="660400" y="344681"/>
            <a:ext cx="384771" cy="384771"/>
            <a:chOff x="669869" y="597306"/>
            <a:chExt cx="409972" cy="409973"/>
          </a:xfrm>
        </p:grpSpPr>
        <p:sp>
          <p:nvSpPr>
            <p:cNvPr id="33"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4"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5"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4" name="日期占位符 3"/>
          <p:cNvSpPr>
            <a:spLocks noGrp="1"/>
          </p:cNvSpPr>
          <p:nvPr>
            <p:ph type="dt" sz="half" idx="2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7" name="灯片编号占位符 6"/>
          <p:cNvSpPr>
            <a:spLocks noGrp="1"/>
          </p:cNvSpPr>
          <p:nvPr>
            <p:ph type="sldNum" sz="quarter" idx="24"/>
          </p:nvPr>
        </p:nvSpPr>
        <p:spPr/>
        <p:txBody>
          <a:bodyPr/>
          <a:lstStyle/>
          <a:p>
            <a:fld id="{C79ECAFE-A460-4E13-ABCB-32CAE6136244}" type="slidenum">
              <a:rPr lang="zh-CN" altLang="en-US" smtClean="0"/>
            </a:fld>
            <a:endParaRPr lang="zh-CN" altLang="en-US" dirty="0"/>
          </a:p>
        </p:txBody>
      </p:sp>
      <p:sp>
        <p:nvSpPr>
          <p:cNvPr id="2" name="矩形 1"/>
          <p:cNvSpPr/>
          <p:nvPr userDrawn="1"/>
        </p:nvSpPr>
        <p:spPr>
          <a:xfrm>
            <a:off x="7031469" y="2473505"/>
            <a:ext cx="864000" cy="96290"/>
          </a:xfrm>
          <a:prstGeom prst="rect">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文本占位符 11"/>
          <p:cNvSpPr>
            <a:spLocks noGrp="1"/>
          </p:cNvSpPr>
          <p:nvPr>
            <p:ph type="body" sz="quarter" idx="25" hasCustomPrompt="1"/>
          </p:nvPr>
        </p:nvSpPr>
        <p:spPr>
          <a:xfrm>
            <a:off x="7454095" y="3924346"/>
            <a:ext cx="3773347" cy="859337"/>
          </a:xfrm>
          <a:prstGeom prst="rect">
            <a:avLst/>
          </a:prstGeom>
        </p:spPr>
        <p:txBody>
          <a:bodyPr lIns="0" tIns="0">
            <a:normAutofit/>
          </a:bodyPr>
          <a:lstStyle>
            <a:lvl1pPr marL="0" indent="0" algn="l">
              <a:lnSpc>
                <a:spcPct val="130000"/>
              </a:lnSpc>
              <a:buNone/>
              <a:defRPr sz="1800"/>
            </a:lvl1pPr>
          </a:lstStyle>
          <a:p>
            <a:pPr lvl="0"/>
            <a:r>
              <a:rPr lang="zh-CN" altLang="en-US" dirty="0"/>
              <a:t>请输入你的内容</a:t>
            </a:r>
            <a:endParaRPr lang="zh-CN" altLang="en-US" dirty="0"/>
          </a:p>
        </p:txBody>
      </p:sp>
      <p:sp>
        <p:nvSpPr>
          <p:cNvPr id="36" name="文本占位符 11"/>
          <p:cNvSpPr>
            <a:spLocks noGrp="1"/>
          </p:cNvSpPr>
          <p:nvPr>
            <p:ph type="body" sz="quarter" idx="26" hasCustomPrompt="1"/>
          </p:nvPr>
        </p:nvSpPr>
        <p:spPr>
          <a:xfrm>
            <a:off x="7454095" y="4983916"/>
            <a:ext cx="3773347" cy="859337"/>
          </a:xfrm>
          <a:prstGeom prst="rect">
            <a:avLst/>
          </a:prstGeom>
        </p:spPr>
        <p:txBody>
          <a:bodyPr lIns="0" tIns="0">
            <a:normAutofit/>
          </a:bodyPr>
          <a:lstStyle>
            <a:lvl1pPr marL="0" indent="0" algn="l">
              <a:lnSpc>
                <a:spcPct val="130000"/>
              </a:lnSpc>
              <a:buNone/>
              <a:defRPr sz="1800"/>
            </a:lvl1pPr>
          </a:lstStyle>
          <a:p>
            <a:pPr lvl="0"/>
            <a:r>
              <a:rPr lang="zh-CN" altLang="en-US" dirty="0"/>
              <a:t>请输入你的内容</a:t>
            </a:r>
            <a:endParaRPr lang="zh-CN" altLang="en-US" dirty="0"/>
          </a:p>
        </p:txBody>
      </p:sp>
      <p:cxnSp>
        <p:nvCxnSpPr>
          <p:cNvPr id="22" name="直接连接符 21"/>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8" name="图片 17" descr="图片包含 树, 户外, 建筑物, 道路&#10;&#10;自动生成的说明"/>
          <p:cNvPicPr>
            <a:picLocks noChangeAspect="1"/>
          </p:cNvPicPr>
          <p:nvPr userDrawn="1"/>
        </p:nvPicPr>
        <p:blipFill rotWithShape="1">
          <a:blip r:embed="rId2">
            <a:alphaModFix amt="15000"/>
            <a:extLst>
              <a:ext uri="{28A0092B-C50C-407E-A947-70E740481C1C}">
                <a14:useLocalDpi xmlns:a14="http://schemas.microsoft.com/office/drawing/2010/main" val="0"/>
              </a:ext>
            </a:extLst>
          </a:blip>
          <a:srcRect t="7878" r="35125" b="7878"/>
          <a:stretch>
            <a:fillRect/>
          </a:stretch>
        </p:blipFill>
        <p:spPr>
          <a:xfrm>
            <a:off x="4282440" y="0"/>
            <a:ext cx="7909560" cy="6858000"/>
          </a:xfrm>
          <a:prstGeom prst="rect">
            <a:avLst/>
          </a:prstGeom>
        </p:spPr>
      </p:pic>
      <p:sp>
        <p:nvSpPr>
          <p:cNvPr id="19" name="矩形 18"/>
          <p:cNvSpPr/>
          <p:nvPr userDrawn="1"/>
        </p:nvSpPr>
        <p:spPr>
          <a:xfrm>
            <a:off x="0" y="0"/>
            <a:ext cx="12192000" cy="6858000"/>
          </a:xfrm>
          <a:prstGeom prst="rect">
            <a:avLst/>
          </a:prstGeom>
          <a:gradFill flip="none" rotWithShape="1">
            <a:gsLst>
              <a:gs pos="32000">
                <a:schemeClr val="bg1"/>
              </a:gs>
              <a:gs pos="100000">
                <a:schemeClr val="bg1">
                  <a:alpha val="0"/>
                </a:schemeClr>
              </a:gs>
            </a:gsLst>
            <a:lin ang="0" scaled="1"/>
            <a:tileRect/>
          </a:gradFill>
          <a:ln w="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3" name="矩形 22"/>
          <p:cNvSpPr/>
          <p:nvPr userDrawn="1"/>
        </p:nvSpPr>
        <p:spPr>
          <a:xfrm>
            <a:off x="0" y="0"/>
            <a:ext cx="12192000" cy="6858000"/>
          </a:xfrm>
          <a:prstGeom prst="rect">
            <a:avLst/>
          </a:prstGeom>
          <a:blipFill dpi="0" rotWithShape="1">
            <a:blip r:embed="rId3">
              <a:alphaModFix amt="5000"/>
            </a:blip>
            <a:srcRect/>
            <a:tile tx="0" ty="0" sx="100000" sy="100000" flip="none" algn="tl"/>
          </a:blip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9" name="图片 48" descr="图片包含 树, 户外, 建筑物, 道路&#10;&#10;自动生成的说明"/>
          <p:cNvPicPr>
            <a:picLocks noChangeAspect="1"/>
          </p:cNvPicPr>
          <p:nvPr userDrawn="1"/>
        </p:nvPicPr>
        <p:blipFill rotWithShape="1">
          <a:blip r:embed="rId2">
            <a:extLst>
              <a:ext uri="{28A0092B-C50C-407E-A947-70E740481C1C}">
                <a14:useLocalDpi xmlns:a14="http://schemas.microsoft.com/office/drawing/2010/main" val="0"/>
              </a:ext>
            </a:extLst>
          </a:blip>
          <a:srcRect l="7353" t="7878" r="35125" b="7878"/>
          <a:stretch>
            <a:fillRect/>
          </a:stretch>
        </p:blipFill>
        <p:spPr>
          <a:xfrm>
            <a:off x="5178924" y="0"/>
            <a:ext cx="7013076" cy="6858000"/>
          </a:xfrm>
          <a:custGeom>
            <a:avLst/>
            <a:gdLst>
              <a:gd name="connsiteX0" fmla="*/ 3877363 w 7013076"/>
              <a:gd name="connsiteY0" fmla="*/ 0 h 6858000"/>
              <a:gd name="connsiteX1" fmla="*/ 7013076 w 7013076"/>
              <a:gd name="connsiteY1" fmla="*/ 0 h 6858000"/>
              <a:gd name="connsiteX2" fmla="*/ 7013076 w 7013076"/>
              <a:gd name="connsiteY2" fmla="*/ 692654 h 6858000"/>
              <a:gd name="connsiteX3" fmla="*/ 3527325 w 7013076"/>
              <a:gd name="connsiteY3" fmla="*/ 6858000 h 6858000"/>
              <a:gd name="connsiteX4" fmla="*/ 0 w 7013076"/>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076" h="6858000">
                <a:moveTo>
                  <a:pt x="3877363" y="0"/>
                </a:moveTo>
                <a:lnTo>
                  <a:pt x="7013076" y="0"/>
                </a:lnTo>
                <a:lnTo>
                  <a:pt x="7013076" y="692654"/>
                </a:lnTo>
                <a:lnTo>
                  <a:pt x="3527325" y="6858000"/>
                </a:lnTo>
                <a:lnTo>
                  <a:pt x="0" y="6858000"/>
                </a:lnTo>
                <a:close/>
              </a:path>
            </a:pathLst>
          </a:custGeom>
        </p:spPr>
      </p:pic>
      <p:sp>
        <p:nvSpPr>
          <p:cNvPr id="52" name="任意多边形: 形状 51"/>
          <p:cNvSpPr/>
          <p:nvPr userDrawn="1"/>
        </p:nvSpPr>
        <p:spPr>
          <a:xfrm rot="1759603">
            <a:off x="5759550" y="3287609"/>
            <a:ext cx="326672" cy="3900322"/>
          </a:xfrm>
          <a:custGeom>
            <a:avLst/>
            <a:gdLst>
              <a:gd name="connsiteX0" fmla="*/ 0 w 326672"/>
              <a:gd name="connsiteY0" fmla="*/ 0 h 3900322"/>
              <a:gd name="connsiteX1" fmla="*/ 326672 w 326672"/>
              <a:gd name="connsiteY1" fmla="*/ 0 h 3900322"/>
              <a:gd name="connsiteX2" fmla="*/ 326672 w 326672"/>
              <a:gd name="connsiteY2" fmla="*/ 3716802 h 3900322"/>
              <a:gd name="connsiteX3" fmla="*/ 0 w 326672"/>
              <a:gd name="connsiteY3" fmla="*/ 3900322 h 3900322"/>
            </a:gdLst>
            <a:ahLst/>
            <a:cxnLst>
              <a:cxn ang="0">
                <a:pos x="connsiteX0" y="connsiteY0"/>
              </a:cxn>
              <a:cxn ang="0">
                <a:pos x="connsiteX1" y="connsiteY1"/>
              </a:cxn>
              <a:cxn ang="0">
                <a:pos x="connsiteX2" y="connsiteY2"/>
              </a:cxn>
              <a:cxn ang="0">
                <a:pos x="connsiteX3" y="connsiteY3"/>
              </a:cxn>
            </a:cxnLst>
            <a:rect l="l" t="t" r="r" b="b"/>
            <a:pathLst>
              <a:path w="326672" h="3900322">
                <a:moveTo>
                  <a:pt x="0" y="0"/>
                </a:moveTo>
                <a:lnTo>
                  <a:pt x="326672" y="0"/>
                </a:lnTo>
                <a:lnTo>
                  <a:pt x="326672" y="3716802"/>
                </a:lnTo>
                <a:lnTo>
                  <a:pt x="0" y="390032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44" name="任意多边形: 形状 43"/>
          <p:cNvSpPr/>
          <p:nvPr userDrawn="1"/>
        </p:nvSpPr>
        <p:spPr>
          <a:xfrm rot="1759603">
            <a:off x="8280302" y="-201925"/>
            <a:ext cx="170609" cy="2499133"/>
          </a:xfrm>
          <a:custGeom>
            <a:avLst/>
            <a:gdLst>
              <a:gd name="connsiteX0" fmla="*/ 0 w 170609"/>
              <a:gd name="connsiteY0" fmla="*/ 95846 h 2499133"/>
              <a:gd name="connsiteX1" fmla="*/ 170609 w 170609"/>
              <a:gd name="connsiteY1" fmla="*/ 0 h 2499133"/>
              <a:gd name="connsiteX2" fmla="*/ 170609 w 170609"/>
              <a:gd name="connsiteY2" fmla="*/ 2499133 h 2499133"/>
              <a:gd name="connsiteX3" fmla="*/ 0 w 170609"/>
              <a:gd name="connsiteY3" fmla="*/ 2499133 h 2499133"/>
            </a:gdLst>
            <a:ahLst/>
            <a:cxnLst>
              <a:cxn ang="0">
                <a:pos x="connsiteX0" y="connsiteY0"/>
              </a:cxn>
              <a:cxn ang="0">
                <a:pos x="connsiteX1" y="connsiteY1"/>
              </a:cxn>
              <a:cxn ang="0">
                <a:pos x="connsiteX2" y="connsiteY2"/>
              </a:cxn>
              <a:cxn ang="0">
                <a:pos x="connsiteX3" y="connsiteY3"/>
              </a:cxn>
            </a:cxnLst>
            <a:rect l="l" t="t" r="r" b="b"/>
            <a:pathLst>
              <a:path w="170609" h="2499133">
                <a:moveTo>
                  <a:pt x="0" y="95846"/>
                </a:moveTo>
                <a:lnTo>
                  <a:pt x="170609" y="0"/>
                </a:lnTo>
                <a:lnTo>
                  <a:pt x="170609" y="2499133"/>
                </a:lnTo>
                <a:lnTo>
                  <a:pt x="0" y="2499133"/>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2" name="任意多边形: 形状 21"/>
          <p:cNvSpPr/>
          <p:nvPr userDrawn="1"/>
        </p:nvSpPr>
        <p:spPr>
          <a:xfrm rot="1759603">
            <a:off x="11257062" y="-144084"/>
            <a:ext cx="326672" cy="3732241"/>
          </a:xfrm>
          <a:custGeom>
            <a:avLst/>
            <a:gdLst>
              <a:gd name="connsiteX0" fmla="*/ 0 w 326672"/>
              <a:gd name="connsiteY0" fmla="*/ 0 h 3732241"/>
              <a:gd name="connsiteX1" fmla="*/ 326672 w 326672"/>
              <a:gd name="connsiteY1" fmla="*/ 581488 h 3732241"/>
              <a:gd name="connsiteX2" fmla="*/ 326672 w 326672"/>
              <a:gd name="connsiteY2" fmla="*/ 3732241 h 3732241"/>
              <a:gd name="connsiteX3" fmla="*/ 0 w 326672"/>
              <a:gd name="connsiteY3" fmla="*/ 3732241 h 3732241"/>
            </a:gdLst>
            <a:ahLst/>
            <a:cxnLst>
              <a:cxn ang="0">
                <a:pos x="connsiteX0" y="connsiteY0"/>
              </a:cxn>
              <a:cxn ang="0">
                <a:pos x="connsiteX1" y="connsiteY1"/>
              </a:cxn>
              <a:cxn ang="0">
                <a:pos x="connsiteX2" y="connsiteY2"/>
              </a:cxn>
              <a:cxn ang="0">
                <a:pos x="connsiteX3" y="connsiteY3"/>
              </a:cxn>
            </a:cxnLst>
            <a:rect l="l" t="t" r="r" b="b"/>
            <a:pathLst>
              <a:path w="326672" h="3732241">
                <a:moveTo>
                  <a:pt x="0" y="0"/>
                </a:moveTo>
                <a:lnTo>
                  <a:pt x="326672" y="581488"/>
                </a:lnTo>
                <a:lnTo>
                  <a:pt x="326672" y="3732241"/>
                </a:lnTo>
                <a:lnTo>
                  <a:pt x="0" y="373224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53" name="任意多边形: 形状 52"/>
          <p:cNvSpPr/>
          <p:nvPr userDrawn="1"/>
        </p:nvSpPr>
        <p:spPr>
          <a:xfrm rot="1759603">
            <a:off x="9271255" y="4019758"/>
            <a:ext cx="170609" cy="3077209"/>
          </a:xfrm>
          <a:custGeom>
            <a:avLst/>
            <a:gdLst>
              <a:gd name="connsiteX0" fmla="*/ 0 w 170609"/>
              <a:gd name="connsiteY0" fmla="*/ 0 h 3077209"/>
              <a:gd name="connsiteX1" fmla="*/ 170609 w 170609"/>
              <a:gd name="connsiteY1" fmla="*/ 0 h 3077209"/>
              <a:gd name="connsiteX2" fmla="*/ 170609 w 170609"/>
              <a:gd name="connsiteY2" fmla="*/ 2981364 h 3077209"/>
              <a:gd name="connsiteX3" fmla="*/ 0 w 170609"/>
              <a:gd name="connsiteY3" fmla="*/ 3077209 h 3077209"/>
            </a:gdLst>
            <a:ahLst/>
            <a:cxnLst>
              <a:cxn ang="0">
                <a:pos x="connsiteX0" y="connsiteY0"/>
              </a:cxn>
              <a:cxn ang="0">
                <a:pos x="connsiteX1" y="connsiteY1"/>
              </a:cxn>
              <a:cxn ang="0">
                <a:pos x="connsiteX2" y="connsiteY2"/>
              </a:cxn>
              <a:cxn ang="0">
                <a:pos x="connsiteX3" y="connsiteY3"/>
              </a:cxn>
            </a:cxnLst>
            <a:rect l="l" t="t" r="r" b="b"/>
            <a:pathLst>
              <a:path w="170609" h="3077209">
                <a:moveTo>
                  <a:pt x="0" y="0"/>
                </a:moveTo>
                <a:lnTo>
                  <a:pt x="170609" y="0"/>
                </a:lnTo>
                <a:lnTo>
                  <a:pt x="170609" y="2981364"/>
                </a:lnTo>
                <a:lnTo>
                  <a:pt x="0" y="3077209"/>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7" name="文本占位符 25"/>
          <p:cNvSpPr>
            <a:spLocks noGrp="1"/>
          </p:cNvSpPr>
          <p:nvPr>
            <p:ph type="body" sz="quarter" idx="11" hasCustomPrompt="1"/>
          </p:nvPr>
        </p:nvSpPr>
        <p:spPr>
          <a:xfrm>
            <a:off x="667503" y="2749690"/>
            <a:ext cx="5798382" cy="878840"/>
          </a:xfrm>
          <a:prstGeom prst="rect">
            <a:avLst/>
          </a:prstGeom>
        </p:spPr>
        <p:txBody>
          <a:bodyPr lIns="0">
            <a:noAutofit/>
          </a:bodyPr>
          <a:lstStyle>
            <a:lvl1pPr marL="0" indent="0">
              <a:lnSpc>
                <a:spcPct val="100000"/>
              </a:lnSpc>
              <a:buNone/>
              <a:defRPr sz="5400" b="1" spc="100" baseline="0">
                <a:solidFill>
                  <a:schemeClr val="accent1"/>
                </a:solidFill>
                <a:latin typeface="+mj-ea"/>
                <a:ea typeface="+mj-ea"/>
              </a:defRPr>
            </a:lvl1pPr>
          </a:lstStyle>
          <a:p>
            <a:pPr lvl="0"/>
            <a:r>
              <a:rPr lang="zh-CN" altLang="en-US" dirty="0"/>
              <a:t>请输入你的大标题</a:t>
            </a:r>
            <a:endParaRPr lang="en-US" altLang="zh-CN" dirty="0"/>
          </a:p>
        </p:txBody>
      </p:sp>
      <p:sp>
        <p:nvSpPr>
          <p:cNvPr id="38" name="文本占位符 25"/>
          <p:cNvSpPr>
            <a:spLocks noGrp="1"/>
          </p:cNvSpPr>
          <p:nvPr>
            <p:ph type="body" sz="quarter" idx="12" hasCustomPrompt="1"/>
          </p:nvPr>
        </p:nvSpPr>
        <p:spPr>
          <a:xfrm>
            <a:off x="667503" y="1869834"/>
            <a:ext cx="5798382" cy="878840"/>
          </a:xfrm>
          <a:prstGeom prst="rect">
            <a:avLst/>
          </a:prstGeom>
        </p:spPr>
        <p:txBody>
          <a:bodyPr lIns="0">
            <a:noAutofit/>
          </a:bodyPr>
          <a:lstStyle>
            <a:lvl1pPr marL="0" indent="0">
              <a:lnSpc>
                <a:spcPct val="100000"/>
              </a:lnSpc>
              <a:buNone/>
              <a:defRPr sz="5400" b="0" spc="100" baseline="0">
                <a:latin typeface="+mj-ea"/>
                <a:ea typeface="+mj-ea"/>
              </a:defRPr>
            </a:lvl1pPr>
          </a:lstStyle>
          <a:p>
            <a:pPr lvl="0"/>
            <a:r>
              <a:rPr lang="zh-CN" altLang="en-US" dirty="0"/>
              <a:t>请输入答辩类型</a:t>
            </a:r>
            <a:endParaRPr lang="en-US" altLang="zh-CN" dirty="0"/>
          </a:p>
        </p:txBody>
      </p:sp>
      <p:cxnSp>
        <p:nvCxnSpPr>
          <p:cNvPr id="39" name="直接连接符 38"/>
          <p:cNvCxnSpPr/>
          <p:nvPr userDrawn="1"/>
        </p:nvCxnSpPr>
        <p:spPr>
          <a:xfrm>
            <a:off x="667503" y="4839800"/>
            <a:ext cx="493268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5" name="日期占位符 4"/>
          <p:cNvSpPr>
            <a:spLocks noGrp="1"/>
          </p:cNvSpPr>
          <p:nvPr>
            <p:ph type="dt" sz="half" idx="1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pic>
        <p:nvPicPr>
          <p:cNvPr id="21" name="图片 20"/>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0400" y="312015"/>
            <a:ext cx="1375700" cy="437285"/>
          </a:xfrm>
          <a:prstGeom prst="rect">
            <a:avLst/>
          </a:prstGeom>
        </p:spPr>
      </p:pic>
      <p:sp>
        <p:nvSpPr>
          <p:cNvPr id="20" name="文本占位符 28"/>
          <p:cNvSpPr>
            <a:spLocks noGrp="1"/>
          </p:cNvSpPr>
          <p:nvPr>
            <p:ph type="body" sz="quarter" idx="17" hasCustomPrompt="1"/>
          </p:nvPr>
        </p:nvSpPr>
        <p:spPr>
          <a:xfrm>
            <a:off x="667503" y="3641672"/>
            <a:ext cx="5798382" cy="286232"/>
          </a:xfrm>
          <a:prstGeom prst="rect">
            <a:avLst/>
          </a:prstGeom>
        </p:spPr>
        <p:txBody>
          <a:bodyPr lIns="0">
            <a:spAutoFit/>
          </a:bodyPr>
          <a:lstStyle>
            <a:lvl1pPr marL="0" indent="0">
              <a:lnSpc>
                <a:spcPct val="100000"/>
              </a:lnSpc>
              <a:buNone/>
              <a:defRPr sz="1200" spc="550" baseline="0">
                <a:solidFill>
                  <a:schemeClr val="bg1">
                    <a:lumMod val="75000"/>
                  </a:schemeClr>
                </a:solidFill>
                <a:latin typeface="+mj-lt"/>
              </a:defRPr>
            </a:lvl1pPr>
          </a:lstStyle>
          <a:p>
            <a:pPr lvl="0"/>
            <a:r>
              <a:rPr lang="en-US" altLang="zh-CN" dirty="0"/>
              <a:t>Supporting Your Text Here</a:t>
            </a:r>
            <a:endParaRPr lang="en-US" altLang="zh-CN"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自定义版式">
    <p:bg>
      <p:bgPr>
        <a:solidFill>
          <a:schemeClr val="tx1"/>
        </a:solidFill>
        <a:effectLst/>
      </p:bgPr>
    </p:bg>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a:duotone>
              <a:schemeClr val="bg2">
                <a:shade val="45000"/>
                <a:satMod val="135000"/>
              </a:schemeClr>
              <a:prstClr val="white"/>
            </a:duotone>
          </a:blip>
          <a:srcRect r="27993"/>
          <a:stretch>
            <a:fillRect/>
          </a:stretch>
        </p:blipFill>
        <p:spPr>
          <a:xfrm>
            <a:off x="1" y="-5557"/>
            <a:ext cx="12192000" cy="6863557"/>
          </a:xfrm>
          <a:prstGeom prst="rect">
            <a:avLst/>
          </a:prstGeom>
        </p:spPr>
      </p:pic>
      <p:sp>
        <p:nvSpPr>
          <p:cNvPr id="4" name="矩形 3"/>
          <p:cNvSpPr/>
          <p:nvPr userDrawn="1"/>
        </p:nvSpPr>
        <p:spPr>
          <a:xfrm>
            <a:off x="-3" y="2077796"/>
            <a:ext cx="12192000" cy="4780204"/>
          </a:xfrm>
          <a:prstGeom prst="rect">
            <a:avLst/>
          </a:prstGeom>
          <a:gradFill>
            <a:gsLst>
              <a:gs pos="0">
                <a:srgbClr val="010000">
                  <a:alpha val="0"/>
                </a:srgbClr>
              </a:gs>
              <a:gs pos="100000">
                <a:srgbClr val="010000">
                  <a:alpha val="8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 name="矩形 4"/>
          <p:cNvSpPr/>
          <p:nvPr userDrawn="1"/>
        </p:nvSpPr>
        <p:spPr>
          <a:xfrm rot="10800000">
            <a:off x="-1" y="-5557"/>
            <a:ext cx="12191999" cy="3217764"/>
          </a:xfrm>
          <a:prstGeom prst="rect">
            <a:avLst/>
          </a:prstGeom>
          <a:gradFill>
            <a:gsLst>
              <a:gs pos="0">
                <a:srgbClr val="010000">
                  <a:alpha val="0"/>
                </a:srgbClr>
              </a:gs>
              <a:gs pos="100000">
                <a:srgbClr val="01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6" name="矩形 5"/>
          <p:cNvSpPr/>
          <p:nvPr userDrawn="1"/>
        </p:nvSpPr>
        <p:spPr>
          <a:xfrm>
            <a:off x="-1" y="0"/>
            <a:ext cx="12192001" cy="6811864"/>
          </a:xfrm>
          <a:prstGeom prst="rect">
            <a:avLst/>
          </a:prstGeom>
          <a:solidFill>
            <a:srgbClr val="080304">
              <a:alpha val="6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7" name="文本框 6"/>
          <p:cNvSpPr txBox="1"/>
          <p:nvPr userDrawn="1"/>
        </p:nvSpPr>
        <p:spPr>
          <a:xfrm>
            <a:off x="4760680" y="564634"/>
            <a:ext cx="2670634" cy="369332"/>
          </a:xfrm>
          <a:prstGeom prst="rect">
            <a:avLst/>
          </a:prstGeom>
          <a:noFill/>
        </p:spPr>
        <p:txBody>
          <a:bodyPr wrap="square" rtlCol="0">
            <a:spAutoFit/>
          </a:bodyPr>
          <a:lstStyle>
            <a:defPPr>
              <a:defRPr lang="en-US"/>
            </a:defPPr>
            <a:lvl1pPr algn="dist">
              <a:defRPr sz="1600">
                <a:solidFill>
                  <a:schemeClr val="bg1"/>
                </a:solidFill>
                <a:latin typeface="+mj-ea"/>
                <a:ea typeface="+mj-ea"/>
              </a:defRPr>
            </a:lvl1p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本</a:t>
            </a:r>
            <a:r>
              <a:rPr kumimoji="0" lang="en-US" altLang="zh-CN" sz="18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PPT</a:t>
            </a:r>
            <a:r>
              <a:rPr kumimoji="0" lang="zh-CN" altLang="en-US" sz="18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模板正参与</a:t>
            </a:r>
            <a:endParaRPr kumimoji="0" lang="en-US" sz="18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8" name="矩形 7"/>
          <p:cNvSpPr/>
          <p:nvPr userDrawn="1"/>
        </p:nvSpPr>
        <p:spPr>
          <a:xfrm>
            <a:off x="3602350" y="2482543"/>
            <a:ext cx="4987300" cy="400109"/>
          </a:xfrm>
          <a:prstGeom prst="rect">
            <a:avLst/>
          </a:prstGeom>
          <a:gradFill flip="none" rotWithShape="1">
            <a:gsLst>
              <a:gs pos="100000">
                <a:srgbClr val="CB9B53">
                  <a:alpha val="0"/>
                </a:srgbClr>
              </a:gs>
              <a:gs pos="0">
                <a:srgbClr val="CB9B53">
                  <a:alpha val="7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2400" b="1" i="0" u="none" strike="noStrike" kern="1200" cap="none" spc="0" normalizeH="0" baseline="0" noProof="0">
              <a:ln>
                <a:noFill/>
              </a:ln>
              <a:solidFill>
                <a:srgbClr val="0E5177"/>
              </a:solidFill>
              <a:effectLst/>
              <a:uLnTx/>
              <a:uFillTx/>
              <a:latin typeface="Segoe UI" panose="020B0502040204020203"/>
              <a:ea typeface="微软雅黑" panose="020B0503020204020204" charset="-122"/>
              <a:cs typeface="+mn-cs"/>
            </a:endParaRPr>
          </a:p>
        </p:txBody>
      </p:sp>
      <p:sp>
        <p:nvSpPr>
          <p:cNvPr id="9" name="文本框 8"/>
          <p:cNvSpPr txBox="1"/>
          <p:nvPr userDrawn="1"/>
        </p:nvSpPr>
        <p:spPr>
          <a:xfrm>
            <a:off x="4049486" y="2517885"/>
            <a:ext cx="4093028" cy="338554"/>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 </a:t>
            </a:r>
            <a:r>
              <a:rPr kumimoji="0" lang="zh-CN" altLang="en-US"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第一届高校</a:t>
            </a:r>
            <a:r>
              <a:rPr kumimoji="0" lang="en-US" altLang="zh-CN"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PPT</a:t>
            </a:r>
            <a:r>
              <a:rPr kumimoji="0" lang="zh-CN" altLang="en-US"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模板设计大赛 </a:t>
            </a:r>
            <a:endParaRPr kumimoji="0" lang="en-US"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11" name="文本框 10"/>
          <p:cNvSpPr txBox="1"/>
          <p:nvPr userDrawn="1"/>
        </p:nvSpPr>
        <p:spPr>
          <a:xfrm>
            <a:off x="6133678" y="4824918"/>
            <a:ext cx="2545865" cy="1061381"/>
          </a:xfrm>
          <a:prstGeom prst="rect">
            <a:avLst/>
          </a:prstGeom>
          <a:noFill/>
        </p:spPr>
        <p:txBody>
          <a:bodyPr wrap="square" rtlCol="0">
            <a:spAutoFit/>
          </a:bodyPr>
          <a:lstStyle>
            <a:defPPr>
              <a:defRPr lang="en-US"/>
            </a:defPPr>
            <a:lvl1pPr algn="dist">
              <a:defRPr>
                <a:solidFill>
                  <a:schemeClr val="bg1"/>
                </a:solidFill>
                <a:latin typeface="+mj-ea"/>
                <a:ea typeface="+mj-ea"/>
              </a:defRPr>
            </a:lvl1p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rPr>
              <a:t>微信扫码</a:t>
            </a:r>
            <a:endParaRPr kumimoji="0" lang="en-US" altLang="zh-CN"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rPr>
              <a:t>来聆听模板作者</a:t>
            </a:r>
            <a:endParaRPr kumimoji="0" lang="en-US" altLang="zh-CN"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rPr>
              <a:t>设计灵感、制作思路</a:t>
            </a:r>
            <a:endParaRPr kumimoji="0" lang="en-US"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12" name="图片 11"/>
          <p:cNvPicPr>
            <a:picLocks noChangeAspect="1"/>
          </p:cNvPicPr>
          <p:nvPr userDrawn="1"/>
        </p:nvPicPr>
        <p:blipFill>
          <a:blip r:embed="rId3"/>
          <a:stretch>
            <a:fillRect/>
          </a:stretch>
        </p:blipFill>
        <p:spPr>
          <a:xfrm>
            <a:off x="-615419" y="3771974"/>
            <a:ext cx="13817069" cy="3996426"/>
          </a:xfrm>
          <a:prstGeom prst="rect">
            <a:avLst/>
          </a:prstGeom>
        </p:spPr>
      </p:pic>
      <p:pic>
        <p:nvPicPr>
          <p:cNvPr id="13" name="图片 12"/>
          <p:cNvPicPr>
            <a:picLocks noChangeAspect="1"/>
          </p:cNvPicPr>
          <p:nvPr userDrawn="1"/>
        </p:nvPicPr>
        <p:blipFill>
          <a:blip r:embed="rId4"/>
          <a:stretch>
            <a:fillRect/>
          </a:stretch>
        </p:blipFill>
        <p:spPr>
          <a:xfrm>
            <a:off x="1683657" y="716939"/>
            <a:ext cx="8824686" cy="1844708"/>
          </a:xfrm>
          <a:prstGeom prst="rect">
            <a:avLst/>
          </a:prstGeom>
        </p:spPr>
      </p:pic>
      <p:sp>
        <p:nvSpPr>
          <p:cNvPr id="14" name="文本框 13"/>
          <p:cNvSpPr txBox="1"/>
          <p:nvPr userDrawn="1"/>
        </p:nvSpPr>
        <p:spPr>
          <a:xfrm>
            <a:off x="3742050" y="2971888"/>
            <a:ext cx="1983605" cy="261610"/>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rPr>
              <a:t>活动主办：秋叶</a:t>
            </a:r>
            <a:r>
              <a:rPr kumimoji="0" lang="en-US" altLang="zh-CN"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rPr>
              <a:t>PPT</a:t>
            </a:r>
            <a:endParaRPr kumimoji="0" lang="en-US"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endParaRPr>
          </a:p>
        </p:txBody>
      </p:sp>
      <p:sp>
        <p:nvSpPr>
          <p:cNvPr id="15" name="文本框 14"/>
          <p:cNvSpPr txBox="1"/>
          <p:nvPr userDrawn="1"/>
        </p:nvSpPr>
        <p:spPr>
          <a:xfrm>
            <a:off x="6079638" y="2971888"/>
            <a:ext cx="2492943" cy="261610"/>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rPr>
              <a:t>技术支持：微软听听文档</a:t>
            </a:r>
            <a:endParaRPr kumimoji="0" lang="en-US"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endParaRPr>
          </a:p>
        </p:txBody>
      </p:sp>
      <p:sp>
        <p:nvSpPr>
          <p:cNvPr id="16" name="矩形 15"/>
          <p:cNvSpPr/>
          <p:nvPr userDrawn="1"/>
        </p:nvSpPr>
        <p:spPr>
          <a:xfrm>
            <a:off x="3600610" y="3494767"/>
            <a:ext cx="2318400" cy="2318400"/>
          </a:xfrm>
          <a:prstGeom prst="rect">
            <a:avLst/>
          </a:prstGeom>
          <a:solidFill>
            <a:schemeClr val="bg1"/>
          </a:solidFill>
          <a:ln w="57150">
            <a:solidFill>
              <a:srgbClr val="CB9B5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标注页">
    <p:bg>
      <p:bgPr>
        <a:solidFill>
          <a:srgbClr val="E73A1C"/>
        </a:solidFill>
        <a:effectLst/>
      </p:bgPr>
    </p:bg>
    <p:spTree>
      <p:nvGrpSpPr>
        <p:cNvPr id="1" name=""/>
        <p:cNvGrpSpPr/>
        <p:nvPr/>
      </p:nvGrpSpPr>
      <p:grpSpPr>
        <a:xfrm>
          <a:off x="0" y="0"/>
          <a:ext cx="0" cy="0"/>
          <a:chOff x="0" y="0"/>
          <a:chExt cx="0" cy="0"/>
        </a:xfrm>
      </p:grpSpPr>
      <p:sp>
        <p:nvSpPr>
          <p:cNvPr id="6" name="矩形 5"/>
          <p:cNvSpPr/>
          <p:nvPr userDrawn="1"/>
        </p:nvSpPr>
        <p:spPr>
          <a:xfrm>
            <a:off x="440603" y="759873"/>
            <a:ext cx="646331" cy="369332"/>
          </a:xfrm>
          <a:prstGeom prst="rect">
            <a:avLst/>
          </a:prstGeom>
        </p:spPr>
        <p:txBody>
          <a:bodyPr wrap="none">
            <a:spAutoFit/>
          </a:bodyPr>
          <a:lstStyle/>
          <a:p>
            <a:pPr marL="0" marR="0" lvl="0" indent="0" defTabSz="60960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标注</a:t>
            </a:r>
            <a:endParaRPr kumimoji="0" lang="zh-CN" altLang="en-US" sz="18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p:txBody>
      </p:sp>
      <p:sp>
        <p:nvSpPr>
          <p:cNvPr id="11" name="矩形 10"/>
          <p:cNvSpPr/>
          <p:nvPr userDrawn="1"/>
        </p:nvSpPr>
        <p:spPr>
          <a:xfrm>
            <a:off x="2572589" y="759873"/>
            <a:ext cx="1402001" cy="2025170"/>
          </a:xfrm>
          <a:prstGeom prst="rect">
            <a:avLst/>
          </a:prstGeom>
        </p:spPr>
        <p:txBody>
          <a:bodyPr wrap="square">
            <a:spAutoFit/>
          </a:bodyPr>
          <a:lstStyle/>
          <a:p>
            <a:pPr marL="0" marR="0" lvl="0" indent="0" defTabSz="6096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使用说明 </a:t>
            </a: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声明</a:t>
            </a: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p:txBody>
      </p:sp>
      <p:sp>
        <p:nvSpPr>
          <p:cNvPr id="12" name="矩形 11"/>
          <p:cNvSpPr/>
          <p:nvPr userDrawn="1"/>
        </p:nvSpPr>
        <p:spPr>
          <a:xfrm>
            <a:off x="4153010" y="759873"/>
            <a:ext cx="7074345" cy="2585323"/>
          </a:xfrm>
          <a:prstGeom prst="rect">
            <a:avLst/>
          </a:prstGeom>
        </p:spPr>
        <p:txBody>
          <a:bodyPr wrap="square">
            <a:spAutoFit/>
          </a:bodyPr>
          <a:lstStyle/>
          <a:p>
            <a:pPr marL="0" marR="0" lvl="0" indent="0" defTabSz="9144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模板为作者原创，著作权归作者所有。</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9144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您仅可以个人非商业用途使用本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模板，</a:t>
            </a:r>
            <a:r>
              <a:rPr kumimoji="0" lang="zh-CN" altLang="en-US" sz="1400" b="0" i="0" u="none" strike="noStrike" kern="1200" cap="none" spc="0" normalizeH="0" baseline="0" noProof="0">
                <a:ln>
                  <a:noFill/>
                </a:ln>
                <a:solidFill>
                  <a:prstClr val="white"/>
                </a:solidFill>
                <a:effectLst/>
                <a:uLnTx/>
                <a:uFillTx/>
                <a:latin typeface="+mn-lt"/>
                <a:ea typeface="微软雅黑" panose="020B0503020204020204" charset="-122"/>
                <a:cs typeface="+mn-cs"/>
              </a:rPr>
              <a:t>未经权利人书面明确授权，不可将信息内容的全部或部分用于出售，或以出租、出借、转让、分销、发布等其他任何方式供他人使用</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a:t>
            </a:r>
            <a:r>
              <a:rPr kumimoji="0" lang="zh-CN" altLang="en-US" sz="1400" b="0" i="0" u="none" strike="noStrike" kern="1200" cap="none" spc="0" normalizeH="0" baseline="0" noProof="0">
                <a:ln>
                  <a:noFill/>
                </a:ln>
                <a:solidFill>
                  <a:prstClr val="white"/>
                </a:solidFill>
                <a:effectLst/>
                <a:uLnTx/>
                <a:uFillTx/>
                <a:latin typeface="+mn-lt"/>
                <a:ea typeface="微软雅黑" panose="020B0503020204020204" charset="-122"/>
                <a:cs typeface="+mn-cs"/>
              </a:rPr>
              <a:t>否则将承担法律责任。</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OfficePLUS</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尊重知识产权并注重保护用户享有的各项权利。</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OfficePLUS</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拥有对本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模板进行展示、报道、宣传及用于市场活动的权利，若在比赛或商业应用过程中发生版权纠纷，其法律责任由作者本人承担。</a:t>
            </a:r>
            <a:endParaRPr kumimoji="0" lang="zh-CN" altLang="en-US"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p:txBody>
      </p:sp>
      <p:sp>
        <p:nvSpPr>
          <p:cNvPr id="13" name="矩形 12"/>
          <p:cNvSpPr/>
          <p:nvPr userDrawn="1"/>
        </p:nvSpPr>
        <p:spPr>
          <a:xfrm>
            <a:off x="440603" y="182445"/>
            <a:ext cx="777777" cy="246221"/>
          </a:xfrm>
          <a:prstGeom prst="rect">
            <a:avLst/>
          </a:prstGeom>
        </p:spPr>
        <p:txBody>
          <a:bodyPr wrap="none">
            <a:spAutoFit/>
          </a:bodyPr>
          <a:lstStyle/>
          <a:p>
            <a:pPr marL="0" marR="0" lvl="0" indent="0" defTabSz="60960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dirty="0">
                <a:ln>
                  <a:noFill/>
                </a:ln>
                <a:solidFill>
                  <a:prstClr val="white"/>
                </a:solidFill>
                <a:effectLst/>
                <a:uLnTx/>
                <a:uFillTx/>
                <a:latin typeface="Segoe UI Light" panose="020B0502040204020203"/>
                <a:ea typeface="微软雅黑" panose="020B0503020204020204" charset="-122"/>
                <a:cs typeface="Segoe UI Light" panose="020B0502040204020203"/>
              </a:rPr>
              <a:t>OfficePLUS</a:t>
            </a:r>
            <a:endParaRPr kumimoji="0" lang="zh-CN" altLang="en-US" sz="1000" b="0" i="0" u="none" strike="noStrike" kern="0" cap="none" spc="0" normalizeH="0" baseline="0" noProof="0" dirty="0">
              <a:ln>
                <a:noFill/>
              </a:ln>
              <a:solidFill>
                <a:prstClr val="white"/>
              </a:solidFill>
              <a:effectLst/>
              <a:uLnTx/>
              <a:uFillTx/>
              <a:latin typeface="Segoe UI Light" panose="020B0502040204020203"/>
              <a:ea typeface="微软雅黑" panose="020B0503020204020204" charset="-122"/>
              <a:cs typeface="Segoe UI Light" panose="020B0502040204020203"/>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7" Type="http://schemas.openxmlformats.org/officeDocument/2006/relationships/theme" Target="../theme/theme1.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8.xml"/><Relationship Id="rId1"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9869" y="1"/>
            <a:ext cx="10849030" cy="749299"/>
          </a:xfrm>
          <a:prstGeom prst="rect">
            <a:avLst/>
          </a:prstGeom>
        </p:spPr>
        <p:txBody>
          <a:bodyPr vert="horz" lIns="0" tIns="0" rIns="0" bIns="0" rtlCol="0" anchor="b" anchorCtr="0">
            <a:no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669869" y="850901"/>
            <a:ext cx="10849031" cy="5283200"/>
          </a:xfrm>
          <a:prstGeom prst="rect">
            <a:avLst/>
          </a:prstGeom>
        </p:spPr>
        <p:txBody>
          <a:bodyPr vert="horz" lIns="91440" tIns="45720" rIns="91440" bIns="45720" rtlCol="0">
            <a:no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15" name="日期占位符 3"/>
          <p:cNvSpPr>
            <a:spLocks noGrp="1"/>
          </p:cNvSpPr>
          <p:nvPr>
            <p:ph type="dt" sz="half" idx="2"/>
          </p:nvPr>
        </p:nvSpPr>
        <p:spPr>
          <a:xfrm>
            <a:off x="660400" y="6235702"/>
            <a:ext cx="3342640" cy="365125"/>
          </a:xfrm>
          <a:prstGeom prst="rect">
            <a:avLst/>
          </a:prstGeom>
        </p:spPr>
        <p:txBody>
          <a:bodyPr vert="horz" lIns="0" tIns="45720" rIns="91440" bIns="45720" rtlCol="0" anchor="ctr"/>
          <a:lstStyle>
            <a:lvl1pPr marL="0" marR="0" indent="0" algn="l" defTabSz="914400" rtl="0" eaLnBrk="1" fontAlgn="auto" latinLnBrk="0" hangingPunct="1">
              <a:lnSpc>
                <a:spcPct val="100000"/>
              </a:lnSpc>
              <a:spcBef>
                <a:spcPts val="0"/>
              </a:spcBef>
              <a:spcAft>
                <a:spcPts val="0"/>
              </a:spcAft>
              <a:buClrTx/>
              <a:buSzTx/>
              <a:buFontTx/>
              <a:buNone/>
              <a:defRPr sz="1400" spc="100" baseline="0">
                <a:solidFill>
                  <a:schemeClr val="tx1">
                    <a:tint val="75000"/>
                  </a:schemeClr>
                </a:solidFill>
              </a:defRPr>
            </a:lvl1pPr>
          </a:lstStyle>
          <a:p>
            <a:r>
              <a:rPr lang="zh-CN" altLang="en-US" i="1" spc="300" dirty="0">
                <a:solidFill>
                  <a:schemeClr val="accent1"/>
                </a:solidFill>
                <a:latin typeface="+mn-ea"/>
              </a:rPr>
              <a:t>止于至善</a:t>
            </a:r>
            <a:endParaRPr lang="zh-CN" altLang="en-US" spc="300" dirty="0">
              <a:solidFill>
                <a:schemeClr val="bg1">
                  <a:lumMod val="75000"/>
                </a:schemeClr>
              </a:solidFill>
            </a:endParaRPr>
          </a:p>
        </p:txBody>
      </p:sp>
      <p:sp>
        <p:nvSpPr>
          <p:cNvPr id="16" name="页脚占位符 4"/>
          <p:cNvSpPr>
            <a:spLocks noGrp="1"/>
          </p:cNvSpPr>
          <p:nvPr>
            <p:ph type="ftr" sz="quarter" idx="3"/>
          </p:nvPr>
        </p:nvSpPr>
        <p:spPr>
          <a:xfrm>
            <a:off x="4622800" y="6235702"/>
            <a:ext cx="2946400" cy="365125"/>
          </a:xfrm>
          <a:prstGeom prst="rect">
            <a:avLst/>
          </a:prstGeom>
        </p:spPr>
        <p:txBody>
          <a:bodyPr vert="horz" lIns="91440" tIns="45720" rIns="91440" bIns="45720" rtlCol="0" anchor="ctr"/>
          <a:lstStyle>
            <a:lvl1pPr algn="ctr">
              <a:defRPr sz="1400" i="0" spc="300" baseline="0">
                <a:solidFill>
                  <a:schemeClr val="accent1"/>
                </a:solidFill>
              </a:defRPr>
            </a:lvl1pPr>
          </a:lstStyle>
          <a:p>
            <a:pPr>
              <a:defRPr/>
            </a:pPr>
            <a:endParaRPr lang="zh-CN" altLang="en-US" dirty="0"/>
          </a:p>
        </p:txBody>
      </p:sp>
      <p:sp>
        <p:nvSpPr>
          <p:cNvPr id="4" name="灯片编号占位符 3"/>
          <p:cNvSpPr>
            <a:spLocks noGrp="1"/>
          </p:cNvSpPr>
          <p:nvPr>
            <p:ph type="sldNum" sz="quarter" idx="4"/>
          </p:nvPr>
        </p:nvSpPr>
        <p:spPr>
          <a:xfrm>
            <a:off x="8775700" y="6235702"/>
            <a:ext cx="2743200" cy="365125"/>
          </a:xfrm>
          <a:prstGeom prst="rect">
            <a:avLst/>
          </a:prstGeom>
        </p:spPr>
        <p:txBody>
          <a:bodyPr vert="horz" lIns="91440" tIns="45720" rIns="0" bIns="45720" rtlCol="0" anchor="ctr"/>
          <a:lstStyle>
            <a:lvl1pPr algn="r">
              <a:defRPr sz="1400">
                <a:solidFill>
                  <a:schemeClr val="bg1">
                    <a:lumMod val="75000"/>
                  </a:schemeClr>
                </a:solidFill>
              </a:defRPr>
            </a:lvl1pPr>
          </a:lstStyle>
          <a:p>
            <a:fld id="{C79ECAFE-A460-4E13-ABCB-32CAE6136244}" type="slidenum">
              <a:rPr lang="zh-CN" altLang="en-US" smtClean="0"/>
            </a:fld>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000" b="0" kern="1200">
          <a:solidFill>
            <a:schemeClr val="tx1"/>
          </a:solidFill>
          <a:latin typeface="+mn-lt"/>
          <a:ea typeface="+mn-ea"/>
          <a:cs typeface="+mn-cs"/>
        </a:defRPr>
      </a:lvl1pPr>
      <a:lvl2pPr marL="685800" indent="-228600" algn="l" defTabSz="914400" rtl="0" eaLnBrk="1" latinLnBrk="0" hangingPunct="1">
        <a:lnSpc>
          <a:spcPct val="130000"/>
        </a:lnSpc>
        <a:spcBef>
          <a:spcPts val="500"/>
        </a:spcBef>
        <a:buFont typeface="Arial" panose="020B0604020202020204" pitchFamily="34" charset="0"/>
        <a:buChar char="•"/>
        <a:defRPr sz="1800" b="0" kern="1200">
          <a:solidFill>
            <a:schemeClr val="tx1"/>
          </a:solidFill>
          <a:latin typeface="+mn-lt"/>
          <a:ea typeface="+mn-ea"/>
          <a:cs typeface="+mn-cs"/>
        </a:defRPr>
      </a:lvl2pPr>
      <a:lvl3pPr marL="1143000" indent="-228600" algn="l" defTabSz="914400" rtl="0" eaLnBrk="1" latinLnBrk="0" hangingPunct="1">
        <a:lnSpc>
          <a:spcPct val="130000"/>
        </a:lnSpc>
        <a:spcBef>
          <a:spcPts val="500"/>
        </a:spcBef>
        <a:buFont typeface="Arial" panose="020B0604020202020204" pitchFamily="34" charset="0"/>
        <a:buChar char="•"/>
        <a:defRPr sz="1600" b="0" kern="1200">
          <a:solidFill>
            <a:schemeClr val="tx1"/>
          </a:solidFill>
          <a:latin typeface="+mn-lt"/>
          <a:ea typeface="+mn-ea"/>
          <a:cs typeface="+mn-cs"/>
        </a:defRPr>
      </a:lvl3pPr>
      <a:lvl4pPr marL="1600200" indent="-228600" algn="l" defTabSz="914400" rtl="0" eaLnBrk="1" latinLnBrk="0" hangingPunct="1">
        <a:lnSpc>
          <a:spcPct val="130000"/>
        </a:lnSpc>
        <a:spcBef>
          <a:spcPts val="500"/>
        </a:spcBef>
        <a:buFont typeface="Arial" panose="020B0604020202020204" pitchFamily="34" charset="0"/>
        <a:buChar char="•"/>
        <a:defRPr sz="1400" b="0" kern="1200">
          <a:solidFill>
            <a:schemeClr val="tx1"/>
          </a:solidFill>
          <a:latin typeface="+mn-lt"/>
          <a:ea typeface="+mn-ea"/>
          <a:cs typeface="+mn-cs"/>
        </a:defRPr>
      </a:lvl4pPr>
      <a:lvl5pPr marL="2057400" indent="-228600" algn="l" defTabSz="914400" rtl="0" eaLnBrk="1" latinLnBrk="0" hangingPunct="1">
        <a:lnSpc>
          <a:spcPct val="130000"/>
        </a:lnSpc>
        <a:spcBef>
          <a:spcPts val="500"/>
        </a:spcBef>
        <a:buFont typeface="Arial" panose="020B0604020202020204" pitchFamily="34" charset="0"/>
        <a:buChar char="•"/>
        <a:defRPr sz="14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6" r:id="rId1"/>
    <p:sldLayoutId id="2147483667"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8.xml"/><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8.xml"/><Relationship Id="rId2" Type="http://schemas.openxmlformats.org/officeDocument/2006/relationships/image" Target="../media/image14.png"/><Relationship Id="rId1"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8.xml"/><Relationship Id="rId1" Type="http://schemas.openxmlformats.org/officeDocument/2006/relationships/image" Target="../media/image15.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1"/>
          </p:nvPr>
        </p:nvSpPr>
        <p:spPr>
          <a:xfrm>
            <a:off x="395605" y="1870075"/>
            <a:ext cx="6551295" cy="1721485"/>
          </a:xfrm>
        </p:spPr>
        <p:txBody>
          <a:bodyPr/>
          <a:lstStyle/>
          <a:p>
            <a:pPr marL="0" indent="0" algn="ctr">
              <a:lnSpc>
                <a:spcPct val="100000"/>
              </a:lnSpc>
              <a:buNone/>
            </a:pPr>
            <a:r>
              <a:rPr lang="en-US" altLang="zh-CN" sz="5400" b="1" dirty="0">
                <a:solidFill>
                  <a:schemeClr val="accent1"/>
                </a:solidFill>
                <a:cs typeface="+mn-ea"/>
                <a:sym typeface="+mn-lt"/>
              </a:rPr>
              <a:t>基于并行策略与败者树的变长归并段生成</a:t>
            </a:r>
            <a:endParaRPr lang="en-US" altLang="zh-CN" sz="5400" b="1" dirty="0">
              <a:solidFill>
                <a:schemeClr val="accent1"/>
              </a:solidFill>
              <a:cs typeface="+mn-ea"/>
              <a:sym typeface="+mn-lt"/>
            </a:endParaRPr>
          </a:p>
        </p:txBody>
      </p:sp>
      <p:sp>
        <p:nvSpPr>
          <p:cNvPr id="2" name="日期占位符 1"/>
          <p:cNvSpPr>
            <a:spLocks noGrp="1"/>
          </p:cNvSpPr>
          <p:nvPr>
            <p:ph type="dt" sz="half" idx="16"/>
          </p:nvPr>
        </p:nvSpPr>
        <p:spPr/>
        <p:txBody>
          <a:bodyPr/>
          <a:lstStyle/>
          <a:p>
            <a:r>
              <a:rPr lang="zh-CN" altLang="en-US" i="1" spc="300" dirty="0">
                <a:solidFill>
                  <a:schemeClr val="accent1"/>
                </a:solidFill>
                <a:latin typeface="+mn-ea"/>
              </a:rPr>
              <a:t>止于至善</a:t>
            </a:r>
            <a:endParaRPr lang="zh-CN" altLang="en-US" spc="300" dirty="0">
              <a:solidFill>
                <a:schemeClr val="bg1">
                  <a:lumMod val="75000"/>
                </a:schemeClr>
              </a:solidFill>
            </a:endParaRPr>
          </a:p>
        </p:txBody>
      </p:sp>
      <p:sp>
        <p:nvSpPr>
          <p:cNvPr id="12" name="矩形 11"/>
          <p:cNvSpPr/>
          <p:nvPr/>
        </p:nvSpPr>
        <p:spPr>
          <a:xfrm>
            <a:off x="652958" y="4379642"/>
            <a:ext cx="2506802" cy="398780"/>
          </a:xfrm>
          <a:prstGeom prst="rect">
            <a:avLst/>
          </a:prstGeom>
        </p:spPr>
        <p:txBody>
          <a:bodyPr wrap="square" lIns="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rPr>
              <a:t>汇报人：</a:t>
            </a:r>
            <a:r>
              <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rPr>
              <a:t>谢鹏宇</a:t>
            </a:r>
            <a:endPar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endParaRPr>
          </a:p>
        </p:txBody>
      </p:sp>
      <p:sp>
        <p:nvSpPr>
          <p:cNvPr id="14" name="矩形 13"/>
          <p:cNvSpPr/>
          <p:nvPr/>
        </p:nvSpPr>
        <p:spPr>
          <a:xfrm>
            <a:off x="667385" y="4899660"/>
            <a:ext cx="2610485" cy="398780"/>
          </a:xfrm>
          <a:prstGeom prst="rect">
            <a:avLst/>
          </a:prstGeom>
        </p:spPr>
        <p:txBody>
          <a:bodyPr wrap="square" lIns="0">
            <a:spAutoFit/>
          </a:bodyPr>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rPr>
              <a:t>汇报日期：</a:t>
            </a:r>
            <a:r>
              <a:rPr kumimoji="0" lang="en-US" altLang="zh-CN" sz="2000" i="0" u="none" strike="noStrike" kern="1200" cap="none" spc="0" normalizeH="0" baseline="0" noProof="0" dirty="0">
                <a:ln>
                  <a:noFill/>
                </a:ln>
                <a:solidFill>
                  <a:schemeClr val="accent1"/>
                </a:solidFill>
                <a:effectLst/>
                <a:uLnTx/>
                <a:uFillTx/>
                <a:latin typeface="Arial" panose="020B0604020202020204"/>
                <a:cs typeface="+mn-ea"/>
              </a:rPr>
              <a:t>2024.11.9</a:t>
            </a:r>
            <a:endPar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日期占位符 5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1" u="none" strike="noStrike" kern="1200" cap="none" spc="300" normalizeH="0" baseline="0" noProof="0">
                <a:ln>
                  <a:noFill/>
                </a:ln>
                <a:solidFill>
                  <a:srgbClr val="445437"/>
                </a:solidFill>
                <a:effectLst/>
                <a:uLnTx/>
                <a:uFillTx/>
                <a:latin typeface="微软雅黑" panose="020B0503020204020204" charset="-122"/>
                <a:ea typeface="微软雅黑" panose="020B0503020204020204" charset="-122"/>
                <a:cs typeface="+mn-ea"/>
              </a:rPr>
              <a:t>止于至善</a:t>
            </a:r>
            <a:endParaRPr kumimoji="0" lang="zh-CN" altLang="en-US" sz="1400" b="0" i="0" u="none" strike="noStrike" kern="1200" cap="none" spc="300" normalizeH="0" baseline="0" noProof="0" dirty="0">
              <a:ln>
                <a:noFill/>
              </a:ln>
              <a:solidFill>
                <a:prstClr val="white">
                  <a:lumMod val="75000"/>
                </a:prstClr>
              </a:solidFill>
              <a:effectLst/>
              <a:uLnTx/>
              <a:uFillTx/>
              <a:latin typeface="Arial" panose="020B0604020202020204"/>
              <a:ea typeface="微软雅黑" panose="020B0503020204020204" charset="-122"/>
              <a:cs typeface="+mn-ea"/>
            </a:endParaRPr>
          </a:p>
        </p:txBody>
      </p:sp>
      <p:sp>
        <p:nvSpPr>
          <p:cNvPr id="2" name="文本框 1"/>
          <p:cNvSpPr txBox="1"/>
          <p:nvPr/>
        </p:nvSpPr>
        <p:spPr>
          <a:xfrm>
            <a:off x="7870493" y="1761539"/>
            <a:ext cx="2021840"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rPr>
              <a:t>目的</a:t>
            </a:r>
            <a:endPar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endParaRPr>
          </a:p>
        </p:txBody>
      </p:sp>
      <p:sp>
        <p:nvSpPr>
          <p:cNvPr id="4" name="文本框 3"/>
          <p:cNvSpPr txBox="1"/>
          <p:nvPr/>
        </p:nvSpPr>
        <p:spPr>
          <a:xfrm>
            <a:off x="8136855" y="3658765"/>
            <a:ext cx="2774093"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rPr>
              <a:t>实现</a:t>
            </a:r>
            <a:endPar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endParaRPr>
          </a:p>
        </p:txBody>
      </p:sp>
      <p:sp>
        <p:nvSpPr>
          <p:cNvPr id="5" name="文本框 4"/>
          <p:cNvSpPr txBox="1"/>
          <p:nvPr/>
        </p:nvSpPr>
        <p:spPr>
          <a:xfrm>
            <a:off x="7870493" y="4607378"/>
            <a:ext cx="2021840"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rPr>
              <a:t>结论及</a:t>
            </a:r>
            <a:r>
              <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rPr>
              <a:t>展望</a:t>
            </a:r>
            <a:endPar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endParaRPr>
          </a:p>
        </p:txBody>
      </p:sp>
      <p:grpSp>
        <p:nvGrpSpPr>
          <p:cNvPr id="6" name="组合 5"/>
          <p:cNvGrpSpPr/>
          <p:nvPr/>
        </p:nvGrpSpPr>
        <p:grpSpPr>
          <a:xfrm>
            <a:off x="6237602" y="1758101"/>
            <a:ext cx="495959" cy="495959"/>
            <a:chOff x="6932134" y="1758101"/>
            <a:chExt cx="495959" cy="495959"/>
          </a:xfrm>
        </p:grpSpPr>
        <p:sp>
          <p:nvSpPr>
            <p:cNvPr id="7" name="íṥļîḓê"/>
            <p:cNvSpPr/>
            <p:nvPr/>
          </p:nvSpPr>
          <p:spPr>
            <a:xfrm>
              <a:off x="6932134" y="1758101"/>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8" name="íṥlíḓê"/>
            <p:cNvSpPr/>
            <p:nvPr/>
          </p:nvSpPr>
          <p:spPr>
            <a:xfrm>
              <a:off x="6977987" y="1803954"/>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9" name="ïśļiḑé"/>
            <p:cNvSpPr/>
            <p:nvPr/>
          </p:nvSpPr>
          <p:spPr>
            <a:xfrm>
              <a:off x="7055794" y="1924242"/>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grpSp>
        <p:nvGrpSpPr>
          <p:cNvPr id="10" name="组合 9"/>
          <p:cNvGrpSpPr/>
          <p:nvPr/>
        </p:nvGrpSpPr>
        <p:grpSpPr>
          <a:xfrm>
            <a:off x="6418415" y="2706714"/>
            <a:ext cx="495959" cy="495959"/>
            <a:chOff x="7112947" y="2706714"/>
            <a:chExt cx="495959" cy="495959"/>
          </a:xfrm>
        </p:grpSpPr>
        <p:sp>
          <p:nvSpPr>
            <p:cNvPr id="11" name="íṥļîḓê"/>
            <p:cNvSpPr/>
            <p:nvPr/>
          </p:nvSpPr>
          <p:spPr>
            <a:xfrm>
              <a:off x="7112947" y="2706714"/>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12" name="íṥlíḓê"/>
            <p:cNvSpPr/>
            <p:nvPr/>
          </p:nvSpPr>
          <p:spPr>
            <a:xfrm>
              <a:off x="7158800" y="2752567"/>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13" name="ïśļiḑé"/>
            <p:cNvSpPr/>
            <p:nvPr/>
          </p:nvSpPr>
          <p:spPr>
            <a:xfrm>
              <a:off x="7236607" y="2872855"/>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sp>
        <p:nvSpPr>
          <p:cNvPr id="14" name="íṥļîḓê"/>
          <p:cNvSpPr/>
          <p:nvPr/>
        </p:nvSpPr>
        <p:spPr>
          <a:xfrm>
            <a:off x="6418415" y="3655328"/>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15" name="íṥlíḓê"/>
          <p:cNvSpPr/>
          <p:nvPr/>
        </p:nvSpPr>
        <p:spPr>
          <a:xfrm>
            <a:off x="6464268" y="3701181"/>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6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16" name="ïśļiḑé"/>
          <p:cNvSpPr/>
          <p:nvPr/>
        </p:nvSpPr>
        <p:spPr>
          <a:xfrm>
            <a:off x="6542075" y="3821469"/>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nvGrpSpPr>
          <p:cNvPr id="17" name="组合 16"/>
          <p:cNvGrpSpPr/>
          <p:nvPr/>
        </p:nvGrpSpPr>
        <p:grpSpPr>
          <a:xfrm>
            <a:off x="6237602" y="4603941"/>
            <a:ext cx="495959" cy="495959"/>
            <a:chOff x="6932134" y="4603941"/>
            <a:chExt cx="495959" cy="495959"/>
          </a:xfrm>
        </p:grpSpPr>
        <p:sp>
          <p:nvSpPr>
            <p:cNvPr id="18" name="íṥļîḓê"/>
            <p:cNvSpPr/>
            <p:nvPr/>
          </p:nvSpPr>
          <p:spPr>
            <a:xfrm>
              <a:off x="6932134" y="4603941"/>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19" name="íṥlíḓê"/>
            <p:cNvSpPr/>
            <p:nvPr/>
          </p:nvSpPr>
          <p:spPr>
            <a:xfrm>
              <a:off x="6977987" y="4649794"/>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20" name="ïśļiḑé"/>
            <p:cNvSpPr/>
            <p:nvPr/>
          </p:nvSpPr>
          <p:spPr>
            <a:xfrm>
              <a:off x="7055794" y="4770082"/>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cxnSp>
        <p:nvCxnSpPr>
          <p:cNvPr id="21" name="直接连接符 20"/>
          <p:cNvCxnSpPr/>
          <p:nvPr/>
        </p:nvCxnSpPr>
        <p:spPr>
          <a:xfrm>
            <a:off x="7068620" y="2284759"/>
            <a:ext cx="379800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7206183" y="3233372"/>
            <a:ext cx="3798745"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flipV="1">
            <a:off x="7068620" y="5128348"/>
            <a:ext cx="379800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7206183" y="4179735"/>
            <a:ext cx="379800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8" name="组合 27"/>
          <p:cNvGrpSpPr/>
          <p:nvPr/>
        </p:nvGrpSpPr>
        <p:grpSpPr>
          <a:xfrm>
            <a:off x="7163048" y="1668314"/>
            <a:ext cx="817163" cy="732782"/>
            <a:chOff x="7857580" y="1668314"/>
            <a:chExt cx="817163" cy="732782"/>
          </a:xfrm>
        </p:grpSpPr>
        <p:sp>
          <p:nvSpPr>
            <p:cNvPr id="29" name="文本框 28"/>
            <p:cNvSpPr txBox="1"/>
            <p:nvPr/>
          </p:nvSpPr>
          <p:spPr>
            <a:xfrm>
              <a:off x="7857580" y="1693210"/>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02</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30" name="文本框 29"/>
            <p:cNvSpPr txBox="1"/>
            <p:nvPr/>
          </p:nvSpPr>
          <p:spPr>
            <a:xfrm>
              <a:off x="7874519" y="1668314"/>
              <a:ext cx="800224" cy="706755"/>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01</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grpSp>
        <p:nvGrpSpPr>
          <p:cNvPr id="31" name="组合 30"/>
          <p:cNvGrpSpPr/>
          <p:nvPr/>
        </p:nvGrpSpPr>
        <p:grpSpPr>
          <a:xfrm>
            <a:off x="7349460" y="2617467"/>
            <a:ext cx="817163" cy="732782"/>
            <a:chOff x="8043992" y="2617467"/>
            <a:chExt cx="817163" cy="732782"/>
          </a:xfrm>
        </p:grpSpPr>
        <p:sp>
          <p:nvSpPr>
            <p:cNvPr id="32" name="文本框 31"/>
            <p:cNvSpPr txBox="1"/>
            <p:nvPr/>
          </p:nvSpPr>
          <p:spPr>
            <a:xfrm>
              <a:off x="8043992" y="2642363"/>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03</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33" name="文本框 32"/>
            <p:cNvSpPr txBox="1"/>
            <p:nvPr/>
          </p:nvSpPr>
          <p:spPr>
            <a:xfrm>
              <a:off x="8060931" y="2617467"/>
              <a:ext cx="800224" cy="706755"/>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02</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grpSp>
        <p:nvGrpSpPr>
          <p:cNvPr id="34" name="组合 33"/>
          <p:cNvGrpSpPr/>
          <p:nvPr/>
        </p:nvGrpSpPr>
        <p:grpSpPr>
          <a:xfrm>
            <a:off x="7349460" y="3562419"/>
            <a:ext cx="817163" cy="732782"/>
            <a:chOff x="8043992" y="3562419"/>
            <a:chExt cx="817163" cy="732782"/>
          </a:xfrm>
        </p:grpSpPr>
        <p:sp>
          <p:nvSpPr>
            <p:cNvPr id="35" name="文本框 34"/>
            <p:cNvSpPr txBox="1"/>
            <p:nvPr/>
          </p:nvSpPr>
          <p:spPr>
            <a:xfrm>
              <a:off x="8043992" y="3587315"/>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04</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36" name="文本框 35"/>
            <p:cNvSpPr txBox="1"/>
            <p:nvPr/>
          </p:nvSpPr>
          <p:spPr>
            <a:xfrm>
              <a:off x="8060931" y="3562419"/>
              <a:ext cx="800224" cy="706755"/>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03</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grpSp>
        <p:nvGrpSpPr>
          <p:cNvPr id="103" name="组合 102"/>
          <p:cNvGrpSpPr/>
          <p:nvPr/>
        </p:nvGrpSpPr>
        <p:grpSpPr>
          <a:xfrm>
            <a:off x="7163048" y="4507318"/>
            <a:ext cx="817163" cy="732782"/>
            <a:chOff x="7857580" y="4507318"/>
            <a:chExt cx="817163" cy="732782"/>
          </a:xfrm>
        </p:grpSpPr>
        <p:sp>
          <p:nvSpPr>
            <p:cNvPr id="104" name="文本框 103"/>
            <p:cNvSpPr txBox="1"/>
            <p:nvPr/>
          </p:nvSpPr>
          <p:spPr>
            <a:xfrm>
              <a:off x="7857580" y="4532214"/>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05</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105" name="文本框 104"/>
            <p:cNvSpPr txBox="1"/>
            <p:nvPr/>
          </p:nvSpPr>
          <p:spPr>
            <a:xfrm>
              <a:off x="7874519" y="4507318"/>
              <a:ext cx="800224" cy="706755"/>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04</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sp>
        <p:nvSpPr>
          <p:cNvPr id="37" name="文本框 36"/>
          <p:cNvSpPr txBox="1"/>
          <p:nvPr/>
        </p:nvSpPr>
        <p:spPr>
          <a:xfrm>
            <a:off x="8137193" y="2703244"/>
            <a:ext cx="2021840" cy="521970"/>
          </a:xfrm>
          <a:prstGeom prst="rect">
            <a:avLst/>
          </a:prstGeom>
          <a:noFill/>
        </p:spPr>
        <p:txBody>
          <a:bodyPr wrap="square" rtlCol="0">
            <a:spAutoFit/>
          </a:bodyPr>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rPr>
              <a:t>方案</a:t>
            </a:r>
            <a:endPar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90501" y="4189677"/>
            <a:ext cx="5368944" cy="725488"/>
          </a:xfrm>
        </p:spPr>
        <p:txBody>
          <a:bodyPr/>
          <a:lstStyle/>
          <a:p>
            <a:r>
              <a:rPr lang="zh-CN" altLang="en-US" dirty="0">
                <a:ea typeface="+mn-ea"/>
                <a:cs typeface="+mn-ea"/>
              </a:rPr>
              <a:t>目的</a:t>
            </a:r>
            <a:endParaRPr lang="zh-CN" altLang="en-US" dirty="0">
              <a:ea typeface="+mn-ea"/>
              <a:cs typeface="+mn-ea"/>
            </a:endParaRPr>
          </a:p>
        </p:txBody>
      </p:sp>
      <p:sp>
        <p:nvSpPr>
          <p:cNvPr id="3" name="日期占位符 2"/>
          <p:cNvSpPr>
            <a:spLocks noGrp="1"/>
          </p:cNvSpPr>
          <p:nvPr>
            <p:ph type="dt" sz="half" idx="12"/>
          </p:nvPr>
        </p:nvSpPr>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pic>
        <p:nvPicPr>
          <p:cNvPr id="9" name="图片 8"/>
          <p:cNvPicPr>
            <a:picLocks noChangeAspect="1"/>
          </p:cNvPicPr>
          <p:nvPr/>
        </p:nvPicPr>
        <p:blipFill>
          <a:blip r:embed="rId1"/>
          <a:srcRect l="22592" t="13433" r="22592" b="26261"/>
          <a:stretch>
            <a:fillRect/>
          </a:stretch>
        </p:blipFill>
        <p:spPr>
          <a:xfrm>
            <a:off x="904820" y="1342785"/>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dirty="0">
                <a:ea typeface="+mn-ea"/>
                <a:cs typeface="+mn-ea"/>
              </a:rPr>
              <a:t>目的</a:t>
            </a:r>
            <a:endParaRPr lang="zh-CN" altLang="en-US" dirty="0">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文本框 2"/>
          <p:cNvSpPr txBox="1"/>
          <p:nvPr/>
        </p:nvSpPr>
        <p:spPr>
          <a:xfrm>
            <a:off x="1165860" y="1193800"/>
            <a:ext cx="8018780" cy="4688840"/>
          </a:xfrm>
          <a:prstGeom prst="rect">
            <a:avLst/>
          </a:prstGeom>
        </p:spPr>
        <p:txBody>
          <a:bodyPr wrap="square">
            <a:noAutofit/>
          </a:bodyPr>
          <a:p>
            <a:pPr marL="285750" indent="-285750" fontAlgn="auto">
              <a:lnSpc>
                <a:spcPct val="150000"/>
              </a:lnSpc>
              <a:buFont typeface="Arial" panose="020B0604020202020204" pitchFamily="34" charset="0"/>
              <a:buChar char="•"/>
            </a:pPr>
            <a:r>
              <a:rPr lang="zh-CN" altLang="en-US" sz="2000" b="1"/>
              <a:t>解决大规模数据排序的效率问题</a:t>
            </a:r>
            <a:r>
              <a:rPr lang="zh-CN" altLang="en-US" sz="2000"/>
              <a:t>：针对无法全部装入内存的大数据集，提供一种高效的归并段生成方法，以减少外部排序的总时间</a:t>
            </a:r>
            <a:endParaRPr lang="zh-CN" altLang="en-US" sz="2000"/>
          </a:p>
          <a:p>
            <a:pPr indent="0" fontAlgn="auto">
              <a:lnSpc>
                <a:spcPct val="150000"/>
              </a:lnSpc>
              <a:buFont typeface="Arial" panose="020B0604020202020204" pitchFamily="34" charset="0"/>
              <a:buNone/>
            </a:pPr>
            <a:endParaRPr lang="zh-CN" altLang="en-US" sz="2000"/>
          </a:p>
          <a:p>
            <a:pPr marL="285750" indent="-285750" fontAlgn="auto">
              <a:lnSpc>
                <a:spcPct val="150000"/>
              </a:lnSpc>
              <a:buFont typeface="Arial" panose="020B0604020202020204" pitchFamily="34" charset="0"/>
              <a:buChar char="•"/>
            </a:pPr>
            <a:r>
              <a:rPr lang="zh-CN" altLang="en-US" sz="2000" b="1"/>
              <a:t>降低</a:t>
            </a:r>
            <a:r>
              <a:rPr lang="en-US" altLang="zh-CN" sz="2000" b="1"/>
              <a:t>I/O</a:t>
            </a:r>
            <a:r>
              <a:rPr lang="zh-CN" altLang="en-US" sz="2000" b="1"/>
              <a:t>开销</a:t>
            </a:r>
            <a:r>
              <a:rPr lang="zh-CN" altLang="en-US" sz="2000"/>
              <a:t>：通过生成变长的、更长的归并段，减少在归并阶段的</a:t>
            </a:r>
            <a:r>
              <a:rPr lang="en-US" altLang="zh-CN" sz="2000"/>
              <a:t>I/O</a:t>
            </a:r>
            <a:r>
              <a:rPr lang="zh-CN" altLang="en-US" sz="2000"/>
              <a:t>读写次数</a:t>
            </a:r>
            <a:endParaRPr lang="zh-CN" altLang="en-US" sz="2000"/>
          </a:p>
          <a:p>
            <a:pPr indent="0" fontAlgn="auto">
              <a:lnSpc>
                <a:spcPct val="150000"/>
              </a:lnSpc>
              <a:buFont typeface="Arial" panose="020B0604020202020204" pitchFamily="34" charset="0"/>
              <a:buNone/>
            </a:pPr>
            <a:endParaRPr lang="zh-CN" altLang="en-US" sz="2000"/>
          </a:p>
          <a:p>
            <a:pPr marL="285750" indent="-285750" fontAlgn="auto">
              <a:lnSpc>
                <a:spcPct val="150000"/>
              </a:lnSpc>
              <a:buFont typeface="Arial" panose="020B0604020202020204" pitchFamily="34" charset="0"/>
              <a:buChar char="•"/>
            </a:pPr>
            <a:r>
              <a:rPr lang="zh-CN" altLang="en-US" sz="2000" b="1"/>
              <a:t>提高系统资源利用率</a:t>
            </a:r>
            <a:r>
              <a:rPr lang="zh-CN" altLang="en-US" sz="2000"/>
              <a:t>：利用并行策略和高效的数据结构（败者树），充分发挥多线程和多核</a:t>
            </a:r>
            <a:r>
              <a:rPr lang="en-US" altLang="zh-CN" sz="2000"/>
              <a:t>CPU</a:t>
            </a:r>
            <a:r>
              <a:rPr lang="zh-CN" altLang="en-US" sz="2000"/>
              <a:t>的性能，提高排序过程中的资源利用率</a:t>
            </a:r>
            <a:endParaRPr lang="zh-CN" altLang="en-US" sz="2000"/>
          </a:p>
          <a:p>
            <a:pPr indent="0" fontAlgn="auto">
              <a:lnSpc>
                <a:spcPct val="150000"/>
              </a:lnSpc>
              <a:buFont typeface="Arial" panose="020B0604020202020204" pitchFamily="34" charset="0"/>
              <a:buNone/>
            </a:pPr>
            <a:endParaRPr lang="zh-CN" altLang="en-US" sz="2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0"/>
          </p:nvPr>
        </p:nvSpPr>
        <p:spPr/>
        <p:txBody>
          <a:bodyPr/>
          <a:lstStyle/>
          <a:p>
            <a:r>
              <a:rPr lang="zh-CN" altLang="en-US" dirty="0"/>
              <a:t>方案</a:t>
            </a:r>
            <a:endParaRPr lang="zh-CN" altLang="en-US" dirty="0"/>
          </a:p>
        </p:txBody>
      </p:sp>
      <p:sp>
        <p:nvSpPr>
          <p:cNvPr id="4" name="日期占位符 3"/>
          <p:cNvSpPr>
            <a:spLocks noGrp="1"/>
          </p:cNvSpPr>
          <p:nvPr>
            <p:ph type="dt" sz="half"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1" u="none" strike="noStrike" kern="1200" cap="none" spc="300" normalizeH="0" baseline="0" noProof="0">
                <a:ln>
                  <a:noFill/>
                </a:ln>
                <a:solidFill>
                  <a:srgbClr val="445437"/>
                </a:solidFill>
                <a:effectLst/>
                <a:uLnTx/>
                <a:uFillTx/>
                <a:latin typeface="微软雅黑" panose="020B0503020204020204" charset="-122"/>
                <a:ea typeface="微软雅黑" panose="020B0503020204020204" charset="-122"/>
                <a:cs typeface="+mn-cs"/>
              </a:rPr>
              <a:t>止于至善</a:t>
            </a:r>
            <a:endParaRPr kumimoji="0" lang="zh-CN" altLang="en-US" sz="1400" b="0" i="0" u="none" strike="noStrike" kern="1200" cap="none" spc="300" normalizeH="0" baseline="0" noProof="0" dirty="0">
              <a:ln>
                <a:noFill/>
              </a:ln>
              <a:solidFill>
                <a:prstClr val="white">
                  <a:lumMod val="75000"/>
                </a:prstClr>
              </a:solidFill>
              <a:effectLst/>
              <a:uLnTx/>
              <a:uFillTx/>
              <a:latin typeface="Arial" panose="020B0604020202020204"/>
              <a:ea typeface="微软雅黑" panose="020B0503020204020204" charset="-122"/>
              <a:cs typeface="+mn-cs"/>
            </a:endParaRPr>
          </a:p>
        </p:txBody>
      </p:sp>
      <p:pic>
        <p:nvPicPr>
          <p:cNvPr id="7" name="图片 6"/>
          <p:cNvPicPr>
            <a:picLocks noChangeAspect="1"/>
          </p:cNvPicPr>
          <p:nvPr/>
        </p:nvPicPr>
        <p:blipFill>
          <a:blip r:embed="rId1"/>
          <a:srcRect l="24588" t="13433" r="24588" b="26261"/>
          <a:stretch>
            <a:fillRect/>
          </a:stretch>
        </p:blipFill>
        <p:spPr>
          <a:xfrm>
            <a:off x="1113695" y="1342785"/>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dirty="0">
                <a:ea typeface="+mn-ea"/>
                <a:cs typeface="+mn-ea"/>
              </a:rPr>
              <a:t>方案</a:t>
            </a:r>
            <a:endParaRPr lang="zh-CN" altLang="en-US" dirty="0">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文本框 2"/>
          <p:cNvSpPr txBox="1"/>
          <p:nvPr/>
        </p:nvSpPr>
        <p:spPr>
          <a:xfrm>
            <a:off x="1216660" y="1354455"/>
            <a:ext cx="8355965" cy="3784600"/>
          </a:xfrm>
          <a:prstGeom prst="rect">
            <a:avLst/>
          </a:prstGeom>
        </p:spPr>
        <p:txBody>
          <a:bodyPr wrap="square">
            <a:spAutoFit/>
          </a:bodyPr>
          <a:p>
            <a:pPr marL="342900" indent="-342900" fontAlgn="auto">
              <a:lnSpc>
                <a:spcPct val="150000"/>
              </a:lnSpc>
              <a:buFont typeface="Arial" panose="020B0604020202020204" pitchFamily="34" charset="0"/>
              <a:buChar char="•"/>
            </a:pPr>
            <a:r>
              <a:rPr lang="zh-CN" altLang="en-US" sz="2000"/>
              <a:t>并行编程：使用多线程同时执行输入读取、归并段生成和输出写入，最大化资源利用率，减少处理时间。</a:t>
            </a:r>
            <a:endParaRPr lang="zh-CN" altLang="en-US" sz="2000"/>
          </a:p>
          <a:p>
            <a:pPr marL="342900" indent="-342900" fontAlgn="auto">
              <a:lnSpc>
                <a:spcPct val="150000"/>
              </a:lnSpc>
              <a:buFont typeface="Arial" panose="020B0604020202020204" pitchFamily="34" charset="0"/>
              <a:buChar char="•"/>
            </a:pPr>
            <a:endParaRPr lang="zh-CN" altLang="en-US" sz="2000"/>
          </a:p>
          <a:p>
            <a:pPr marL="342900" indent="-342900" fontAlgn="auto">
              <a:lnSpc>
                <a:spcPct val="150000"/>
              </a:lnSpc>
              <a:buFont typeface="Arial" panose="020B0604020202020204" pitchFamily="34" charset="0"/>
              <a:buChar char="•"/>
            </a:pPr>
            <a:r>
              <a:rPr lang="zh-CN" altLang="en-US" sz="2000">
                <a:sym typeface="+mn-ea"/>
              </a:rPr>
              <a:t>败者树（Loser Tree）：一种锦标赛树结构，可高效地维护多个输入中的最小（或最大）元素，便于高效地合并和生成归并段。</a:t>
            </a:r>
            <a:endParaRPr lang="zh-CN" altLang="en-US" sz="2000"/>
          </a:p>
          <a:p>
            <a:pPr indent="0" fontAlgn="auto">
              <a:lnSpc>
                <a:spcPct val="150000"/>
              </a:lnSpc>
              <a:buFont typeface="Arial" panose="020B0604020202020204" pitchFamily="34" charset="0"/>
              <a:buNone/>
            </a:pPr>
            <a:endParaRPr lang="zh-CN" altLang="en-US" sz="2000"/>
          </a:p>
          <a:p>
            <a:pPr marL="342900" indent="-342900" fontAlgn="auto">
              <a:lnSpc>
                <a:spcPct val="150000"/>
              </a:lnSpc>
              <a:buFont typeface="Arial" panose="020B0604020202020204" pitchFamily="34" charset="0"/>
              <a:buChar char="•"/>
            </a:pPr>
            <a:r>
              <a:rPr lang="zh-CN" altLang="en-US" sz="2000"/>
              <a:t>归并段生成：从输入中创建已排序的数据序列（归并段），供外部排序的合并阶段使用。</a:t>
            </a:r>
            <a:endParaRPr lang="zh-CN" altLang="en-US" sz="16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dirty="0">
                <a:ea typeface="+mn-ea"/>
                <a:cs typeface="+mn-ea"/>
              </a:rPr>
              <a:t>方案</a:t>
            </a:r>
            <a:endParaRPr lang="zh-CN" altLang="en-US" dirty="0">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grpSp>
        <p:nvGrpSpPr>
          <p:cNvPr id="33" name="Group 13"/>
          <p:cNvGrpSpPr/>
          <p:nvPr/>
        </p:nvGrpSpPr>
        <p:grpSpPr bwMode="auto">
          <a:xfrm>
            <a:off x="4058425" y="4586482"/>
            <a:ext cx="1600200" cy="762000"/>
            <a:chOff x="1920" y="1536"/>
            <a:chExt cx="1008" cy="1248"/>
          </a:xfrm>
          <a:solidFill>
            <a:schemeClr val="accent6">
              <a:lumMod val="40000"/>
              <a:lumOff val="60000"/>
            </a:schemeClr>
          </a:solidFill>
        </p:grpSpPr>
        <p:sp>
          <p:nvSpPr>
            <p:cNvPr id="34" name="Rectangle 14"/>
            <p:cNvSpPr>
              <a:spLocks noChangeArrowheads="1"/>
            </p:cNvSpPr>
            <p:nvPr/>
          </p:nvSpPr>
          <p:spPr bwMode="auto">
            <a:xfrm>
              <a:off x="1920" y="1536"/>
              <a:ext cx="1008" cy="1248"/>
            </a:xfrm>
            <a:prstGeom prst="rect">
              <a:avLst/>
            </a:prstGeom>
            <a:grpFill/>
            <a:ln w="12700">
              <a:solidFill>
                <a:schemeClr val="tx1"/>
              </a:solidFill>
              <a:miter lim="800000"/>
              <a:headEnd type="none" w="sm" len="sm"/>
              <a:tailEnd type="none" w="sm" len="sm"/>
            </a:ln>
          </p:spPr>
          <p:txBody>
            <a:bodyPr wrap="none" anchor="ctr"/>
            <a:lstStyle/>
            <a:p>
              <a:endParaRPr lang="en-US"/>
            </a:p>
          </p:txBody>
        </p:sp>
        <p:sp>
          <p:nvSpPr>
            <p:cNvPr id="35" name="Text Box 15"/>
            <p:cNvSpPr txBox="1">
              <a:spLocks noChangeArrowheads="1"/>
            </p:cNvSpPr>
            <p:nvPr/>
          </p:nvSpPr>
          <p:spPr bwMode="auto">
            <a:xfrm>
              <a:off x="2064" y="1926"/>
              <a:ext cx="864" cy="749"/>
            </a:xfrm>
            <a:prstGeom prst="rect">
              <a:avLst/>
            </a:prstGeom>
            <a:grpFill/>
            <a:ln>
              <a:noFill/>
            </a:ln>
          </p:spPr>
          <p:txBody>
            <a:bodyPr>
              <a:spAutoFit/>
            </a:bodyPr>
            <a:lstStyle>
              <a:lvl1pPr>
                <a:defRPr kumimoji="1" sz="3200">
                  <a:solidFill>
                    <a:srgbClr val="FFFF00"/>
                  </a:solidFill>
                  <a:latin typeface="Times New Roman" panose="02020603050405020304" charset="0"/>
                  <a:ea typeface="宋体" panose="02010600030101010101" pitchFamily="2" charset="-122"/>
                  <a:cs typeface="宋体" panose="02010600030101010101" pitchFamily="2" charset="-122"/>
                </a:defRPr>
              </a:lvl1pPr>
              <a:lvl2pPr marL="742950" indent="-285750">
                <a:defRPr kumimoji="1" sz="3200">
                  <a:solidFill>
                    <a:srgbClr val="FFFF00"/>
                  </a:solidFill>
                  <a:latin typeface="Times New Roman" panose="02020603050405020304" charset="0"/>
                  <a:ea typeface="宋体" panose="02010600030101010101" pitchFamily="2" charset="-122"/>
                </a:defRPr>
              </a:lvl2pPr>
              <a:lvl3pPr marL="1143000" indent="-228600">
                <a:defRPr kumimoji="1" sz="3200">
                  <a:solidFill>
                    <a:srgbClr val="FFFF00"/>
                  </a:solidFill>
                  <a:latin typeface="Times New Roman" panose="02020603050405020304" charset="0"/>
                  <a:ea typeface="宋体" panose="02010600030101010101" pitchFamily="2" charset="-122"/>
                </a:defRPr>
              </a:lvl3pPr>
              <a:lvl4pPr marL="1600200" indent="-228600">
                <a:defRPr kumimoji="1" sz="3200">
                  <a:solidFill>
                    <a:srgbClr val="FFFF00"/>
                  </a:solidFill>
                  <a:latin typeface="Times New Roman" panose="02020603050405020304" charset="0"/>
                  <a:ea typeface="宋体" panose="02010600030101010101" pitchFamily="2" charset="-122"/>
                </a:defRPr>
              </a:lvl4pPr>
              <a:lvl5pPr marL="2057400" indent="-228600">
                <a:defRPr kumimoji="1" sz="3200">
                  <a:solidFill>
                    <a:srgbClr val="FFFF00"/>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9pPr>
            </a:lstStyle>
            <a:p>
              <a:pPr>
                <a:spcBef>
                  <a:spcPct val="50000"/>
                </a:spcBef>
              </a:pPr>
              <a:r>
                <a:rPr kumimoji="0" lang="en-US" altLang="zh-CN" sz="2400">
                  <a:solidFill>
                    <a:srgbClr val="FFFFFF"/>
                  </a:solidFill>
                </a:rPr>
                <a:t>Input 1</a:t>
              </a:r>
              <a:endParaRPr kumimoji="0" lang="en-US" altLang="zh-CN" sz="2400">
                <a:solidFill>
                  <a:srgbClr val="FFFFFF"/>
                </a:solidFill>
              </a:endParaRPr>
            </a:p>
          </p:txBody>
        </p:sp>
      </p:grpSp>
      <p:grpSp>
        <p:nvGrpSpPr>
          <p:cNvPr id="36" name="Group 16"/>
          <p:cNvGrpSpPr/>
          <p:nvPr/>
        </p:nvGrpSpPr>
        <p:grpSpPr bwMode="auto">
          <a:xfrm>
            <a:off x="2458225" y="4586482"/>
            <a:ext cx="1600200" cy="762000"/>
            <a:chOff x="912" y="1536"/>
            <a:chExt cx="1008" cy="1248"/>
          </a:xfrm>
          <a:solidFill>
            <a:srgbClr val="92D050"/>
          </a:solidFill>
        </p:grpSpPr>
        <p:sp>
          <p:nvSpPr>
            <p:cNvPr id="37" name="Rectangle 17"/>
            <p:cNvSpPr>
              <a:spLocks noChangeArrowheads="1"/>
            </p:cNvSpPr>
            <p:nvPr/>
          </p:nvSpPr>
          <p:spPr bwMode="auto">
            <a:xfrm>
              <a:off x="912" y="1536"/>
              <a:ext cx="1008" cy="1248"/>
            </a:xfrm>
            <a:prstGeom prst="rect">
              <a:avLst/>
            </a:prstGeom>
            <a:grpFill/>
            <a:ln w="12700">
              <a:solidFill>
                <a:schemeClr val="tx1"/>
              </a:solidFill>
              <a:miter lim="800000"/>
              <a:headEnd type="none" w="sm" len="sm"/>
              <a:tailEnd type="none" w="sm" len="sm"/>
            </a:ln>
          </p:spPr>
          <p:txBody>
            <a:bodyPr wrap="none" anchor="ctr"/>
            <a:lstStyle/>
            <a:p>
              <a:endParaRPr lang="en-US"/>
            </a:p>
          </p:txBody>
        </p:sp>
        <p:sp>
          <p:nvSpPr>
            <p:cNvPr id="38" name="Text Box 18"/>
            <p:cNvSpPr txBox="1">
              <a:spLocks noChangeArrowheads="1"/>
            </p:cNvSpPr>
            <p:nvPr/>
          </p:nvSpPr>
          <p:spPr bwMode="auto">
            <a:xfrm>
              <a:off x="1056" y="1926"/>
              <a:ext cx="864" cy="749"/>
            </a:xfrm>
            <a:prstGeom prst="rect">
              <a:avLst/>
            </a:prstGeom>
            <a:grpFill/>
            <a:ln>
              <a:noFill/>
            </a:ln>
          </p:spPr>
          <p:txBody>
            <a:bodyPr>
              <a:spAutoFit/>
            </a:bodyPr>
            <a:lstStyle>
              <a:lvl1pPr>
                <a:defRPr kumimoji="1" sz="3200">
                  <a:solidFill>
                    <a:srgbClr val="FFFF00"/>
                  </a:solidFill>
                  <a:latin typeface="Times New Roman" panose="02020603050405020304" charset="0"/>
                  <a:ea typeface="宋体" panose="02010600030101010101" pitchFamily="2" charset="-122"/>
                  <a:cs typeface="宋体" panose="02010600030101010101" pitchFamily="2" charset="-122"/>
                </a:defRPr>
              </a:lvl1pPr>
              <a:lvl2pPr marL="742950" indent="-285750">
                <a:defRPr kumimoji="1" sz="3200">
                  <a:solidFill>
                    <a:srgbClr val="FFFF00"/>
                  </a:solidFill>
                  <a:latin typeface="Times New Roman" panose="02020603050405020304" charset="0"/>
                  <a:ea typeface="宋体" panose="02010600030101010101" pitchFamily="2" charset="-122"/>
                </a:defRPr>
              </a:lvl2pPr>
              <a:lvl3pPr marL="1143000" indent="-228600">
                <a:defRPr kumimoji="1" sz="3200">
                  <a:solidFill>
                    <a:srgbClr val="FFFF00"/>
                  </a:solidFill>
                  <a:latin typeface="Times New Roman" panose="02020603050405020304" charset="0"/>
                  <a:ea typeface="宋体" panose="02010600030101010101" pitchFamily="2" charset="-122"/>
                </a:defRPr>
              </a:lvl3pPr>
              <a:lvl4pPr marL="1600200" indent="-228600">
                <a:defRPr kumimoji="1" sz="3200">
                  <a:solidFill>
                    <a:srgbClr val="FFFF00"/>
                  </a:solidFill>
                  <a:latin typeface="Times New Roman" panose="02020603050405020304" charset="0"/>
                  <a:ea typeface="宋体" panose="02010600030101010101" pitchFamily="2" charset="-122"/>
                </a:defRPr>
              </a:lvl4pPr>
              <a:lvl5pPr marL="2057400" indent="-228600">
                <a:defRPr kumimoji="1" sz="3200">
                  <a:solidFill>
                    <a:srgbClr val="FFFF00"/>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9pPr>
            </a:lstStyle>
            <a:p>
              <a:pPr>
                <a:spcBef>
                  <a:spcPct val="50000"/>
                </a:spcBef>
              </a:pPr>
              <a:r>
                <a:rPr kumimoji="0" lang="en-US" altLang="zh-CN" sz="2400">
                  <a:solidFill>
                    <a:srgbClr val="FFFFFF"/>
                  </a:solidFill>
                </a:rPr>
                <a:t>Input 0</a:t>
              </a:r>
              <a:endParaRPr kumimoji="0" lang="en-US" altLang="zh-CN" sz="2400">
                <a:solidFill>
                  <a:srgbClr val="FFFFFF"/>
                </a:solidFill>
              </a:endParaRPr>
            </a:p>
          </p:txBody>
        </p:sp>
      </p:grpSp>
      <p:grpSp>
        <p:nvGrpSpPr>
          <p:cNvPr id="39" name="Group 19"/>
          <p:cNvGrpSpPr/>
          <p:nvPr/>
        </p:nvGrpSpPr>
        <p:grpSpPr bwMode="auto">
          <a:xfrm>
            <a:off x="2458225" y="2148082"/>
            <a:ext cx="1600200" cy="762000"/>
            <a:chOff x="912" y="1536"/>
            <a:chExt cx="1008" cy="1248"/>
          </a:xfrm>
          <a:solidFill>
            <a:schemeClr val="accent2">
              <a:lumMod val="60000"/>
              <a:lumOff val="40000"/>
            </a:schemeClr>
          </a:solidFill>
        </p:grpSpPr>
        <p:sp>
          <p:nvSpPr>
            <p:cNvPr id="40" name="Rectangle 20"/>
            <p:cNvSpPr>
              <a:spLocks noChangeArrowheads="1"/>
            </p:cNvSpPr>
            <p:nvPr/>
          </p:nvSpPr>
          <p:spPr bwMode="auto">
            <a:xfrm>
              <a:off x="912" y="1536"/>
              <a:ext cx="1008" cy="1248"/>
            </a:xfrm>
            <a:prstGeom prst="rect">
              <a:avLst/>
            </a:prstGeom>
            <a:grpFill/>
            <a:ln w="12700">
              <a:solidFill>
                <a:schemeClr val="tx1"/>
              </a:solidFill>
              <a:miter lim="800000"/>
              <a:headEnd type="none" w="sm" len="sm"/>
              <a:tailEnd type="none" w="sm" len="sm"/>
            </a:ln>
          </p:spPr>
          <p:txBody>
            <a:bodyPr wrap="none" anchor="ctr"/>
            <a:lstStyle/>
            <a:p>
              <a:endParaRPr lang="en-US"/>
            </a:p>
          </p:txBody>
        </p:sp>
        <p:sp>
          <p:nvSpPr>
            <p:cNvPr id="41" name="Text Box 21"/>
            <p:cNvSpPr txBox="1">
              <a:spLocks noChangeArrowheads="1"/>
            </p:cNvSpPr>
            <p:nvPr/>
          </p:nvSpPr>
          <p:spPr bwMode="auto">
            <a:xfrm>
              <a:off x="1056" y="1926"/>
              <a:ext cx="864" cy="749"/>
            </a:xfrm>
            <a:prstGeom prst="rect">
              <a:avLst/>
            </a:prstGeom>
            <a:grpFill/>
            <a:ln>
              <a:noFill/>
            </a:ln>
          </p:spPr>
          <p:txBody>
            <a:bodyPr>
              <a:spAutoFit/>
            </a:bodyPr>
            <a:lstStyle>
              <a:lvl1pPr>
                <a:defRPr kumimoji="1" sz="3200">
                  <a:solidFill>
                    <a:srgbClr val="FFFF00"/>
                  </a:solidFill>
                  <a:latin typeface="Times New Roman" panose="02020603050405020304" charset="0"/>
                  <a:ea typeface="宋体" panose="02010600030101010101" pitchFamily="2" charset="-122"/>
                  <a:cs typeface="宋体" panose="02010600030101010101" pitchFamily="2" charset="-122"/>
                </a:defRPr>
              </a:lvl1pPr>
              <a:lvl2pPr marL="742950" indent="-285750">
                <a:defRPr kumimoji="1" sz="3200">
                  <a:solidFill>
                    <a:srgbClr val="FFFF00"/>
                  </a:solidFill>
                  <a:latin typeface="Times New Roman" panose="02020603050405020304" charset="0"/>
                  <a:ea typeface="宋体" panose="02010600030101010101" pitchFamily="2" charset="-122"/>
                </a:defRPr>
              </a:lvl2pPr>
              <a:lvl3pPr marL="1143000" indent="-228600">
                <a:defRPr kumimoji="1" sz="3200">
                  <a:solidFill>
                    <a:srgbClr val="FFFF00"/>
                  </a:solidFill>
                  <a:latin typeface="Times New Roman" panose="02020603050405020304" charset="0"/>
                  <a:ea typeface="宋体" panose="02010600030101010101" pitchFamily="2" charset="-122"/>
                </a:defRPr>
              </a:lvl3pPr>
              <a:lvl4pPr marL="1600200" indent="-228600">
                <a:defRPr kumimoji="1" sz="3200">
                  <a:solidFill>
                    <a:srgbClr val="FFFF00"/>
                  </a:solidFill>
                  <a:latin typeface="Times New Roman" panose="02020603050405020304" charset="0"/>
                  <a:ea typeface="宋体" panose="02010600030101010101" pitchFamily="2" charset="-122"/>
                </a:defRPr>
              </a:lvl4pPr>
              <a:lvl5pPr marL="2057400" indent="-228600">
                <a:defRPr kumimoji="1" sz="3200">
                  <a:solidFill>
                    <a:srgbClr val="FFFF00"/>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9pPr>
            </a:lstStyle>
            <a:p>
              <a:pPr>
                <a:spcBef>
                  <a:spcPct val="50000"/>
                </a:spcBef>
              </a:pPr>
              <a:r>
                <a:rPr kumimoji="0" lang="en-US" altLang="zh-CN" sz="2400" dirty="0">
                  <a:solidFill>
                    <a:schemeClr val="accent3"/>
                  </a:solidFill>
                </a:rPr>
                <a:t>Output 0</a:t>
              </a:r>
              <a:endParaRPr kumimoji="0" lang="en-US" altLang="zh-CN" sz="2400" dirty="0">
                <a:solidFill>
                  <a:schemeClr val="accent3"/>
                </a:solidFill>
              </a:endParaRPr>
            </a:p>
          </p:txBody>
        </p:sp>
      </p:grpSp>
      <p:grpSp>
        <p:nvGrpSpPr>
          <p:cNvPr id="42" name="Group 22"/>
          <p:cNvGrpSpPr/>
          <p:nvPr/>
        </p:nvGrpSpPr>
        <p:grpSpPr bwMode="auto">
          <a:xfrm>
            <a:off x="4058425" y="2144427"/>
            <a:ext cx="1600200" cy="769310"/>
            <a:chOff x="984" y="1467"/>
            <a:chExt cx="1008" cy="1248"/>
          </a:xfrm>
          <a:solidFill>
            <a:schemeClr val="accent2">
              <a:lumMod val="40000"/>
              <a:lumOff val="60000"/>
            </a:schemeClr>
          </a:solidFill>
        </p:grpSpPr>
        <p:sp>
          <p:nvSpPr>
            <p:cNvPr id="43" name="Rectangle 23"/>
            <p:cNvSpPr>
              <a:spLocks noChangeArrowheads="1"/>
            </p:cNvSpPr>
            <p:nvPr/>
          </p:nvSpPr>
          <p:spPr bwMode="auto">
            <a:xfrm>
              <a:off x="984" y="1467"/>
              <a:ext cx="1008" cy="1248"/>
            </a:xfrm>
            <a:prstGeom prst="rect">
              <a:avLst/>
            </a:prstGeom>
            <a:grpFill/>
            <a:ln w="12700">
              <a:solidFill>
                <a:srgbClr val="92D050"/>
              </a:solidFill>
              <a:miter lim="800000"/>
              <a:headEnd type="none" w="sm" len="sm"/>
              <a:tailEnd type="none" w="sm" len="sm"/>
            </a:ln>
          </p:spPr>
          <p:txBody>
            <a:bodyPr wrap="none" anchor="ctr"/>
            <a:lstStyle/>
            <a:p>
              <a:endParaRPr lang="en-US" dirty="0">
                <a:solidFill>
                  <a:schemeClr val="accent6"/>
                </a:solidFill>
              </a:endParaRPr>
            </a:p>
          </p:txBody>
        </p:sp>
        <p:sp>
          <p:nvSpPr>
            <p:cNvPr id="44" name="Text Box 24"/>
            <p:cNvSpPr txBox="1">
              <a:spLocks noChangeArrowheads="1"/>
            </p:cNvSpPr>
            <p:nvPr/>
          </p:nvSpPr>
          <p:spPr bwMode="auto">
            <a:xfrm>
              <a:off x="1089" y="1731"/>
              <a:ext cx="864" cy="749"/>
            </a:xfrm>
            <a:prstGeom prst="rect">
              <a:avLst/>
            </a:prstGeom>
            <a:grpFill/>
            <a:ln>
              <a:noFill/>
            </a:ln>
          </p:spPr>
          <p:txBody>
            <a:bodyPr>
              <a:spAutoFit/>
            </a:bodyPr>
            <a:lstStyle>
              <a:lvl1pPr>
                <a:defRPr kumimoji="1" sz="3200">
                  <a:solidFill>
                    <a:srgbClr val="FFFF00"/>
                  </a:solidFill>
                  <a:latin typeface="Times New Roman" panose="02020603050405020304" charset="0"/>
                  <a:ea typeface="宋体" panose="02010600030101010101" pitchFamily="2" charset="-122"/>
                  <a:cs typeface="宋体" panose="02010600030101010101" pitchFamily="2" charset="-122"/>
                </a:defRPr>
              </a:lvl1pPr>
              <a:lvl2pPr marL="742950" indent="-285750">
                <a:defRPr kumimoji="1" sz="3200">
                  <a:solidFill>
                    <a:srgbClr val="FFFF00"/>
                  </a:solidFill>
                  <a:latin typeface="Times New Roman" panose="02020603050405020304" charset="0"/>
                  <a:ea typeface="宋体" panose="02010600030101010101" pitchFamily="2" charset="-122"/>
                </a:defRPr>
              </a:lvl2pPr>
              <a:lvl3pPr marL="1143000" indent="-228600">
                <a:defRPr kumimoji="1" sz="3200">
                  <a:solidFill>
                    <a:srgbClr val="FFFF00"/>
                  </a:solidFill>
                  <a:latin typeface="Times New Roman" panose="02020603050405020304" charset="0"/>
                  <a:ea typeface="宋体" panose="02010600030101010101" pitchFamily="2" charset="-122"/>
                </a:defRPr>
              </a:lvl3pPr>
              <a:lvl4pPr marL="1600200" indent="-228600">
                <a:defRPr kumimoji="1" sz="3200">
                  <a:solidFill>
                    <a:srgbClr val="FFFF00"/>
                  </a:solidFill>
                  <a:latin typeface="Times New Roman" panose="02020603050405020304" charset="0"/>
                  <a:ea typeface="宋体" panose="02010600030101010101" pitchFamily="2" charset="-122"/>
                </a:defRPr>
              </a:lvl4pPr>
              <a:lvl5pPr marL="2057400" indent="-228600">
                <a:defRPr kumimoji="1" sz="3200">
                  <a:solidFill>
                    <a:srgbClr val="FFFF00"/>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9pPr>
            </a:lstStyle>
            <a:p>
              <a:pPr>
                <a:spcBef>
                  <a:spcPct val="50000"/>
                </a:spcBef>
              </a:pPr>
              <a:r>
                <a:rPr kumimoji="0" lang="en-US" altLang="zh-CN" sz="2400" dirty="0">
                  <a:solidFill>
                    <a:schemeClr val="accent6"/>
                  </a:solidFill>
                </a:rPr>
                <a:t>Output 1</a:t>
              </a:r>
              <a:endParaRPr kumimoji="0" lang="en-US" altLang="zh-CN" sz="2400" dirty="0">
                <a:solidFill>
                  <a:schemeClr val="accent6"/>
                </a:solidFill>
              </a:endParaRPr>
            </a:p>
          </p:txBody>
        </p:sp>
      </p:grpSp>
      <p:grpSp>
        <p:nvGrpSpPr>
          <p:cNvPr id="45" name="Group 25"/>
          <p:cNvGrpSpPr/>
          <p:nvPr/>
        </p:nvGrpSpPr>
        <p:grpSpPr bwMode="auto">
          <a:xfrm>
            <a:off x="2458225" y="2910082"/>
            <a:ext cx="3200400" cy="1676400"/>
            <a:chOff x="1056" y="1248"/>
            <a:chExt cx="2016" cy="1056"/>
          </a:xfrm>
          <a:solidFill>
            <a:schemeClr val="bg1">
              <a:lumMod val="85000"/>
            </a:schemeClr>
          </a:solidFill>
        </p:grpSpPr>
        <p:sp>
          <p:nvSpPr>
            <p:cNvPr id="46" name="Rectangle 26"/>
            <p:cNvSpPr>
              <a:spLocks noChangeArrowheads="1"/>
            </p:cNvSpPr>
            <p:nvPr/>
          </p:nvSpPr>
          <p:spPr bwMode="auto">
            <a:xfrm>
              <a:off x="1056" y="1248"/>
              <a:ext cx="2016" cy="1056"/>
            </a:xfrm>
            <a:prstGeom prst="rect">
              <a:avLst/>
            </a:prstGeom>
            <a:grpFill/>
            <a:ln w="12700">
              <a:solidFill>
                <a:schemeClr val="tx1"/>
              </a:solidFill>
              <a:miter lim="800000"/>
              <a:headEnd type="none" w="sm" len="sm"/>
              <a:tailEnd type="none" w="sm" len="sm"/>
            </a:ln>
          </p:spPr>
          <p:txBody>
            <a:bodyPr wrap="none" anchor="ctr"/>
            <a:lstStyle/>
            <a:p>
              <a:endParaRPr lang="en-US"/>
            </a:p>
          </p:txBody>
        </p:sp>
        <p:sp>
          <p:nvSpPr>
            <p:cNvPr id="47" name="Text Box 27"/>
            <p:cNvSpPr txBox="1">
              <a:spLocks noChangeArrowheads="1"/>
            </p:cNvSpPr>
            <p:nvPr/>
          </p:nvSpPr>
          <p:spPr bwMode="auto">
            <a:xfrm>
              <a:off x="1584" y="1632"/>
              <a:ext cx="1056" cy="250"/>
            </a:xfrm>
            <a:prstGeom prst="rect">
              <a:avLst/>
            </a:prstGeom>
            <a:grpFill/>
            <a:ln>
              <a:noFill/>
            </a:ln>
          </p:spPr>
          <p:txBody>
            <a:bodyPr>
              <a:spAutoFit/>
            </a:bodyPr>
            <a:lstStyle>
              <a:lvl1pPr>
                <a:defRPr kumimoji="1" sz="3200">
                  <a:solidFill>
                    <a:srgbClr val="FFFF00"/>
                  </a:solidFill>
                  <a:latin typeface="Times New Roman" panose="02020603050405020304" charset="0"/>
                  <a:ea typeface="宋体" panose="02010600030101010101" pitchFamily="2" charset="-122"/>
                  <a:cs typeface="宋体" panose="02010600030101010101" pitchFamily="2" charset="-122"/>
                </a:defRPr>
              </a:lvl1pPr>
              <a:lvl2pPr marL="742950" indent="-285750">
                <a:defRPr kumimoji="1" sz="3200">
                  <a:solidFill>
                    <a:srgbClr val="FFFF00"/>
                  </a:solidFill>
                  <a:latin typeface="Times New Roman" panose="02020603050405020304" charset="0"/>
                  <a:ea typeface="宋体" panose="02010600030101010101" pitchFamily="2" charset="-122"/>
                </a:defRPr>
              </a:lvl2pPr>
              <a:lvl3pPr marL="1143000" indent="-228600">
                <a:defRPr kumimoji="1" sz="3200">
                  <a:solidFill>
                    <a:srgbClr val="FFFF00"/>
                  </a:solidFill>
                  <a:latin typeface="Times New Roman" panose="02020603050405020304" charset="0"/>
                  <a:ea typeface="宋体" panose="02010600030101010101" pitchFamily="2" charset="-122"/>
                </a:defRPr>
              </a:lvl3pPr>
              <a:lvl4pPr marL="1600200" indent="-228600">
                <a:defRPr kumimoji="1" sz="3200">
                  <a:solidFill>
                    <a:srgbClr val="FFFF00"/>
                  </a:solidFill>
                  <a:latin typeface="Times New Roman" panose="02020603050405020304" charset="0"/>
                  <a:ea typeface="宋体" panose="02010600030101010101" pitchFamily="2" charset="-122"/>
                </a:defRPr>
              </a:lvl4pPr>
              <a:lvl5pPr marL="2057400" indent="-228600">
                <a:defRPr kumimoji="1" sz="3200">
                  <a:solidFill>
                    <a:srgbClr val="FFFF00"/>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3200">
                  <a:solidFill>
                    <a:srgbClr val="FFFF00"/>
                  </a:solidFill>
                  <a:latin typeface="Times New Roman" panose="02020603050405020304" charset="0"/>
                  <a:ea typeface="宋体" panose="02010600030101010101" pitchFamily="2" charset="-122"/>
                </a:defRPr>
              </a:lvl9pPr>
            </a:lstStyle>
            <a:p>
              <a:pPr>
                <a:spcBef>
                  <a:spcPct val="50000"/>
                </a:spcBef>
              </a:pPr>
              <a:r>
                <a:rPr kumimoji="0" lang="en-US" altLang="zh-CN" sz="2000">
                  <a:solidFill>
                    <a:srgbClr val="FFFFFF"/>
                  </a:solidFill>
                </a:rPr>
                <a:t>Loser Tree</a:t>
              </a:r>
              <a:endParaRPr kumimoji="0" lang="en-US" altLang="zh-CN" sz="2000">
                <a:solidFill>
                  <a:srgbClr val="FFFFFF"/>
                </a:solidFill>
              </a:endParaRPr>
            </a:p>
          </p:txBody>
        </p:sp>
      </p:grpSp>
      <p:sp>
        <p:nvSpPr>
          <p:cNvPr id="10" name="圆柱形 9"/>
          <p:cNvSpPr/>
          <p:nvPr/>
        </p:nvSpPr>
        <p:spPr>
          <a:xfrm>
            <a:off x="3032125" y="5924550"/>
            <a:ext cx="2052955" cy="643255"/>
          </a:xfrm>
          <a:prstGeom prst="can">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r>
              <a:rPr lang="zh-CN" altLang="en-US" sz="2400" b="1">
                <a:solidFill>
                  <a:schemeClr val="bg1"/>
                </a:solidFill>
              </a:rPr>
              <a:t>磁盘</a:t>
            </a:r>
            <a:endParaRPr lang="zh-CN" altLang="en-US" sz="2400" b="1">
              <a:solidFill>
                <a:schemeClr val="bg1"/>
              </a:solidFill>
            </a:endParaRPr>
          </a:p>
        </p:txBody>
      </p:sp>
      <p:sp>
        <p:nvSpPr>
          <p:cNvPr id="11" name="圆柱形 10"/>
          <p:cNvSpPr/>
          <p:nvPr/>
        </p:nvSpPr>
        <p:spPr>
          <a:xfrm>
            <a:off x="3032125" y="929005"/>
            <a:ext cx="2052955" cy="643255"/>
          </a:xfrm>
          <a:prstGeom prst="can">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r>
              <a:rPr lang="zh-CN" altLang="en-US" sz="2400" b="1">
                <a:solidFill>
                  <a:schemeClr val="bg1"/>
                </a:solidFill>
              </a:rPr>
              <a:t>磁盘</a:t>
            </a:r>
            <a:endParaRPr lang="zh-CN" altLang="en-US" sz="2400" b="1">
              <a:solidFill>
                <a:schemeClr val="bg1"/>
              </a:solidFill>
            </a:endParaRPr>
          </a:p>
        </p:txBody>
      </p:sp>
      <p:sp>
        <p:nvSpPr>
          <p:cNvPr id="13" name="上箭头 12"/>
          <p:cNvSpPr/>
          <p:nvPr/>
        </p:nvSpPr>
        <p:spPr>
          <a:xfrm>
            <a:off x="3927475" y="1524000"/>
            <a:ext cx="280670" cy="624205"/>
          </a:xfrm>
          <a:prstGeom prst="upArrow">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
        <p:nvSpPr>
          <p:cNvPr id="14" name="上箭头 13"/>
          <p:cNvSpPr/>
          <p:nvPr/>
        </p:nvSpPr>
        <p:spPr>
          <a:xfrm>
            <a:off x="3927475" y="5348605"/>
            <a:ext cx="280670" cy="624205"/>
          </a:xfrm>
          <a:prstGeom prst="upArrow">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
        <p:nvSpPr>
          <p:cNvPr id="15" name="文本框 14"/>
          <p:cNvSpPr txBox="1"/>
          <p:nvPr/>
        </p:nvSpPr>
        <p:spPr>
          <a:xfrm>
            <a:off x="7275195" y="5142865"/>
            <a:ext cx="3494405" cy="737235"/>
          </a:xfrm>
          <a:prstGeom prst="rect">
            <a:avLst/>
          </a:prstGeom>
          <a:noFill/>
        </p:spPr>
        <p:txBody>
          <a:bodyPr wrap="square" rtlCol="0">
            <a:spAutoFit/>
          </a:bodyPr>
          <a:p>
            <a:r>
              <a:rPr lang="en-US" altLang="zh-CN" sz="2400"/>
              <a:t>Thread 1</a:t>
            </a:r>
            <a:r>
              <a:rPr lang="zh-CN" altLang="en-US" sz="2400"/>
              <a:t>：</a:t>
            </a:r>
            <a:endParaRPr lang="zh-CN" altLang="en-US" sz="2400"/>
          </a:p>
          <a:p>
            <a:r>
              <a:rPr lang="zh-CN" altLang="en-US"/>
              <a:t>从输入文件读取数据块</a:t>
            </a:r>
            <a:endParaRPr lang="zh-CN" altLang="en-US"/>
          </a:p>
        </p:txBody>
      </p:sp>
      <p:sp>
        <p:nvSpPr>
          <p:cNvPr id="16" name="文本框 15"/>
          <p:cNvSpPr txBox="1"/>
          <p:nvPr/>
        </p:nvSpPr>
        <p:spPr>
          <a:xfrm>
            <a:off x="7275195" y="3121025"/>
            <a:ext cx="3493770" cy="1014730"/>
          </a:xfrm>
          <a:prstGeom prst="rect">
            <a:avLst/>
          </a:prstGeom>
          <a:noFill/>
        </p:spPr>
        <p:txBody>
          <a:bodyPr wrap="square" rtlCol="0">
            <a:spAutoFit/>
          </a:bodyPr>
          <a:p>
            <a:r>
              <a:rPr lang="en-US" altLang="zh-CN" sz="2400"/>
              <a:t>Thread 2</a:t>
            </a:r>
            <a:r>
              <a:rPr lang="zh-CN" altLang="en-US" sz="2400"/>
              <a:t>：</a:t>
            </a:r>
            <a:endParaRPr lang="zh-CN" altLang="en-US" sz="2400"/>
          </a:p>
          <a:p>
            <a:r>
              <a:rPr lang="zh-CN" altLang="en-US"/>
              <a:t>使用败者树从缓冲区中的数据生成已排序的归并段</a:t>
            </a:r>
            <a:endParaRPr lang="zh-CN" altLang="en-US"/>
          </a:p>
        </p:txBody>
      </p:sp>
      <p:sp>
        <p:nvSpPr>
          <p:cNvPr id="17" name="文本框 16"/>
          <p:cNvSpPr txBox="1"/>
          <p:nvPr/>
        </p:nvSpPr>
        <p:spPr>
          <a:xfrm>
            <a:off x="7275195" y="1661795"/>
            <a:ext cx="3493770" cy="737235"/>
          </a:xfrm>
          <a:prstGeom prst="rect">
            <a:avLst/>
          </a:prstGeom>
          <a:noFill/>
        </p:spPr>
        <p:txBody>
          <a:bodyPr wrap="square" rtlCol="0">
            <a:spAutoFit/>
          </a:bodyPr>
          <a:p>
            <a:r>
              <a:rPr lang="en-US" altLang="zh-CN" sz="2400"/>
              <a:t>Thread 3</a:t>
            </a:r>
            <a:r>
              <a:rPr lang="zh-CN" altLang="en-US" sz="2400"/>
              <a:t>：</a:t>
            </a:r>
            <a:endParaRPr lang="zh-CN" altLang="en-US" sz="2400"/>
          </a:p>
          <a:p>
            <a:r>
              <a:rPr lang="zh-CN" altLang="en-US"/>
              <a:t>将已排序的归并段写入输出文件</a:t>
            </a:r>
            <a:endParaRPr lang="zh-CN" altLang="en-US"/>
          </a:p>
        </p:txBody>
      </p:sp>
      <p:sp>
        <p:nvSpPr>
          <p:cNvPr id="18" name="左右箭头 17"/>
          <p:cNvSpPr/>
          <p:nvPr/>
        </p:nvSpPr>
        <p:spPr>
          <a:xfrm>
            <a:off x="5749290" y="1811655"/>
            <a:ext cx="1479550" cy="436880"/>
          </a:xfrm>
          <a:prstGeom prst="leftRightArrow">
            <a:avLst/>
          </a:prstGeom>
          <a:solidFill>
            <a:schemeClr val="accent3">
              <a:lumMod val="40000"/>
              <a:lumOff val="60000"/>
            </a:schemeClr>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
        <p:nvSpPr>
          <p:cNvPr id="19" name="左右箭头 18"/>
          <p:cNvSpPr/>
          <p:nvPr/>
        </p:nvSpPr>
        <p:spPr>
          <a:xfrm>
            <a:off x="5749290" y="3409950"/>
            <a:ext cx="1479550" cy="436880"/>
          </a:xfrm>
          <a:prstGeom prst="leftRightArrow">
            <a:avLst/>
          </a:prstGeom>
          <a:solidFill>
            <a:schemeClr val="accent3">
              <a:lumMod val="40000"/>
              <a:lumOff val="60000"/>
            </a:schemeClr>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
        <p:nvSpPr>
          <p:cNvPr id="20" name="左右箭头 19"/>
          <p:cNvSpPr/>
          <p:nvPr/>
        </p:nvSpPr>
        <p:spPr>
          <a:xfrm>
            <a:off x="5795645" y="5281930"/>
            <a:ext cx="1479550" cy="436880"/>
          </a:xfrm>
          <a:prstGeom prst="leftRightArrow">
            <a:avLst/>
          </a:prstGeom>
          <a:solidFill>
            <a:schemeClr val="accent3">
              <a:lumMod val="40000"/>
              <a:lumOff val="60000"/>
            </a:schemeClr>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zh-CN" altLang="en-US" dirty="0">
                <a:ea typeface="+mn-ea"/>
                <a:cs typeface="+mn-ea"/>
              </a:rPr>
              <a:t>实现</a:t>
            </a:r>
            <a:endParaRPr lang="zh-CN" altLang="en-US" dirty="0">
              <a:ea typeface="+mn-ea"/>
              <a:cs typeface="+mn-ea"/>
            </a:endParaRPr>
          </a:p>
        </p:txBody>
      </p:sp>
      <p:sp>
        <p:nvSpPr>
          <p:cNvPr id="7" name="日期占位符 6"/>
          <p:cNvSpPr>
            <a:spLocks noGrp="1"/>
          </p:cNvSpPr>
          <p:nvPr>
            <p:ph type="dt" sz="half" idx="12"/>
          </p:nvPr>
        </p:nvSpPr>
        <p:spPr>
          <a:xfrm>
            <a:off x="660400" y="6235702"/>
            <a:ext cx="334264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1" u="none" strike="noStrike" kern="1200" cap="none" spc="300" normalizeH="0" baseline="0" noProof="0">
                <a:ln>
                  <a:noFill/>
                </a:ln>
                <a:solidFill>
                  <a:srgbClr val="445437"/>
                </a:solidFill>
                <a:effectLst/>
                <a:uLnTx/>
                <a:uFillTx/>
                <a:latin typeface="微软雅黑" panose="020B0503020204020204" charset="-122"/>
                <a:ea typeface="微软雅黑" panose="020B0503020204020204" charset="-122"/>
                <a:cs typeface="+mn-ea"/>
              </a:rPr>
              <a:t>止于至善</a:t>
            </a:r>
            <a:endParaRPr kumimoji="0" lang="zh-CN" altLang="en-US" sz="1400" b="0" i="0" u="none" strike="noStrike" kern="1200" cap="none" spc="300" normalizeH="0" baseline="0" noProof="0" dirty="0">
              <a:ln>
                <a:noFill/>
              </a:ln>
              <a:solidFill>
                <a:prstClr val="white">
                  <a:lumMod val="75000"/>
                </a:prstClr>
              </a:solidFill>
              <a:effectLst/>
              <a:uLnTx/>
              <a:uFillTx/>
              <a:latin typeface="Arial" panose="020B0604020202020204"/>
              <a:ea typeface="微软雅黑" panose="020B0503020204020204" charset="-122"/>
              <a:cs typeface="+mn-ea"/>
            </a:endParaRPr>
          </a:p>
        </p:txBody>
      </p:sp>
      <p:pic>
        <p:nvPicPr>
          <p:cNvPr id="8" name="图片 7"/>
          <p:cNvPicPr>
            <a:picLocks noChangeAspect="1"/>
          </p:cNvPicPr>
          <p:nvPr/>
        </p:nvPicPr>
        <p:blipFill>
          <a:blip r:embed="rId1"/>
          <a:srcRect l="24588" t="13433" r="24588" b="26261"/>
          <a:stretch>
            <a:fillRect/>
          </a:stretch>
        </p:blipFill>
        <p:spPr>
          <a:xfrm>
            <a:off x="1115807" y="1342785"/>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4" name="文本占位符 3"/>
          <p:cNvSpPr/>
          <p:nvPr>
            <p:ph type="body" sz="quarter" idx="11"/>
          </p:nvPr>
        </p:nvSpPr>
        <p:spPr>
          <a:xfrm>
            <a:off x="1216933" y="347251"/>
            <a:ext cx="8920029" cy="399415"/>
          </a:xfrm>
        </p:spPr>
        <p:txBody>
          <a:bodyPr/>
          <a:p>
            <a:r>
              <a:rPr lang="zh-CN" altLang="en-US">
                <a:sym typeface="+mn-ea"/>
              </a:rPr>
              <a:t>并行编程</a:t>
            </a:r>
            <a:endParaRPr lang="zh-CN" altLang="en-US"/>
          </a:p>
        </p:txBody>
      </p:sp>
      <p:pic>
        <p:nvPicPr>
          <p:cNvPr id="5" name="图片 4"/>
          <p:cNvPicPr>
            <a:picLocks noChangeAspect="1"/>
          </p:cNvPicPr>
          <p:nvPr/>
        </p:nvPicPr>
        <p:blipFill>
          <a:blip r:embed="rId1"/>
          <a:stretch>
            <a:fillRect/>
          </a:stretch>
        </p:blipFill>
        <p:spPr>
          <a:xfrm>
            <a:off x="5208270" y="1555115"/>
            <a:ext cx="6440805" cy="2907030"/>
          </a:xfrm>
          <a:prstGeom prst="rect">
            <a:avLst/>
          </a:prstGeom>
        </p:spPr>
      </p:pic>
      <p:sp>
        <p:nvSpPr>
          <p:cNvPr id="15" name="文本框 14"/>
          <p:cNvSpPr txBox="1"/>
          <p:nvPr/>
        </p:nvSpPr>
        <p:spPr>
          <a:xfrm>
            <a:off x="1402715" y="1405255"/>
            <a:ext cx="3494405" cy="737235"/>
          </a:xfrm>
          <a:prstGeom prst="rect">
            <a:avLst/>
          </a:prstGeom>
          <a:noFill/>
        </p:spPr>
        <p:txBody>
          <a:bodyPr wrap="square" rtlCol="0">
            <a:spAutoFit/>
          </a:bodyPr>
          <a:p>
            <a:r>
              <a:rPr lang="en-US" altLang="zh-CN" sz="2400"/>
              <a:t>Thread 1</a:t>
            </a:r>
            <a:r>
              <a:rPr lang="zh-CN" altLang="en-US" sz="2400"/>
              <a:t>：</a:t>
            </a:r>
            <a:endParaRPr lang="zh-CN" altLang="en-US" sz="2400"/>
          </a:p>
          <a:p>
            <a:r>
              <a:rPr lang="zh-CN" altLang="en-US"/>
              <a:t>从输入文件读取数据块</a:t>
            </a:r>
            <a:endParaRPr lang="zh-CN" altLang="en-US"/>
          </a:p>
        </p:txBody>
      </p:sp>
      <p:sp>
        <p:nvSpPr>
          <p:cNvPr id="16" name="文本框 15"/>
          <p:cNvSpPr txBox="1"/>
          <p:nvPr/>
        </p:nvSpPr>
        <p:spPr>
          <a:xfrm>
            <a:off x="1402715" y="2688590"/>
            <a:ext cx="3493770" cy="1014730"/>
          </a:xfrm>
          <a:prstGeom prst="rect">
            <a:avLst/>
          </a:prstGeom>
          <a:noFill/>
        </p:spPr>
        <p:txBody>
          <a:bodyPr wrap="square" rtlCol="0">
            <a:spAutoFit/>
          </a:bodyPr>
          <a:p>
            <a:r>
              <a:rPr lang="en-US" altLang="zh-CN" sz="2400"/>
              <a:t>Thread 2</a:t>
            </a:r>
            <a:r>
              <a:rPr lang="zh-CN" altLang="en-US" sz="2400"/>
              <a:t>：</a:t>
            </a:r>
            <a:endParaRPr lang="zh-CN" altLang="en-US" sz="2400"/>
          </a:p>
          <a:p>
            <a:r>
              <a:rPr lang="zh-CN" altLang="en-US"/>
              <a:t>使用败者树从缓冲区中的数据生成已排序的归并段</a:t>
            </a:r>
            <a:endParaRPr lang="zh-CN" altLang="en-US"/>
          </a:p>
        </p:txBody>
      </p:sp>
      <p:sp>
        <p:nvSpPr>
          <p:cNvPr id="17" name="文本框 16"/>
          <p:cNvSpPr txBox="1"/>
          <p:nvPr/>
        </p:nvSpPr>
        <p:spPr>
          <a:xfrm>
            <a:off x="1403350" y="4344670"/>
            <a:ext cx="3493770" cy="737235"/>
          </a:xfrm>
          <a:prstGeom prst="rect">
            <a:avLst/>
          </a:prstGeom>
          <a:noFill/>
        </p:spPr>
        <p:txBody>
          <a:bodyPr wrap="square" rtlCol="0">
            <a:spAutoFit/>
          </a:bodyPr>
          <a:p>
            <a:r>
              <a:rPr lang="en-US" altLang="zh-CN" sz="2400"/>
              <a:t>Thread 3</a:t>
            </a:r>
            <a:r>
              <a:rPr lang="zh-CN" altLang="en-US" sz="2400"/>
              <a:t>：</a:t>
            </a:r>
            <a:endParaRPr lang="zh-CN" altLang="en-US" sz="2400"/>
          </a:p>
          <a:p>
            <a:r>
              <a:rPr lang="zh-CN" altLang="en-US"/>
              <a:t>将已排序的归并段写入输出文件</a:t>
            </a:r>
            <a:endParaRPr lang="zh-CN" altLang="en-US"/>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p:txBody>
          <a:bodyPr/>
          <a:lstStyle/>
          <a:p>
            <a:r>
              <a:rPr lang="zh-CN" altLang="en-US" dirty="0">
                <a:ea typeface="+mn-ea"/>
                <a:cs typeface="+mn-ea"/>
              </a:rPr>
              <a:t>败者树实现</a:t>
            </a:r>
            <a:endParaRPr lang="zh-CN" altLang="en-US" dirty="0">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48" name="Rectangle 2"/>
          <p:cNvSpPr>
            <a:spLocks noChangeArrowheads="1"/>
          </p:cNvSpPr>
          <p:nvPr/>
        </p:nvSpPr>
        <p:spPr bwMode="auto">
          <a:xfrm>
            <a:off x="22848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0" name="Rectangle 3"/>
          <p:cNvSpPr>
            <a:spLocks noChangeArrowheads="1"/>
          </p:cNvSpPr>
          <p:nvPr/>
        </p:nvSpPr>
        <p:spPr bwMode="auto">
          <a:xfrm>
            <a:off x="28182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1" name="Rectangle 4"/>
          <p:cNvSpPr>
            <a:spLocks noChangeArrowheads="1"/>
          </p:cNvSpPr>
          <p:nvPr/>
        </p:nvSpPr>
        <p:spPr bwMode="auto">
          <a:xfrm>
            <a:off x="33516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2" name="Rectangle 5"/>
          <p:cNvSpPr>
            <a:spLocks noChangeArrowheads="1"/>
          </p:cNvSpPr>
          <p:nvPr/>
        </p:nvSpPr>
        <p:spPr bwMode="auto">
          <a:xfrm>
            <a:off x="38850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3" name="Rectangle 6"/>
          <p:cNvSpPr>
            <a:spLocks noChangeArrowheads="1"/>
          </p:cNvSpPr>
          <p:nvPr/>
        </p:nvSpPr>
        <p:spPr bwMode="auto">
          <a:xfrm>
            <a:off x="44184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4" name="Rectangle 7"/>
          <p:cNvSpPr>
            <a:spLocks noChangeArrowheads="1"/>
          </p:cNvSpPr>
          <p:nvPr/>
        </p:nvSpPr>
        <p:spPr bwMode="auto">
          <a:xfrm>
            <a:off x="49518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5" name="Rectangle 8"/>
          <p:cNvSpPr>
            <a:spLocks noChangeArrowheads="1"/>
          </p:cNvSpPr>
          <p:nvPr/>
        </p:nvSpPr>
        <p:spPr bwMode="auto">
          <a:xfrm>
            <a:off x="54852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6" name="Rectangle 9"/>
          <p:cNvSpPr>
            <a:spLocks noChangeArrowheads="1"/>
          </p:cNvSpPr>
          <p:nvPr/>
        </p:nvSpPr>
        <p:spPr bwMode="auto">
          <a:xfrm>
            <a:off x="60186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7" name="Rectangle 10"/>
          <p:cNvSpPr>
            <a:spLocks noChangeArrowheads="1"/>
          </p:cNvSpPr>
          <p:nvPr/>
        </p:nvSpPr>
        <p:spPr bwMode="auto">
          <a:xfrm>
            <a:off x="65520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8" name="Rectangle 11"/>
          <p:cNvSpPr>
            <a:spLocks noChangeArrowheads="1"/>
          </p:cNvSpPr>
          <p:nvPr/>
        </p:nvSpPr>
        <p:spPr bwMode="auto">
          <a:xfrm>
            <a:off x="70854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9" name="Rectangle 12"/>
          <p:cNvSpPr>
            <a:spLocks noChangeArrowheads="1"/>
          </p:cNvSpPr>
          <p:nvPr/>
        </p:nvSpPr>
        <p:spPr bwMode="auto">
          <a:xfrm>
            <a:off x="76188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0" name="Rectangle 13"/>
          <p:cNvSpPr>
            <a:spLocks noChangeArrowheads="1"/>
          </p:cNvSpPr>
          <p:nvPr/>
        </p:nvSpPr>
        <p:spPr bwMode="auto">
          <a:xfrm>
            <a:off x="81522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1" name="Rectangle 14"/>
          <p:cNvSpPr>
            <a:spLocks noChangeArrowheads="1"/>
          </p:cNvSpPr>
          <p:nvPr/>
        </p:nvSpPr>
        <p:spPr bwMode="auto">
          <a:xfrm>
            <a:off x="86856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2" name="Rectangle 15"/>
          <p:cNvSpPr>
            <a:spLocks noChangeArrowheads="1"/>
          </p:cNvSpPr>
          <p:nvPr/>
        </p:nvSpPr>
        <p:spPr bwMode="auto">
          <a:xfrm>
            <a:off x="92190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3" name="Rectangle 16"/>
          <p:cNvSpPr>
            <a:spLocks noChangeArrowheads="1"/>
          </p:cNvSpPr>
          <p:nvPr/>
        </p:nvSpPr>
        <p:spPr bwMode="auto">
          <a:xfrm>
            <a:off x="97524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4" name="Rectangle 17"/>
          <p:cNvSpPr>
            <a:spLocks noChangeArrowheads="1"/>
          </p:cNvSpPr>
          <p:nvPr/>
        </p:nvSpPr>
        <p:spPr bwMode="auto">
          <a:xfrm>
            <a:off x="10285831" y="563568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5" name="Oval 18"/>
          <p:cNvSpPr>
            <a:spLocks noChangeArrowheads="1"/>
          </p:cNvSpPr>
          <p:nvPr/>
        </p:nvSpPr>
        <p:spPr bwMode="auto">
          <a:xfrm>
            <a:off x="2435643" y="47974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66" name="Oval 19"/>
          <p:cNvSpPr>
            <a:spLocks noChangeArrowheads="1"/>
          </p:cNvSpPr>
          <p:nvPr/>
        </p:nvSpPr>
        <p:spPr bwMode="auto">
          <a:xfrm>
            <a:off x="4569243" y="47974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67" name="Oval 20"/>
          <p:cNvSpPr>
            <a:spLocks noChangeArrowheads="1"/>
          </p:cNvSpPr>
          <p:nvPr/>
        </p:nvSpPr>
        <p:spPr bwMode="auto">
          <a:xfrm>
            <a:off x="5636043" y="47974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68" name="Oval 21"/>
          <p:cNvSpPr>
            <a:spLocks noChangeArrowheads="1"/>
          </p:cNvSpPr>
          <p:nvPr/>
        </p:nvSpPr>
        <p:spPr bwMode="auto">
          <a:xfrm>
            <a:off x="6702843" y="47974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69" name="Oval 22"/>
          <p:cNvSpPr>
            <a:spLocks noChangeArrowheads="1"/>
          </p:cNvSpPr>
          <p:nvPr/>
        </p:nvSpPr>
        <p:spPr bwMode="auto">
          <a:xfrm>
            <a:off x="7769643" y="47974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0" name="Oval 23"/>
          <p:cNvSpPr>
            <a:spLocks noChangeArrowheads="1"/>
          </p:cNvSpPr>
          <p:nvPr/>
        </p:nvSpPr>
        <p:spPr bwMode="auto">
          <a:xfrm>
            <a:off x="8836443" y="47974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1" name="Oval 24"/>
          <p:cNvSpPr>
            <a:spLocks noChangeArrowheads="1"/>
          </p:cNvSpPr>
          <p:nvPr/>
        </p:nvSpPr>
        <p:spPr bwMode="auto">
          <a:xfrm>
            <a:off x="9903243" y="47974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2" name="Oval 25"/>
          <p:cNvSpPr>
            <a:spLocks noChangeArrowheads="1"/>
          </p:cNvSpPr>
          <p:nvPr/>
        </p:nvSpPr>
        <p:spPr bwMode="auto">
          <a:xfrm>
            <a:off x="2969043" y="38068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3" name="Oval 26"/>
          <p:cNvSpPr>
            <a:spLocks noChangeArrowheads="1"/>
          </p:cNvSpPr>
          <p:nvPr/>
        </p:nvSpPr>
        <p:spPr bwMode="auto">
          <a:xfrm>
            <a:off x="5102643" y="38068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4" name="Oval 27"/>
          <p:cNvSpPr>
            <a:spLocks noChangeArrowheads="1"/>
          </p:cNvSpPr>
          <p:nvPr/>
        </p:nvSpPr>
        <p:spPr bwMode="auto">
          <a:xfrm>
            <a:off x="7236243" y="38068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5" name="Oval 28"/>
          <p:cNvSpPr>
            <a:spLocks noChangeArrowheads="1"/>
          </p:cNvSpPr>
          <p:nvPr/>
        </p:nvSpPr>
        <p:spPr bwMode="auto">
          <a:xfrm>
            <a:off x="9369843" y="38068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6" name="Oval 29"/>
          <p:cNvSpPr>
            <a:spLocks noChangeArrowheads="1"/>
          </p:cNvSpPr>
          <p:nvPr/>
        </p:nvSpPr>
        <p:spPr bwMode="auto">
          <a:xfrm>
            <a:off x="4112043" y="26638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7" name="Oval 31"/>
          <p:cNvSpPr>
            <a:spLocks noChangeArrowheads="1"/>
          </p:cNvSpPr>
          <p:nvPr/>
        </p:nvSpPr>
        <p:spPr bwMode="auto">
          <a:xfrm>
            <a:off x="6245643" y="16732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8" name="Line 32"/>
          <p:cNvSpPr>
            <a:spLocks noChangeShapeType="1"/>
          </p:cNvSpPr>
          <p:nvPr/>
        </p:nvSpPr>
        <p:spPr bwMode="auto">
          <a:xfrm flipH="1">
            <a:off x="4486693" y="1971737"/>
            <a:ext cx="17526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79" name="Line 33"/>
          <p:cNvSpPr>
            <a:spLocks noChangeShapeType="1"/>
          </p:cNvSpPr>
          <p:nvPr/>
        </p:nvSpPr>
        <p:spPr bwMode="auto">
          <a:xfrm>
            <a:off x="6696493" y="1971737"/>
            <a:ext cx="1752600" cy="838200"/>
          </a:xfrm>
          <a:prstGeom prst="line">
            <a:avLst/>
          </a:prstGeom>
          <a:noFill/>
          <a:ln w="12700">
            <a:solidFill>
              <a:schemeClr val="tx1"/>
            </a:solidFill>
            <a:round/>
            <a:headEnd type="none" w="sm" len="sm"/>
            <a:tailEnd type="none" w="sm" len="sm"/>
          </a:ln>
        </p:spPr>
        <p:txBody>
          <a:bodyPr/>
          <a:lstStyle/>
          <a:p>
            <a:endParaRPr lang="zh-CN" altLang="en-US"/>
          </a:p>
        </p:txBody>
      </p:sp>
      <p:sp>
        <p:nvSpPr>
          <p:cNvPr id="80" name="Line 34"/>
          <p:cNvSpPr>
            <a:spLocks noChangeShapeType="1"/>
          </p:cNvSpPr>
          <p:nvPr/>
        </p:nvSpPr>
        <p:spPr bwMode="auto">
          <a:xfrm flipH="1">
            <a:off x="3191293" y="3038537"/>
            <a:ext cx="9906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1" name="Line 35"/>
          <p:cNvSpPr>
            <a:spLocks noChangeShapeType="1"/>
          </p:cNvSpPr>
          <p:nvPr/>
        </p:nvSpPr>
        <p:spPr bwMode="auto">
          <a:xfrm>
            <a:off x="4562893" y="3038537"/>
            <a:ext cx="6858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2" name="Line 36"/>
          <p:cNvSpPr>
            <a:spLocks noChangeShapeType="1"/>
          </p:cNvSpPr>
          <p:nvPr/>
        </p:nvSpPr>
        <p:spPr bwMode="auto">
          <a:xfrm flipH="1">
            <a:off x="7610893" y="3190937"/>
            <a:ext cx="685800" cy="685800"/>
          </a:xfrm>
          <a:prstGeom prst="line">
            <a:avLst/>
          </a:prstGeom>
          <a:noFill/>
          <a:ln w="12700">
            <a:solidFill>
              <a:schemeClr val="tx1"/>
            </a:solidFill>
            <a:round/>
            <a:headEnd type="none" w="sm" len="sm"/>
            <a:tailEnd type="none" w="sm" len="sm"/>
          </a:ln>
        </p:spPr>
        <p:txBody>
          <a:bodyPr/>
          <a:lstStyle/>
          <a:p>
            <a:endParaRPr lang="zh-CN" altLang="en-US"/>
          </a:p>
        </p:txBody>
      </p:sp>
      <p:sp>
        <p:nvSpPr>
          <p:cNvPr id="83" name="Line 37"/>
          <p:cNvSpPr>
            <a:spLocks noChangeShapeType="1"/>
          </p:cNvSpPr>
          <p:nvPr/>
        </p:nvSpPr>
        <p:spPr bwMode="auto">
          <a:xfrm>
            <a:off x="8753893" y="3114737"/>
            <a:ext cx="685800" cy="685800"/>
          </a:xfrm>
          <a:prstGeom prst="line">
            <a:avLst/>
          </a:prstGeom>
          <a:noFill/>
          <a:ln w="12700">
            <a:solidFill>
              <a:schemeClr val="tx1"/>
            </a:solidFill>
            <a:round/>
            <a:headEnd type="none" w="sm" len="sm"/>
            <a:tailEnd type="none" w="sm" len="sm"/>
          </a:ln>
        </p:spPr>
        <p:txBody>
          <a:bodyPr/>
          <a:lstStyle/>
          <a:p>
            <a:endParaRPr lang="zh-CN" altLang="en-US"/>
          </a:p>
        </p:txBody>
      </p:sp>
      <p:sp>
        <p:nvSpPr>
          <p:cNvPr id="84" name="Line 38"/>
          <p:cNvSpPr>
            <a:spLocks noChangeShapeType="1"/>
          </p:cNvSpPr>
          <p:nvPr/>
        </p:nvSpPr>
        <p:spPr bwMode="auto">
          <a:xfrm flipH="1">
            <a:off x="2657893" y="4181537"/>
            <a:ext cx="3810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5" name="Line 39"/>
          <p:cNvSpPr>
            <a:spLocks noChangeShapeType="1"/>
          </p:cNvSpPr>
          <p:nvPr/>
        </p:nvSpPr>
        <p:spPr bwMode="auto">
          <a:xfrm>
            <a:off x="3343693" y="4181537"/>
            <a:ext cx="3048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6" name="Line 40"/>
          <p:cNvSpPr>
            <a:spLocks noChangeShapeType="1"/>
          </p:cNvSpPr>
          <p:nvPr/>
        </p:nvSpPr>
        <p:spPr bwMode="auto">
          <a:xfrm flipH="1">
            <a:off x="4943893" y="4257737"/>
            <a:ext cx="3048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7" name="Line 41"/>
          <p:cNvSpPr>
            <a:spLocks noChangeShapeType="1"/>
          </p:cNvSpPr>
          <p:nvPr/>
        </p:nvSpPr>
        <p:spPr bwMode="auto">
          <a:xfrm>
            <a:off x="5553493" y="4105337"/>
            <a:ext cx="3048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8" name="Line 42"/>
          <p:cNvSpPr>
            <a:spLocks noChangeShapeType="1"/>
          </p:cNvSpPr>
          <p:nvPr/>
        </p:nvSpPr>
        <p:spPr bwMode="auto">
          <a:xfrm flipH="1">
            <a:off x="7001293" y="4257737"/>
            <a:ext cx="304800" cy="533400"/>
          </a:xfrm>
          <a:prstGeom prst="line">
            <a:avLst/>
          </a:prstGeom>
          <a:noFill/>
          <a:ln w="12700">
            <a:solidFill>
              <a:schemeClr val="tx1"/>
            </a:solidFill>
            <a:round/>
            <a:headEnd type="none" w="sm" len="sm"/>
            <a:tailEnd type="none" w="sm" len="sm"/>
          </a:ln>
        </p:spPr>
        <p:txBody>
          <a:bodyPr/>
          <a:lstStyle/>
          <a:p>
            <a:endParaRPr lang="zh-CN" altLang="en-US"/>
          </a:p>
        </p:txBody>
      </p:sp>
      <p:sp>
        <p:nvSpPr>
          <p:cNvPr id="89" name="Line 43"/>
          <p:cNvSpPr>
            <a:spLocks noChangeShapeType="1"/>
          </p:cNvSpPr>
          <p:nvPr/>
        </p:nvSpPr>
        <p:spPr bwMode="auto">
          <a:xfrm>
            <a:off x="7610893" y="4257737"/>
            <a:ext cx="304800" cy="533400"/>
          </a:xfrm>
          <a:prstGeom prst="line">
            <a:avLst/>
          </a:prstGeom>
          <a:noFill/>
          <a:ln w="12700">
            <a:solidFill>
              <a:schemeClr val="tx1"/>
            </a:solidFill>
            <a:round/>
            <a:headEnd type="none" w="sm" len="sm"/>
            <a:tailEnd type="none" w="sm" len="sm"/>
          </a:ln>
        </p:spPr>
        <p:txBody>
          <a:bodyPr/>
          <a:lstStyle/>
          <a:p>
            <a:endParaRPr lang="zh-CN" altLang="en-US"/>
          </a:p>
        </p:txBody>
      </p:sp>
      <p:sp>
        <p:nvSpPr>
          <p:cNvPr id="90" name="Line 44"/>
          <p:cNvSpPr>
            <a:spLocks noChangeShapeType="1"/>
          </p:cNvSpPr>
          <p:nvPr/>
        </p:nvSpPr>
        <p:spPr bwMode="auto">
          <a:xfrm flipH="1">
            <a:off x="8982493" y="4181537"/>
            <a:ext cx="4572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91" name="Line 45"/>
          <p:cNvSpPr>
            <a:spLocks noChangeShapeType="1"/>
          </p:cNvSpPr>
          <p:nvPr/>
        </p:nvSpPr>
        <p:spPr bwMode="auto">
          <a:xfrm>
            <a:off x="9744493" y="4181537"/>
            <a:ext cx="3810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92" name="Line 46"/>
          <p:cNvSpPr>
            <a:spLocks noChangeShapeType="1"/>
          </p:cNvSpPr>
          <p:nvPr/>
        </p:nvSpPr>
        <p:spPr bwMode="auto">
          <a:xfrm flipH="1">
            <a:off x="23530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3" name="Line 47"/>
          <p:cNvSpPr>
            <a:spLocks noChangeShapeType="1"/>
          </p:cNvSpPr>
          <p:nvPr/>
        </p:nvSpPr>
        <p:spPr bwMode="auto">
          <a:xfrm flipH="1">
            <a:off x="34198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4" name="Line 48"/>
          <p:cNvSpPr>
            <a:spLocks noChangeShapeType="1"/>
          </p:cNvSpPr>
          <p:nvPr/>
        </p:nvSpPr>
        <p:spPr bwMode="auto">
          <a:xfrm flipH="1">
            <a:off x="44866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5" name="Line 49"/>
          <p:cNvSpPr>
            <a:spLocks noChangeShapeType="1"/>
          </p:cNvSpPr>
          <p:nvPr/>
        </p:nvSpPr>
        <p:spPr bwMode="auto">
          <a:xfrm flipH="1">
            <a:off x="55534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6" name="Line 50"/>
          <p:cNvSpPr>
            <a:spLocks noChangeShapeType="1"/>
          </p:cNvSpPr>
          <p:nvPr/>
        </p:nvSpPr>
        <p:spPr bwMode="auto">
          <a:xfrm flipH="1">
            <a:off x="66202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7" name="Line 51"/>
          <p:cNvSpPr>
            <a:spLocks noChangeShapeType="1"/>
          </p:cNvSpPr>
          <p:nvPr/>
        </p:nvSpPr>
        <p:spPr bwMode="auto">
          <a:xfrm flipH="1">
            <a:off x="76870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8" name="Line 52"/>
          <p:cNvSpPr>
            <a:spLocks noChangeShapeType="1"/>
          </p:cNvSpPr>
          <p:nvPr/>
        </p:nvSpPr>
        <p:spPr bwMode="auto">
          <a:xfrm flipH="1">
            <a:off x="87538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9" name="Line 53"/>
          <p:cNvSpPr>
            <a:spLocks noChangeShapeType="1"/>
          </p:cNvSpPr>
          <p:nvPr/>
        </p:nvSpPr>
        <p:spPr bwMode="auto">
          <a:xfrm>
            <a:off x="27340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0" name="Line 54"/>
          <p:cNvSpPr>
            <a:spLocks noChangeShapeType="1"/>
          </p:cNvSpPr>
          <p:nvPr/>
        </p:nvSpPr>
        <p:spPr bwMode="auto">
          <a:xfrm>
            <a:off x="3800893" y="5172137"/>
            <a:ext cx="304800" cy="457200"/>
          </a:xfrm>
          <a:prstGeom prst="line">
            <a:avLst/>
          </a:prstGeom>
          <a:noFill/>
          <a:ln w="12700">
            <a:solidFill>
              <a:schemeClr val="tx1"/>
            </a:solidFill>
            <a:round/>
            <a:headEnd type="none" w="sm" len="sm"/>
            <a:tailEnd type="none" w="sm" len="sm"/>
          </a:ln>
        </p:spPr>
        <p:txBody>
          <a:bodyPr/>
          <a:lstStyle/>
          <a:p>
            <a:endParaRPr lang="zh-CN" altLang="en-US"/>
          </a:p>
        </p:txBody>
      </p:sp>
      <p:sp>
        <p:nvSpPr>
          <p:cNvPr id="101" name="Line 55"/>
          <p:cNvSpPr>
            <a:spLocks noChangeShapeType="1"/>
          </p:cNvSpPr>
          <p:nvPr/>
        </p:nvSpPr>
        <p:spPr bwMode="auto">
          <a:xfrm>
            <a:off x="48676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2" name="Line 56"/>
          <p:cNvSpPr>
            <a:spLocks noChangeShapeType="1"/>
          </p:cNvSpPr>
          <p:nvPr/>
        </p:nvSpPr>
        <p:spPr bwMode="auto">
          <a:xfrm>
            <a:off x="60106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3" name="Line 57"/>
          <p:cNvSpPr>
            <a:spLocks noChangeShapeType="1"/>
          </p:cNvSpPr>
          <p:nvPr/>
        </p:nvSpPr>
        <p:spPr bwMode="auto">
          <a:xfrm>
            <a:off x="70774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4" name="Line 58"/>
          <p:cNvSpPr>
            <a:spLocks noChangeShapeType="1"/>
          </p:cNvSpPr>
          <p:nvPr/>
        </p:nvSpPr>
        <p:spPr bwMode="auto">
          <a:xfrm>
            <a:off x="81442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5" name="Line 59"/>
          <p:cNvSpPr>
            <a:spLocks noChangeShapeType="1"/>
          </p:cNvSpPr>
          <p:nvPr/>
        </p:nvSpPr>
        <p:spPr bwMode="auto">
          <a:xfrm>
            <a:off x="92110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6" name="Line 60"/>
          <p:cNvSpPr>
            <a:spLocks noChangeShapeType="1"/>
          </p:cNvSpPr>
          <p:nvPr/>
        </p:nvSpPr>
        <p:spPr bwMode="auto">
          <a:xfrm>
            <a:off x="102778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7" name="Line 61"/>
          <p:cNvSpPr>
            <a:spLocks noChangeShapeType="1"/>
          </p:cNvSpPr>
          <p:nvPr/>
        </p:nvSpPr>
        <p:spPr bwMode="auto">
          <a:xfrm flipH="1">
            <a:off x="9820693" y="524833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8" name="Oval 62"/>
          <p:cNvSpPr>
            <a:spLocks noChangeArrowheads="1"/>
          </p:cNvSpPr>
          <p:nvPr/>
        </p:nvSpPr>
        <p:spPr bwMode="auto">
          <a:xfrm>
            <a:off x="3502443" y="479748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109" name="Rectangle 63"/>
          <p:cNvSpPr>
            <a:spLocks noChangeArrowheads="1"/>
          </p:cNvSpPr>
          <p:nvPr/>
        </p:nvSpPr>
        <p:spPr bwMode="auto">
          <a:xfrm>
            <a:off x="22610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4</a:t>
            </a:r>
            <a:endParaRPr lang="en-US" altLang="zh-CN" sz="2000">
              <a:solidFill>
                <a:schemeClr val="accent1"/>
              </a:solidFill>
            </a:endParaRPr>
          </a:p>
        </p:txBody>
      </p:sp>
      <p:sp>
        <p:nvSpPr>
          <p:cNvPr id="110" name="Rectangle 64"/>
          <p:cNvSpPr>
            <a:spLocks noChangeArrowheads="1"/>
          </p:cNvSpPr>
          <p:nvPr/>
        </p:nvSpPr>
        <p:spPr bwMode="auto">
          <a:xfrm>
            <a:off x="27944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3</a:t>
            </a:r>
            <a:endParaRPr lang="en-US" altLang="zh-CN" sz="2000">
              <a:solidFill>
                <a:schemeClr val="accent1"/>
              </a:solidFill>
            </a:endParaRPr>
          </a:p>
        </p:txBody>
      </p:sp>
      <p:sp>
        <p:nvSpPr>
          <p:cNvPr id="111" name="Rectangle 65"/>
          <p:cNvSpPr>
            <a:spLocks noChangeArrowheads="1"/>
          </p:cNvSpPr>
          <p:nvPr/>
        </p:nvSpPr>
        <p:spPr bwMode="auto">
          <a:xfrm>
            <a:off x="33278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6</a:t>
            </a:r>
            <a:endParaRPr lang="en-US" altLang="zh-CN" sz="2000">
              <a:solidFill>
                <a:schemeClr val="accent1"/>
              </a:solidFill>
            </a:endParaRPr>
          </a:p>
        </p:txBody>
      </p:sp>
      <p:sp>
        <p:nvSpPr>
          <p:cNvPr id="112" name="Rectangle 66"/>
          <p:cNvSpPr>
            <a:spLocks noChangeArrowheads="1"/>
          </p:cNvSpPr>
          <p:nvPr/>
        </p:nvSpPr>
        <p:spPr bwMode="auto">
          <a:xfrm>
            <a:off x="38612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8</a:t>
            </a:r>
            <a:endParaRPr lang="en-US" altLang="zh-CN" sz="2000">
              <a:solidFill>
                <a:schemeClr val="accent1"/>
              </a:solidFill>
            </a:endParaRPr>
          </a:p>
        </p:txBody>
      </p:sp>
      <p:sp>
        <p:nvSpPr>
          <p:cNvPr id="113" name="Rectangle 67"/>
          <p:cNvSpPr>
            <a:spLocks noChangeArrowheads="1"/>
          </p:cNvSpPr>
          <p:nvPr/>
        </p:nvSpPr>
        <p:spPr bwMode="auto">
          <a:xfrm>
            <a:off x="4394618" y="5583300"/>
            <a:ext cx="32512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2</a:t>
            </a:r>
            <a:endParaRPr lang="en-US" altLang="zh-CN" sz="2000">
              <a:solidFill>
                <a:schemeClr val="accent1"/>
              </a:solidFill>
            </a:endParaRPr>
          </a:p>
        </p:txBody>
      </p:sp>
      <p:sp>
        <p:nvSpPr>
          <p:cNvPr id="114" name="Rectangle 68"/>
          <p:cNvSpPr>
            <a:spLocks noChangeArrowheads="1"/>
          </p:cNvSpPr>
          <p:nvPr/>
        </p:nvSpPr>
        <p:spPr bwMode="auto">
          <a:xfrm>
            <a:off x="49280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5</a:t>
            </a:r>
            <a:endParaRPr lang="en-US" altLang="zh-CN" sz="2000">
              <a:solidFill>
                <a:schemeClr val="accent1"/>
              </a:solidFill>
            </a:endParaRPr>
          </a:p>
        </p:txBody>
      </p:sp>
      <p:sp>
        <p:nvSpPr>
          <p:cNvPr id="115" name="Rectangle 69"/>
          <p:cNvSpPr>
            <a:spLocks noChangeArrowheads="1"/>
          </p:cNvSpPr>
          <p:nvPr/>
        </p:nvSpPr>
        <p:spPr bwMode="auto">
          <a:xfrm>
            <a:off x="54614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7</a:t>
            </a:r>
            <a:endParaRPr lang="en-US" altLang="zh-CN" sz="2000">
              <a:solidFill>
                <a:schemeClr val="accent1"/>
              </a:solidFill>
            </a:endParaRPr>
          </a:p>
        </p:txBody>
      </p:sp>
      <p:sp>
        <p:nvSpPr>
          <p:cNvPr id="116" name="Rectangle 70"/>
          <p:cNvSpPr>
            <a:spLocks noChangeArrowheads="1"/>
          </p:cNvSpPr>
          <p:nvPr/>
        </p:nvSpPr>
        <p:spPr bwMode="auto">
          <a:xfrm>
            <a:off x="59948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3</a:t>
            </a:r>
            <a:endParaRPr lang="en-US" altLang="zh-CN" sz="2000">
              <a:solidFill>
                <a:schemeClr val="accent1"/>
              </a:solidFill>
            </a:endParaRPr>
          </a:p>
        </p:txBody>
      </p:sp>
      <p:sp>
        <p:nvSpPr>
          <p:cNvPr id="117" name="Rectangle 71"/>
          <p:cNvSpPr>
            <a:spLocks noChangeArrowheads="1"/>
          </p:cNvSpPr>
          <p:nvPr/>
        </p:nvSpPr>
        <p:spPr bwMode="auto">
          <a:xfrm>
            <a:off x="65282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2</a:t>
            </a:r>
            <a:endParaRPr lang="en-US" altLang="zh-CN" sz="2000">
              <a:solidFill>
                <a:schemeClr val="accent1"/>
              </a:solidFill>
            </a:endParaRPr>
          </a:p>
        </p:txBody>
      </p:sp>
      <p:sp>
        <p:nvSpPr>
          <p:cNvPr id="118" name="Rectangle 72"/>
          <p:cNvSpPr>
            <a:spLocks noChangeArrowheads="1"/>
          </p:cNvSpPr>
          <p:nvPr/>
        </p:nvSpPr>
        <p:spPr bwMode="auto">
          <a:xfrm>
            <a:off x="70616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6</a:t>
            </a:r>
            <a:endParaRPr lang="en-US" altLang="zh-CN" sz="2000">
              <a:solidFill>
                <a:schemeClr val="accent1"/>
              </a:solidFill>
            </a:endParaRPr>
          </a:p>
        </p:txBody>
      </p:sp>
      <p:sp>
        <p:nvSpPr>
          <p:cNvPr id="119" name="Rectangle 73"/>
          <p:cNvSpPr>
            <a:spLocks noChangeArrowheads="1"/>
          </p:cNvSpPr>
          <p:nvPr/>
        </p:nvSpPr>
        <p:spPr bwMode="auto">
          <a:xfrm>
            <a:off x="75950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9</a:t>
            </a:r>
            <a:endParaRPr lang="en-US" altLang="zh-CN" sz="2000">
              <a:solidFill>
                <a:schemeClr val="accent1"/>
              </a:solidFill>
            </a:endParaRPr>
          </a:p>
        </p:txBody>
      </p:sp>
      <p:sp>
        <p:nvSpPr>
          <p:cNvPr id="120" name="Rectangle 74"/>
          <p:cNvSpPr>
            <a:spLocks noChangeArrowheads="1"/>
          </p:cNvSpPr>
          <p:nvPr/>
        </p:nvSpPr>
        <p:spPr bwMode="auto">
          <a:xfrm>
            <a:off x="81284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4</a:t>
            </a:r>
            <a:endParaRPr lang="en-US" altLang="zh-CN" sz="2000">
              <a:solidFill>
                <a:schemeClr val="accent1"/>
              </a:solidFill>
            </a:endParaRPr>
          </a:p>
        </p:txBody>
      </p:sp>
      <p:sp>
        <p:nvSpPr>
          <p:cNvPr id="121" name="Rectangle 75"/>
          <p:cNvSpPr>
            <a:spLocks noChangeArrowheads="1"/>
          </p:cNvSpPr>
          <p:nvPr/>
        </p:nvSpPr>
        <p:spPr bwMode="auto">
          <a:xfrm>
            <a:off x="86618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5</a:t>
            </a:r>
            <a:endParaRPr lang="en-US" altLang="zh-CN" sz="2000">
              <a:solidFill>
                <a:schemeClr val="accent1"/>
              </a:solidFill>
            </a:endParaRPr>
          </a:p>
        </p:txBody>
      </p:sp>
      <p:sp>
        <p:nvSpPr>
          <p:cNvPr id="122" name="Rectangle 76"/>
          <p:cNvSpPr>
            <a:spLocks noChangeArrowheads="1"/>
          </p:cNvSpPr>
          <p:nvPr/>
        </p:nvSpPr>
        <p:spPr bwMode="auto">
          <a:xfrm>
            <a:off x="91952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2</a:t>
            </a:r>
            <a:endParaRPr lang="en-US" altLang="zh-CN" sz="2000">
              <a:solidFill>
                <a:schemeClr val="accent1"/>
              </a:solidFill>
            </a:endParaRPr>
          </a:p>
        </p:txBody>
      </p:sp>
      <p:sp>
        <p:nvSpPr>
          <p:cNvPr id="123" name="Rectangle 77"/>
          <p:cNvSpPr>
            <a:spLocks noChangeArrowheads="1"/>
          </p:cNvSpPr>
          <p:nvPr/>
        </p:nvSpPr>
        <p:spPr bwMode="auto">
          <a:xfrm>
            <a:off x="97286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5</a:t>
            </a:r>
            <a:endParaRPr lang="en-US" altLang="zh-CN" sz="2000">
              <a:solidFill>
                <a:schemeClr val="accent1"/>
              </a:solidFill>
            </a:endParaRPr>
          </a:p>
        </p:txBody>
      </p:sp>
      <p:sp>
        <p:nvSpPr>
          <p:cNvPr id="124" name="Rectangle 78"/>
          <p:cNvSpPr>
            <a:spLocks noChangeArrowheads="1"/>
          </p:cNvSpPr>
          <p:nvPr/>
        </p:nvSpPr>
        <p:spPr bwMode="auto">
          <a:xfrm>
            <a:off x="10262018" y="558330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8</a:t>
            </a:r>
            <a:endParaRPr lang="en-US" altLang="zh-CN" sz="2000">
              <a:solidFill>
                <a:schemeClr val="accent1"/>
              </a:solidFill>
            </a:endParaRPr>
          </a:p>
        </p:txBody>
      </p:sp>
      <p:sp>
        <p:nvSpPr>
          <p:cNvPr id="125" name="Rectangle 79"/>
          <p:cNvSpPr>
            <a:spLocks noChangeArrowheads="1"/>
          </p:cNvSpPr>
          <p:nvPr/>
        </p:nvSpPr>
        <p:spPr bwMode="auto">
          <a:xfrm>
            <a:off x="2489618" y="4821300"/>
            <a:ext cx="311150" cy="396875"/>
          </a:xfrm>
          <a:prstGeom prst="rect">
            <a:avLst/>
          </a:prstGeom>
          <a:noFill/>
          <a:ln>
            <a:noFill/>
          </a:ln>
        </p:spPr>
        <p:txBody>
          <a:bodyPr wrap="none" lIns="92075" tIns="46038" rIns="92075" bIns="46038">
            <a:spAutoFit/>
          </a:bodyPr>
          <a:lstStyle/>
          <a:p>
            <a:r>
              <a:rPr lang="en-US" altLang="zh-CN" sz="2000">
                <a:solidFill>
                  <a:schemeClr val="bg2"/>
                </a:solidFill>
              </a:rPr>
              <a:t>4</a:t>
            </a:r>
            <a:endParaRPr lang="en-US" altLang="zh-CN" sz="2000">
              <a:solidFill>
                <a:schemeClr val="bg2"/>
              </a:solidFill>
            </a:endParaRPr>
          </a:p>
        </p:txBody>
      </p:sp>
      <p:sp>
        <p:nvSpPr>
          <p:cNvPr id="126" name="Rectangle 80"/>
          <p:cNvSpPr>
            <a:spLocks noChangeArrowheads="1"/>
          </p:cNvSpPr>
          <p:nvPr/>
        </p:nvSpPr>
        <p:spPr bwMode="auto">
          <a:xfrm>
            <a:off x="3023018" y="3800537"/>
            <a:ext cx="184150" cy="396875"/>
          </a:xfrm>
          <a:prstGeom prst="rect">
            <a:avLst/>
          </a:prstGeom>
          <a:noFill/>
          <a:ln>
            <a:noFill/>
          </a:ln>
        </p:spPr>
        <p:txBody>
          <a:bodyPr lIns="92075" tIns="46038" rIns="92075" bIns="46038">
            <a:spAutoFit/>
          </a:bodyPr>
          <a:lstStyle/>
          <a:p>
            <a:pPr>
              <a:spcBef>
                <a:spcPct val="50000"/>
              </a:spcBef>
            </a:pPr>
            <a:r>
              <a:rPr lang="en-US" altLang="zh-CN" sz="2000">
                <a:solidFill>
                  <a:schemeClr val="bg2"/>
                </a:solidFill>
              </a:rPr>
              <a:t>6</a:t>
            </a:r>
            <a:endParaRPr lang="en-US" altLang="zh-CN" sz="2000">
              <a:solidFill>
                <a:schemeClr val="bg2"/>
              </a:solidFill>
            </a:endParaRPr>
          </a:p>
        </p:txBody>
      </p:sp>
      <p:sp>
        <p:nvSpPr>
          <p:cNvPr id="127" name="Rectangle 81"/>
          <p:cNvSpPr>
            <a:spLocks noChangeArrowheads="1"/>
          </p:cNvSpPr>
          <p:nvPr/>
        </p:nvSpPr>
        <p:spPr bwMode="auto">
          <a:xfrm>
            <a:off x="3556418" y="4821300"/>
            <a:ext cx="311150" cy="396875"/>
          </a:xfrm>
          <a:prstGeom prst="rect">
            <a:avLst/>
          </a:prstGeom>
          <a:noFill/>
          <a:ln>
            <a:noFill/>
          </a:ln>
        </p:spPr>
        <p:txBody>
          <a:bodyPr wrap="none" lIns="92075" tIns="46038" rIns="92075" bIns="46038">
            <a:spAutoFit/>
          </a:bodyPr>
          <a:lstStyle/>
          <a:p>
            <a:r>
              <a:rPr lang="en-US" altLang="zh-CN" sz="2000">
                <a:solidFill>
                  <a:schemeClr val="bg2"/>
                </a:solidFill>
              </a:rPr>
              <a:t>8</a:t>
            </a:r>
            <a:endParaRPr lang="en-US" altLang="zh-CN" sz="2000">
              <a:solidFill>
                <a:schemeClr val="bg2"/>
              </a:solidFill>
            </a:endParaRPr>
          </a:p>
        </p:txBody>
      </p:sp>
      <p:sp>
        <p:nvSpPr>
          <p:cNvPr id="128" name="Rectangle 82"/>
          <p:cNvSpPr>
            <a:spLocks noChangeArrowheads="1"/>
          </p:cNvSpPr>
          <p:nvPr/>
        </p:nvSpPr>
        <p:spPr bwMode="auto">
          <a:xfrm>
            <a:off x="4166018" y="2687700"/>
            <a:ext cx="311150" cy="396875"/>
          </a:xfrm>
          <a:prstGeom prst="rect">
            <a:avLst/>
          </a:prstGeom>
          <a:noFill/>
          <a:ln>
            <a:noFill/>
          </a:ln>
        </p:spPr>
        <p:txBody>
          <a:bodyPr wrap="none" lIns="92075" tIns="46038" rIns="92075" bIns="46038">
            <a:spAutoFit/>
          </a:bodyPr>
          <a:lstStyle/>
          <a:p>
            <a:r>
              <a:rPr lang="en-US" altLang="zh-CN" sz="2000">
                <a:solidFill>
                  <a:schemeClr val="bg2"/>
                </a:solidFill>
              </a:rPr>
              <a:t>3</a:t>
            </a:r>
            <a:endParaRPr lang="en-US" altLang="zh-CN" sz="2000">
              <a:solidFill>
                <a:schemeClr val="bg2"/>
              </a:solidFill>
            </a:endParaRPr>
          </a:p>
        </p:txBody>
      </p:sp>
      <p:sp>
        <p:nvSpPr>
          <p:cNvPr id="129" name="Rectangle 83"/>
          <p:cNvSpPr>
            <a:spLocks noChangeArrowheads="1"/>
          </p:cNvSpPr>
          <p:nvPr/>
        </p:nvSpPr>
        <p:spPr bwMode="auto">
          <a:xfrm>
            <a:off x="4623218" y="4821300"/>
            <a:ext cx="311150" cy="396875"/>
          </a:xfrm>
          <a:prstGeom prst="rect">
            <a:avLst/>
          </a:prstGeom>
          <a:noFill/>
          <a:ln>
            <a:noFill/>
          </a:ln>
        </p:spPr>
        <p:txBody>
          <a:bodyPr wrap="none" lIns="92075" tIns="46038" rIns="92075" bIns="46038">
            <a:spAutoFit/>
          </a:bodyPr>
          <a:lstStyle/>
          <a:p>
            <a:r>
              <a:rPr lang="en-US" altLang="zh-CN" sz="2000">
                <a:solidFill>
                  <a:schemeClr val="bg2"/>
                </a:solidFill>
              </a:rPr>
              <a:t>5</a:t>
            </a:r>
            <a:endParaRPr lang="en-US" altLang="zh-CN" sz="2000">
              <a:solidFill>
                <a:schemeClr val="bg2"/>
              </a:solidFill>
            </a:endParaRPr>
          </a:p>
        </p:txBody>
      </p:sp>
      <p:sp>
        <p:nvSpPr>
          <p:cNvPr id="130" name="Rectangle 84"/>
          <p:cNvSpPr>
            <a:spLocks noChangeArrowheads="1"/>
          </p:cNvSpPr>
          <p:nvPr/>
        </p:nvSpPr>
        <p:spPr bwMode="auto">
          <a:xfrm>
            <a:off x="5156618" y="3800537"/>
            <a:ext cx="184150" cy="396875"/>
          </a:xfrm>
          <a:prstGeom prst="rect">
            <a:avLst/>
          </a:prstGeom>
          <a:noFill/>
          <a:ln>
            <a:noFill/>
          </a:ln>
        </p:spPr>
        <p:txBody>
          <a:bodyPr lIns="92075" tIns="46038" rIns="92075" bIns="46038">
            <a:spAutoFit/>
          </a:bodyPr>
          <a:lstStyle/>
          <a:p>
            <a:pPr>
              <a:spcBef>
                <a:spcPct val="50000"/>
              </a:spcBef>
            </a:pPr>
            <a:r>
              <a:rPr lang="en-US" altLang="zh-CN" sz="2000">
                <a:solidFill>
                  <a:schemeClr val="bg2"/>
                </a:solidFill>
              </a:rPr>
              <a:t>3</a:t>
            </a:r>
            <a:endParaRPr lang="en-US" altLang="zh-CN" sz="2000">
              <a:solidFill>
                <a:schemeClr val="bg2"/>
              </a:solidFill>
            </a:endParaRPr>
          </a:p>
        </p:txBody>
      </p:sp>
      <p:sp>
        <p:nvSpPr>
          <p:cNvPr id="131" name="Rectangle 85"/>
          <p:cNvSpPr>
            <a:spLocks noChangeArrowheads="1"/>
          </p:cNvSpPr>
          <p:nvPr/>
        </p:nvSpPr>
        <p:spPr bwMode="auto">
          <a:xfrm>
            <a:off x="5690018" y="4821300"/>
            <a:ext cx="311150" cy="396875"/>
          </a:xfrm>
          <a:prstGeom prst="rect">
            <a:avLst/>
          </a:prstGeom>
          <a:noFill/>
          <a:ln>
            <a:noFill/>
          </a:ln>
        </p:spPr>
        <p:txBody>
          <a:bodyPr wrap="none" lIns="92075" tIns="46038" rIns="92075" bIns="46038">
            <a:spAutoFit/>
          </a:bodyPr>
          <a:lstStyle/>
          <a:p>
            <a:r>
              <a:rPr lang="en-US" altLang="zh-CN" sz="2000">
                <a:solidFill>
                  <a:schemeClr val="bg2"/>
                </a:solidFill>
              </a:rPr>
              <a:t>7</a:t>
            </a:r>
            <a:endParaRPr lang="en-US" altLang="zh-CN" sz="2000">
              <a:solidFill>
                <a:schemeClr val="bg2"/>
              </a:solidFill>
            </a:endParaRPr>
          </a:p>
        </p:txBody>
      </p:sp>
      <p:sp>
        <p:nvSpPr>
          <p:cNvPr id="132" name="Rectangle 86"/>
          <p:cNvSpPr>
            <a:spLocks noChangeArrowheads="1"/>
          </p:cNvSpPr>
          <p:nvPr/>
        </p:nvSpPr>
        <p:spPr bwMode="auto">
          <a:xfrm>
            <a:off x="8357018" y="2840100"/>
            <a:ext cx="311150" cy="396875"/>
          </a:xfrm>
          <a:prstGeom prst="rect">
            <a:avLst/>
          </a:prstGeom>
          <a:noFill/>
          <a:ln>
            <a:noFill/>
          </a:ln>
        </p:spPr>
        <p:txBody>
          <a:bodyPr wrap="none" lIns="92075" tIns="46038" rIns="92075" bIns="46038">
            <a:spAutoFit/>
          </a:bodyPr>
          <a:lstStyle/>
          <a:p>
            <a:r>
              <a:rPr lang="en-US" altLang="zh-CN" sz="2000">
                <a:solidFill>
                  <a:schemeClr val="bg2"/>
                </a:solidFill>
              </a:rPr>
              <a:t>2</a:t>
            </a:r>
            <a:endParaRPr lang="en-US" altLang="zh-CN" sz="2000">
              <a:solidFill>
                <a:schemeClr val="bg2"/>
              </a:solidFill>
            </a:endParaRPr>
          </a:p>
        </p:txBody>
      </p:sp>
      <p:sp>
        <p:nvSpPr>
          <p:cNvPr id="133" name="Rectangle 87"/>
          <p:cNvSpPr>
            <a:spLocks noChangeArrowheads="1"/>
          </p:cNvSpPr>
          <p:nvPr/>
        </p:nvSpPr>
        <p:spPr bwMode="auto">
          <a:xfrm>
            <a:off x="8890418" y="4821300"/>
            <a:ext cx="311150" cy="396875"/>
          </a:xfrm>
          <a:prstGeom prst="rect">
            <a:avLst/>
          </a:prstGeom>
          <a:noFill/>
          <a:ln>
            <a:noFill/>
          </a:ln>
        </p:spPr>
        <p:txBody>
          <a:bodyPr wrap="none" lIns="92075" tIns="46038" rIns="92075" bIns="46038">
            <a:spAutoFit/>
          </a:bodyPr>
          <a:lstStyle/>
          <a:p>
            <a:r>
              <a:rPr lang="en-US" altLang="zh-CN" sz="2000">
                <a:solidFill>
                  <a:schemeClr val="bg2"/>
                </a:solidFill>
              </a:rPr>
              <a:t>5</a:t>
            </a:r>
            <a:endParaRPr lang="en-US" altLang="zh-CN" sz="2000">
              <a:solidFill>
                <a:schemeClr val="bg2"/>
              </a:solidFill>
            </a:endParaRPr>
          </a:p>
        </p:txBody>
      </p:sp>
      <p:sp>
        <p:nvSpPr>
          <p:cNvPr id="134" name="Rectangle 88"/>
          <p:cNvSpPr>
            <a:spLocks noChangeArrowheads="1"/>
          </p:cNvSpPr>
          <p:nvPr/>
        </p:nvSpPr>
        <p:spPr bwMode="auto">
          <a:xfrm>
            <a:off x="9423818" y="3800537"/>
            <a:ext cx="184150" cy="396875"/>
          </a:xfrm>
          <a:prstGeom prst="rect">
            <a:avLst/>
          </a:prstGeom>
          <a:noFill/>
          <a:ln>
            <a:noFill/>
          </a:ln>
        </p:spPr>
        <p:txBody>
          <a:bodyPr lIns="92075" tIns="46038" rIns="92075" bIns="46038">
            <a:spAutoFit/>
          </a:bodyPr>
          <a:lstStyle/>
          <a:p>
            <a:pPr>
              <a:spcBef>
                <a:spcPct val="50000"/>
              </a:spcBef>
            </a:pPr>
            <a:r>
              <a:rPr lang="en-US" altLang="zh-CN" sz="2000">
                <a:solidFill>
                  <a:schemeClr val="bg2"/>
                </a:solidFill>
              </a:rPr>
              <a:t>5</a:t>
            </a:r>
            <a:endParaRPr lang="en-US" altLang="zh-CN" sz="2000">
              <a:solidFill>
                <a:schemeClr val="bg2"/>
              </a:solidFill>
            </a:endParaRPr>
          </a:p>
        </p:txBody>
      </p:sp>
      <p:sp>
        <p:nvSpPr>
          <p:cNvPr id="135" name="Rectangle 89"/>
          <p:cNvSpPr>
            <a:spLocks noChangeArrowheads="1"/>
          </p:cNvSpPr>
          <p:nvPr/>
        </p:nvSpPr>
        <p:spPr bwMode="auto">
          <a:xfrm>
            <a:off x="9957218" y="4821300"/>
            <a:ext cx="311150" cy="396875"/>
          </a:xfrm>
          <a:prstGeom prst="rect">
            <a:avLst/>
          </a:prstGeom>
          <a:noFill/>
          <a:ln>
            <a:noFill/>
          </a:ln>
        </p:spPr>
        <p:txBody>
          <a:bodyPr wrap="none" lIns="92075" tIns="46038" rIns="92075" bIns="46038">
            <a:spAutoFit/>
          </a:bodyPr>
          <a:lstStyle/>
          <a:p>
            <a:r>
              <a:rPr lang="en-US" altLang="zh-CN" sz="2000">
                <a:solidFill>
                  <a:schemeClr val="bg2"/>
                </a:solidFill>
              </a:rPr>
              <a:t>8</a:t>
            </a:r>
            <a:endParaRPr lang="en-US" altLang="zh-CN" sz="2000">
              <a:solidFill>
                <a:schemeClr val="bg2"/>
              </a:solidFill>
            </a:endParaRPr>
          </a:p>
        </p:txBody>
      </p:sp>
      <p:sp>
        <p:nvSpPr>
          <p:cNvPr id="136" name="Rectangle 90"/>
          <p:cNvSpPr>
            <a:spLocks noChangeArrowheads="1"/>
          </p:cNvSpPr>
          <p:nvPr/>
        </p:nvSpPr>
        <p:spPr bwMode="auto">
          <a:xfrm>
            <a:off x="6299618" y="1697100"/>
            <a:ext cx="336631" cy="400752"/>
          </a:xfrm>
          <a:prstGeom prst="rect">
            <a:avLst/>
          </a:prstGeom>
          <a:noFill/>
          <a:ln>
            <a:noFill/>
          </a:ln>
        </p:spPr>
        <p:txBody>
          <a:bodyPr wrap="none" lIns="92075" tIns="46038" rIns="92075" bIns="46038">
            <a:spAutoFit/>
          </a:bodyPr>
          <a:lstStyle/>
          <a:p>
            <a:r>
              <a:rPr lang="en-US" altLang="zh-CN" sz="2000" dirty="0">
                <a:solidFill>
                  <a:schemeClr val="bg2"/>
                </a:solidFill>
              </a:rPr>
              <a:t>2</a:t>
            </a:r>
            <a:endParaRPr lang="en-US" altLang="zh-CN" sz="2000" dirty="0">
              <a:solidFill>
                <a:schemeClr val="bg2"/>
              </a:solidFill>
            </a:endParaRPr>
          </a:p>
        </p:txBody>
      </p:sp>
      <p:sp>
        <p:nvSpPr>
          <p:cNvPr id="137" name="Rectangle 91"/>
          <p:cNvSpPr>
            <a:spLocks noChangeArrowheads="1"/>
          </p:cNvSpPr>
          <p:nvPr/>
        </p:nvSpPr>
        <p:spPr bwMode="auto">
          <a:xfrm>
            <a:off x="6756818" y="4821300"/>
            <a:ext cx="311150" cy="396875"/>
          </a:xfrm>
          <a:prstGeom prst="rect">
            <a:avLst/>
          </a:prstGeom>
          <a:noFill/>
          <a:ln>
            <a:noFill/>
          </a:ln>
        </p:spPr>
        <p:txBody>
          <a:bodyPr wrap="none" lIns="92075" tIns="46038" rIns="92075" bIns="46038">
            <a:spAutoFit/>
          </a:bodyPr>
          <a:lstStyle/>
          <a:p>
            <a:r>
              <a:rPr lang="en-US" altLang="zh-CN" sz="2000">
                <a:solidFill>
                  <a:schemeClr val="bg2"/>
                </a:solidFill>
              </a:rPr>
              <a:t>6</a:t>
            </a:r>
            <a:endParaRPr lang="en-US" altLang="zh-CN" sz="2000">
              <a:solidFill>
                <a:schemeClr val="bg2"/>
              </a:solidFill>
            </a:endParaRPr>
          </a:p>
        </p:txBody>
      </p:sp>
      <p:sp>
        <p:nvSpPr>
          <p:cNvPr id="138" name="Rectangle 92"/>
          <p:cNvSpPr>
            <a:spLocks noChangeArrowheads="1"/>
          </p:cNvSpPr>
          <p:nvPr/>
        </p:nvSpPr>
        <p:spPr bwMode="auto">
          <a:xfrm>
            <a:off x="7290218" y="3800537"/>
            <a:ext cx="184150" cy="396875"/>
          </a:xfrm>
          <a:prstGeom prst="rect">
            <a:avLst/>
          </a:prstGeom>
          <a:noFill/>
          <a:ln>
            <a:noFill/>
          </a:ln>
        </p:spPr>
        <p:txBody>
          <a:bodyPr lIns="92075" tIns="46038" rIns="92075" bIns="46038">
            <a:spAutoFit/>
          </a:bodyPr>
          <a:lstStyle/>
          <a:p>
            <a:pPr>
              <a:spcBef>
                <a:spcPct val="50000"/>
              </a:spcBef>
            </a:pPr>
            <a:r>
              <a:rPr lang="en-US" altLang="zh-CN" sz="2000">
                <a:solidFill>
                  <a:schemeClr val="bg2"/>
                </a:solidFill>
              </a:rPr>
              <a:t>4</a:t>
            </a:r>
            <a:endParaRPr lang="en-US" altLang="zh-CN" sz="2000">
              <a:solidFill>
                <a:schemeClr val="bg2"/>
              </a:solidFill>
            </a:endParaRPr>
          </a:p>
        </p:txBody>
      </p:sp>
      <p:sp>
        <p:nvSpPr>
          <p:cNvPr id="139" name="Rectangle 93"/>
          <p:cNvSpPr>
            <a:spLocks noChangeArrowheads="1"/>
          </p:cNvSpPr>
          <p:nvPr/>
        </p:nvSpPr>
        <p:spPr bwMode="auto">
          <a:xfrm>
            <a:off x="7823618" y="4821300"/>
            <a:ext cx="311150" cy="396875"/>
          </a:xfrm>
          <a:prstGeom prst="rect">
            <a:avLst/>
          </a:prstGeom>
          <a:noFill/>
          <a:ln>
            <a:noFill/>
          </a:ln>
        </p:spPr>
        <p:txBody>
          <a:bodyPr wrap="none" lIns="92075" tIns="46038" rIns="92075" bIns="46038">
            <a:spAutoFit/>
          </a:bodyPr>
          <a:lstStyle/>
          <a:p>
            <a:r>
              <a:rPr lang="en-US" altLang="zh-CN" sz="2000">
                <a:solidFill>
                  <a:schemeClr val="bg2"/>
                </a:solidFill>
              </a:rPr>
              <a:t>9</a:t>
            </a:r>
            <a:endParaRPr lang="en-US" altLang="zh-CN" sz="2000">
              <a:solidFill>
                <a:schemeClr val="bg2"/>
              </a:solidFill>
            </a:endParaRPr>
          </a:p>
        </p:txBody>
      </p:sp>
      <p:sp>
        <p:nvSpPr>
          <p:cNvPr id="140" name="Oval 31"/>
          <p:cNvSpPr>
            <a:spLocks noChangeArrowheads="1"/>
          </p:cNvSpPr>
          <p:nvPr/>
        </p:nvSpPr>
        <p:spPr bwMode="auto">
          <a:xfrm>
            <a:off x="8308547" y="2807556"/>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141" name="Rectangle 90"/>
          <p:cNvSpPr>
            <a:spLocks noChangeArrowheads="1"/>
          </p:cNvSpPr>
          <p:nvPr/>
        </p:nvSpPr>
        <p:spPr bwMode="auto">
          <a:xfrm>
            <a:off x="8368660" y="2831368"/>
            <a:ext cx="336631" cy="400752"/>
          </a:xfrm>
          <a:prstGeom prst="rect">
            <a:avLst/>
          </a:prstGeom>
          <a:noFill/>
          <a:ln>
            <a:noFill/>
          </a:ln>
        </p:spPr>
        <p:txBody>
          <a:bodyPr wrap="none" lIns="92075" tIns="46038" rIns="92075" bIns="46038">
            <a:spAutoFit/>
          </a:bodyPr>
          <a:lstStyle/>
          <a:p>
            <a:r>
              <a:rPr lang="en-US" altLang="zh-CN" sz="2000" dirty="0">
                <a:solidFill>
                  <a:schemeClr val="bg2"/>
                </a:solidFill>
              </a:rPr>
              <a:t>2</a:t>
            </a:r>
            <a:endParaRPr lang="en-US" altLang="zh-CN" sz="2000" dirty="0">
              <a:solidFill>
                <a:schemeClr val="bg2"/>
              </a:solidFill>
            </a:endParaRPr>
          </a:p>
        </p:txBody>
      </p:sp>
      <p:sp>
        <p:nvSpPr>
          <p:cNvPr id="142" name="Oval 31"/>
          <p:cNvSpPr>
            <a:spLocks noChangeArrowheads="1"/>
          </p:cNvSpPr>
          <p:nvPr/>
        </p:nvSpPr>
        <p:spPr bwMode="auto">
          <a:xfrm>
            <a:off x="6232943" y="980344"/>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143" name="Rectangle 90"/>
          <p:cNvSpPr>
            <a:spLocks noChangeArrowheads="1"/>
          </p:cNvSpPr>
          <p:nvPr/>
        </p:nvSpPr>
        <p:spPr bwMode="auto">
          <a:xfrm>
            <a:off x="6299407" y="1023351"/>
            <a:ext cx="325120" cy="398780"/>
          </a:xfrm>
          <a:prstGeom prst="rect">
            <a:avLst/>
          </a:prstGeom>
          <a:noFill/>
          <a:ln>
            <a:noFill/>
          </a:ln>
        </p:spPr>
        <p:txBody>
          <a:bodyPr wrap="none" lIns="92075" tIns="46038" rIns="92075" bIns="46038">
            <a:spAutoFit/>
          </a:bodyPr>
          <a:lstStyle/>
          <a:p>
            <a:r>
              <a:rPr lang="en-US" altLang="zh-CN" sz="2000" dirty="0">
                <a:solidFill>
                  <a:schemeClr val="bg2"/>
                </a:solidFill>
              </a:rPr>
              <a:t>2</a:t>
            </a:r>
            <a:endParaRPr lang="en-US" altLang="zh-CN" sz="2000" dirty="0">
              <a:solidFill>
                <a:schemeClr val="bg2"/>
              </a:solidFill>
            </a:endParaRPr>
          </a:p>
        </p:txBody>
      </p:sp>
      <p:sp>
        <p:nvSpPr>
          <p:cNvPr id="144" name="Line 36"/>
          <p:cNvSpPr>
            <a:spLocks noChangeShapeType="1"/>
          </p:cNvSpPr>
          <p:nvPr/>
        </p:nvSpPr>
        <p:spPr bwMode="auto">
          <a:xfrm flipH="1">
            <a:off x="6459427" y="1420226"/>
            <a:ext cx="0" cy="291426"/>
          </a:xfrm>
          <a:prstGeom prst="line">
            <a:avLst/>
          </a:prstGeom>
          <a:noFill/>
          <a:ln w="12700">
            <a:solidFill>
              <a:schemeClr val="tx1"/>
            </a:solidFill>
            <a:round/>
            <a:headEnd type="none" w="sm" len="sm"/>
            <a:tailEnd type="none" w="sm" len="sm"/>
          </a:ln>
        </p:spPr>
        <p:txBody>
          <a:bodyPr/>
          <a:lstStyle/>
          <a:p>
            <a:endParaRPr lang="zh-CN" altLang="en-US"/>
          </a:p>
        </p:txBody>
      </p:sp>
      <p:sp>
        <p:nvSpPr>
          <p:cNvPr id="145" name="文本框 144"/>
          <p:cNvSpPr txBox="1"/>
          <p:nvPr/>
        </p:nvSpPr>
        <p:spPr>
          <a:xfrm>
            <a:off x="1015359" y="5457262"/>
            <a:ext cx="1047222" cy="523220"/>
          </a:xfrm>
          <a:prstGeom prst="rect">
            <a:avLst/>
          </a:prstGeom>
          <a:noFill/>
        </p:spPr>
        <p:txBody>
          <a:bodyPr wrap="square" rtlCol="0">
            <a:spAutoFit/>
          </a:bodyPr>
          <a:lstStyle/>
          <a:p>
            <a:r>
              <a:rPr lang="zh-CN" altLang="en-US" sz="2800" dirty="0"/>
              <a:t>字段</a:t>
            </a:r>
            <a:endParaRPr lang="zh-CN" altLang="en-US" sz="2800" dirty="0"/>
          </a:p>
        </p:txBody>
      </p:sp>
      <p:sp>
        <p:nvSpPr>
          <p:cNvPr id="146" name="文本框 145"/>
          <p:cNvSpPr txBox="1"/>
          <p:nvPr/>
        </p:nvSpPr>
        <p:spPr>
          <a:xfrm>
            <a:off x="870103" y="5964422"/>
            <a:ext cx="1337734" cy="368300"/>
          </a:xfrm>
          <a:prstGeom prst="rect">
            <a:avLst/>
          </a:prstGeom>
          <a:noFill/>
        </p:spPr>
        <p:txBody>
          <a:bodyPr wrap="square" rtlCol="0">
            <a:spAutoFit/>
          </a:bodyPr>
          <a:lstStyle/>
          <a:p>
            <a:pPr algn="ctr"/>
            <a:r>
              <a:rPr lang="en-US" altLang="zh-CN" dirty="0" err="1"/>
              <a:t>flag</a:t>
            </a:r>
            <a:endParaRPr lang="en-US" altLang="zh-CN" dirty="0" err="1"/>
          </a:p>
        </p:txBody>
      </p:sp>
      <p:sp>
        <p:nvSpPr>
          <p:cNvPr id="147" name="文本框 146"/>
          <p:cNvSpPr txBox="1"/>
          <p:nvPr/>
        </p:nvSpPr>
        <p:spPr>
          <a:xfrm>
            <a:off x="2207837" y="5964422"/>
            <a:ext cx="8668861" cy="369332"/>
          </a:xfrm>
          <a:prstGeom prst="rect">
            <a:avLst/>
          </a:prstGeom>
          <a:noFill/>
        </p:spPr>
        <p:txBody>
          <a:bodyPr wrap="square" rtlCol="0">
            <a:spAutoFit/>
          </a:bodyPr>
          <a:lstStyle/>
          <a:p>
            <a:r>
              <a:rPr lang="en-US" altLang="zh-CN" dirty="0"/>
              <a:t> 0       0      0      0       0      0       0      0      0       0      0       0      0       0      0      0</a:t>
            </a:r>
            <a:endParaRPr lang="zh-CN" altLang="en-US" dirty="0"/>
          </a:p>
        </p:txBody>
      </p:sp>
      <p:sp>
        <p:nvSpPr>
          <p:cNvPr id="148" name="文本框 147"/>
          <p:cNvSpPr txBox="1"/>
          <p:nvPr/>
        </p:nvSpPr>
        <p:spPr>
          <a:xfrm>
            <a:off x="660359" y="1023909"/>
            <a:ext cx="2951018" cy="1753235"/>
          </a:xfrm>
          <a:prstGeom prst="rect">
            <a:avLst/>
          </a:prstGeom>
          <a:noFill/>
        </p:spPr>
        <p:txBody>
          <a:bodyPr wrap="square" rtlCol="0">
            <a:spAutoFit/>
          </a:bodyPr>
          <a:lstStyle/>
          <a:p>
            <a:r>
              <a:rPr lang="zh-CN" altLang="en-US" dirty="0"/>
              <a:t>为每个败者树叶节点添加一个</a:t>
            </a:r>
            <a:r>
              <a:rPr lang="en-US" altLang="zh-CN" dirty="0" err="1"/>
              <a:t>flag</a:t>
            </a:r>
            <a:r>
              <a:rPr lang="en-US" altLang="zh-CN" dirty="0"/>
              <a:t>[</a:t>
            </a:r>
            <a:r>
              <a:rPr lang="en-US" altLang="zh-CN" dirty="0" err="1"/>
              <a:t>i</a:t>
            </a:r>
            <a:r>
              <a:rPr lang="en-US" altLang="zh-CN" dirty="0"/>
              <a:t>]</a:t>
            </a:r>
            <a:r>
              <a:rPr lang="zh-CN" altLang="en-US" dirty="0"/>
              <a:t>作为标志，如果</a:t>
            </a:r>
            <a:r>
              <a:rPr lang="en-US" altLang="zh-CN" dirty="0" err="1"/>
              <a:t>flag</a:t>
            </a:r>
            <a:r>
              <a:rPr lang="en-US" altLang="zh-CN" dirty="0"/>
              <a:t>[</a:t>
            </a:r>
            <a:r>
              <a:rPr lang="en-US" altLang="zh-CN" dirty="0" err="1"/>
              <a:t>i</a:t>
            </a:r>
            <a:r>
              <a:rPr lang="en-US" altLang="zh-CN" dirty="0"/>
              <a:t>]==0</a:t>
            </a:r>
            <a:r>
              <a:rPr lang="zh-CN" altLang="en-US" dirty="0"/>
              <a:t>说明当前插入的数据需要比较，如果</a:t>
            </a:r>
            <a:r>
              <a:rPr lang="en-US" altLang="zh-CN" dirty="0" err="1"/>
              <a:t>flag</a:t>
            </a:r>
            <a:r>
              <a:rPr lang="en-US" altLang="zh-CN" dirty="0"/>
              <a:t>[</a:t>
            </a:r>
            <a:r>
              <a:rPr lang="en-US" altLang="zh-CN" dirty="0" err="1"/>
              <a:t>i</a:t>
            </a:r>
            <a:r>
              <a:rPr lang="en-US" altLang="zh-CN" dirty="0"/>
              <a:t>]==-1</a:t>
            </a:r>
            <a:r>
              <a:rPr lang="zh-CN" altLang="en-US" dirty="0"/>
              <a:t>说明当前插入的数据应留到下一段</a:t>
            </a:r>
            <a:endParaRPr lang="zh-CN" alt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p:txBody>
          <a:bodyPr/>
          <a:lstStyle/>
          <a:p>
            <a:r>
              <a:rPr lang="zh-CN" altLang="en-US" dirty="0">
                <a:ea typeface="+mn-ea"/>
                <a:cs typeface="+mn-ea"/>
              </a:rPr>
              <a:t>败者树实现</a:t>
            </a:r>
            <a:endParaRPr lang="zh-CN" altLang="en-US" dirty="0">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48" name="Rectangle 2"/>
          <p:cNvSpPr>
            <a:spLocks noChangeArrowheads="1"/>
          </p:cNvSpPr>
          <p:nvPr/>
        </p:nvSpPr>
        <p:spPr bwMode="auto">
          <a:xfrm>
            <a:off x="22848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0" name="Rectangle 3"/>
          <p:cNvSpPr>
            <a:spLocks noChangeArrowheads="1"/>
          </p:cNvSpPr>
          <p:nvPr/>
        </p:nvSpPr>
        <p:spPr bwMode="auto">
          <a:xfrm>
            <a:off x="28182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1" name="Rectangle 4"/>
          <p:cNvSpPr>
            <a:spLocks noChangeArrowheads="1"/>
          </p:cNvSpPr>
          <p:nvPr/>
        </p:nvSpPr>
        <p:spPr bwMode="auto">
          <a:xfrm>
            <a:off x="33516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2" name="Rectangle 5"/>
          <p:cNvSpPr>
            <a:spLocks noChangeArrowheads="1"/>
          </p:cNvSpPr>
          <p:nvPr/>
        </p:nvSpPr>
        <p:spPr bwMode="auto">
          <a:xfrm>
            <a:off x="38850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3" name="Rectangle 6"/>
          <p:cNvSpPr>
            <a:spLocks noChangeArrowheads="1"/>
          </p:cNvSpPr>
          <p:nvPr/>
        </p:nvSpPr>
        <p:spPr bwMode="auto">
          <a:xfrm>
            <a:off x="44184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4" name="Rectangle 7"/>
          <p:cNvSpPr>
            <a:spLocks noChangeArrowheads="1"/>
          </p:cNvSpPr>
          <p:nvPr/>
        </p:nvSpPr>
        <p:spPr bwMode="auto">
          <a:xfrm>
            <a:off x="49518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5" name="Rectangle 8"/>
          <p:cNvSpPr>
            <a:spLocks noChangeArrowheads="1"/>
          </p:cNvSpPr>
          <p:nvPr/>
        </p:nvSpPr>
        <p:spPr bwMode="auto">
          <a:xfrm>
            <a:off x="54852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6" name="Rectangle 9"/>
          <p:cNvSpPr>
            <a:spLocks noChangeArrowheads="1"/>
          </p:cNvSpPr>
          <p:nvPr/>
        </p:nvSpPr>
        <p:spPr bwMode="auto">
          <a:xfrm>
            <a:off x="60186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7" name="Rectangle 10"/>
          <p:cNvSpPr>
            <a:spLocks noChangeArrowheads="1"/>
          </p:cNvSpPr>
          <p:nvPr/>
        </p:nvSpPr>
        <p:spPr bwMode="auto">
          <a:xfrm>
            <a:off x="65520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8" name="Rectangle 11"/>
          <p:cNvSpPr>
            <a:spLocks noChangeArrowheads="1"/>
          </p:cNvSpPr>
          <p:nvPr/>
        </p:nvSpPr>
        <p:spPr bwMode="auto">
          <a:xfrm>
            <a:off x="70854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59" name="Rectangle 12"/>
          <p:cNvSpPr>
            <a:spLocks noChangeArrowheads="1"/>
          </p:cNvSpPr>
          <p:nvPr/>
        </p:nvSpPr>
        <p:spPr bwMode="auto">
          <a:xfrm>
            <a:off x="76188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0" name="Rectangle 13"/>
          <p:cNvSpPr>
            <a:spLocks noChangeArrowheads="1"/>
          </p:cNvSpPr>
          <p:nvPr/>
        </p:nvSpPr>
        <p:spPr bwMode="auto">
          <a:xfrm>
            <a:off x="81522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1" name="Rectangle 14"/>
          <p:cNvSpPr>
            <a:spLocks noChangeArrowheads="1"/>
          </p:cNvSpPr>
          <p:nvPr/>
        </p:nvSpPr>
        <p:spPr bwMode="auto">
          <a:xfrm>
            <a:off x="86856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2" name="Rectangle 15"/>
          <p:cNvSpPr>
            <a:spLocks noChangeArrowheads="1"/>
          </p:cNvSpPr>
          <p:nvPr/>
        </p:nvSpPr>
        <p:spPr bwMode="auto">
          <a:xfrm>
            <a:off x="92190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3" name="Rectangle 16"/>
          <p:cNvSpPr>
            <a:spLocks noChangeArrowheads="1"/>
          </p:cNvSpPr>
          <p:nvPr/>
        </p:nvSpPr>
        <p:spPr bwMode="auto">
          <a:xfrm>
            <a:off x="97524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4" name="Rectangle 17"/>
          <p:cNvSpPr>
            <a:spLocks noChangeArrowheads="1"/>
          </p:cNvSpPr>
          <p:nvPr/>
        </p:nvSpPr>
        <p:spPr bwMode="auto">
          <a:xfrm>
            <a:off x="10285831" y="5624257"/>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solidFill>
                <a:schemeClr val="accent1"/>
              </a:solidFill>
            </a:endParaRPr>
          </a:p>
        </p:txBody>
      </p:sp>
      <p:sp>
        <p:nvSpPr>
          <p:cNvPr id="65" name="Oval 18"/>
          <p:cNvSpPr>
            <a:spLocks noChangeArrowheads="1"/>
          </p:cNvSpPr>
          <p:nvPr/>
        </p:nvSpPr>
        <p:spPr bwMode="auto">
          <a:xfrm>
            <a:off x="2435643" y="47860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66" name="Oval 19"/>
          <p:cNvSpPr>
            <a:spLocks noChangeArrowheads="1"/>
          </p:cNvSpPr>
          <p:nvPr/>
        </p:nvSpPr>
        <p:spPr bwMode="auto">
          <a:xfrm>
            <a:off x="4569243" y="47860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67" name="Oval 20"/>
          <p:cNvSpPr>
            <a:spLocks noChangeArrowheads="1"/>
          </p:cNvSpPr>
          <p:nvPr/>
        </p:nvSpPr>
        <p:spPr bwMode="auto">
          <a:xfrm>
            <a:off x="5636043" y="47860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68" name="Oval 21"/>
          <p:cNvSpPr>
            <a:spLocks noChangeArrowheads="1"/>
          </p:cNvSpPr>
          <p:nvPr/>
        </p:nvSpPr>
        <p:spPr bwMode="auto">
          <a:xfrm>
            <a:off x="6702843" y="47860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69" name="Oval 22"/>
          <p:cNvSpPr>
            <a:spLocks noChangeArrowheads="1"/>
          </p:cNvSpPr>
          <p:nvPr/>
        </p:nvSpPr>
        <p:spPr bwMode="auto">
          <a:xfrm>
            <a:off x="7769643" y="47860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0" name="Oval 23"/>
          <p:cNvSpPr>
            <a:spLocks noChangeArrowheads="1"/>
          </p:cNvSpPr>
          <p:nvPr/>
        </p:nvSpPr>
        <p:spPr bwMode="auto">
          <a:xfrm>
            <a:off x="8836443" y="47860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1" name="Oval 24"/>
          <p:cNvSpPr>
            <a:spLocks noChangeArrowheads="1"/>
          </p:cNvSpPr>
          <p:nvPr/>
        </p:nvSpPr>
        <p:spPr bwMode="auto">
          <a:xfrm>
            <a:off x="9903243" y="47860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2" name="Oval 25"/>
          <p:cNvSpPr>
            <a:spLocks noChangeArrowheads="1"/>
          </p:cNvSpPr>
          <p:nvPr/>
        </p:nvSpPr>
        <p:spPr bwMode="auto">
          <a:xfrm>
            <a:off x="2969043" y="37954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3" name="Oval 26"/>
          <p:cNvSpPr>
            <a:spLocks noChangeArrowheads="1"/>
          </p:cNvSpPr>
          <p:nvPr/>
        </p:nvSpPr>
        <p:spPr bwMode="auto">
          <a:xfrm>
            <a:off x="5102643" y="37954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4" name="Oval 27"/>
          <p:cNvSpPr>
            <a:spLocks noChangeArrowheads="1"/>
          </p:cNvSpPr>
          <p:nvPr/>
        </p:nvSpPr>
        <p:spPr bwMode="auto">
          <a:xfrm>
            <a:off x="7236243" y="37954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5" name="Oval 28"/>
          <p:cNvSpPr>
            <a:spLocks noChangeArrowheads="1"/>
          </p:cNvSpPr>
          <p:nvPr/>
        </p:nvSpPr>
        <p:spPr bwMode="auto">
          <a:xfrm>
            <a:off x="9369843" y="37954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6" name="Oval 29"/>
          <p:cNvSpPr>
            <a:spLocks noChangeArrowheads="1"/>
          </p:cNvSpPr>
          <p:nvPr/>
        </p:nvSpPr>
        <p:spPr bwMode="auto">
          <a:xfrm>
            <a:off x="4112043" y="26524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7" name="Oval 31"/>
          <p:cNvSpPr>
            <a:spLocks noChangeArrowheads="1"/>
          </p:cNvSpPr>
          <p:nvPr/>
        </p:nvSpPr>
        <p:spPr bwMode="auto">
          <a:xfrm>
            <a:off x="6245643" y="16618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78" name="Line 32"/>
          <p:cNvSpPr>
            <a:spLocks noChangeShapeType="1"/>
          </p:cNvSpPr>
          <p:nvPr/>
        </p:nvSpPr>
        <p:spPr bwMode="auto">
          <a:xfrm flipH="1">
            <a:off x="4486693" y="1960307"/>
            <a:ext cx="17526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79" name="Line 33"/>
          <p:cNvSpPr>
            <a:spLocks noChangeShapeType="1"/>
          </p:cNvSpPr>
          <p:nvPr/>
        </p:nvSpPr>
        <p:spPr bwMode="auto">
          <a:xfrm>
            <a:off x="6696493" y="1960307"/>
            <a:ext cx="1752600" cy="838200"/>
          </a:xfrm>
          <a:prstGeom prst="line">
            <a:avLst/>
          </a:prstGeom>
          <a:noFill/>
          <a:ln w="12700">
            <a:solidFill>
              <a:schemeClr val="tx1"/>
            </a:solidFill>
            <a:round/>
            <a:headEnd type="none" w="sm" len="sm"/>
            <a:tailEnd type="none" w="sm" len="sm"/>
          </a:ln>
        </p:spPr>
        <p:txBody>
          <a:bodyPr/>
          <a:lstStyle/>
          <a:p>
            <a:endParaRPr lang="zh-CN" altLang="en-US"/>
          </a:p>
        </p:txBody>
      </p:sp>
      <p:sp>
        <p:nvSpPr>
          <p:cNvPr id="80" name="Line 34"/>
          <p:cNvSpPr>
            <a:spLocks noChangeShapeType="1"/>
          </p:cNvSpPr>
          <p:nvPr/>
        </p:nvSpPr>
        <p:spPr bwMode="auto">
          <a:xfrm flipH="1">
            <a:off x="3191293" y="3027107"/>
            <a:ext cx="9906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1" name="Line 35"/>
          <p:cNvSpPr>
            <a:spLocks noChangeShapeType="1"/>
          </p:cNvSpPr>
          <p:nvPr/>
        </p:nvSpPr>
        <p:spPr bwMode="auto">
          <a:xfrm>
            <a:off x="4562893" y="3027107"/>
            <a:ext cx="6858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2" name="Line 36"/>
          <p:cNvSpPr>
            <a:spLocks noChangeShapeType="1"/>
          </p:cNvSpPr>
          <p:nvPr/>
        </p:nvSpPr>
        <p:spPr bwMode="auto">
          <a:xfrm flipH="1">
            <a:off x="7610893" y="3179507"/>
            <a:ext cx="685800" cy="685800"/>
          </a:xfrm>
          <a:prstGeom prst="line">
            <a:avLst/>
          </a:prstGeom>
          <a:noFill/>
          <a:ln w="12700">
            <a:solidFill>
              <a:schemeClr val="tx1"/>
            </a:solidFill>
            <a:round/>
            <a:headEnd type="none" w="sm" len="sm"/>
            <a:tailEnd type="none" w="sm" len="sm"/>
          </a:ln>
        </p:spPr>
        <p:txBody>
          <a:bodyPr/>
          <a:lstStyle/>
          <a:p>
            <a:endParaRPr lang="zh-CN" altLang="en-US"/>
          </a:p>
        </p:txBody>
      </p:sp>
      <p:sp>
        <p:nvSpPr>
          <p:cNvPr id="83" name="Line 37"/>
          <p:cNvSpPr>
            <a:spLocks noChangeShapeType="1"/>
          </p:cNvSpPr>
          <p:nvPr/>
        </p:nvSpPr>
        <p:spPr bwMode="auto">
          <a:xfrm>
            <a:off x="8753893" y="3103307"/>
            <a:ext cx="685800" cy="685800"/>
          </a:xfrm>
          <a:prstGeom prst="line">
            <a:avLst/>
          </a:prstGeom>
          <a:noFill/>
          <a:ln w="12700">
            <a:solidFill>
              <a:schemeClr val="tx1"/>
            </a:solidFill>
            <a:round/>
            <a:headEnd type="none" w="sm" len="sm"/>
            <a:tailEnd type="none" w="sm" len="sm"/>
          </a:ln>
        </p:spPr>
        <p:txBody>
          <a:bodyPr/>
          <a:lstStyle/>
          <a:p>
            <a:endParaRPr lang="zh-CN" altLang="en-US"/>
          </a:p>
        </p:txBody>
      </p:sp>
      <p:sp>
        <p:nvSpPr>
          <p:cNvPr id="84" name="Line 38"/>
          <p:cNvSpPr>
            <a:spLocks noChangeShapeType="1"/>
          </p:cNvSpPr>
          <p:nvPr/>
        </p:nvSpPr>
        <p:spPr bwMode="auto">
          <a:xfrm flipH="1">
            <a:off x="2657893" y="4170107"/>
            <a:ext cx="3810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5" name="Line 39"/>
          <p:cNvSpPr>
            <a:spLocks noChangeShapeType="1"/>
          </p:cNvSpPr>
          <p:nvPr/>
        </p:nvSpPr>
        <p:spPr bwMode="auto">
          <a:xfrm>
            <a:off x="3343693" y="4170107"/>
            <a:ext cx="3048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6" name="Line 40"/>
          <p:cNvSpPr>
            <a:spLocks noChangeShapeType="1"/>
          </p:cNvSpPr>
          <p:nvPr/>
        </p:nvSpPr>
        <p:spPr bwMode="auto">
          <a:xfrm flipH="1">
            <a:off x="4943893" y="4246307"/>
            <a:ext cx="3048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7" name="Line 41"/>
          <p:cNvSpPr>
            <a:spLocks noChangeShapeType="1"/>
          </p:cNvSpPr>
          <p:nvPr/>
        </p:nvSpPr>
        <p:spPr bwMode="auto">
          <a:xfrm>
            <a:off x="5553493" y="4093907"/>
            <a:ext cx="3048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8" name="Line 42"/>
          <p:cNvSpPr>
            <a:spLocks noChangeShapeType="1"/>
          </p:cNvSpPr>
          <p:nvPr/>
        </p:nvSpPr>
        <p:spPr bwMode="auto">
          <a:xfrm flipH="1">
            <a:off x="7001293" y="4246307"/>
            <a:ext cx="304800" cy="533400"/>
          </a:xfrm>
          <a:prstGeom prst="line">
            <a:avLst/>
          </a:prstGeom>
          <a:noFill/>
          <a:ln w="12700">
            <a:solidFill>
              <a:schemeClr val="tx1"/>
            </a:solidFill>
            <a:round/>
            <a:headEnd type="none" w="sm" len="sm"/>
            <a:tailEnd type="none" w="sm" len="sm"/>
          </a:ln>
        </p:spPr>
        <p:txBody>
          <a:bodyPr/>
          <a:lstStyle/>
          <a:p>
            <a:endParaRPr lang="zh-CN" altLang="en-US"/>
          </a:p>
        </p:txBody>
      </p:sp>
      <p:sp>
        <p:nvSpPr>
          <p:cNvPr id="89" name="Line 43"/>
          <p:cNvSpPr>
            <a:spLocks noChangeShapeType="1"/>
          </p:cNvSpPr>
          <p:nvPr/>
        </p:nvSpPr>
        <p:spPr bwMode="auto">
          <a:xfrm>
            <a:off x="7610893" y="4246307"/>
            <a:ext cx="304800" cy="533400"/>
          </a:xfrm>
          <a:prstGeom prst="line">
            <a:avLst/>
          </a:prstGeom>
          <a:noFill/>
          <a:ln w="12700">
            <a:solidFill>
              <a:schemeClr val="tx1"/>
            </a:solidFill>
            <a:round/>
            <a:headEnd type="none" w="sm" len="sm"/>
            <a:tailEnd type="none" w="sm" len="sm"/>
          </a:ln>
        </p:spPr>
        <p:txBody>
          <a:bodyPr/>
          <a:lstStyle/>
          <a:p>
            <a:endParaRPr lang="zh-CN" altLang="en-US"/>
          </a:p>
        </p:txBody>
      </p:sp>
      <p:sp>
        <p:nvSpPr>
          <p:cNvPr id="90" name="Line 44"/>
          <p:cNvSpPr>
            <a:spLocks noChangeShapeType="1"/>
          </p:cNvSpPr>
          <p:nvPr/>
        </p:nvSpPr>
        <p:spPr bwMode="auto">
          <a:xfrm flipH="1">
            <a:off x="8982493" y="4170107"/>
            <a:ext cx="4572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91" name="Line 45"/>
          <p:cNvSpPr>
            <a:spLocks noChangeShapeType="1"/>
          </p:cNvSpPr>
          <p:nvPr/>
        </p:nvSpPr>
        <p:spPr bwMode="auto">
          <a:xfrm>
            <a:off x="9744493" y="4170107"/>
            <a:ext cx="3810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92" name="Line 46"/>
          <p:cNvSpPr>
            <a:spLocks noChangeShapeType="1"/>
          </p:cNvSpPr>
          <p:nvPr/>
        </p:nvSpPr>
        <p:spPr bwMode="auto">
          <a:xfrm flipH="1">
            <a:off x="23530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3" name="Line 47"/>
          <p:cNvSpPr>
            <a:spLocks noChangeShapeType="1"/>
          </p:cNvSpPr>
          <p:nvPr/>
        </p:nvSpPr>
        <p:spPr bwMode="auto">
          <a:xfrm flipH="1">
            <a:off x="34198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4" name="Line 48"/>
          <p:cNvSpPr>
            <a:spLocks noChangeShapeType="1"/>
          </p:cNvSpPr>
          <p:nvPr/>
        </p:nvSpPr>
        <p:spPr bwMode="auto">
          <a:xfrm flipH="1">
            <a:off x="44866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5" name="Line 49"/>
          <p:cNvSpPr>
            <a:spLocks noChangeShapeType="1"/>
          </p:cNvSpPr>
          <p:nvPr/>
        </p:nvSpPr>
        <p:spPr bwMode="auto">
          <a:xfrm flipH="1">
            <a:off x="55534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6" name="Line 50"/>
          <p:cNvSpPr>
            <a:spLocks noChangeShapeType="1"/>
          </p:cNvSpPr>
          <p:nvPr/>
        </p:nvSpPr>
        <p:spPr bwMode="auto">
          <a:xfrm flipH="1">
            <a:off x="66202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7" name="Line 51"/>
          <p:cNvSpPr>
            <a:spLocks noChangeShapeType="1"/>
          </p:cNvSpPr>
          <p:nvPr/>
        </p:nvSpPr>
        <p:spPr bwMode="auto">
          <a:xfrm flipH="1">
            <a:off x="76870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8" name="Line 52"/>
          <p:cNvSpPr>
            <a:spLocks noChangeShapeType="1"/>
          </p:cNvSpPr>
          <p:nvPr/>
        </p:nvSpPr>
        <p:spPr bwMode="auto">
          <a:xfrm flipH="1">
            <a:off x="87538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9" name="Line 53"/>
          <p:cNvSpPr>
            <a:spLocks noChangeShapeType="1"/>
          </p:cNvSpPr>
          <p:nvPr/>
        </p:nvSpPr>
        <p:spPr bwMode="auto">
          <a:xfrm>
            <a:off x="27340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0" name="Line 54"/>
          <p:cNvSpPr>
            <a:spLocks noChangeShapeType="1"/>
          </p:cNvSpPr>
          <p:nvPr/>
        </p:nvSpPr>
        <p:spPr bwMode="auto">
          <a:xfrm>
            <a:off x="3800893" y="5160707"/>
            <a:ext cx="304800" cy="457200"/>
          </a:xfrm>
          <a:prstGeom prst="line">
            <a:avLst/>
          </a:prstGeom>
          <a:noFill/>
          <a:ln w="12700">
            <a:solidFill>
              <a:schemeClr val="tx1"/>
            </a:solidFill>
            <a:round/>
            <a:headEnd type="none" w="sm" len="sm"/>
            <a:tailEnd type="none" w="sm" len="sm"/>
          </a:ln>
        </p:spPr>
        <p:txBody>
          <a:bodyPr/>
          <a:lstStyle/>
          <a:p>
            <a:endParaRPr lang="zh-CN" altLang="en-US"/>
          </a:p>
        </p:txBody>
      </p:sp>
      <p:sp>
        <p:nvSpPr>
          <p:cNvPr id="101" name="Line 55"/>
          <p:cNvSpPr>
            <a:spLocks noChangeShapeType="1"/>
          </p:cNvSpPr>
          <p:nvPr/>
        </p:nvSpPr>
        <p:spPr bwMode="auto">
          <a:xfrm>
            <a:off x="48676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2" name="Line 56"/>
          <p:cNvSpPr>
            <a:spLocks noChangeShapeType="1"/>
          </p:cNvSpPr>
          <p:nvPr/>
        </p:nvSpPr>
        <p:spPr bwMode="auto">
          <a:xfrm>
            <a:off x="60106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3" name="Line 57"/>
          <p:cNvSpPr>
            <a:spLocks noChangeShapeType="1"/>
          </p:cNvSpPr>
          <p:nvPr/>
        </p:nvSpPr>
        <p:spPr bwMode="auto">
          <a:xfrm>
            <a:off x="70774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4" name="Line 58"/>
          <p:cNvSpPr>
            <a:spLocks noChangeShapeType="1"/>
          </p:cNvSpPr>
          <p:nvPr/>
        </p:nvSpPr>
        <p:spPr bwMode="auto">
          <a:xfrm>
            <a:off x="81442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5" name="Line 59"/>
          <p:cNvSpPr>
            <a:spLocks noChangeShapeType="1"/>
          </p:cNvSpPr>
          <p:nvPr/>
        </p:nvSpPr>
        <p:spPr bwMode="auto">
          <a:xfrm>
            <a:off x="92110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6" name="Line 60"/>
          <p:cNvSpPr>
            <a:spLocks noChangeShapeType="1"/>
          </p:cNvSpPr>
          <p:nvPr/>
        </p:nvSpPr>
        <p:spPr bwMode="auto">
          <a:xfrm>
            <a:off x="102778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7" name="Line 61"/>
          <p:cNvSpPr>
            <a:spLocks noChangeShapeType="1"/>
          </p:cNvSpPr>
          <p:nvPr/>
        </p:nvSpPr>
        <p:spPr bwMode="auto">
          <a:xfrm flipH="1">
            <a:off x="9820693" y="5236907"/>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8" name="Oval 62"/>
          <p:cNvSpPr>
            <a:spLocks noChangeArrowheads="1"/>
          </p:cNvSpPr>
          <p:nvPr/>
        </p:nvSpPr>
        <p:spPr bwMode="auto">
          <a:xfrm>
            <a:off x="3502443" y="4786057"/>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109" name="Rectangle 63"/>
          <p:cNvSpPr>
            <a:spLocks noChangeArrowheads="1"/>
          </p:cNvSpPr>
          <p:nvPr/>
        </p:nvSpPr>
        <p:spPr bwMode="auto">
          <a:xfrm>
            <a:off x="22610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4</a:t>
            </a:r>
            <a:endParaRPr lang="en-US" altLang="zh-CN" sz="2000">
              <a:solidFill>
                <a:schemeClr val="accent1"/>
              </a:solidFill>
            </a:endParaRPr>
          </a:p>
        </p:txBody>
      </p:sp>
      <p:sp>
        <p:nvSpPr>
          <p:cNvPr id="110" name="Rectangle 64"/>
          <p:cNvSpPr>
            <a:spLocks noChangeArrowheads="1"/>
          </p:cNvSpPr>
          <p:nvPr/>
        </p:nvSpPr>
        <p:spPr bwMode="auto">
          <a:xfrm>
            <a:off x="27944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3</a:t>
            </a:r>
            <a:endParaRPr lang="en-US" altLang="zh-CN" sz="2000">
              <a:solidFill>
                <a:schemeClr val="accent1"/>
              </a:solidFill>
            </a:endParaRPr>
          </a:p>
        </p:txBody>
      </p:sp>
      <p:sp>
        <p:nvSpPr>
          <p:cNvPr id="111" name="Rectangle 65"/>
          <p:cNvSpPr>
            <a:spLocks noChangeArrowheads="1"/>
          </p:cNvSpPr>
          <p:nvPr/>
        </p:nvSpPr>
        <p:spPr bwMode="auto">
          <a:xfrm>
            <a:off x="33278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6</a:t>
            </a:r>
            <a:endParaRPr lang="en-US" altLang="zh-CN" sz="2000">
              <a:solidFill>
                <a:schemeClr val="accent1"/>
              </a:solidFill>
            </a:endParaRPr>
          </a:p>
        </p:txBody>
      </p:sp>
      <p:sp>
        <p:nvSpPr>
          <p:cNvPr id="112" name="Rectangle 66"/>
          <p:cNvSpPr>
            <a:spLocks noChangeArrowheads="1"/>
          </p:cNvSpPr>
          <p:nvPr/>
        </p:nvSpPr>
        <p:spPr bwMode="auto">
          <a:xfrm>
            <a:off x="38612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8</a:t>
            </a:r>
            <a:endParaRPr lang="en-US" altLang="zh-CN" sz="2000">
              <a:solidFill>
                <a:schemeClr val="accent1"/>
              </a:solidFill>
            </a:endParaRPr>
          </a:p>
        </p:txBody>
      </p:sp>
      <p:sp>
        <p:nvSpPr>
          <p:cNvPr id="113" name="Rectangle 67"/>
          <p:cNvSpPr>
            <a:spLocks noChangeArrowheads="1"/>
          </p:cNvSpPr>
          <p:nvPr/>
        </p:nvSpPr>
        <p:spPr bwMode="auto">
          <a:xfrm>
            <a:off x="4394618" y="5571870"/>
            <a:ext cx="32512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1</a:t>
            </a:r>
            <a:endParaRPr lang="en-US" altLang="zh-CN" sz="2000" dirty="0">
              <a:solidFill>
                <a:srgbClr val="FF0000"/>
              </a:solidFill>
            </a:endParaRPr>
          </a:p>
        </p:txBody>
      </p:sp>
      <p:sp>
        <p:nvSpPr>
          <p:cNvPr id="114" name="Rectangle 68"/>
          <p:cNvSpPr>
            <a:spLocks noChangeArrowheads="1"/>
          </p:cNvSpPr>
          <p:nvPr/>
        </p:nvSpPr>
        <p:spPr bwMode="auto">
          <a:xfrm>
            <a:off x="49280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5</a:t>
            </a:r>
            <a:endParaRPr lang="en-US" altLang="zh-CN" sz="2000">
              <a:solidFill>
                <a:schemeClr val="accent1"/>
              </a:solidFill>
            </a:endParaRPr>
          </a:p>
        </p:txBody>
      </p:sp>
      <p:sp>
        <p:nvSpPr>
          <p:cNvPr id="115" name="Rectangle 69"/>
          <p:cNvSpPr>
            <a:spLocks noChangeArrowheads="1"/>
          </p:cNvSpPr>
          <p:nvPr/>
        </p:nvSpPr>
        <p:spPr bwMode="auto">
          <a:xfrm>
            <a:off x="54614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7</a:t>
            </a:r>
            <a:endParaRPr lang="en-US" altLang="zh-CN" sz="2000">
              <a:solidFill>
                <a:schemeClr val="accent1"/>
              </a:solidFill>
            </a:endParaRPr>
          </a:p>
        </p:txBody>
      </p:sp>
      <p:sp>
        <p:nvSpPr>
          <p:cNvPr id="116" name="Rectangle 70"/>
          <p:cNvSpPr>
            <a:spLocks noChangeArrowheads="1"/>
          </p:cNvSpPr>
          <p:nvPr/>
        </p:nvSpPr>
        <p:spPr bwMode="auto">
          <a:xfrm>
            <a:off x="59948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3</a:t>
            </a:r>
            <a:endParaRPr lang="en-US" altLang="zh-CN" sz="2000">
              <a:solidFill>
                <a:schemeClr val="accent1"/>
              </a:solidFill>
            </a:endParaRPr>
          </a:p>
        </p:txBody>
      </p:sp>
      <p:sp>
        <p:nvSpPr>
          <p:cNvPr id="117" name="Rectangle 71"/>
          <p:cNvSpPr>
            <a:spLocks noChangeArrowheads="1"/>
          </p:cNvSpPr>
          <p:nvPr/>
        </p:nvSpPr>
        <p:spPr bwMode="auto">
          <a:xfrm>
            <a:off x="65282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2</a:t>
            </a:r>
            <a:endParaRPr lang="en-US" altLang="zh-CN" sz="2000">
              <a:solidFill>
                <a:schemeClr val="accent1"/>
              </a:solidFill>
            </a:endParaRPr>
          </a:p>
        </p:txBody>
      </p:sp>
      <p:sp>
        <p:nvSpPr>
          <p:cNvPr id="118" name="Rectangle 72"/>
          <p:cNvSpPr>
            <a:spLocks noChangeArrowheads="1"/>
          </p:cNvSpPr>
          <p:nvPr/>
        </p:nvSpPr>
        <p:spPr bwMode="auto">
          <a:xfrm>
            <a:off x="70616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6</a:t>
            </a:r>
            <a:endParaRPr lang="en-US" altLang="zh-CN" sz="2000">
              <a:solidFill>
                <a:schemeClr val="accent1"/>
              </a:solidFill>
            </a:endParaRPr>
          </a:p>
        </p:txBody>
      </p:sp>
      <p:sp>
        <p:nvSpPr>
          <p:cNvPr id="119" name="Rectangle 73"/>
          <p:cNvSpPr>
            <a:spLocks noChangeArrowheads="1"/>
          </p:cNvSpPr>
          <p:nvPr/>
        </p:nvSpPr>
        <p:spPr bwMode="auto">
          <a:xfrm>
            <a:off x="75950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9</a:t>
            </a:r>
            <a:endParaRPr lang="en-US" altLang="zh-CN" sz="2000">
              <a:solidFill>
                <a:schemeClr val="accent1"/>
              </a:solidFill>
            </a:endParaRPr>
          </a:p>
        </p:txBody>
      </p:sp>
      <p:sp>
        <p:nvSpPr>
          <p:cNvPr id="120" name="Rectangle 74"/>
          <p:cNvSpPr>
            <a:spLocks noChangeArrowheads="1"/>
          </p:cNvSpPr>
          <p:nvPr/>
        </p:nvSpPr>
        <p:spPr bwMode="auto">
          <a:xfrm>
            <a:off x="81284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4</a:t>
            </a:r>
            <a:endParaRPr lang="en-US" altLang="zh-CN" sz="2000">
              <a:solidFill>
                <a:schemeClr val="accent1"/>
              </a:solidFill>
            </a:endParaRPr>
          </a:p>
        </p:txBody>
      </p:sp>
      <p:sp>
        <p:nvSpPr>
          <p:cNvPr id="121" name="Rectangle 75"/>
          <p:cNvSpPr>
            <a:spLocks noChangeArrowheads="1"/>
          </p:cNvSpPr>
          <p:nvPr/>
        </p:nvSpPr>
        <p:spPr bwMode="auto">
          <a:xfrm>
            <a:off x="86618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5</a:t>
            </a:r>
            <a:endParaRPr lang="en-US" altLang="zh-CN" sz="2000">
              <a:solidFill>
                <a:schemeClr val="accent1"/>
              </a:solidFill>
            </a:endParaRPr>
          </a:p>
        </p:txBody>
      </p:sp>
      <p:sp>
        <p:nvSpPr>
          <p:cNvPr id="122" name="Rectangle 76"/>
          <p:cNvSpPr>
            <a:spLocks noChangeArrowheads="1"/>
          </p:cNvSpPr>
          <p:nvPr/>
        </p:nvSpPr>
        <p:spPr bwMode="auto">
          <a:xfrm>
            <a:off x="91952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2</a:t>
            </a:r>
            <a:endParaRPr lang="en-US" altLang="zh-CN" sz="2000">
              <a:solidFill>
                <a:schemeClr val="accent1"/>
              </a:solidFill>
            </a:endParaRPr>
          </a:p>
        </p:txBody>
      </p:sp>
      <p:sp>
        <p:nvSpPr>
          <p:cNvPr id="123" name="Rectangle 77"/>
          <p:cNvSpPr>
            <a:spLocks noChangeArrowheads="1"/>
          </p:cNvSpPr>
          <p:nvPr/>
        </p:nvSpPr>
        <p:spPr bwMode="auto">
          <a:xfrm>
            <a:off x="97286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5</a:t>
            </a:r>
            <a:endParaRPr lang="en-US" altLang="zh-CN" sz="2000">
              <a:solidFill>
                <a:schemeClr val="accent1"/>
              </a:solidFill>
            </a:endParaRPr>
          </a:p>
        </p:txBody>
      </p:sp>
      <p:sp>
        <p:nvSpPr>
          <p:cNvPr id="124" name="Rectangle 78"/>
          <p:cNvSpPr>
            <a:spLocks noChangeArrowheads="1"/>
          </p:cNvSpPr>
          <p:nvPr/>
        </p:nvSpPr>
        <p:spPr bwMode="auto">
          <a:xfrm>
            <a:off x="10262018" y="5571870"/>
            <a:ext cx="311150" cy="396875"/>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a:solidFill>
                  <a:schemeClr val="accent1"/>
                </a:solidFill>
              </a:rPr>
              <a:t>8</a:t>
            </a:r>
            <a:endParaRPr lang="en-US" altLang="zh-CN" sz="2000">
              <a:solidFill>
                <a:schemeClr val="accent1"/>
              </a:solidFill>
            </a:endParaRPr>
          </a:p>
        </p:txBody>
      </p:sp>
      <p:sp>
        <p:nvSpPr>
          <p:cNvPr id="125" name="Rectangle 79"/>
          <p:cNvSpPr>
            <a:spLocks noChangeArrowheads="1"/>
          </p:cNvSpPr>
          <p:nvPr/>
        </p:nvSpPr>
        <p:spPr bwMode="auto">
          <a:xfrm>
            <a:off x="2489618" y="4809870"/>
            <a:ext cx="311150" cy="396875"/>
          </a:xfrm>
          <a:prstGeom prst="rect">
            <a:avLst/>
          </a:prstGeom>
          <a:noFill/>
          <a:ln>
            <a:noFill/>
          </a:ln>
        </p:spPr>
        <p:txBody>
          <a:bodyPr wrap="none" lIns="92075" tIns="46038" rIns="92075" bIns="46038">
            <a:spAutoFit/>
          </a:bodyPr>
          <a:lstStyle/>
          <a:p>
            <a:r>
              <a:rPr lang="en-US" altLang="zh-CN" sz="2000">
                <a:solidFill>
                  <a:schemeClr val="bg2"/>
                </a:solidFill>
              </a:rPr>
              <a:t>4</a:t>
            </a:r>
            <a:endParaRPr lang="en-US" altLang="zh-CN" sz="2000">
              <a:solidFill>
                <a:schemeClr val="bg2"/>
              </a:solidFill>
            </a:endParaRPr>
          </a:p>
        </p:txBody>
      </p:sp>
      <p:sp>
        <p:nvSpPr>
          <p:cNvPr id="126" name="Rectangle 80"/>
          <p:cNvSpPr>
            <a:spLocks noChangeArrowheads="1"/>
          </p:cNvSpPr>
          <p:nvPr/>
        </p:nvSpPr>
        <p:spPr bwMode="auto">
          <a:xfrm>
            <a:off x="3023018" y="3789107"/>
            <a:ext cx="184150" cy="396875"/>
          </a:xfrm>
          <a:prstGeom prst="rect">
            <a:avLst/>
          </a:prstGeom>
          <a:noFill/>
          <a:ln>
            <a:noFill/>
          </a:ln>
        </p:spPr>
        <p:txBody>
          <a:bodyPr lIns="92075" tIns="46038" rIns="92075" bIns="46038">
            <a:spAutoFit/>
          </a:bodyPr>
          <a:lstStyle/>
          <a:p>
            <a:pPr>
              <a:spcBef>
                <a:spcPct val="50000"/>
              </a:spcBef>
            </a:pPr>
            <a:r>
              <a:rPr lang="en-US" altLang="zh-CN" sz="2000">
                <a:solidFill>
                  <a:schemeClr val="bg2"/>
                </a:solidFill>
              </a:rPr>
              <a:t>6</a:t>
            </a:r>
            <a:endParaRPr lang="en-US" altLang="zh-CN" sz="2000">
              <a:solidFill>
                <a:schemeClr val="bg2"/>
              </a:solidFill>
            </a:endParaRPr>
          </a:p>
        </p:txBody>
      </p:sp>
      <p:sp>
        <p:nvSpPr>
          <p:cNvPr id="127" name="Rectangle 81"/>
          <p:cNvSpPr>
            <a:spLocks noChangeArrowheads="1"/>
          </p:cNvSpPr>
          <p:nvPr/>
        </p:nvSpPr>
        <p:spPr bwMode="auto">
          <a:xfrm>
            <a:off x="3556418" y="4809870"/>
            <a:ext cx="311150" cy="396875"/>
          </a:xfrm>
          <a:prstGeom prst="rect">
            <a:avLst/>
          </a:prstGeom>
          <a:noFill/>
          <a:ln>
            <a:noFill/>
          </a:ln>
        </p:spPr>
        <p:txBody>
          <a:bodyPr wrap="none" lIns="92075" tIns="46038" rIns="92075" bIns="46038">
            <a:spAutoFit/>
          </a:bodyPr>
          <a:lstStyle/>
          <a:p>
            <a:r>
              <a:rPr lang="en-US" altLang="zh-CN" sz="2000">
                <a:solidFill>
                  <a:schemeClr val="bg2"/>
                </a:solidFill>
              </a:rPr>
              <a:t>8</a:t>
            </a:r>
            <a:endParaRPr lang="en-US" altLang="zh-CN" sz="2000">
              <a:solidFill>
                <a:schemeClr val="bg2"/>
              </a:solidFill>
            </a:endParaRPr>
          </a:p>
        </p:txBody>
      </p:sp>
      <p:sp>
        <p:nvSpPr>
          <p:cNvPr id="128" name="Rectangle 82"/>
          <p:cNvSpPr>
            <a:spLocks noChangeArrowheads="1"/>
          </p:cNvSpPr>
          <p:nvPr/>
        </p:nvSpPr>
        <p:spPr bwMode="auto">
          <a:xfrm>
            <a:off x="4166018" y="2676270"/>
            <a:ext cx="328616" cy="400752"/>
          </a:xfrm>
          <a:prstGeom prst="rect">
            <a:avLst/>
          </a:prstGeom>
          <a:noFill/>
          <a:ln>
            <a:noFill/>
          </a:ln>
        </p:spPr>
        <p:txBody>
          <a:bodyPr wrap="none" lIns="92075" tIns="46038" rIns="92075" bIns="46038">
            <a:spAutoFit/>
          </a:bodyPr>
          <a:lstStyle/>
          <a:p>
            <a:r>
              <a:rPr lang="en-US" altLang="zh-CN" sz="2000" dirty="0">
                <a:solidFill>
                  <a:schemeClr val="bg2"/>
                </a:solidFill>
              </a:rPr>
              <a:t>3</a:t>
            </a:r>
            <a:endParaRPr lang="en-US" altLang="zh-CN" sz="2000" dirty="0">
              <a:solidFill>
                <a:schemeClr val="bg2"/>
              </a:solidFill>
            </a:endParaRPr>
          </a:p>
        </p:txBody>
      </p:sp>
      <p:sp>
        <p:nvSpPr>
          <p:cNvPr id="129" name="Rectangle 83"/>
          <p:cNvSpPr>
            <a:spLocks noChangeArrowheads="1"/>
          </p:cNvSpPr>
          <p:nvPr/>
        </p:nvSpPr>
        <p:spPr bwMode="auto">
          <a:xfrm>
            <a:off x="4623218" y="4809870"/>
            <a:ext cx="325120" cy="398780"/>
          </a:xfrm>
          <a:prstGeom prst="rect">
            <a:avLst/>
          </a:prstGeom>
          <a:noFill/>
          <a:ln>
            <a:noFill/>
          </a:ln>
        </p:spPr>
        <p:txBody>
          <a:bodyPr wrap="none" lIns="92075" tIns="46038" rIns="92075" bIns="46038">
            <a:spAutoFit/>
          </a:bodyPr>
          <a:lstStyle/>
          <a:p>
            <a:r>
              <a:rPr lang="en-US" altLang="zh-CN" sz="2000" dirty="0">
                <a:solidFill>
                  <a:srgbClr val="FF0000"/>
                </a:solidFill>
              </a:rPr>
              <a:t>1</a:t>
            </a:r>
            <a:endParaRPr lang="en-US" altLang="zh-CN" sz="2000" dirty="0">
              <a:solidFill>
                <a:srgbClr val="FF0000"/>
              </a:solidFill>
            </a:endParaRPr>
          </a:p>
        </p:txBody>
      </p:sp>
      <p:sp>
        <p:nvSpPr>
          <p:cNvPr id="130" name="Rectangle 84"/>
          <p:cNvSpPr>
            <a:spLocks noChangeArrowheads="1"/>
          </p:cNvSpPr>
          <p:nvPr/>
        </p:nvSpPr>
        <p:spPr bwMode="auto">
          <a:xfrm>
            <a:off x="5156618" y="3789107"/>
            <a:ext cx="184150" cy="400752"/>
          </a:xfrm>
          <a:prstGeom prst="rect">
            <a:avLst/>
          </a:prstGeom>
          <a:noFill/>
          <a:ln>
            <a:noFill/>
          </a:ln>
        </p:spPr>
        <p:txBody>
          <a:bodyPr lIns="92075" tIns="46038" rIns="92075" bIns="46038">
            <a:spAutoFit/>
          </a:bodyPr>
          <a:lstStyle/>
          <a:p>
            <a:pPr>
              <a:spcBef>
                <a:spcPct val="50000"/>
              </a:spcBef>
            </a:pPr>
            <a:r>
              <a:rPr lang="en-US" altLang="zh-CN" sz="2000" dirty="0">
                <a:solidFill>
                  <a:schemeClr val="bg2"/>
                </a:solidFill>
              </a:rPr>
              <a:t>5</a:t>
            </a:r>
            <a:endParaRPr lang="en-US" altLang="zh-CN" sz="2000" dirty="0">
              <a:solidFill>
                <a:schemeClr val="bg2"/>
              </a:solidFill>
            </a:endParaRPr>
          </a:p>
        </p:txBody>
      </p:sp>
      <p:sp>
        <p:nvSpPr>
          <p:cNvPr id="131" name="Rectangle 85"/>
          <p:cNvSpPr>
            <a:spLocks noChangeArrowheads="1"/>
          </p:cNvSpPr>
          <p:nvPr/>
        </p:nvSpPr>
        <p:spPr bwMode="auto">
          <a:xfrm>
            <a:off x="5690018" y="4809870"/>
            <a:ext cx="311150" cy="396875"/>
          </a:xfrm>
          <a:prstGeom prst="rect">
            <a:avLst/>
          </a:prstGeom>
          <a:noFill/>
          <a:ln>
            <a:noFill/>
          </a:ln>
        </p:spPr>
        <p:txBody>
          <a:bodyPr wrap="none" lIns="92075" tIns="46038" rIns="92075" bIns="46038">
            <a:spAutoFit/>
          </a:bodyPr>
          <a:lstStyle/>
          <a:p>
            <a:r>
              <a:rPr lang="en-US" altLang="zh-CN" sz="2000">
                <a:solidFill>
                  <a:schemeClr val="bg2"/>
                </a:solidFill>
              </a:rPr>
              <a:t>7</a:t>
            </a:r>
            <a:endParaRPr lang="en-US" altLang="zh-CN" sz="2000">
              <a:solidFill>
                <a:schemeClr val="bg2"/>
              </a:solidFill>
            </a:endParaRPr>
          </a:p>
        </p:txBody>
      </p:sp>
      <p:sp>
        <p:nvSpPr>
          <p:cNvPr id="132" name="Rectangle 86"/>
          <p:cNvSpPr>
            <a:spLocks noChangeArrowheads="1"/>
          </p:cNvSpPr>
          <p:nvPr/>
        </p:nvSpPr>
        <p:spPr bwMode="auto">
          <a:xfrm>
            <a:off x="8357018" y="2828670"/>
            <a:ext cx="311150" cy="396875"/>
          </a:xfrm>
          <a:prstGeom prst="rect">
            <a:avLst/>
          </a:prstGeom>
          <a:noFill/>
          <a:ln>
            <a:noFill/>
          </a:ln>
        </p:spPr>
        <p:txBody>
          <a:bodyPr wrap="none" lIns="92075" tIns="46038" rIns="92075" bIns="46038">
            <a:spAutoFit/>
          </a:bodyPr>
          <a:lstStyle/>
          <a:p>
            <a:r>
              <a:rPr lang="en-US" altLang="zh-CN" sz="2000">
                <a:solidFill>
                  <a:schemeClr val="bg2"/>
                </a:solidFill>
              </a:rPr>
              <a:t>2</a:t>
            </a:r>
            <a:endParaRPr lang="en-US" altLang="zh-CN" sz="2000">
              <a:solidFill>
                <a:schemeClr val="bg2"/>
              </a:solidFill>
            </a:endParaRPr>
          </a:p>
        </p:txBody>
      </p:sp>
      <p:sp>
        <p:nvSpPr>
          <p:cNvPr id="133" name="Rectangle 87"/>
          <p:cNvSpPr>
            <a:spLocks noChangeArrowheads="1"/>
          </p:cNvSpPr>
          <p:nvPr/>
        </p:nvSpPr>
        <p:spPr bwMode="auto">
          <a:xfrm>
            <a:off x="8890418" y="4809870"/>
            <a:ext cx="311150" cy="396875"/>
          </a:xfrm>
          <a:prstGeom prst="rect">
            <a:avLst/>
          </a:prstGeom>
          <a:noFill/>
          <a:ln>
            <a:noFill/>
          </a:ln>
        </p:spPr>
        <p:txBody>
          <a:bodyPr wrap="none" lIns="92075" tIns="46038" rIns="92075" bIns="46038">
            <a:spAutoFit/>
          </a:bodyPr>
          <a:lstStyle/>
          <a:p>
            <a:r>
              <a:rPr lang="en-US" altLang="zh-CN" sz="2000">
                <a:solidFill>
                  <a:schemeClr val="bg2"/>
                </a:solidFill>
              </a:rPr>
              <a:t>5</a:t>
            </a:r>
            <a:endParaRPr lang="en-US" altLang="zh-CN" sz="2000">
              <a:solidFill>
                <a:schemeClr val="bg2"/>
              </a:solidFill>
            </a:endParaRPr>
          </a:p>
        </p:txBody>
      </p:sp>
      <p:sp>
        <p:nvSpPr>
          <p:cNvPr id="134" name="Rectangle 88"/>
          <p:cNvSpPr>
            <a:spLocks noChangeArrowheads="1"/>
          </p:cNvSpPr>
          <p:nvPr/>
        </p:nvSpPr>
        <p:spPr bwMode="auto">
          <a:xfrm>
            <a:off x="9423818" y="3789107"/>
            <a:ext cx="184150" cy="396875"/>
          </a:xfrm>
          <a:prstGeom prst="rect">
            <a:avLst/>
          </a:prstGeom>
          <a:noFill/>
          <a:ln>
            <a:noFill/>
          </a:ln>
        </p:spPr>
        <p:txBody>
          <a:bodyPr lIns="92075" tIns="46038" rIns="92075" bIns="46038">
            <a:spAutoFit/>
          </a:bodyPr>
          <a:lstStyle/>
          <a:p>
            <a:pPr>
              <a:spcBef>
                <a:spcPct val="50000"/>
              </a:spcBef>
            </a:pPr>
            <a:r>
              <a:rPr lang="en-US" altLang="zh-CN" sz="2000">
                <a:solidFill>
                  <a:schemeClr val="bg2"/>
                </a:solidFill>
              </a:rPr>
              <a:t>5</a:t>
            </a:r>
            <a:endParaRPr lang="en-US" altLang="zh-CN" sz="2000">
              <a:solidFill>
                <a:schemeClr val="bg2"/>
              </a:solidFill>
            </a:endParaRPr>
          </a:p>
        </p:txBody>
      </p:sp>
      <p:sp>
        <p:nvSpPr>
          <p:cNvPr id="135" name="Rectangle 89"/>
          <p:cNvSpPr>
            <a:spLocks noChangeArrowheads="1"/>
          </p:cNvSpPr>
          <p:nvPr/>
        </p:nvSpPr>
        <p:spPr bwMode="auto">
          <a:xfrm>
            <a:off x="9957218" y="4809870"/>
            <a:ext cx="311150" cy="396875"/>
          </a:xfrm>
          <a:prstGeom prst="rect">
            <a:avLst/>
          </a:prstGeom>
          <a:noFill/>
          <a:ln>
            <a:noFill/>
          </a:ln>
        </p:spPr>
        <p:txBody>
          <a:bodyPr wrap="none" lIns="92075" tIns="46038" rIns="92075" bIns="46038">
            <a:spAutoFit/>
          </a:bodyPr>
          <a:lstStyle/>
          <a:p>
            <a:r>
              <a:rPr lang="en-US" altLang="zh-CN" sz="2000">
                <a:solidFill>
                  <a:schemeClr val="bg2"/>
                </a:solidFill>
              </a:rPr>
              <a:t>8</a:t>
            </a:r>
            <a:endParaRPr lang="en-US" altLang="zh-CN" sz="2000">
              <a:solidFill>
                <a:schemeClr val="bg2"/>
              </a:solidFill>
            </a:endParaRPr>
          </a:p>
        </p:txBody>
      </p:sp>
      <p:sp>
        <p:nvSpPr>
          <p:cNvPr id="136" name="Rectangle 90"/>
          <p:cNvSpPr>
            <a:spLocks noChangeArrowheads="1"/>
          </p:cNvSpPr>
          <p:nvPr/>
        </p:nvSpPr>
        <p:spPr bwMode="auto">
          <a:xfrm>
            <a:off x="6299618" y="1685670"/>
            <a:ext cx="328616" cy="400752"/>
          </a:xfrm>
          <a:prstGeom prst="rect">
            <a:avLst/>
          </a:prstGeom>
          <a:noFill/>
          <a:ln>
            <a:noFill/>
          </a:ln>
        </p:spPr>
        <p:txBody>
          <a:bodyPr wrap="none" lIns="92075" tIns="46038" rIns="92075" bIns="46038">
            <a:spAutoFit/>
          </a:bodyPr>
          <a:lstStyle/>
          <a:p>
            <a:r>
              <a:rPr lang="en-US" altLang="zh-CN" sz="2000" dirty="0">
                <a:solidFill>
                  <a:schemeClr val="bg2"/>
                </a:solidFill>
              </a:rPr>
              <a:t>3</a:t>
            </a:r>
            <a:endParaRPr lang="en-US" altLang="zh-CN" sz="2000" dirty="0">
              <a:solidFill>
                <a:schemeClr val="bg2"/>
              </a:solidFill>
            </a:endParaRPr>
          </a:p>
        </p:txBody>
      </p:sp>
      <p:sp>
        <p:nvSpPr>
          <p:cNvPr id="137" name="Rectangle 91"/>
          <p:cNvSpPr>
            <a:spLocks noChangeArrowheads="1"/>
          </p:cNvSpPr>
          <p:nvPr/>
        </p:nvSpPr>
        <p:spPr bwMode="auto">
          <a:xfrm>
            <a:off x="6756818" y="4809870"/>
            <a:ext cx="311150" cy="396875"/>
          </a:xfrm>
          <a:prstGeom prst="rect">
            <a:avLst/>
          </a:prstGeom>
          <a:noFill/>
          <a:ln>
            <a:noFill/>
          </a:ln>
        </p:spPr>
        <p:txBody>
          <a:bodyPr wrap="none" lIns="92075" tIns="46038" rIns="92075" bIns="46038">
            <a:spAutoFit/>
          </a:bodyPr>
          <a:lstStyle/>
          <a:p>
            <a:r>
              <a:rPr lang="en-US" altLang="zh-CN" sz="2000">
                <a:solidFill>
                  <a:schemeClr val="bg2"/>
                </a:solidFill>
              </a:rPr>
              <a:t>6</a:t>
            </a:r>
            <a:endParaRPr lang="en-US" altLang="zh-CN" sz="2000">
              <a:solidFill>
                <a:schemeClr val="bg2"/>
              </a:solidFill>
            </a:endParaRPr>
          </a:p>
        </p:txBody>
      </p:sp>
      <p:sp>
        <p:nvSpPr>
          <p:cNvPr id="138" name="Rectangle 92"/>
          <p:cNvSpPr>
            <a:spLocks noChangeArrowheads="1"/>
          </p:cNvSpPr>
          <p:nvPr/>
        </p:nvSpPr>
        <p:spPr bwMode="auto">
          <a:xfrm>
            <a:off x="7290218" y="3789107"/>
            <a:ext cx="184150" cy="396875"/>
          </a:xfrm>
          <a:prstGeom prst="rect">
            <a:avLst/>
          </a:prstGeom>
          <a:noFill/>
          <a:ln>
            <a:noFill/>
          </a:ln>
        </p:spPr>
        <p:txBody>
          <a:bodyPr lIns="92075" tIns="46038" rIns="92075" bIns="46038">
            <a:spAutoFit/>
          </a:bodyPr>
          <a:lstStyle/>
          <a:p>
            <a:pPr>
              <a:spcBef>
                <a:spcPct val="50000"/>
              </a:spcBef>
            </a:pPr>
            <a:r>
              <a:rPr lang="en-US" altLang="zh-CN" sz="2000">
                <a:solidFill>
                  <a:schemeClr val="bg2"/>
                </a:solidFill>
              </a:rPr>
              <a:t>4</a:t>
            </a:r>
            <a:endParaRPr lang="en-US" altLang="zh-CN" sz="2000">
              <a:solidFill>
                <a:schemeClr val="bg2"/>
              </a:solidFill>
            </a:endParaRPr>
          </a:p>
        </p:txBody>
      </p:sp>
      <p:sp>
        <p:nvSpPr>
          <p:cNvPr id="139" name="Rectangle 93"/>
          <p:cNvSpPr>
            <a:spLocks noChangeArrowheads="1"/>
          </p:cNvSpPr>
          <p:nvPr/>
        </p:nvSpPr>
        <p:spPr bwMode="auto">
          <a:xfrm>
            <a:off x="7823618" y="4809870"/>
            <a:ext cx="311150" cy="396875"/>
          </a:xfrm>
          <a:prstGeom prst="rect">
            <a:avLst/>
          </a:prstGeom>
          <a:noFill/>
          <a:ln>
            <a:noFill/>
          </a:ln>
        </p:spPr>
        <p:txBody>
          <a:bodyPr wrap="none" lIns="92075" tIns="46038" rIns="92075" bIns="46038">
            <a:spAutoFit/>
          </a:bodyPr>
          <a:lstStyle/>
          <a:p>
            <a:r>
              <a:rPr lang="en-US" altLang="zh-CN" sz="2000">
                <a:solidFill>
                  <a:schemeClr val="bg2"/>
                </a:solidFill>
              </a:rPr>
              <a:t>9</a:t>
            </a:r>
            <a:endParaRPr lang="en-US" altLang="zh-CN" sz="2000">
              <a:solidFill>
                <a:schemeClr val="bg2"/>
              </a:solidFill>
            </a:endParaRPr>
          </a:p>
        </p:txBody>
      </p:sp>
      <p:sp>
        <p:nvSpPr>
          <p:cNvPr id="140" name="Oval 31"/>
          <p:cNvSpPr>
            <a:spLocks noChangeArrowheads="1"/>
          </p:cNvSpPr>
          <p:nvPr/>
        </p:nvSpPr>
        <p:spPr bwMode="auto">
          <a:xfrm>
            <a:off x="8308547" y="2796126"/>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141" name="Rectangle 90"/>
          <p:cNvSpPr>
            <a:spLocks noChangeArrowheads="1"/>
          </p:cNvSpPr>
          <p:nvPr/>
        </p:nvSpPr>
        <p:spPr bwMode="auto">
          <a:xfrm>
            <a:off x="8368660" y="2819938"/>
            <a:ext cx="336631" cy="400752"/>
          </a:xfrm>
          <a:prstGeom prst="rect">
            <a:avLst/>
          </a:prstGeom>
          <a:noFill/>
          <a:ln>
            <a:noFill/>
          </a:ln>
        </p:spPr>
        <p:txBody>
          <a:bodyPr wrap="none" lIns="92075" tIns="46038" rIns="92075" bIns="46038">
            <a:spAutoFit/>
          </a:bodyPr>
          <a:lstStyle/>
          <a:p>
            <a:r>
              <a:rPr lang="en-US" altLang="zh-CN" sz="2000" dirty="0">
                <a:solidFill>
                  <a:schemeClr val="bg2"/>
                </a:solidFill>
              </a:rPr>
              <a:t>2</a:t>
            </a:r>
            <a:endParaRPr lang="en-US" altLang="zh-CN" sz="2000" dirty="0">
              <a:solidFill>
                <a:schemeClr val="bg2"/>
              </a:solidFill>
            </a:endParaRPr>
          </a:p>
        </p:txBody>
      </p:sp>
      <p:sp>
        <p:nvSpPr>
          <p:cNvPr id="142" name="Oval 31"/>
          <p:cNvSpPr>
            <a:spLocks noChangeArrowheads="1"/>
          </p:cNvSpPr>
          <p:nvPr/>
        </p:nvSpPr>
        <p:spPr bwMode="auto">
          <a:xfrm>
            <a:off x="6232943" y="968914"/>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143" name="Rectangle 90"/>
          <p:cNvSpPr>
            <a:spLocks noChangeArrowheads="1"/>
          </p:cNvSpPr>
          <p:nvPr/>
        </p:nvSpPr>
        <p:spPr bwMode="auto">
          <a:xfrm>
            <a:off x="6299407" y="1011921"/>
            <a:ext cx="328616" cy="400752"/>
          </a:xfrm>
          <a:prstGeom prst="rect">
            <a:avLst/>
          </a:prstGeom>
          <a:noFill/>
          <a:ln>
            <a:noFill/>
          </a:ln>
        </p:spPr>
        <p:txBody>
          <a:bodyPr wrap="none" lIns="92075" tIns="46038" rIns="92075" bIns="46038">
            <a:spAutoFit/>
          </a:bodyPr>
          <a:lstStyle/>
          <a:p>
            <a:r>
              <a:rPr lang="en-US" altLang="zh-CN" sz="2000" dirty="0">
                <a:solidFill>
                  <a:schemeClr val="bg2"/>
                </a:solidFill>
              </a:rPr>
              <a:t>2</a:t>
            </a:r>
            <a:endParaRPr lang="en-US" altLang="zh-CN" sz="2000" dirty="0">
              <a:solidFill>
                <a:schemeClr val="bg2"/>
              </a:solidFill>
            </a:endParaRPr>
          </a:p>
        </p:txBody>
      </p:sp>
      <p:sp>
        <p:nvSpPr>
          <p:cNvPr id="144" name="Line 36"/>
          <p:cNvSpPr>
            <a:spLocks noChangeShapeType="1"/>
          </p:cNvSpPr>
          <p:nvPr/>
        </p:nvSpPr>
        <p:spPr bwMode="auto">
          <a:xfrm flipH="1">
            <a:off x="6459427" y="1408796"/>
            <a:ext cx="0" cy="291426"/>
          </a:xfrm>
          <a:prstGeom prst="line">
            <a:avLst/>
          </a:prstGeom>
          <a:noFill/>
          <a:ln w="12700">
            <a:solidFill>
              <a:schemeClr val="tx1"/>
            </a:solidFill>
            <a:round/>
            <a:headEnd type="none" w="sm" len="sm"/>
            <a:tailEnd type="none" w="sm" len="sm"/>
          </a:ln>
        </p:spPr>
        <p:txBody>
          <a:bodyPr/>
          <a:lstStyle/>
          <a:p>
            <a:endParaRPr lang="zh-CN" altLang="en-US"/>
          </a:p>
        </p:txBody>
      </p:sp>
      <p:sp>
        <p:nvSpPr>
          <p:cNvPr id="145" name="文本框 144"/>
          <p:cNvSpPr txBox="1"/>
          <p:nvPr/>
        </p:nvSpPr>
        <p:spPr>
          <a:xfrm>
            <a:off x="1015359" y="5508697"/>
            <a:ext cx="1047222" cy="523220"/>
          </a:xfrm>
          <a:prstGeom prst="rect">
            <a:avLst/>
          </a:prstGeom>
          <a:noFill/>
        </p:spPr>
        <p:txBody>
          <a:bodyPr wrap="square" rtlCol="0">
            <a:spAutoFit/>
          </a:bodyPr>
          <a:lstStyle/>
          <a:p>
            <a:r>
              <a:rPr lang="zh-CN" altLang="en-US" sz="2800" dirty="0"/>
              <a:t>字段</a:t>
            </a:r>
            <a:endParaRPr lang="zh-CN" altLang="en-US" sz="2800" dirty="0"/>
          </a:p>
        </p:txBody>
      </p:sp>
      <p:sp>
        <p:nvSpPr>
          <p:cNvPr id="147" name="文本框 146"/>
          <p:cNvSpPr txBox="1"/>
          <p:nvPr/>
        </p:nvSpPr>
        <p:spPr>
          <a:xfrm>
            <a:off x="2207837" y="5935847"/>
            <a:ext cx="8668861" cy="369332"/>
          </a:xfrm>
          <a:prstGeom prst="rect">
            <a:avLst/>
          </a:prstGeom>
          <a:noFill/>
        </p:spPr>
        <p:txBody>
          <a:bodyPr wrap="square" rtlCol="0">
            <a:spAutoFit/>
          </a:bodyPr>
          <a:lstStyle/>
          <a:p>
            <a:r>
              <a:rPr lang="en-US" altLang="zh-CN" dirty="0"/>
              <a:t> 0       0      0      0      -1      0       0      0      0       0      0       0      0       0      0      0</a:t>
            </a:r>
            <a:endParaRPr lang="zh-CN" altLang="en-US" dirty="0"/>
          </a:p>
        </p:txBody>
      </p:sp>
      <p:sp>
        <p:nvSpPr>
          <p:cNvPr id="3" name="文本框 2"/>
          <p:cNvSpPr txBox="1"/>
          <p:nvPr/>
        </p:nvSpPr>
        <p:spPr>
          <a:xfrm>
            <a:off x="870103" y="5964422"/>
            <a:ext cx="1337734" cy="368300"/>
          </a:xfrm>
          <a:prstGeom prst="rect">
            <a:avLst/>
          </a:prstGeom>
          <a:noFill/>
        </p:spPr>
        <p:txBody>
          <a:bodyPr wrap="square" rtlCol="0">
            <a:spAutoFit/>
          </a:bodyPr>
          <a:p>
            <a:pPr algn="ctr"/>
            <a:r>
              <a:rPr lang="en-US" altLang="zh-CN" dirty="0" err="1"/>
              <a:t>flag</a:t>
            </a:r>
            <a:endParaRPr lang="en-US" altLang="zh-CN" dirty="0" err="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p:txBody>
          <a:bodyPr/>
          <a:lstStyle/>
          <a:p>
            <a:r>
              <a:rPr lang="zh-CN" altLang="en-US" dirty="0">
                <a:ea typeface="+mn-ea"/>
                <a:cs typeface="+mn-ea"/>
              </a:rPr>
              <a:t>败者树实现</a:t>
            </a:r>
            <a:endParaRPr lang="zh-CN" altLang="en-US" dirty="0">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48" name="Rectangle 2"/>
          <p:cNvSpPr>
            <a:spLocks noChangeArrowheads="1"/>
          </p:cNvSpPr>
          <p:nvPr/>
        </p:nvSpPr>
        <p:spPr bwMode="auto">
          <a:xfrm>
            <a:off x="22848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0" name="Rectangle 3"/>
          <p:cNvSpPr>
            <a:spLocks noChangeArrowheads="1"/>
          </p:cNvSpPr>
          <p:nvPr/>
        </p:nvSpPr>
        <p:spPr bwMode="auto">
          <a:xfrm>
            <a:off x="28182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1" name="Rectangle 4"/>
          <p:cNvSpPr>
            <a:spLocks noChangeArrowheads="1"/>
          </p:cNvSpPr>
          <p:nvPr/>
        </p:nvSpPr>
        <p:spPr bwMode="auto">
          <a:xfrm>
            <a:off x="33516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2" name="Rectangle 5"/>
          <p:cNvSpPr>
            <a:spLocks noChangeArrowheads="1"/>
          </p:cNvSpPr>
          <p:nvPr/>
        </p:nvSpPr>
        <p:spPr bwMode="auto">
          <a:xfrm>
            <a:off x="38850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3" name="Rectangle 6"/>
          <p:cNvSpPr>
            <a:spLocks noChangeArrowheads="1"/>
          </p:cNvSpPr>
          <p:nvPr/>
        </p:nvSpPr>
        <p:spPr bwMode="auto">
          <a:xfrm>
            <a:off x="44184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4" name="Rectangle 7"/>
          <p:cNvSpPr>
            <a:spLocks noChangeArrowheads="1"/>
          </p:cNvSpPr>
          <p:nvPr/>
        </p:nvSpPr>
        <p:spPr bwMode="auto">
          <a:xfrm>
            <a:off x="49518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5" name="Rectangle 8"/>
          <p:cNvSpPr>
            <a:spLocks noChangeArrowheads="1"/>
          </p:cNvSpPr>
          <p:nvPr/>
        </p:nvSpPr>
        <p:spPr bwMode="auto">
          <a:xfrm>
            <a:off x="54852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6" name="Rectangle 9"/>
          <p:cNvSpPr>
            <a:spLocks noChangeArrowheads="1"/>
          </p:cNvSpPr>
          <p:nvPr/>
        </p:nvSpPr>
        <p:spPr bwMode="auto">
          <a:xfrm>
            <a:off x="60186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7" name="Rectangle 10"/>
          <p:cNvSpPr>
            <a:spLocks noChangeArrowheads="1"/>
          </p:cNvSpPr>
          <p:nvPr/>
        </p:nvSpPr>
        <p:spPr bwMode="auto">
          <a:xfrm>
            <a:off x="65520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8" name="Rectangle 11"/>
          <p:cNvSpPr>
            <a:spLocks noChangeArrowheads="1"/>
          </p:cNvSpPr>
          <p:nvPr/>
        </p:nvSpPr>
        <p:spPr bwMode="auto">
          <a:xfrm>
            <a:off x="70854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59" name="Rectangle 12"/>
          <p:cNvSpPr>
            <a:spLocks noChangeArrowheads="1"/>
          </p:cNvSpPr>
          <p:nvPr/>
        </p:nvSpPr>
        <p:spPr bwMode="auto">
          <a:xfrm>
            <a:off x="76188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60" name="Rectangle 13"/>
          <p:cNvSpPr>
            <a:spLocks noChangeArrowheads="1"/>
          </p:cNvSpPr>
          <p:nvPr/>
        </p:nvSpPr>
        <p:spPr bwMode="auto">
          <a:xfrm>
            <a:off x="81522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61" name="Rectangle 14"/>
          <p:cNvSpPr>
            <a:spLocks noChangeArrowheads="1"/>
          </p:cNvSpPr>
          <p:nvPr/>
        </p:nvSpPr>
        <p:spPr bwMode="auto">
          <a:xfrm>
            <a:off x="86856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62" name="Rectangle 15"/>
          <p:cNvSpPr>
            <a:spLocks noChangeArrowheads="1"/>
          </p:cNvSpPr>
          <p:nvPr/>
        </p:nvSpPr>
        <p:spPr bwMode="auto">
          <a:xfrm>
            <a:off x="92190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63" name="Rectangle 16"/>
          <p:cNvSpPr>
            <a:spLocks noChangeArrowheads="1"/>
          </p:cNvSpPr>
          <p:nvPr/>
        </p:nvSpPr>
        <p:spPr bwMode="auto">
          <a:xfrm>
            <a:off x="97524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64" name="Rectangle 17"/>
          <p:cNvSpPr>
            <a:spLocks noChangeArrowheads="1"/>
          </p:cNvSpPr>
          <p:nvPr/>
        </p:nvSpPr>
        <p:spPr bwMode="auto">
          <a:xfrm>
            <a:off x="10285831" y="5675692"/>
            <a:ext cx="292100" cy="292100"/>
          </a:xfrm>
          <a:prstGeom prst="rect">
            <a:avLst/>
          </a:prstGeom>
          <a:solidFill>
            <a:schemeClr val="accent2">
              <a:lumMod val="60000"/>
              <a:lumOff val="40000"/>
            </a:schemeClr>
          </a:solidFill>
          <a:ln w="12700">
            <a:solidFill>
              <a:schemeClr val="tx1"/>
            </a:solidFill>
            <a:miter lim="800000"/>
          </a:ln>
        </p:spPr>
        <p:txBody>
          <a:bodyPr wrap="none" anchor="ctr"/>
          <a:lstStyle/>
          <a:p>
            <a:endParaRPr lang="en-US"/>
          </a:p>
        </p:txBody>
      </p:sp>
      <p:sp>
        <p:nvSpPr>
          <p:cNvPr id="65" name="Oval 18"/>
          <p:cNvSpPr>
            <a:spLocks noChangeArrowheads="1"/>
          </p:cNvSpPr>
          <p:nvPr/>
        </p:nvSpPr>
        <p:spPr bwMode="auto">
          <a:xfrm>
            <a:off x="2435643" y="48374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66" name="Oval 19"/>
          <p:cNvSpPr>
            <a:spLocks noChangeArrowheads="1"/>
          </p:cNvSpPr>
          <p:nvPr/>
        </p:nvSpPr>
        <p:spPr bwMode="auto">
          <a:xfrm>
            <a:off x="4569243" y="48374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67" name="Oval 20"/>
          <p:cNvSpPr>
            <a:spLocks noChangeArrowheads="1"/>
          </p:cNvSpPr>
          <p:nvPr/>
        </p:nvSpPr>
        <p:spPr bwMode="auto">
          <a:xfrm>
            <a:off x="5636043" y="48374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68" name="Oval 21"/>
          <p:cNvSpPr>
            <a:spLocks noChangeArrowheads="1"/>
          </p:cNvSpPr>
          <p:nvPr/>
        </p:nvSpPr>
        <p:spPr bwMode="auto">
          <a:xfrm>
            <a:off x="6702843" y="48374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69" name="Oval 22"/>
          <p:cNvSpPr>
            <a:spLocks noChangeArrowheads="1"/>
          </p:cNvSpPr>
          <p:nvPr/>
        </p:nvSpPr>
        <p:spPr bwMode="auto">
          <a:xfrm>
            <a:off x="7769643" y="48374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0" name="Oval 23"/>
          <p:cNvSpPr>
            <a:spLocks noChangeArrowheads="1"/>
          </p:cNvSpPr>
          <p:nvPr/>
        </p:nvSpPr>
        <p:spPr bwMode="auto">
          <a:xfrm>
            <a:off x="8836443" y="48374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1" name="Oval 24"/>
          <p:cNvSpPr>
            <a:spLocks noChangeArrowheads="1"/>
          </p:cNvSpPr>
          <p:nvPr/>
        </p:nvSpPr>
        <p:spPr bwMode="auto">
          <a:xfrm>
            <a:off x="9903243" y="48374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2" name="Oval 25"/>
          <p:cNvSpPr>
            <a:spLocks noChangeArrowheads="1"/>
          </p:cNvSpPr>
          <p:nvPr/>
        </p:nvSpPr>
        <p:spPr bwMode="auto">
          <a:xfrm>
            <a:off x="2969043" y="38468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3" name="Oval 26"/>
          <p:cNvSpPr>
            <a:spLocks noChangeArrowheads="1"/>
          </p:cNvSpPr>
          <p:nvPr/>
        </p:nvSpPr>
        <p:spPr bwMode="auto">
          <a:xfrm>
            <a:off x="5102643" y="38468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4" name="Oval 27"/>
          <p:cNvSpPr>
            <a:spLocks noChangeArrowheads="1"/>
          </p:cNvSpPr>
          <p:nvPr/>
        </p:nvSpPr>
        <p:spPr bwMode="auto">
          <a:xfrm>
            <a:off x="7236243" y="38468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5" name="Oval 28"/>
          <p:cNvSpPr>
            <a:spLocks noChangeArrowheads="1"/>
          </p:cNvSpPr>
          <p:nvPr/>
        </p:nvSpPr>
        <p:spPr bwMode="auto">
          <a:xfrm>
            <a:off x="9369843" y="38468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6" name="Oval 29"/>
          <p:cNvSpPr>
            <a:spLocks noChangeArrowheads="1"/>
          </p:cNvSpPr>
          <p:nvPr/>
        </p:nvSpPr>
        <p:spPr bwMode="auto">
          <a:xfrm>
            <a:off x="4112043" y="27038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7" name="Oval 31"/>
          <p:cNvSpPr>
            <a:spLocks noChangeArrowheads="1"/>
          </p:cNvSpPr>
          <p:nvPr/>
        </p:nvSpPr>
        <p:spPr bwMode="auto">
          <a:xfrm>
            <a:off x="6245643" y="17132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78" name="Line 32"/>
          <p:cNvSpPr>
            <a:spLocks noChangeShapeType="1"/>
          </p:cNvSpPr>
          <p:nvPr/>
        </p:nvSpPr>
        <p:spPr bwMode="auto">
          <a:xfrm flipH="1">
            <a:off x="4486693" y="2011742"/>
            <a:ext cx="17526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79" name="Line 33"/>
          <p:cNvSpPr>
            <a:spLocks noChangeShapeType="1"/>
          </p:cNvSpPr>
          <p:nvPr/>
        </p:nvSpPr>
        <p:spPr bwMode="auto">
          <a:xfrm>
            <a:off x="6696493" y="2011742"/>
            <a:ext cx="1752600" cy="838200"/>
          </a:xfrm>
          <a:prstGeom prst="line">
            <a:avLst/>
          </a:prstGeom>
          <a:noFill/>
          <a:ln w="12700">
            <a:solidFill>
              <a:schemeClr val="tx1"/>
            </a:solidFill>
            <a:round/>
            <a:headEnd type="none" w="sm" len="sm"/>
            <a:tailEnd type="none" w="sm" len="sm"/>
          </a:ln>
        </p:spPr>
        <p:txBody>
          <a:bodyPr/>
          <a:lstStyle/>
          <a:p>
            <a:endParaRPr lang="zh-CN" altLang="en-US"/>
          </a:p>
        </p:txBody>
      </p:sp>
      <p:sp>
        <p:nvSpPr>
          <p:cNvPr id="80" name="Line 34"/>
          <p:cNvSpPr>
            <a:spLocks noChangeShapeType="1"/>
          </p:cNvSpPr>
          <p:nvPr/>
        </p:nvSpPr>
        <p:spPr bwMode="auto">
          <a:xfrm flipH="1">
            <a:off x="3191293" y="3078542"/>
            <a:ext cx="9906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1" name="Line 35"/>
          <p:cNvSpPr>
            <a:spLocks noChangeShapeType="1"/>
          </p:cNvSpPr>
          <p:nvPr/>
        </p:nvSpPr>
        <p:spPr bwMode="auto">
          <a:xfrm>
            <a:off x="4562893" y="3078542"/>
            <a:ext cx="6858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2" name="Line 36"/>
          <p:cNvSpPr>
            <a:spLocks noChangeShapeType="1"/>
          </p:cNvSpPr>
          <p:nvPr/>
        </p:nvSpPr>
        <p:spPr bwMode="auto">
          <a:xfrm flipH="1">
            <a:off x="7610893" y="3230942"/>
            <a:ext cx="685800" cy="685800"/>
          </a:xfrm>
          <a:prstGeom prst="line">
            <a:avLst/>
          </a:prstGeom>
          <a:noFill/>
          <a:ln w="12700">
            <a:solidFill>
              <a:schemeClr val="tx1"/>
            </a:solidFill>
            <a:round/>
            <a:headEnd type="none" w="sm" len="sm"/>
            <a:tailEnd type="none" w="sm" len="sm"/>
          </a:ln>
        </p:spPr>
        <p:txBody>
          <a:bodyPr/>
          <a:lstStyle/>
          <a:p>
            <a:endParaRPr lang="zh-CN" altLang="en-US"/>
          </a:p>
        </p:txBody>
      </p:sp>
      <p:sp>
        <p:nvSpPr>
          <p:cNvPr id="83" name="Line 37"/>
          <p:cNvSpPr>
            <a:spLocks noChangeShapeType="1"/>
          </p:cNvSpPr>
          <p:nvPr/>
        </p:nvSpPr>
        <p:spPr bwMode="auto">
          <a:xfrm>
            <a:off x="8753893" y="3154742"/>
            <a:ext cx="685800" cy="685800"/>
          </a:xfrm>
          <a:prstGeom prst="line">
            <a:avLst/>
          </a:prstGeom>
          <a:noFill/>
          <a:ln w="12700">
            <a:solidFill>
              <a:schemeClr val="tx1"/>
            </a:solidFill>
            <a:round/>
            <a:headEnd type="none" w="sm" len="sm"/>
            <a:tailEnd type="none" w="sm" len="sm"/>
          </a:ln>
        </p:spPr>
        <p:txBody>
          <a:bodyPr/>
          <a:lstStyle/>
          <a:p>
            <a:endParaRPr lang="zh-CN" altLang="en-US"/>
          </a:p>
        </p:txBody>
      </p:sp>
      <p:sp>
        <p:nvSpPr>
          <p:cNvPr id="84" name="Line 38"/>
          <p:cNvSpPr>
            <a:spLocks noChangeShapeType="1"/>
          </p:cNvSpPr>
          <p:nvPr/>
        </p:nvSpPr>
        <p:spPr bwMode="auto">
          <a:xfrm flipH="1">
            <a:off x="2657893" y="4221542"/>
            <a:ext cx="3810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5" name="Line 39"/>
          <p:cNvSpPr>
            <a:spLocks noChangeShapeType="1"/>
          </p:cNvSpPr>
          <p:nvPr/>
        </p:nvSpPr>
        <p:spPr bwMode="auto">
          <a:xfrm>
            <a:off x="3343693" y="4221542"/>
            <a:ext cx="3048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6" name="Line 40"/>
          <p:cNvSpPr>
            <a:spLocks noChangeShapeType="1"/>
          </p:cNvSpPr>
          <p:nvPr/>
        </p:nvSpPr>
        <p:spPr bwMode="auto">
          <a:xfrm flipH="1">
            <a:off x="4943893" y="4297742"/>
            <a:ext cx="3048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87" name="Line 41"/>
          <p:cNvSpPr>
            <a:spLocks noChangeShapeType="1"/>
          </p:cNvSpPr>
          <p:nvPr/>
        </p:nvSpPr>
        <p:spPr bwMode="auto">
          <a:xfrm>
            <a:off x="5553493" y="4145342"/>
            <a:ext cx="304800" cy="762000"/>
          </a:xfrm>
          <a:prstGeom prst="line">
            <a:avLst/>
          </a:prstGeom>
          <a:noFill/>
          <a:ln w="12700">
            <a:solidFill>
              <a:schemeClr val="tx1"/>
            </a:solidFill>
            <a:round/>
            <a:headEnd type="none" w="sm" len="sm"/>
            <a:tailEnd type="none" w="sm" len="sm"/>
          </a:ln>
        </p:spPr>
        <p:txBody>
          <a:bodyPr/>
          <a:lstStyle/>
          <a:p>
            <a:endParaRPr lang="zh-CN" altLang="en-US"/>
          </a:p>
        </p:txBody>
      </p:sp>
      <p:sp>
        <p:nvSpPr>
          <p:cNvPr id="88" name="Line 42"/>
          <p:cNvSpPr>
            <a:spLocks noChangeShapeType="1"/>
          </p:cNvSpPr>
          <p:nvPr/>
        </p:nvSpPr>
        <p:spPr bwMode="auto">
          <a:xfrm flipH="1">
            <a:off x="7001293" y="4297742"/>
            <a:ext cx="304800" cy="533400"/>
          </a:xfrm>
          <a:prstGeom prst="line">
            <a:avLst/>
          </a:prstGeom>
          <a:noFill/>
          <a:ln w="12700">
            <a:solidFill>
              <a:schemeClr val="tx1"/>
            </a:solidFill>
            <a:round/>
            <a:headEnd type="none" w="sm" len="sm"/>
            <a:tailEnd type="none" w="sm" len="sm"/>
          </a:ln>
        </p:spPr>
        <p:txBody>
          <a:bodyPr/>
          <a:lstStyle/>
          <a:p>
            <a:endParaRPr lang="zh-CN" altLang="en-US"/>
          </a:p>
        </p:txBody>
      </p:sp>
      <p:sp>
        <p:nvSpPr>
          <p:cNvPr id="89" name="Line 43"/>
          <p:cNvSpPr>
            <a:spLocks noChangeShapeType="1"/>
          </p:cNvSpPr>
          <p:nvPr/>
        </p:nvSpPr>
        <p:spPr bwMode="auto">
          <a:xfrm>
            <a:off x="7610893" y="4297742"/>
            <a:ext cx="304800" cy="533400"/>
          </a:xfrm>
          <a:prstGeom prst="line">
            <a:avLst/>
          </a:prstGeom>
          <a:noFill/>
          <a:ln w="12700">
            <a:solidFill>
              <a:schemeClr val="tx1"/>
            </a:solidFill>
            <a:round/>
            <a:headEnd type="none" w="sm" len="sm"/>
            <a:tailEnd type="none" w="sm" len="sm"/>
          </a:ln>
        </p:spPr>
        <p:txBody>
          <a:bodyPr/>
          <a:lstStyle/>
          <a:p>
            <a:endParaRPr lang="zh-CN" altLang="en-US"/>
          </a:p>
        </p:txBody>
      </p:sp>
      <p:sp>
        <p:nvSpPr>
          <p:cNvPr id="90" name="Line 44"/>
          <p:cNvSpPr>
            <a:spLocks noChangeShapeType="1"/>
          </p:cNvSpPr>
          <p:nvPr/>
        </p:nvSpPr>
        <p:spPr bwMode="auto">
          <a:xfrm flipH="1">
            <a:off x="8982493" y="4221542"/>
            <a:ext cx="4572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91" name="Line 45"/>
          <p:cNvSpPr>
            <a:spLocks noChangeShapeType="1"/>
          </p:cNvSpPr>
          <p:nvPr/>
        </p:nvSpPr>
        <p:spPr bwMode="auto">
          <a:xfrm>
            <a:off x="9744493" y="4221542"/>
            <a:ext cx="381000" cy="609600"/>
          </a:xfrm>
          <a:prstGeom prst="line">
            <a:avLst/>
          </a:prstGeom>
          <a:noFill/>
          <a:ln w="12700">
            <a:solidFill>
              <a:schemeClr val="tx1"/>
            </a:solidFill>
            <a:round/>
            <a:headEnd type="none" w="sm" len="sm"/>
            <a:tailEnd type="none" w="sm" len="sm"/>
          </a:ln>
        </p:spPr>
        <p:txBody>
          <a:bodyPr/>
          <a:lstStyle/>
          <a:p>
            <a:endParaRPr lang="zh-CN" altLang="en-US"/>
          </a:p>
        </p:txBody>
      </p:sp>
      <p:sp>
        <p:nvSpPr>
          <p:cNvPr id="92" name="Line 46"/>
          <p:cNvSpPr>
            <a:spLocks noChangeShapeType="1"/>
          </p:cNvSpPr>
          <p:nvPr/>
        </p:nvSpPr>
        <p:spPr bwMode="auto">
          <a:xfrm flipH="1">
            <a:off x="23530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3" name="Line 47"/>
          <p:cNvSpPr>
            <a:spLocks noChangeShapeType="1"/>
          </p:cNvSpPr>
          <p:nvPr/>
        </p:nvSpPr>
        <p:spPr bwMode="auto">
          <a:xfrm flipH="1">
            <a:off x="34198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4" name="Line 48"/>
          <p:cNvSpPr>
            <a:spLocks noChangeShapeType="1"/>
          </p:cNvSpPr>
          <p:nvPr/>
        </p:nvSpPr>
        <p:spPr bwMode="auto">
          <a:xfrm flipH="1">
            <a:off x="44866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5" name="Line 49"/>
          <p:cNvSpPr>
            <a:spLocks noChangeShapeType="1"/>
          </p:cNvSpPr>
          <p:nvPr/>
        </p:nvSpPr>
        <p:spPr bwMode="auto">
          <a:xfrm flipH="1">
            <a:off x="55534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6" name="Line 50"/>
          <p:cNvSpPr>
            <a:spLocks noChangeShapeType="1"/>
          </p:cNvSpPr>
          <p:nvPr/>
        </p:nvSpPr>
        <p:spPr bwMode="auto">
          <a:xfrm flipH="1">
            <a:off x="66202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7" name="Line 51"/>
          <p:cNvSpPr>
            <a:spLocks noChangeShapeType="1"/>
          </p:cNvSpPr>
          <p:nvPr/>
        </p:nvSpPr>
        <p:spPr bwMode="auto">
          <a:xfrm flipH="1">
            <a:off x="76870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8" name="Line 52"/>
          <p:cNvSpPr>
            <a:spLocks noChangeShapeType="1"/>
          </p:cNvSpPr>
          <p:nvPr/>
        </p:nvSpPr>
        <p:spPr bwMode="auto">
          <a:xfrm flipH="1">
            <a:off x="87538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99" name="Line 53"/>
          <p:cNvSpPr>
            <a:spLocks noChangeShapeType="1"/>
          </p:cNvSpPr>
          <p:nvPr/>
        </p:nvSpPr>
        <p:spPr bwMode="auto">
          <a:xfrm>
            <a:off x="27340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0" name="Line 54"/>
          <p:cNvSpPr>
            <a:spLocks noChangeShapeType="1"/>
          </p:cNvSpPr>
          <p:nvPr/>
        </p:nvSpPr>
        <p:spPr bwMode="auto">
          <a:xfrm>
            <a:off x="3800893" y="5212142"/>
            <a:ext cx="304800" cy="457200"/>
          </a:xfrm>
          <a:prstGeom prst="line">
            <a:avLst/>
          </a:prstGeom>
          <a:noFill/>
          <a:ln w="12700">
            <a:solidFill>
              <a:schemeClr val="tx1"/>
            </a:solidFill>
            <a:round/>
            <a:headEnd type="none" w="sm" len="sm"/>
            <a:tailEnd type="none" w="sm" len="sm"/>
          </a:ln>
        </p:spPr>
        <p:txBody>
          <a:bodyPr/>
          <a:lstStyle/>
          <a:p>
            <a:endParaRPr lang="zh-CN" altLang="en-US"/>
          </a:p>
        </p:txBody>
      </p:sp>
      <p:sp>
        <p:nvSpPr>
          <p:cNvPr id="101" name="Line 55"/>
          <p:cNvSpPr>
            <a:spLocks noChangeShapeType="1"/>
          </p:cNvSpPr>
          <p:nvPr/>
        </p:nvSpPr>
        <p:spPr bwMode="auto">
          <a:xfrm>
            <a:off x="48676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2" name="Line 56"/>
          <p:cNvSpPr>
            <a:spLocks noChangeShapeType="1"/>
          </p:cNvSpPr>
          <p:nvPr/>
        </p:nvSpPr>
        <p:spPr bwMode="auto">
          <a:xfrm>
            <a:off x="60106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3" name="Line 57"/>
          <p:cNvSpPr>
            <a:spLocks noChangeShapeType="1"/>
          </p:cNvSpPr>
          <p:nvPr/>
        </p:nvSpPr>
        <p:spPr bwMode="auto">
          <a:xfrm>
            <a:off x="70774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4" name="Line 58"/>
          <p:cNvSpPr>
            <a:spLocks noChangeShapeType="1"/>
          </p:cNvSpPr>
          <p:nvPr/>
        </p:nvSpPr>
        <p:spPr bwMode="auto">
          <a:xfrm>
            <a:off x="81442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5" name="Line 59"/>
          <p:cNvSpPr>
            <a:spLocks noChangeShapeType="1"/>
          </p:cNvSpPr>
          <p:nvPr/>
        </p:nvSpPr>
        <p:spPr bwMode="auto">
          <a:xfrm>
            <a:off x="92110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6" name="Line 60"/>
          <p:cNvSpPr>
            <a:spLocks noChangeShapeType="1"/>
          </p:cNvSpPr>
          <p:nvPr/>
        </p:nvSpPr>
        <p:spPr bwMode="auto">
          <a:xfrm>
            <a:off x="102778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7" name="Line 61"/>
          <p:cNvSpPr>
            <a:spLocks noChangeShapeType="1"/>
          </p:cNvSpPr>
          <p:nvPr/>
        </p:nvSpPr>
        <p:spPr bwMode="auto">
          <a:xfrm flipH="1">
            <a:off x="9820693" y="5288342"/>
            <a:ext cx="228600" cy="381000"/>
          </a:xfrm>
          <a:prstGeom prst="line">
            <a:avLst/>
          </a:prstGeom>
          <a:noFill/>
          <a:ln w="12700">
            <a:solidFill>
              <a:schemeClr val="tx1"/>
            </a:solidFill>
            <a:round/>
            <a:headEnd type="none" w="sm" len="sm"/>
            <a:tailEnd type="none" w="sm" len="sm"/>
          </a:ln>
        </p:spPr>
        <p:txBody>
          <a:bodyPr/>
          <a:lstStyle/>
          <a:p>
            <a:endParaRPr lang="zh-CN" altLang="en-US"/>
          </a:p>
        </p:txBody>
      </p:sp>
      <p:sp>
        <p:nvSpPr>
          <p:cNvPr id="108" name="Oval 62"/>
          <p:cNvSpPr>
            <a:spLocks noChangeArrowheads="1"/>
          </p:cNvSpPr>
          <p:nvPr/>
        </p:nvSpPr>
        <p:spPr bwMode="auto">
          <a:xfrm>
            <a:off x="3502443" y="4837492"/>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109" name="Rectangle 63"/>
          <p:cNvSpPr>
            <a:spLocks noChangeArrowheads="1"/>
          </p:cNvSpPr>
          <p:nvPr/>
        </p:nvSpPr>
        <p:spPr bwMode="auto">
          <a:xfrm>
            <a:off x="22610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rgbClr val="FF0000"/>
              </a:solidFill>
            </a:endParaRPr>
          </a:p>
        </p:txBody>
      </p:sp>
      <p:sp>
        <p:nvSpPr>
          <p:cNvPr id="110" name="Rectangle 64"/>
          <p:cNvSpPr>
            <a:spLocks noChangeArrowheads="1"/>
          </p:cNvSpPr>
          <p:nvPr/>
        </p:nvSpPr>
        <p:spPr bwMode="auto">
          <a:xfrm>
            <a:off x="27944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rgbClr val="FF0000"/>
              </a:solidFill>
            </a:endParaRPr>
          </a:p>
        </p:txBody>
      </p:sp>
      <p:sp>
        <p:nvSpPr>
          <p:cNvPr id="111" name="Rectangle 65"/>
          <p:cNvSpPr>
            <a:spLocks noChangeArrowheads="1"/>
          </p:cNvSpPr>
          <p:nvPr/>
        </p:nvSpPr>
        <p:spPr bwMode="auto">
          <a:xfrm>
            <a:off x="33278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rgbClr val="FF0000"/>
              </a:solidFill>
            </a:endParaRPr>
          </a:p>
        </p:txBody>
      </p:sp>
      <p:sp>
        <p:nvSpPr>
          <p:cNvPr id="112" name="Rectangle 66"/>
          <p:cNvSpPr>
            <a:spLocks noChangeArrowheads="1"/>
          </p:cNvSpPr>
          <p:nvPr/>
        </p:nvSpPr>
        <p:spPr bwMode="auto">
          <a:xfrm>
            <a:off x="38612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rgbClr val="FF0000"/>
              </a:solidFill>
            </a:endParaRPr>
          </a:p>
        </p:txBody>
      </p:sp>
      <p:sp>
        <p:nvSpPr>
          <p:cNvPr id="113" name="Rectangle 67"/>
          <p:cNvSpPr>
            <a:spLocks noChangeArrowheads="1"/>
          </p:cNvSpPr>
          <p:nvPr/>
        </p:nvSpPr>
        <p:spPr bwMode="auto">
          <a:xfrm>
            <a:off x="43946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rgbClr val="FF0000"/>
              </a:solidFill>
            </a:endParaRPr>
          </a:p>
        </p:txBody>
      </p:sp>
      <p:sp>
        <p:nvSpPr>
          <p:cNvPr id="114" name="Rectangle 68"/>
          <p:cNvSpPr>
            <a:spLocks noChangeArrowheads="1"/>
          </p:cNvSpPr>
          <p:nvPr/>
        </p:nvSpPr>
        <p:spPr bwMode="auto">
          <a:xfrm>
            <a:off x="49280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15" name="Rectangle 69"/>
          <p:cNvSpPr>
            <a:spLocks noChangeArrowheads="1"/>
          </p:cNvSpPr>
          <p:nvPr/>
        </p:nvSpPr>
        <p:spPr bwMode="auto">
          <a:xfrm>
            <a:off x="54614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16" name="Rectangle 70"/>
          <p:cNvSpPr>
            <a:spLocks noChangeArrowheads="1"/>
          </p:cNvSpPr>
          <p:nvPr/>
        </p:nvSpPr>
        <p:spPr bwMode="auto">
          <a:xfrm>
            <a:off x="59948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17" name="Rectangle 71"/>
          <p:cNvSpPr>
            <a:spLocks noChangeArrowheads="1"/>
          </p:cNvSpPr>
          <p:nvPr/>
        </p:nvSpPr>
        <p:spPr bwMode="auto">
          <a:xfrm>
            <a:off x="65282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rgbClr val="FF0000"/>
              </a:solidFill>
            </a:endParaRPr>
          </a:p>
        </p:txBody>
      </p:sp>
      <p:sp>
        <p:nvSpPr>
          <p:cNvPr id="118" name="Rectangle 72"/>
          <p:cNvSpPr>
            <a:spLocks noChangeArrowheads="1"/>
          </p:cNvSpPr>
          <p:nvPr/>
        </p:nvSpPr>
        <p:spPr bwMode="auto">
          <a:xfrm>
            <a:off x="70616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19" name="Rectangle 73"/>
          <p:cNvSpPr>
            <a:spLocks noChangeArrowheads="1"/>
          </p:cNvSpPr>
          <p:nvPr/>
        </p:nvSpPr>
        <p:spPr bwMode="auto">
          <a:xfrm>
            <a:off x="75950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20" name="Rectangle 74"/>
          <p:cNvSpPr>
            <a:spLocks noChangeArrowheads="1"/>
          </p:cNvSpPr>
          <p:nvPr/>
        </p:nvSpPr>
        <p:spPr bwMode="auto">
          <a:xfrm>
            <a:off x="81284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21" name="Rectangle 75"/>
          <p:cNvSpPr>
            <a:spLocks noChangeArrowheads="1"/>
          </p:cNvSpPr>
          <p:nvPr/>
        </p:nvSpPr>
        <p:spPr bwMode="auto">
          <a:xfrm>
            <a:off x="86618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22" name="Rectangle 76"/>
          <p:cNvSpPr>
            <a:spLocks noChangeArrowheads="1"/>
          </p:cNvSpPr>
          <p:nvPr/>
        </p:nvSpPr>
        <p:spPr bwMode="auto">
          <a:xfrm>
            <a:off x="91952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23" name="Rectangle 77"/>
          <p:cNvSpPr>
            <a:spLocks noChangeArrowheads="1"/>
          </p:cNvSpPr>
          <p:nvPr/>
        </p:nvSpPr>
        <p:spPr bwMode="auto">
          <a:xfrm>
            <a:off x="97286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24" name="Rectangle 78"/>
          <p:cNvSpPr>
            <a:spLocks noChangeArrowheads="1"/>
          </p:cNvSpPr>
          <p:nvPr/>
        </p:nvSpPr>
        <p:spPr bwMode="auto">
          <a:xfrm>
            <a:off x="10262018" y="5623305"/>
            <a:ext cx="311150" cy="398780"/>
          </a:xfrm>
          <a:prstGeom prst="rect">
            <a:avLst/>
          </a:prstGeom>
          <a:solidFill>
            <a:schemeClr val="accent2">
              <a:lumMod val="60000"/>
              <a:lumOff val="40000"/>
            </a:schemeClr>
          </a:solidFill>
          <a:ln>
            <a:noFill/>
          </a:ln>
        </p:spPr>
        <p:txBody>
          <a:bodyPr wrap="none" lIns="92075" tIns="46038" rIns="92075" bIns="46038">
            <a:spAutoFit/>
          </a:bodyPr>
          <a:lstStyle/>
          <a:p>
            <a:r>
              <a:rPr lang="en-US" altLang="zh-CN" sz="2000" dirty="0">
                <a:solidFill>
                  <a:srgbClr val="FF0000"/>
                </a:solidFill>
              </a:rPr>
              <a:t>x</a:t>
            </a:r>
            <a:endParaRPr lang="en-US" altLang="zh-CN" sz="2000" dirty="0">
              <a:solidFill>
                <a:schemeClr val="bg2"/>
              </a:solidFill>
            </a:endParaRPr>
          </a:p>
        </p:txBody>
      </p:sp>
      <p:sp>
        <p:nvSpPr>
          <p:cNvPr id="125" name="Rectangle 79"/>
          <p:cNvSpPr>
            <a:spLocks noChangeArrowheads="1"/>
          </p:cNvSpPr>
          <p:nvPr/>
        </p:nvSpPr>
        <p:spPr bwMode="auto">
          <a:xfrm>
            <a:off x="2489618" y="48613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26" name="Rectangle 80"/>
          <p:cNvSpPr>
            <a:spLocks noChangeArrowheads="1"/>
          </p:cNvSpPr>
          <p:nvPr/>
        </p:nvSpPr>
        <p:spPr bwMode="auto">
          <a:xfrm>
            <a:off x="3023018" y="3840542"/>
            <a:ext cx="444500" cy="398780"/>
          </a:xfrm>
          <a:prstGeom prst="rect">
            <a:avLst/>
          </a:prstGeom>
          <a:noFill/>
          <a:ln>
            <a:noFill/>
          </a:ln>
        </p:spPr>
        <p:txBody>
          <a:bodyPr wrap="square" lIns="92075" tIns="46038" rIns="92075" bIns="46038">
            <a:spAutoFit/>
          </a:bodyPr>
          <a:lstStyle/>
          <a:p>
            <a:pPr>
              <a:spcBef>
                <a:spcPct val="50000"/>
              </a:spcBef>
            </a:pPr>
            <a:r>
              <a:rPr lang="en-US" altLang="zh-CN" sz="2000" dirty="0">
                <a:solidFill>
                  <a:schemeClr val="bg1"/>
                </a:solidFill>
              </a:rPr>
              <a:t>x</a:t>
            </a:r>
            <a:endParaRPr lang="en-US" altLang="zh-CN" sz="2000" dirty="0">
              <a:solidFill>
                <a:schemeClr val="bg1"/>
              </a:solidFill>
            </a:endParaRPr>
          </a:p>
        </p:txBody>
      </p:sp>
      <p:sp>
        <p:nvSpPr>
          <p:cNvPr id="127" name="Rectangle 81"/>
          <p:cNvSpPr>
            <a:spLocks noChangeArrowheads="1"/>
          </p:cNvSpPr>
          <p:nvPr/>
        </p:nvSpPr>
        <p:spPr bwMode="auto">
          <a:xfrm>
            <a:off x="3556418" y="48613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28" name="Rectangle 82"/>
          <p:cNvSpPr>
            <a:spLocks noChangeArrowheads="1"/>
          </p:cNvSpPr>
          <p:nvPr/>
        </p:nvSpPr>
        <p:spPr bwMode="auto">
          <a:xfrm>
            <a:off x="4166018" y="27277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29" name="Rectangle 83"/>
          <p:cNvSpPr>
            <a:spLocks noChangeArrowheads="1"/>
          </p:cNvSpPr>
          <p:nvPr/>
        </p:nvSpPr>
        <p:spPr bwMode="auto">
          <a:xfrm>
            <a:off x="4623218" y="48613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30" name="Rectangle 84"/>
          <p:cNvSpPr>
            <a:spLocks noChangeArrowheads="1"/>
          </p:cNvSpPr>
          <p:nvPr/>
        </p:nvSpPr>
        <p:spPr bwMode="auto">
          <a:xfrm>
            <a:off x="5156618" y="3840542"/>
            <a:ext cx="412750" cy="398780"/>
          </a:xfrm>
          <a:prstGeom prst="rect">
            <a:avLst/>
          </a:prstGeom>
          <a:noFill/>
          <a:ln>
            <a:noFill/>
          </a:ln>
        </p:spPr>
        <p:txBody>
          <a:bodyPr wrap="square" lIns="92075" tIns="46038" rIns="92075" bIns="46038">
            <a:spAutoFit/>
          </a:bodyPr>
          <a:lstStyle/>
          <a:p>
            <a:pPr>
              <a:spcBef>
                <a:spcPct val="50000"/>
              </a:spcBef>
            </a:pPr>
            <a:r>
              <a:rPr lang="en-US" altLang="zh-CN" sz="2000" dirty="0">
                <a:solidFill>
                  <a:schemeClr val="bg1"/>
                </a:solidFill>
              </a:rPr>
              <a:t>x</a:t>
            </a:r>
            <a:endParaRPr lang="en-US" altLang="zh-CN" sz="2000" dirty="0">
              <a:solidFill>
                <a:schemeClr val="bg1"/>
              </a:solidFill>
            </a:endParaRPr>
          </a:p>
        </p:txBody>
      </p:sp>
      <p:sp>
        <p:nvSpPr>
          <p:cNvPr id="131" name="Rectangle 85"/>
          <p:cNvSpPr>
            <a:spLocks noChangeArrowheads="1"/>
          </p:cNvSpPr>
          <p:nvPr/>
        </p:nvSpPr>
        <p:spPr bwMode="auto">
          <a:xfrm>
            <a:off x="5690018" y="48613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32" name="Rectangle 86"/>
          <p:cNvSpPr>
            <a:spLocks noChangeArrowheads="1"/>
          </p:cNvSpPr>
          <p:nvPr/>
        </p:nvSpPr>
        <p:spPr bwMode="auto">
          <a:xfrm>
            <a:off x="8357018" y="2880105"/>
            <a:ext cx="311150" cy="396875"/>
          </a:xfrm>
          <a:prstGeom prst="rect">
            <a:avLst/>
          </a:prstGeom>
          <a:noFill/>
          <a:ln>
            <a:noFill/>
          </a:ln>
        </p:spPr>
        <p:txBody>
          <a:bodyPr wrap="none" lIns="92075" tIns="46038" rIns="92075" bIns="46038">
            <a:spAutoFit/>
          </a:bodyPr>
          <a:lstStyle/>
          <a:p>
            <a:r>
              <a:rPr lang="en-US" altLang="zh-CN" sz="2000">
                <a:solidFill>
                  <a:schemeClr val="bg1"/>
                </a:solidFill>
              </a:rPr>
              <a:t>2</a:t>
            </a:r>
            <a:endParaRPr lang="en-US" altLang="zh-CN" sz="2000">
              <a:solidFill>
                <a:schemeClr val="bg1"/>
              </a:solidFill>
            </a:endParaRPr>
          </a:p>
        </p:txBody>
      </p:sp>
      <p:sp>
        <p:nvSpPr>
          <p:cNvPr id="133" name="Rectangle 87"/>
          <p:cNvSpPr>
            <a:spLocks noChangeArrowheads="1"/>
          </p:cNvSpPr>
          <p:nvPr/>
        </p:nvSpPr>
        <p:spPr bwMode="auto">
          <a:xfrm>
            <a:off x="8890418" y="48613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34" name="Rectangle 88"/>
          <p:cNvSpPr>
            <a:spLocks noChangeArrowheads="1"/>
          </p:cNvSpPr>
          <p:nvPr/>
        </p:nvSpPr>
        <p:spPr bwMode="auto">
          <a:xfrm>
            <a:off x="9401592" y="3888813"/>
            <a:ext cx="479426" cy="398780"/>
          </a:xfrm>
          <a:prstGeom prst="rect">
            <a:avLst/>
          </a:prstGeom>
          <a:noFill/>
          <a:ln>
            <a:noFill/>
          </a:ln>
        </p:spPr>
        <p:txBody>
          <a:bodyPr wrap="square" lIns="92075" tIns="46038" rIns="92075" bIns="46038">
            <a:spAutoFit/>
          </a:bodyPr>
          <a:lstStyle/>
          <a:p>
            <a:pPr>
              <a:spcBef>
                <a:spcPct val="50000"/>
              </a:spcBef>
            </a:pPr>
            <a:r>
              <a:rPr lang="en-US" altLang="zh-CN" sz="2000" dirty="0">
                <a:solidFill>
                  <a:schemeClr val="bg1"/>
                </a:solidFill>
              </a:rPr>
              <a:t>x</a:t>
            </a:r>
            <a:endParaRPr lang="en-US" altLang="zh-CN" sz="2000" dirty="0">
              <a:solidFill>
                <a:schemeClr val="bg1"/>
              </a:solidFill>
            </a:endParaRPr>
          </a:p>
        </p:txBody>
      </p:sp>
      <p:sp>
        <p:nvSpPr>
          <p:cNvPr id="135" name="Rectangle 89"/>
          <p:cNvSpPr>
            <a:spLocks noChangeArrowheads="1"/>
          </p:cNvSpPr>
          <p:nvPr/>
        </p:nvSpPr>
        <p:spPr bwMode="auto">
          <a:xfrm>
            <a:off x="9957218" y="48613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36" name="Rectangle 90"/>
          <p:cNvSpPr>
            <a:spLocks noChangeArrowheads="1"/>
          </p:cNvSpPr>
          <p:nvPr/>
        </p:nvSpPr>
        <p:spPr bwMode="auto">
          <a:xfrm>
            <a:off x="6299618" y="17371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37" name="Rectangle 91"/>
          <p:cNvSpPr>
            <a:spLocks noChangeArrowheads="1"/>
          </p:cNvSpPr>
          <p:nvPr/>
        </p:nvSpPr>
        <p:spPr bwMode="auto">
          <a:xfrm>
            <a:off x="6756818" y="48613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38" name="Rectangle 92"/>
          <p:cNvSpPr>
            <a:spLocks noChangeArrowheads="1"/>
          </p:cNvSpPr>
          <p:nvPr/>
        </p:nvSpPr>
        <p:spPr bwMode="auto">
          <a:xfrm>
            <a:off x="7290217" y="3840542"/>
            <a:ext cx="412749" cy="398780"/>
          </a:xfrm>
          <a:prstGeom prst="rect">
            <a:avLst/>
          </a:prstGeom>
          <a:noFill/>
          <a:ln>
            <a:noFill/>
          </a:ln>
        </p:spPr>
        <p:txBody>
          <a:bodyPr wrap="square" lIns="92075" tIns="46038" rIns="92075" bIns="46038">
            <a:spAutoFit/>
          </a:bodyPr>
          <a:lstStyle/>
          <a:p>
            <a:pPr>
              <a:spcBef>
                <a:spcPct val="50000"/>
              </a:spcBef>
            </a:pPr>
            <a:r>
              <a:rPr lang="en-US" altLang="zh-CN" sz="2000" dirty="0">
                <a:solidFill>
                  <a:schemeClr val="bg1"/>
                </a:solidFill>
              </a:rPr>
              <a:t>x</a:t>
            </a:r>
            <a:endParaRPr lang="en-US" altLang="zh-CN" sz="2000" dirty="0">
              <a:solidFill>
                <a:schemeClr val="bg1"/>
              </a:solidFill>
            </a:endParaRPr>
          </a:p>
        </p:txBody>
      </p:sp>
      <p:sp>
        <p:nvSpPr>
          <p:cNvPr id="139" name="Rectangle 93"/>
          <p:cNvSpPr>
            <a:spLocks noChangeArrowheads="1"/>
          </p:cNvSpPr>
          <p:nvPr/>
        </p:nvSpPr>
        <p:spPr bwMode="auto">
          <a:xfrm>
            <a:off x="7823618" y="4861305"/>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40" name="Oval 31"/>
          <p:cNvSpPr>
            <a:spLocks noChangeArrowheads="1"/>
          </p:cNvSpPr>
          <p:nvPr/>
        </p:nvSpPr>
        <p:spPr bwMode="auto">
          <a:xfrm>
            <a:off x="8308547" y="2847561"/>
            <a:ext cx="444500" cy="444500"/>
          </a:xfrm>
          <a:prstGeom prst="ellipse">
            <a:avLst/>
          </a:prstGeom>
          <a:solidFill>
            <a:schemeClr val="accent1"/>
          </a:solidFill>
          <a:ln w="12700">
            <a:solidFill>
              <a:schemeClr val="tx1"/>
            </a:solidFill>
            <a:round/>
          </a:ln>
        </p:spPr>
        <p:txBody>
          <a:bodyPr wrap="none" anchor="ctr"/>
          <a:lstStyle/>
          <a:p>
            <a:endParaRPr lang="en-US">
              <a:solidFill>
                <a:schemeClr val="bg1"/>
              </a:solidFill>
            </a:endParaRPr>
          </a:p>
        </p:txBody>
      </p:sp>
      <p:sp>
        <p:nvSpPr>
          <p:cNvPr id="141" name="Rectangle 90"/>
          <p:cNvSpPr>
            <a:spLocks noChangeArrowheads="1"/>
          </p:cNvSpPr>
          <p:nvPr/>
        </p:nvSpPr>
        <p:spPr bwMode="auto">
          <a:xfrm>
            <a:off x="8368660" y="2871373"/>
            <a:ext cx="311150" cy="398780"/>
          </a:xfrm>
          <a:prstGeom prst="rect">
            <a:avLst/>
          </a:prstGeom>
          <a:noFill/>
          <a:ln>
            <a:noFill/>
          </a:ln>
        </p:spPr>
        <p:txBody>
          <a:bodyPr wrap="none" lIns="92075" tIns="46038" rIns="92075" bIns="46038">
            <a:spAutoFit/>
          </a:bodyPr>
          <a:lstStyle/>
          <a:p>
            <a:r>
              <a:rPr lang="en-US" altLang="zh-CN" sz="2000" dirty="0">
                <a:solidFill>
                  <a:schemeClr val="bg1"/>
                </a:solidFill>
              </a:rPr>
              <a:t>x</a:t>
            </a:r>
            <a:endParaRPr lang="en-US" altLang="zh-CN" sz="2000" dirty="0">
              <a:solidFill>
                <a:schemeClr val="bg1"/>
              </a:solidFill>
            </a:endParaRPr>
          </a:p>
        </p:txBody>
      </p:sp>
      <p:sp>
        <p:nvSpPr>
          <p:cNvPr id="142" name="Oval 31"/>
          <p:cNvSpPr>
            <a:spLocks noChangeArrowheads="1"/>
          </p:cNvSpPr>
          <p:nvPr/>
        </p:nvSpPr>
        <p:spPr bwMode="auto">
          <a:xfrm>
            <a:off x="6232943" y="1020349"/>
            <a:ext cx="444500" cy="444500"/>
          </a:xfrm>
          <a:prstGeom prst="ellipse">
            <a:avLst/>
          </a:prstGeom>
          <a:solidFill>
            <a:schemeClr val="accent1"/>
          </a:solidFill>
          <a:ln w="12700">
            <a:solidFill>
              <a:schemeClr val="tx1"/>
            </a:solidFill>
            <a:round/>
          </a:ln>
        </p:spPr>
        <p:txBody>
          <a:bodyPr wrap="none" anchor="ctr"/>
          <a:lstStyle/>
          <a:p>
            <a:endParaRPr lang="en-US"/>
          </a:p>
        </p:txBody>
      </p:sp>
      <p:sp>
        <p:nvSpPr>
          <p:cNvPr id="143" name="Rectangle 90"/>
          <p:cNvSpPr>
            <a:spLocks noChangeArrowheads="1"/>
          </p:cNvSpPr>
          <p:nvPr/>
        </p:nvSpPr>
        <p:spPr bwMode="auto">
          <a:xfrm>
            <a:off x="6299407" y="1063356"/>
            <a:ext cx="311150" cy="398780"/>
          </a:xfrm>
          <a:prstGeom prst="rect">
            <a:avLst/>
          </a:prstGeom>
          <a:noFill/>
          <a:ln>
            <a:noFill/>
          </a:ln>
        </p:spPr>
        <p:txBody>
          <a:bodyPr wrap="none" lIns="92075" tIns="46038" rIns="92075" bIns="46038">
            <a:spAutoFit/>
          </a:bodyPr>
          <a:lstStyle/>
          <a:p>
            <a:r>
              <a:rPr lang="en-US" altLang="zh-CN" sz="2000" dirty="0">
                <a:solidFill>
                  <a:schemeClr val="bg2"/>
                </a:solidFill>
              </a:rPr>
              <a:t>x</a:t>
            </a:r>
            <a:endParaRPr lang="en-US" altLang="zh-CN" sz="2000" dirty="0">
              <a:solidFill>
                <a:schemeClr val="bg2"/>
              </a:solidFill>
            </a:endParaRPr>
          </a:p>
        </p:txBody>
      </p:sp>
      <p:sp>
        <p:nvSpPr>
          <p:cNvPr id="144" name="Line 36"/>
          <p:cNvSpPr>
            <a:spLocks noChangeShapeType="1"/>
          </p:cNvSpPr>
          <p:nvPr/>
        </p:nvSpPr>
        <p:spPr bwMode="auto">
          <a:xfrm flipH="1">
            <a:off x="6459427" y="1460231"/>
            <a:ext cx="0" cy="291426"/>
          </a:xfrm>
          <a:prstGeom prst="line">
            <a:avLst/>
          </a:prstGeom>
          <a:noFill/>
          <a:ln w="12700">
            <a:solidFill>
              <a:schemeClr val="tx1"/>
            </a:solidFill>
            <a:round/>
            <a:headEnd type="none" w="sm" len="sm"/>
            <a:tailEnd type="none" w="sm" len="sm"/>
          </a:ln>
        </p:spPr>
        <p:txBody>
          <a:bodyPr/>
          <a:lstStyle/>
          <a:p>
            <a:endParaRPr lang="zh-CN" altLang="en-US"/>
          </a:p>
        </p:txBody>
      </p:sp>
      <p:sp>
        <p:nvSpPr>
          <p:cNvPr id="145" name="文本框 144"/>
          <p:cNvSpPr txBox="1"/>
          <p:nvPr/>
        </p:nvSpPr>
        <p:spPr>
          <a:xfrm>
            <a:off x="1015359" y="5560132"/>
            <a:ext cx="1047222" cy="523220"/>
          </a:xfrm>
          <a:prstGeom prst="rect">
            <a:avLst/>
          </a:prstGeom>
          <a:noFill/>
        </p:spPr>
        <p:txBody>
          <a:bodyPr wrap="square" rtlCol="0">
            <a:spAutoFit/>
          </a:bodyPr>
          <a:lstStyle/>
          <a:p>
            <a:r>
              <a:rPr lang="zh-CN" altLang="en-US" sz="2800" dirty="0"/>
              <a:t>字段</a:t>
            </a:r>
            <a:endParaRPr lang="zh-CN" altLang="en-US" sz="2800" dirty="0"/>
          </a:p>
        </p:txBody>
      </p:sp>
      <p:sp>
        <p:nvSpPr>
          <p:cNvPr id="147" name="文本框 146"/>
          <p:cNvSpPr txBox="1"/>
          <p:nvPr/>
        </p:nvSpPr>
        <p:spPr>
          <a:xfrm>
            <a:off x="2207837" y="5998712"/>
            <a:ext cx="8668861" cy="369332"/>
          </a:xfrm>
          <a:prstGeom prst="rect">
            <a:avLst/>
          </a:prstGeom>
          <a:noFill/>
        </p:spPr>
        <p:txBody>
          <a:bodyPr wrap="square" rtlCol="0">
            <a:spAutoFit/>
          </a:bodyPr>
          <a:lstStyle/>
          <a:p>
            <a:r>
              <a:rPr lang="en-US" altLang="zh-CN" dirty="0"/>
              <a:t>-1      -1     -1      -1    -1     -1      -1     -1     -1     -1      -1     -1     -1     -1     -1      -1</a:t>
            </a:r>
            <a:endParaRPr lang="zh-CN" altLang="en-US" dirty="0"/>
          </a:p>
        </p:txBody>
      </p:sp>
      <p:sp>
        <p:nvSpPr>
          <p:cNvPr id="3" name="文本框 2"/>
          <p:cNvSpPr txBox="1"/>
          <p:nvPr/>
        </p:nvSpPr>
        <p:spPr>
          <a:xfrm>
            <a:off x="652417" y="1383475"/>
            <a:ext cx="2228361" cy="1198880"/>
          </a:xfrm>
          <a:prstGeom prst="rect">
            <a:avLst/>
          </a:prstGeom>
          <a:noFill/>
        </p:spPr>
        <p:txBody>
          <a:bodyPr wrap="square" rtlCol="0">
            <a:spAutoFit/>
          </a:bodyPr>
          <a:lstStyle/>
          <a:p>
            <a:r>
              <a:rPr lang="zh-CN" altLang="en-US" dirty="0"/>
              <a:t>当</a:t>
            </a:r>
            <a:r>
              <a:rPr lang="en-US" altLang="zh-CN" dirty="0" err="1"/>
              <a:t>flag</a:t>
            </a:r>
            <a:r>
              <a:rPr lang="zh-CN" altLang="en-US" dirty="0"/>
              <a:t>中所有元素都为</a:t>
            </a:r>
            <a:r>
              <a:rPr lang="en-US" altLang="zh-CN" dirty="0"/>
              <a:t>-1</a:t>
            </a:r>
            <a:r>
              <a:rPr lang="zh-CN" altLang="en-US" dirty="0"/>
              <a:t>时，将</a:t>
            </a:r>
            <a:r>
              <a:rPr lang="en-US" altLang="zh-CN" dirty="0" err="1"/>
              <a:t>flag</a:t>
            </a:r>
            <a:r>
              <a:rPr lang="zh-CN" altLang="en-US" dirty="0"/>
              <a:t>中所有元素置</a:t>
            </a:r>
            <a:r>
              <a:rPr lang="en-US" altLang="zh-CN" dirty="0"/>
              <a:t>0</a:t>
            </a:r>
            <a:r>
              <a:rPr lang="zh-CN" altLang="en-US" dirty="0"/>
              <a:t>，并开始另一个字段</a:t>
            </a:r>
            <a:endParaRPr lang="zh-CN" altLang="en-US" dirty="0"/>
          </a:p>
        </p:txBody>
      </p:sp>
      <p:sp>
        <p:nvSpPr>
          <p:cNvPr id="4" name="文本框 3"/>
          <p:cNvSpPr txBox="1"/>
          <p:nvPr/>
        </p:nvSpPr>
        <p:spPr>
          <a:xfrm>
            <a:off x="870103" y="5964422"/>
            <a:ext cx="1337734" cy="368300"/>
          </a:xfrm>
          <a:prstGeom prst="rect">
            <a:avLst/>
          </a:prstGeom>
          <a:noFill/>
        </p:spPr>
        <p:txBody>
          <a:bodyPr wrap="square" rtlCol="0">
            <a:spAutoFit/>
          </a:bodyPr>
          <a:lstStyle/>
          <a:p>
            <a:pPr algn="ctr"/>
            <a:r>
              <a:rPr lang="en-US" altLang="zh-CN" dirty="0" err="1"/>
              <a:t>flag</a:t>
            </a:r>
            <a:endParaRPr lang="en-US" altLang="zh-CN" dirty="0" err="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pic>
        <p:nvPicPr>
          <p:cNvPr id="3" name="图片 2"/>
          <p:cNvPicPr>
            <a:picLocks noChangeAspect="1"/>
          </p:cNvPicPr>
          <p:nvPr/>
        </p:nvPicPr>
        <p:blipFill>
          <a:blip r:embed="rId1"/>
          <a:stretch>
            <a:fillRect/>
          </a:stretch>
        </p:blipFill>
        <p:spPr>
          <a:xfrm>
            <a:off x="1135380" y="1256030"/>
            <a:ext cx="4513580" cy="4157980"/>
          </a:xfrm>
          <a:prstGeom prst="rect">
            <a:avLst/>
          </a:prstGeom>
        </p:spPr>
      </p:pic>
      <p:sp>
        <p:nvSpPr>
          <p:cNvPr id="4" name="文本占位符 3"/>
          <p:cNvSpPr/>
          <p:nvPr>
            <p:ph type="body" sz="quarter" idx="11"/>
          </p:nvPr>
        </p:nvSpPr>
        <p:spPr>
          <a:xfrm>
            <a:off x="1216933" y="347251"/>
            <a:ext cx="8920029" cy="399415"/>
          </a:xfrm>
        </p:spPr>
        <p:txBody>
          <a:bodyPr/>
          <a:p>
            <a:r>
              <a:rPr lang="zh-CN" altLang="en-US"/>
              <a:t>败者树</a:t>
            </a:r>
            <a:r>
              <a:rPr lang="zh-CN" altLang="en-US"/>
              <a:t>实现</a:t>
            </a:r>
            <a:endParaRPr lang="zh-CN" altLang="en-US"/>
          </a:p>
        </p:txBody>
      </p:sp>
      <p:pic>
        <p:nvPicPr>
          <p:cNvPr id="6" name="图片 5"/>
          <p:cNvPicPr>
            <a:picLocks noChangeAspect="1"/>
          </p:cNvPicPr>
          <p:nvPr/>
        </p:nvPicPr>
        <p:blipFill>
          <a:blip r:embed="rId2"/>
          <a:stretch>
            <a:fillRect/>
          </a:stretch>
        </p:blipFill>
        <p:spPr>
          <a:xfrm>
            <a:off x="6717030" y="1050925"/>
            <a:ext cx="4513580" cy="4872990"/>
          </a:xfrm>
          <a:prstGeom prst="rect">
            <a:avLst/>
          </a:prstGeom>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4" name="文本占位符 3"/>
          <p:cNvSpPr/>
          <p:nvPr>
            <p:ph type="body" sz="quarter" idx="11"/>
          </p:nvPr>
        </p:nvSpPr>
        <p:spPr>
          <a:xfrm>
            <a:off x="1216933" y="347251"/>
            <a:ext cx="8920029" cy="399415"/>
          </a:xfrm>
        </p:spPr>
        <p:txBody>
          <a:bodyPr/>
          <a:p>
            <a:r>
              <a:rPr lang="zh-CN" altLang="en-US"/>
              <a:t>变长归并段</a:t>
            </a:r>
            <a:r>
              <a:rPr lang="zh-CN" altLang="en-US"/>
              <a:t>实现</a:t>
            </a:r>
            <a:endParaRPr lang="zh-CN" altLang="en-US"/>
          </a:p>
        </p:txBody>
      </p:sp>
      <p:sp>
        <p:nvSpPr>
          <p:cNvPr id="5" name="文本框 4"/>
          <p:cNvSpPr txBox="1"/>
          <p:nvPr/>
        </p:nvSpPr>
        <p:spPr>
          <a:xfrm>
            <a:off x="948690" y="2625725"/>
            <a:ext cx="9782175" cy="3606165"/>
          </a:xfrm>
          <a:prstGeom prst="rect">
            <a:avLst/>
          </a:prstGeom>
          <a:noFill/>
        </p:spPr>
        <p:txBody>
          <a:bodyPr wrap="square" rtlCol="0">
            <a:noAutofit/>
          </a:bodyPr>
          <a:p>
            <a:pPr marL="285750" indent="-285750" fontAlgn="auto">
              <a:lnSpc>
                <a:spcPct val="150000"/>
              </a:lnSpc>
              <a:buFont typeface="Arial" panose="020B0604020202020204" pitchFamily="34" charset="0"/>
              <a:buChar char="•"/>
            </a:pPr>
            <a:r>
              <a:rPr lang="zh-CN" altLang="en-US"/>
              <a:t>初始化：读入数据初始化</a:t>
            </a:r>
            <a:r>
              <a:rPr lang="zh-CN" altLang="en-US"/>
              <a:t>败者树。</a:t>
            </a:r>
            <a:endParaRPr lang="zh-CN" altLang="en-US"/>
          </a:p>
          <a:p>
            <a:pPr marL="285750" indent="-285750" fontAlgn="auto">
              <a:lnSpc>
                <a:spcPct val="150000"/>
              </a:lnSpc>
              <a:buFont typeface="Arial" panose="020B0604020202020204" pitchFamily="34" charset="0"/>
              <a:buChar char="•"/>
            </a:pPr>
            <a:r>
              <a:rPr lang="zh-CN" altLang="en-US"/>
              <a:t>生成归并段：</a:t>
            </a:r>
            <a:endParaRPr lang="zh-CN" altLang="en-US"/>
          </a:p>
          <a:p>
            <a:pPr marL="742950" lvl="1" indent="-285750" fontAlgn="auto">
              <a:lnSpc>
                <a:spcPct val="150000"/>
              </a:lnSpc>
              <a:buFont typeface="Arial" panose="020B0604020202020204" pitchFamily="34" charset="0"/>
              <a:buChar char="•"/>
            </a:pPr>
            <a:r>
              <a:rPr lang="zh-CN" altLang="en-US"/>
              <a:t>使用败者树选出当前最小的元素。</a:t>
            </a:r>
            <a:endParaRPr lang="zh-CN" altLang="en-US"/>
          </a:p>
          <a:p>
            <a:pPr marL="742950" lvl="1" indent="-285750" fontAlgn="auto">
              <a:lnSpc>
                <a:spcPct val="150000"/>
              </a:lnSpc>
              <a:buFont typeface="Arial" panose="020B0604020202020204" pitchFamily="34" charset="0"/>
              <a:buChar char="•"/>
            </a:pPr>
            <a:r>
              <a:rPr lang="zh-CN" altLang="en-US"/>
              <a:t>将</a:t>
            </a:r>
            <a:r>
              <a:rPr lang="zh-CN" altLang="en-US"/>
              <a:t>新元素加入败者树</a:t>
            </a:r>
            <a:r>
              <a:rPr lang="zh-CN" altLang="en-US"/>
              <a:t>结点。</a:t>
            </a:r>
            <a:endParaRPr lang="zh-CN" altLang="en-US"/>
          </a:p>
          <a:p>
            <a:pPr marL="742950" lvl="1" indent="-285750" fontAlgn="auto">
              <a:lnSpc>
                <a:spcPct val="150000"/>
              </a:lnSpc>
              <a:buFont typeface="Arial" panose="020B0604020202020204" pitchFamily="34" charset="0"/>
              <a:buChar char="•"/>
            </a:pPr>
            <a:r>
              <a:rPr lang="zh-CN" altLang="en-US"/>
              <a:t>更新败者树。</a:t>
            </a:r>
            <a:endParaRPr lang="zh-CN" altLang="en-US"/>
          </a:p>
          <a:p>
            <a:pPr marL="285750" indent="-285750" fontAlgn="auto">
              <a:lnSpc>
                <a:spcPct val="150000"/>
              </a:lnSpc>
              <a:buFont typeface="Arial" panose="020B0604020202020204" pitchFamily="34" charset="0"/>
              <a:buChar char="•"/>
            </a:pPr>
            <a:r>
              <a:rPr lang="zh-CN" altLang="en-US"/>
              <a:t>判断归并段结束条件：</a:t>
            </a:r>
            <a:endParaRPr lang="zh-CN" altLang="en-US"/>
          </a:p>
          <a:p>
            <a:pPr marL="742950" lvl="1" indent="-285750" fontAlgn="auto">
              <a:lnSpc>
                <a:spcPct val="150000"/>
              </a:lnSpc>
              <a:buFont typeface="Arial" panose="020B0604020202020204" pitchFamily="34" charset="0"/>
              <a:buChar char="•"/>
            </a:pPr>
            <a:r>
              <a:rPr lang="zh-CN" altLang="en-US"/>
              <a:t>当所有败者树结点</a:t>
            </a:r>
            <a:r>
              <a:rPr lang="zh-CN" altLang="en-US"/>
              <a:t>作废时，结束当前归并段。</a:t>
            </a:r>
            <a:endParaRPr lang="zh-CN" altLang="en-US"/>
          </a:p>
          <a:p>
            <a:pPr marL="285750" indent="-285750" fontAlgn="auto">
              <a:lnSpc>
                <a:spcPct val="150000"/>
              </a:lnSpc>
              <a:buFont typeface="Arial" panose="020B0604020202020204" pitchFamily="34" charset="0"/>
              <a:buChar char="•"/>
            </a:pPr>
            <a:r>
              <a:rPr lang="zh-CN" altLang="en-US"/>
              <a:t>重复：继续生成下一个归并段，直到所有数据处理完毕。</a:t>
            </a:r>
            <a:endParaRPr lang="zh-CN" altLang="en-US"/>
          </a:p>
        </p:txBody>
      </p:sp>
      <p:sp>
        <p:nvSpPr>
          <p:cNvPr id="6" name="圆角矩形 5"/>
          <p:cNvSpPr/>
          <p:nvPr/>
        </p:nvSpPr>
        <p:spPr>
          <a:xfrm>
            <a:off x="660400" y="1199515"/>
            <a:ext cx="1748155" cy="612140"/>
          </a:xfrm>
          <a:prstGeom prst="roundRect">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r>
              <a:rPr lang="zh-CN" altLang="en-US">
                <a:solidFill>
                  <a:schemeClr val="bg1"/>
                </a:solidFill>
              </a:rPr>
              <a:t>初始化败者树</a:t>
            </a:r>
            <a:endParaRPr lang="zh-CN" altLang="en-US">
              <a:solidFill>
                <a:schemeClr val="bg1"/>
              </a:solidFill>
            </a:endParaRPr>
          </a:p>
        </p:txBody>
      </p:sp>
      <p:sp>
        <p:nvSpPr>
          <p:cNvPr id="7" name="圆角矩形 6"/>
          <p:cNvSpPr/>
          <p:nvPr/>
        </p:nvSpPr>
        <p:spPr>
          <a:xfrm>
            <a:off x="2869565" y="1081405"/>
            <a:ext cx="3027045" cy="848995"/>
          </a:xfrm>
          <a:prstGeom prst="roundRect">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r>
              <a:rPr lang="zh-CN" altLang="en-US">
                <a:solidFill>
                  <a:schemeClr val="bg1"/>
                </a:solidFill>
              </a:rPr>
              <a:t>胜者输出到</a:t>
            </a:r>
            <a:r>
              <a:rPr lang="en-US" altLang="zh-CN">
                <a:solidFill>
                  <a:schemeClr val="bg1"/>
                </a:solidFill>
              </a:rPr>
              <a:t>OutputBuffer</a:t>
            </a:r>
            <a:endParaRPr lang="en-US" altLang="zh-CN">
              <a:solidFill>
                <a:schemeClr val="bg1"/>
              </a:solidFill>
            </a:endParaRPr>
          </a:p>
          <a:p>
            <a:pPr algn="ctr"/>
            <a:r>
              <a:rPr lang="zh-CN" altLang="en-US">
                <a:solidFill>
                  <a:schemeClr val="bg1"/>
                </a:solidFill>
              </a:rPr>
              <a:t>读入新数据并和</a:t>
            </a:r>
            <a:r>
              <a:rPr lang="en-US" altLang="zh-CN">
                <a:solidFill>
                  <a:schemeClr val="bg1"/>
                </a:solidFill>
              </a:rPr>
              <a:t>max</a:t>
            </a:r>
            <a:r>
              <a:rPr lang="zh-CN" altLang="en-US">
                <a:solidFill>
                  <a:schemeClr val="bg1"/>
                </a:solidFill>
              </a:rPr>
              <a:t>比较</a:t>
            </a:r>
            <a:endParaRPr lang="zh-CN" altLang="en-US">
              <a:solidFill>
                <a:schemeClr val="bg1"/>
              </a:solidFill>
            </a:endParaRPr>
          </a:p>
        </p:txBody>
      </p:sp>
      <p:sp>
        <p:nvSpPr>
          <p:cNvPr id="8" name="圆角矩形 7"/>
          <p:cNvSpPr/>
          <p:nvPr/>
        </p:nvSpPr>
        <p:spPr>
          <a:xfrm>
            <a:off x="6357620" y="1081405"/>
            <a:ext cx="2496820" cy="862330"/>
          </a:xfrm>
          <a:prstGeom prst="roundRect">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r>
              <a:rPr lang="zh-CN" altLang="en-US">
                <a:solidFill>
                  <a:schemeClr val="bg1"/>
                </a:solidFill>
              </a:rPr>
              <a:t>如果新数据小于</a:t>
            </a:r>
            <a:r>
              <a:rPr lang="en-US" altLang="zh-CN">
                <a:solidFill>
                  <a:schemeClr val="bg1"/>
                </a:solidFill>
              </a:rPr>
              <a:t>max</a:t>
            </a:r>
            <a:r>
              <a:rPr lang="zh-CN" altLang="en-US">
                <a:solidFill>
                  <a:schemeClr val="bg1"/>
                </a:solidFill>
              </a:rPr>
              <a:t>该节点</a:t>
            </a:r>
            <a:r>
              <a:rPr lang="en-US" altLang="zh-CN">
                <a:solidFill>
                  <a:schemeClr val="bg1"/>
                </a:solidFill>
              </a:rPr>
              <a:t>flag</a:t>
            </a:r>
            <a:r>
              <a:rPr lang="zh-CN" altLang="en-US">
                <a:solidFill>
                  <a:schemeClr val="bg1"/>
                </a:solidFill>
              </a:rPr>
              <a:t>标为</a:t>
            </a:r>
            <a:r>
              <a:rPr lang="en-US" altLang="zh-CN">
                <a:solidFill>
                  <a:schemeClr val="bg1"/>
                </a:solidFill>
              </a:rPr>
              <a:t>-1</a:t>
            </a:r>
            <a:r>
              <a:rPr lang="zh-CN" altLang="en-US">
                <a:solidFill>
                  <a:schemeClr val="bg1"/>
                </a:solidFill>
              </a:rPr>
              <a:t>作废</a:t>
            </a:r>
            <a:endParaRPr lang="zh-CN" altLang="en-US">
              <a:solidFill>
                <a:schemeClr val="bg1"/>
              </a:solidFill>
            </a:endParaRPr>
          </a:p>
        </p:txBody>
      </p:sp>
      <p:sp>
        <p:nvSpPr>
          <p:cNvPr id="9" name="圆角矩形 8"/>
          <p:cNvSpPr/>
          <p:nvPr/>
        </p:nvSpPr>
        <p:spPr>
          <a:xfrm>
            <a:off x="9315450" y="1148080"/>
            <a:ext cx="2314575" cy="699770"/>
          </a:xfrm>
          <a:prstGeom prst="roundRect">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p>
            <a:pPr algn="ctr"/>
            <a:r>
              <a:rPr lang="zh-CN" altLang="en-US">
                <a:solidFill>
                  <a:schemeClr val="bg1"/>
                </a:solidFill>
              </a:rPr>
              <a:t>所有结点都作废</a:t>
            </a:r>
            <a:endParaRPr lang="zh-CN" altLang="en-US">
              <a:solidFill>
                <a:schemeClr val="bg1"/>
              </a:solidFill>
            </a:endParaRPr>
          </a:p>
          <a:p>
            <a:pPr algn="ctr"/>
            <a:r>
              <a:rPr lang="zh-CN" altLang="en-US">
                <a:solidFill>
                  <a:schemeClr val="bg1"/>
                </a:solidFill>
              </a:rPr>
              <a:t>一个变长归并段</a:t>
            </a:r>
            <a:r>
              <a:rPr lang="zh-CN" altLang="en-US">
                <a:solidFill>
                  <a:schemeClr val="bg1"/>
                </a:solidFill>
              </a:rPr>
              <a:t>完成</a:t>
            </a:r>
            <a:endParaRPr lang="zh-CN" altLang="en-US">
              <a:solidFill>
                <a:schemeClr val="bg1"/>
              </a:solidFill>
            </a:endParaRPr>
          </a:p>
        </p:txBody>
      </p:sp>
      <p:cxnSp>
        <p:nvCxnSpPr>
          <p:cNvPr id="10" name="直接箭头连接符 9"/>
          <p:cNvCxnSpPr>
            <a:stCxn id="6" idx="3"/>
            <a:endCxn id="7" idx="1"/>
          </p:cNvCxnSpPr>
          <p:nvPr/>
        </p:nvCxnSpPr>
        <p:spPr>
          <a:xfrm>
            <a:off x="2408555" y="1505585"/>
            <a:ext cx="461010" cy="635"/>
          </a:xfrm>
          <a:prstGeom prst="straightConnector1">
            <a:avLst/>
          </a:prstGeom>
          <a:ln w="28575">
            <a:solidFill>
              <a:schemeClr val="accent6">
                <a:lumMod val="5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11" name="直接箭头连接符 10"/>
          <p:cNvCxnSpPr>
            <a:stCxn id="7" idx="3"/>
            <a:endCxn id="8" idx="1"/>
          </p:cNvCxnSpPr>
          <p:nvPr/>
        </p:nvCxnSpPr>
        <p:spPr>
          <a:xfrm>
            <a:off x="5896610" y="1506220"/>
            <a:ext cx="461010" cy="6350"/>
          </a:xfrm>
          <a:prstGeom prst="straightConnector1">
            <a:avLst/>
          </a:prstGeom>
          <a:ln w="28575">
            <a:solidFill>
              <a:schemeClr val="accent6">
                <a:lumMod val="5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12" name="直接箭头连接符 11"/>
          <p:cNvCxnSpPr>
            <a:stCxn id="8" idx="3"/>
            <a:endCxn id="9" idx="1"/>
          </p:cNvCxnSpPr>
          <p:nvPr/>
        </p:nvCxnSpPr>
        <p:spPr>
          <a:xfrm flipV="1">
            <a:off x="8854440" y="1497965"/>
            <a:ext cx="461010" cy="14605"/>
          </a:xfrm>
          <a:prstGeom prst="straightConnector1">
            <a:avLst/>
          </a:prstGeom>
          <a:ln w="28575">
            <a:solidFill>
              <a:schemeClr val="accent6">
                <a:lumMod val="5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13" name="肘形连接符 12"/>
          <p:cNvCxnSpPr>
            <a:stCxn id="9" idx="2"/>
            <a:endCxn id="7" idx="2"/>
          </p:cNvCxnSpPr>
          <p:nvPr/>
        </p:nvCxnSpPr>
        <p:spPr>
          <a:xfrm rot="5400000">
            <a:off x="7386955" y="-1155700"/>
            <a:ext cx="82550" cy="6089650"/>
          </a:xfrm>
          <a:prstGeom prst="bentConnector3">
            <a:avLst>
              <a:gd name="adj1" fmla="val 388462"/>
            </a:avLst>
          </a:prstGeom>
          <a:ln w="28575">
            <a:solidFill>
              <a:schemeClr val="accent6">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14" name="文本框 13"/>
          <p:cNvSpPr txBox="1"/>
          <p:nvPr/>
        </p:nvSpPr>
        <p:spPr>
          <a:xfrm>
            <a:off x="6950710" y="2120900"/>
            <a:ext cx="1286510" cy="306705"/>
          </a:xfrm>
          <a:prstGeom prst="rect">
            <a:avLst/>
          </a:prstGeom>
          <a:noFill/>
        </p:spPr>
        <p:txBody>
          <a:bodyPr wrap="square" rtlCol="0">
            <a:spAutoFit/>
          </a:bodyPr>
          <a:p>
            <a:r>
              <a:rPr lang="en-US" altLang="zh-CN" sz="1400"/>
              <a:t>falg</a:t>
            </a:r>
            <a:r>
              <a:rPr lang="zh-CN" altLang="en-US" sz="1400"/>
              <a:t>都赋值为</a:t>
            </a:r>
            <a:r>
              <a:rPr lang="en-US" altLang="zh-CN" sz="1400"/>
              <a:t>0</a:t>
            </a:r>
            <a:endParaRPr lang="en-US" altLang="zh-CN" sz="140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4" name="文本占位符 3"/>
          <p:cNvSpPr/>
          <p:nvPr>
            <p:ph type="body" sz="quarter" idx="11"/>
          </p:nvPr>
        </p:nvSpPr>
        <p:spPr>
          <a:xfrm>
            <a:off x="1216933" y="347251"/>
            <a:ext cx="8920029" cy="399415"/>
          </a:xfrm>
        </p:spPr>
        <p:txBody>
          <a:bodyPr/>
          <a:p>
            <a:r>
              <a:rPr lang="zh-CN" altLang="en-US"/>
              <a:t>变长归并段</a:t>
            </a:r>
            <a:r>
              <a:rPr lang="zh-CN" altLang="en-US"/>
              <a:t>实现</a:t>
            </a:r>
            <a:endParaRPr lang="zh-CN" altLang="en-US"/>
          </a:p>
        </p:txBody>
      </p:sp>
      <p:pic>
        <p:nvPicPr>
          <p:cNvPr id="3" name="图片 2"/>
          <p:cNvPicPr>
            <a:picLocks noChangeAspect="1"/>
          </p:cNvPicPr>
          <p:nvPr/>
        </p:nvPicPr>
        <p:blipFill>
          <a:blip r:embed="rId1"/>
          <a:stretch>
            <a:fillRect/>
          </a:stretch>
        </p:blipFill>
        <p:spPr>
          <a:xfrm>
            <a:off x="3111500" y="1374140"/>
            <a:ext cx="6204585" cy="4724400"/>
          </a:xfrm>
          <a:prstGeom prst="rect">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0"/>
          </p:nvPr>
        </p:nvSpPr>
        <p:spPr/>
        <p:txBody>
          <a:bodyPr/>
          <a:lstStyle/>
          <a:p>
            <a:r>
              <a:rPr lang="zh-CN" altLang="en-US" dirty="0">
                <a:cs typeface="+mn-ea"/>
              </a:rPr>
              <a:t>结论及展望</a:t>
            </a:r>
            <a:endParaRPr lang="zh-CN" altLang="en-US" dirty="0">
              <a:cs typeface="+mn-ea"/>
            </a:endParaRPr>
          </a:p>
        </p:txBody>
      </p:sp>
      <p:sp>
        <p:nvSpPr>
          <p:cNvPr id="4" name="日期占位符 3"/>
          <p:cNvSpPr>
            <a:spLocks noGrp="1"/>
          </p:cNvSpPr>
          <p:nvPr>
            <p:ph type="dt" sz="half" idx="12"/>
          </p:nvPr>
        </p:nvSpPr>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pic>
        <p:nvPicPr>
          <p:cNvPr id="7" name="图片 6"/>
          <p:cNvPicPr>
            <a:picLocks noChangeAspect="1"/>
          </p:cNvPicPr>
          <p:nvPr/>
        </p:nvPicPr>
        <p:blipFill>
          <a:blip r:embed="rId1"/>
          <a:srcRect l="24798" t="13433" r="24798" b="26261"/>
          <a:stretch>
            <a:fillRect/>
          </a:stretch>
        </p:blipFill>
        <p:spPr>
          <a:xfrm>
            <a:off x="1132586" y="1337624"/>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1"/>
          </p:nvPr>
        </p:nvSpPr>
        <p:spPr>
          <a:xfrm>
            <a:off x="1216933" y="347251"/>
            <a:ext cx="8920029" cy="399415"/>
          </a:xfrm>
        </p:spPr>
        <p:txBody>
          <a:bodyPr/>
          <a:lstStyle/>
          <a:p>
            <a:r>
              <a:rPr lang="zh-CN" altLang="en-US" dirty="0">
                <a:ea typeface="+mn-ea"/>
                <a:cs typeface="+mn-ea"/>
              </a:rPr>
              <a:t>结论及展望</a:t>
            </a:r>
            <a:endParaRPr lang="zh-CN" altLang="en-US" dirty="0">
              <a:ea typeface="+mn-ea"/>
              <a:cs typeface="+mn-ea"/>
            </a:endParaRPr>
          </a:p>
        </p:txBody>
      </p:sp>
      <p:sp>
        <p:nvSpPr>
          <p:cNvPr id="3" name="日期占位符 2"/>
          <p:cNvSpPr>
            <a:spLocks noGrp="1"/>
          </p:cNvSpPr>
          <p:nvPr>
            <p:ph type="dt" sz="half" idx="12"/>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4" name="文本框 3"/>
          <p:cNvSpPr txBox="1"/>
          <p:nvPr/>
        </p:nvSpPr>
        <p:spPr>
          <a:xfrm>
            <a:off x="1053465" y="910590"/>
            <a:ext cx="9355455" cy="5009515"/>
          </a:xfrm>
          <a:prstGeom prst="rect">
            <a:avLst/>
          </a:prstGeom>
        </p:spPr>
        <p:txBody>
          <a:bodyPr wrap="square">
            <a:noAutofit/>
          </a:bodyPr>
          <a:p>
            <a:pPr indent="0">
              <a:buFont typeface="Arial" panose="020B0604020202020204" pitchFamily="34" charset="0"/>
              <a:buNone/>
            </a:pPr>
            <a:r>
              <a:rPr lang="zh-CN" altLang="en-US" sz="3200" b="1"/>
              <a:t>结论</a:t>
            </a:r>
            <a:endParaRPr lang="zh-CN" altLang="en-US" sz="3200" b="1"/>
          </a:p>
          <a:p>
            <a:pPr marL="342900" indent="-342900">
              <a:buFont typeface="Arial" panose="020B0604020202020204" pitchFamily="34" charset="0"/>
              <a:buChar char="•"/>
            </a:pPr>
            <a:endParaRPr lang="zh-CN" altLang="en-US" sz="2000"/>
          </a:p>
          <a:p>
            <a:pPr marL="342900" indent="-342900">
              <a:buFont typeface="Arial" panose="020B0604020202020204" pitchFamily="34" charset="0"/>
              <a:buChar char="•"/>
            </a:pPr>
            <a:r>
              <a:rPr lang="zh-CN" altLang="en-US" sz="2000" b="1"/>
              <a:t>效率提升显著</a:t>
            </a:r>
            <a:r>
              <a:rPr lang="zh-CN" altLang="en-US" sz="2000"/>
              <a:t>：将并行编程策略与败者树相结合，在归并段生成过程中实现了多线程的高效协同。输入、处理和输出线程的并行工作，大大减少了数据处理的时间，提高了系统的吞吐量。</a:t>
            </a:r>
            <a:endParaRPr lang="zh-CN" altLang="en-US" sz="2000"/>
          </a:p>
          <a:p>
            <a:pPr marL="342900" indent="-342900">
              <a:buFont typeface="Arial" panose="020B0604020202020204" pitchFamily="34" charset="0"/>
              <a:buChar char="•"/>
            </a:pPr>
            <a:endParaRPr lang="zh-CN" altLang="en-US" sz="2000"/>
          </a:p>
          <a:p>
            <a:pPr marL="342900" indent="-342900">
              <a:buFont typeface="Arial" panose="020B0604020202020204" pitchFamily="34" charset="0"/>
              <a:buChar char="•"/>
            </a:pPr>
            <a:endParaRPr lang="zh-CN" altLang="en-US" sz="2000"/>
          </a:p>
          <a:p>
            <a:pPr marL="342900" indent="-342900">
              <a:buFont typeface="Arial" panose="020B0604020202020204" pitchFamily="34" charset="0"/>
              <a:buChar char="•"/>
            </a:pPr>
            <a:r>
              <a:rPr lang="zh-CN" altLang="en-US" sz="2000" b="1"/>
              <a:t>变长归并段的有效生成</a:t>
            </a:r>
            <a:r>
              <a:rPr lang="zh-CN" altLang="en-US" sz="2000"/>
              <a:t>：利用败者树的数据结构，成功地生成了变长的归并段。这种方法使得每个归并段的长度可以根据数据的实际情况动态调整，减少了归并段的数量，降低了后续归并阶段的复杂度和I/O开销。</a:t>
            </a:r>
            <a:endParaRPr lang="zh-CN" altLang="en-US" sz="2000"/>
          </a:p>
          <a:p>
            <a:pPr marL="342900" indent="-342900">
              <a:buFont typeface="Arial" panose="020B0604020202020204" pitchFamily="34" charset="0"/>
              <a:buChar char="•"/>
            </a:pPr>
            <a:endParaRPr lang="zh-CN" altLang="en-US" sz="2000"/>
          </a:p>
          <a:p>
            <a:pPr marL="342900" indent="-342900">
              <a:buFont typeface="Arial" panose="020B0604020202020204" pitchFamily="34" charset="0"/>
              <a:buChar char="•"/>
            </a:pPr>
            <a:endParaRPr lang="zh-CN" altLang="en-US" sz="2000"/>
          </a:p>
          <a:p>
            <a:pPr marL="342900" indent="-342900">
              <a:buFont typeface="Arial" panose="020B0604020202020204" pitchFamily="34" charset="0"/>
              <a:buChar char="•"/>
            </a:pPr>
            <a:r>
              <a:rPr lang="zh-CN" altLang="en-US" sz="2000" b="1"/>
              <a:t>系统资源的充分利用</a:t>
            </a:r>
            <a:r>
              <a:rPr lang="zh-CN" altLang="en-US" sz="2000"/>
              <a:t>：并行策略的应用使得CPU、多核、多线程等系统资源得到了最大化的利用，避免了资源的闲置，提高了整体系统的性能。</a:t>
            </a:r>
            <a:endParaRPr lang="zh-CN" altLang="en-US" sz="2000"/>
          </a:p>
          <a:p>
            <a:pPr marL="342900" indent="-342900">
              <a:buFont typeface="Arial" panose="020B0604020202020204" pitchFamily="34" charset="0"/>
              <a:buChar char="•"/>
            </a:pPr>
            <a:endParaRPr lang="zh-CN" altLang="en-US" sz="2000"/>
          </a:p>
          <a:p>
            <a:pPr indent="0">
              <a:buFont typeface="Arial" panose="020B0604020202020204" pitchFamily="34" charset="0"/>
              <a:buNone/>
            </a:pPr>
            <a:endParaRPr lang="zh-CN" altLang="en-US" sz="20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1"/>
          </p:nvPr>
        </p:nvSpPr>
        <p:spPr>
          <a:xfrm>
            <a:off x="1216933" y="347251"/>
            <a:ext cx="8920029" cy="399415"/>
          </a:xfrm>
        </p:spPr>
        <p:txBody>
          <a:bodyPr/>
          <a:lstStyle/>
          <a:p>
            <a:r>
              <a:rPr lang="zh-CN" altLang="en-US" dirty="0">
                <a:ea typeface="+mn-ea"/>
                <a:cs typeface="+mn-ea"/>
              </a:rPr>
              <a:t>结论及展望</a:t>
            </a:r>
            <a:endParaRPr lang="zh-CN" altLang="en-US" dirty="0">
              <a:ea typeface="+mn-ea"/>
              <a:cs typeface="+mn-ea"/>
            </a:endParaRPr>
          </a:p>
        </p:txBody>
      </p:sp>
      <p:sp>
        <p:nvSpPr>
          <p:cNvPr id="3" name="日期占位符 2"/>
          <p:cNvSpPr>
            <a:spLocks noGrp="1"/>
          </p:cNvSpPr>
          <p:nvPr>
            <p:ph type="dt" sz="half" idx="12"/>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4" name="文本框 3"/>
          <p:cNvSpPr txBox="1"/>
          <p:nvPr/>
        </p:nvSpPr>
        <p:spPr>
          <a:xfrm>
            <a:off x="1053465" y="910590"/>
            <a:ext cx="9355455" cy="5009515"/>
          </a:xfrm>
          <a:prstGeom prst="rect">
            <a:avLst/>
          </a:prstGeom>
        </p:spPr>
        <p:txBody>
          <a:bodyPr wrap="square">
            <a:noAutofit/>
          </a:bodyPr>
          <a:p>
            <a:pPr indent="0">
              <a:buFont typeface="Arial" panose="020B0604020202020204" pitchFamily="34" charset="0"/>
              <a:buNone/>
            </a:pPr>
            <a:r>
              <a:rPr lang="zh-CN" altLang="en-US" sz="3200" b="1"/>
              <a:t>展望</a:t>
            </a:r>
            <a:endParaRPr lang="zh-CN" altLang="en-US" sz="2000"/>
          </a:p>
          <a:p>
            <a:pPr marL="342900" indent="-342900">
              <a:buFont typeface="Arial" panose="020B0604020202020204" pitchFamily="34" charset="0"/>
              <a:buChar char="•"/>
            </a:pPr>
            <a:endParaRPr lang="zh-CN" altLang="en-US" sz="2000"/>
          </a:p>
          <a:p>
            <a:pPr marL="342900" indent="-342900">
              <a:buFont typeface="Arial" panose="020B0604020202020204" pitchFamily="34" charset="0"/>
              <a:buChar char="•"/>
            </a:pPr>
            <a:r>
              <a:rPr lang="zh-CN" altLang="en-US" sz="2000" b="1"/>
              <a:t>优化线程管理和同步机制</a:t>
            </a:r>
            <a:r>
              <a:rPr lang="zh-CN" altLang="en-US" sz="2000"/>
              <a:t>：引入更高级的并发控制策略，如使用线程池、异步编程模型以简化线程管理，降低同步复杂度。</a:t>
            </a:r>
            <a:endParaRPr lang="zh-CN" altLang="en-US" sz="2000"/>
          </a:p>
          <a:p>
            <a:pPr marL="342900" indent="-342900">
              <a:buFont typeface="Arial" panose="020B0604020202020204" pitchFamily="34" charset="0"/>
              <a:buChar char="•"/>
            </a:pPr>
            <a:endParaRPr lang="zh-CN" altLang="en-US" sz="2000"/>
          </a:p>
          <a:p>
            <a:pPr marL="342900" indent="-342900">
              <a:buFont typeface="Arial" panose="020B0604020202020204" pitchFamily="34" charset="0"/>
              <a:buChar char="•"/>
            </a:pPr>
            <a:r>
              <a:rPr lang="zh-CN" altLang="en-US" sz="2000" b="1"/>
              <a:t>设计最佳归并树方案</a:t>
            </a:r>
            <a:r>
              <a:rPr lang="zh-CN" altLang="en-US" sz="2000"/>
              <a:t>：通过引入哈夫曼树，可以构建一个最佳的归并树，以最小化归并操作的总成本。在归并阶段，哈夫曼树能够根据归并段的长度构建一棵带权路径长度最小的二叉树，使得总的归并代价最小化。实现哈夫曼树的归并策略，可以有效减少归并阶段的I/O次数和总的处理时间，从而进一步提高外部排序的效率。</a:t>
            </a:r>
            <a:endParaRPr lang="zh-CN" altLang="en-US" sz="2000"/>
          </a:p>
          <a:p>
            <a:pPr marL="342900" indent="-342900">
              <a:buFont typeface="Arial" panose="020B0604020202020204" pitchFamily="34" charset="0"/>
              <a:buChar char="•"/>
            </a:pPr>
            <a:endParaRPr lang="zh-CN" altLang="en-US" sz="2000"/>
          </a:p>
          <a:p>
            <a:pPr marL="342900" indent="-342900">
              <a:buFont typeface="Arial" panose="020B0604020202020204" pitchFamily="34" charset="0"/>
              <a:buChar char="•"/>
            </a:pPr>
            <a:r>
              <a:rPr lang="zh-CN" altLang="en-US" sz="2000" b="1"/>
              <a:t>改进I/O操作效率</a:t>
            </a:r>
            <a:r>
              <a:rPr lang="zh-CN" altLang="en-US" sz="2000"/>
              <a:t>：采用异步I/O、内存映射文件等技术，提高磁盘读写的效率。还可以考虑数据的预读取和缓存策略，减少磁盘I/O的次数。</a:t>
            </a:r>
            <a:endParaRPr lang="zh-CN" altLang="en-US" sz="20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2"/>
          </p:nvPr>
        </p:nvSpPr>
        <p:spPr>
          <a:xfrm>
            <a:off x="660518" y="2219084"/>
            <a:ext cx="5798382" cy="878840"/>
          </a:xfrm>
        </p:spPr>
        <p:txBody>
          <a:bodyPr/>
          <a:lstStyle/>
          <a:p>
            <a:r>
              <a:rPr lang="zh-CN" altLang="en-US" dirty="0"/>
              <a:t>感谢各位的</a:t>
            </a:r>
            <a:r>
              <a:rPr lang="zh-CN" altLang="en-US" dirty="0"/>
              <a:t>聆听</a:t>
            </a:r>
            <a:endParaRPr lang="zh-CN" altLang="en-US" dirty="0"/>
          </a:p>
        </p:txBody>
      </p:sp>
      <p:sp>
        <p:nvSpPr>
          <p:cNvPr id="4" name="日期占位符 3"/>
          <p:cNvSpPr>
            <a:spLocks noGrp="1"/>
          </p:cNvSpPr>
          <p:nvPr>
            <p:ph type="dt" sz="half" idx="16"/>
          </p:nvPr>
        </p:nvSpPr>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5" name="文本占位符 4"/>
          <p:cNvSpPr>
            <a:spLocks noGrp="1"/>
          </p:cNvSpPr>
          <p:nvPr>
            <p:ph type="body" sz="quarter" idx="17"/>
          </p:nvPr>
        </p:nvSpPr>
        <p:spPr>
          <a:xfrm>
            <a:off x="667503" y="3641672"/>
            <a:ext cx="5798382" cy="275590"/>
          </a:xfrm>
        </p:spPr>
        <p:txBody>
          <a:bodyPr/>
          <a:lstStyle/>
          <a:p>
            <a:r>
              <a:rPr lang="en-US" altLang="zh-CN" spc="450" dirty="0"/>
              <a:t>Thanks For Your </a:t>
            </a:r>
            <a:r>
              <a:rPr lang="en-US" altLang="zh-CN" spc="450" dirty="0"/>
              <a:t>Listening</a:t>
            </a:r>
            <a:endParaRPr lang="en-US" altLang="zh-CN" spc="450" dirty="0"/>
          </a:p>
        </p:txBody>
      </p:sp>
      <p:sp>
        <p:nvSpPr>
          <p:cNvPr id="12" name="矩形 11"/>
          <p:cNvSpPr/>
          <p:nvPr/>
        </p:nvSpPr>
        <p:spPr>
          <a:xfrm>
            <a:off x="652958" y="4379642"/>
            <a:ext cx="2506802" cy="398780"/>
          </a:xfrm>
          <a:prstGeom prst="rect">
            <a:avLst/>
          </a:prstGeom>
        </p:spPr>
        <p:txBody>
          <a:bodyPr wrap="square" lIns="0">
            <a:spAutoFit/>
          </a:bodyPr>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rPr>
              <a:t>汇报人：</a:t>
            </a:r>
            <a:r>
              <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rPr>
              <a:t>谢鹏宇</a:t>
            </a:r>
            <a:endPar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endParaRPr>
          </a:p>
        </p:txBody>
      </p:sp>
      <p:sp>
        <p:nvSpPr>
          <p:cNvPr id="14" name="矩形 13"/>
          <p:cNvSpPr/>
          <p:nvPr/>
        </p:nvSpPr>
        <p:spPr>
          <a:xfrm>
            <a:off x="667385" y="4899660"/>
            <a:ext cx="2610485" cy="398780"/>
          </a:xfrm>
          <a:prstGeom prst="rect">
            <a:avLst/>
          </a:prstGeom>
        </p:spPr>
        <p:txBody>
          <a:bodyPr wrap="square" lIns="0">
            <a:spAutoFit/>
          </a:bodyPr>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rPr>
              <a:t>汇报日期：</a:t>
            </a:r>
            <a:r>
              <a:rPr kumimoji="0" lang="en-US" altLang="zh-CN" sz="2000" i="0" u="none" strike="noStrike" kern="1200" cap="none" spc="0" normalizeH="0" baseline="0" noProof="0" dirty="0">
                <a:ln>
                  <a:noFill/>
                </a:ln>
                <a:solidFill>
                  <a:schemeClr val="accent1"/>
                </a:solidFill>
                <a:effectLst/>
                <a:uLnTx/>
                <a:uFillTx/>
                <a:latin typeface="Arial" panose="020B0604020202020204"/>
                <a:cs typeface="+mn-ea"/>
              </a:rPr>
              <a:t>2024.11.9</a:t>
            </a:r>
            <a:endPar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endParaRPr>
          </a:p>
        </p:txBody>
      </p:sp>
    </p:spTree>
  </p:cSld>
  <p:clrMapOvr>
    <a:masterClrMapping/>
  </p:clrMapOvr>
</p:sld>
</file>

<file path=ppt/tags/tag1.xml><?xml version="1.0" encoding="utf-8"?>
<p:tagLst xmlns:p="http://schemas.openxmlformats.org/presentationml/2006/main">
  <p:tag name="ISLIDE.GUIDESSETTING" val="{&quot;Id&quot;:null,&quot;Name&quot;:&quot;正常&quot;,&quot;HeaderHeight&quot;:15.0,&quot;FooterHeight&quot;:9.0,&quot;SideMargin&quot;:5.5,&quot;TopMargin&quot;:0.0,&quot;BottomMargin&quot;:0.0,&quot;IntervalMargin&quot;:1.5,&quot;SettingType&quot;:&quot;System&quot;}"/>
  <p:tag name="commondata" val="eyJoZGlkIjoiNGJmNzI5ZDQzM2JkZTcxMjE1N2Y3MDc1NzM2ZTNlYjUifQ=="/>
</p:tagLst>
</file>

<file path=ppt/theme/theme1.xml><?xml version="1.0" encoding="utf-8"?>
<a:theme xmlns:a="http://schemas.openxmlformats.org/drawingml/2006/main" name="Office 主题​​">
  <a:themeElements>
    <a:clrScheme name="东南大学">
      <a:dk1>
        <a:sysClr val="windowText" lastClr="000000"/>
      </a:dk1>
      <a:lt1>
        <a:sysClr val="window" lastClr="FFFFFF"/>
      </a:lt1>
      <a:dk2>
        <a:srgbClr val="44546A"/>
      </a:dk2>
      <a:lt2>
        <a:srgbClr val="E3E1DD"/>
      </a:lt2>
      <a:accent1>
        <a:srgbClr val="445437"/>
      </a:accent1>
      <a:accent2>
        <a:srgbClr val="FFCC00"/>
      </a:accent2>
      <a:accent3>
        <a:srgbClr val="2872A1"/>
      </a:accent3>
      <a:accent4>
        <a:srgbClr val="FCB322"/>
      </a:accent4>
      <a:accent5>
        <a:srgbClr val="EA6C00"/>
      </a:accent5>
      <a:accent6>
        <a:srgbClr val="70AD47"/>
      </a:accent6>
      <a:hlink>
        <a:srgbClr val="0563C1"/>
      </a:hlink>
      <a:folHlink>
        <a:srgbClr val="954F72"/>
      </a:folHlink>
    </a:clrScheme>
    <a:fontScheme name="htvr4vcz">
      <a:majorFont>
        <a:latin typeface="Arial"/>
        <a:ea typeface="Microsoft YaHei"/>
        <a:cs typeface=""/>
      </a:majorFont>
      <a:minorFont>
        <a:latin typeface="Arial"/>
        <a:ea typeface="Microsoft YaHe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12700">
          <a:no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ln w="12700">
          <a:solidFill>
            <a:schemeClr val="bg1"/>
          </a:solidFill>
        </a:ln>
      </a:spPr>
      <a:bodyPr/>
      <a:lstStyle/>
      <a:style>
        <a:lnRef idx="1">
          <a:schemeClr val="accent1"/>
        </a:lnRef>
        <a:fillRef idx="0">
          <a:schemeClr val="accent1"/>
        </a:fillRef>
        <a:effectRef idx="0">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PLUS">
  <a:themeElements>
    <a:clrScheme name="Office 主题">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PLUS">
  <a:themeElements>
    <a:clrScheme name="Office 主题">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2023</Words>
  <Application>WPS 演示</Application>
  <PresentationFormat>宽屏</PresentationFormat>
  <Paragraphs>414</Paragraphs>
  <Slides>19</Slides>
  <Notes>12</Notes>
  <HiddenSlides>0</HiddenSlides>
  <MMClips>0</MMClips>
  <ScaleCrop>false</ScaleCrop>
  <HeadingPairs>
    <vt:vector size="6" baseType="variant">
      <vt:variant>
        <vt:lpstr>已用的字体</vt:lpstr>
      </vt:variant>
      <vt:variant>
        <vt:i4>12</vt:i4>
      </vt:variant>
      <vt:variant>
        <vt:lpstr>主题</vt:lpstr>
      </vt:variant>
      <vt:variant>
        <vt:i4>3</vt:i4>
      </vt:variant>
      <vt:variant>
        <vt:lpstr>幻灯片标题</vt:lpstr>
      </vt:variant>
      <vt:variant>
        <vt:i4>19</vt:i4>
      </vt:variant>
    </vt:vector>
  </HeadingPairs>
  <TitlesOfParts>
    <vt:vector size="34" baseType="lpstr">
      <vt:lpstr>Arial</vt:lpstr>
      <vt:lpstr>宋体</vt:lpstr>
      <vt:lpstr>Wingdings</vt:lpstr>
      <vt:lpstr>Arial</vt:lpstr>
      <vt:lpstr>微软雅黑</vt:lpstr>
      <vt:lpstr>Calibri</vt:lpstr>
      <vt:lpstr>等线</vt:lpstr>
      <vt:lpstr>Segoe UI</vt:lpstr>
      <vt:lpstr>Segoe UI Light</vt:lpstr>
      <vt:lpstr>Times New Roman</vt:lpstr>
      <vt:lpstr>Arial Unicode MS</vt:lpstr>
      <vt:lpstr>Century Gothic</vt:lpstr>
      <vt:lpstr>Office 主题​​</vt:lpstr>
      <vt:lpstr>2_OfficePLUS</vt:lpstr>
      <vt:lpstr>1_OfficePLUS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#我给母校送模板#</dc:title>
  <dc:creator>李林昊</dc:creator>
  <cp:keywords>51PPT模板网</cp:keywords>
  <cp:lastModifiedBy/>
  <cp:revision>47</cp:revision>
  <dcterms:created xsi:type="dcterms:W3CDTF">2019-03-11T14:11:00Z</dcterms:created>
  <dcterms:modified xsi:type="dcterms:W3CDTF">2024-11-06T08:32:53Z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v-yunxl@microsoft.com</vt:lpwstr>
  </property>
  <property fmtid="{D5CDD505-2E9C-101B-9397-08002B2CF9AE}" pid="5" name="MSIP_Label_f42aa342-8706-4288-bd11-ebb85995028c_SetDate">
    <vt:lpwstr>2019-04-12T02:41:52.0160681Z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ActionId">
    <vt:lpwstr>69373f4c-3b11-4ae9-a932-ee563e5098c6</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y fmtid="{D5CDD505-2E9C-101B-9397-08002B2CF9AE}" pid="11" name="ICV">
    <vt:lpwstr>900591CD0872430A9FD7CC893F676558_12</vt:lpwstr>
  </property>
  <property fmtid="{D5CDD505-2E9C-101B-9397-08002B2CF9AE}" pid="12" name="KSOProductBuildVer">
    <vt:lpwstr>2052-12.1.0.18608</vt:lpwstr>
  </property>
</Properties>
</file>