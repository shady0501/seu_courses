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udio/unknown"/>
  <Default Extension="png" ContentType="image/png"/>
  <Default Extension="gif" ContentType="image/gif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handoutMasterIdLst>
    <p:handoutMasterId r:id="rId13"/>
  </p:handoutMasterIdLst>
  <p:sldIdLst>
    <p:sldId id="290" r:id="rId2"/>
    <p:sldId id="298" r:id="rId3"/>
    <p:sldId id="297" r:id="rId4"/>
    <p:sldId id="295" r:id="rId5"/>
    <p:sldId id="291" r:id="rId6"/>
    <p:sldId id="300" r:id="rId7"/>
    <p:sldId id="293" r:id="rId8"/>
    <p:sldId id="301" r:id="rId9"/>
    <p:sldId id="294" r:id="rId10"/>
    <p:sldId id="299" r:id="rId11"/>
  </p:sldIdLst>
  <p:sldSz cx="9144000" cy="6858000" type="screen4x3"/>
  <p:notesSz cx="6994525" cy="9278938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3200" kern="1200">
        <a:solidFill>
          <a:srgbClr val="FFFF00"/>
        </a:solidFill>
        <a:latin typeface="Times New Roman" charset="0"/>
        <a:ea typeface="宋体" charset="0"/>
        <a:cs typeface="宋体" charset="0"/>
      </a:defRPr>
    </a:lvl1pPr>
    <a:lvl2pPr marL="457200" algn="l" rtl="0" eaLnBrk="0" fontAlgn="base" hangingPunct="0">
      <a:spcBef>
        <a:spcPct val="0"/>
      </a:spcBef>
      <a:spcAft>
        <a:spcPct val="0"/>
      </a:spcAft>
      <a:defRPr sz="3200" kern="1200">
        <a:solidFill>
          <a:srgbClr val="FFFF00"/>
        </a:solidFill>
        <a:latin typeface="Times New Roman" charset="0"/>
        <a:ea typeface="宋体" charset="0"/>
        <a:cs typeface="宋体" charset="0"/>
      </a:defRPr>
    </a:lvl2pPr>
    <a:lvl3pPr marL="914400" algn="l" rtl="0" eaLnBrk="0" fontAlgn="base" hangingPunct="0">
      <a:spcBef>
        <a:spcPct val="0"/>
      </a:spcBef>
      <a:spcAft>
        <a:spcPct val="0"/>
      </a:spcAft>
      <a:defRPr sz="3200" kern="1200">
        <a:solidFill>
          <a:srgbClr val="FFFF00"/>
        </a:solidFill>
        <a:latin typeface="Times New Roman" charset="0"/>
        <a:ea typeface="宋体" charset="0"/>
        <a:cs typeface="宋体" charset="0"/>
      </a:defRPr>
    </a:lvl3pPr>
    <a:lvl4pPr marL="1371600" algn="l" rtl="0" eaLnBrk="0" fontAlgn="base" hangingPunct="0">
      <a:spcBef>
        <a:spcPct val="0"/>
      </a:spcBef>
      <a:spcAft>
        <a:spcPct val="0"/>
      </a:spcAft>
      <a:defRPr sz="3200" kern="1200">
        <a:solidFill>
          <a:srgbClr val="FFFF00"/>
        </a:solidFill>
        <a:latin typeface="Times New Roman" charset="0"/>
        <a:ea typeface="宋体" charset="0"/>
        <a:cs typeface="宋体" charset="0"/>
      </a:defRPr>
    </a:lvl4pPr>
    <a:lvl5pPr marL="1828800" algn="l" rtl="0" eaLnBrk="0" fontAlgn="base" hangingPunct="0">
      <a:spcBef>
        <a:spcPct val="0"/>
      </a:spcBef>
      <a:spcAft>
        <a:spcPct val="0"/>
      </a:spcAft>
      <a:defRPr sz="3200" kern="1200">
        <a:solidFill>
          <a:srgbClr val="FFFF00"/>
        </a:solidFill>
        <a:latin typeface="Times New Roman" charset="0"/>
        <a:ea typeface="宋体" charset="0"/>
        <a:cs typeface="宋体" charset="0"/>
      </a:defRPr>
    </a:lvl5pPr>
    <a:lvl6pPr marL="2286000" algn="l" defTabSz="457200" rtl="0" eaLnBrk="1" latinLnBrk="0" hangingPunct="1">
      <a:defRPr sz="3200" kern="1200">
        <a:solidFill>
          <a:srgbClr val="FFFF00"/>
        </a:solidFill>
        <a:latin typeface="Times New Roman" charset="0"/>
        <a:ea typeface="宋体" charset="0"/>
        <a:cs typeface="宋体" charset="0"/>
      </a:defRPr>
    </a:lvl6pPr>
    <a:lvl7pPr marL="2743200" algn="l" defTabSz="457200" rtl="0" eaLnBrk="1" latinLnBrk="0" hangingPunct="1">
      <a:defRPr sz="3200" kern="1200">
        <a:solidFill>
          <a:srgbClr val="FFFF00"/>
        </a:solidFill>
        <a:latin typeface="Times New Roman" charset="0"/>
        <a:ea typeface="宋体" charset="0"/>
        <a:cs typeface="宋体" charset="0"/>
      </a:defRPr>
    </a:lvl7pPr>
    <a:lvl8pPr marL="3200400" algn="l" defTabSz="457200" rtl="0" eaLnBrk="1" latinLnBrk="0" hangingPunct="1">
      <a:defRPr sz="3200" kern="1200">
        <a:solidFill>
          <a:srgbClr val="FFFF00"/>
        </a:solidFill>
        <a:latin typeface="Times New Roman" charset="0"/>
        <a:ea typeface="宋体" charset="0"/>
        <a:cs typeface="宋体" charset="0"/>
      </a:defRPr>
    </a:lvl8pPr>
    <a:lvl9pPr marL="3657600" algn="l" defTabSz="457200" rtl="0" eaLnBrk="1" latinLnBrk="0" hangingPunct="1">
      <a:defRPr sz="3200" kern="1200">
        <a:solidFill>
          <a:srgbClr val="FFFF00"/>
        </a:solidFill>
        <a:latin typeface="Times New Roman" charset="0"/>
        <a:ea typeface="宋体" charset="0"/>
        <a:cs typeface="宋体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159">
          <p15:clr>
            <a:srgbClr val="A4A3A4"/>
          </p15:clr>
        </p15:guide>
        <p15:guide id="2" pos="2883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33"/>
    <a:srgbClr val="FFCC00"/>
    <a:srgbClr val="336600"/>
    <a:srgbClr val="FFFFFF"/>
    <a:srgbClr val="FFFF00"/>
    <a:srgbClr val="33CC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863" autoAdjust="0"/>
    <p:restoredTop sz="86422" autoAdjust="0"/>
  </p:normalViewPr>
  <p:slideViewPr>
    <p:cSldViewPr>
      <p:cViewPr varScale="1">
        <p:scale>
          <a:sx n="92" d="100"/>
          <a:sy n="92" d="100"/>
        </p:scale>
        <p:origin x="1904" y="1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344" y="760760"/>
    </p:cViewPr>
    <p:sldLst>
      <p:sld r:id="rId1" collapse="1"/>
    </p:sldLst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35" d="100"/>
          <a:sy n="35" d="100"/>
        </p:scale>
        <p:origin x="-1025" y="-86"/>
      </p:cViewPr>
      <p:guideLst>
        <p:guide orient="horz" pos="2159"/>
        <p:guide pos="2883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handoutMaster" Target="handoutMasters/handout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/Relationships>
</file>

<file path=ppt/_rels/viewProps.xml.rels><?xml version="1.0" encoding="UTF-8" standalone="yes"?>
<Relationships xmlns="http://schemas.openxmlformats.org/package/2006/relationships"><Relationship Id="rId1" Type="http://schemas.openxmlformats.org/officeDocument/2006/relationships/slide" Target="slides/slide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8961194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-1588"/>
            <a:ext cx="3032125" cy="465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9050" tIns="0" rIns="19050" bIns="0" numCol="1" anchor="t" anchorCtr="0" compatLnSpc="1">
            <a:prstTxWarp prst="textNoShape">
              <a:avLst/>
            </a:prstTxWarp>
          </a:bodyPr>
          <a:lstStyle>
            <a:lvl1pPr>
              <a:defRPr sz="1000" i="1">
                <a:solidFill>
                  <a:schemeClr val="tx1"/>
                </a:solidFill>
                <a:cs typeface="+mn-cs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962400" y="-1588"/>
            <a:ext cx="3032125" cy="465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9050" tIns="0" rIns="19050" bIns="0" numCol="1" anchor="t" anchorCtr="0" compatLnSpc="1">
            <a:prstTxWarp prst="textNoShape">
              <a:avLst/>
            </a:prstTxWarp>
          </a:bodyPr>
          <a:lstStyle>
            <a:lvl1pPr algn="r">
              <a:defRPr sz="1000" i="1">
                <a:solidFill>
                  <a:schemeClr val="tx1"/>
                </a:solidFill>
                <a:cs typeface="+mn-cs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434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87450" y="701675"/>
            <a:ext cx="4621213" cy="3465513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FAA26D3D-D897-4be2-8F04-BA451C77F1D7}">
              <ma14:placeholderFlag xmlns:ma14="http://schemas.microsoft.com/office/mac/drawingml/2011/main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sp>
      <p:sp>
        <p:nvSpPr>
          <p:cNvPr id="205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33450" y="4406900"/>
            <a:ext cx="5127625" cy="4175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05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813800"/>
            <a:ext cx="3032125" cy="465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9050" tIns="0" rIns="19050" bIns="0" numCol="1" anchor="b" anchorCtr="0" compatLnSpc="1">
            <a:prstTxWarp prst="textNoShape">
              <a:avLst/>
            </a:prstTxWarp>
          </a:bodyPr>
          <a:lstStyle>
            <a:lvl1pPr>
              <a:defRPr sz="1000" i="1">
                <a:solidFill>
                  <a:schemeClr val="tx1"/>
                </a:solidFill>
                <a:cs typeface="+mn-cs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205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62400" y="8813800"/>
            <a:ext cx="3032125" cy="465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9050" tIns="0" rIns="19050" bIns="0" numCol="1" anchor="b" anchorCtr="0" compatLnSpc="1">
            <a:prstTxWarp prst="textNoShape">
              <a:avLst/>
            </a:prstTxWarp>
          </a:bodyPr>
          <a:lstStyle>
            <a:lvl1pPr algn="r">
              <a:defRPr sz="1000" i="1">
                <a:solidFill>
                  <a:schemeClr val="tx1"/>
                </a:solidFill>
                <a:cs typeface="+mn-cs"/>
              </a:defRPr>
            </a:lvl1pPr>
          </a:lstStyle>
          <a:p>
            <a:pPr>
              <a:defRPr/>
            </a:pPr>
            <a:fld id="{5CAD2B15-9AE1-FC44-871D-FB23B3FA3955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900737591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宋体" charset="0"/>
        <a:cs typeface="宋体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宋体" charset="0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宋体" charset="0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宋体" charset="0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宋体" charset="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:ma14="http://schemas.microsoft.com/office/mac/drawingml/2011/main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kumimoji="0" lang="en-US"/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kumimoji="1" sz="3200">
                <a:solidFill>
                  <a:srgbClr val="FFFF00"/>
                </a:solidFill>
                <a:latin typeface="Times New Roman" charset="0"/>
                <a:ea typeface="宋体" charset="0"/>
                <a:cs typeface="宋体" charset="0"/>
              </a:defRPr>
            </a:lvl1pPr>
            <a:lvl2pPr marL="742950" indent="-285750">
              <a:defRPr kumimoji="1" sz="3200">
                <a:solidFill>
                  <a:srgbClr val="FFFF00"/>
                </a:solidFill>
                <a:latin typeface="Times New Roman" charset="0"/>
                <a:ea typeface="宋体" charset="0"/>
              </a:defRPr>
            </a:lvl2pPr>
            <a:lvl3pPr marL="1143000" indent="-228600">
              <a:defRPr kumimoji="1" sz="3200">
                <a:solidFill>
                  <a:srgbClr val="FFFF00"/>
                </a:solidFill>
                <a:latin typeface="Times New Roman" charset="0"/>
                <a:ea typeface="宋体" charset="0"/>
              </a:defRPr>
            </a:lvl3pPr>
            <a:lvl4pPr marL="1600200" indent="-228600">
              <a:defRPr kumimoji="1" sz="3200">
                <a:solidFill>
                  <a:srgbClr val="FFFF00"/>
                </a:solidFill>
                <a:latin typeface="Times New Roman" charset="0"/>
                <a:ea typeface="宋体" charset="0"/>
              </a:defRPr>
            </a:lvl4pPr>
            <a:lvl5pPr marL="2057400" indent="-228600">
              <a:defRPr kumimoji="1" sz="3200">
                <a:solidFill>
                  <a:srgbClr val="FFFF00"/>
                </a:solidFill>
                <a:latin typeface="Times New Roman" charset="0"/>
                <a:ea typeface="宋体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3200">
                <a:solidFill>
                  <a:srgbClr val="FFFF00"/>
                </a:solidFill>
                <a:latin typeface="Times New Roman" charset="0"/>
                <a:ea typeface="宋体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3200">
                <a:solidFill>
                  <a:srgbClr val="FFFF00"/>
                </a:solidFill>
                <a:latin typeface="Times New Roman" charset="0"/>
                <a:ea typeface="宋体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3200">
                <a:solidFill>
                  <a:srgbClr val="FFFF00"/>
                </a:solidFill>
                <a:latin typeface="Times New Roman" charset="0"/>
                <a:ea typeface="宋体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3200">
                <a:solidFill>
                  <a:srgbClr val="FFFF00"/>
                </a:solidFill>
                <a:latin typeface="Times New Roman" charset="0"/>
                <a:ea typeface="宋体" charset="0"/>
              </a:defRPr>
            </a:lvl9pPr>
          </a:lstStyle>
          <a:p>
            <a:fld id="{790318C1-8675-124E-99F3-551160304F05}" type="slidenum">
              <a:rPr kumimoji="0" lang="en-US" altLang="zh-CN" sz="1000">
                <a:solidFill>
                  <a:schemeClr val="tx1"/>
                </a:solidFill>
              </a:rPr>
              <a:pPr/>
              <a:t>1</a:t>
            </a:fld>
            <a:endParaRPr kumimoji="0" lang="en-US" altLang="zh-CN" sz="1000">
              <a:solidFill>
                <a:schemeClr val="tx1"/>
              </a:solidFill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kumimoji="1" sz="3200">
                <a:solidFill>
                  <a:srgbClr val="FFFF00"/>
                </a:solidFill>
                <a:latin typeface="Times New Roman" charset="0"/>
                <a:ea typeface="宋体" charset="0"/>
                <a:cs typeface="宋体" charset="0"/>
              </a:defRPr>
            </a:lvl1pPr>
            <a:lvl2pPr marL="742950" indent="-285750">
              <a:defRPr kumimoji="1" sz="3200">
                <a:solidFill>
                  <a:srgbClr val="FFFF00"/>
                </a:solidFill>
                <a:latin typeface="Times New Roman" charset="0"/>
                <a:ea typeface="宋体" charset="0"/>
              </a:defRPr>
            </a:lvl2pPr>
            <a:lvl3pPr marL="1143000" indent="-228600">
              <a:defRPr kumimoji="1" sz="3200">
                <a:solidFill>
                  <a:srgbClr val="FFFF00"/>
                </a:solidFill>
                <a:latin typeface="Times New Roman" charset="0"/>
                <a:ea typeface="宋体" charset="0"/>
              </a:defRPr>
            </a:lvl3pPr>
            <a:lvl4pPr marL="1600200" indent="-228600">
              <a:defRPr kumimoji="1" sz="3200">
                <a:solidFill>
                  <a:srgbClr val="FFFF00"/>
                </a:solidFill>
                <a:latin typeface="Times New Roman" charset="0"/>
                <a:ea typeface="宋体" charset="0"/>
              </a:defRPr>
            </a:lvl4pPr>
            <a:lvl5pPr marL="2057400" indent="-228600">
              <a:defRPr kumimoji="1" sz="3200">
                <a:solidFill>
                  <a:srgbClr val="FFFF00"/>
                </a:solidFill>
                <a:latin typeface="Times New Roman" charset="0"/>
                <a:ea typeface="宋体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3200">
                <a:solidFill>
                  <a:srgbClr val="FFFF00"/>
                </a:solidFill>
                <a:latin typeface="Times New Roman" charset="0"/>
                <a:ea typeface="宋体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3200">
                <a:solidFill>
                  <a:srgbClr val="FFFF00"/>
                </a:solidFill>
                <a:latin typeface="Times New Roman" charset="0"/>
                <a:ea typeface="宋体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3200">
                <a:solidFill>
                  <a:srgbClr val="FFFF00"/>
                </a:solidFill>
                <a:latin typeface="Times New Roman" charset="0"/>
                <a:ea typeface="宋体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3200">
                <a:solidFill>
                  <a:srgbClr val="FFFF00"/>
                </a:solidFill>
                <a:latin typeface="Times New Roman" charset="0"/>
                <a:ea typeface="宋体" charset="0"/>
              </a:defRPr>
            </a:lvl9pPr>
          </a:lstStyle>
          <a:p>
            <a:fld id="{C485C221-0C1D-134E-9FB0-6CC2BCBAFAF9}" type="slidenum">
              <a:rPr kumimoji="0" lang="en-US" altLang="zh-CN" sz="1000">
                <a:solidFill>
                  <a:schemeClr val="tx1"/>
                </a:solidFill>
              </a:rPr>
              <a:pPr/>
              <a:t>3</a:t>
            </a:fld>
            <a:endParaRPr kumimoji="0" lang="en-US" altLang="zh-CN" sz="1000">
              <a:solidFill>
                <a:schemeClr val="tx1"/>
              </a:solidFill>
            </a:endParaRPr>
          </a:p>
        </p:txBody>
      </p:sp>
      <p:sp>
        <p:nvSpPr>
          <p:cNvPr id="204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87450" y="703263"/>
            <a:ext cx="4621213" cy="3465512"/>
          </a:xfrm>
          <a:ln cap="flat"/>
        </p:spPr>
      </p:sp>
      <p:sp>
        <p:nvSpPr>
          <p:cNvPr id="2048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3594" tIns="46798" rIns="93594" bIns="46798"/>
          <a:lstStyle/>
          <a:p>
            <a:endParaRPr kumimoji="0" lang="en-US"/>
          </a:p>
        </p:txBody>
      </p:sp>
    </p:spTree>
    <p:extLst>
      <p:ext uri="{BB962C8B-B14F-4D97-AF65-F5344CB8AC3E}">
        <p14:creationId xmlns:p14="http://schemas.microsoft.com/office/powerpoint/2010/main" val="7324550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CAD2B15-9AE1-FC44-871D-FB23B3FA3955}" type="slidenum">
              <a:rPr lang="en-US" altLang="zh-CN" smtClean="0"/>
              <a:pPr>
                <a:defRPr/>
              </a:pPr>
              <a:t>7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8985403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CAD2B15-9AE1-FC44-871D-FB23B3FA3955}" type="slidenum">
              <a:rPr lang="en-US" altLang="zh-CN" smtClean="0"/>
              <a:pPr>
                <a:defRPr/>
              </a:pPr>
              <a:t>8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971228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2B18BB2-8FE7-8B40-9F61-B5B967953B32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4584727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5ABB19C-141A-6C4C-A86E-100ACE829D4B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5590410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5B00DB6-7488-CF4B-BDDD-A1DF92E5A884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4974879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91DB118-0DD2-F245-955C-D1C1F1273065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0132101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53C2D47-C57A-9343-88FF-83E4DE96AE60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7085831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F46DA80-7154-B749-917A-B1924576DC3A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0992852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EAF04C1-2ACA-A949-9AF6-47C59A5868C7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40438369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4A7F057-6A7C-A344-8C51-AD8AAF696BC8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4490199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D0402E9-FB0F-CB4F-BBCA-85DF3EAE68A0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4913758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CA289ED-0F7B-374E-B2C4-D7398E91541F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5687631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15100" y="152400"/>
            <a:ext cx="1943100" cy="59436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152400"/>
            <a:ext cx="5676900" cy="59436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5E2790D-5E3D-C648-8117-BE2E4658D1C8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9825397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15240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FAA26D3D-D897-4be2-8F04-BA451C77F1D7}">
              <ma14:placeholderFlag xmlns:ma14="http://schemas.microsoft.com/office/mac/drawingml/2011/main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CN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981200"/>
            <a:ext cx="7772400" cy="4114800"/>
          </a:xfrm>
          <a:prstGeom prst="rect">
            <a:avLst/>
          </a:prstGeom>
          <a:noFill/>
          <a:ln>
            <a:noFill/>
          </a:ln>
          <a:extLst>
            <a:ext uri="{FAA26D3D-D897-4be2-8F04-BA451C77F1D7}">
              <ma14:placeholderFlag xmlns:ma14="http://schemas.microsoft.com/office/mac/drawingml/2011/main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2075" tIns="46038" rIns="92075" bIns="46038" numCol="1" anchor="ctr" anchorCtr="0" compatLnSpc="1">
            <a:prstTxWarp prst="textNoShape">
              <a:avLst/>
            </a:prstTxWarp>
          </a:bodyPr>
          <a:lstStyle>
            <a:lvl1pPr>
              <a:defRPr sz="1400">
                <a:solidFill>
                  <a:schemeClr val="tx1"/>
                </a:solidFill>
                <a:cs typeface="+mn-cs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2075" tIns="46038" rIns="92075" bIns="46038" numCol="1" anchor="ctr" anchorCtr="0" compatLnSpc="1">
            <a:prstTxWarp prst="textNoShape">
              <a:avLst/>
            </a:prstTxWarp>
          </a:bodyPr>
          <a:lstStyle>
            <a:lvl1pPr algn="ctr">
              <a:defRPr sz="1400">
                <a:solidFill>
                  <a:schemeClr val="tx1"/>
                </a:solidFill>
                <a:cs typeface="+mn-cs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2075" tIns="46038" rIns="92075" bIns="46038" numCol="1" anchor="ctr" anchorCtr="0" compatLnSpc="1">
            <a:prstTxWarp prst="textNoShape">
              <a:avLst/>
            </a:prstTxWarp>
          </a:bodyPr>
          <a:lstStyle>
            <a:lvl1pPr algn="r">
              <a:defRPr sz="1400">
                <a:solidFill>
                  <a:schemeClr val="tx1"/>
                </a:solidFill>
                <a:cs typeface="+mn-cs"/>
              </a:defRPr>
            </a:lvl1pPr>
          </a:lstStyle>
          <a:p>
            <a:pPr>
              <a:defRPr/>
            </a:pPr>
            <a:fld id="{A6286B6A-318E-C143-BCE0-88E549B8FD1B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+mj-lt"/>
          <a:ea typeface="宋体" charset="0"/>
          <a:cs typeface="宋体" charset="0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Times New Roman" charset="0"/>
          <a:ea typeface="宋体" charset="0"/>
          <a:cs typeface="宋体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Times New Roman" charset="0"/>
          <a:ea typeface="宋体" charset="0"/>
          <a:cs typeface="宋体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Times New Roman" charset="0"/>
          <a:ea typeface="宋体" charset="0"/>
          <a:cs typeface="宋体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Times New Roman" charset="0"/>
          <a:ea typeface="宋体" charset="0"/>
          <a:cs typeface="宋体" charset="0"/>
        </a:defRPr>
      </a:lvl5pPr>
      <a:lvl6pPr marL="4572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charset="0"/>
        </a:defRPr>
      </a:lvl6pPr>
      <a:lvl7pPr marL="9144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charset="0"/>
        </a:defRPr>
      </a:lvl7pPr>
      <a:lvl8pPr marL="13716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charset="0"/>
        </a:defRPr>
      </a:lvl8pPr>
      <a:lvl9pPr marL="18288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Char char="•"/>
        <a:defRPr kumimoji="1" sz="3200">
          <a:solidFill>
            <a:schemeClr val="tx1"/>
          </a:solidFill>
          <a:latin typeface="+mn-lt"/>
          <a:ea typeface="宋体" charset="0"/>
          <a:cs typeface="宋体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hlink"/>
        </a:buClr>
        <a:buFont typeface="Wingdings" charset="0"/>
        <a:buChar char="§"/>
        <a:defRPr kumimoji="1" sz="2800">
          <a:solidFill>
            <a:schemeClr val="tx1"/>
          </a:solidFill>
          <a:latin typeface="+mn-lt"/>
          <a:ea typeface="宋体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Char char="•"/>
        <a:defRPr kumimoji="1" sz="2400">
          <a:solidFill>
            <a:schemeClr val="tx1"/>
          </a:solidFill>
          <a:latin typeface="+mn-lt"/>
          <a:ea typeface="宋体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宋体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•"/>
        <a:defRPr kumimoji="1" sz="2000">
          <a:solidFill>
            <a:schemeClr val="tx1"/>
          </a:solidFill>
          <a:latin typeface="+mn-lt"/>
          <a:ea typeface="宋体" charset="0"/>
        </a:defRPr>
      </a:lvl5pPr>
      <a:lvl6pPr marL="25146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6pPr>
      <a:lvl7pPr marL="29718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7pPr>
      <a:lvl8pPr marL="3429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8pPr>
      <a:lvl9pPr marL="38862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gif"/><Relationship Id="rId4" Type="http://schemas.openxmlformats.org/officeDocument/2006/relationships/hyperlink" Target="mailto:lujianhua@seu.edu.cn" TargetMode="External"/><Relationship Id="rId5" Type="http://schemas.openxmlformats.org/officeDocument/2006/relationships/image" Target="../media/image2.gif"/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bin"/><Relationship Id="rId4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audio" Target="../media/audio2.bin"/><Relationship Id="rId3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audio" Target="../media/audio2.bin"/><Relationship Id="rId3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audio" Target="../media/audio2.bin"/><Relationship Id="rId4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bin"/><Relationship Id="rId4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audio" Target="../media/audio2.bin"/><Relationship Id="rId3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61" name="Picture 2" descr="C:\sahni\clip\barry\welcome4.gif"/>
          <p:cNvPicPr>
            <a:picLocks noChangeAspect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6600" y="533400"/>
            <a:ext cx="2640013" cy="434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362" name="Rectangle 3"/>
          <p:cNvSpPr>
            <a:spLocks noChangeArrowheads="1"/>
          </p:cNvSpPr>
          <p:nvPr/>
        </p:nvSpPr>
        <p:spPr bwMode="auto">
          <a:xfrm>
            <a:off x="710406" y="1962150"/>
            <a:ext cx="7772400" cy="2590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 anchor="ctr"/>
          <a:lstStyle/>
          <a:p>
            <a:pPr algn="ctr" eaLnBrk="1" hangingPunct="1"/>
            <a:r>
              <a:rPr lang="zh-CN" altLang="en-US" sz="4400" dirty="0">
                <a:solidFill>
                  <a:srgbClr val="0066FF"/>
                </a:solidFill>
              </a:rPr>
              <a:t>数据结构与算法专题实践</a:t>
            </a:r>
            <a:r>
              <a:rPr lang="en-US" altLang="zh-CN" sz="4400" dirty="0">
                <a:solidFill>
                  <a:srgbClr val="0066FF"/>
                </a:solidFill>
              </a:rPr>
              <a:t/>
            </a:r>
            <a:br>
              <a:rPr lang="en-US" altLang="zh-CN" sz="4400" dirty="0">
                <a:solidFill>
                  <a:srgbClr val="0066FF"/>
                </a:solidFill>
              </a:rPr>
            </a:br>
            <a:r>
              <a:rPr lang="en-US" altLang="zh-CN" sz="4400" dirty="0">
                <a:solidFill>
                  <a:srgbClr val="0066FF"/>
                </a:solidFill>
              </a:rPr>
              <a:t/>
            </a:r>
            <a:br>
              <a:rPr lang="en-US" altLang="zh-CN" sz="4400" dirty="0">
                <a:solidFill>
                  <a:srgbClr val="0066FF"/>
                </a:solidFill>
              </a:rPr>
            </a:br>
            <a:r>
              <a:rPr lang="zh-CN" altLang="en-US" sz="4400" dirty="0">
                <a:solidFill>
                  <a:srgbClr val="0066FF"/>
                </a:solidFill>
              </a:rPr>
              <a:t>吕建华</a:t>
            </a:r>
            <a:endParaRPr lang="en-US" altLang="zh-CN" sz="4400" dirty="0">
              <a:solidFill>
                <a:srgbClr val="0066FF"/>
              </a:solidFill>
            </a:endParaRPr>
          </a:p>
          <a:p>
            <a:pPr algn="ctr" eaLnBrk="1" hangingPunct="1"/>
            <a:r>
              <a:rPr lang="en-US" altLang="zh-CN" sz="2800" dirty="0">
                <a:solidFill>
                  <a:srgbClr val="0066FF"/>
                </a:solidFill>
                <a:hlinkClick r:id="rId4"/>
              </a:rPr>
              <a:t>lujianhua@seu.edu.cn</a:t>
            </a:r>
            <a:endParaRPr lang="en-US" altLang="zh-CN" sz="2800" dirty="0">
              <a:solidFill>
                <a:srgbClr val="0066FF"/>
              </a:solidFill>
            </a:endParaRPr>
          </a:p>
          <a:p>
            <a:pPr algn="ctr" eaLnBrk="1" hangingPunct="1"/>
            <a:r>
              <a:rPr lang="en-US" altLang="zh-CN" sz="2800" dirty="0">
                <a:solidFill>
                  <a:srgbClr val="0066FF"/>
                </a:solidFill>
              </a:rPr>
              <a:t>Office: </a:t>
            </a:r>
            <a:r>
              <a:rPr lang="zh-CN" altLang="en-US" sz="2800" dirty="0">
                <a:solidFill>
                  <a:srgbClr val="0066FF"/>
                </a:solidFill>
              </a:rPr>
              <a:t>计算机楼</a:t>
            </a:r>
            <a:r>
              <a:rPr lang="en-US" altLang="zh-CN" sz="2800" dirty="0">
                <a:solidFill>
                  <a:srgbClr val="0066FF"/>
                </a:solidFill>
              </a:rPr>
              <a:t>:</a:t>
            </a:r>
            <a:r>
              <a:rPr lang="zh-CN" altLang="en-US" sz="2800" dirty="0">
                <a:solidFill>
                  <a:srgbClr val="0066FF"/>
                </a:solidFill>
              </a:rPr>
              <a:t> </a:t>
            </a:r>
            <a:r>
              <a:rPr lang="en-US" altLang="zh-CN" sz="2800" dirty="0">
                <a:solidFill>
                  <a:srgbClr val="0066FF"/>
                </a:solidFill>
              </a:rPr>
              <a:t>230</a:t>
            </a:r>
          </a:p>
          <a:p>
            <a:pPr algn="ctr" eaLnBrk="1" hangingPunct="1"/>
            <a:endParaRPr lang="en-US" altLang="zh-CN" sz="2800" dirty="0">
              <a:solidFill>
                <a:srgbClr val="0066FF"/>
              </a:solidFill>
            </a:endParaRPr>
          </a:p>
        </p:txBody>
      </p:sp>
      <p:pic>
        <p:nvPicPr>
          <p:cNvPr id="15363" name="Picture 4" descr="C:\sahni\clip\barry\welcome.gif"/>
          <p:cNvPicPr>
            <a:picLocks noChangeAspect="1" noChangeArrowheads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0400" y="4953000"/>
            <a:ext cx="2971800" cy="571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About</a:t>
            </a:r>
            <a:r>
              <a:rPr kumimoji="1" lang="zh-CN" altLang="en-US" dirty="0"/>
              <a:t> </a:t>
            </a:r>
            <a:r>
              <a:rPr kumimoji="1" lang="en-US" altLang="zh-CN" dirty="0"/>
              <a:t>me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85800" y="1447800"/>
            <a:ext cx="7924800" cy="5105400"/>
          </a:xfrm>
        </p:spPr>
        <p:txBody>
          <a:bodyPr/>
          <a:lstStyle/>
          <a:p>
            <a:r>
              <a:rPr kumimoji="1" lang="en-US" altLang="zh-CN" dirty="0"/>
              <a:t>Data</a:t>
            </a:r>
            <a:r>
              <a:rPr kumimoji="1" lang="zh-CN" altLang="en-US" dirty="0"/>
              <a:t> </a:t>
            </a:r>
            <a:r>
              <a:rPr kumimoji="1" lang="en-US" altLang="zh-CN" dirty="0"/>
              <a:t>Science</a:t>
            </a:r>
            <a:r>
              <a:rPr lang="en-US" altLang="zh-CN" dirty="0"/>
              <a:t>,</a:t>
            </a:r>
            <a:r>
              <a:rPr lang="zh-CN" altLang="en-US" dirty="0"/>
              <a:t> </a:t>
            </a:r>
            <a:r>
              <a:rPr lang="en-US" altLang="zh-CN" dirty="0"/>
              <a:t>Data</a:t>
            </a:r>
            <a:r>
              <a:rPr lang="zh-CN" altLang="en-US" dirty="0"/>
              <a:t> </a:t>
            </a:r>
            <a:r>
              <a:rPr lang="en-US" altLang="zh-CN" dirty="0"/>
              <a:t>Engineering,</a:t>
            </a:r>
            <a:r>
              <a:rPr lang="zh-CN" altLang="en-US" dirty="0"/>
              <a:t> </a:t>
            </a:r>
            <a:r>
              <a:rPr lang="en-US" altLang="zh-CN" dirty="0"/>
              <a:t>Knowledge</a:t>
            </a:r>
            <a:r>
              <a:rPr lang="zh-CN" altLang="en-US" dirty="0"/>
              <a:t> </a:t>
            </a:r>
            <a:r>
              <a:rPr lang="en-US" altLang="zh-CN" dirty="0"/>
              <a:t>Discovery,</a:t>
            </a:r>
            <a:r>
              <a:rPr lang="zh-CN" altLang="en-US" dirty="0"/>
              <a:t> </a:t>
            </a:r>
            <a:r>
              <a:rPr lang="en-US" altLang="zh-CN" dirty="0"/>
              <a:t>Artificial</a:t>
            </a:r>
            <a:r>
              <a:rPr lang="zh-CN" altLang="en-US" dirty="0"/>
              <a:t> </a:t>
            </a:r>
            <a:r>
              <a:rPr lang="en-US" altLang="zh-CN" dirty="0"/>
              <a:t>Intelligence</a:t>
            </a:r>
          </a:p>
          <a:p>
            <a:pPr lvl="1"/>
            <a:r>
              <a:rPr kumimoji="1" lang="en-US" altLang="zh-CN" dirty="0"/>
              <a:t>Intelligent</a:t>
            </a:r>
            <a:r>
              <a:rPr kumimoji="1" lang="zh-CN" altLang="en-US" dirty="0"/>
              <a:t> </a:t>
            </a:r>
            <a:r>
              <a:rPr kumimoji="1" lang="en-US" altLang="zh-CN" dirty="0"/>
              <a:t>manufacturing</a:t>
            </a:r>
          </a:p>
          <a:p>
            <a:pPr lvl="1"/>
            <a:r>
              <a:rPr lang="en-US" altLang="zh-CN" dirty="0"/>
              <a:t>Prognostics</a:t>
            </a:r>
            <a:r>
              <a:rPr lang="zh-CN" altLang="en-US" dirty="0"/>
              <a:t> </a:t>
            </a:r>
            <a:r>
              <a:rPr lang="en-US" altLang="zh-CN" dirty="0"/>
              <a:t>and</a:t>
            </a:r>
            <a:r>
              <a:rPr lang="zh-CN" altLang="en-US" dirty="0"/>
              <a:t> </a:t>
            </a:r>
            <a:r>
              <a:rPr lang="en-US" altLang="zh-CN" dirty="0"/>
              <a:t>Health</a:t>
            </a:r>
            <a:r>
              <a:rPr lang="zh-CN" altLang="en-US" dirty="0"/>
              <a:t> </a:t>
            </a:r>
            <a:r>
              <a:rPr lang="en-US" altLang="zh-CN" dirty="0"/>
              <a:t>Management</a:t>
            </a:r>
          </a:p>
          <a:p>
            <a:pPr lvl="1"/>
            <a:r>
              <a:rPr lang="en-US" altLang="zh-CN" dirty="0"/>
              <a:t>Healthcare</a:t>
            </a:r>
            <a:r>
              <a:rPr lang="zh-CN" altLang="en-US" dirty="0"/>
              <a:t> </a:t>
            </a:r>
            <a:r>
              <a:rPr lang="en-US" altLang="zh-CN" dirty="0"/>
              <a:t>data</a:t>
            </a:r>
            <a:r>
              <a:rPr lang="zh-CN" altLang="en-US" dirty="0"/>
              <a:t> </a:t>
            </a:r>
            <a:r>
              <a:rPr lang="en-US" altLang="zh-CN" dirty="0"/>
              <a:t>analytics</a:t>
            </a:r>
          </a:p>
          <a:p>
            <a:pPr lvl="1"/>
            <a:r>
              <a:rPr lang="mr-IN" altLang="zh-CN" dirty="0"/>
              <a:t>…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1.</a:t>
            </a:r>
            <a:r>
              <a:rPr lang="zh-CN" altLang="en-US" dirty="0"/>
              <a:t> </a:t>
            </a:r>
            <a:r>
              <a:rPr lang="en-US" altLang="zh-CN" dirty="0"/>
              <a:t>What’s</a:t>
            </a:r>
            <a:r>
              <a:rPr lang="zh-CN" altLang="en-US" dirty="0"/>
              <a:t> </a:t>
            </a:r>
            <a:r>
              <a:rPr lang="en-US" altLang="zh-CN" dirty="0"/>
              <a:t>going</a:t>
            </a:r>
            <a:r>
              <a:rPr lang="zh-CN" altLang="en-US" dirty="0"/>
              <a:t> </a:t>
            </a:r>
            <a:r>
              <a:rPr lang="en-US" altLang="zh-CN" dirty="0"/>
              <a:t>on</a:t>
            </a:r>
          </a:p>
          <a:p>
            <a:pPr marL="0" indent="0">
              <a:buNone/>
            </a:pPr>
            <a:r>
              <a:rPr lang="en-US" altLang="zh-CN" dirty="0"/>
              <a:t>2.</a:t>
            </a:r>
            <a:r>
              <a:rPr lang="zh-CN" altLang="en-US" dirty="0"/>
              <a:t> </a:t>
            </a:r>
            <a:r>
              <a:rPr lang="en-US" altLang="zh-CN" dirty="0"/>
              <a:t>What’re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reasons</a:t>
            </a:r>
          </a:p>
          <a:p>
            <a:pPr marL="0" indent="0">
              <a:buNone/>
            </a:pPr>
            <a:r>
              <a:rPr lang="en-US" altLang="zh-CN" dirty="0"/>
              <a:t>3.</a:t>
            </a:r>
            <a:r>
              <a:rPr lang="zh-CN" altLang="en-US" dirty="0"/>
              <a:t> </a:t>
            </a:r>
            <a:r>
              <a:rPr lang="en-US" altLang="zh-CN" dirty="0"/>
              <a:t>What</a:t>
            </a:r>
            <a:r>
              <a:rPr lang="zh-CN" altLang="en-US" dirty="0"/>
              <a:t> </a:t>
            </a:r>
            <a:r>
              <a:rPr lang="en-US" altLang="zh-CN" dirty="0"/>
              <a:t>we</a:t>
            </a:r>
            <a:r>
              <a:rPr lang="zh-CN" altLang="en-US" dirty="0"/>
              <a:t> </a:t>
            </a:r>
            <a:r>
              <a:rPr lang="en-US" altLang="zh-CN" dirty="0"/>
              <a:t>can</a:t>
            </a:r>
            <a:r>
              <a:rPr lang="zh-CN" altLang="en-US" dirty="0"/>
              <a:t> </a:t>
            </a:r>
            <a:r>
              <a:rPr lang="en-US" altLang="zh-CN" dirty="0"/>
              <a:t>do</a:t>
            </a:r>
            <a:endParaRPr kumimoji="1" lang="en-US" altLang="zh-CN" dirty="0"/>
          </a:p>
        </p:txBody>
      </p:sp>
      <p:pic>
        <p:nvPicPr>
          <p:cNvPr id="4" name="Picture 4" descr="C:\sahni\clip\rad\CE2.GIF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7325" y="0"/>
            <a:ext cx="1336675" cy="993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8552947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Rectangle 2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kumimoji="0" lang="en-US" altLang="zh-CN">
                <a:latin typeface="Times New Roman" charset="0"/>
              </a:rPr>
              <a:t>Prerequisites</a:t>
            </a:r>
          </a:p>
        </p:txBody>
      </p:sp>
      <p:sp>
        <p:nvSpPr>
          <p:cNvPr id="348163" name="Rectangle 3"/>
          <p:cNvSpPr>
            <a:spLocks noChangeArrowheads="1"/>
          </p:cNvSpPr>
          <p:nvPr/>
        </p:nvSpPr>
        <p:spPr bwMode="auto">
          <a:xfrm>
            <a:off x="685800" y="1676400"/>
            <a:ext cx="7772400" cy="5181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/>
          <a:p>
            <a:pPr marL="457200" indent="-457200">
              <a:spcBef>
                <a:spcPct val="20000"/>
              </a:spcBef>
              <a:buClr>
                <a:schemeClr val="tx2"/>
              </a:buClr>
              <a:buSzPct val="75000"/>
              <a:buFont typeface="Wingdings" charset="2"/>
              <a:buChar char="ü"/>
            </a:pPr>
            <a:r>
              <a:rPr lang="en-US" altLang="zh-CN" dirty="0">
                <a:solidFill>
                  <a:schemeClr val="tx1"/>
                </a:solidFill>
                <a:ea typeface="Times New Roman" charset="0"/>
                <a:cs typeface="Times New Roman" charset="0"/>
              </a:rPr>
              <a:t>C++</a:t>
            </a:r>
            <a:endParaRPr lang="en-US" altLang="zh-CN" sz="2800" dirty="0">
              <a:solidFill>
                <a:schemeClr val="tx1"/>
              </a:solidFill>
              <a:ea typeface="Times New Roman" charset="0"/>
              <a:cs typeface="Times New Roman" charset="0"/>
            </a:endParaRPr>
          </a:p>
          <a:p>
            <a:pPr marL="742950" lvl="1" indent="-285750">
              <a:spcBef>
                <a:spcPct val="20000"/>
              </a:spcBef>
              <a:buClr>
                <a:schemeClr val="hlink"/>
              </a:buClr>
              <a:buSzPct val="75000"/>
              <a:buFont typeface="Wingdings" charset="0"/>
              <a:buChar char="§"/>
            </a:pPr>
            <a:r>
              <a:rPr lang="en-US" altLang="zh-CN" sz="2800" dirty="0">
                <a:solidFill>
                  <a:schemeClr val="tx1"/>
                </a:solidFill>
                <a:ea typeface="Times New Roman" charset="0"/>
                <a:cs typeface="Times New Roman" charset="0"/>
              </a:rPr>
              <a:t>File</a:t>
            </a:r>
            <a:r>
              <a:rPr lang="zh-CN" altLang="en-US" sz="2800" dirty="0">
                <a:solidFill>
                  <a:schemeClr val="tx1"/>
                </a:solidFill>
                <a:ea typeface="Times New Roman" charset="0"/>
                <a:cs typeface="Times New Roman" charset="0"/>
              </a:rPr>
              <a:t> </a:t>
            </a:r>
            <a:r>
              <a:rPr lang="en-US" altLang="zh-CN" sz="2800" dirty="0">
                <a:solidFill>
                  <a:schemeClr val="tx1"/>
                </a:solidFill>
                <a:ea typeface="Times New Roman" charset="0"/>
                <a:cs typeface="Times New Roman" charset="0"/>
              </a:rPr>
              <a:t>operations</a:t>
            </a:r>
          </a:p>
          <a:p>
            <a:pPr marL="742950" lvl="1" indent="-285750">
              <a:spcBef>
                <a:spcPct val="20000"/>
              </a:spcBef>
              <a:buClr>
                <a:schemeClr val="hlink"/>
              </a:buClr>
              <a:buSzPct val="75000"/>
              <a:buFont typeface="Wingdings" charset="0"/>
              <a:buChar char="§"/>
            </a:pPr>
            <a:r>
              <a:rPr lang="en-US" altLang="zh-CN" sz="2800" dirty="0">
                <a:solidFill>
                  <a:schemeClr val="tx1"/>
                </a:solidFill>
                <a:ea typeface="Times New Roman" charset="0"/>
                <a:cs typeface="Times New Roman" charset="0"/>
              </a:rPr>
              <a:t>Parallel</a:t>
            </a:r>
            <a:r>
              <a:rPr lang="zh-CN" altLang="en-US" sz="2800" dirty="0">
                <a:solidFill>
                  <a:schemeClr val="tx1"/>
                </a:solidFill>
                <a:ea typeface="Times New Roman" charset="0"/>
                <a:cs typeface="Times New Roman" charset="0"/>
              </a:rPr>
              <a:t> </a:t>
            </a:r>
            <a:r>
              <a:rPr lang="en-US" altLang="zh-CN" sz="2800" dirty="0">
                <a:solidFill>
                  <a:schemeClr val="tx1"/>
                </a:solidFill>
                <a:ea typeface="Times New Roman" charset="0"/>
                <a:cs typeface="Times New Roman" charset="0"/>
              </a:rPr>
              <a:t>programing:</a:t>
            </a:r>
            <a:r>
              <a:rPr lang="zh-CN" altLang="en-US" sz="2800" dirty="0">
                <a:solidFill>
                  <a:schemeClr val="tx1"/>
                </a:solidFill>
                <a:ea typeface="Times New Roman" charset="0"/>
                <a:cs typeface="Times New Roman" charset="0"/>
              </a:rPr>
              <a:t> </a:t>
            </a:r>
            <a:r>
              <a:rPr lang="en-US" altLang="zh-CN" sz="2800" dirty="0">
                <a:solidFill>
                  <a:schemeClr val="tx1"/>
                </a:solidFill>
                <a:ea typeface="Times New Roman" charset="0"/>
                <a:cs typeface="Times New Roman" charset="0"/>
              </a:rPr>
              <a:t>threads</a:t>
            </a:r>
          </a:p>
          <a:p>
            <a:pPr marL="457200" indent="-457200">
              <a:spcBef>
                <a:spcPct val="20000"/>
              </a:spcBef>
              <a:buClr>
                <a:schemeClr val="tx2"/>
              </a:buClr>
              <a:buSzPct val="75000"/>
              <a:buFont typeface="Wingdings" charset="2"/>
              <a:buChar char="ü"/>
            </a:pPr>
            <a:r>
              <a:rPr lang="en-US" altLang="zh-CN" dirty="0">
                <a:solidFill>
                  <a:schemeClr val="tx1"/>
                </a:solidFill>
                <a:ea typeface="Times New Roman" charset="0"/>
                <a:cs typeface="Times New Roman" charset="0"/>
              </a:rPr>
              <a:t>Undergraduate data structures</a:t>
            </a:r>
          </a:p>
          <a:p>
            <a:pPr marL="742950" lvl="1" indent="-285750">
              <a:spcBef>
                <a:spcPct val="20000"/>
              </a:spcBef>
              <a:buClr>
                <a:schemeClr val="hlink"/>
              </a:buClr>
              <a:buSzPct val="75000"/>
              <a:buFont typeface="Wingdings" charset="0"/>
              <a:buChar char="§"/>
            </a:pPr>
            <a:r>
              <a:rPr lang="en-US" altLang="zh-CN" sz="2800" dirty="0">
                <a:solidFill>
                  <a:schemeClr val="tx1"/>
                </a:solidFill>
                <a:ea typeface="Times New Roman" charset="0"/>
                <a:cs typeface="Times New Roman" charset="0"/>
              </a:rPr>
              <a:t>Stacks and Queues</a:t>
            </a:r>
          </a:p>
          <a:p>
            <a:pPr marL="742950" lvl="1" indent="-285750">
              <a:spcBef>
                <a:spcPct val="20000"/>
              </a:spcBef>
              <a:buClr>
                <a:schemeClr val="hlink"/>
              </a:buClr>
              <a:buSzPct val="75000"/>
              <a:buFont typeface="Wingdings" charset="0"/>
              <a:buChar char="§"/>
            </a:pPr>
            <a:r>
              <a:rPr lang="en-US" altLang="zh-CN" sz="2800" dirty="0">
                <a:solidFill>
                  <a:schemeClr val="tx1"/>
                </a:solidFill>
                <a:ea typeface="Times New Roman" charset="0"/>
                <a:cs typeface="Times New Roman" charset="0"/>
              </a:rPr>
              <a:t>Linked lists</a:t>
            </a:r>
          </a:p>
          <a:p>
            <a:pPr marL="742950" lvl="1" indent="-285750">
              <a:spcBef>
                <a:spcPct val="20000"/>
              </a:spcBef>
              <a:buClr>
                <a:schemeClr val="hlink"/>
              </a:buClr>
              <a:buSzPct val="75000"/>
              <a:buFont typeface="Wingdings" charset="0"/>
              <a:buChar char="§"/>
            </a:pPr>
            <a:r>
              <a:rPr lang="en-US" altLang="zh-CN" sz="2800" dirty="0">
                <a:solidFill>
                  <a:schemeClr val="tx1"/>
                </a:solidFill>
                <a:ea typeface="Times New Roman" charset="0"/>
                <a:cs typeface="Times New Roman" charset="0"/>
              </a:rPr>
              <a:t>Trees</a:t>
            </a:r>
          </a:p>
          <a:p>
            <a:pPr marL="742950" lvl="1" indent="-285750">
              <a:spcBef>
                <a:spcPct val="20000"/>
              </a:spcBef>
              <a:buClr>
                <a:schemeClr val="hlink"/>
              </a:buClr>
              <a:buSzPct val="75000"/>
              <a:buFont typeface="Wingdings" charset="0"/>
              <a:buChar char="§"/>
            </a:pPr>
            <a:r>
              <a:rPr lang="en-US" altLang="zh-CN" sz="2800" dirty="0">
                <a:solidFill>
                  <a:schemeClr val="tx1"/>
                </a:solidFill>
                <a:ea typeface="Times New Roman" charset="0"/>
                <a:cs typeface="Times New Roman" charset="0"/>
              </a:rPr>
              <a:t>Graphs</a:t>
            </a:r>
          </a:p>
        </p:txBody>
      </p:sp>
      <p:pic>
        <p:nvPicPr>
          <p:cNvPr id="4" name="Picture 4" descr="C:\sahni\clip\rad\CE2.GIF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7325" y="0"/>
            <a:ext cx="1336675" cy="993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508916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481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laser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481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laser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481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laser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481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laser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4816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laser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4816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laser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4816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laser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4816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laser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8163" grpId="0" build="p" bldLvl="2" autoUpdateAnimBg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Rectangle 2"/>
          <p:cNvSpPr>
            <a:spLocks noGrp="1" noChangeArrowheads="1"/>
          </p:cNvSpPr>
          <p:nvPr>
            <p:ph type="title"/>
          </p:nvPr>
        </p:nvSpPr>
        <p:spPr>
          <a:xfrm>
            <a:off x="685800" y="0"/>
            <a:ext cx="7772400" cy="914400"/>
          </a:xfrm>
          <a:noFill/>
        </p:spPr>
        <p:txBody>
          <a:bodyPr/>
          <a:lstStyle/>
          <a:p>
            <a:r>
              <a:rPr kumimoji="0" lang="en-US" altLang="zh-CN">
                <a:latin typeface="Times New Roman" charset="0"/>
              </a:rPr>
              <a:t>What The Course Is About</a:t>
            </a:r>
          </a:p>
        </p:txBody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219200"/>
            <a:ext cx="7772400" cy="4114800"/>
          </a:xfrm>
          <a:noFill/>
        </p:spPr>
        <p:txBody>
          <a:bodyPr/>
          <a:lstStyle/>
          <a:p>
            <a:r>
              <a:rPr kumimoji="0" lang="en-US" altLang="zh-CN" sz="2800" dirty="0">
                <a:latin typeface="Times New Roman" charset="0"/>
              </a:rPr>
              <a:t>Programing</a:t>
            </a:r>
            <a:r>
              <a:rPr kumimoji="0" lang="zh-CN" altLang="en-US" sz="2800" dirty="0">
                <a:latin typeface="Times New Roman" charset="0"/>
              </a:rPr>
              <a:t> </a:t>
            </a:r>
            <a:r>
              <a:rPr kumimoji="0" lang="en-US" altLang="zh-CN" sz="2800" dirty="0">
                <a:latin typeface="Times New Roman" charset="0"/>
              </a:rPr>
              <a:t>practices for</a:t>
            </a:r>
            <a:r>
              <a:rPr kumimoji="0" lang="zh-CN" altLang="en-US" sz="2800" dirty="0">
                <a:latin typeface="Times New Roman" charset="0"/>
              </a:rPr>
              <a:t> </a:t>
            </a:r>
            <a:r>
              <a:rPr kumimoji="0" lang="en-US" altLang="zh-CN" sz="2800" dirty="0">
                <a:latin typeface="Times New Roman" charset="0"/>
              </a:rPr>
              <a:t>(some)</a:t>
            </a:r>
          </a:p>
          <a:p>
            <a:pPr lvl="1"/>
            <a:r>
              <a:rPr kumimoji="0" lang="en-US" altLang="zh-CN" dirty="0">
                <a:latin typeface="Times New Roman" charset="0"/>
              </a:rPr>
              <a:t>Data</a:t>
            </a:r>
            <a:r>
              <a:rPr kumimoji="0" lang="zh-CN" altLang="en-US" dirty="0">
                <a:latin typeface="Times New Roman" charset="0"/>
              </a:rPr>
              <a:t> </a:t>
            </a:r>
            <a:r>
              <a:rPr kumimoji="0" lang="en-US" altLang="zh-CN" dirty="0">
                <a:latin typeface="Times New Roman" charset="0"/>
              </a:rPr>
              <a:t>structures</a:t>
            </a:r>
          </a:p>
          <a:p>
            <a:pPr lvl="1"/>
            <a:r>
              <a:rPr kumimoji="0" lang="en-US" altLang="zh-CN" dirty="0">
                <a:latin typeface="Times New Roman" charset="0"/>
              </a:rPr>
              <a:t>Algorithms</a:t>
            </a:r>
          </a:p>
        </p:txBody>
      </p:sp>
      <p:pic>
        <p:nvPicPr>
          <p:cNvPr id="17411" name="Picture 4" descr="C:\sahni\clip\rad\CE2.GIF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7325" y="0"/>
            <a:ext cx="1336675" cy="993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083060014"/>
      </p:ext>
    </p:extLst>
  </p:cSld>
  <p:clrMapOvr>
    <a:masterClrMapping/>
  </p:clrMapOvr>
  <p:transition>
    <p:sndAc>
      <p:stSnd>
        <p:snd r:embed="rId2" name="drumroll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461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461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461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6115" grpId="0" build="p" bldLvl="2" autoUpdateAnimBg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Rectangle 2"/>
          <p:cNvSpPr>
            <a:spLocks noGrp="1" noChangeArrowheads="1"/>
          </p:cNvSpPr>
          <p:nvPr>
            <p:ph type="title"/>
          </p:nvPr>
        </p:nvSpPr>
        <p:spPr>
          <a:xfrm>
            <a:off x="685800" y="0"/>
            <a:ext cx="7772400" cy="914400"/>
          </a:xfrm>
          <a:noFill/>
        </p:spPr>
        <p:txBody>
          <a:bodyPr/>
          <a:lstStyle/>
          <a:p>
            <a:r>
              <a:rPr kumimoji="0" lang="en-US" altLang="zh-CN" dirty="0">
                <a:latin typeface="Times New Roman" charset="0"/>
              </a:rPr>
              <a:t>How</a:t>
            </a:r>
            <a:r>
              <a:rPr kumimoji="0" lang="zh-CN" altLang="en-US" dirty="0">
                <a:latin typeface="Times New Roman" charset="0"/>
              </a:rPr>
              <a:t> </a:t>
            </a:r>
            <a:r>
              <a:rPr kumimoji="0" lang="en-US" altLang="zh-CN" dirty="0">
                <a:latin typeface="Times New Roman" charset="0"/>
              </a:rPr>
              <a:t>The</a:t>
            </a:r>
            <a:r>
              <a:rPr kumimoji="0" lang="zh-CN" altLang="en-US" dirty="0">
                <a:latin typeface="Times New Roman" charset="0"/>
              </a:rPr>
              <a:t> </a:t>
            </a:r>
            <a:r>
              <a:rPr kumimoji="0" lang="en-US" altLang="zh-CN" dirty="0">
                <a:latin typeface="Times New Roman" charset="0"/>
              </a:rPr>
              <a:t>Course</a:t>
            </a:r>
            <a:r>
              <a:rPr kumimoji="0" lang="zh-CN" altLang="en-US" dirty="0">
                <a:latin typeface="Times New Roman" charset="0"/>
              </a:rPr>
              <a:t> </a:t>
            </a:r>
            <a:r>
              <a:rPr kumimoji="0" lang="en-US" altLang="zh-CN" dirty="0">
                <a:latin typeface="Times New Roman" charset="0"/>
              </a:rPr>
              <a:t>is</a:t>
            </a:r>
            <a:r>
              <a:rPr kumimoji="0" lang="zh-CN" altLang="en-US" dirty="0">
                <a:latin typeface="Times New Roman" charset="0"/>
              </a:rPr>
              <a:t> </a:t>
            </a:r>
            <a:r>
              <a:rPr kumimoji="0" lang="en-US" altLang="zh-CN" dirty="0">
                <a:latin typeface="Times New Roman" charset="0"/>
              </a:rPr>
              <a:t>Organized</a:t>
            </a:r>
          </a:p>
        </p:txBody>
      </p:sp>
      <p:pic>
        <p:nvPicPr>
          <p:cNvPr id="17411" name="Picture 4" descr="C:\sahni\clip\rad\CE2.GIF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7325" y="0"/>
            <a:ext cx="1336675" cy="993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 Box 2"/>
          <p:cNvSpPr txBox="1">
            <a:spLocks noChangeArrowheads="1"/>
          </p:cNvSpPr>
          <p:nvPr/>
        </p:nvSpPr>
        <p:spPr bwMode="auto">
          <a:xfrm>
            <a:off x="685800" y="1371600"/>
            <a:ext cx="8458200" cy="35919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12947" tIns="56473" rIns="112947" bIns="56473">
            <a:spAutoFit/>
          </a:bodyPr>
          <a:lstStyle>
            <a:lvl1pPr defTabSz="1128713">
              <a:defRPr kumimoji="1" sz="3200">
                <a:solidFill>
                  <a:schemeClr val="tx1"/>
                </a:solidFill>
                <a:latin typeface="Times New Roman" charset="0"/>
                <a:ea typeface="隶书" charset="0"/>
                <a:cs typeface="隶书" charset="0"/>
              </a:defRPr>
            </a:lvl1pPr>
            <a:lvl2pPr marL="742950" indent="-285750" defTabSz="1128713">
              <a:defRPr kumimoji="1" sz="3200">
                <a:solidFill>
                  <a:schemeClr val="tx1"/>
                </a:solidFill>
                <a:latin typeface="Times New Roman" charset="0"/>
                <a:ea typeface="隶书" charset="0"/>
                <a:cs typeface="隶书" charset="0"/>
              </a:defRPr>
            </a:lvl2pPr>
            <a:lvl3pPr marL="1143000" indent="-228600" defTabSz="1128713">
              <a:defRPr kumimoji="1" sz="3200">
                <a:solidFill>
                  <a:schemeClr val="tx1"/>
                </a:solidFill>
                <a:latin typeface="Times New Roman" charset="0"/>
                <a:ea typeface="隶书" charset="0"/>
                <a:cs typeface="隶书" charset="0"/>
              </a:defRPr>
            </a:lvl3pPr>
            <a:lvl4pPr marL="1600200" indent="-228600" defTabSz="1128713">
              <a:defRPr kumimoji="1" sz="3200">
                <a:solidFill>
                  <a:schemeClr val="tx1"/>
                </a:solidFill>
                <a:latin typeface="Times New Roman" charset="0"/>
                <a:ea typeface="隶书" charset="0"/>
                <a:cs typeface="隶书" charset="0"/>
              </a:defRPr>
            </a:lvl4pPr>
            <a:lvl5pPr marL="2057400" indent="-228600" defTabSz="1128713">
              <a:defRPr kumimoji="1" sz="3200">
                <a:solidFill>
                  <a:schemeClr val="tx1"/>
                </a:solidFill>
                <a:latin typeface="Times New Roman" charset="0"/>
                <a:ea typeface="隶书" charset="0"/>
                <a:cs typeface="隶书" charset="0"/>
              </a:defRPr>
            </a:lvl5pPr>
            <a:lvl6pPr marL="2514600" indent="-228600" defTabSz="1128713" eaLnBrk="0" fontAlgn="base" hangingPunct="0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tx1"/>
                </a:solidFill>
                <a:latin typeface="Times New Roman" charset="0"/>
                <a:ea typeface="隶书" charset="0"/>
                <a:cs typeface="隶书" charset="0"/>
              </a:defRPr>
            </a:lvl6pPr>
            <a:lvl7pPr marL="2971800" indent="-228600" defTabSz="1128713" eaLnBrk="0" fontAlgn="base" hangingPunct="0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tx1"/>
                </a:solidFill>
                <a:latin typeface="Times New Roman" charset="0"/>
                <a:ea typeface="隶书" charset="0"/>
                <a:cs typeface="隶书" charset="0"/>
              </a:defRPr>
            </a:lvl7pPr>
            <a:lvl8pPr marL="3429000" indent="-228600" defTabSz="1128713" eaLnBrk="0" fontAlgn="base" hangingPunct="0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tx1"/>
                </a:solidFill>
                <a:latin typeface="Times New Roman" charset="0"/>
                <a:ea typeface="隶书" charset="0"/>
                <a:cs typeface="隶书" charset="0"/>
              </a:defRPr>
            </a:lvl8pPr>
            <a:lvl9pPr marL="3886200" indent="-228600" defTabSz="1128713" eaLnBrk="0" fontAlgn="base" hangingPunct="0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tx1"/>
                </a:solidFill>
                <a:latin typeface="Times New Roman" charset="0"/>
                <a:ea typeface="隶书" charset="0"/>
                <a:cs typeface="隶书" charset="0"/>
              </a:defRPr>
            </a:lvl9pPr>
          </a:lstStyle>
          <a:p>
            <a:pPr marL="457200" lvl="1" indent="-457200" eaLnBrk="1" hangingPunct="1">
              <a:spcBef>
                <a:spcPts val="600"/>
              </a:spcBef>
              <a:buClr>
                <a:schemeClr val="hlink"/>
              </a:buClr>
              <a:buSzPct val="80000"/>
              <a:buFont typeface="Wingdings" charset="2"/>
              <a:buChar char="ü"/>
            </a:pPr>
            <a:r>
              <a:rPr lang="en-US" altLang="zh-CN" sz="2800" dirty="0">
                <a:solidFill>
                  <a:schemeClr val="bg2"/>
                </a:solidFill>
                <a:ea typeface="Times New Roman" charset="0"/>
                <a:cs typeface="Times New Roman" charset="0"/>
              </a:rPr>
              <a:t>Introduction</a:t>
            </a:r>
            <a:r>
              <a:rPr lang="zh-CN" altLang="en-US" sz="2800" dirty="0">
                <a:solidFill>
                  <a:schemeClr val="bg2"/>
                </a:solidFill>
                <a:ea typeface="Times New Roman" charset="0"/>
                <a:cs typeface="Times New Roman" charset="0"/>
              </a:rPr>
              <a:t> </a:t>
            </a:r>
            <a:r>
              <a:rPr lang="en-US" altLang="zh-CN" sz="2800" dirty="0">
                <a:solidFill>
                  <a:schemeClr val="bg2"/>
                </a:solidFill>
                <a:ea typeface="Times New Roman" charset="0"/>
                <a:cs typeface="Times New Roman" charset="0"/>
              </a:rPr>
              <a:t>(4</a:t>
            </a:r>
            <a:r>
              <a:rPr lang="zh-CN" altLang="en-US" sz="2800" dirty="0">
                <a:solidFill>
                  <a:schemeClr val="bg2"/>
                </a:solidFill>
                <a:ea typeface="Times New Roman" charset="0"/>
                <a:cs typeface="Times New Roman" charset="0"/>
              </a:rPr>
              <a:t> </a:t>
            </a:r>
            <a:r>
              <a:rPr lang="en-US" altLang="zh-CN" sz="2800" dirty="0">
                <a:solidFill>
                  <a:schemeClr val="bg2"/>
                </a:solidFill>
                <a:ea typeface="Times New Roman" charset="0"/>
                <a:cs typeface="Times New Roman" charset="0"/>
              </a:rPr>
              <a:t>class</a:t>
            </a:r>
            <a:r>
              <a:rPr lang="zh-CN" altLang="en-US" sz="2800" dirty="0">
                <a:solidFill>
                  <a:schemeClr val="bg2"/>
                </a:solidFill>
                <a:ea typeface="Times New Roman" charset="0"/>
                <a:cs typeface="Times New Roman" charset="0"/>
              </a:rPr>
              <a:t> </a:t>
            </a:r>
            <a:r>
              <a:rPr lang="en-US" altLang="zh-CN" sz="2800" dirty="0">
                <a:solidFill>
                  <a:schemeClr val="bg2"/>
                </a:solidFill>
                <a:ea typeface="Times New Roman" charset="0"/>
                <a:cs typeface="Times New Roman" charset="0"/>
              </a:rPr>
              <a:t>hours:</a:t>
            </a:r>
            <a:r>
              <a:rPr lang="zh-CN" altLang="en-US" sz="2800" dirty="0">
                <a:solidFill>
                  <a:schemeClr val="bg2"/>
                </a:solidFill>
                <a:ea typeface="Times New Roman" charset="0"/>
                <a:cs typeface="Times New Roman" charset="0"/>
              </a:rPr>
              <a:t> </a:t>
            </a:r>
            <a:r>
              <a:rPr lang="en-US" altLang="zh-CN" sz="2800" dirty="0">
                <a:solidFill>
                  <a:schemeClr val="bg2"/>
                </a:solidFill>
                <a:ea typeface="Times New Roman" charset="0"/>
                <a:cs typeface="Times New Roman" charset="0"/>
              </a:rPr>
              <a:t>Instructor)</a:t>
            </a:r>
          </a:p>
          <a:p>
            <a:pPr marL="1200150" lvl="1" indent="-457200" eaLnBrk="1" hangingPunct="1">
              <a:spcBef>
                <a:spcPts val="600"/>
              </a:spcBef>
              <a:buClr>
                <a:schemeClr val="hlink"/>
              </a:buClr>
              <a:buSzPct val="80000"/>
              <a:buFont typeface="Arial" charset="0"/>
              <a:buChar char="•"/>
            </a:pPr>
            <a:r>
              <a:rPr lang="en-US" altLang="zh-CN" sz="2800" dirty="0">
                <a:solidFill>
                  <a:schemeClr val="bg2"/>
                </a:solidFill>
                <a:ea typeface="Times New Roman" charset="0"/>
                <a:cs typeface="Times New Roman" charset="0"/>
              </a:rPr>
              <a:t>2</a:t>
            </a:r>
            <a:r>
              <a:rPr lang="zh-CN" altLang="en-US" sz="2800" dirty="0">
                <a:solidFill>
                  <a:schemeClr val="bg2"/>
                </a:solidFill>
                <a:ea typeface="Times New Roman" charset="0"/>
                <a:cs typeface="Times New Roman" charset="0"/>
              </a:rPr>
              <a:t> </a:t>
            </a:r>
            <a:r>
              <a:rPr lang="en-US" altLang="zh-CN" sz="2800" dirty="0">
                <a:solidFill>
                  <a:schemeClr val="bg2"/>
                </a:solidFill>
                <a:ea typeface="Times New Roman" charset="0"/>
                <a:cs typeface="Times New Roman" charset="0"/>
              </a:rPr>
              <a:t>for</a:t>
            </a:r>
            <a:r>
              <a:rPr lang="zh-CN" altLang="en-US" sz="2800" dirty="0">
                <a:solidFill>
                  <a:schemeClr val="bg2"/>
                </a:solidFill>
                <a:ea typeface="Times New Roman" charset="0"/>
                <a:cs typeface="Times New Roman" charset="0"/>
              </a:rPr>
              <a:t> </a:t>
            </a:r>
            <a:r>
              <a:rPr lang="en-US" altLang="zh-CN" sz="2800" dirty="0">
                <a:solidFill>
                  <a:schemeClr val="bg2"/>
                </a:solidFill>
                <a:ea typeface="Times New Roman" charset="0"/>
                <a:cs typeface="Times New Roman" charset="0"/>
              </a:rPr>
              <a:t>projects</a:t>
            </a:r>
            <a:r>
              <a:rPr lang="zh-CN" altLang="en-US" sz="2800" dirty="0">
                <a:solidFill>
                  <a:schemeClr val="bg2"/>
                </a:solidFill>
                <a:ea typeface="Times New Roman" charset="0"/>
                <a:cs typeface="Times New Roman" charset="0"/>
              </a:rPr>
              <a:t> </a:t>
            </a:r>
            <a:r>
              <a:rPr lang="en-US" altLang="zh-CN" sz="2800" dirty="0">
                <a:solidFill>
                  <a:schemeClr val="bg2"/>
                </a:solidFill>
                <a:ea typeface="Times New Roman" charset="0"/>
                <a:cs typeface="Times New Roman" charset="0"/>
              </a:rPr>
              <a:t>1,2</a:t>
            </a:r>
            <a:r>
              <a:rPr lang="zh-CN" altLang="en-US" sz="2800" dirty="0">
                <a:solidFill>
                  <a:schemeClr val="bg2"/>
                </a:solidFill>
                <a:ea typeface="Times New Roman" charset="0"/>
                <a:cs typeface="Times New Roman" charset="0"/>
              </a:rPr>
              <a:t> </a:t>
            </a:r>
            <a:r>
              <a:rPr lang="en-US" altLang="zh-CN" sz="2800" dirty="0">
                <a:solidFill>
                  <a:schemeClr val="bg2"/>
                </a:solidFill>
                <a:ea typeface="Times New Roman" charset="0"/>
                <a:cs typeface="Times New Roman" charset="0"/>
              </a:rPr>
              <a:t>(Week</a:t>
            </a:r>
            <a:r>
              <a:rPr lang="zh-CN" altLang="en-US" sz="2800" dirty="0">
                <a:solidFill>
                  <a:schemeClr val="bg2"/>
                </a:solidFill>
                <a:ea typeface="Times New Roman" charset="0"/>
                <a:cs typeface="Times New Roman" charset="0"/>
              </a:rPr>
              <a:t> </a:t>
            </a:r>
            <a:r>
              <a:rPr lang="en-US" altLang="zh-CN" sz="2800" dirty="0">
                <a:solidFill>
                  <a:schemeClr val="bg2"/>
                </a:solidFill>
                <a:ea typeface="Times New Roman" charset="0"/>
                <a:cs typeface="Times New Roman" charset="0"/>
              </a:rPr>
              <a:t>1)</a:t>
            </a:r>
          </a:p>
          <a:p>
            <a:pPr marL="1200150" lvl="1" indent="-457200" eaLnBrk="1" hangingPunct="1">
              <a:spcBef>
                <a:spcPts val="600"/>
              </a:spcBef>
              <a:buClr>
                <a:schemeClr val="hlink"/>
              </a:buClr>
              <a:buSzPct val="80000"/>
              <a:buFont typeface="Arial" charset="0"/>
              <a:buChar char="•"/>
            </a:pPr>
            <a:r>
              <a:rPr lang="en-US" altLang="zh-CN" sz="2800" dirty="0">
                <a:solidFill>
                  <a:schemeClr val="bg2"/>
                </a:solidFill>
                <a:ea typeface="Times New Roman" charset="0"/>
                <a:cs typeface="Times New Roman" charset="0"/>
              </a:rPr>
              <a:t>2</a:t>
            </a:r>
            <a:r>
              <a:rPr lang="zh-CN" altLang="en-US" sz="2800" dirty="0">
                <a:solidFill>
                  <a:schemeClr val="bg2"/>
                </a:solidFill>
                <a:ea typeface="Times New Roman" charset="0"/>
                <a:cs typeface="Times New Roman" charset="0"/>
              </a:rPr>
              <a:t> </a:t>
            </a:r>
            <a:r>
              <a:rPr lang="en-US" altLang="zh-CN" sz="2800" dirty="0">
                <a:solidFill>
                  <a:schemeClr val="bg2"/>
                </a:solidFill>
                <a:ea typeface="Times New Roman" charset="0"/>
                <a:cs typeface="Times New Roman" charset="0"/>
              </a:rPr>
              <a:t>for</a:t>
            </a:r>
            <a:r>
              <a:rPr lang="zh-CN" altLang="en-US" sz="2800" dirty="0">
                <a:solidFill>
                  <a:schemeClr val="bg2"/>
                </a:solidFill>
                <a:ea typeface="Times New Roman" charset="0"/>
                <a:cs typeface="Times New Roman" charset="0"/>
              </a:rPr>
              <a:t> </a:t>
            </a:r>
            <a:r>
              <a:rPr lang="en-US" altLang="zh-CN" sz="2800" dirty="0">
                <a:solidFill>
                  <a:schemeClr val="bg2"/>
                </a:solidFill>
                <a:ea typeface="Times New Roman" charset="0"/>
                <a:cs typeface="Times New Roman" charset="0"/>
              </a:rPr>
              <a:t>projects</a:t>
            </a:r>
            <a:r>
              <a:rPr lang="zh-CN" altLang="en-US" sz="2800" dirty="0">
                <a:solidFill>
                  <a:schemeClr val="bg2"/>
                </a:solidFill>
                <a:ea typeface="Times New Roman" charset="0"/>
                <a:cs typeface="Times New Roman" charset="0"/>
              </a:rPr>
              <a:t> </a:t>
            </a:r>
            <a:r>
              <a:rPr lang="en-US" altLang="zh-CN" sz="2800" dirty="0">
                <a:solidFill>
                  <a:schemeClr val="bg2"/>
                </a:solidFill>
                <a:ea typeface="Times New Roman" charset="0"/>
                <a:cs typeface="Times New Roman" charset="0"/>
              </a:rPr>
              <a:t>3,4</a:t>
            </a:r>
            <a:r>
              <a:rPr lang="zh-CN" altLang="en-US" sz="2800" dirty="0">
                <a:solidFill>
                  <a:schemeClr val="bg2"/>
                </a:solidFill>
                <a:ea typeface="Times New Roman" charset="0"/>
                <a:cs typeface="Times New Roman" charset="0"/>
              </a:rPr>
              <a:t> </a:t>
            </a:r>
            <a:r>
              <a:rPr lang="en-US" altLang="zh-CN" sz="2800" dirty="0">
                <a:solidFill>
                  <a:schemeClr val="bg2"/>
                </a:solidFill>
                <a:ea typeface="Times New Roman" charset="0"/>
                <a:cs typeface="Times New Roman" charset="0"/>
              </a:rPr>
              <a:t>(Week</a:t>
            </a:r>
            <a:r>
              <a:rPr lang="zh-CN" altLang="en-US" sz="2800" dirty="0">
                <a:solidFill>
                  <a:schemeClr val="bg2"/>
                </a:solidFill>
                <a:ea typeface="Times New Roman" charset="0"/>
                <a:cs typeface="Times New Roman" charset="0"/>
              </a:rPr>
              <a:t> </a:t>
            </a:r>
            <a:r>
              <a:rPr lang="en-US" altLang="zh-CN" sz="2800" dirty="0">
                <a:solidFill>
                  <a:schemeClr val="bg2"/>
                </a:solidFill>
                <a:ea typeface="Times New Roman" charset="0"/>
                <a:cs typeface="Times New Roman" charset="0"/>
              </a:rPr>
              <a:t>2)</a:t>
            </a:r>
          </a:p>
          <a:p>
            <a:pPr marL="1200150" lvl="1" indent="-457200" eaLnBrk="1" hangingPunct="1">
              <a:spcBef>
                <a:spcPts val="600"/>
              </a:spcBef>
              <a:buClr>
                <a:schemeClr val="hlink"/>
              </a:buClr>
              <a:buSzPct val="80000"/>
              <a:buFont typeface="Arial" charset="0"/>
              <a:buChar char="•"/>
            </a:pPr>
            <a:r>
              <a:rPr lang="en-US" altLang="zh-CN" sz="2800" dirty="0">
                <a:solidFill>
                  <a:schemeClr val="bg2"/>
                </a:solidFill>
                <a:ea typeface="Times New Roman" charset="0"/>
                <a:cs typeface="Times New Roman" charset="0"/>
              </a:rPr>
              <a:t>Necessary</a:t>
            </a:r>
            <a:r>
              <a:rPr lang="zh-CN" altLang="en-US" sz="2800" dirty="0">
                <a:solidFill>
                  <a:schemeClr val="bg2"/>
                </a:solidFill>
                <a:ea typeface="Times New Roman" charset="0"/>
                <a:cs typeface="Times New Roman" charset="0"/>
              </a:rPr>
              <a:t> </a:t>
            </a:r>
            <a:r>
              <a:rPr lang="en-US" altLang="zh-CN" sz="2800" dirty="0">
                <a:solidFill>
                  <a:schemeClr val="bg2"/>
                </a:solidFill>
                <a:ea typeface="Times New Roman" charset="0"/>
                <a:cs typeface="Times New Roman" charset="0"/>
              </a:rPr>
              <a:t>knowledges</a:t>
            </a:r>
          </a:p>
          <a:p>
            <a:pPr marL="457200" indent="-457200" eaLnBrk="1" hangingPunct="1">
              <a:spcBef>
                <a:spcPts val="600"/>
              </a:spcBef>
              <a:buClr>
                <a:schemeClr val="hlink"/>
              </a:buClr>
              <a:buSzPct val="80000"/>
              <a:buFont typeface="Wingdings" charset="2"/>
              <a:buChar char="ü"/>
            </a:pPr>
            <a:r>
              <a:rPr lang="en-US" altLang="zh-CN" sz="2800" dirty="0">
                <a:solidFill>
                  <a:schemeClr val="bg2"/>
                </a:solidFill>
                <a:ea typeface="Times New Roman" charset="0"/>
                <a:cs typeface="Times New Roman" charset="0"/>
              </a:rPr>
              <a:t>Project</a:t>
            </a:r>
            <a:r>
              <a:rPr lang="zh-CN" altLang="en-US" sz="2800" dirty="0">
                <a:solidFill>
                  <a:schemeClr val="bg2"/>
                </a:solidFill>
                <a:ea typeface="Times New Roman" charset="0"/>
                <a:cs typeface="Times New Roman" charset="0"/>
              </a:rPr>
              <a:t> </a:t>
            </a:r>
            <a:r>
              <a:rPr lang="en-US" altLang="zh-CN" sz="2800" dirty="0">
                <a:solidFill>
                  <a:schemeClr val="bg2"/>
                </a:solidFill>
                <a:ea typeface="Times New Roman" charset="0"/>
                <a:cs typeface="Times New Roman" charset="0"/>
              </a:rPr>
              <a:t>Programming</a:t>
            </a:r>
            <a:r>
              <a:rPr lang="zh-CN" altLang="en-US" sz="2800" dirty="0">
                <a:solidFill>
                  <a:schemeClr val="bg2"/>
                </a:solidFill>
                <a:ea typeface="Times New Roman" charset="0"/>
                <a:cs typeface="Times New Roman" charset="0"/>
              </a:rPr>
              <a:t> </a:t>
            </a:r>
            <a:r>
              <a:rPr lang="en-US" altLang="zh-CN" sz="2800" dirty="0">
                <a:solidFill>
                  <a:schemeClr val="bg2"/>
                </a:solidFill>
                <a:ea typeface="Times New Roman" charset="0"/>
                <a:cs typeface="Times New Roman" charset="0"/>
              </a:rPr>
              <a:t>(24</a:t>
            </a:r>
            <a:r>
              <a:rPr lang="zh-CN" altLang="en-US" sz="2800" dirty="0">
                <a:solidFill>
                  <a:schemeClr val="bg2"/>
                </a:solidFill>
                <a:ea typeface="Times New Roman" charset="0"/>
                <a:cs typeface="Times New Roman" charset="0"/>
              </a:rPr>
              <a:t> </a:t>
            </a:r>
            <a:r>
              <a:rPr lang="en-US" altLang="zh-CN" sz="2800" dirty="0">
                <a:solidFill>
                  <a:schemeClr val="bg2"/>
                </a:solidFill>
                <a:ea typeface="Times New Roman" charset="0"/>
                <a:cs typeface="Times New Roman" charset="0"/>
              </a:rPr>
              <a:t>class</a:t>
            </a:r>
            <a:r>
              <a:rPr lang="zh-CN" altLang="en-US" sz="2800" dirty="0">
                <a:solidFill>
                  <a:schemeClr val="bg2"/>
                </a:solidFill>
                <a:ea typeface="Times New Roman" charset="0"/>
                <a:cs typeface="Times New Roman" charset="0"/>
              </a:rPr>
              <a:t> </a:t>
            </a:r>
            <a:r>
              <a:rPr lang="en-US" altLang="zh-CN" sz="2800" dirty="0">
                <a:solidFill>
                  <a:schemeClr val="bg2"/>
                </a:solidFill>
                <a:ea typeface="Times New Roman" charset="0"/>
                <a:cs typeface="Times New Roman" charset="0"/>
              </a:rPr>
              <a:t>hours)</a:t>
            </a:r>
          </a:p>
          <a:p>
            <a:pPr marL="457200" indent="-457200" eaLnBrk="1" hangingPunct="1">
              <a:spcBef>
                <a:spcPts val="600"/>
              </a:spcBef>
              <a:buClr>
                <a:schemeClr val="hlink"/>
              </a:buClr>
              <a:buSzPct val="80000"/>
              <a:buFont typeface="Wingdings" charset="2"/>
              <a:buChar char="ü"/>
            </a:pPr>
            <a:r>
              <a:rPr lang="en-US" altLang="zh-CN" sz="2800" dirty="0">
                <a:solidFill>
                  <a:schemeClr val="bg2"/>
                </a:solidFill>
                <a:ea typeface="Times New Roman" charset="0"/>
                <a:cs typeface="Times New Roman" charset="0"/>
              </a:rPr>
              <a:t>Presentation</a:t>
            </a:r>
            <a:r>
              <a:rPr lang="zh-CN" altLang="en-US" sz="2800" dirty="0">
                <a:solidFill>
                  <a:schemeClr val="bg2"/>
                </a:solidFill>
                <a:ea typeface="Times New Roman" charset="0"/>
                <a:cs typeface="Times New Roman" charset="0"/>
              </a:rPr>
              <a:t> </a:t>
            </a:r>
            <a:r>
              <a:rPr lang="en-US" altLang="zh-CN" sz="2800" dirty="0">
                <a:solidFill>
                  <a:schemeClr val="bg2"/>
                </a:solidFill>
                <a:ea typeface="Times New Roman" charset="0"/>
                <a:cs typeface="Times New Roman" charset="0"/>
              </a:rPr>
              <a:t>(4</a:t>
            </a:r>
            <a:r>
              <a:rPr lang="zh-CN" altLang="en-US" sz="2800" dirty="0">
                <a:solidFill>
                  <a:schemeClr val="bg2"/>
                </a:solidFill>
                <a:ea typeface="Times New Roman" charset="0"/>
                <a:cs typeface="Times New Roman" charset="0"/>
              </a:rPr>
              <a:t> </a:t>
            </a:r>
            <a:r>
              <a:rPr lang="en-US" altLang="zh-CN" sz="2800" dirty="0">
                <a:solidFill>
                  <a:schemeClr val="bg2"/>
                </a:solidFill>
                <a:ea typeface="Times New Roman" charset="0"/>
                <a:cs typeface="Times New Roman" charset="0"/>
              </a:rPr>
              <a:t>class</a:t>
            </a:r>
            <a:r>
              <a:rPr lang="zh-CN" altLang="en-US" sz="2800" dirty="0">
                <a:solidFill>
                  <a:schemeClr val="bg2"/>
                </a:solidFill>
                <a:ea typeface="Times New Roman" charset="0"/>
                <a:cs typeface="Times New Roman" charset="0"/>
              </a:rPr>
              <a:t> </a:t>
            </a:r>
            <a:r>
              <a:rPr lang="en-US" altLang="zh-CN" sz="2800" dirty="0">
                <a:solidFill>
                  <a:schemeClr val="bg2"/>
                </a:solidFill>
                <a:ea typeface="Times New Roman" charset="0"/>
                <a:cs typeface="Times New Roman" charset="0"/>
              </a:rPr>
              <a:t>hours,</a:t>
            </a:r>
            <a:r>
              <a:rPr lang="zh-CN" altLang="en-US" sz="2800" dirty="0">
                <a:solidFill>
                  <a:schemeClr val="bg2"/>
                </a:solidFill>
                <a:ea typeface="Times New Roman" charset="0"/>
                <a:cs typeface="Times New Roman" charset="0"/>
              </a:rPr>
              <a:t> </a:t>
            </a:r>
            <a:r>
              <a:rPr lang="en-US" altLang="zh-CN" sz="2800" dirty="0">
                <a:solidFill>
                  <a:schemeClr val="bg2"/>
                </a:solidFill>
                <a:ea typeface="Times New Roman" charset="0"/>
                <a:cs typeface="Times New Roman" charset="0"/>
              </a:rPr>
              <a:t>Week</a:t>
            </a:r>
            <a:r>
              <a:rPr lang="zh-CN" altLang="en-US" sz="2800" dirty="0">
                <a:solidFill>
                  <a:schemeClr val="bg2"/>
                </a:solidFill>
                <a:ea typeface="Times New Roman" charset="0"/>
                <a:cs typeface="Times New Roman" charset="0"/>
              </a:rPr>
              <a:t> </a:t>
            </a:r>
            <a:r>
              <a:rPr lang="en-US" altLang="zh-CN" sz="2800" dirty="0" smtClean="0">
                <a:solidFill>
                  <a:schemeClr val="bg2"/>
                </a:solidFill>
                <a:ea typeface="Times New Roman" charset="0"/>
                <a:cs typeface="Times New Roman" charset="0"/>
              </a:rPr>
              <a:t>8)</a:t>
            </a:r>
            <a:endParaRPr lang="en-US" altLang="zh-CN" sz="2800" dirty="0">
              <a:solidFill>
                <a:schemeClr val="bg2"/>
              </a:solidFill>
              <a:ea typeface="Times New Roman" charset="0"/>
              <a:cs typeface="Times New Roman" charset="0"/>
            </a:endParaRPr>
          </a:p>
          <a:p>
            <a:pPr marL="457200" indent="-457200" eaLnBrk="1" hangingPunct="1">
              <a:spcBef>
                <a:spcPts val="600"/>
              </a:spcBef>
              <a:buClr>
                <a:schemeClr val="hlink"/>
              </a:buClr>
              <a:buSzPct val="80000"/>
              <a:buFont typeface="Wingdings" charset="2"/>
              <a:buChar char="ü"/>
            </a:pPr>
            <a:r>
              <a:rPr lang="en-US" altLang="zh-CN" sz="2800" dirty="0" smtClean="0">
                <a:solidFill>
                  <a:schemeClr val="bg2"/>
                </a:solidFill>
                <a:ea typeface="Times New Roman" charset="0"/>
                <a:cs typeface="Times New Roman" charset="0"/>
              </a:rPr>
              <a:t>Project</a:t>
            </a:r>
            <a:r>
              <a:rPr lang="zh-CN" altLang="en-US" sz="2800" dirty="0" smtClean="0">
                <a:solidFill>
                  <a:schemeClr val="bg2"/>
                </a:solidFill>
                <a:ea typeface="Times New Roman" charset="0"/>
                <a:cs typeface="Times New Roman" charset="0"/>
              </a:rPr>
              <a:t> </a:t>
            </a:r>
            <a:r>
              <a:rPr lang="en-US" altLang="zh-CN" sz="2800" dirty="0">
                <a:solidFill>
                  <a:schemeClr val="bg2"/>
                </a:solidFill>
                <a:ea typeface="Times New Roman" charset="0"/>
                <a:cs typeface="Times New Roman" charset="0"/>
              </a:rPr>
              <a:t>report</a:t>
            </a:r>
            <a:r>
              <a:rPr lang="zh-CN" altLang="en-US" sz="2800" dirty="0">
                <a:solidFill>
                  <a:schemeClr val="bg2"/>
                </a:solidFill>
                <a:ea typeface="Times New Roman" charset="0"/>
                <a:cs typeface="Times New Roman" charset="0"/>
              </a:rPr>
              <a:t>  </a:t>
            </a:r>
            <a:r>
              <a:rPr lang="en-US" altLang="zh-CN" sz="2800" dirty="0" smtClean="0">
                <a:solidFill>
                  <a:schemeClr val="bg2"/>
                </a:solidFill>
                <a:ea typeface="Times New Roman" charset="0"/>
                <a:cs typeface="Times New Roman" charset="0"/>
              </a:rPr>
              <a:t>(e-version)</a:t>
            </a:r>
            <a:r>
              <a:rPr lang="zh-CN" altLang="en-US" sz="2800" dirty="0" smtClean="0">
                <a:solidFill>
                  <a:schemeClr val="bg2"/>
                </a:solidFill>
                <a:ea typeface="Times New Roman" charset="0"/>
                <a:cs typeface="Times New Roman" charset="0"/>
              </a:rPr>
              <a:t>                 </a:t>
            </a:r>
            <a:endParaRPr lang="en-US" altLang="zh-CN" sz="2800" dirty="0">
              <a:solidFill>
                <a:schemeClr val="bg2"/>
              </a:solidFill>
              <a:ea typeface="Times New Roman" charset="0"/>
              <a:cs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0133925"/>
      </p:ext>
    </p:extLst>
  </p:cSld>
  <p:clrMapOvr>
    <a:masterClrMapping/>
  </p:clrMapOvr>
  <p:transition>
    <p:sndAc>
      <p:stSnd>
        <p:snd r:embed="rId2" name="drumroll.wav"/>
      </p:stSnd>
    </p:sndAc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="" xmlns:a16="http://schemas.microsoft.com/office/drawing/2014/main" id="{8D758B8F-5F72-E84A-AE85-2D7B8DB1AB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Venues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="" xmlns:a16="http://schemas.microsoft.com/office/drawing/2014/main" id="{0310CBA3-FADE-D74D-A288-0467DBFD58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/>
              <a:t>Week</a:t>
            </a:r>
            <a:r>
              <a:rPr kumimoji="1" lang="zh-CN" altLang="en-US" dirty="0"/>
              <a:t> </a:t>
            </a:r>
            <a:r>
              <a:rPr kumimoji="1" lang="en-US" altLang="zh-CN" dirty="0"/>
              <a:t>1-2</a:t>
            </a:r>
            <a:r>
              <a:rPr lang="en-US" altLang="zh-CN" dirty="0"/>
              <a:t>,</a:t>
            </a:r>
            <a:r>
              <a:rPr lang="zh-CN" altLang="en-US" dirty="0"/>
              <a:t> </a:t>
            </a:r>
            <a:r>
              <a:rPr lang="en-US" altLang="zh-CN" dirty="0">
                <a:solidFill>
                  <a:srgbClr val="FF0000"/>
                </a:solidFill>
              </a:rPr>
              <a:t>Tuesday</a:t>
            </a:r>
            <a:r>
              <a:rPr lang="en-US" altLang="zh-CN" dirty="0"/>
              <a:t>,</a:t>
            </a:r>
            <a:r>
              <a:rPr lang="zh-CN" altLang="en-US" dirty="0"/>
              <a:t> </a:t>
            </a:r>
            <a:r>
              <a:rPr lang="en-US" altLang="zh-CN" dirty="0">
                <a:solidFill>
                  <a:schemeClr val="bg2"/>
                </a:solidFill>
                <a:cs typeface="Times New Roman" charset="0"/>
              </a:rPr>
              <a:t>Room</a:t>
            </a:r>
            <a:r>
              <a:rPr lang="zh-CN" altLang="en-US" dirty="0">
                <a:solidFill>
                  <a:schemeClr val="bg2"/>
                </a:solidFill>
                <a:cs typeface="Times New Roman" charset="0"/>
              </a:rPr>
              <a:t> </a:t>
            </a:r>
            <a:r>
              <a:rPr lang="en-US" altLang="zh-CN" dirty="0" smtClean="0">
                <a:solidFill>
                  <a:schemeClr val="bg2"/>
                </a:solidFill>
                <a:cs typeface="Times New Roman" charset="0"/>
              </a:rPr>
              <a:t>529,</a:t>
            </a:r>
            <a:r>
              <a:rPr lang="zh-CN" altLang="en-US" dirty="0" smtClean="0">
                <a:solidFill>
                  <a:schemeClr val="bg2"/>
                </a:solidFill>
                <a:cs typeface="Times New Roman" charset="0"/>
              </a:rPr>
              <a:t> </a:t>
            </a:r>
            <a:r>
              <a:rPr lang="en-US" altLang="zh-CN" dirty="0" smtClean="0">
                <a:solidFill>
                  <a:schemeClr val="bg2"/>
                </a:solidFill>
                <a:cs typeface="Times New Roman" charset="0"/>
              </a:rPr>
              <a:t>1-2</a:t>
            </a:r>
            <a:endParaRPr lang="en-US" altLang="zh-CN" dirty="0"/>
          </a:p>
          <a:p>
            <a:r>
              <a:rPr kumimoji="1" lang="en-US" altLang="zh-CN" dirty="0"/>
              <a:t>Week</a:t>
            </a:r>
            <a:r>
              <a:rPr kumimoji="1" lang="zh-CN" altLang="en-US" dirty="0"/>
              <a:t> </a:t>
            </a:r>
            <a:r>
              <a:rPr kumimoji="1" lang="en-US" altLang="zh-CN" dirty="0"/>
              <a:t>1-8,</a:t>
            </a:r>
            <a:r>
              <a:rPr kumimoji="1" lang="zh-CN" altLang="en-US" dirty="0"/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Tuesday</a:t>
            </a:r>
            <a:r>
              <a:rPr kumimoji="1" lang="en-US" altLang="zh-CN" dirty="0"/>
              <a:t>,</a:t>
            </a:r>
            <a:r>
              <a:rPr kumimoji="1" lang="zh-CN" altLang="en-US" dirty="0"/>
              <a:t> </a:t>
            </a:r>
            <a:r>
              <a:rPr lang="en-US" altLang="zh-CN" dirty="0">
                <a:solidFill>
                  <a:schemeClr val="bg2"/>
                </a:solidFill>
                <a:cs typeface="Times New Roman" charset="0"/>
              </a:rPr>
              <a:t>Room</a:t>
            </a:r>
            <a:r>
              <a:rPr lang="zh-CN" altLang="en-US" dirty="0">
                <a:solidFill>
                  <a:schemeClr val="bg2"/>
                </a:solidFill>
                <a:cs typeface="Times New Roman" charset="0"/>
              </a:rPr>
              <a:t> </a:t>
            </a:r>
            <a:r>
              <a:rPr lang="en-US" altLang="zh-CN" dirty="0">
                <a:solidFill>
                  <a:schemeClr val="bg2"/>
                </a:solidFill>
                <a:cs typeface="Times New Roman" charset="0"/>
              </a:rPr>
              <a:t>529,</a:t>
            </a:r>
            <a:r>
              <a:rPr lang="zh-CN" altLang="en-US" dirty="0">
                <a:solidFill>
                  <a:schemeClr val="bg2"/>
                </a:solidFill>
                <a:cs typeface="Times New Roman" charset="0"/>
              </a:rPr>
              <a:t> </a:t>
            </a:r>
            <a:r>
              <a:rPr lang="en-US" altLang="zh-CN" dirty="0" smtClean="0">
                <a:solidFill>
                  <a:schemeClr val="bg2"/>
                </a:solidFill>
                <a:cs typeface="Times New Roman" charset="0"/>
              </a:rPr>
              <a:t>11-13</a:t>
            </a:r>
            <a:r>
              <a:rPr lang="zh-CN" altLang="en-US" dirty="0" smtClean="0">
                <a:solidFill>
                  <a:schemeClr val="bg2"/>
                </a:solidFill>
                <a:cs typeface="Times New Roman" charset="0"/>
              </a:rPr>
              <a:t> </a:t>
            </a:r>
            <a:r>
              <a:rPr lang="en-US" altLang="zh-CN" dirty="0">
                <a:solidFill>
                  <a:schemeClr val="bg2"/>
                </a:solidFill>
                <a:cs typeface="Times New Roman" charset="0"/>
              </a:rPr>
              <a:t>(18:30 – 20:55)</a:t>
            </a:r>
          </a:p>
          <a:p>
            <a:r>
              <a:rPr kumimoji="1" lang="en-US" altLang="zh-CN" dirty="0"/>
              <a:t>Week</a:t>
            </a:r>
            <a:r>
              <a:rPr kumimoji="1" lang="zh-CN" altLang="en-US" dirty="0"/>
              <a:t> </a:t>
            </a:r>
            <a:r>
              <a:rPr kumimoji="1" lang="en-US" altLang="zh-CN" dirty="0"/>
              <a:t>8,</a:t>
            </a:r>
            <a:r>
              <a:rPr kumimoji="1" lang="zh-CN" altLang="en-US" dirty="0"/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S</a:t>
            </a:r>
            <a:r>
              <a:rPr lang="en-US" altLang="zh-CN" dirty="0">
                <a:solidFill>
                  <a:srgbClr val="FF0000"/>
                </a:solidFill>
              </a:rPr>
              <a:t>aturday</a:t>
            </a:r>
            <a:r>
              <a:rPr lang="zh-CN" altLang="en-US" dirty="0"/>
              <a:t> </a:t>
            </a:r>
            <a:r>
              <a:rPr lang="en-US" altLang="zh-CN" dirty="0" smtClean="0"/>
              <a:t>6-9,</a:t>
            </a:r>
            <a:r>
              <a:rPr lang="en-US" altLang="zh-CN" dirty="0">
                <a:solidFill>
                  <a:schemeClr val="bg2"/>
                </a:solidFill>
                <a:cs typeface="Times New Roman" charset="0"/>
              </a:rPr>
              <a:t> Room</a:t>
            </a:r>
            <a:r>
              <a:rPr lang="zh-CN" altLang="en-US" dirty="0">
                <a:solidFill>
                  <a:schemeClr val="bg2"/>
                </a:solidFill>
                <a:cs typeface="Times New Roman" charset="0"/>
              </a:rPr>
              <a:t> </a:t>
            </a:r>
            <a:r>
              <a:rPr lang="en-US" altLang="zh-CN" dirty="0">
                <a:solidFill>
                  <a:schemeClr val="bg2"/>
                </a:solidFill>
                <a:cs typeface="Times New Roman" charset="0"/>
              </a:rPr>
              <a:t>529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7995489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Rectangle 2"/>
          <p:cNvSpPr>
            <a:spLocks noGrp="1" noChangeArrowheads="1"/>
          </p:cNvSpPr>
          <p:nvPr>
            <p:ph type="title"/>
          </p:nvPr>
        </p:nvSpPr>
        <p:spPr>
          <a:xfrm>
            <a:off x="685800" y="0"/>
            <a:ext cx="7772400" cy="914400"/>
          </a:xfrm>
          <a:noFill/>
        </p:spPr>
        <p:txBody>
          <a:bodyPr/>
          <a:lstStyle/>
          <a:p>
            <a:r>
              <a:rPr kumimoji="0" lang="en-US" altLang="zh-CN" dirty="0">
                <a:latin typeface="Times New Roman" charset="0"/>
              </a:rPr>
              <a:t>Evaluation</a:t>
            </a:r>
          </a:p>
        </p:txBody>
      </p:sp>
      <p:pic>
        <p:nvPicPr>
          <p:cNvPr id="17411" name="Picture 4" descr="C:\sahni\clip\rad\CE2.GIF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7325" y="0"/>
            <a:ext cx="1336675" cy="993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 Box 2"/>
          <p:cNvSpPr txBox="1">
            <a:spLocks noChangeArrowheads="1"/>
          </p:cNvSpPr>
          <p:nvPr/>
        </p:nvSpPr>
        <p:spPr bwMode="auto">
          <a:xfrm>
            <a:off x="685800" y="1371600"/>
            <a:ext cx="8001000" cy="45460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12947" tIns="56473" rIns="112947" bIns="56473">
            <a:spAutoFit/>
          </a:bodyPr>
          <a:lstStyle>
            <a:lvl1pPr defTabSz="1128713">
              <a:defRPr kumimoji="1" sz="3200">
                <a:solidFill>
                  <a:schemeClr val="tx1"/>
                </a:solidFill>
                <a:latin typeface="Times New Roman" charset="0"/>
                <a:ea typeface="隶书" charset="0"/>
                <a:cs typeface="隶书" charset="0"/>
              </a:defRPr>
            </a:lvl1pPr>
            <a:lvl2pPr marL="742950" indent="-285750" defTabSz="1128713">
              <a:defRPr kumimoji="1" sz="3200">
                <a:solidFill>
                  <a:schemeClr val="tx1"/>
                </a:solidFill>
                <a:latin typeface="Times New Roman" charset="0"/>
                <a:ea typeface="隶书" charset="0"/>
                <a:cs typeface="隶书" charset="0"/>
              </a:defRPr>
            </a:lvl2pPr>
            <a:lvl3pPr marL="1143000" indent="-228600" defTabSz="1128713">
              <a:defRPr kumimoji="1" sz="3200">
                <a:solidFill>
                  <a:schemeClr val="tx1"/>
                </a:solidFill>
                <a:latin typeface="Times New Roman" charset="0"/>
                <a:ea typeface="隶书" charset="0"/>
                <a:cs typeface="隶书" charset="0"/>
              </a:defRPr>
            </a:lvl3pPr>
            <a:lvl4pPr marL="1600200" indent="-228600" defTabSz="1128713">
              <a:defRPr kumimoji="1" sz="3200">
                <a:solidFill>
                  <a:schemeClr val="tx1"/>
                </a:solidFill>
                <a:latin typeface="Times New Roman" charset="0"/>
                <a:ea typeface="隶书" charset="0"/>
                <a:cs typeface="隶书" charset="0"/>
              </a:defRPr>
            </a:lvl4pPr>
            <a:lvl5pPr marL="2057400" indent="-228600" defTabSz="1128713">
              <a:defRPr kumimoji="1" sz="3200">
                <a:solidFill>
                  <a:schemeClr val="tx1"/>
                </a:solidFill>
                <a:latin typeface="Times New Roman" charset="0"/>
                <a:ea typeface="隶书" charset="0"/>
                <a:cs typeface="隶书" charset="0"/>
              </a:defRPr>
            </a:lvl5pPr>
            <a:lvl6pPr marL="2514600" indent="-228600" defTabSz="1128713" eaLnBrk="0" fontAlgn="base" hangingPunct="0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tx1"/>
                </a:solidFill>
                <a:latin typeface="Times New Roman" charset="0"/>
                <a:ea typeface="隶书" charset="0"/>
                <a:cs typeface="隶书" charset="0"/>
              </a:defRPr>
            </a:lvl6pPr>
            <a:lvl7pPr marL="2971800" indent="-228600" defTabSz="1128713" eaLnBrk="0" fontAlgn="base" hangingPunct="0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tx1"/>
                </a:solidFill>
                <a:latin typeface="Times New Roman" charset="0"/>
                <a:ea typeface="隶书" charset="0"/>
                <a:cs typeface="隶书" charset="0"/>
              </a:defRPr>
            </a:lvl7pPr>
            <a:lvl8pPr marL="3429000" indent="-228600" defTabSz="1128713" eaLnBrk="0" fontAlgn="base" hangingPunct="0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tx1"/>
                </a:solidFill>
                <a:latin typeface="Times New Roman" charset="0"/>
                <a:ea typeface="隶书" charset="0"/>
                <a:cs typeface="隶书" charset="0"/>
              </a:defRPr>
            </a:lvl8pPr>
            <a:lvl9pPr marL="3886200" indent="-228600" defTabSz="1128713" eaLnBrk="0" fontAlgn="base" hangingPunct="0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tx1"/>
                </a:solidFill>
                <a:latin typeface="Times New Roman" charset="0"/>
                <a:ea typeface="隶书" charset="0"/>
                <a:cs typeface="隶书" charset="0"/>
              </a:defRPr>
            </a:lvl9pPr>
          </a:lstStyle>
          <a:p>
            <a:pPr eaLnBrk="1" hangingPunct="1">
              <a:spcBef>
                <a:spcPct val="60000"/>
              </a:spcBef>
              <a:buClr>
                <a:schemeClr val="hlink"/>
              </a:buClr>
              <a:buSzPct val="50000"/>
              <a:buFont typeface="Monotype Sorts" charset="0"/>
              <a:buNone/>
            </a:pPr>
            <a:r>
              <a:rPr lang="en-US" altLang="zh-CN" dirty="0">
                <a:solidFill>
                  <a:schemeClr val="bg2"/>
                </a:solidFill>
                <a:cs typeface="Times New Roman" charset="0"/>
              </a:rPr>
              <a:t>Scores:</a:t>
            </a:r>
          </a:p>
          <a:p>
            <a:pPr eaLnBrk="1" hangingPunct="1">
              <a:spcBef>
                <a:spcPct val="60000"/>
              </a:spcBef>
              <a:buClr>
                <a:schemeClr val="hlink"/>
              </a:buClr>
              <a:buSzPct val="50000"/>
              <a:buFont typeface="Monotype Sorts" charset="0"/>
              <a:buNone/>
            </a:pPr>
            <a:r>
              <a:rPr lang="zh-CN" altLang="en-US" dirty="0">
                <a:solidFill>
                  <a:schemeClr val="bg2"/>
                </a:solidFill>
                <a:cs typeface="Times New Roman" charset="0"/>
              </a:rPr>
              <a:t> </a:t>
            </a:r>
            <a:r>
              <a:rPr lang="zh-CN" altLang="en-US" dirty="0">
                <a:solidFill>
                  <a:srgbClr val="FF0000"/>
                </a:solidFill>
                <a:cs typeface="Times New Roman" charset="0"/>
              </a:rPr>
              <a:t>*</a:t>
            </a:r>
            <a:r>
              <a:rPr lang="zh-CN" altLang="en-US" dirty="0">
                <a:solidFill>
                  <a:schemeClr val="bg2"/>
                </a:solidFill>
                <a:cs typeface="Times New Roman" charset="0"/>
              </a:rPr>
              <a:t> </a:t>
            </a:r>
            <a:r>
              <a:rPr lang="en-US" altLang="zh-CN" dirty="0">
                <a:solidFill>
                  <a:schemeClr val="bg2"/>
                </a:solidFill>
                <a:cs typeface="Times New Roman" charset="0"/>
              </a:rPr>
              <a:t>Representations:       </a:t>
            </a:r>
            <a:r>
              <a:rPr lang="zh-CN" altLang="en-US" dirty="0">
                <a:solidFill>
                  <a:schemeClr val="bg2"/>
                </a:solidFill>
                <a:cs typeface="Times New Roman" charset="0"/>
              </a:rPr>
              <a:t>  </a:t>
            </a:r>
            <a:r>
              <a:rPr lang="en-US" altLang="zh-CN" dirty="0">
                <a:solidFill>
                  <a:schemeClr val="bg2"/>
                </a:solidFill>
                <a:cs typeface="Times New Roman" charset="0"/>
              </a:rPr>
              <a:t> </a:t>
            </a:r>
            <a:r>
              <a:rPr lang="zh-CN" altLang="en-US" dirty="0">
                <a:solidFill>
                  <a:schemeClr val="bg2"/>
                </a:solidFill>
                <a:cs typeface="Times New Roman" charset="0"/>
              </a:rPr>
              <a:t> </a:t>
            </a:r>
            <a:r>
              <a:rPr lang="en-US" altLang="zh-CN" dirty="0">
                <a:solidFill>
                  <a:schemeClr val="bg2"/>
                </a:solidFill>
                <a:cs typeface="Times New Roman" charset="0"/>
              </a:rPr>
              <a:t>50</a:t>
            </a:r>
            <a:r>
              <a:rPr lang="en-US" altLang="zh-CN" dirty="0" smtClean="0">
                <a:solidFill>
                  <a:schemeClr val="bg2"/>
                </a:solidFill>
                <a:cs typeface="Times New Roman" charset="0"/>
              </a:rPr>
              <a:t>%</a:t>
            </a:r>
            <a:endParaRPr lang="en-US" altLang="zh-CN" dirty="0">
              <a:solidFill>
                <a:schemeClr val="bg2"/>
              </a:solidFill>
              <a:cs typeface="Times New Roman" charset="0"/>
            </a:endParaRPr>
          </a:p>
          <a:p>
            <a:pPr eaLnBrk="1" hangingPunct="1">
              <a:spcBef>
                <a:spcPct val="60000"/>
              </a:spcBef>
              <a:buClr>
                <a:schemeClr val="hlink"/>
              </a:buClr>
              <a:buSzPct val="50000"/>
              <a:buFont typeface="Monotype Sorts" charset="0"/>
              <a:buNone/>
            </a:pPr>
            <a:r>
              <a:rPr lang="zh-CN" altLang="en-US" dirty="0">
                <a:solidFill>
                  <a:schemeClr val="bg2"/>
                </a:solidFill>
                <a:cs typeface="Times New Roman" charset="0"/>
              </a:rPr>
              <a:t> </a:t>
            </a:r>
            <a:r>
              <a:rPr lang="zh-CN" altLang="en-US" dirty="0">
                <a:solidFill>
                  <a:srgbClr val="FF0000"/>
                </a:solidFill>
                <a:cs typeface="Times New Roman" charset="0"/>
              </a:rPr>
              <a:t>*</a:t>
            </a:r>
            <a:r>
              <a:rPr lang="zh-CN" altLang="en-US" dirty="0">
                <a:solidFill>
                  <a:schemeClr val="bg2"/>
                </a:solidFill>
                <a:cs typeface="Times New Roman" charset="0"/>
              </a:rPr>
              <a:t> </a:t>
            </a:r>
            <a:r>
              <a:rPr lang="en-US" altLang="zh-CN" dirty="0">
                <a:solidFill>
                  <a:schemeClr val="bg2"/>
                </a:solidFill>
                <a:cs typeface="Times New Roman" charset="0"/>
              </a:rPr>
              <a:t>Project Reports:          </a:t>
            </a:r>
            <a:r>
              <a:rPr lang="zh-CN" altLang="en-US" dirty="0">
                <a:solidFill>
                  <a:schemeClr val="bg2"/>
                </a:solidFill>
                <a:cs typeface="Times New Roman" charset="0"/>
              </a:rPr>
              <a:t>  </a:t>
            </a:r>
            <a:r>
              <a:rPr lang="en-US" altLang="zh-CN" dirty="0">
                <a:solidFill>
                  <a:schemeClr val="bg2"/>
                </a:solidFill>
                <a:cs typeface="Times New Roman" charset="0"/>
              </a:rPr>
              <a:t>50%</a:t>
            </a:r>
          </a:p>
          <a:p>
            <a:pPr eaLnBrk="1" hangingPunct="1">
              <a:spcBef>
                <a:spcPct val="60000"/>
              </a:spcBef>
              <a:buClr>
                <a:schemeClr val="hlink"/>
              </a:buClr>
              <a:buSzPct val="50000"/>
              <a:buFont typeface="Monotype Sorts" charset="0"/>
              <a:buNone/>
            </a:pPr>
            <a:r>
              <a:rPr lang="zh-CN" altLang="en-US" dirty="0">
                <a:solidFill>
                  <a:schemeClr val="bg2"/>
                </a:solidFill>
                <a:cs typeface="Times New Roman" charset="0"/>
              </a:rPr>
              <a:t> </a:t>
            </a:r>
            <a:r>
              <a:rPr lang="zh-CN" altLang="en-US" dirty="0">
                <a:solidFill>
                  <a:srgbClr val="FF0000"/>
                </a:solidFill>
                <a:cs typeface="Times New Roman" charset="0"/>
              </a:rPr>
              <a:t>*</a:t>
            </a:r>
            <a:r>
              <a:rPr lang="zh-CN" altLang="en-US" dirty="0">
                <a:solidFill>
                  <a:schemeClr val="bg2"/>
                </a:solidFill>
                <a:cs typeface="Times New Roman" charset="0"/>
              </a:rPr>
              <a:t> </a:t>
            </a:r>
            <a:r>
              <a:rPr lang="en-US" altLang="zh-CN" dirty="0">
                <a:solidFill>
                  <a:schemeClr val="bg2"/>
                </a:solidFill>
                <a:cs typeface="Times New Roman" charset="0"/>
              </a:rPr>
              <a:t>Random</a:t>
            </a:r>
            <a:r>
              <a:rPr lang="zh-CN" altLang="en-US" dirty="0">
                <a:solidFill>
                  <a:schemeClr val="bg2"/>
                </a:solidFill>
                <a:cs typeface="Times New Roman" charset="0"/>
              </a:rPr>
              <a:t> </a:t>
            </a:r>
            <a:r>
              <a:rPr lang="en-US" altLang="zh-CN" dirty="0">
                <a:solidFill>
                  <a:schemeClr val="bg2"/>
                </a:solidFill>
                <a:cs typeface="Times New Roman" charset="0"/>
              </a:rPr>
              <a:t>Checkpoint:</a:t>
            </a:r>
            <a:r>
              <a:rPr lang="zh-CN" altLang="en-US" dirty="0">
                <a:solidFill>
                  <a:schemeClr val="bg2"/>
                </a:solidFill>
                <a:cs typeface="Times New Roman" charset="0"/>
              </a:rPr>
              <a:t>    </a:t>
            </a:r>
            <a:r>
              <a:rPr lang="en-US" altLang="zh-CN" dirty="0">
                <a:solidFill>
                  <a:schemeClr val="bg2"/>
                </a:solidFill>
                <a:cs typeface="Times New Roman" charset="0"/>
              </a:rPr>
              <a:t>30%</a:t>
            </a:r>
            <a:r>
              <a:rPr lang="zh-CN" altLang="en-US" dirty="0">
                <a:solidFill>
                  <a:schemeClr val="bg2"/>
                </a:solidFill>
                <a:cs typeface="Times New Roman" charset="0"/>
              </a:rPr>
              <a:t> </a:t>
            </a:r>
            <a:r>
              <a:rPr lang="en-US" altLang="zh-CN" dirty="0">
                <a:solidFill>
                  <a:schemeClr val="bg2"/>
                </a:solidFill>
                <a:cs typeface="Times New Roman" charset="0"/>
              </a:rPr>
              <a:t>(optional)  </a:t>
            </a:r>
          </a:p>
          <a:p>
            <a:pPr eaLnBrk="1" hangingPunct="1">
              <a:spcBef>
                <a:spcPct val="60000"/>
              </a:spcBef>
              <a:buClr>
                <a:schemeClr val="hlink"/>
              </a:buClr>
              <a:buSzPct val="50000"/>
              <a:buFont typeface="Monotype Sorts" charset="0"/>
              <a:buNone/>
            </a:pPr>
            <a:endParaRPr lang="en-US" altLang="zh-CN" dirty="0">
              <a:solidFill>
                <a:schemeClr val="bg2"/>
              </a:solidFill>
              <a:cs typeface="Times New Roman" charset="0"/>
            </a:endParaRPr>
          </a:p>
          <a:p>
            <a:pPr eaLnBrk="1" hangingPunct="1">
              <a:spcBef>
                <a:spcPct val="60000"/>
              </a:spcBef>
              <a:buClr>
                <a:schemeClr val="hlink"/>
              </a:buClr>
              <a:buSzPct val="50000"/>
              <a:buFont typeface="Monotype Sorts" charset="0"/>
              <a:buNone/>
            </a:pPr>
            <a:endParaRPr lang="en-US" altLang="zh-CN" dirty="0">
              <a:solidFill>
                <a:schemeClr val="bg2"/>
              </a:solidFill>
              <a:cs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2410917"/>
      </p:ext>
    </p:extLst>
  </p:cSld>
  <p:clrMapOvr>
    <a:masterClrMapping/>
  </p:clrMapOvr>
  <p:transition>
    <p:sndAc>
      <p:stSnd>
        <p:snd r:embed="rId3" name="drumroll.wav"/>
      </p:stSnd>
    </p:sndAc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Rectangle 2"/>
          <p:cNvSpPr>
            <a:spLocks noGrp="1" noChangeArrowheads="1"/>
          </p:cNvSpPr>
          <p:nvPr>
            <p:ph type="title"/>
          </p:nvPr>
        </p:nvSpPr>
        <p:spPr>
          <a:xfrm>
            <a:off x="685800" y="0"/>
            <a:ext cx="7772400" cy="914400"/>
          </a:xfrm>
          <a:noFill/>
        </p:spPr>
        <p:txBody>
          <a:bodyPr/>
          <a:lstStyle/>
          <a:p>
            <a:r>
              <a:rPr kumimoji="0" lang="en-US" altLang="zh-CN" dirty="0">
                <a:latin typeface="Times New Roman" charset="0"/>
              </a:rPr>
              <a:t>Evaluation</a:t>
            </a:r>
          </a:p>
        </p:txBody>
      </p:sp>
      <p:pic>
        <p:nvPicPr>
          <p:cNvPr id="17411" name="Picture 4" descr="C:\sahni\clip\rad\CE2.GIF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7325" y="0"/>
            <a:ext cx="1336675" cy="993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 Box 2"/>
          <p:cNvSpPr txBox="1">
            <a:spLocks noChangeArrowheads="1"/>
          </p:cNvSpPr>
          <p:nvPr/>
        </p:nvSpPr>
        <p:spPr bwMode="auto">
          <a:xfrm>
            <a:off x="685800" y="1371600"/>
            <a:ext cx="8001000" cy="53339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12947" tIns="56473" rIns="112947" bIns="56473">
            <a:spAutoFit/>
          </a:bodyPr>
          <a:lstStyle>
            <a:lvl1pPr defTabSz="1128713">
              <a:defRPr kumimoji="1" sz="3200">
                <a:solidFill>
                  <a:schemeClr val="tx1"/>
                </a:solidFill>
                <a:latin typeface="Times New Roman" charset="0"/>
                <a:ea typeface="隶书" charset="0"/>
                <a:cs typeface="隶书" charset="0"/>
              </a:defRPr>
            </a:lvl1pPr>
            <a:lvl2pPr marL="742950" indent="-285750" defTabSz="1128713">
              <a:defRPr kumimoji="1" sz="3200">
                <a:solidFill>
                  <a:schemeClr val="tx1"/>
                </a:solidFill>
                <a:latin typeface="Times New Roman" charset="0"/>
                <a:ea typeface="隶书" charset="0"/>
                <a:cs typeface="隶书" charset="0"/>
              </a:defRPr>
            </a:lvl2pPr>
            <a:lvl3pPr marL="1143000" indent="-228600" defTabSz="1128713">
              <a:defRPr kumimoji="1" sz="3200">
                <a:solidFill>
                  <a:schemeClr val="tx1"/>
                </a:solidFill>
                <a:latin typeface="Times New Roman" charset="0"/>
                <a:ea typeface="隶书" charset="0"/>
                <a:cs typeface="隶书" charset="0"/>
              </a:defRPr>
            </a:lvl3pPr>
            <a:lvl4pPr marL="1600200" indent="-228600" defTabSz="1128713">
              <a:defRPr kumimoji="1" sz="3200">
                <a:solidFill>
                  <a:schemeClr val="tx1"/>
                </a:solidFill>
                <a:latin typeface="Times New Roman" charset="0"/>
                <a:ea typeface="隶书" charset="0"/>
                <a:cs typeface="隶书" charset="0"/>
              </a:defRPr>
            </a:lvl4pPr>
            <a:lvl5pPr marL="2057400" indent="-228600" defTabSz="1128713">
              <a:defRPr kumimoji="1" sz="3200">
                <a:solidFill>
                  <a:schemeClr val="tx1"/>
                </a:solidFill>
                <a:latin typeface="Times New Roman" charset="0"/>
                <a:ea typeface="隶书" charset="0"/>
                <a:cs typeface="隶书" charset="0"/>
              </a:defRPr>
            </a:lvl5pPr>
            <a:lvl6pPr marL="2514600" indent="-228600" defTabSz="1128713" eaLnBrk="0" fontAlgn="base" hangingPunct="0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tx1"/>
                </a:solidFill>
                <a:latin typeface="Times New Roman" charset="0"/>
                <a:ea typeface="隶书" charset="0"/>
                <a:cs typeface="隶书" charset="0"/>
              </a:defRPr>
            </a:lvl6pPr>
            <a:lvl7pPr marL="2971800" indent="-228600" defTabSz="1128713" eaLnBrk="0" fontAlgn="base" hangingPunct="0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tx1"/>
                </a:solidFill>
                <a:latin typeface="Times New Roman" charset="0"/>
                <a:ea typeface="隶书" charset="0"/>
                <a:cs typeface="隶书" charset="0"/>
              </a:defRPr>
            </a:lvl7pPr>
            <a:lvl8pPr marL="3429000" indent="-228600" defTabSz="1128713" eaLnBrk="0" fontAlgn="base" hangingPunct="0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tx1"/>
                </a:solidFill>
                <a:latin typeface="Times New Roman" charset="0"/>
                <a:ea typeface="隶书" charset="0"/>
                <a:cs typeface="隶书" charset="0"/>
              </a:defRPr>
            </a:lvl8pPr>
            <a:lvl9pPr marL="3886200" indent="-228600" defTabSz="1128713" eaLnBrk="0" fontAlgn="base" hangingPunct="0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tx1"/>
                </a:solidFill>
                <a:latin typeface="Times New Roman" charset="0"/>
                <a:ea typeface="隶书" charset="0"/>
                <a:cs typeface="隶书" charset="0"/>
              </a:defRPr>
            </a:lvl9pPr>
          </a:lstStyle>
          <a:p>
            <a:pPr eaLnBrk="1" hangingPunct="1">
              <a:spcBef>
                <a:spcPct val="60000"/>
              </a:spcBef>
              <a:buClr>
                <a:schemeClr val="hlink"/>
              </a:buClr>
              <a:buSzPct val="50000"/>
              <a:buFont typeface="Monotype Sorts" charset="0"/>
              <a:buNone/>
            </a:pPr>
            <a:r>
              <a:rPr lang="zh-CN" altLang="en-US" dirty="0" smtClean="0">
                <a:solidFill>
                  <a:srgbClr val="FF0000"/>
                </a:solidFill>
                <a:cs typeface="Times New Roman" charset="0"/>
              </a:rPr>
              <a:t> *</a:t>
            </a:r>
            <a:r>
              <a:rPr lang="zh-CN" altLang="en-US" dirty="0" smtClean="0">
                <a:solidFill>
                  <a:schemeClr val="bg2"/>
                </a:solidFill>
                <a:cs typeface="Times New Roman" charset="0"/>
              </a:rPr>
              <a:t> </a:t>
            </a:r>
            <a:r>
              <a:rPr lang="en-US" altLang="zh-CN" dirty="0">
                <a:solidFill>
                  <a:schemeClr val="bg2"/>
                </a:solidFill>
                <a:cs typeface="Times New Roman" charset="0"/>
              </a:rPr>
              <a:t>Representations:  </a:t>
            </a:r>
            <a:r>
              <a:rPr lang="en-US" altLang="zh-CN" dirty="0" smtClean="0">
                <a:solidFill>
                  <a:schemeClr val="bg2"/>
                </a:solidFill>
                <a:cs typeface="Times New Roman" charset="0"/>
              </a:rPr>
              <a:t>about</a:t>
            </a:r>
            <a:r>
              <a:rPr lang="zh-CN" altLang="en-US" dirty="0" smtClean="0">
                <a:solidFill>
                  <a:schemeClr val="bg2"/>
                </a:solidFill>
                <a:cs typeface="Times New Roman" charset="0"/>
              </a:rPr>
              <a:t> </a:t>
            </a:r>
            <a:r>
              <a:rPr lang="en-US" altLang="zh-CN" dirty="0" smtClean="0">
                <a:solidFill>
                  <a:schemeClr val="bg2"/>
                </a:solidFill>
                <a:cs typeface="Times New Roman" charset="0"/>
              </a:rPr>
              <a:t>5</a:t>
            </a:r>
            <a:r>
              <a:rPr lang="zh-CN" altLang="en-US" dirty="0" smtClean="0">
                <a:solidFill>
                  <a:schemeClr val="bg2"/>
                </a:solidFill>
                <a:cs typeface="Times New Roman" charset="0"/>
              </a:rPr>
              <a:t> </a:t>
            </a:r>
            <a:r>
              <a:rPr lang="en-US" altLang="zh-CN" dirty="0" smtClean="0">
                <a:solidFill>
                  <a:schemeClr val="bg2"/>
                </a:solidFill>
                <a:cs typeface="Times New Roman" charset="0"/>
              </a:rPr>
              <a:t>mins</a:t>
            </a:r>
          </a:p>
          <a:p>
            <a:pPr eaLnBrk="1" hangingPunct="1">
              <a:spcBef>
                <a:spcPct val="60000"/>
              </a:spcBef>
              <a:buClr>
                <a:schemeClr val="hlink"/>
              </a:buClr>
              <a:buSzPct val="50000"/>
              <a:buFont typeface="Monotype Sorts" charset="0"/>
              <a:buNone/>
            </a:pPr>
            <a:r>
              <a:rPr lang="zh-CN" altLang="en-US" dirty="0">
                <a:solidFill>
                  <a:schemeClr val="bg2"/>
                </a:solidFill>
                <a:cs typeface="Times New Roman" charset="0"/>
              </a:rPr>
              <a:t> </a:t>
            </a:r>
            <a:r>
              <a:rPr lang="zh-CN" altLang="en-US" dirty="0" smtClean="0">
                <a:solidFill>
                  <a:schemeClr val="bg2"/>
                </a:solidFill>
                <a:cs typeface="Times New Roman" charset="0"/>
              </a:rPr>
              <a:t>       </a:t>
            </a:r>
            <a:r>
              <a:rPr lang="en-US" altLang="zh-CN" dirty="0" smtClean="0">
                <a:solidFill>
                  <a:schemeClr val="bg2"/>
                </a:solidFill>
                <a:cs typeface="Times New Roman" charset="0"/>
              </a:rPr>
              <a:t>Selected</a:t>
            </a:r>
            <a:r>
              <a:rPr lang="zh-CN" altLang="en-US" dirty="0" smtClean="0">
                <a:solidFill>
                  <a:schemeClr val="bg2"/>
                </a:solidFill>
                <a:cs typeface="Times New Roman" charset="0"/>
              </a:rPr>
              <a:t> </a:t>
            </a:r>
            <a:r>
              <a:rPr lang="en-US" altLang="zh-CN" dirty="0" smtClean="0">
                <a:solidFill>
                  <a:schemeClr val="bg2"/>
                </a:solidFill>
                <a:cs typeface="Times New Roman" charset="0"/>
              </a:rPr>
              <a:t>Issues</a:t>
            </a:r>
            <a:r>
              <a:rPr lang="zh-CN" altLang="en-US" dirty="0">
                <a:solidFill>
                  <a:schemeClr val="bg2"/>
                </a:solidFill>
                <a:cs typeface="Times New Roman" charset="0"/>
              </a:rPr>
              <a:t> </a:t>
            </a:r>
            <a:r>
              <a:rPr lang="en-US" altLang="zh-CN" dirty="0" smtClean="0">
                <a:solidFill>
                  <a:schemeClr val="bg2"/>
                </a:solidFill>
                <a:cs typeface="Times New Roman" charset="0"/>
              </a:rPr>
              <a:t>(Tuesday,</a:t>
            </a:r>
            <a:r>
              <a:rPr lang="zh-CN" altLang="en-US" dirty="0" smtClean="0">
                <a:solidFill>
                  <a:schemeClr val="bg2"/>
                </a:solidFill>
                <a:cs typeface="Times New Roman" charset="0"/>
              </a:rPr>
              <a:t> </a:t>
            </a:r>
            <a:r>
              <a:rPr lang="en-US" altLang="zh-CN" dirty="0" smtClean="0">
                <a:solidFill>
                  <a:schemeClr val="bg2"/>
                </a:solidFill>
                <a:cs typeface="Times New Roman" charset="0"/>
              </a:rPr>
              <a:t>week</a:t>
            </a:r>
            <a:r>
              <a:rPr lang="zh-CN" altLang="en-US" dirty="0" smtClean="0">
                <a:solidFill>
                  <a:schemeClr val="bg2"/>
                </a:solidFill>
                <a:cs typeface="Times New Roman" charset="0"/>
              </a:rPr>
              <a:t> </a:t>
            </a:r>
            <a:r>
              <a:rPr lang="en-US" altLang="zh-CN" dirty="0" smtClean="0">
                <a:solidFill>
                  <a:schemeClr val="bg2"/>
                </a:solidFill>
                <a:cs typeface="Times New Roman" charset="0"/>
              </a:rPr>
              <a:t>8)</a:t>
            </a:r>
            <a:endParaRPr lang="en-US" altLang="zh-CN" dirty="0">
              <a:solidFill>
                <a:schemeClr val="bg2"/>
              </a:solidFill>
              <a:cs typeface="Times New Roman" charset="0"/>
            </a:endParaRPr>
          </a:p>
          <a:p>
            <a:pPr eaLnBrk="1" hangingPunct="1">
              <a:spcBef>
                <a:spcPct val="60000"/>
              </a:spcBef>
              <a:buClr>
                <a:schemeClr val="hlink"/>
              </a:buClr>
              <a:buSzPct val="50000"/>
              <a:buFont typeface="Monotype Sorts" charset="0"/>
              <a:buNone/>
            </a:pPr>
            <a:r>
              <a:rPr lang="zh-CN" altLang="en-US" dirty="0">
                <a:solidFill>
                  <a:schemeClr val="bg2"/>
                </a:solidFill>
                <a:cs typeface="Times New Roman" charset="0"/>
              </a:rPr>
              <a:t> </a:t>
            </a:r>
            <a:r>
              <a:rPr lang="zh-CN" altLang="en-US" dirty="0">
                <a:solidFill>
                  <a:srgbClr val="FF0000"/>
                </a:solidFill>
                <a:cs typeface="Times New Roman" charset="0"/>
              </a:rPr>
              <a:t>*</a:t>
            </a:r>
            <a:r>
              <a:rPr lang="zh-CN" altLang="en-US" dirty="0">
                <a:solidFill>
                  <a:schemeClr val="bg2"/>
                </a:solidFill>
                <a:cs typeface="Times New Roman" charset="0"/>
              </a:rPr>
              <a:t> </a:t>
            </a:r>
            <a:r>
              <a:rPr lang="en-US" altLang="zh-CN" dirty="0">
                <a:solidFill>
                  <a:schemeClr val="bg2"/>
                </a:solidFill>
                <a:cs typeface="Times New Roman" charset="0"/>
              </a:rPr>
              <a:t>Project Reports: </a:t>
            </a:r>
            <a:endParaRPr lang="en-US" altLang="zh-CN" dirty="0" smtClean="0">
              <a:solidFill>
                <a:schemeClr val="bg2"/>
              </a:solidFill>
              <a:cs typeface="Times New Roman" charset="0"/>
            </a:endParaRPr>
          </a:p>
          <a:p>
            <a:pPr eaLnBrk="1" hangingPunct="1">
              <a:spcBef>
                <a:spcPct val="60000"/>
              </a:spcBef>
              <a:buClr>
                <a:schemeClr val="hlink"/>
              </a:buClr>
              <a:buSzPct val="50000"/>
              <a:buFont typeface="Monotype Sorts" charset="0"/>
              <a:buNone/>
            </a:pPr>
            <a:r>
              <a:rPr lang="zh-CN" altLang="en-US" dirty="0">
                <a:solidFill>
                  <a:schemeClr val="bg2"/>
                </a:solidFill>
                <a:cs typeface="Times New Roman" charset="0"/>
              </a:rPr>
              <a:t> </a:t>
            </a:r>
            <a:r>
              <a:rPr lang="zh-CN" altLang="en-US" dirty="0" smtClean="0">
                <a:solidFill>
                  <a:schemeClr val="bg2"/>
                </a:solidFill>
                <a:cs typeface="Times New Roman" charset="0"/>
              </a:rPr>
              <a:t>      </a:t>
            </a:r>
            <a:r>
              <a:rPr lang="en-US" altLang="zh-CN" dirty="0" smtClean="0">
                <a:solidFill>
                  <a:schemeClr val="bg2"/>
                </a:solidFill>
                <a:cs typeface="Times New Roman" charset="0"/>
              </a:rPr>
              <a:t>About</a:t>
            </a:r>
            <a:r>
              <a:rPr lang="zh-CN" altLang="en-US" dirty="0" smtClean="0">
                <a:solidFill>
                  <a:schemeClr val="bg2"/>
                </a:solidFill>
                <a:cs typeface="Times New Roman" charset="0"/>
              </a:rPr>
              <a:t> </a:t>
            </a:r>
            <a:r>
              <a:rPr lang="en-US" altLang="zh-CN" dirty="0" smtClean="0">
                <a:solidFill>
                  <a:schemeClr val="bg2"/>
                </a:solidFill>
                <a:cs typeface="Times New Roman" charset="0"/>
              </a:rPr>
              <a:t>all</a:t>
            </a:r>
            <a:r>
              <a:rPr lang="zh-CN" altLang="en-US" dirty="0" smtClean="0">
                <a:solidFill>
                  <a:schemeClr val="bg2"/>
                </a:solidFill>
                <a:cs typeface="Times New Roman" charset="0"/>
              </a:rPr>
              <a:t> </a:t>
            </a:r>
            <a:r>
              <a:rPr lang="en-US" altLang="zh-CN" dirty="0" smtClean="0">
                <a:solidFill>
                  <a:schemeClr val="bg2"/>
                </a:solidFill>
                <a:cs typeface="Times New Roman" charset="0"/>
              </a:rPr>
              <a:t>you</a:t>
            </a:r>
            <a:r>
              <a:rPr lang="zh-CN" altLang="en-US" dirty="0" smtClean="0">
                <a:solidFill>
                  <a:schemeClr val="bg2"/>
                </a:solidFill>
                <a:cs typeface="Times New Roman" charset="0"/>
              </a:rPr>
              <a:t> </a:t>
            </a:r>
            <a:r>
              <a:rPr lang="en-US" altLang="zh-CN" dirty="0" smtClean="0">
                <a:solidFill>
                  <a:schemeClr val="bg2"/>
                </a:solidFill>
                <a:cs typeface="Times New Roman" charset="0"/>
              </a:rPr>
              <a:t>did,</a:t>
            </a:r>
            <a:r>
              <a:rPr lang="zh-CN" altLang="en-US" dirty="0" smtClean="0">
                <a:solidFill>
                  <a:schemeClr val="bg2"/>
                </a:solidFill>
                <a:cs typeface="Times New Roman" charset="0"/>
              </a:rPr>
              <a:t> </a:t>
            </a:r>
            <a:r>
              <a:rPr lang="en-US" altLang="zh-CN" dirty="0" smtClean="0">
                <a:solidFill>
                  <a:schemeClr val="bg2"/>
                </a:solidFill>
                <a:cs typeface="Times New Roman" charset="0"/>
              </a:rPr>
              <a:t>3</a:t>
            </a:r>
            <a:r>
              <a:rPr lang="zh-CN" altLang="en-US" dirty="0" smtClean="0">
                <a:solidFill>
                  <a:schemeClr val="bg2"/>
                </a:solidFill>
                <a:cs typeface="Times New Roman" charset="0"/>
              </a:rPr>
              <a:t> </a:t>
            </a:r>
            <a:r>
              <a:rPr lang="en-US" altLang="zh-CN" dirty="0" smtClean="0">
                <a:solidFill>
                  <a:schemeClr val="bg2"/>
                </a:solidFill>
                <a:cs typeface="Times New Roman" charset="0"/>
              </a:rPr>
              <a:t>projects</a:t>
            </a:r>
            <a:endParaRPr lang="en-US" altLang="zh-CN" dirty="0" smtClean="0">
              <a:solidFill>
                <a:schemeClr val="bg2"/>
              </a:solidFill>
              <a:cs typeface="Times New Roman" charset="0"/>
            </a:endParaRPr>
          </a:p>
          <a:p>
            <a:pPr eaLnBrk="1" hangingPunct="1">
              <a:spcBef>
                <a:spcPct val="60000"/>
              </a:spcBef>
              <a:buClr>
                <a:schemeClr val="hlink"/>
              </a:buClr>
              <a:buSzPct val="50000"/>
              <a:buFont typeface="Monotype Sorts" charset="0"/>
              <a:buNone/>
            </a:pPr>
            <a:r>
              <a:rPr lang="zh-CN" altLang="en-US" dirty="0" smtClean="0">
                <a:solidFill>
                  <a:srgbClr val="FF0000"/>
                </a:solidFill>
                <a:cs typeface="Times New Roman" charset="0"/>
              </a:rPr>
              <a:t>*</a:t>
            </a:r>
            <a:r>
              <a:rPr lang="zh-CN" altLang="en-US" dirty="0" smtClean="0">
                <a:solidFill>
                  <a:schemeClr val="bg2"/>
                </a:solidFill>
                <a:cs typeface="Times New Roman" charset="0"/>
              </a:rPr>
              <a:t> </a:t>
            </a:r>
            <a:r>
              <a:rPr lang="en-US" altLang="zh-CN" dirty="0" smtClean="0">
                <a:solidFill>
                  <a:schemeClr val="bg2"/>
                </a:solidFill>
                <a:cs typeface="Times New Roman" charset="0"/>
              </a:rPr>
              <a:t>Random</a:t>
            </a:r>
            <a:r>
              <a:rPr lang="zh-CN" altLang="en-US" dirty="0" smtClean="0">
                <a:solidFill>
                  <a:schemeClr val="bg2"/>
                </a:solidFill>
                <a:cs typeface="Times New Roman" charset="0"/>
              </a:rPr>
              <a:t> </a:t>
            </a:r>
            <a:r>
              <a:rPr lang="en-US" altLang="zh-CN" dirty="0" smtClean="0">
                <a:solidFill>
                  <a:schemeClr val="bg2"/>
                </a:solidFill>
                <a:cs typeface="Times New Roman" charset="0"/>
              </a:rPr>
              <a:t>Checkpoints</a:t>
            </a:r>
            <a:endParaRPr lang="en-US" altLang="zh-CN" dirty="0">
              <a:solidFill>
                <a:schemeClr val="bg2"/>
              </a:solidFill>
              <a:cs typeface="Times New Roman" charset="0"/>
            </a:endParaRPr>
          </a:p>
          <a:p>
            <a:pPr eaLnBrk="1" hangingPunct="1">
              <a:spcBef>
                <a:spcPct val="60000"/>
              </a:spcBef>
              <a:buClr>
                <a:schemeClr val="hlink"/>
              </a:buClr>
              <a:buSzPct val="50000"/>
              <a:buFont typeface="Monotype Sorts" charset="0"/>
              <a:buNone/>
            </a:pPr>
            <a:r>
              <a:rPr lang="zh-CN" altLang="en-US" dirty="0" smtClean="0">
                <a:solidFill>
                  <a:schemeClr val="bg2"/>
                </a:solidFill>
                <a:cs typeface="Times New Roman" charset="0"/>
              </a:rPr>
              <a:t>       </a:t>
            </a:r>
            <a:r>
              <a:rPr lang="en-US" altLang="zh-CN" dirty="0" smtClean="0">
                <a:solidFill>
                  <a:schemeClr val="bg2"/>
                </a:solidFill>
                <a:cs typeface="Times New Roman" charset="0"/>
              </a:rPr>
              <a:t>Several</a:t>
            </a:r>
            <a:r>
              <a:rPr lang="zh-CN" altLang="en-US" dirty="0" smtClean="0">
                <a:solidFill>
                  <a:schemeClr val="bg2"/>
                </a:solidFill>
                <a:cs typeface="Times New Roman" charset="0"/>
              </a:rPr>
              <a:t> </a:t>
            </a:r>
            <a:r>
              <a:rPr lang="en-US" altLang="zh-CN" dirty="0" smtClean="0">
                <a:solidFill>
                  <a:schemeClr val="bg2"/>
                </a:solidFill>
                <a:cs typeface="Times New Roman" charset="0"/>
              </a:rPr>
              <a:t>selected</a:t>
            </a:r>
            <a:r>
              <a:rPr lang="zh-CN" altLang="en-US" dirty="0" smtClean="0">
                <a:solidFill>
                  <a:schemeClr val="bg2"/>
                </a:solidFill>
                <a:cs typeface="Times New Roman" charset="0"/>
              </a:rPr>
              <a:t> </a:t>
            </a:r>
            <a:r>
              <a:rPr lang="en-US" altLang="zh-CN" dirty="0" smtClean="0">
                <a:solidFill>
                  <a:schemeClr val="bg2"/>
                </a:solidFill>
                <a:cs typeface="Times New Roman" charset="0"/>
              </a:rPr>
              <a:t>students</a:t>
            </a:r>
            <a:r>
              <a:rPr lang="zh-CN" altLang="en-US" dirty="0" smtClean="0">
                <a:solidFill>
                  <a:schemeClr val="bg2"/>
                </a:solidFill>
                <a:cs typeface="Times New Roman" charset="0"/>
              </a:rPr>
              <a:t> </a:t>
            </a:r>
            <a:r>
              <a:rPr lang="en-US" altLang="zh-CN" dirty="0" smtClean="0">
                <a:solidFill>
                  <a:schemeClr val="bg2"/>
                </a:solidFill>
                <a:cs typeface="Times New Roman" charset="0"/>
              </a:rPr>
              <a:t>(in</a:t>
            </a:r>
            <a:r>
              <a:rPr lang="zh-CN" altLang="en-US" dirty="0" smtClean="0">
                <a:solidFill>
                  <a:schemeClr val="bg2"/>
                </a:solidFill>
                <a:cs typeface="Times New Roman" charset="0"/>
              </a:rPr>
              <a:t> </a:t>
            </a:r>
            <a:r>
              <a:rPr lang="en-US" altLang="zh-CN" dirty="0" smtClean="0">
                <a:solidFill>
                  <a:schemeClr val="bg2"/>
                </a:solidFill>
                <a:cs typeface="Times New Roman" charset="0"/>
              </a:rPr>
              <a:t>529)</a:t>
            </a:r>
            <a:r>
              <a:rPr lang="zh-CN" altLang="en-US" dirty="0" smtClean="0">
                <a:solidFill>
                  <a:schemeClr val="bg2"/>
                </a:solidFill>
                <a:cs typeface="Times New Roman" charset="0"/>
              </a:rPr>
              <a:t> </a:t>
            </a:r>
            <a:endParaRPr lang="en-US" altLang="zh-CN" dirty="0">
              <a:solidFill>
                <a:schemeClr val="bg2"/>
              </a:solidFill>
              <a:cs typeface="Times New Roman" charset="0"/>
            </a:endParaRPr>
          </a:p>
          <a:p>
            <a:pPr eaLnBrk="1" hangingPunct="1">
              <a:spcBef>
                <a:spcPct val="60000"/>
              </a:spcBef>
              <a:buClr>
                <a:schemeClr val="hlink"/>
              </a:buClr>
              <a:buSzPct val="50000"/>
              <a:buFont typeface="Monotype Sorts" charset="0"/>
              <a:buNone/>
            </a:pPr>
            <a:r>
              <a:rPr lang="zh-CN" altLang="en-US" dirty="0" smtClean="0">
                <a:solidFill>
                  <a:schemeClr val="bg2"/>
                </a:solidFill>
                <a:cs typeface="Times New Roman" charset="0"/>
              </a:rPr>
              <a:t>** </a:t>
            </a:r>
            <a:r>
              <a:rPr lang="en-US" altLang="zh-CN" dirty="0" smtClean="0">
                <a:solidFill>
                  <a:srgbClr val="FF0000"/>
                </a:solidFill>
                <a:cs typeface="Times New Roman" charset="0"/>
              </a:rPr>
              <a:t>Register</a:t>
            </a:r>
            <a:r>
              <a:rPr lang="zh-CN" altLang="en-US" dirty="0" smtClean="0">
                <a:solidFill>
                  <a:srgbClr val="FF0000"/>
                </a:solidFill>
                <a:cs typeface="Times New Roman" charset="0"/>
              </a:rPr>
              <a:t> </a:t>
            </a:r>
            <a:r>
              <a:rPr lang="en-US" altLang="zh-CN" dirty="0" smtClean="0">
                <a:solidFill>
                  <a:srgbClr val="FF0000"/>
                </a:solidFill>
                <a:cs typeface="Times New Roman" charset="0"/>
              </a:rPr>
              <a:t>your</a:t>
            </a:r>
            <a:r>
              <a:rPr lang="zh-CN" altLang="en-US" dirty="0" smtClean="0">
                <a:solidFill>
                  <a:srgbClr val="FF0000"/>
                </a:solidFill>
                <a:cs typeface="Times New Roman" charset="0"/>
              </a:rPr>
              <a:t> </a:t>
            </a:r>
            <a:r>
              <a:rPr lang="en-US" altLang="zh-CN" dirty="0" smtClean="0">
                <a:solidFill>
                  <a:srgbClr val="FF0000"/>
                </a:solidFill>
                <a:cs typeface="Times New Roman" charset="0"/>
              </a:rPr>
              <a:t>location</a:t>
            </a:r>
            <a:r>
              <a:rPr lang="zh-CN" altLang="en-US" dirty="0" smtClean="0">
                <a:solidFill>
                  <a:srgbClr val="FF0000"/>
                </a:solidFill>
                <a:cs typeface="Times New Roman" charset="0"/>
              </a:rPr>
              <a:t> </a:t>
            </a:r>
            <a:r>
              <a:rPr lang="en-US" altLang="zh-CN" dirty="0" smtClean="0">
                <a:solidFill>
                  <a:srgbClr val="FF0000"/>
                </a:solidFill>
                <a:cs typeface="Times New Roman" charset="0"/>
              </a:rPr>
              <a:t>if</a:t>
            </a:r>
            <a:r>
              <a:rPr lang="zh-CN" altLang="en-US" dirty="0" smtClean="0">
                <a:solidFill>
                  <a:srgbClr val="FF0000"/>
                </a:solidFill>
                <a:cs typeface="Times New Roman" charset="0"/>
              </a:rPr>
              <a:t> </a:t>
            </a:r>
            <a:r>
              <a:rPr lang="en-US" altLang="zh-CN" dirty="0" smtClean="0">
                <a:solidFill>
                  <a:srgbClr val="FF0000"/>
                </a:solidFill>
                <a:cs typeface="Times New Roman" charset="0"/>
              </a:rPr>
              <a:t>not</a:t>
            </a:r>
            <a:r>
              <a:rPr lang="zh-CN" altLang="en-US" dirty="0" smtClean="0">
                <a:solidFill>
                  <a:srgbClr val="FF0000"/>
                </a:solidFill>
                <a:cs typeface="Times New Roman" charset="0"/>
              </a:rPr>
              <a:t> </a:t>
            </a:r>
            <a:r>
              <a:rPr lang="en-US" altLang="zh-CN" dirty="0" smtClean="0">
                <a:solidFill>
                  <a:srgbClr val="FF0000"/>
                </a:solidFill>
                <a:cs typeface="Times New Roman" charset="0"/>
              </a:rPr>
              <a:t>in</a:t>
            </a:r>
            <a:r>
              <a:rPr lang="zh-CN" altLang="en-US" dirty="0" smtClean="0">
                <a:solidFill>
                  <a:srgbClr val="FF0000"/>
                </a:solidFill>
                <a:cs typeface="Times New Roman" charset="0"/>
              </a:rPr>
              <a:t> </a:t>
            </a:r>
            <a:r>
              <a:rPr lang="en-US" altLang="zh-CN" dirty="0" smtClean="0">
                <a:solidFill>
                  <a:srgbClr val="FF0000"/>
                </a:solidFill>
                <a:cs typeface="Times New Roman" charset="0"/>
              </a:rPr>
              <a:t>529</a:t>
            </a:r>
            <a:endParaRPr lang="en-US" altLang="zh-CN" dirty="0">
              <a:solidFill>
                <a:srgbClr val="FF0000"/>
              </a:solidFill>
              <a:cs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82035072"/>
      </p:ext>
    </p:extLst>
  </p:cSld>
  <p:clrMapOvr>
    <a:masterClrMapping/>
  </p:clrMapOvr>
  <p:transition>
    <p:sndAc>
      <p:stSnd>
        <p:snd r:embed="rId3" name="drumroll.wav"/>
      </p:stSnd>
    </p:sndAc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Rectangle 2"/>
          <p:cNvSpPr>
            <a:spLocks noGrp="1" noChangeArrowheads="1"/>
          </p:cNvSpPr>
          <p:nvPr>
            <p:ph type="title"/>
          </p:nvPr>
        </p:nvSpPr>
        <p:spPr>
          <a:xfrm>
            <a:off x="685800" y="0"/>
            <a:ext cx="7772400" cy="914400"/>
          </a:xfrm>
          <a:noFill/>
        </p:spPr>
        <p:txBody>
          <a:bodyPr/>
          <a:lstStyle/>
          <a:p>
            <a:r>
              <a:rPr kumimoji="0" lang="en-US" altLang="zh-CN" dirty="0">
                <a:latin typeface="Times New Roman" charset="0"/>
              </a:rPr>
              <a:t>The</a:t>
            </a:r>
            <a:r>
              <a:rPr kumimoji="0" lang="zh-CN" altLang="en-US" dirty="0">
                <a:latin typeface="Times New Roman" charset="0"/>
              </a:rPr>
              <a:t> </a:t>
            </a:r>
            <a:r>
              <a:rPr kumimoji="0" lang="en-US" altLang="zh-CN" dirty="0">
                <a:latin typeface="Times New Roman" charset="0"/>
              </a:rPr>
              <a:t>Project</a:t>
            </a:r>
            <a:r>
              <a:rPr kumimoji="0" lang="zh-CN" altLang="en-US" dirty="0">
                <a:latin typeface="Times New Roman" charset="0"/>
              </a:rPr>
              <a:t> </a:t>
            </a:r>
            <a:r>
              <a:rPr kumimoji="0" lang="en-US" altLang="zh-CN" dirty="0">
                <a:latin typeface="Times New Roman" charset="0"/>
              </a:rPr>
              <a:t>Report</a:t>
            </a:r>
          </a:p>
        </p:txBody>
      </p:sp>
      <p:pic>
        <p:nvPicPr>
          <p:cNvPr id="17411" name="Picture 4" descr="C:\sahni\clip\rad\CE2.GIF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7325" y="0"/>
            <a:ext cx="1336675" cy="993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 Box 2"/>
          <p:cNvSpPr txBox="1">
            <a:spLocks noChangeArrowheads="1"/>
          </p:cNvSpPr>
          <p:nvPr/>
        </p:nvSpPr>
        <p:spPr bwMode="auto">
          <a:xfrm>
            <a:off x="685800" y="1371600"/>
            <a:ext cx="8001000" cy="37581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12947" tIns="56473" rIns="112947" bIns="56473">
            <a:spAutoFit/>
          </a:bodyPr>
          <a:lstStyle>
            <a:lvl1pPr defTabSz="1128713">
              <a:defRPr kumimoji="1" sz="3200">
                <a:solidFill>
                  <a:schemeClr val="tx1"/>
                </a:solidFill>
                <a:latin typeface="Times New Roman" charset="0"/>
                <a:ea typeface="隶书" charset="0"/>
                <a:cs typeface="隶书" charset="0"/>
              </a:defRPr>
            </a:lvl1pPr>
            <a:lvl2pPr marL="742950" indent="-285750" defTabSz="1128713">
              <a:defRPr kumimoji="1" sz="3200">
                <a:solidFill>
                  <a:schemeClr val="tx1"/>
                </a:solidFill>
                <a:latin typeface="Times New Roman" charset="0"/>
                <a:ea typeface="隶书" charset="0"/>
                <a:cs typeface="隶书" charset="0"/>
              </a:defRPr>
            </a:lvl2pPr>
            <a:lvl3pPr marL="1143000" indent="-228600" defTabSz="1128713">
              <a:defRPr kumimoji="1" sz="3200">
                <a:solidFill>
                  <a:schemeClr val="tx1"/>
                </a:solidFill>
                <a:latin typeface="Times New Roman" charset="0"/>
                <a:ea typeface="隶书" charset="0"/>
                <a:cs typeface="隶书" charset="0"/>
              </a:defRPr>
            </a:lvl3pPr>
            <a:lvl4pPr marL="1600200" indent="-228600" defTabSz="1128713">
              <a:defRPr kumimoji="1" sz="3200">
                <a:solidFill>
                  <a:schemeClr val="tx1"/>
                </a:solidFill>
                <a:latin typeface="Times New Roman" charset="0"/>
                <a:ea typeface="隶书" charset="0"/>
                <a:cs typeface="隶书" charset="0"/>
              </a:defRPr>
            </a:lvl4pPr>
            <a:lvl5pPr marL="2057400" indent="-228600" defTabSz="1128713">
              <a:defRPr kumimoji="1" sz="3200">
                <a:solidFill>
                  <a:schemeClr val="tx1"/>
                </a:solidFill>
                <a:latin typeface="Times New Roman" charset="0"/>
                <a:ea typeface="隶书" charset="0"/>
                <a:cs typeface="隶书" charset="0"/>
              </a:defRPr>
            </a:lvl5pPr>
            <a:lvl6pPr marL="2514600" indent="-228600" defTabSz="1128713" eaLnBrk="0" fontAlgn="base" hangingPunct="0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tx1"/>
                </a:solidFill>
                <a:latin typeface="Times New Roman" charset="0"/>
                <a:ea typeface="隶书" charset="0"/>
                <a:cs typeface="隶书" charset="0"/>
              </a:defRPr>
            </a:lvl6pPr>
            <a:lvl7pPr marL="2971800" indent="-228600" defTabSz="1128713" eaLnBrk="0" fontAlgn="base" hangingPunct="0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tx1"/>
                </a:solidFill>
                <a:latin typeface="Times New Roman" charset="0"/>
                <a:ea typeface="隶书" charset="0"/>
                <a:cs typeface="隶书" charset="0"/>
              </a:defRPr>
            </a:lvl7pPr>
            <a:lvl8pPr marL="3429000" indent="-228600" defTabSz="1128713" eaLnBrk="0" fontAlgn="base" hangingPunct="0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tx1"/>
                </a:solidFill>
                <a:latin typeface="Times New Roman" charset="0"/>
                <a:ea typeface="隶书" charset="0"/>
                <a:cs typeface="隶书" charset="0"/>
              </a:defRPr>
            </a:lvl8pPr>
            <a:lvl9pPr marL="3886200" indent="-228600" defTabSz="1128713" eaLnBrk="0" fontAlgn="base" hangingPunct="0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tx1"/>
                </a:solidFill>
                <a:latin typeface="Times New Roman" charset="0"/>
                <a:ea typeface="隶书" charset="0"/>
                <a:cs typeface="隶书" charset="0"/>
              </a:defRPr>
            </a:lvl9pPr>
          </a:lstStyle>
          <a:p>
            <a:pPr marL="457200" indent="-457200" eaLnBrk="1" hangingPunct="1">
              <a:spcBef>
                <a:spcPct val="60000"/>
              </a:spcBef>
              <a:buClr>
                <a:schemeClr val="hlink"/>
              </a:buClr>
              <a:buSzPct val="80000"/>
              <a:buFont typeface="Wingdings" charset="2"/>
              <a:buChar char="ü"/>
            </a:pPr>
            <a:r>
              <a:rPr lang="en-US" altLang="zh-CN" dirty="0">
                <a:solidFill>
                  <a:schemeClr val="bg2"/>
                </a:solidFill>
                <a:cs typeface="Times New Roman" charset="0"/>
              </a:rPr>
              <a:t>One</a:t>
            </a:r>
            <a:r>
              <a:rPr lang="zh-CN" altLang="en-US" dirty="0">
                <a:solidFill>
                  <a:schemeClr val="bg2"/>
                </a:solidFill>
                <a:cs typeface="Times New Roman" charset="0"/>
              </a:rPr>
              <a:t> </a:t>
            </a:r>
            <a:r>
              <a:rPr lang="en-US" altLang="zh-CN" dirty="0">
                <a:solidFill>
                  <a:schemeClr val="bg2"/>
                </a:solidFill>
                <a:cs typeface="Times New Roman" charset="0"/>
              </a:rPr>
              <a:t>report</a:t>
            </a:r>
            <a:r>
              <a:rPr lang="zh-CN" altLang="en-US" dirty="0">
                <a:solidFill>
                  <a:schemeClr val="bg2"/>
                </a:solidFill>
                <a:cs typeface="Times New Roman" charset="0"/>
              </a:rPr>
              <a:t> </a:t>
            </a:r>
            <a:r>
              <a:rPr lang="en-US" altLang="zh-CN" dirty="0">
                <a:solidFill>
                  <a:schemeClr val="bg2"/>
                </a:solidFill>
                <a:cs typeface="Times New Roman" charset="0"/>
              </a:rPr>
              <a:t>per</a:t>
            </a:r>
            <a:r>
              <a:rPr lang="zh-CN" altLang="en-US" dirty="0">
                <a:solidFill>
                  <a:schemeClr val="bg2"/>
                </a:solidFill>
                <a:cs typeface="Times New Roman" charset="0"/>
              </a:rPr>
              <a:t> </a:t>
            </a:r>
            <a:r>
              <a:rPr lang="en-US" altLang="zh-CN" dirty="0">
                <a:solidFill>
                  <a:schemeClr val="bg2"/>
                </a:solidFill>
                <a:cs typeface="Times New Roman" charset="0"/>
              </a:rPr>
              <a:t>project</a:t>
            </a:r>
          </a:p>
          <a:p>
            <a:pPr marL="457200" indent="-457200" eaLnBrk="1" hangingPunct="1">
              <a:spcBef>
                <a:spcPct val="60000"/>
              </a:spcBef>
              <a:buClr>
                <a:schemeClr val="hlink"/>
              </a:buClr>
              <a:buSzPct val="80000"/>
              <a:buFont typeface="Wingdings" charset="2"/>
              <a:buChar char="ü"/>
            </a:pPr>
            <a:r>
              <a:rPr lang="en-US" altLang="zh-CN" dirty="0" smtClean="0">
                <a:solidFill>
                  <a:schemeClr val="bg2"/>
                </a:solidFill>
                <a:cs typeface="Times New Roman" charset="0"/>
              </a:rPr>
              <a:t>In</a:t>
            </a:r>
            <a:r>
              <a:rPr lang="zh-CN" altLang="en-US" dirty="0" smtClean="0">
                <a:solidFill>
                  <a:schemeClr val="bg2"/>
                </a:solidFill>
                <a:cs typeface="Times New Roman" charset="0"/>
              </a:rPr>
              <a:t> </a:t>
            </a:r>
            <a:r>
              <a:rPr lang="en-US" altLang="zh-CN" dirty="0" smtClean="0">
                <a:solidFill>
                  <a:schemeClr val="bg2"/>
                </a:solidFill>
                <a:cs typeface="Times New Roman" charset="0"/>
              </a:rPr>
              <a:t>one</a:t>
            </a:r>
            <a:r>
              <a:rPr lang="zh-CN" altLang="en-US" dirty="0" smtClean="0">
                <a:solidFill>
                  <a:schemeClr val="bg2"/>
                </a:solidFill>
                <a:cs typeface="Times New Roman" charset="0"/>
              </a:rPr>
              <a:t> </a:t>
            </a:r>
            <a:r>
              <a:rPr lang="en-US" altLang="zh-CN" dirty="0" smtClean="0">
                <a:solidFill>
                  <a:schemeClr val="bg2"/>
                </a:solidFill>
                <a:cs typeface="Times New Roman" charset="0"/>
              </a:rPr>
              <a:t>file:</a:t>
            </a:r>
          </a:p>
          <a:p>
            <a:pPr marL="1200150" lvl="1" indent="-457200" eaLnBrk="1" hangingPunct="1">
              <a:spcBef>
                <a:spcPct val="60000"/>
              </a:spcBef>
              <a:buClr>
                <a:schemeClr val="hlink"/>
              </a:buClr>
              <a:buSzPct val="80000"/>
              <a:buFont typeface="Wingdings" charset="2"/>
              <a:buChar char="ü"/>
            </a:pPr>
            <a:r>
              <a:rPr lang="en-US" altLang="zh-CN" dirty="0" smtClean="0">
                <a:solidFill>
                  <a:schemeClr val="bg2"/>
                </a:solidFill>
                <a:cs typeface="Times New Roman" charset="0"/>
              </a:rPr>
              <a:t>MS</a:t>
            </a:r>
            <a:r>
              <a:rPr lang="zh-CN" altLang="en-US" dirty="0" smtClean="0">
                <a:solidFill>
                  <a:schemeClr val="bg2"/>
                </a:solidFill>
                <a:cs typeface="Times New Roman" charset="0"/>
              </a:rPr>
              <a:t> </a:t>
            </a:r>
            <a:r>
              <a:rPr lang="en-US" altLang="zh-CN" dirty="0">
                <a:solidFill>
                  <a:schemeClr val="bg2"/>
                </a:solidFill>
                <a:cs typeface="Times New Roman" charset="0"/>
              </a:rPr>
              <a:t>Word:</a:t>
            </a:r>
            <a:r>
              <a:rPr lang="zh-CN" altLang="en-US" dirty="0">
                <a:solidFill>
                  <a:schemeClr val="bg2"/>
                </a:solidFill>
                <a:cs typeface="Times New Roman" charset="0"/>
              </a:rPr>
              <a:t>     </a:t>
            </a:r>
            <a:r>
              <a:rPr lang="en-US" altLang="zh-CN" dirty="0">
                <a:solidFill>
                  <a:schemeClr val="bg2"/>
                </a:solidFill>
                <a:cs typeface="Times New Roman" charset="0"/>
              </a:rPr>
              <a:t>.doc; </a:t>
            </a:r>
            <a:endParaRPr lang="en-US" altLang="zh-CN" dirty="0" smtClean="0">
              <a:solidFill>
                <a:schemeClr val="bg2"/>
              </a:solidFill>
              <a:cs typeface="Times New Roman" charset="0"/>
            </a:endParaRPr>
          </a:p>
          <a:p>
            <a:pPr marL="1200150" lvl="1" indent="-457200" eaLnBrk="1" hangingPunct="1">
              <a:spcBef>
                <a:spcPct val="60000"/>
              </a:spcBef>
              <a:buClr>
                <a:schemeClr val="hlink"/>
              </a:buClr>
              <a:buSzPct val="80000"/>
              <a:buFont typeface="Wingdings" charset="2"/>
              <a:buChar char="ü"/>
            </a:pPr>
            <a:r>
              <a:rPr lang="en-US" altLang="zh-CN" dirty="0" smtClean="0">
                <a:solidFill>
                  <a:schemeClr val="bg2"/>
                </a:solidFill>
                <a:cs typeface="Times New Roman" charset="0"/>
              </a:rPr>
              <a:t>Latex</a:t>
            </a:r>
            <a:r>
              <a:rPr lang="en-US" altLang="zh-CN" dirty="0">
                <a:solidFill>
                  <a:schemeClr val="bg2"/>
                </a:solidFill>
                <a:cs typeface="Times New Roman" charset="0"/>
              </a:rPr>
              <a:t>: </a:t>
            </a:r>
            <a:r>
              <a:rPr lang="zh-CN" altLang="en-US" dirty="0" smtClean="0">
                <a:solidFill>
                  <a:schemeClr val="bg2"/>
                </a:solidFill>
                <a:cs typeface="Times New Roman" charset="0"/>
              </a:rPr>
              <a:t>          </a:t>
            </a:r>
            <a:r>
              <a:rPr lang="en-US" altLang="zh-CN" dirty="0" smtClean="0">
                <a:solidFill>
                  <a:schemeClr val="bg2"/>
                </a:solidFill>
                <a:cs typeface="Times New Roman" charset="0"/>
              </a:rPr>
              <a:t>.</a:t>
            </a:r>
            <a:r>
              <a:rPr lang="en-US" altLang="zh-CN" dirty="0" err="1" smtClean="0">
                <a:solidFill>
                  <a:schemeClr val="bg2"/>
                </a:solidFill>
                <a:cs typeface="Times New Roman" charset="0"/>
              </a:rPr>
              <a:t>tex</a:t>
            </a:r>
            <a:r>
              <a:rPr lang="zh-CN" altLang="en-US" dirty="0" smtClean="0">
                <a:solidFill>
                  <a:schemeClr val="bg2"/>
                </a:solidFill>
                <a:cs typeface="Times New Roman" charset="0"/>
              </a:rPr>
              <a:t>   </a:t>
            </a:r>
            <a:r>
              <a:rPr lang="en-US" altLang="zh-CN" dirty="0" smtClean="0">
                <a:solidFill>
                  <a:schemeClr val="bg2"/>
                </a:solidFill>
                <a:cs typeface="Times New Roman" charset="0"/>
              </a:rPr>
              <a:t>.</a:t>
            </a:r>
            <a:r>
              <a:rPr lang="en-US" altLang="zh-CN" dirty="0" err="1" smtClean="0">
                <a:solidFill>
                  <a:schemeClr val="bg2"/>
                </a:solidFill>
                <a:cs typeface="Times New Roman" charset="0"/>
              </a:rPr>
              <a:t>png</a:t>
            </a:r>
            <a:r>
              <a:rPr lang="zh-CN" altLang="en-US" dirty="0" smtClean="0">
                <a:solidFill>
                  <a:schemeClr val="bg2"/>
                </a:solidFill>
                <a:cs typeface="Times New Roman" charset="0"/>
              </a:rPr>
              <a:t>  </a:t>
            </a:r>
            <a:r>
              <a:rPr lang="en-US" altLang="zh-CN" dirty="0" smtClean="0">
                <a:solidFill>
                  <a:schemeClr val="bg2"/>
                </a:solidFill>
                <a:cs typeface="Times New Roman" charset="0"/>
              </a:rPr>
              <a:t>.pdf</a:t>
            </a:r>
            <a:endParaRPr lang="en-US" altLang="zh-CN" dirty="0">
              <a:solidFill>
                <a:schemeClr val="bg2"/>
              </a:solidFill>
              <a:cs typeface="Times New Roman" charset="0"/>
            </a:endParaRPr>
          </a:p>
          <a:p>
            <a:pPr marL="457200" indent="-457200" eaLnBrk="1" hangingPunct="1">
              <a:spcBef>
                <a:spcPct val="60000"/>
              </a:spcBef>
              <a:buClr>
                <a:schemeClr val="hlink"/>
              </a:buClr>
              <a:buSzPct val="80000"/>
              <a:buFont typeface="Wingdings" charset="2"/>
              <a:buChar char="ü"/>
            </a:pPr>
            <a:r>
              <a:rPr lang="en-US" altLang="zh-CN" dirty="0">
                <a:solidFill>
                  <a:schemeClr val="bg2"/>
                </a:solidFill>
                <a:cs typeface="Times New Roman" charset="0"/>
              </a:rPr>
              <a:t>About</a:t>
            </a:r>
            <a:r>
              <a:rPr lang="zh-CN" altLang="en-US" dirty="0">
                <a:solidFill>
                  <a:schemeClr val="bg2"/>
                </a:solidFill>
                <a:cs typeface="Times New Roman" charset="0"/>
              </a:rPr>
              <a:t> </a:t>
            </a:r>
            <a:r>
              <a:rPr lang="en-US" altLang="zh-CN" dirty="0">
                <a:solidFill>
                  <a:schemeClr val="bg2"/>
                </a:solidFill>
                <a:cs typeface="Times New Roman" charset="0"/>
              </a:rPr>
              <a:t>ALL</a:t>
            </a:r>
            <a:r>
              <a:rPr lang="zh-CN" altLang="en-US" dirty="0">
                <a:solidFill>
                  <a:schemeClr val="bg2"/>
                </a:solidFill>
                <a:cs typeface="Times New Roman" charset="0"/>
              </a:rPr>
              <a:t> </a:t>
            </a:r>
            <a:r>
              <a:rPr lang="en-US" altLang="zh-CN" dirty="0">
                <a:solidFill>
                  <a:schemeClr val="bg2"/>
                </a:solidFill>
                <a:cs typeface="Times New Roman" charset="0"/>
              </a:rPr>
              <a:t>the</a:t>
            </a:r>
            <a:r>
              <a:rPr lang="zh-CN" altLang="en-US" dirty="0">
                <a:solidFill>
                  <a:schemeClr val="bg2"/>
                </a:solidFill>
                <a:cs typeface="Times New Roman" charset="0"/>
              </a:rPr>
              <a:t> </a:t>
            </a:r>
            <a:r>
              <a:rPr lang="en-US" altLang="zh-CN" dirty="0">
                <a:solidFill>
                  <a:schemeClr val="bg2"/>
                </a:solidFill>
                <a:cs typeface="Times New Roman" charset="0"/>
              </a:rPr>
              <a:t>projects</a:t>
            </a:r>
          </a:p>
        </p:txBody>
      </p:sp>
    </p:spTree>
    <p:extLst>
      <p:ext uri="{BB962C8B-B14F-4D97-AF65-F5344CB8AC3E}">
        <p14:creationId xmlns:p14="http://schemas.microsoft.com/office/powerpoint/2010/main" val="89020830"/>
      </p:ext>
    </p:extLst>
  </p:cSld>
  <p:clrMapOvr>
    <a:masterClrMapping/>
  </p:clrMapOvr>
  <p:transition>
    <p:sndAc>
      <p:stSnd>
        <p:snd r:embed="rId2" name="drumroll.wav"/>
      </p:stSnd>
    </p:sndAc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3"/>
          <p:cNvSpPr/>
          <p:nvPr/>
        </p:nvSpPr>
        <p:spPr>
          <a:xfrm>
            <a:off x="0" y="0"/>
            <a:ext cx="9144000" cy="6858000"/>
          </a:xfrm>
          <a:custGeom>
            <a:avLst/>
            <a:gdLst>
              <a:gd name="connsiteX0" fmla="*/ 0 w 9144000"/>
              <a:gd name="connsiteY0" fmla="*/ 0 h 6858000"/>
              <a:gd name="connsiteX1" fmla="*/ 9144000 w 9144000"/>
              <a:gd name="connsiteY1" fmla="*/ 0 h 6858000"/>
              <a:gd name="connsiteX2" fmla="*/ 9144000 w 9144000"/>
              <a:gd name="connsiteY2" fmla="*/ 6858000 h 6858000"/>
              <a:gd name="connsiteX3" fmla="*/ 0 w 9144000"/>
              <a:gd name="connsiteY3" fmla="*/ 6858000 h 6858000"/>
              <a:gd name="connsiteX4" fmla="*/ 0 w 9144000"/>
              <a:gd name="connsiteY4" fmla="*/ 0 h 6858000"/>
            </a:gdLst>
            <a:ahLst/>
            <a:cxnLst>
              <a:cxn ang="0">
                <a:pos x="connsiteX0" y="connsiteY0"/>
              </a:cxn>
              <a:cxn ang="1">
                <a:pos x="connsiteX1" y="connsiteY1"/>
              </a:cxn>
              <a:cxn ang="2">
                <a:pos x="connsiteX2" y="connsiteY2"/>
              </a:cxn>
              <a:cxn ang="3">
                <a:pos x="connsiteX3" y="connsiteY3"/>
              </a:cxn>
              <a:cxn ang="4">
                <a:pos x="connsiteX4" y="connsiteY4"/>
              </a:cxn>
            </a:cxnLst>
            <a:rect l="l" t="t" r="r" b="b"/>
            <a:pathLst>
              <a:path w="9144000" h="6858000">
                <a:moveTo>
                  <a:pt x="0" y="0"/>
                </a:moveTo>
                <a:lnTo>
                  <a:pt x="9144000" y="0"/>
                </a:lnTo>
                <a:lnTo>
                  <a:pt x="9144000" y="6858000"/>
                </a:lnTo>
                <a:lnTo>
                  <a:pt x="0" y="6858000"/>
                </a:lnTo>
                <a:lnTo>
                  <a:pt x="0" y="0"/>
                </a:lnTo>
              </a:path>
            </a:pathLst>
          </a:custGeom>
          <a:solidFill>
            <a:srgbClr val="FFFFFF">
              <a:alpha val="100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Freeform 3"/>
          <p:cNvSpPr/>
          <p:nvPr/>
        </p:nvSpPr>
        <p:spPr>
          <a:xfrm>
            <a:off x="0" y="0"/>
            <a:ext cx="9144000" cy="6858000"/>
          </a:xfrm>
          <a:custGeom>
            <a:avLst/>
            <a:gdLst>
              <a:gd name="connsiteX0" fmla="*/ 0 w 9144000"/>
              <a:gd name="connsiteY0" fmla="*/ 0 h 6858000"/>
              <a:gd name="connsiteX1" fmla="*/ 9144000 w 9144000"/>
              <a:gd name="connsiteY1" fmla="*/ 0 h 6858000"/>
              <a:gd name="connsiteX2" fmla="*/ 9144000 w 9144000"/>
              <a:gd name="connsiteY2" fmla="*/ 6858000 h 6858000"/>
              <a:gd name="connsiteX3" fmla="*/ 0 w 9144000"/>
              <a:gd name="connsiteY3" fmla="*/ 6858000 h 6858000"/>
              <a:gd name="connsiteX4" fmla="*/ 0 w 9144000"/>
              <a:gd name="connsiteY4" fmla="*/ 0 h 6858000"/>
            </a:gdLst>
            <a:ahLst/>
            <a:cxnLst>
              <a:cxn ang="0">
                <a:pos x="connsiteX0" y="connsiteY0"/>
              </a:cxn>
              <a:cxn ang="1">
                <a:pos x="connsiteX1" y="connsiteY1"/>
              </a:cxn>
              <a:cxn ang="2">
                <a:pos x="connsiteX2" y="connsiteY2"/>
              </a:cxn>
              <a:cxn ang="3">
                <a:pos x="connsiteX3" y="connsiteY3"/>
              </a:cxn>
              <a:cxn ang="4">
                <a:pos x="connsiteX4" y="connsiteY4"/>
              </a:cxn>
            </a:cxnLst>
            <a:rect l="l" t="t" r="r" b="b"/>
            <a:pathLst>
              <a:path w="9144000" h="6858000">
                <a:moveTo>
                  <a:pt x="0" y="0"/>
                </a:moveTo>
                <a:lnTo>
                  <a:pt x="9144000" y="0"/>
                </a:lnTo>
                <a:lnTo>
                  <a:pt x="9144000" y="6858000"/>
                </a:lnTo>
                <a:lnTo>
                  <a:pt x="0" y="6858000"/>
                </a:lnTo>
                <a:lnTo>
                  <a:pt x="0" y="0"/>
                </a:lnTo>
              </a:path>
            </a:pathLst>
          </a:custGeom>
          <a:solidFill>
            <a:srgbClr val="FFFFFF">
              <a:alpha val="100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Freeform 3"/>
          <p:cNvSpPr/>
          <p:nvPr/>
        </p:nvSpPr>
        <p:spPr>
          <a:xfrm>
            <a:off x="438151" y="1428751"/>
            <a:ext cx="8267697" cy="76194"/>
          </a:xfrm>
          <a:custGeom>
            <a:avLst/>
            <a:gdLst>
              <a:gd name="connsiteX0" fmla="*/ 19048 w 8267697"/>
              <a:gd name="connsiteY0" fmla="*/ 19048 h 76194"/>
              <a:gd name="connsiteX1" fmla="*/ 8248648 w 8267697"/>
              <a:gd name="connsiteY1" fmla="*/ 20318 h 76194"/>
            </a:gdLst>
            <a:ahLst/>
            <a:cxnLst>
              <a:cxn ang="0">
                <a:pos x="connsiteX0" y="connsiteY0"/>
              </a:cxn>
              <a:cxn ang="1">
                <a:pos x="connsiteX1" y="connsiteY1"/>
              </a:cxn>
            </a:cxnLst>
            <a:rect l="l" t="t" r="r" b="b"/>
            <a:pathLst>
              <a:path w="8267697" h="76194">
                <a:moveTo>
                  <a:pt x="19048" y="19048"/>
                </a:moveTo>
                <a:lnTo>
                  <a:pt x="8248648" y="20318"/>
                </a:lnTo>
              </a:path>
            </a:pathLst>
          </a:custGeom>
          <a:ln w="38100">
            <a:solidFill>
              <a:srgbClr val="99CC00">
                <a:alpha val="100000"/>
              </a:srgb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extBox 1"/>
          <p:cNvSpPr txBox="1"/>
          <p:nvPr/>
        </p:nvSpPr>
        <p:spPr>
          <a:xfrm>
            <a:off x="2946400" y="584200"/>
            <a:ext cx="3494546" cy="674544"/>
          </a:xfrm>
          <a:prstGeom prst="rect">
            <a:avLst/>
          </a:prstGeom>
          <a:noFill/>
        </p:spPr>
        <p:txBody>
          <a:bodyPr wrap="none" lIns="0" tIns="0" rIns="0" rtlCol="0">
            <a:spAutoFit/>
          </a:bodyPr>
          <a:lstStyle/>
          <a:p>
            <a:pPr>
              <a:lnSpc>
                <a:spcPts val="4900"/>
              </a:lnSpc>
              <a:tabLst/>
            </a:pPr>
            <a:r>
              <a:rPr lang="en-US" altLang="zh-CN" sz="44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Project</a:t>
            </a:r>
            <a:r>
              <a:rPr lang="zh-CN" altLang="en-US" sz="44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altLang="zh-CN" sz="44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Reports</a:t>
            </a:r>
          </a:p>
        </p:txBody>
      </p:sp>
      <p:sp>
        <p:nvSpPr>
          <p:cNvPr id="8" name="TextBox 1"/>
          <p:cNvSpPr txBox="1"/>
          <p:nvPr/>
        </p:nvSpPr>
        <p:spPr>
          <a:xfrm>
            <a:off x="914400" y="1674952"/>
            <a:ext cx="7791448" cy="5198859"/>
          </a:xfrm>
          <a:prstGeom prst="rect">
            <a:avLst/>
          </a:prstGeom>
          <a:noFill/>
        </p:spPr>
        <p:txBody>
          <a:bodyPr wrap="square" lIns="0" tIns="0" rIns="0" rtlCol="0">
            <a:spAutoFit/>
          </a:bodyPr>
          <a:lstStyle/>
          <a:p>
            <a:r>
              <a:rPr lang="en-US" altLang="zh-CN" sz="2000" b="1" dirty="0">
                <a:solidFill>
                  <a:schemeClr val="tx1"/>
                </a:solidFill>
              </a:rPr>
              <a:t>1</a:t>
            </a:r>
            <a:r>
              <a:rPr lang="zh-CN" altLang="zh-CN" sz="2000" b="1" dirty="0">
                <a:solidFill>
                  <a:schemeClr val="tx1"/>
                </a:solidFill>
              </a:rPr>
              <a:t>．</a:t>
            </a:r>
            <a:r>
              <a:rPr lang="zh-CN" altLang="zh-CN" sz="2400" b="1" dirty="0">
                <a:solidFill>
                  <a:schemeClr val="tx1"/>
                </a:solidFill>
              </a:rPr>
              <a:t>问题描述</a:t>
            </a:r>
            <a:r>
              <a:rPr lang="en-US" altLang="zh-CN" sz="2400" b="1" dirty="0">
                <a:solidFill>
                  <a:schemeClr val="tx1"/>
                </a:solidFill>
              </a:rPr>
              <a:t>/</a:t>
            </a:r>
            <a:r>
              <a:rPr lang="zh-CN" altLang="en-US" sz="2400" b="1" dirty="0">
                <a:solidFill>
                  <a:schemeClr val="tx1"/>
                </a:solidFill>
              </a:rPr>
              <a:t>需求分析</a:t>
            </a:r>
            <a:endParaRPr lang="en-US" altLang="zh-CN" sz="2400" b="1" dirty="0">
              <a:solidFill>
                <a:schemeClr val="tx1"/>
              </a:solidFill>
            </a:endParaRPr>
          </a:p>
          <a:p>
            <a:r>
              <a:rPr lang="zh-CN" altLang="en-US" sz="2000" dirty="0">
                <a:solidFill>
                  <a:schemeClr val="tx1"/>
                </a:solidFill>
              </a:rPr>
              <a:t>            </a:t>
            </a:r>
            <a:r>
              <a:rPr lang="zh-CN" altLang="zh-CN" sz="2000" dirty="0">
                <a:solidFill>
                  <a:schemeClr val="tx1"/>
                </a:solidFill>
              </a:rPr>
              <a:t>仔细分析实验要求，对实验内容进行需求分析</a:t>
            </a:r>
          </a:p>
          <a:p>
            <a:r>
              <a:rPr lang="en-US" altLang="zh-CN" sz="2000" b="1" dirty="0">
                <a:solidFill>
                  <a:schemeClr val="tx1"/>
                </a:solidFill>
              </a:rPr>
              <a:t>2</a:t>
            </a:r>
            <a:r>
              <a:rPr lang="zh-CN" altLang="zh-CN" sz="2000" b="1" dirty="0">
                <a:solidFill>
                  <a:schemeClr val="tx1"/>
                </a:solidFill>
              </a:rPr>
              <a:t>．</a:t>
            </a:r>
            <a:r>
              <a:rPr lang="zh-CN" altLang="en-US" sz="2400" b="1" dirty="0">
                <a:solidFill>
                  <a:schemeClr val="tx1"/>
                </a:solidFill>
              </a:rPr>
              <a:t>系统结构</a:t>
            </a:r>
            <a:r>
              <a:rPr lang="en-US" altLang="zh-CN" sz="2400" b="1" dirty="0">
                <a:solidFill>
                  <a:schemeClr val="tx1"/>
                </a:solidFill>
              </a:rPr>
              <a:t>/</a:t>
            </a:r>
            <a:r>
              <a:rPr lang="zh-CN" altLang="en-US" sz="2400" b="1" dirty="0">
                <a:solidFill>
                  <a:schemeClr val="tx1"/>
                </a:solidFill>
              </a:rPr>
              <a:t>算法思想</a:t>
            </a:r>
            <a:endParaRPr lang="en-US" altLang="zh-CN" sz="2400" b="1" dirty="0">
              <a:solidFill>
                <a:schemeClr val="tx1"/>
              </a:solidFill>
            </a:endParaRPr>
          </a:p>
          <a:p>
            <a:r>
              <a:rPr lang="zh-CN" altLang="en-US" sz="2000" b="1" dirty="0">
                <a:solidFill>
                  <a:schemeClr val="tx1"/>
                </a:solidFill>
              </a:rPr>
              <a:t>            基本思路，系统框架，</a:t>
            </a:r>
            <a:r>
              <a:rPr lang="zh-CN" altLang="zh-CN" sz="2000" dirty="0">
                <a:solidFill>
                  <a:schemeClr val="tx1"/>
                </a:solidFill>
              </a:rPr>
              <a:t>描述</a:t>
            </a:r>
            <a:r>
              <a:rPr lang="zh-CN" altLang="en-US" sz="2000" dirty="0">
                <a:solidFill>
                  <a:schemeClr val="tx1"/>
                </a:solidFill>
              </a:rPr>
              <a:t>各模块功能及其关系</a:t>
            </a:r>
            <a:endParaRPr lang="zh-CN" altLang="zh-CN" sz="2000" dirty="0">
              <a:solidFill>
                <a:schemeClr val="tx1"/>
              </a:solidFill>
            </a:endParaRPr>
          </a:p>
          <a:p>
            <a:r>
              <a:rPr lang="en-US" altLang="zh-CN" sz="2000" b="1" dirty="0">
                <a:solidFill>
                  <a:schemeClr val="tx1"/>
                </a:solidFill>
              </a:rPr>
              <a:t>3</a:t>
            </a:r>
            <a:r>
              <a:rPr lang="zh-CN" altLang="zh-CN" sz="2000" b="1" dirty="0">
                <a:solidFill>
                  <a:schemeClr val="tx1"/>
                </a:solidFill>
              </a:rPr>
              <a:t>．</a:t>
            </a:r>
            <a:r>
              <a:rPr lang="zh-CN" altLang="en-US" sz="2400" b="1" dirty="0">
                <a:solidFill>
                  <a:schemeClr val="tx1"/>
                </a:solidFill>
              </a:rPr>
              <a:t>功能模块设计</a:t>
            </a:r>
            <a:endParaRPr lang="en-US" altLang="zh-CN" sz="2400" b="1" dirty="0">
              <a:solidFill>
                <a:schemeClr val="tx1"/>
              </a:solidFill>
            </a:endParaRPr>
          </a:p>
          <a:p>
            <a:r>
              <a:rPr lang="zh-CN" altLang="en-US" sz="2000" dirty="0">
                <a:solidFill>
                  <a:schemeClr val="tx1"/>
                </a:solidFill>
              </a:rPr>
              <a:t>            模块设计思想、流程图、算法复杂度分析</a:t>
            </a:r>
            <a:endParaRPr lang="zh-CN" altLang="zh-CN" sz="2000" dirty="0">
              <a:solidFill>
                <a:schemeClr val="tx1"/>
              </a:solidFill>
            </a:endParaRPr>
          </a:p>
          <a:p>
            <a:r>
              <a:rPr lang="en-US" altLang="zh-CN" sz="2000" b="1" dirty="0">
                <a:solidFill>
                  <a:schemeClr val="tx1"/>
                </a:solidFill>
              </a:rPr>
              <a:t>4</a:t>
            </a:r>
            <a:r>
              <a:rPr lang="zh-CN" altLang="zh-CN" sz="2000" b="1" dirty="0">
                <a:solidFill>
                  <a:schemeClr val="tx1"/>
                </a:solidFill>
              </a:rPr>
              <a:t>．</a:t>
            </a:r>
            <a:r>
              <a:rPr lang="zh-CN" altLang="zh-CN" sz="2400" b="1" dirty="0">
                <a:solidFill>
                  <a:schemeClr val="tx1"/>
                </a:solidFill>
              </a:rPr>
              <a:t>测试</a:t>
            </a:r>
            <a:r>
              <a:rPr lang="zh-CN" altLang="en-US" sz="2400" b="1" dirty="0">
                <a:solidFill>
                  <a:schemeClr val="tx1"/>
                </a:solidFill>
              </a:rPr>
              <a:t>结果与分析</a:t>
            </a:r>
            <a:endParaRPr lang="en-US" altLang="zh-CN" sz="2400" b="1" dirty="0">
              <a:solidFill>
                <a:schemeClr val="tx1"/>
              </a:solidFill>
            </a:endParaRPr>
          </a:p>
          <a:p>
            <a:r>
              <a:rPr lang="zh-CN" altLang="en-US" sz="2000" dirty="0">
                <a:solidFill>
                  <a:schemeClr val="tx1"/>
                </a:solidFill>
              </a:rPr>
              <a:t>            </a:t>
            </a:r>
            <a:r>
              <a:rPr lang="zh-CN" altLang="zh-CN" sz="2000" dirty="0">
                <a:solidFill>
                  <a:schemeClr val="tx1"/>
                </a:solidFill>
              </a:rPr>
              <a:t>测试数据</a:t>
            </a:r>
            <a:r>
              <a:rPr lang="zh-CN" altLang="en-US" sz="2000" dirty="0">
                <a:solidFill>
                  <a:schemeClr val="tx1"/>
                </a:solidFill>
              </a:rPr>
              <a:t>选择或生成办法，</a:t>
            </a:r>
            <a:r>
              <a:rPr lang="zh-CN" altLang="zh-CN" sz="2000" dirty="0">
                <a:solidFill>
                  <a:schemeClr val="tx1"/>
                </a:solidFill>
              </a:rPr>
              <a:t>运行结果</a:t>
            </a:r>
            <a:r>
              <a:rPr lang="zh-CN" altLang="en-US" sz="2000" dirty="0">
                <a:solidFill>
                  <a:schemeClr val="tx1"/>
                </a:solidFill>
              </a:rPr>
              <a:t>截图</a:t>
            </a:r>
            <a:r>
              <a:rPr lang="zh-CN" altLang="zh-CN" sz="2000" dirty="0">
                <a:solidFill>
                  <a:schemeClr val="tx1"/>
                </a:solidFill>
              </a:rPr>
              <a:t>，</a:t>
            </a:r>
            <a:r>
              <a:rPr lang="zh-CN" altLang="en-US" sz="2000" dirty="0">
                <a:solidFill>
                  <a:schemeClr val="tx1"/>
                </a:solidFill>
              </a:rPr>
              <a:t>性能图</a:t>
            </a:r>
            <a:endParaRPr lang="zh-CN" altLang="zh-CN" sz="2000" dirty="0">
              <a:solidFill>
                <a:schemeClr val="tx1"/>
              </a:solidFill>
            </a:endParaRPr>
          </a:p>
          <a:p>
            <a:r>
              <a:rPr lang="en-US" altLang="zh-CN" sz="2000" b="1" dirty="0">
                <a:solidFill>
                  <a:schemeClr val="tx1"/>
                </a:solidFill>
              </a:rPr>
              <a:t>5</a:t>
            </a:r>
            <a:r>
              <a:rPr lang="zh-CN" altLang="zh-CN" sz="2000" b="1" dirty="0">
                <a:solidFill>
                  <a:schemeClr val="tx1"/>
                </a:solidFill>
              </a:rPr>
              <a:t>．</a:t>
            </a:r>
            <a:r>
              <a:rPr lang="zh-CN" altLang="zh-CN" sz="2400" b="1" dirty="0">
                <a:solidFill>
                  <a:schemeClr val="tx1"/>
                </a:solidFill>
              </a:rPr>
              <a:t>实验总结</a:t>
            </a:r>
            <a:endParaRPr lang="en-US" altLang="zh-CN" sz="2400" b="1" dirty="0">
              <a:solidFill>
                <a:schemeClr val="tx1"/>
              </a:solidFill>
            </a:endParaRPr>
          </a:p>
          <a:p>
            <a:r>
              <a:rPr lang="zh-CN" altLang="en-US" sz="2000" dirty="0">
                <a:solidFill>
                  <a:schemeClr val="tx1"/>
                </a:solidFill>
              </a:rPr>
              <a:t>            </a:t>
            </a:r>
            <a:r>
              <a:rPr lang="zh-CN" altLang="zh-CN" sz="2000" dirty="0">
                <a:solidFill>
                  <a:schemeClr val="tx1"/>
                </a:solidFill>
              </a:rPr>
              <a:t>遇到的问题，问题的解决过程</a:t>
            </a:r>
            <a:r>
              <a:rPr lang="zh-CN" altLang="en-US" sz="2000" dirty="0">
                <a:solidFill>
                  <a:schemeClr val="tx1"/>
                </a:solidFill>
              </a:rPr>
              <a:t>，</a:t>
            </a:r>
            <a:r>
              <a:rPr lang="zh-CN" altLang="zh-CN" sz="2000" dirty="0">
                <a:solidFill>
                  <a:schemeClr val="tx1"/>
                </a:solidFill>
              </a:rPr>
              <a:t>总结实验心得体会</a:t>
            </a:r>
          </a:p>
          <a:p>
            <a:r>
              <a:rPr lang="en-US" altLang="zh-CN" sz="2000" b="1" dirty="0">
                <a:solidFill>
                  <a:schemeClr val="tx1"/>
                </a:solidFill>
              </a:rPr>
              <a:t>6. </a:t>
            </a:r>
            <a:r>
              <a:rPr lang="zh-CN" altLang="en-US" sz="2000" b="1" dirty="0">
                <a:solidFill>
                  <a:schemeClr val="tx1"/>
                </a:solidFill>
              </a:rPr>
              <a:t>  </a:t>
            </a:r>
            <a:r>
              <a:rPr lang="zh-CN" altLang="zh-CN" sz="2400" b="1" dirty="0">
                <a:solidFill>
                  <a:schemeClr val="tx1"/>
                </a:solidFill>
              </a:rPr>
              <a:t>源代码</a:t>
            </a:r>
            <a:endParaRPr lang="en-US" altLang="zh-CN" sz="2400" b="1" dirty="0">
              <a:solidFill>
                <a:schemeClr val="tx1"/>
              </a:solidFill>
            </a:endParaRPr>
          </a:p>
          <a:p>
            <a:r>
              <a:rPr lang="zh-CN" altLang="en-US" sz="2000" b="1" dirty="0">
                <a:solidFill>
                  <a:schemeClr val="tx1"/>
                </a:solidFill>
              </a:rPr>
              <a:t>            </a:t>
            </a:r>
            <a:r>
              <a:rPr lang="zh-CN" altLang="zh-CN" sz="2000" dirty="0">
                <a:solidFill>
                  <a:schemeClr val="tx1"/>
                </a:solidFill>
              </a:rPr>
              <a:t>项目所有源程序清单</a:t>
            </a:r>
            <a:r>
              <a:rPr lang="zh-CN" altLang="en-US" sz="2000" dirty="0">
                <a:solidFill>
                  <a:schemeClr val="tx1"/>
                </a:solidFill>
              </a:rPr>
              <a:t>，</a:t>
            </a:r>
            <a:r>
              <a:rPr lang="zh-CN" altLang="zh-CN" sz="2000" dirty="0">
                <a:solidFill>
                  <a:schemeClr val="tx1"/>
                </a:solidFill>
              </a:rPr>
              <a:t>应有充分的</a:t>
            </a:r>
            <a:r>
              <a:rPr lang="zh-CN" altLang="zh-CN" sz="2000" dirty="0" smtClean="0">
                <a:solidFill>
                  <a:schemeClr val="tx1"/>
                </a:solidFill>
              </a:rPr>
              <a:t>注释</a:t>
            </a:r>
            <a:endParaRPr lang="en-US" altLang="zh-CN" sz="2000" dirty="0" smtClean="0">
              <a:solidFill>
                <a:schemeClr val="tx1"/>
              </a:solidFill>
            </a:endParaRPr>
          </a:p>
          <a:p>
            <a:r>
              <a:rPr lang="zh-CN" altLang="en-US" sz="2000" dirty="0">
                <a:solidFill>
                  <a:schemeClr val="tx1"/>
                </a:solidFill>
              </a:rPr>
              <a:t> </a:t>
            </a:r>
            <a:r>
              <a:rPr lang="zh-CN" altLang="en-US" sz="2000" dirty="0" smtClean="0">
                <a:solidFill>
                  <a:schemeClr val="tx1"/>
                </a:solidFill>
              </a:rPr>
              <a:t>           </a:t>
            </a:r>
            <a:r>
              <a:rPr lang="zh-CN" altLang="en-US" sz="2000" dirty="0" smtClean="0">
                <a:solidFill>
                  <a:srgbClr val="FF0000"/>
                </a:solidFill>
              </a:rPr>
              <a:t>不要</a:t>
            </a:r>
            <a:r>
              <a:rPr lang="en-US" altLang="zh-CN" sz="2000" dirty="0" smtClean="0">
                <a:solidFill>
                  <a:srgbClr val="FF0000"/>
                </a:solidFill>
              </a:rPr>
              <a:t>C++</a:t>
            </a:r>
            <a:r>
              <a:rPr lang="zh-CN" altLang="en-US" sz="2000" dirty="0" smtClean="0">
                <a:solidFill>
                  <a:srgbClr val="FF0000"/>
                </a:solidFill>
              </a:rPr>
              <a:t> </a:t>
            </a:r>
            <a:r>
              <a:rPr lang="en-US" altLang="zh-CN" sz="2000" dirty="0" smtClean="0">
                <a:solidFill>
                  <a:srgbClr val="FF0000"/>
                </a:solidFill>
              </a:rPr>
              <a:t>projects</a:t>
            </a:r>
            <a:endParaRPr lang="zh-CN" altLang="zh-CN" sz="2000" dirty="0">
              <a:solidFill>
                <a:srgbClr val="FF0000"/>
              </a:solidFill>
            </a:endParaRPr>
          </a:p>
          <a:p>
            <a:r>
              <a:rPr lang="en-US" altLang="zh-CN" sz="2000" b="1" dirty="0">
                <a:solidFill>
                  <a:schemeClr val="tx1"/>
                </a:solidFill>
              </a:rPr>
              <a:t> </a:t>
            </a:r>
            <a:endParaRPr lang="zh-CN" altLang="zh-CN" sz="2000" dirty="0">
              <a:solidFill>
                <a:schemeClr val="tx1"/>
              </a:solidFill>
            </a:endParaRPr>
          </a:p>
          <a:p>
            <a:pPr>
              <a:lnSpc>
                <a:spcPts val="3700"/>
              </a:lnSpc>
              <a:tabLst/>
            </a:pPr>
            <a:endParaRPr lang="en-US" altLang="zh-CN" sz="2000" dirty="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3471162"/>
      </p:ext>
    </p:extLst>
  </p:cSld>
  <p:clrMapOvr>
    <a:masterClrMapping/>
  </p:clrMapOvr>
</p:sld>
</file>

<file path=ppt/theme/theme1.xml><?xml version="1.0" encoding="utf-8"?>
<a:theme xmlns:a="http://schemas.openxmlformats.org/drawingml/2006/main" name="Blank Presentation">
  <a:themeElements>
    <a:clrScheme name="">
      <a:dk1>
        <a:srgbClr val="000000"/>
      </a:dk1>
      <a:lt1>
        <a:srgbClr val="0000FF"/>
      </a:lt1>
      <a:dk2>
        <a:srgbClr val="000099"/>
      </a:dk2>
      <a:lt2>
        <a:srgbClr val="000000"/>
      </a:lt2>
      <a:accent1>
        <a:srgbClr val="FF9900"/>
      </a:accent1>
      <a:accent2>
        <a:srgbClr val="00FFFF"/>
      </a:accent2>
      <a:accent3>
        <a:srgbClr val="AAAAFF"/>
      </a:accent3>
      <a:accent4>
        <a:srgbClr val="000000"/>
      </a:accent4>
      <a:accent5>
        <a:srgbClr val="FFCAAA"/>
      </a:accent5>
      <a:accent6>
        <a:srgbClr val="00E7E7"/>
      </a:accent6>
      <a:hlink>
        <a:srgbClr val="FF0033"/>
      </a:hlink>
      <a:folHlink>
        <a:srgbClr val="969696"/>
      </a:folHlink>
    </a:clrScheme>
    <a:fontScheme name="Blank Presentation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3200" b="0" i="0" u="none" strike="noStrike" cap="none" normalizeH="0" baseline="0" smtClean="0">
            <a:ln>
              <a:noFill/>
            </a:ln>
            <a:solidFill>
              <a:srgbClr val="FFFF00"/>
            </a:solidFill>
            <a:effectLst/>
            <a:latin typeface="Times New Roman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3200" b="0" i="0" u="none" strike="noStrike" cap="none" normalizeH="0" baseline="0" smtClean="0">
            <a:ln>
              <a:noFill/>
            </a:ln>
            <a:solidFill>
              <a:srgbClr val="FFFF00"/>
            </a:solidFill>
            <a:effectLst/>
            <a:latin typeface="Times New Roman" charset="0"/>
          </a:defRPr>
        </a:defPPr>
      </a:lstStyle>
    </a:lnDef>
  </a:objectDefaults>
  <a:extraClrSchemeLst>
    <a:extraClrScheme>
      <a:clrScheme name="Blank Presentation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/>
  <Words>389</Words>
  <Application>Microsoft Macintosh PowerPoint</Application>
  <PresentationFormat>全屏显示(4:3)</PresentationFormat>
  <Paragraphs>75</Paragraphs>
  <Slides>10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7" baseType="lpstr">
      <vt:lpstr>Monotype Sorts</vt:lpstr>
      <vt:lpstr>Times New Roman</vt:lpstr>
      <vt:lpstr>Wingdings</vt:lpstr>
      <vt:lpstr>隶书</vt:lpstr>
      <vt:lpstr>宋体</vt:lpstr>
      <vt:lpstr>Arial</vt:lpstr>
      <vt:lpstr>Blank Presentation</vt:lpstr>
      <vt:lpstr>PowerPoint 演示文稿</vt:lpstr>
      <vt:lpstr>About me</vt:lpstr>
      <vt:lpstr>Prerequisites</vt:lpstr>
      <vt:lpstr>What The Course Is About</vt:lpstr>
      <vt:lpstr>How The Course is Organized</vt:lpstr>
      <vt:lpstr>Venues</vt:lpstr>
      <vt:lpstr>Evaluation</vt:lpstr>
      <vt:lpstr>Evaluation</vt:lpstr>
      <vt:lpstr>The Project Report</vt:lpstr>
      <vt:lpstr>PowerPoint 演示文稿</vt:lpstr>
    </vt:vector>
  </TitlesOfParts>
  <LinksUpToDate>false</LinksUpToDate>
  <SharedDoc>false</SharedDoc>
  <HyperlinksChanged>false</HyperlinksChanged>
  <AppVersion>15.0038</AppVersion>
</Properties>
</file>

<file path=docProps/core.xml><?xml version="1.0" encoding="utf-8"?>
<cp:coreProperties xmlns:cp="http://schemas.openxmlformats.org/package/2006/metadata/core-properties" xmlns:dc="http://purl.org/dc/elements/1.1/">
  <dc:title>Data Representation Methods</dc:title>
  <cp:revision>410</cp:revision>
</cp:coreProperties>
</file>