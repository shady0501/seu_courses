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3"/>
    <p:sldId id="262" r:id="rId4"/>
    <p:sldId id="256" r:id="rId5"/>
    <p:sldId id="257" r:id="rId6"/>
    <p:sldId id="258" r:id="rId7"/>
    <p:sldId id="259" r:id="rId8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9" r:id="rId56"/>
    <p:sldId id="328" r:id="rId57"/>
    <p:sldId id="330" r:id="rId58"/>
    <p:sldId id="331" r:id="rId59"/>
    <p:sldId id="332" r:id="rId60"/>
    <p:sldId id="333" r:id="rId61"/>
    <p:sldId id="334" r:id="rId62"/>
    <p:sldId id="335" r:id="rId63"/>
    <p:sldId id="337" r:id="rId64"/>
    <p:sldId id="338" r:id="rId65"/>
    <p:sldId id="339" r:id="rId66"/>
    <p:sldId id="340" r:id="rId67"/>
    <p:sldId id="341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  <p:sldId id="351" r:id="rId77"/>
    <p:sldId id="352" r:id="rId78"/>
    <p:sldId id="353" r:id="rId79"/>
    <p:sldId id="355" r:id="rId80"/>
    <p:sldId id="354" r:id="rId81"/>
    <p:sldId id="356" r:id="rId82"/>
    <p:sldId id="357" r:id="rId83"/>
    <p:sldId id="358" r:id="rId8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83784" autoAdjust="0"/>
  </p:normalViewPr>
  <p:slideViewPr>
    <p:cSldViewPr snapToGrid="0">
      <p:cViewPr varScale="1">
        <p:scale>
          <a:sx n="107" d="100"/>
          <a:sy n="107" d="100"/>
        </p:scale>
        <p:origin x="84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080" units="cm"/>
          <inkml:channel name="T" type="integer" max="2147480000" units="dev"/>
        </inkml:traceFormat>
        <inkml:channelProperties>
          <inkml:channelProperty channel="X" name="resolution" value="38.03863" units="1/cm"/>
          <inkml:channelProperty channel="Y" name="resolution" value="38.02817" units="1/cm"/>
          <inkml:channelProperty channel="T" name="resolution" value="1" units="1/dev"/>
        </inkml:channelProperties>
      </inkml:inkSource>
      <inkml:timestamp xml:id="ts0" timeString="2021-12-14T17:35:36"/>
    </inkml:context>
    <inkml:brush xml:id="br0">
      <inkml:brushProperty name="width" value="0.035" units="cm"/>
      <inkml:brushProperty name="height" value="0.035" units="cm"/>
      <inkml:brushProperty name="color" value="#ffffff"/>
      <inkml:brushProperty name="fitToCurve" value="1"/>
    </inkml:brush>
    <inkml:brush xml:id="br1">
      <inkml:brushProperty name="width" value="0.21167" units="cm"/>
      <inkml:brushProperty name="height" value="0.21167" units="cm"/>
      <inkml:brushProperty name="color" value="#ffffff"/>
      <inkml:brushProperty name="fitToCurve" value="1"/>
    </inkml:brush>
  </inkml:definitions>
  <inkml:trace contextRef="#ctx0" brushRef="#br0">429.000 1959.000 0,'61.000'0.000'15,"-31.000"0.000"-15,1.000 0.000 16,0.000 30.000-1,-31.000 1.000 1,0.000 30.000-16,0.000-30.000 16,0.000 30.000-16,-92.000 0.000 15,61.000-30.000-15,-30.000-1.000 16,-31.000 31.000-16,62.000-30.000 16,-32.000 0.000-16,-29.000-1.000 15,29.000-30.000 1,1.000 0.000-16,92.000-61.000 31,61.000 0.000-31,91.000-62.000 16,-122.000 93.000-16,123.000-93.000 15,-31.000 32.000-15,-61.000 91.000 16,30.000-62.000-16,-30.000 62.000 16,0.000 0.000-1,-92.000 31.000 32,0.000 0.000-47,-61.000-1.000 16,30.000 31.000-16,-30.000-30.000 15,-31.000 30.000-15,31.000-30.000 16,0.000-31.000 0,30.000 0.000-16,0.000 0.000 15,31.000-61.000 1,0.000-62.000-1,62.000 62.000-15,-32.000 0.000 16,62.000 0.000-16,-31.000-1.000 16,0.000 62.000-16,1.000-30.000 15,-32.000 30.000 1,1.000 0.000 0,-31.000 30.000 15,0.000 62.000-31,-92.000 0.000 15,61.000-61.000-15,-60.000 30.000 16,-1.000-31.000-16,-61.000 32.000 16,30.000-32.000-16,32.000-30.000 15,60.000 0.000-15,0.000 0.000 16,31.000-30.000 0,92.000-62.000-1,31.000 0.000-15,-62.000 61.000 16,31.000-30.000-16,91.000 0.000 15,-60.000 0.000-15,-32.000 30.000 16,-60.000 31.000 0,-31.000 61.000 15,0.000 1.000-15,-31.000-1.000-16,1.000-31.000 15,-62.000 62.000-15,31.000-31.000 0,-31.000 31.000 16,31.000-61.000-16,30.000-1.000 15,1.000-30.000 1,91.000-30.000 31,-31.000-31.000-47,62.000 30.000 16,-31.000-30.000-16,1.000 30.000 15,-1.000-30.000-15,-31.000 61.000 16,-30.000 31.000 31,0.000-1.000-47,0.000 1.000 15,-30.000-31.000 1,-1.000 30.000-16,-30.000-30.000 16,0.000 0.000-16</inkml:trace>
  <inkml:trace contextRef="#ctx0" brushRef="#br1">765.000 2112.000 0,'-30.000'30.000'47,"-1.000"-30.000"-16,-61.000 0.000-31,62.000 0.000 15,-1.000-30.000-15,0.000-1.000 16,31.000-61.000 0,0.000 0.000-16,0.000-30.000 15,31.000 61.000-15,30.000-31.000 16,31.000 61.000-16,-61.000 1.000 16,30.000 30.000-16,-31.000 0.000 15,32.000 0.000-15,-32.000 0.000 0,1.000 30.000 16,-1.000 1.000-1,-30.000 0.000-15,31.000 30.000 16,0.000 0.000-16,-31.000 0.000 16,0.000 31.000-16,0.000-31.000 15,0.000 0.000-15,0.000-30.000 16,-31.000 30.000-16,0.000-61.000 31,1.000 0.000-15,-1.000 0.000-1,-30.000-61.000-15,30.000-123.000 16,1.000 62.000-16,30.000 30.000 16,0.000 0.000-16,0.000 31.000 0,0.000 31.000 15,30.000-1.000-15,1.000 31.000 16,0.000 0.000-16,-1.000 0.000 16,1.000 31.000-1,-1.000-1.000 1,-30.000 31.000-16,31.000 31.000 15,-31.000-31.000-15,0.000 31.000 16,0.000 0.000-16,-31.000-31.000 16,-30.000 31.000-16,61.000-61.000 15,-61.000-1.000-15,0.000 1.000 16,30.000-31.000 0,1.000 0.000-1,-1.000-31.000 1,0.000-61.000-16,31.000 1.000 0,0.000-1.000 15,0.000 0.000-15,0.000 61.000 16,31.000 1.000-16,0.000-1.000 16,-1.000 31.000-16,1.000 0.000 15,-1.000 0.000 1,1.000 31.000 0,-31.000 61.000-16,31.000-31.000 15,-31.000 61.000-15,0.000-61.000 16,0.000 31.000-16,0.000 0.000 15,0.000-31.000-15,0.000 0.000 16,-31.000-30.000-16,0.000-31.000 31,31.000-61.000-15,-30.000-92.000-16,30.000-61.000 16,-31.000-123.000-16,31.000 62.000 15,0.000 91.000-15,0.000 62.000 16,0.000 30.000-16,31.000 0.000 15,30.000 31.000-15,-30.000 0.000 16,-1.000 61.000 15,1.000 0.000-15,-1.000 91.000-16,1.000 1.000 16,0.000 31.000-16,-1.000-1.000 15,1.000 0.000-15,-31.000-91.000 0,0.000 30.000 16,0.000-30.000-1,0.000-1.000 1,-31.000-183.000 15,1.000 0.000-15,30.000-30.000-16,-31.000 60.000 16,31.000 32.000-16,0.000-1.000 15,0.000 31.000-15,0.000 30.000 16,0.000 62.000 46,31.000 60.000-62,-1.000 1.000 16,1.000 0.000-16,-31.000 61.000 16,0.000-61.000-16,0.000 0.000 15,0.000-31.000 1,0.000-31.000-16,0.000-91.000 62,-31.000-31.000-46,1.000 31.000-16,30.000-31.000 16,0.000-30.000-1,0.000 61.000-15,0.000 30.000 0,0.000-30.000 16,0.000 0.000-16,0.000 0.000 15,0.000 30.000-15,0.000 0.000 16,0.000 1.000-16,0.000-1.000 31,0.000 1.000 1,0.000-1.000-17,0.000 0.000 1,0.000 1.000-1,0.000-1.000 1,0.000 0.000 0,0.000 1.000-16,0.000-1.000 31,0.000 1.000-31,0.000-1.000 234,0.000 0.000-202,0.000 1.000-17,0.000-1.000-15,0.000 1.000 31,0.000-1.000 16,30.000 62.000 172,-30.000-1.000-203,0.000 1.000-16,0.000-1.000 15,0.000 1.000 1,0.000 0.000-16,0.000-1.000 31,0.000 1.000-31,0.000-1.000 16,0.000 1.000-1,0.000 0.000-15,0.000-1.000 16,0.000 1.000 0,0.000 0.000-16,0.000-1.000 15,0.000 1.000 1,0.000-1.000-16,0.000 1.000 16,0.000 0.000-16,0.000-1.000 15,0.000 31.000-15,0.000 1.000 16,0.000-32.000-16,0.000 31.000 15,0.000-30.000-15,0.000 30.000 16,0.000-30.000-16,0.000-1.000 16,0.000 32.000-16,0.000 29.000 15,0.000-29.000 1,0.000-1.000-16,0.000 31.000 16,0.000-31.000-16,0.000 31.000 0,0.000-1.000 15,0.000 62.000-15,0.000-61.000 16,0.000 61.000-16,0.000-92.000 15,0.000 31.000-15,-30.000 61.000 16,30.000-61.000 0,-31.000 61.000-16,0.000-31.000 15,31.000-91.000-15,-30.000 30.000 16,-1.000-30.000-16,31.000-1.000 16,-30.000-30.000-1,-1.000-30.000 16,31.000-62.000-31,0.000-30.000 16,0.000-184.000-16,0.000 122.000 0,0.000 62.000 16,0.000 30.000-16,0.000 31.000 15,31.000-1.000-15,-1.000 62.000 47,1.000 0.000-31,-31.000 31.000-16,0.000 30.000 15,0.000 31.000-15,0.000-31.000 16,0.000 0.000-16,-31.000 1.000 16,1.000-1.000-16,-62.000 31.000 15,61.000-62.000-15,1.000 1.000 16,-32.000-31.000 15,62.000-31.000-31,-61.000-91.000 16,31.000-1.000-16,30.000-60.000 15,0.000 91.000-15,0.000 31.000 16,91.000 0.000 0,-60.000 30.000-16,0.000 0.000 15,-1.000 31.000 17,-30.000 31.000-32,31.000 0.000 15,-1.000 30.000-15,1.000 31.000 16,-31.000-1.000-16,0.000 1.000 15,0.000 0.000-15,-31.000-31.000 16,-30.000 62.000-16,0.000-62.000 16,0.000 0.000-16,30.000-61.000 15,1.000 0.000-15,-32.000 0.000 32,32.000-31.000-32,-1.000-91.000 15,31.000 0.000-15,0.000-31.000 16,0.000 61.000-16,0.000-31.000 15,31.000-60.000-15,30.000 60.000 16,-30.000 93.000-16,-1.000 30.000 16,1.000 0.000 15,30.000 61.000-15,-30.000 61.000-16,-31.000-30.000 0,0.000 0.000 15,0.000 0.000-15,0.000 0.000 16,0.000 30.000-16,-31.000-91.000 15,0.000-1.000-15,1.000-30.000 63,-31.000-122.000-63,61.000-31.000 16,0.000 30.000-16,0.000 1.000 15,0.000 30.000-15,0.000 31.000 16,30.000 61.000 15,1.000 0.000-31,-31.000 31.000 16,30.000 60.000-1,-30.000 1.000-15,0.000 0.000 0,0.000 61.000 16,0.000-31.000-16,-61.000 1.000 16,31.000-62.000-16,-1.000 0.000 15,31.000-30.000 1,-31.000-31.000-1,1.000 0.000 1,-62.000-123.000 0,61.000-30.000-16,1.000-61.000 15,30.000 122.000-15,0.000 31.000 16,0.000 0.000-16,61.000 0.000 16,-30.000 30.000-16,-1.000 31.000 31,1.000 0.000-31,-31.000 31.000 15,30.000-1.000-15,32.000 123.000 16,-62.000-91.000-16,0.000 91.000 16,0.000-62.000-16,0.000-29.000 15,0.000 29.000-15,0.000-29.000 16,0.000-1.000-16,0.000-31.000 16,0.000-60.000 46,0.000-93.000-62,30.000-30.000 16,1.000 31.000-16,-1.000-31.000 0,32.000 92.000 15,-32.000 30.000-15,1.000 1.000 16,-1.000 30.000 0,1.000 0.000-1,0.000 0.000 1,-1.000 30.000-16,-30.000 123.000 15,31.000-61.000-15,-31.000 0.000 16,0.000 0.000-16,0.000-31.000 16,0.000 31.000-16,0.000-1.000 15,0.000-60.000-15,0.000 0.000 16,-31.000-31.000 31,31.000-62.000-47,0.000-60.000 0,0.000-62.000 15,0.000 31.000-15,61.000 62.000 16,-30.000-1.000-16,30.000 31.000 16,-30.000 30.000-16,-1.000 31.000 15,1.000 0.000 17,0.000 31.000-17,-1.000 60.000-15,-30.000 32.000 16,0.000-31.000-16,0.000 30.000 15,0.000 0.000-15,-30.000-30.000 16,-1.000 31.000-16,31.000-93.000 16,0.000 1.000-16,-31.000-31.000 15,-30.000 0.000 17,61.000-92.000-17,0.000-61.000-15,0.000 31.000 16,0.000-1.000-16,31.000 1.000 15,30.000 30.000-15,-30.000 31.000 16,30.000 30.000 0,-31.000 1.000-1,1.000 30.000 1,-31.000 30.000 0,31.000 62.000-16,-1.000-31.000 0,-30.000 92.000 15,0.000-92.000-15,0.000 1.000 16,-30.000-1.000-16,30.000 0.000 15,-31.000-30.000 1,0.000 30.000-16,-30.000-61.000 16,61.000 30.000-16,-30.000-30.000 15,30.000-61.000 32,0.000-31.000-31,0.000 1.000-16,0.000-1.000 15,61.000 61.000-15,-61.000 1.000 16,30.000 30.000-16,-30.000-31.000 16,31.000 31.000-16,0.000 0.000 15,-1.000 31.000-15,-30.000 60.000 16,0.000-29.000-16,0.000 29.000 16,0.000 1.000-16,0.000-31.000 15,-30.000 31.000 1,-1.000-61.000-16,0.000 30.000 15,1.000-61.000-15,-1.000 31.000 16,1.000-31.000 15,-1.000 0.000-15,31.000-92.000-16,0.000 31.000 16,0.000-31.000-16,31.000-31.000 15,-1.000 93.000-15,31.000-31.000 0,-30.000 30.000 16,30.000-30.000-16,-30.000 61.000 15,-1.000 61.000 17,1.000 0.000-32,-31.000 0.000 15,0.000 31.000-15,0.000-31.000 16,0.000 31.000 0,0.000-31.000-16,-31.000 1.000 15,1.000-1.000-15,-1.000-31.000 16,1.000 1.000-16,-1.000 0.000 15,0.000-31.000-15,1.000 0.000 16,-1.000 0.000 0,1.000-31.000-1,-62.000-122.000-15,92.000-61.000 0,0.000 122.000 16,30.000 0.000-16,32.000 31.000 16,-1.000 0.000-16,61.000 0.000 15,-91.000 61.000-15,-1.000 0.000 16,1.000 0.000-16,0.000 0.000 31,-1.000 61.000-15,-30.000 0.000-16,0.000 92.000 15,0.000-92.000-15,0.000 31.000 16,-30.000 61.000-16,-32.000-31.000 16,32.000-91.000-16,-62.000 30.000 15,31.000 31.000-15,0.000-61.000 16,30.000-31.000-16,0.000 0.000 0,1.000 0.000 15,-1.000 0.000 1,1.000-62.000-16,-1.000-60.000 16,31.000 30.000-1,0.000-61.000-15,0.000 61.000 16,31.000 1.000-16,91.000-62.000 16,-30.000 61.000-16,-31.000 0.000 15,-30.000 92.000-15,60.000-61.000 16,-60.000 61.000-1,0.000 61.000 1,-31.000 31.000-16,0.000 0.000 16,0.000 30.000-16,0.000-30.000 15,-31.000-31.000-15,0.000 0.000 0,-60.000 62.000 16,-1.000-32.000 0,61.000-60.000-16,-30.000 0.000 0,0.000-1.000 15,0.000-30.000 1,-31.000 0.000-16,61.000 0.000 15,1.000 0.000-15,-62.000-92.000 16,92.000 1.000-16,-31.000-93.000 16,1.000 62.000-16,30.000 30.000 15,0.000 0.000-15,61.000 0.000 16,0.000 62.000-16,-30.000-1.000 16,60.000 0.000-1,1.000 31.000-15,-61.000 0.000 16,-31.000 31.000-16,30.000 30.000 15,1.000 0.000-15,0.000 1.000 16,-31.000 29.000-16,0.000 1.000 16,-62.000 61.000-16,1.000-92.000 15,0.000 1.000-15,0.000-1.000 16,0.000-31.000 0,30.000-30.000-16,-61.000 0.000 15,62.000 0.000-15,-32.000-30.000 16,32.000-31.000-1,-1.000-31.000-15,1.000 0.000 16,30.000 0.000-16,0.000 0.000 16,30.000 31.000-16,1.000 0.000 0,-1.000 0.000 15,1.000 61.000 1,30.000 0.000-16,-30.000 0.000 31,-31.000 61.000-31,30.000 61.000 16,-30.000-30.000-16,0.000 0.000 15,0.000 0.000-15,-30.000-31.000 16,-31.000 0.000-16,30.000 31.000 16,0.000-92.000-1,1.000 31.000-15,-1.000-31.000 47,1.000-31.000-47,-1.000-122.000 0,31.000 61.000 16,0.000 0.000-16,0.000 31.000 15,0.000 31.000-15,61.000-1.000 16,-30.000 31.000 0,-1.000 0.000-16,32.000 0.000 15,-32.000 0.000 1,1.000 31.000-16,-31.000-1.000 16,30.000 31.000-16,-30.000 1.000 15,0.000-1.000-15,0.000 31.000 16,-30.000-62.000-16,-1.000 1.000 15,1.000-1.000 1,-32.000-30.000-16,32.000 0.000 16,-1.000 0.000-1,1.000 0.000-15,-1.000-61.000 0,0.000-31.000 16,-30.000 31.000-16,61.000-31.000 16,0.000 1.000-16,31.000-62.000 15,-1.000 30.000-15,32.000 93.000 16,-1.000-32.000-1,-31.000 62.000-15,32.000-30.000 16,29.000-1.000-16,1.000 31.000 16,-31.000 0.000-16,-30.000 31.000 15,61.000 61.000-15,-92.000-31.000 16,30.000 31.000-16,-30.000-31.000 16,0.000 31.000-16,0.000-31.000 15,0.000 31.000 1,-30.000-62.000-16,-31.000 62.000 0,30.000-92.000 15,0.000 0.000 17,1.000 0.000-32,-31.000-122.000 15,30.000-31.000-15,31.000-31.000 16,0.000 31.000-16,0.000 92.000 16,31.000 30.000-1,-31.000-30.000-15,61.000 61.000 16,-31.000 0.000-16,1.000 0.000 15,30.000 0.000-15,-30.000 0.000 16,30.000 61.000-16,-30.000 31.000 16,-1.000-61.000-1,31.000 30.000-15,1.000 92.000 0,-62.000-92.000 0,0.000 0.000 16,30.000 0.000 0,1.000 1.000-16,-31.000-1.000 15,0.000-31.000-15,0.000 1.000 16,0.000 0.000-16,0.000-1.000 15,-31.000-30.000 1,-30.000 0.000-16,0.000-30.000 16,30.000 30.000-1,31.000-31.000 1,-61.000-61.000-16,61.000 0.000 16,0.000-30.000-16,0.000 30.000 15,0.000 0.000-15,0.000 31.000 16,31.000 0.000-16,-1.000 30.000 0,1.000 1.000 15,-1.000 30.000-15,1.000 0.000 16,0.000 30.000 0,-1.000 1.000-1,1.000 30.000-15,30.000 31.000 16,-30.000-31.000-16,-31.000 0.000 16,0.000 1.000-16,30.000-32.000 15,-30.000 1.000-15,0.000-1.000 16,0.000 1.000-1,0.000 0.000 1,-30.000-31.000 0,-1.000 0.000-1,-30.000 0.000 1,30.000 0.000 0,1.000-31.000-16,-1.000-30.000 15,0.000 30.000-15,-30.000-61.000 16,61.000 1.000-16,-30.000 60.000 15,-1.000 0.000 1,31.000-30.000-16,-31.000 61.000 31,31.000-30.000-15,0.000-1.000 0,0.000 0.000-1,0.000 1.000 1,62.000-1.000-1,-32.000 31.000 1,1.000 0.000 0,-1.000 0.000-1,1.000 0.000 1,0.000 0.000 0,-1.000 31.000 15,-30.000-1.000 0,0.000 1.000-15,0.000-92.000 46,-30.000 30.000-46,-1.000-30.000-16,0.000 0.000 15,31.000 0.000-15,0.000 30.000 16,31.000 31.000 15,0.000 0.000 1,30.000 0.000-32,-31.000 31.000 15,32.000 30.000-15,-32.000-61.000 0,-30.000 30.000 16,31.000 1.000-16,-1.000 0.000 15,1.000-1.000 1,-31.000 1.000-16,31.000-1.000 31,-31.000 1.000-31,0.000 30.000 16,0.000-30.000 0,0.000-1.000-1,0.000 1.000 1,0.000 0.000 15,-31.000-31.000-31,0.000 30.000 31,1.000-30.000 16,-1.000 0.000-47,31.000-61.000 47,0.000 30.000-31,0.000-30.000-16,0.000 31.000 15,0.000-1.000 1,31.000 0.000-16,-1.000 31.000 47,1.000 62.000-47,-31.000-32.000 0,0.000 62.000 15,0.000 0.000-15,0.000-31.000 16,0.000 0.000 0,0.000 31.000-16,0.000-31.000 15,0.000 31.000-15,0.000-31.000 16,-31.000-30.000-16,31.000-1.000 16,0.000-91.000 46,0.000-61.000-62,0.000-1.000 16,0.000 62.000-16,0.000-31.000 0,0.000 31.000 15,0.000 31.000 1,0.000-1.000 0,0.000 92.000 30,31.000 0.000-30,-31.000 1.000-16,0.000 60.000 16,0.000-91.000-16,0.000 30.000 15,0.000 0.000-15,0.000 0.000 16,0.000-30.000 0,0.000-1.000-1,-31.000-30.000 16,31.000-30.000 1,-30.000-1.000-32,30.000 1.000 15,0.000-1.000-15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080" units="cm"/>
          <inkml:channel name="T" type="integer" max="2147480000" units="dev"/>
        </inkml:traceFormat>
        <inkml:channelProperties>
          <inkml:channelProperty channel="X" name="resolution" value="38.03863" units="1/cm"/>
          <inkml:channelProperty channel="Y" name="resolution" value="38.02817" units="1/cm"/>
          <inkml:channelProperty channel="T" name="resolution" value="1" units="1/dev"/>
        </inkml:channelProperties>
      </inkml:inkSource>
      <inkml:timestamp xml:id="ts0" timeString="2021-12-14T17:40:01"/>
    </inkml:context>
    <inkml:brush xml:id="br0">
      <inkml:brushProperty name="width" value="0.035" units="cm"/>
      <inkml:brushProperty name="height" value="0.035" units="cm"/>
      <inkml:brushProperty name="color" value="#000000"/>
      <inkml:brushProperty name="fitToCurve" value="1"/>
    </inkml:brush>
    <inkml:brush xml:id="br1">
      <inkml:brushProperty name="width" value="0.21167" units="cm"/>
      <inkml:brushProperty name="height" value="0.21167" units="cm"/>
      <inkml:brushProperty name="color" value="#ffffff"/>
      <inkml:brushProperty name="fitToCurve" value="1"/>
    </inkml:brush>
  </inkml:definitions>
  <inkml:trace contextRef="#ctx0" brushRef="#br0">808.000 649.000 0,'-31.000'0.000'109,"1.000"0.000"-109,-1.000-30.000 16,-30.000-31.000-16,0.000-1.000 15,30.000 1.000-15,31.000 31.000 16,-30.000-1.000-16,-1.000 31.000 16,31.000-31.000 15,31.000 31.000 31,-1.000 0.000-30,1.000 0.000 14</inkml:trace>
  <inkml:trace contextRef="#ctx0" brushRef="#br1">381.000 99.000 0,'30.000'61.000'0,"31.000"31.000"16,1.000-1.000-16,60.000 93.000 16,-61.000-92.000-16,0.000 30.000 15,-30.000-61.000-15,30.000 31.000 16,0.000 31.000-16,1.000-31.000 16,-32.000-31.000-16,1.000-31.000 15,-1.000 32.000-15,1.000-32.000 16,-31.000 1.000-16,0.000-62.000 78,-61.000 1.000-78,-31.000-32.000 16,31.000-60.000-16,-62.000-62.000 15,32.000 92.000 1,29.000-30.000-16,32.000 61.000 15,30.000 30.000 1,30.000 62.000 31,32.000-1.000-31,-1.000 62.000-16,31.000 61.000 15,-1.000-61.000-15,-29.000 31.000 16,-32.000-62.000-1,31.000 31.000 1,-91.000-123.000 47,-31.000 0.000-63,-92.000-91.000 15,61.000 30.000-15,31.000 31.000 16,-1.000-62.000-16,-29.000 62.000 15,29.000-61.000 1,32.000 91.000-16,-1.000 1.000 0,1.000-32.000 16,-1.000 62.000-16,31.000-30.000 15,0.000-1.000 126,0.000 1.000-125,0.000-1.000-1,0.000 0.000 1,0.000 1.000-1,0.000-1.000 1,-31.000 1.000 0,31.000-1.000-1,-30.000 31.000-15,-1.000 0.000 32,31.000-31.000-32,-31.000 31.000 31,31.000-30.000-31,0.000-1.000 47,-30.000 31.000 46,-1.000-30.000-14,1.000 30.000-48,30.000-31.000-31,-31.000 0.000 219,31.000 1.000-157,-31.000 30.000-31,62.000 0.000 360,-31.000 30.000-391,31.000-30.000 16,-1.000 31.000-1,1.000 0.000 1,-1.000-1.000 31,-30.000 1.000-32,31.000-31.000-15,0.000 30.000 16,-31.000 1.000 0,30.000-31.000-16,-30.000 31.000 15,31.000-1.000-15,0.000 1.000 16,-1.000-1.000-16,-30.000 1.000 15,31.000 0.000-15,-1.000-31.000 16,-30.000 61.000 0,62.000-31.000-16,-62.000 1.000 15,30.000 30.000-15,31.000 0.000 16,-30.000-61.000-16,-31.000 62.000 16,61.000-32.000-16,-61.000 1.000 15,31.000-1.000-15,30.000 1.000 16,-30.000 61.000-16,30.000-61.000 15,0.000 30.000 1,31.000 61.000-16,-31.000-30.000 16,92.000 61.000-16,-61.000-61.000 15,-31.000-31.000-15,-30.000 0.000 16,60.000 0.000-16,-60.000 31.000 16,30.000-61.000-16,-30.000 30.000 15,-1.000 0.000-15,1.000 0.000 16,30.000-30.000-1,-30.000 30.000-15,-1.000-30.000 16,1.000-1.000-16,-31.000 32.000 16,31.000-62.000-16,-31.000 61.000 15,30.000-31.000 1,1.000 1.000 0,-31.000 0.000-16,0.000-1.000 31,0.000-91.000 16,0.000-61.000-47,0.000-31.000 15,-31.000-123.000-15,1.000 154.000 16,-1.000 30.000-16,31.000 31.000 16,0.000 30.000-1,0.000-30.000-15,31.000 153.000 63,-1.000 30.000-63,31.000 62.000 0,-30.000-31.000 15,0.000 61.000 1,-31.000 0.000-16,0.000-91.000 16,0.000-32.000-16,0.000 1.000 15,0.000-61.000-15,-31.000-31.000 31,31.000-92.000-15,0.000-275.000 0,0.000 183.000-1,0.000-152.000-15,0.000 152.000 16,31.000 123.000-16,30.000 30.000 16,-31.000-30.000-16,1.000 61.000 15,0.000 0.000-15,-1.000 0.000 16,1.000 31.000-1,-31.000 60.000-15,30.000 124.000 0,-30.000-32.000 16,0.000 123.000 0,-91.000-30.000-16,29.000-62.000 15,-29.000-31.000-15,-93.000 62.000 16,62.000-92.000 0,-123.000 0.000-16,214.000-153.000 15,1.000 0.000-15,30.000-92.000 16,-31.000-305.000-1,31.000 29.000 1,31.000 1.000-16,60.000 153.000 16,1.000 61.000-16,-61.000 153.000 15,183.000-92.000-15,-92.000 62.000 0,-91.000 30.000 16,0.000 0.000 0,30.000 0.000-16,-31.000 61.000 15,62.000 184.000-15,-92.000-31.000 16,0.000 0.000-1,-30.000-92.000-15,-62.000 62.000 16,0.000 0.000-16,31.000-62.000 16,-31.000-61.000-16,31.000-30.000 15,30.000-62.000 17,-30.000-305.000-17,30.000 183.000-15,31.000-306.000 16,31.000 0.000-16,61.000 336.000 15,-62.000 62.000-15,93.000 0.000 16,-62.000 0.000-16,-30.000 61.000 16,-1.000 0.000-16,1.000 30.000 15,-1.000 62.000 1,-30.000 30.000-16,0.000 62.000 16,-30.000 91.000-1,-62.000-30.000-15,0.000-92.000 16,0.000 0.000-16,62.000-122.000 15,-31.000 61.000-15,30.000-92.000 16,0.000 0.000 0,1.000 0.000-1,30.000-215.000 1,0.000 32.000-16,0.000-93.000 0,122.000 32.000 16,-91.000 152.000-16,91.000-31.000 15,-30.000 62.000 1,30.000 61.000-16,-91.000 0.000 15,0.000 31.000 1,-1.000 61.000-16,-30.000 61.000 16,0.000 0.000-16,0.000-62.000 15,-30.000 32.000 1,-32.000 30.000-16,1.000-92.000 16,31.000 0.000-16,-1.000-61.000 15,31.000 31.000-15,-31.000-62.000 31,31.000-152.000-15,31.000-1.000-16,61.000 31.000 16,-31.000 92.000-16,-30.000 30.000 15,-1.000-30.000-15,1.000 61.000 16,-1.000 0.000-16,1.000 61.000 31,-31.000 92.000-31,0.000-30.000 16,0.000 121.000-16,-61.000-60.000 15,0.000 0.000 1,-31.000 30.000-16,31.000-153.000 16,-123.000 123.000-16,123.000-93.000 15,61.000-121.000 17,0.000-337.000-32,153.000 30.000 15,-31.000 31.000 1,1.000 92.000-16,60.000 0.000 0,-91.000 61.000 15,61.000 61.000 1,-31.000 0.000-16,-91.000 123.000 31,-31.000 60.000-15,0.000 32.000-16,0.000-31.000 16,-31.000 30.000-16,-60.000 62.000 15,29.000-93.000-15,1.000 32.000 0,0.000-93.000 31,-61.000 32.000-31,91.000-62.000 16,0.000 0.000-16,1.000 0.000 16,-1.000 0.000-1,31.000-92.000 1,0.000 31.000-16,0.000-92.000 16,31.000 30.000-16,61.000 62.000 15,-62.000 30.000 1,31.000-30.000-16,1.000 0.000 15,-32.000 30.000-15,-30.000 93.000 47,-61.000 29.000-31,-61.000 62.000-16,-62.000 31.000 0,123.000-92.000 16,-153.000 30.000-1,91.000-61.000-15,31.000-30.000 16,62.000 0.000-16,30.000-123.000 31,0.000 0.000-15,61.000-30.000-16,31.000 30.000 15,0.000-61.000-15,30.000 61.000 16,31.000 0.000 0,-92.000 62.000-16,-30.000-1.000 0,-1.000 31.000 15,1.000 0.000 1,-31.000 61.000-1,0.000 92.000-15,-92.000-61.000 16,0.000 61.000-16,-61.000 31.000 16,0.000-31.000-16,-30.000 0.000 15,60.000-92.000 1,62.000-61.000-16,31.000 30.000 16,-1.000-30.000-16,0.000-30.000 15,31.000-154.000 1,-30.000 62.000-16,30.000-123.000 15,0.000-122.000-15,0.000 91.000 16,61.000 32.000 0,0.000 29.000-16,31.000-29.000 15,-61.000 182.000-15,-31.000 32.000 0,0.000-1.000 16,0.000 62.000 15,-62.000 122.000-31,-60.000 30.000 16,30.000 1.000-16,31.000-31.000 15,-61.000-31.000-15,-1.000 1.000 16,-30.000-1.000 0,92.000-91.000-16,61.000-154.000 47,61.000-91.000-47,62.000-61.000 15,30.000 30.000-15,-92.000 123.000 0,184.000-185.000 16,-62.000 154.000-1,31.000-30.000 1,-183.000 183.000-16,-31.000 61.000 31,0.000 61.000-15,-61.000 123.000-16,0.000-61.000 16,-123.000 122.000-16,92.000-122.000 15,-91.000 60.000-15,30.000-91.000 16,91.000-61.000-1,1.000-61.000-15,61.000-1.000 16,0.000-152.000 15,31.000-123.000-31,30.000 31.000 0,123.000-123.000 16,-31.000 62.000-16,91.000-31.000 16,-29.000 183.000-1,-124.000 62.000-15,1.000 0.000 16,-61.000 61.000-16,-31.000 31.000 31,0.000 213.000-15,-31.000 1.000-16,-30.000-92.000 15,-61.000 215.000-15,-31.000-154.000 16,30.000 0.000 0,31.000-61.000-16,1.000-31.000 15,60.000-122.000-15,31.000-30.000 31,61.000-184.000-15,0.000-1.000-16,123.000-152.000 16,-31.000 30.000-16,61.000 93.000 15,-30.000 121.000 1,-1.000 31.000-16,-121.000 92.000 16,-1.000 0.000-16,-31.000 153.000 31,-30.000 0.000-31,-30.000 123.000 15,-62.000-62.000-15,-61.000 123.000 16,61.000-184.000-16,-122.000 183.000 16,153.000-213.000-1,-92.000 60.000-15,0.000-91.000 0,122.000-61.000 16,31.000-1.000-16,-30.000-30.000 16,30.000-30.000-1,0.000-62.000-15,0.000-245.000 16,0.000 62.000-16,0.000 122.000 15,91.000-245.000-15,1.000 215.000 16,31.000 60.000 0,-1.000 1.000-16,-91.000 122.000 15,-31.000 30.000 17,0.000 123.000-17,-62.000 184.000-15,-29.000-153.000 16,-1.000-62.000-16,-92.000 123.000 0,92.000-123.000 15,-30.000 1.000 1,122.000-93.000 0,-31.000-30.000-16,31.000-92.000 31,153.000-183.000-15,-30.000 61.000-16,91.000 30.000 15,-30.000 62.000-15,152.000 30.000 16,-213.000 61.000-1,152.000 31.000-15,-183.000 0.000 16,-61.000 62.000-16,-1.000-1.000 16,-30.000 0.000-16,0.000 31.000 15,0.000 61.000-15,-92.000 30.000 0,31.000-30.000 16,-61.000 62.000-16,-1.000-32.000 16,1.000-30.000-1,-62.000 31.000-15,123.000-123.000 16,61.000-30.000-16,0.000-184.000 47,92.000-92.000-32,61.000 31.000-15,30.000 61.000 16,1.000 30.000-16,0.000 62.000 16,-31.000 30.000-1,-31.000 1.000-15,-122.000 122.000 47,0.000-1.000-47,-30.000 1.000 16,-1.000 0.000-16,-61.000 61.000 15,31.000-61.000-15,-31.000 30.000 16,-30.000-30.000 0,-62.000 61.000-16,153.000-122.000 15,31.000-154.000 32,31.000-91.000-47,61.000 61.000 16,0.000-31.000-16,-31.000 93.000 15,31.000-32.000 1,-31.000 62.000-16,0.000 30.000 0,-30.000 31.000 16,-31.000 92.000 15,0.000 31.000-16,-61.000-32.000-15,30.000 62.000 16,-30.000-30.000-16,-31.000-1.000 16,0.000-30.000-1,-61.000 30.000-15,61.000-60.000 16,31.000-1.000-16,0.000-31.000 16,30.000-30.000-16,31.000-122.000 31,0.000 0.000-16,0.000-1.000-15,61.000 31.000 16,1.000 1.000-16,-1.000 29.000 16,-31.000 1.000-16,32.000 0.000 15,-32.000 61.000 1,-30.000 31.000 15,0.000 30.000-15,0.000 31.000-16,-61.000 61.000 15,-31.000 0.000-15,62.000-92.000 16,-123.000 61.000-16,122.000-61.000 16,-61.000-30.000-16,62.000 30.000 0,-32.000-61.000 15,32.000 0.000 17,30.000-61.000-32,30.000-31.000 15,1.000 0.000-15,61.000 31.000 16,0.000-31.000-1,-31.000 62.000-15,61.000-93.000 16,1.000 62.000-16,-32.000 31.000 16,-60.000 30.000-16,0.000 0.000 15,-31.000 30.000 17,0.000 31.000-32,0.000 31.000 15,0.000 0.000-15,-31.000 0.000 16,-91.000 91.000-16,60.000-121.000 15,-29.000 29.000-15,29.000-29.000 0,-29.000-1.000 16,-32.000 0.000-16,62.000-61.000 16,61.000-31.000 15,0.000-152.000-15,0.000-1.000-16,92.000-152.000 15,30.000 183.000-15,-61.000 91.000 16,92.000-91.000-16,0.000 62.000 15,1.000 29.000-15,-1.000 62.000 16,-62.000 0.000-16,-60.000 0.000 16,30.000 31.000-16,-61.000 61.000 15,0.000-31.000-15,0.000 31.000 16,0.000 0.000-16,0.000-1.000 16,-61.000 1.000-16,0.000 31.000 15,0.000-62.000-15,-1.000 0.000 16,-29.000 0.000-16,-1.000-30.000 15,-92.000-31.000-15,62.000 0.000 16,-31.000 0.000-16,61.000-92.000 16,0.000 0.000-16,-30.000-61.000 15,60.000 0.000 1,62.000 0.000-16,0.000 61.000 16,62.000 1.000-16,29.000-32.000 15,1.000 62.000-15,61.000 0.000 16,-30.000 0.000-16,-32.000 61.000 0,62.000 0.000 15,-30.000 0.000-15,-62.000 0.000 16,-30.000 61.000 0,30.000 31.000-16,-30.000-1.000 15,-31.000-29.000-15,0.000 29.000 16,0.000-29.000-16,-62.000 29.000 16,1.000-29.000-16,0.000-1.000 15,-62.000 0.000-15,32.000-61.000 16,-62.000 31.000-16,0.000-31.000 15,-31.000-31.000 1,92.000-61.000-16,-30.000 31.000 16,122.000 0.000-16,-61.000-31.000 15,30.000-30.000-15,31.000-1.000 0,31.000 1.000 16,60.000 30.000-16,1.000 31.000 16,0.000 0.000-16,0.000 30.000 15,122.000 31.000-15,-92.000 0.000 16,-60.000 0.000-1,91.000 92.000-15,-123.000-31.000 16,32.000 31.000-16,-62.000 0.000 16,30.000-31.000-16,-30.000 0.000 15,0.000 31.000-15,0.000-31.000 16,-61.000-30.000-16,30.000 30.000 16,-30.000-61.000-16,-31.000 30.000 15,31.000-30.000 1,0.000 0.000-16,30.000 0.000 15,-30.000 0.000-15,0.000 0.000 16,61.000-61.000-16,-61.000-31.000 0,30.000 1.000 16,31.000-1.000-16,31.000 31.000 15,-1.000-1.000-15,31.000 32.000 16,31.000-1.000-16,0.000 31.000 16,0.000 0.000-1,61.000 31.000-15,-122.000-1.000 16,30.000 32.000-16,31.000-32.000 15,-62.000 62.000-15,1.000-61.000 16,-1.000 30.000-16,-30.000 0.000 16,0.000 0.000-16,0.000 0.000 15,-61.000 1.000-15,31.000-32.000 0,-1.000 1.000 16,-91.000 30.000 0,30.000-30.000-16,30.000-31.000 15,1.000 0.000-15,0.000 0.000 16,30.000 0.000-16,1.000 0.000 15,-1.000 0.000-15,31.000-31.000 16,-61.000-61.000-16,30.000-30.000 16,31.000 30.000-16,0.000 0.000 15,0.000 31.000 1,31.000-61.000-16,0.000 60.000 16,30.000 1.000-16,-31.000 0.000 15,1.000 61.000-15,0.000 0.000 16,-1.000 31.000-16,31.000 30.000 15,-30.000-31.000-15,-31.000 62.000 16,31.000 0.000 0,-31.000-31.000-16,0.000 0.000 15,0.000 1.000-15,-31.000-1.000 16,-30.000 31.000-16,30.000-62.000 16,-30.000 1.000-16,-31.000-1.000 15,-30.000 32.000-15,61.000-62.000 16,-1.000 30.000-16,1.000-30.000 15,-31.000 0.000-15,31.000 0.000 16,31.000 0.000 15,30.000-30.000-31,-62.000-62.000 0,62.000 31.000 16,0.000 30.000-16,0.000-61.000 16,0.000 62.000-16,62.000-32.000 15,-32.000 1.000-15,1.000 0.000 16,61.000-31.000-16,-62.000 62.000 15,31.000-62.000 1,62.000 31.000-16,-93.000 30.000 16,1.000 0.000-16,0.000 31.000 15,-1.000 0.000 1,1.000-30.000-16,-1.000 30.000 31,32.000 0.000-15,-62.000 30.000-1,30.000 1.000-15,31.000 30.000 16,-30.000-30.000 0,61.000 30.000-16,-92.000-30.000 0,61.000-1.000 15,-30.000 31.000-15,-1.000-30.000 16,1.000-31.000-16,0.000 0.000 16,-1.000 31.000-1,1.000-31.000 1,-1.000 0.000-1,1.000 0.000 1,0.000 0.000-16,30.000 0.000 16,0.000 0.000-16,31.000 0.000 15,30.000 0.000 1,-61.000 0.000-16,1.000 0.000 0,-1.000-31.000 16,-31.000 31.000-1,32.000-31.000-15,-32.000 31.000 16,1.000 0.000-1,-1.000 0.000-15,32.000-30.000 16,29.000-1.000-16,-29.000 31.000 16,29.000-61.000-16,-60.000 30.000 15,30.000 1.000-15,0.000-1.000 16,-30.000 1.000 0,0.000-32.000-16,-31.000-29.000 15,30.000 29.000-15,-30.000 32.000 16,31.000-31.000-16,-1.000-1.000 0,32.000-29.000 15,-32.000 60.000-15,1.000-30.000 16,30.000 61.000-16,-61.000-31.000 16,61.000 1.000-16,-30.000-1.000 15,30.000 0.000 1,0.000 31.000-16,31.000 0.000 16,30.000-30.000-16,62.000 30.000 15,61.000 0.000-15,61.000 0.000 16,-92.000 0.000-16,62.000 61.000 15,-62.000-30.000-15,-31.000-1.000 16,-60.000 1.000-16,-62.000-31.000 16,-30.000 0.000-1,-31.000 30.000 32,0.000 1.000-31,0.000 0.000-1,0.000-1.000-15,-31.000 1.000 32,31.000-1.000-32,0.000 1.000 31,-31.000-31.000-15</inkml:trace>
  <inkml:trace contextRef="#ctx0" brushRef="#br1">1115.000 1323.000 0,'92.000'30.000'15,"-31.000"1.000"-15,0.000 30.000 16,31.000 31.000-16,-31.000-31.000 16,0.000 31.000-16,1.000-31.000 15,-32.000 62.000-15,1.000-93.000 16,-31.000 62.000-16,30.000 0.000 15,-30.000-31.000 1,0.000 31.000-16,0.000-31.000 16,-30.000-30.000-16,30.000-1.000 15,-61.000 31.000 1,30.000-61.000 15,31.000-30.000 0,0.000-1.000-15,31.000 1.000-16,30.000-1.000 16,0.000 31.000-16,31.000 0.000 15,0.000-31.000-15,-31.000 31.000 16,0.000-30.000-16,-30.000 30.000 16,-1.000 0.000-16</inkml:trace>
  <inkml:trace contextRef="#ctx0" brushRef="#br1">2064.000 2976.000 0,'91.000'123.000'0,"-91.000"-93.000"15,62.000 62.000 16,-62.000-31.000-31,0.000-30.000 0,0.000-1.000 16,30.000-30.000 31,1.000 0.000-31,91.000-91.000-16,1.000 60.000 15,60.000-30.000-15,-60.000 61.000 0,-1.000 0.000 16,-61.000 0.000-1,1.000 0.000-15,-62.000 30.000 16,30.000 1.000-16,-30.000 30.000 16,0.000 31.000-1,-30.000-31.000-15,-32.000 92.000 16,-29.000-61.000-16,-1.000 31.000 16,-31.000-32.000-16,1.000 1.000 15,91.000-61.000-15,31.000-62.000 63,0.000-30.000-63,0.000-31.000 15,92.000 0.000-15,-31.000 62.000 16,0.000 30.000-16,62.000 0.000 0,30.000 0.000 16,-61.000 0.000-16,0.000 0.000 15,-62.000 30.000-15,1.000 1.000 16,-31.000 61.000-1,0.000 30.000 1,-31.000-61.000-16,-30.000 31.000 16,0.000-31.000-1,-31.000 62.000-15,-92.000-62.000 16,62.000-30.000-16,30.000-1.000 16,92.000 1.000-16,-31.000-31.000 15,31.000-92.000 1,0.000-61.000 15,0.000-122.000-31,0.000 91.000 0,62.000 123.000 16,29.000-62.000-16,124.000 62.000 15,-62.000 61.000-15,-31.000-30.000 16,-30.000-1.000-16,0.000 31.000 16,-31.000 0.000-16,0.000 0.000 15,31.000 31.000 1,-31.000 30.000-16,-30.000 0.000 15,-1.000 0.000-15,-30.000 0.000 16,0.000 1.000-16,0.000 29.000 16,0.000-60.000-16,-61.000 0.000 15,0.000-1.000-15,-31.000-30.000 16,-30.000 0.000-16,-1.000 0.000 16,1.000-61.000-1,-123.000-31.000-15,123.000 0.000 16,-1.000 31.000-1,-30.000-31.000-15,123.000 31.000 16,-1.000 31.000-16,31.000-1.000 31,-31.000 31.000-15,31.000-31.000 0,0.000 1.000-16,0.000-1.000 15,0.000-30.000-15,0.000 0.000 16,0.000 30.000-16,0.000 0.000 0,0.000 1.000 31,31.000 30.000-31,0.000-31.000 16,-31.000 1.000-1,30.000-1.000 1,-30.000 0.000-16,31.000 31.000 16,-1.000 0.000-1,1.000 0.000 16,0.000 0.000-15,-1.000 0.000 0,-30.000 31.000 124,-61.000-31.000-124,30.000 0.000 0,1.000 0.000-16,-1.000 0.000 15,1.000-31.000 1,-1.000 1.000-16,0.000-31.000 15,31.000 30.000-15,0.000 0.000 16,0.000 1.000-16,31.000-31.000 16,0.000 61.000-1,-1.000-31.000 1,1.000 31.000-16,30.000 0.000 16,-30.000 0.000-1,-1.000 0.000 16,-30.000 61.000-31,0.000-30.000 16,0.000-1.000 0,0.000 1.000-16,-61.000 30.000 15,30.000-61.000-15,-30.000 0.000 0,-31.000 31.000 16,62.000-31.000 0,-1.000 0.000-16,1.000 0.000 15,30.000-31.000 1,0.000 1.000 15,30.000-1.000-15,1.000 31.000-1,30.000 0.000-15,-30.000 0.000 16,-1.000 0.000 0,1.000 0.000 15,-31.000 31.000-16,0.000-1.000-15,-31.000-30.000 32,62.000-30.000 46,30.000-1.000-78,0.000 31.000 15,0.000 0.000-15,-30.000 0.000 16,30.000 0.000-16,-61.000 31.000 94,-30.000-31.000-94,-1.000 0.000 15,31.000 30.000-15,-31.000-30.000 16,1.000 0.000 0,-1.000 0.000-1,1.000 0.000 1,30.000-30.000 0,0.000-1.000-16,0.000 0.000 15,0.000 1.000-15,0.000-1.000 16,30.000 1.000-16,1.000 30.000 31,-31.000-31.000-15,-31.000 31.000 15,-30.000 0.000-15,0.000 0.000-16,-31.000 0.000 15,31.000 0.000-15,30.000 0.000 16,-30.000 0.000-1,61.000-31.000 48,0.000 1.000-63,31.000-31.000 16,-1.000-1.000-16,1.000 1.000 15,-1.000 31.000 1,-30.000-1.000-16,31.000 0.000 15,-62.000 31.000 48,-30.000 62.000-47,0.000-62.000-16,0.000 30.000 15,-123.000 1.000-15,62.000-1.000 16,-1.000-30.000-16,62.000 0.000 15,31.000 0.000 1,30.000-30.000-16,0.000-31.000 16,30.000 30.000-16,31.000 0.000 15,1.000-60.000-15,-1.000 60.000 16,0.000-30.000 0,-30.000 0.000-16,30.000 61.000 15,-31.000-31.000-15,1.000 0.000 16,-31.000 93.000 31,0.000-1.000-47,0.000-31.000 15,-31.000 32.000 1,-30.000 29.000-16,0.000-60.000 0,0.000 61.000 16,0.000-62.000-16,30.000 1.000 15,0.000-92.000 32,31.000 0.000-31,0.000-1.000-16,0.000-29.000 15,31.000-1.000-15,0.000 0.000 16,-1.000 0.000-16,1.000 31.000 16,30.000 0.000-16,-61.000 30.000 15,0.000 1.000-15,-31.000 60.000 63,-30.000 1.000-63,31.000-1.000 15,-1.000-30.000-15,-30.000 0.000 16,61.000 31.000-16,-31.000-31.000 16,31.000 31.000-16,-30.000-62.000 46,30.000-30.000-46,0.000-31.000 16,0.000 0.000-16,0.000 0.000 16,30.000-30.000-16,1.000 61.000 15,-1.000-31.000-15,-30.000 61.000 16,0.000 1.000-16,-30.000 122.000 78,-31.000-31.000-62,-1.000 0.000-16,-91.000 61.000 15,62.000-60.000-15,29.000-62.000 16,1.000 0.000-16,61.000 30.000 16,0.000-91.000 46,31.000 30.000-62,-1.000-60.000 16,32.000-62.000-16,29.000 91.000 15,-60.000 1.000-15,30.000 0.000 16,-61.000 30.000-16,0.000 1.000 31,0.000 60.000 0,0.000 1.000-15,0.000 0.000-16,0.000-1.000 16,-30.000 31.000-16,30.000-30.000 15,-62.000 30.000-15,32.000-30.000 16,30.000-1.000-16,-31.000-30.000 16,31.000-30.000 30,0.000-1.000-30,0.000-30.000-16,0.000 0.000 16,0.000 0.000-16,0.000-1.000 15,0.000 1.000 1,0.000 31.000-16,0.000 60.000 62,0.000 1.000-62,0.000 30.000 16,-61.000 0.000-16,61.000 0.000 16,-61.000-30.000-16,30.000 30.000 15,1.000-61.000 1,-1.000-30.000 46,31.000-1.000-46,0.000-30.000-16,0.000 30.000 16,0.000-30.000-16,0.000 0.000 15,0.000 0.000 1,0.000 91.000 62,-31.000 1.000-62,-30.000 30.000-16,61.000-30.000 15,-61.000-1.000-15,61.000 1.000 16,0.000-1.000 0,0.000 1.000 15,31.000-62.000 47,30.000 1.000-62,-31.000-31.000-16,32.000 30.000 15,-1.000-30.000-15,-31.000 61.000 16,32.000 0.000-16,-32.000 0.000 15,1.000 0.000 1,-1.000 0.000 0,1.000 0.000-16,30.000 30.000 15,-61.000 1.000 1,61.000 30.000-16,1.000 0.000 16,-32.000-30.000-1,1.000 30.000-15,30.000-30.000 0,-61.000 30.000 16,31.000-30.000-16,-1.000-1.000 15,1.000 1.000-15,-31.000 30.000 16,30.000-30.000 0,1.000-1.000-16,-31.000 1.000 31,31.000-31.000-31,-31.000 30.000 16,30.000 32.000-16,1.000-32.000 15,-31.000 31.000-15,30.000 1.000 16,32.000-32.000-16,-62.000 31.000 0,61.000-30.000 15,-31.000 0.000-15,1.000-1.000 16,61.000 31.000-16,-62.000-61.000 16,1.000 31.000-1,0.000-31.000 1,-1.000 31.000-16,31.000-1.000 16,1.000 1.000-16,-1.000-1.000 15,31.000 1.000-15,0.000 0.000 16,-1.000 30.000-16,-29.000-61.000 15,-32.000 30.000-15,1.000-30.000 47,-92.000 0.000 16,30.000-30.000-48,0.000-1.000-15,-30.000-30.000 16,31.000 30.000-16,-32.000 1.000 16,-30.000-31.000-16,62.000 61.000 15,-31.000-31.000-15,-1.000 0.000 16,32.000 1.000 0,-31.000 30.000-16,30.000-31.000 15,-30.000-30.000 1,30.000 30.000-1,-30.000 1.000-15,0.000-1.000 0,30.000 1.000 16,-30.000-1.000-16,30.000 0.000 16,1.000 1.000-1,-1.000-1.000-15,1.000 31.000 0,30.000-30.000 16,-31.000-1.000 0,0.000 31.000-16,1.000-31.000 15,-1.000 31.000 1,1.000-30.000-16,-62.000-1.000 15,31.000 1.000-15,-1.000 30.000 16,32.000-31.000-16,-31.000 0.000 16,61.000 1.000-1,-31.000 30.000-15,0.000-31.000 32,1.000 31.000-17,-31.000-30.000-15,30.000 30.000 16,0.000-31.000-16,1.000 31.000 15,30.000 31.000 32,0.000-1.000-31,0.000 1.000-16,0.000 61.000 16,30.000-31.000-16,1.000 0.000 15,30.000 0.000-15,-61.000 0.000 16,61.000 31.000-16,-30.000-31.000 0,0.000 1.000 15,-1.000-1.000-15,1.000 0.000 16,-1.000-30.000-16,1.000-1.000 16,-31.000 1.000-1,31.000-31.000 1,-31.000 30.000-16,30.000-30.000 16,-30.000 31.000-16,61.000-31.000 15,-61.000 31.000-15,31.000-31.000 16,0.000 30.000-1,-1.000-30.000-15,-30.000 31.000 16,31.000-31.000 0,-1.000 0.000-1,1.000 0.000-15,-31.000 30.000 0,31.000-30.000 16,-1.000 0.000 0,1.000 0.000-16,-1.000 31.000 0,1.000 0.000 15,0.000-31.000-15,30.000 0.000 16,0.000 30.000-1,-30.000-30.000-15,-1.000 0.000 0,31.000 31.000 16,1.000-31.000 0,-32.000 0.000-1,1.000 0.000 1,-31.000 30.000 0,30.000 1.000-16,32.000-31.000 15,-32.000 0.000-15,31.000 0.000 16,1.000 0.000-16,-1.000 0.000 15,0.000 0.000-15,-30.000 0.000 16,30.000 0.000-16,-30.000 0.000 16,-1.000 0.000-16,1.000 0.000 15,61.000-31.000-15,-1.000 31.000 16,124.000-91.000-16,-93.000 91.000 16,31.000-62.000-16,-92.000 32.000 15,62.000-62.000-15,-93.000 92.000 16,1.000-31.000-1,-1.000 31.000-15,1.000-61.000 16,0.000 61.000-16,-31.000-61.000 16,0.000 0.000-16,30.000 0.000 15,1.000-1.000-15,-31.000 1.000 16,0.000 0.000-16,0.000 30.000 16,0.000-30.000-1,0.000 31.000-15,-31.000-1.000 16,31.000 0.000-16,-30.000 1.000 15,30.000-31.000 1,-62.000-31.000-16,1.000 31.000 16,61.000-1.000-16,-61.000 1.000 15,0.000 0.000-15,0.000-31.000 16,30.000 92.000-16,0.000-30.000 16,-91.000-1.000-1,30.000 31.000-15,-61.000 0.000 16,0.000 0.000-16,0.000 0.000 0,0.000 0.000 15,61.000 0.000-15,-91.000 0.000 16,-32.000 92.000 0,62.000-62.000-16,92.000 32.000 15,0.000-32.000 1,0.000 31.000-16,30.000-30.000 16,1.000 0.000-16,-1.000-31.000 15,0.000 61.000-15,1.000-31.000 16,-1.000 32.000-16,-30.000-32.000 15,61.000 1.000-15,-61.000 30.000 16,30.000-61.000-16,1.000 61.000 16,-1.000-30.000-1,0.000-1.000-15,1.000 1.000 0,30.000 0.000 16,-31.000-1.000-16,31.000 1.000 16,-30.000-31.000-16,-1.000 30.000 15,0.000 1.000-15,31.000 0.000 16,-61.000-31.000-16,61.000 30.000 15,-61.000-30.000-15,30.000 31.000 32,1.000-1.000-32,-1.000 1.000 15,-61.000 30.000 1,31.000-30.000-16,0.000 30.000 0,0.000-30.000 16,-31.000 30.000-16,0.000 0.000 15,-30.000 61.000-15,91.000-91.000 16,-30.000 30.000-16,-31.000 31.000 15,62.000-31.000-15,-32.000-30.000 16,32.000 30.000-16,-1.000-30.000 16,1.000-1.000-1,-1.000 1.000-15,31.000-1.000 0,-31.000-30.000 16,31.000 62.000-16,-30.000-62.000 16,-1.000 0.000-16,31.000 30.000 15,-31.000-30.000-15,31.000 31.000 16,-30.000-31.000-1,30.000 30.000-15,-31.000-30.000 16,1.000 31.000-16,-1.000-62.000 63,0.000-91.000-63,31.000 30.000 15,0.000-30.000-15,0.000-31.000 16,0.000 0.000-16,31.000 0.000 15,61.000-92.000-15,0.000 61.000 16,91.000-60.000-16,-60.000-1.000 16,-62.000 184.000-16,92.000-215.000 15,0.000 184.000-15,-31.000-30.000 16,1.000-31.000 0,-62.000 92.000-16,0.000-1.000 15,0.000 1.000-15,1.000 31.000 16,-62.000-1.000-16,30.000 0.000 15,1.000 31.000 48,-31.000 62.000-47,0.000 91.000-16,-61.000-92.000 15,61.000 0.000-15,-92.000 31.000 16,31.000 0.000-16,-1.000 0.000 15,1.000-31.000-15,31.000-31.000 16,30.000 1.000 31,0.000-123.000-31,30.000 0.000-16,31.000 1.000 15,1.000-32.000-15,60.000 31.000 16,62.000-61.000-16,-93.000 92.000 15,124.000-61.000-15,-32.000 60.000 16,-30.000 1.000-16,-30.000 31.000 16,-62.000 30.000-1,-31.000 0.000 63,-30.000 30.000-78</inkml:trace>
  <inkml:trace contextRef="#ctx0" brushRef="#br1">74.000 7.000 0,'0.000'30.000'78,"31.000"-30.000"-78,-31.000 31.000 16,31.000-31.000-1,-31.000 31.000-15,30.000-31.000 32,-30.000 61.000-17,31.000-61.000 16,-31.000 30.000-31,-31.000-60.000 157,1.000-1.000-157,-1.000 1.000 15,0.000 30.000 1,1.000 0.000 0,30.000-31.000-1,-31.000 31.000 516,31.000-31.000-484,-30.000 31.000 0,60.000 0.000 203,-30.000 31.000-234,31.000-31.000-16,-31.000 31.000 15,30.000-31.000-15,1.000 30.000 0,0.000-30.000 32,-31.000 31.000-32,30.000-31.000 15,-30.000 30.000 17,31.000-30.000-17,-1.000 0.000 16,-30.000 31.000 1,31.000-31.000-1,0.000 31.000-31,-31.000-1.000 16,30.000-30.000-1,1.000 0.000-15,-31.000 31.000 16,31.000-31.000-1,-31.000 30.000 1,30.000-30.000-16,1.000 31.000 31,-1.000-31.000-15,-30.000 31.000-16,31.000-1.000 16,0.000-30.000-16,-1.000 61.000 15,31.000-61.000-15,-30.000 62.000 16,0.000-32.000-16,-1.000 1.000 15,1.000-31.000 1,-1.000 30.000 0,1.000 1.000-16,0.000 30.000 15,30.000-30.000-15,-31.000-1.000 16,-30.000 1.000 0,31.000-31.000-16,-62.000 0.000 218,1.000 0.000-202,-1.000 0.000 31</inkml:trace>
  <inkml:trace contextRef="#ctx0" brushRef="#br1">901.000 833.000 0,'0.000'31.000'141,"30.000"-1.000"-125,32.000 1.000-16,-1.000 30.000 15,-31.000 0.000-15,62.000 31.000 16,-31.000-31.000-16,-30.000-61.000 16,0.000 31.000-16,-31.000 0.000 0,30.000-31.000 15,-60.000 0.000 79,-1.000-62.000-78,-30.000 62.000-16,0.000-91.000 15,30.000 60.000-15,0.000 0.000 16,31.000 1.000-1,-30.000 30.000 1,30.000-31.000-16,30.000 31.000 234,1.000 31.000-218,0.000-31.000-16,-1.000 61.000 16,1.000-30.000-16,30.000-1.000 15,123.000 123.000-15,-123.000-61.000 16,31.000-31.000-16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BA1B2-F9CC-414F-944A-DFB4534D3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2EAC9-FAA5-4EED-9EC8-A65E27308D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PingFangSC-light"/>
              </a:rPr>
              <a:t>为了便于说明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的调整，下面我们举一个明显的例子。请看字符串 </a:t>
            </a:r>
            <a:r>
              <a:rPr lang="en-US" altLang="zh-CN" b="0" i="0" dirty="0">
                <a:effectLst/>
                <a:latin typeface="PingFangSC-light"/>
              </a:rPr>
              <a:t>s = “</a:t>
            </a:r>
            <a:r>
              <a:rPr lang="en-US" altLang="zh-CN" b="0" i="0" dirty="0" err="1">
                <a:effectLst/>
                <a:latin typeface="PingFangSC-light"/>
              </a:rPr>
              <a:t>acacab</a:t>
            </a:r>
            <a:r>
              <a:rPr lang="en-US" altLang="zh-CN" b="0" i="0" dirty="0">
                <a:effectLst/>
                <a:latin typeface="PingFangSC-light"/>
              </a:rPr>
              <a:t>”</a:t>
            </a:r>
            <a:r>
              <a:rPr lang="zh-CN" altLang="en-US" b="0" i="0" dirty="0">
                <a:effectLst/>
                <a:latin typeface="PingFangSC-light"/>
              </a:rPr>
              <a:t>，和字符串 </a:t>
            </a:r>
            <a:r>
              <a:rPr lang="en-US" altLang="zh-CN" b="0" i="0" dirty="0">
                <a:effectLst/>
                <a:latin typeface="PingFangSC-light"/>
              </a:rPr>
              <a:t>p = “</a:t>
            </a:r>
            <a:r>
              <a:rPr lang="en-US" altLang="zh-CN" b="0" i="0" dirty="0" err="1">
                <a:effectLst/>
                <a:latin typeface="PingFangSC-light"/>
              </a:rPr>
              <a:t>acab</a:t>
            </a:r>
            <a:r>
              <a:rPr lang="en-US" altLang="zh-CN" b="0" i="0" dirty="0">
                <a:effectLst/>
                <a:latin typeface="PingFangSC-light"/>
              </a:rPr>
              <a:t>” </a:t>
            </a:r>
            <a:r>
              <a:rPr lang="zh-CN" altLang="en-US" b="0" i="0" dirty="0">
                <a:effectLst/>
                <a:latin typeface="PingFangSC-light"/>
              </a:rPr>
              <a:t>的匹配过程。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2EAC9-FAA5-4EED-9EC8-A65E27308D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我们在进行真正的匹配之前，我们要先计算好，每一个元素的 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值（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值的含义就是当前元素失去匹配的时候，它前面部分字符串的前后缀最大匹配长度，这个前后缀不包含自己），看下面对字符串 “</a:t>
            </a:r>
            <a:r>
              <a:rPr lang="en-US" altLang="zh-CN" dirty="0" err="1">
                <a:effectLst/>
              </a:rPr>
              <a:t>caccacb</a:t>
            </a:r>
            <a:r>
              <a:rPr lang="en-US" altLang="zh-CN" dirty="0">
                <a:effectLst/>
              </a:rPr>
              <a:t>” </a:t>
            </a:r>
            <a:r>
              <a:rPr lang="zh-CN" altLang="en-US" dirty="0">
                <a:effectLst/>
              </a:rPr>
              <a:t>的 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值的定义过程：</a:t>
            </a:r>
            <a:endParaRPr lang="zh-CN" altLang="en-US" dirty="0">
              <a:effectLst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2EAC9-FAA5-4EED-9EC8-A65E27308D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PingFangSC-light"/>
              </a:rPr>
              <a:t>如果我们在匹配之前，得到这么一个关于模式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的每一个位置 </a:t>
            </a:r>
            <a:r>
              <a:rPr lang="en-US" altLang="zh-CN" b="0" i="0" dirty="0">
                <a:effectLst/>
                <a:latin typeface="PingFangSC-light"/>
              </a:rPr>
              <a:t>index </a:t>
            </a:r>
            <a:r>
              <a:rPr lang="zh-CN" altLang="en-US" b="0" i="0" dirty="0">
                <a:effectLst/>
                <a:latin typeface="PingFangSC-light"/>
              </a:rPr>
              <a:t>失去匹配后，模式串的匹配指针应该调整为 </a:t>
            </a:r>
            <a:r>
              <a:rPr lang="en-US" altLang="zh-CN" b="0" i="0" dirty="0">
                <a:effectLst/>
                <a:latin typeface="PingFangSC-light"/>
              </a:rPr>
              <a:t>next[index] </a:t>
            </a:r>
            <a:r>
              <a:rPr lang="zh-CN" altLang="en-US" b="0" i="0" dirty="0">
                <a:effectLst/>
                <a:latin typeface="PingFangSC-light"/>
              </a:rPr>
              <a:t>的 </a:t>
            </a:r>
            <a:r>
              <a:rPr lang="en-US" altLang="zh-CN" b="0" i="0" dirty="0">
                <a:effectLst/>
                <a:latin typeface="PingFangSC-light"/>
              </a:rPr>
              <a:t>next </a:t>
            </a:r>
            <a:r>
              <a:rPr lang="zh-CN" altLang="en-US" b="0" i="0" dirty="0">
                <a:effectLst/>
                <a:latin typeface="PingFangSC-light"/>
              </a:rPr>
              <a:t>数组的话，那么我们的匹配过程可以变成这样：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2EAC9-FAA5-4EED-9EC8-A65E27308D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我们在进行真正的匹配之前，我们要先计算好，每一个元素的 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值（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值的含义就是当前元素失去匹配的时候，它前面部分字符串的前后缀最大匹配长度，这个前后缀不包含自己），看下面对字符串 “</a:t>
            </a:r>
            <a:r>
              <a:rPr lang="en-US" altLang="zh-CN" dirty="0" err="1">
                <a:effectLst/>
              </a:rPr>
              <a:t>caccacb</a:t>
            </a:r>
            <a:r>
              <a:rPr lang="en-US" altLang="zh-CN" dirty="0">
                <a:effectLst/>
              </a:rPr>
              <a:t>” </a:t>
            </a:r>
            <a:r>
              <a:rPr lang="zh-CN" altLang="en-US" dirty="0">
                <a:effectLst/>
              </a:rPr>
              <a:t>的 </a:t>
            </a:r>
            <a:r>
              <a:rPr lang="en-US" altLang="zh-CN" dirty="0">
                <a:effectLst/>
              </a:rPr>
              <a:t>next </a:t>
            </a:r>
            <a:r>
              <a:rPr lang="zh-CN" altLang="en-US" dirty="0">
                <a:effectLst/>
              </a:rPr>
              <a:t>值的定义过程：</a:t>
            </a:r>
            <a:endParaRPr lang="zh-CN" altLang="en-US" dirty="0">
              <a:effectLst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2EAC9-FAA5-4EED-9EC8-A65E27308D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21278"/>
            <a:ext cx="10515600" cy="5455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小标题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182849"/>
            <a:ext cx="10515600" cy="49316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38200" y="10606"/>
            <a:ext cx="10515600" cy="510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标题 1"/>
          <p:cNvSpPr txBox="1"/>
          <p:nvPr userDrawn="1"/>
        </p:nvSpPr>
        <p:spPr>
          <a:xfrm>
            <a:off x="838200" y="10606"/>
            <a:ext cx="10515600" cy="510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850897" y="131587"/>
            <a:ext cx="4453535" cy="29562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06F7D-B39A-4063-82F4-E72577DFE4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6C3F3-689B-4C0C-8D28-353C355E320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isualgo.net/zh/heap?slide=1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1.png"/><Relationship Id="rId1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2.png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1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png"/><Relationship Id="rId1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7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8.png"/><Relationship Id="rId2" Type="http://schemas.openxmlformats.org/officeDocument/2006/relationships/customXml" Target="../ink/ink1.xml"/><Relationship Id="rId1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9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1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2.png"/><Relationship Id="rId2" Type="http://schemas.openxmlformats.org/officeDocument/2006/relationships/customXml" Target="../ink/ink2.xml"/><Relationship Id="rId1" Type="http://schemas.openxmlformats.org/officeDocument/2006/relationships/image" Target="../media/image8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5"/>
          <p:cNvSpPr>
            <a:spLocks noGrp="1"/>
          </p:cNvSpPr>
          <p:nvPr>
            <p:ph type="ctrTitle"/>
          </p:nvPr>
        </p:nvSpPr>
        <p:spPr>
          <a:xfrm>
            <a:off x="415636" y="450272"/>
            <a:ext cx="7239000" cy="66978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欢迎参加青苗讲堂（数据结构）</a:t>
            </a:r>
            <a:endParaRPr lang="zh-CN" altLang="en-US" sz="4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82782" y="1625742"/>
            <a:ext cx="4454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2022.12.14 18:45-20:45</a:t>
            </a:r>
            <a:endParaRPr lang="en-US" altLang="zh-CN" dirty="0"/>
          </a:p>
          <a:p>
            <a:r>
              <a:rPr lang="zh-CN" altLang="en-US" dirty="0"/>
              <a:t>曹泽桦</a:t>
            </a:r>
            <a:r>
              <a:rPr lang="en-US" altLang="zh-CN" dirty="0"/>
              <a:t>(</a:t>
            </a:r>
            <a:r>
              <a:rPr lang="zh-CN" altLang="en-US" dirty="0"/>
              <a:t>知识点梳理</a:t>
            </a:r>
            <a:r>
              <a:rPr lang="en-US" altLang="zh-CN" dirty="0"/>
              <a:t>)</a:t>
            </a:r>
            <a:r>
              <a:rPr lang="zh-CN" altLang="en-US" dirty="0"/>
              <a:t>   郑孝骥</a:t>
            </a:r>
            <a:r>
              <a:rPr lang="en-US" altLang="zh-CN" dirty="0"/>
              <a:t>(</a:t>
            </a:r>
            <a:r>
              <a:rPr lang="zh-CN" altLang="en-US" dirty="0"/>
              <a:t>习题串讲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82782" y="3870736"/>
            <a:ext cx="4696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习题全程会在平板上板书</a:t>
            </a:r>
            <a:endParaRPr lang="en-US" altLang="zh-CN" dirty="0"/>
          </a:p>
          <a:p>
            <a:r>
              <a:rPr lang="zh-CN" altLang="en-US" dirty="0"/>
              <a:t>板书之后的</a:t>
            </a:r>
            <a:r>
              <a:rPr lang="en-US" altLang="zh-CN" dirty="0"/>
              <a:t>PDF</a:t>
            </a:r>
            <a:r>
              <a:rPr lang="zh-CN" altLang="en-US" dirty="0"/>
              <a:t>会在</a:t>
            </a:r>
            <a:r>
              <a:rPr lang="en-US" altLang="zh-CN" dirty="0"/>
              <a:t>QQ</a:t>
            </a:r>
            <a:r>
              <a:rPr lang="zh-CN" altLang="en-US" dirty="0"/>
              <a:t>群中发给大家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82782" y="2748239"/>
            <a:ext cx="28332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QQ</a:t>
            </a:r>
            <a:r>
              <a:rPr lang="zh-CN" altLang="en-US" dirty="0"/>
              <a:t>群：</a:t>
            </a:r>
            <a:r>
              <a:rPr lang="en-US" altLang="zh-CN" dirty="0"/>
              <a:t>xxxxxxx</a:t>
            </a:r>
            <a:endParaRPr lang="en-US" altLang="zh-CN" dirty="0"/>
          </a:p>
          <a:p>
            <a:r>
              <a:rPr lang="zh-CN" altLang="en-US" dirty="0"/>
              <a:t>腾讯会议：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82782" y="4993233"/>
            <a:ext cx="4260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其他的资料也都会发在</a:t>
            </a:r>
            <a:r>
              <a:rPr lang="en-US" altLang="zh-CN" dirty="0"/>
              <a:t>QQ</a:t>
            </a:r>
            <a:r>
              <a:rPr lang="zh-CN" altLang="en-US" dirty="0"/>
              <a:t>群中</a:t>
            </a:r>
            <a:r>
              <a:rPr lang="en-US" altLang="zh-CN" dirty="0"/>
              <a:t>~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3292" y="284018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大纲</a:t>
            </a:r>
            <a:endParaRPr lang="zh-CN" altLang="en-US" sz="4000" dirty="0"/>
          </a:p>
        </p:txBody>
      </p:sp>
      <p:sp>
        <p:nvSpPr>
          <p:cNvPr id="5" name="文本框 4"/>
          <p:cNvSpPr txBox="1"/>
          <p:nvPr/>
        </p:nvSpPr>
        <p:spPr>
          <a:xfrm>
            <a:off x="1000992" y="1201440"/>
            <a:ext cx="22444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Ch1  -  </a:t>
            </a:r>
            <a:r>
              <a:rPr lang="zh-CN" altLang="en-US" dirty="0"/>
              <a:t>基础概念</a:t>
            </a:r>
            <a:endParaRPr lang="en-US" altLang="zh-CN" dirty="0"/>
          </a:p>
          <a:p>
            <a:r>
              <a:rPr lang="en-US" altLang="zh-CN" dirty="0"/>
              <a:t>Ch2  -  </a:t>
            </a:r>
            <a:r>
              <a:rPr lang="zh-CN" altLang="en-US" dirty="0"/>
              <a:t>数组</a:t>
            </a:r>
            <a:endParaRPr lang="en-US" altLang="zh-CN" dirty="0"/>
          </a:p>
          <a:p>
            <a:r>
              <a:rPr lang="en-US" altLang="zh-CN" dirty="0"/>
              <a:t>Ch3  -  </a:t>
            </a:r>
            <a:r>
              <a:rPr lang="zh-CN" altLang="en-US" dirty="0"/>
              <a:t>栈与队列</a:t>
            </a:r>
            <a:endParaRPr lang="en-US" altLang="zh-CN" dirty="0"/>
          </a:p>
          <a:p>
            <a:r>
              <a:rPr lang="en-US" altLang="zh-CN" dirty="0"/>
              <a:t>Ch4  -  </a:t>
            </a:r>
            <a:r>
              <a:rPr lang="zh-CN" altLang="en-US" dirty="0"/>
              <a:t>链表</a:t>
            </a:r>
            <a:endParaRPr lang="en-US" altLang="zh-CN" dirty="0"/>
          </a:p>
          <a:p>
            <a:r>
              <a:rPr lang="en-US" altLang="zh-CN" dirty="0"/>
              <a:t>Ch5  -  </a:t>
            </a:r>
            <a:r>
              <a:rPr lang="zh-CN" altLang="en-US" dirty="0"/>
              <a:t>树</a:t>
            </a:r>
            <a:endParaRPr lang="en-US" altLang="zh-CN" dirty="0"/>
          </a:p>
          <a:p>
            <a:r>
              <a:rPr lang="en-US" altLang="zh-CN" dirty="0"/>
              <a:t>Ch6  -  </a:t>
            </a:r>
            <a:r>
              <a:rPr lang="zh-CN" altLang="en-US" dirty="0"/>
              <a:t>图</a:t>
            </a:r>
            <a:endParaRPr lang="en-US" altLang="zh-CN" dirty="0"/>
          </a:p>
          <a:p>
            <a:r>
              <a:rPr lang="en-US" altLang="zh-CN" dirty="0"/>
              <a:t>Ch7  -  </a:t>
            </a:r>
            <a:r>
              <a:rPr lang="zh-CN" altLang="en-US" dirty="0"/>
              <a:t>排序</a:t>
            </a:r>
            <a:endParaRPr lang="en-US" altLang="zh-CN" dirty="0"/>
          </a:p>
          <a:p>
            <a:r>
              <a:rPr lang="en-US" altLang="zh-CN" dirty="0"/>
              <a:t>Ch8  -  </a:t>
            </a:r>
            <a:r>
              <a:rPr lang="zh-CN" altLang="en-US" dirty="0"/>
              <a:t>哈希</a:t>
            </a:r>
            <a:endParaRPr lang="en-US" altLang="zh-CN" dirty="0"/>
          </a:p>
          <a:p>
            <a:r>
              <a:rPr lang="en-US" altLang="zh-CN" dirty="0"/>
              <a:t>Ch9  -  </a:t>
            </a:r>
            <a:r>
              <a:rPr lang="zh-CN" altLang="en-US" dirty="0"/>
              <a:t>二叉排序树</a:t>
            </a:r>
            <a:endParaRPr lang="en-US" altLang="zh-CN" dirty="0"/>
          </a:p>
          <a:p>
            <a:r>
              <a:rPr lang="en-US" altLang="zh-CN" dirty="0"/>
              <a:t>Ch10-  </a:t>
            </a:r>
            <a:r>
              <a:rPr lang="zh-CN" altLang="en-US" dirty="0"/>
              <a:t>多路查找树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245428" y="1212602"/>
            <a:ext cx="72805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（时间复杂度分析）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KMP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（栈、循环队列）</a:t>
            </a:r>
            <a:endParaRPr lang="en-US" altLang="zh-CN" dirty="0"/>
          </a:p>
          <a:p>
            <a:r>
              <a:rPr lang="zh-CN" altLang="en-US" dirty="0"/>
              <a:t>（循环链表、双向链表）</a:t>
            </a:r>
            <a:endParaRPr lang="en-US" altLang="zh-CN" dirty="0"/>
          </a:p>
          <a:p>
            <a:r>
              <a:rPr lang="zh-CN" altLang="en-US" dirty="0"/>
              <a:t>（基本性质、树的遍历、线索二叉树、森林、胜者树与败者树、堆）</a:t>
            </a:r>
            <a:endParaRPr lang="en-US" altLang="zh-CN" dirty="0"/>
          </a:p>
          <a:p>
            <a:r>
              <a:rPr lang="zh-CN" altLang="en-US" dirty="0"/>
              <a:t>（基本性质、图的遍历、最小生成树、最短路径、拓扑排序）</a:t>
            </a:r>
            <a:endParaRPr lang="en-US" altLang="zh-CN" dirty="0"/>
          </a:p>
          <a:p>
            <a:r>
              <a:rPr lang="zh-CN" altLang="en-US" dirty="0"/>
              <a:t>（选择、插入、快排、归并、堆排、外排序）</a:t>
            </a:r>
            <a:endParaRPr lang="en-US" altLang="zh-CN" dirty="0"/>
          </a:p>
          <a:p>
            <a:r>
              <a:rPr lang="zh-CN" altLang="en-US" dirty="0"/>
              <a:t>（线性探测、平均查找时间）</a:t>
            </a:r>
            <a:endParaRPr lang="en-US" altLang="zh-CN" dirty="0"/>
          </a:p>
          <a:p>
            <a:r>
              <a:rPr lang="zh-CN" altLang="en-US" dirty="0"/>
              <a:t>（手撕</a:t>
            </a:r>
            <a:r>
              <a:rPr lang="en-US" altLang="zh-CN" dirty="0"/>
              <a:t>AVL</a:t>
            </a:r>
            <a:r>
              <a:rPr lang="zh-CN" altLang="en-US" dirty="0"/>
              <a:t>树）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树与</a:t>
            </a:r>
            <a:r>
              <a:rPr lang="en-US" altLang="zh-CN" dirty="0"/>
              <a:t>B+</a:t>
            </a:r>
            <a:r>
              <a:rPr lang="zh-CN" altLang="en-US" dirty="0"/>
              <a:t>树基本性质、异同点、手撕</a:t>
            </a:r>
            <a:r>
              <a:rPr lang="en-US" altLang="zh-CN" dirty="0"/>
              <a:t>B</a:t>
            </a:r>
            <a:r>
              <a:rPr lang="zh-CN" altLang="en-US" dirty="0"/>
              <a:t>树）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53292" y="4361620"/>
            <a:ext cx="2892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题型（</a:t>
            </a:r>
            <a:r>
              <a:rPr lang="en-US" altLang="zh-CN" sz="4000" dirty="0"/>
              <a:t>20</a:t>
            </a:r>
            <a:r>
              <a:rPr lang="zh-CN" altLang="en-US" sz="4000" dirty="0"/>
              <a:t>级）</a:t>
            </a:r>
            <a:endParaRPr lang="zh-CN" altLang="en-US" sz="4000" dirty="0"/>
          </a:p>
        </p:txBody>
      </p:sp>
      <p:sp>
        <p:nvSpPr>
          <p:cNvPr id="8" name="文本框 7"/>
          <p:cNvSpPr txBox="1"/>
          <p:nvPr/>
        </p:nvSpPr>
        <p:spPr>
          <a:xfrm>
            <a:off x="1000992" y="5290204"/>
            <a:ext cx="4821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选择题      </a:t>
            </a:r>
            <a:r>
              <a:rPr lang="en-US" altLang="zh-CN" dirty="0"/>
              <a:t>(10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简答题      </a:t>
            </a:r>
            <a:r>
              <a:rPr lang="en-US" altLang="zh-CN" dirty="0"/>
              <a:t>(6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程序设计  </a:t>
            </a:r>
            <a:r>
              <a:rPr lang="en-US" altLang="zh-CN" dirty="0"/>
              <a:t>(2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r>
              <a:rPr lang="en-US" altLang="zh-CN" dirty="0"/>
              <a:t>)   [</a:t>
            </a:r>
            <a:r>
              <a:rPr lang="zh-CN" altLang="en-US" dirty="0"/>
              <a:t>三选二</a:t>
            </a:r>
            <a:r>
              <a:rPr lang="en-US" altLang="zh-CN" dirty="0"/>
              <a:t>]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270" y="4426527"/>
            <a:ext cx="2109764" cy="22768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33" y="4426527"/>
            <a:ext cx="2203389" cy="2276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79663" y="644792"/>
            <a:ext cx="95628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0" i="0" dirty="0">
                <a:effectLst/>
                <a:latin typeface="PingFangSC-light"/>
              </a:rPr>
              <a:t>提出一个问题，给你两个字符串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和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（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的长度不超过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的长度，且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和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都不是空的），问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中是否包含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？</a:t>
            </a:r>
            <a:endParaRPr lang="en-US" altLang="zh-CN" b="0" i="0" dirty="0">
              <a:effectLst/>
              <a:latin typeface="system-ui"/>
            </a:endParaRPr>
          </a:p>
          <a:p>
            <a:pPr algn="just"/>
            <a:r>
              <a:rPr lang="zh-CN" altLang="en-US" b="0" i="0" dirty="0">
                <a:effectLst/>
                <a:latin typeface="PingFangSC-light"/>
              </a:rPr>
              <a:t>例如：</a:t>
            </a:r>
            <a:endParaRPr lang="zh-CN" altLang="en-US" b="0" i="0" dirty="0">
              <a:effectLst/>
              <a:latin typeface="system-ui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PingFangSC-light"/>
              </a:rPr>
              <a:t>s=“hello, java”, p = “java”</a:t>
            </a:r>
            <a:r>
              <a:rPr lang="zh-CN" altLang="en-US" b="0" i="0" dirty="0">
                <a:effectLst/>
                <a:latin typeface="PingFangSC-light"/>
              </a:rPr>
              <a:t>，那么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endParaRPr lang="en-US" altLang="zh-CN" b="0" i="0" dirty="0">
              <a:effectLst/>
              <a:latin typeface="system-ui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PingFangSC-light"/>
              </a:rPr>
              <a:t>s=“</a:t>
            </a:r>
            <a:r>
              <a:rPr lang="en-US" altLang="zh-CN" b="0" i="0" dirty="0" err="1">
                <a:effectLst/>
                <a:latin typeface="PingFangSC-light"/>
              </a:rPr>
              <a:t>github</a:t>
            </a:r>
            <a:r>
              <a:rPr lang="en-US" altLang="zh-CN" b="0" i="0" dirty="0">
                <a:effectLst/>
                <a:latin typeface="PingFangSC-light"/>
              </a:rPr>
              <a:t>”, p=“ppt”, s </a:t>
            </a:r>
            <a:r>
              <a:rPr lang="zh-CN" altLang="en-US" b="0" i="0" dirty="0">
                <a:effectLst/>
                <a:latin typeface="PingFangSC-light"/>
              </a:rPr>
              <a:t>不包含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endParaRPr lang="en-US" altLang="zh-CN" b="0" i="0" dirty="0">
              <a:effectLst/>
              <a:latin typeface="system-ui"/>
            </a:endParaRPr>
          </a:p>
          <a:p>
            <a:pPr algn="just"/>
            <a:r>
              <a:rPr lang="zh-CN" altLang="en-US" b="0" i="0" dirty="0">
                <a:effectLst/>
                <a:latin typeface="PingFangSC-light"/>
              </a:rPr>
              <a:t>能否写出一个程序高效地解决这个问题。</a:t>
            </a:r>
            <a:endParaRPr lang="zh-CN" altLang="en-US" b="0" i="0" dirty="0">
              <a:effectLst/>
              <a:latin typeface="system-u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9662" y="2527292"/>
            <a:ext cx="95014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0" i="0" dirty="0">
                <a:effectLst/>
                <a:latin typeface="PingFangSC-light"/>
              </a:rPr>
              <a:t>我们能容易想到这样的方法：</a:t>
            </a:r>
            <a:endParaRPr lang="zh-CN" altLang="en-US" b="0" i="0" dirty="0">
              <a:effectLst/>
              <a:latin typeface="system-ui"/>
            </a:endParaRPr>
          </a:p>
          <a:p>
            <a:pPr algn="just"/>
            <a:r>
              <a:rPr lang="zh-CN" altLang="en-US" b="0" i="0" dirty="0">
                <a:effectLst/>
                <a:latin typeface="PingFangSC-light"/>
              </a:rPr>
              <a:t>设置两个指针，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和 </a:t>
            </a:r>
            <a:r>
              <a:rPr lang="en-US" altLang="zh-CN" b="0" i="0" dirty="0">
                <a:effectLst/>
                <a:latin typeface="PingFangSC-light"/>
              </a:rPr>
              <a:t>j</a:t>
            </a:r>
            <a:r>
              <a:rPr lang="zh-CN" altLang="en-US" b="0" i="0" dirty="0">
                <a:effectLst/>
                <a:latin typeface="PingFangSC-light"/>
              </a:rPr>
              <a:t>，都初始化为 </a:t>
            </a:r>
            <a:r>
              <a:rPr lang="en-US" altLang="zh-CN" b="0" i="0" dirty="0">
                <a:effectLst/>
                <a:latin typeface="PingFangSC-light"/>
              </a:rPr>
              <a:t>0</a:t>
            </a:r>
            <a:r>
              <a:rPr lang="zh-CN" altLang="en-US" b="0" i="0" dirty="0">
                <a:effectLst/>
                <a:latin typeface="PingFangSC-light"/>
              </a:rPr>
              <a:t>，我们对比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在 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位置，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在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位置的字符。如果 </a:t>
            </a:r>
            <a:r>
              <a:rPr lang="en-US" altLang="zh-CN" b="0" i="0" dirty="0">
                <a:effectLst/>
                <a:latin typeface="PingFangSC-light"/>
              </a:rPr>
              <a:t>s[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] == p[j]</a:t>
            </a:r>
            <a:r>
              <a:rPr lang="zh-CN" altLang="en-US" b="0" i="0" dirty="0">
                <a:effectLst/>
                <a:latin typeface="PingFangSC-light"/>
              </a:rPr>
              <a:t>，那么 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和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都移到下一个位置。否则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回退到 </a:t>
            </a:r>
            <a:r>
              <a:rPr lang="en-US" altLang="zh-CN" b="0" i="0" dirty="0">
                <a:effectLst/>
                <a:latin typeface="PingFangSC-light"/>
              </a:rPr>
              <a:t>0</a:t>
            </a:r>
            <a:r>
              <a:rPr lang="zh-CN" altLang="en-US" b="0" i="0" dirty="0">
                <a:effectLst/>
                <a:latin typeface="PingFangSC-light"/>
              </a:rPr>
              <a:t>，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回退到 </a:t>
            </a:r>
            <a:r>
              <a:rPr lang="en-US" altLang="zh-CN" b="0" i="0" dirty="0">
                <a:effectLst/>
                <a:latin typeface="PingFangSC-light"/>
              </a:rPr>
              <a:t>1</a:t>
            </a:r>
            <a:r>
              <a:rPr lang="zh-CN" altLang="en-US" b="0" i="0" dirty="0">
                <a:effectLst/>
                <a:latin typeface="PingFangSC-light"/>
              </a:rPr>
              <a:t>，继续上述过程，如果在下一次比较中，还是出现了不匹配的字符，那么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回退到 </a:t>
            </a:r>
            <a:r>
              <a:rPr lang="en-US" altLang="zh-CN" b="0" i="0" dirty="0">
                <a:effectLst/>
                <a:latin typeface="PingFangSC-light"/>
              </a:rPr>
              <a:t>0</a:t>
            </a:r>
            <a:r>
              <a:rPr lang="zh-CN" altLang="en-US" b="0" i="0" dirty="0">
                <a:effectLst/>
                <a:latin typeface="PingFangSC-light"/>
              </a:rPr>
              <a:t>，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回退到 </a:t>
            </a:r>
            <a:r>
              <a:rPr lang="en-US" altLang="zh-CN" b="0" i="0" dirty="0">
                <a:effectLst/>
                <a:latin typeface="PingFangSC-light"/>
              </a:rPr>
              <a:t>2</a:t>
            </a:r>
            <a:r>
              <a:rPr lang="zh-CN" altLang="en-US" b="0" i="0" dirty="0">
                <a:effectLst/>
                <a:latin typeface="PingFangSC-light"/>
              </a:rPr>
              <a:t>，继续</a:t>
            </a:r>
            <a:r>
              <a:rPr lang="en-US" altLang="zh-CN" b="0" i="0" dirty="0">
                <a:effectLst/>
                <a:latin typeface="PingFangSC-light"/>
              </a:rPr>
              <a:t>……</a:t>
            </a:r>
            <a:r>
              <a:rPr lang="zh-CN" altLang="en-US" b="0" i="0" dirty="0">
                <a:effectLst/>
                <a:latin typeface="PingFangSC-light"/>
              </a:rPr>
              <a:t>，周而复始。直到某一次匹配中，如果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到达越界位置，那么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包含 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，否则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不包含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。代码如下：</a:t>
            </a:r>
            <a:endParaRPr lang="zh-CN" altLang="en-US" b="0" i="0" dirty="0">
              <a:effectLst/>
              <a:latin typeface="system-ui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013" y="619829"/>
            <a:ext cx="7448459" cy="5785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62353" y="669756"/>
            <a:ext cx="11821227" cy="916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PingFangSC-light"/>
              </a:rPr>
              <a:t>这样的查找方法，在遇到 </a:t>
            </a:r>
            <a:r>
              <a:rPr lang="en-US" altLang="zh-CN" b="0" i="0" dirty="0">
                <a:effectLst/>
                <a:latin typeface="PingFangSC-light"/>
              </a:rPr>
              <a:t>s = “</a:t>
            </a:r>
            <a:r>
              <a:rPr lang="en-US" altLang="zh-CN" b="0" i="0" dirty="0" err="1">
                <a:effectLst/>
                <a:latin typeface="PingFangSC-light"/>
              </a:rPr>
              <a:t>aaaaaaaaaaaaab</a:t>
            </a:r>
            <a:r>
              <a:rPr lang="en-US" altLang="zh-CN" b="0" i="0" dirty="0">
                <a:effectLst/>
                <a:latin typeface="PingFangSC-light"/>
              </a:rPr>
              <a:t>”</a:t>
            </a:r>
            <a:r>
              <a:rPr lang="zh-CN" altLang="en-US" b="0" i="0" dirty="0">
                <a:effectLst/>
                <a:latin typeface="PingFangSC-light"/>
              </a:rPr>
              <a:t>，</a:t>
            </a:r>
            <a:r>
              <a:rPr lang="en-US" altLang="zh-CN" b="0" i="0" dirty="0">
                <a:effectLst/>
                <a:latin typeface="PingFangSC-light"/>
              </a:rPr>
              <a:t>p = “</a:t>
            </a:r>
            <a:r>
              <a:rPr lang="en-US" altLang="zh-CN" b="0" i="0" dirty="0" err="1">
                <a:effectLst/>
                <a:latin typeface="PingFangSC-light"/>
              </a:rPr>
              <a:t>aab</a:t>
            </a:r>
            <a:r>
              <a:rPr lang="en-US" altLang="zh-CN" b="0" i="0" dirty="0">
                <a:effectLst/>
                <a:latin typeface="PingFangSC-light"/>
              </a:rPr>
              <a:t>” </a:t>
            </a:r>
            <a:r>
              <a:rPr lang="zh-CN" altLang="en-US" b="0" i="0" dirty="0">
                <a:effectLst/>
                <a:latin typeface="PingFangSC-light"/>
              </a:rPr>
              <a:t>这样的情况的时候，会使得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只有在最后一次匹配的时候，才可以得到匹配。假设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的长度是 </a:t>
            </a:r>
            <a:r>
              <a:rPr lang="en-US" altLang="zh-CN" b="0" i="0" dirty="0">
                <a:effectLst/>
                <a:latin typeface="PingFangSC-light"/>
              </a:rPr>
              <a:t>N</a:t>
            </a:r>
            <a:r>
              <a:rPr lang="zh-CN" altLang="en-US" b="0" i="0" dirty="0">
                <a:effectLst/>
                <a:latin typeface="PingFangSC-light"/>
              </a:rPr>
              <a:t>，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的长度是 </a:t>
            </a:r>
            <a:r>
              <a:rPr lang="en-US" altLang="zh-CN" b="0" i="0" dirty="0">
                <a:effectLst/>
                <a:latin typeface="PingFangSC-light"/>
              </a:rPr>
              <a:t>M</a:t>
            </a:r>
            <a:r>
              <a:rPr lang="zh-CN" altLang="en-US" b="0" i="0" dirty="0">
                <a:effectLst/>
                <a:latin typeface="PingFangSC-light"/>
              </a:rPr>
              <a:t>，那么显然的最坏情况下时间复杂度就是 </a:t>
            </a:r>
            <a:r>
              <a:rPr lang="en-US" altLang="zh-CN" b="0" i="0" dirty="0">
                <a:effectLst/>
                <a:latin typeface="PingFangSC-light"/>
              </a:rPr>
              <a:t>O(N∗M)</a:t>
            </a:r>
            <a:r>
              <a:rPr lang="zh-CN" altLang="en-US" b="0" i="0" dirty="0">
                <a:effectLst/>
                <a:latin typeface="PingFangSC-light"/>
              </a:rPr>
              <a:t>。而 </a:t>
            </a:r>
            <a:r>
              <a:rPr lang="en-US" altLang="zh-CN" b="0" i="0" dirty="0">
                <a:effectLst/>
                <a:latin typeface="PingFangSC-light"/>
              </a:rPr>
              <a:t>KMP </a:t>
            </a:r>
            <a:r>
              <a:rPr lang="zh-CN" altLang="en-US" b="0" i="0" dirty="0">
                <a:effectLst/>
                <a:latin typeface="PingFangSC-light"/>
              </a:rPr>
              <a:t>算法能做到最坏情况下 </a:t>
            </a:r>
            <a:r>
              <a:rPr lang="en-US" altLang="zh-CN" b="0" i="0" dirty="0">
                <a:effectLst/>
                <a:latin typeface="PingFangSC-light"/>
              </a:rPr>
              <a:t>O(N+M) </a:t>
            </a:r>
            <a:r>
              <a:rPr lang="zh-CN" altLang="en-US" b="0" i="0" dirty="0">
                <a:effectLst/>
                <a:latin typeface="PingFangSC-light"/>
              </a:rPr>
              <a:t>的时间复杂度。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62352" y="3338480"/>
            <a:ext cx="118212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PingFangSC-light"/>
              </a:rPr>
              <a:t>上面的暴力方法是基于这样的一个尝试的思路，如果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中有一个子串和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是匹配的，因为任何一个子串都有一个开头位置，那么这个和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匹配的子串当然也有一个开头位置，又因为我们不知道哪个开头位置的子串和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是匹配的，因此我们尝试所有可能的开头。如果我们尝试完所有的开头位置，都没有发现一个子串可以和 </a:t>
            </a:r>
            <a:r>
              <a:rPr lang="en-US" altLang="zh-CN" b="0" i="0" dirty="0">
                <a:effectLst/>
                <a:latin typeface="PingFangSC-light"/>
              </a:rPr>
              <a:t>p </a:t>
            </a:r>
            <a:r>
              <a:rPr lang="zh-CN" altLang="en-US" b="0" i="0" dirty="0">
                <a:effectLst/>
                <a:latin typeface="PingFangSC-light"/>
              </a:rPr>
              <a:t>匹配，那么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中就没有一个子串和匹配，即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不包含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，反之 </a:t>
            </a:r>
            <a:r>
              <a:rPr lang="en-US" altLang="zh-CN" b="0" i="0" dirty="0">
                <a:effectLst/>
                <a:latin typeface="PingFangSC-light"/>
              </a:rPr>
              <a:t>s </a:t>
            </a:r>
            <a:r>
              <a:rPr lang="zh-CN" altLang="en-US" b="0" i="0" dirty="0">
                <a:effectLst/>
                <a:latin typeface="PingFangSC-light"/>
              </a:rPr>
              <a:t>包含 </a:t>
            </a:r>
            <a:r>
              <a:rPr lang="en-US" altLang="zh-CN" b="0" i="0" dirty="0">
                <a:effectLst/>
                <a:latin typeface="PingFangSC-light"/>
              </a:rPr>
              <a:t>p</a:t>
            </a:r>
            <a:r>
              <a:rPr lang="zh-CN" altLang="en-US" b="0" i="0" dirty="0">
                <a:effectLst/>
                <a:latin typeface="PingFangSC-light"/>
              </a:rPr>
              <a:t>。那么这个过程它为什么低效呢？我们来看一下 </a:t>
            </a:r>
            <a:r>
              <a:rPr lang="en-US" altLang="zh-CN" b="0" i="0" dirty="0">
                <a:effectLst/>
                <a:latin typeface="PingFangSC-light"/>
              </a:rPr>
              <a:t>s = “</a:t>
            </a:r>
            <a:r>
              <a:rPr lang="en-US" altLang="zh-CN" b="0" i="0" dirty="0" err="1">
                <a:effectLst/>
                <a:latin typeface="PingFangSC-light"/>
              </a:rPr>
              <a:t>aaaaaaaaab</a:t>
            </a:r>
            <a:r>
              <a:rPr lang="en-US" altLang="zh-CN" b="0" i="0" dirty="0">
                <a:effectLst/>
                <a:latin typeface="PingFangSC-light"/>
              </a:rPr>
              <a:t>” </a:t>
            </a:r>
            <a:r>
              <a:rPr lang="zh-CN" altLang="en-US" b="0" i="0" dirty="0">
                <a:effectLst/>
                <a:latin typeface="PingFangSC-light"/>
              </a:rPr>
              <a:t>和 </a:t>
            </a:r>
            <a:r>
              <a:rPr lang="en-US" altLang="zh-CN" b="0" i="0" dirty="0">
                <a:effectLst/>
                <a:latin typeface="PingFangSC-light"/>
              </a:rPr>
              <a:t>p = “</a:t>
            </a:r>
            <a:r>
              <a:rPr lang="en-US" altLang="zh-CN" b="0" i="0" dirty="0" err="1">
                <a:effectLst/>
                <a:latin typeface="PingFangSC-light"/>
              </a:rPr>
              <a:t>aaab</a:t>
            </a:r>
            <a:r>
              <a:rPr lang="en-US" altLang="zh-CN" b="0" i="0" dirty="0">
                <a:effectLst/>
                <a:latin typeface="PingFangSC-light"/>
              </a:rPr>
              <a:t>” </a:t>
            </a:r>
            <a:r>
              <a:rPr lang="zh-CN" altLang="en-US" b="0" i="0" dirty="0">
                <a:effectLst/>
                <a:latin typeface="PingFangSC-light"/>
              </a:rPr>
              <a:t>的匹配过程。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pic>
        <p:nvPicPr>
          <p:cNvPr id="2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68" y="1044387"/>
            <a:ext cx="50577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5705795" y="665014"/>
            <a:ext cx="609702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  <a:latin typeface="PingFangSC-light"/>
              </a:rPr>
              <a:t>当我们发现某一个开头的尝试已经宣告失败的时候，此时只能选择下一个开头，继续从头开始匹配。那么此时指向 </a:t>
            </a:r>
            <a:r>
              <a:rPr lang="en-US" altLang="zh-CN" dirty="0">
                <a:effectLst/>
                <a:latin typeface="PingFangSC-light"/>
              </a:rPr>
              <a:t>s </a:t>
            </a:r>
            <a:r>
              <a:rPr lang="zh-CN" altLang="en-US" dirty="0">
                <a:effectLst/>
                <a:latin typeface="PingFangSC-light"/>
              </a:rPr>
              <a:t>的指针会回退，之前已经匹配的部分结果完全抛弃，从新开始，因此这个方法是低效的。如果某一次尝试失败了，那么之前已经匹配的部分（之前做过的努力）能否给我们提供一些帮助，加速我们的匹配过程，甚至能使得字符串 </a:t>
            </a:r>
            <a:r>
              <a:rPr lang="en-US" altLang="zh-CN" dirty="0">
                <a:effectLst/>
                <a:latin typeface="PingFangSC-light"/>
              </a:rPr>
              <a:t>s </a:t>
            </a:r>
            <a:r>
              <a:rPr lang="zh-CN" altLang="en-US" dirty="0">
                <a:effectLst/>
                <a:latin typeface="PingFangSC-light"/>
              </a:rPr>
              <a:t>上的指针不回退呢？我们调整的时候，需要遵循什么原则呢？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098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217" y="3020992"/>
            <a:ext cx="553402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pic>
        <p:nvPicPr>
          <p:cNvPr id="3074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152" y="-42958"/>
            <a:ext cx="4633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009062" y="331952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PingFangSC-light"/>
              </a:rPr>
              <a:t>字符串 </a:t>
            </a:r>
            <a:r>
              <a:rPr lang="en-US" altLang="zh-CN" b="0" i="0" dirty="0">
                <a:effectLst/>
                <a:latin typeface="PingFangSC-light"/>
              </a:rPr>
              <a:t>s = “</a:t>
            </a:r>
            <a:r>
              <a:rPr lang="en-US" altLang="zh-CN" b="0" i="0" dirty="0" err="1">
                <a:effectLst/>
                <a:latin typeface="PingFangSC-light"/>
              </a:rPr>
              <a:t>acacab</a:t>
            </a:r>
            <a:r>
              <a:rPr lang="en-US" altLang="zh-CN" b="0" i="0" dirty="0">
                <a:effectLst/>
                <a:latin typeface="PingFangSC-light"/>
              </a:rPr>
              <a:t>”</a:t>
            </a:r>
            <a:r>
              <a:rPr lang="zh-CN" altLang="en-US" b="0" i="0" dirty="0">
                <a:effectLst/>
                <a:latin typeface="PingFangSC-light"/>
              </a:rPr>
              <a:t>，和字符串 </a:t>
            </a:r>
            <a:r>
              <a:rPr lang="en-US" altLang="zh-CN" b="0" i="0" dirty="0">
                <a:effectLst/>
                <a:latin typeface="PingFangSC-light"/>
              </a:rPr>
              <a:t>p = “</a:t>
            </a:r>
            <a:r>
              <a:rPr lang="en-US" altLang="zh-CN" b="0" i="0" dirty="0" err="1">
                <a:effectLst/>
                <a:latin typeface="PingFangSC-light"/>
              </a:rPr>
              <a:t>acab</a:t>
            </a:r>
            <a:r>
              <a:rPr lang="en-US" altLang="zh-CN" b="0" i="0" dirty="0">
                <a:effectLst/>
                <a:latin typeface="PingFangSC-light"/>
              </a:rPr>
              <a:t>” </a:t>
            </a:r>
            <a:r>
              <a:rPr lang="zh-CN" altLang="en-US" b="0" i="0" dirty="0">
                <a:effectLst/>
                <a:latin typeface="PingFangSC-light"/>
              </a:rPr>
              <a:t>的匹配过程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32" y="233203"/>
            <a:ext cx="4956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7479363" y="233203"/>
            <a:ext cx="3449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altLang="zh-CN" b="0" i="0" dirty="0">
                <a:effectLst/>
                <a:latin typeface="PingFangSC-light"/>
              </a:rPr>
              <a:t>s = “aaaab” </a:t>
            </a:r>
            <a:r>
              <a:rPr lang="zh-CN" altLang="nl-NL" b="0" i="0" dirty="0">
                <a:effectLst/>
                <a:latin typeface="PingFangSC-light"/>
              </a:rPr>
              <a:t>和 </a:t>
            </a:r>
            <a:r>
              <a:rPr lang="nl-NL" altLang="zh-CN" b="0" i="0" dirty="0">
                <a:effectLst/>
                <a:latin typeface="PingFangSC-light"/>
              </a:rPr>
              <a:t>p = “aaab”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155650" y="2379724"/>
            <a:ext cx="60970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PingFangSC-light"/>
              </a:rPr>
              <a:t>某一次匹配失败的时候，我们需要找出前面已经匹配部分的 </a:t>
            </a:r>
            <a:r>
              <a:rPr lang="zh-CN" altLang="en-US" b="1" i="0" dirty="0">
                <a:effectLst/>
                <a:latin typeface="PingFangSC-light"/>
              </a:rPr>
              <a:t>前后缀最大匹配长度</a:t>
            </a:r>
            <a:r>
              <a:rPr lang="zh-CN" altLang="en-US" b="0" i="0" dirty="0">
                <a:effectLst/>
                <a:latin typeface="PingFangSC-light"/>
              </a:rPr>
              <a:t>，假设为 </a:t>
            </a:r>
            <a:r>
              <a:rPr lang="en-US" altLang="zh-CN" b="0" i="0" dirty="0">
                <a:effectLst/>
                <a:latin typeface="PingFangSC-light"/>
              </a:rPr>
              <a:t>next</a:t>
            </a:r>
            <a:r>
              <a:rPr lang="zh-CN" altLang="en-US" b="0" i="0" dirty="0">
                <a:effectLst/>
                <a:latin typeface="PingFangSC-light"/>
              </a:rPr>
              <a:t>，那么我们只需要把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调整为 </a:t>
            </a:r>
            <a:r>
              <a:rPr lang="en-US" altLang="zh-CN" b="0" i="0" dirty="0">
                <a:effectLst/>
                <a:latin typeface="PingFangSC-light"/>
              </a:rPr>
              <a:t>next</a:t>
            </a:r>
            <a:r>
              <a:rPr lang="zh-CN" altLang="en-US" b="0" i="0" dirty="0">
                <a:effectLst/>
                <a:latin typeface="PingFangSC-light"/>
              </a:rPr>
              <a:t>，继续进行匹配操作即可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0985" y="516618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PingFangSC-light"/>
              </a:rPr>
              <a:t>next </a:t>
            </a:r>
            <a:r>
              <a:rPr lang="zh-CN" altLang="en-US" b="1" i="0" dirty="0">
                <a:effectLst/>
                <a:latin typeface="PingFangSC-light"/>
              </a:rPr>
              <a:t>数组</a:t>
            </a:r>
            <a:endParaRPr lang="zh-CN" altLang="en-US" dirty="0"/>
          </a:p>
        </p:txBody>
      </p:sp>
      <p:pic>
        <p:nvPicPr>
          <p:cNvPr id="6146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26" y="83993"/>
            <a:ext cx="1027747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0985" y="516618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PingFangSC-light"/>
              </a:rPr>
              <a:t>next </a:t>
            </a:r>
            <a:r>
              <a:rPr lang="zh-CN" altLang="en-US" b="1" i="0" dirty="0">
                <a:effectLst/>
                <a:latin typeface="PingFangSC-light"/>
              </a:rPr>
              <a:t>数组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025" y="0"/>
            <a:ext cx="62619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0985" y="516618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PingFangSC-light"/>
              </a:rPr>
              <a:t>next </a:t>
            </a:r>
            <a:r>
              <a:rPr lang="zh-CN" altLang="en-US" b="1" i="0" dirty="0">
                <a:effectLst/>
                <a:latin typeface="PingFangSC-light"/>
              </a:rPr>
              <a:t>数组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5050" y="183736"/>
            <a:ext cx="10467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0" i="0" dirty="0">
                <a:effectLst/>
                <a:latin typeface="PingFangSC-light"/>
              </a:rPr>
              <a:t>next </a:t>
            </a:r>
            <a:r>
              <a:rPr lang="zh-CN" altLang="en-US" b="0" i="0" dirty="0">
                <a:effectLst/>
                <a:latin typeface="PingFangSC-light"/>
              </a:rPr>
              <a:t>数组能加速匹配过程，可以从下面两个方面来理解：</a:t>
            </a:r>
            <a:endParaRPr lang="zh-CN" altLang="en-US" b="0" i="0" dirty="0">
              <a:effectLst/>
              <a:latin typeface="PingFangSC-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PingFangSC-light"/>
              </a:rPr>
              <a:t>保证 </a:t>
            </a:r>
            <a:r>
              <a:rPr lang="en-US" altLang="zh-CN" b="0" i="0" dirty="0" err="1">
                <a:effectLst/>
                <a:latin typeface="PingFangSC-light"/>
              </a:rPr>
              <a:t>i</a:t>
            </a:r>
            <a:r>
              <a:rPr lang="en-US" altLang="zh-CN" b="0" i="0" dirty="0">
                <a:effectLst/>
                <a:latin typeface="PingFangSC-light"/>
              </a:rPr>
              <a:t> </a:t>
            </a:r>
            <a:r>
              <a:rPr lang="zh-CN" altLang="en-US" b="0" i="0" dirty="0">
                <a:effectLst/>
                <a:latin typeface="PingFangSC-light"/>
              </a:rPr>
              <a:t>指针不回退，指导 </a:t>
            </a:r>
            <a:r>
              <a:rPr lang="en-US" altLang="zh-CN" b="0" i="0" dirty="0">
                <a:effectLst/>
                <a:latin typeface="PingFangSC-light"/>
              </a:rPr>
              <a:t>j </a:t>
            </a:r>
            <a:r>
              <a:rPr lang="zh-CN" altLang="en-US" b="0" i="0" dirty="0">
                <a:effectLst/>
                <a:latin typeface="PingFangSC-light"/>
              </a:rPr>
              <a:t>指针的调整</a:t>
            </a:r>
            <a:endParaRPr lang="en-US" altLang="zh-CN" b="0" i="0" dirty="0">
              <a:effectLst/>
              <a:latin typeface="PingFangSC-light"/>
            </a:endParaRPr>
          </a:p>
          <a:p>
            <a:pPr algn="just"/>
            <a:r>
              <a:rPr lang="zh-CN" altLang="en-US" dirty="0"/>
              <a:t>在我们匹配失败的时候，它可以利用我们之前已经匹配的部分字符串（以前做过的努力），在保证 </a:t>
            </a:r>
            <a:r>
              <a:rPr lang="en-US" altLang="zh-CN" dirty="0" err="1"/>
              <a:t>i</a:t>
            </a:r>
            <a:r>
              <a:rPr lang="zh-CN" altLang="en-US" dirty="0"/>
              <a:t>（字符串 </a:t>
            </a:r>
            <a:r>
              <a:rPr lang="en-US" altLang="zh-CN" dirty="0"/>
              <a:t>s </a:t>
            </a:r>
            <a:r>
              <a:rPr lang="zh-CN" altLang="en-US" dirty="0"/>
              <a:t>的匹配指针）不回退的情况下，指导此时指针 </a:t>
            </a:r>
            <a:r>
              <a:rPr lang="en-US" altLang="zh-CN" dirty="0"/>
              <a:t>j</a:t>
            </a:r>
            <a:r>
              <a:rPr lang="zh-CN" altLang="en-US" dirty="0"/>
              <a:t>（模式串的匹配指针）应该做怎样的调整。前面的图示已经向大家说明了这一点。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PingFangSC-light"/>
              </a:rPr>
              <a:t>跳过了一些无需验证的可能性</a:t>
            </a:r>
            <a:endParaRPr lang="zh-CN" altLang="en-US" b="0" i="0" dirty="0">
              <a:effectLst/>
              <a:latin typeface="PingFangSC-light"/>
            </a:endParaRPr>
          </a:p>
          <a:p>
            <a:r>
              <a:rPr lang="zh-CN" altLang="en-US" dirty="0"/>
              <a:t>还记得我们的暴力做法吗？它尝试字符串 </a:t>
            </a:r>
            <a:r>
              <a:rPr lang="en-US" altLang="zh-CN" dirty="0"/>
              <a:t>s </a:t>
            </a:r>
            <a:r>
              <a:rPr lang="zh-CN" altLang="en-US" dirty="0"/>
              <a:t>中每一个可能的开头位置（即验证所有的可能性），而 </a:t>
            </a:r>
            <a:r>
              <a:rPr lang="en-US" altLang="zh-CN" dirty="0"/>
              <a:t>next </a:t>
            </a:r>
            <a:r>
              <a:rPr lang="zh-CN" altLang="en-US" dirty="0"/>
              <a:t>数组指导 </a:t>
            </a:r>
            <a:r>
              <a:rPr lang="en-US" altLang="zh-CN" dirty="0"/>
              <a:t>j </a:t>
            </a:r>
            <a:r>
              <a:rPr lang="zh-CN" altLang="en-US" dirty="0"/>
              <a:t>的调整，可以跳过一些根本不可能匹配出来模式串 </a:t>
            </a:r>
            <a:r>
              <a:rPr lang="en-US" altLang="zh-CN" dirty="0"/>
              <a:t>p </a:t>
            </a:r>
            <a:r>
              <a:rPr lang="zh-CN" altLang="en-US" dirty="0"/>
              <a:t>的位置</a:t>
            </a:r>
            <a:endParaRPr lang="zh-CN" altLang="en-US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70" y="885950"/>
            <a:ext cx="5981700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305" y="86926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PingFangSC-light"/>
              </a:rPr>
              <a:t>求解 </a:t>
            </a:r>
            <a:r>
              <a:rPr lang="en-US" altLang="zh-CN" b="1" i="0" dirty="0">
                <a:effectLst/>
                <a:latin typeface="PingFangSC-light"/>
              </a:rPr>
              <a:t>next </a:t>
            </a:r>
            <a:r>
              <a:rPr lang="zh-CN" altLang="en-US" b="1" i="0" dirty="0">
                <a:effectLst/>
                <a:latin typeface="PingFangSC-light"/>
              </a:rPr>
              <a:t>数组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994" y="59377"/>
            <a:ext cx="522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栈和队列</a:t>
            </a:r>
            <a:endParaRPr lang="zh-CN" altLang="en-US" dirty="0"/>
          </a:p>
        </p:txBody>
      </p:sp>
      <p:pic>
        <p:nvPicPr>
          <p:cNvPr id="3074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6" y="623763"/>
            <a:ext cx="18288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35" y="428129"/>
            <a:ext cx="9744075" cy="2962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549" y="3429000"/>
            <a:ext cx="900112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栈和队列</a:t>
            </a:r>
            <a:endParaRPr lang="zh-CN" altLang="en-US" dirty="0"/>
          </a:p>
        </p:txBody>
      </p:sp>
      <p:pic>
        <p:nvPicPr>
          <p:cNvPr id="3074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6" y="623763"/>
            <a:ext cx="18288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15" y="200026"/>
            <a:ext cx="9829800" cy="3714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653" y="4445825"/>
            <a:ext cx="7696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PingFang SC"/>
              </a:rPr>
              <a:t>二叉树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的性质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478" y="205344"/>
            <a:ext cx="10372725" cy="2362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478" y="3203492"/>
            <a:ext cx="9467850" cy="1733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478" y="4842906"/>
            <a:ext cx="980122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PingFang SC"/>
              </a:rPr>
              <a:t>二叉树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的性质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38" y="0"/>
            <a:ext cx="80846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PingFang SC"/>
              </a:rPr>
              <a:t>二叉树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的性质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73" y="1462830"/>
            <a:ext cx="1140142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满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ingFang SC"/>
              </a:rPr>
              <a:t>二叉树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的性质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80612"/>
            <a:ext cx="12192000" cy="50115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完全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PingFang SC"/>
              </a:rPr>
              <a:t>二叉树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的性质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083" y="906125"/>
            <a:ext cx="9808719" cy="58865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线索二叉树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523999" y="852012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8241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我们的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FC5531"/>
                </a:solidFill>
                <a:effectLst/>
                <a:latin typeface="Arial" panose="020B0604020202020204" pitchFamily="34" charset="0"/>
                <a:ea typeface="-apple-system"/>
              </a:rPr>
              <a:t>二叉树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panose="020B0604020202020204" pitchFamily="34" charset="0"/>
                <a:ea typeface="-apple-system"/>
              </a:rPr>
              <a:t>学到现在，会产生两个问题：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在n个结点的二叉树中，必定有n+1个空链域（叶子结点的左右子树空间浪费了）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二叉树的遍历，无论是递归还是非递归算法，效率都不算高。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21852" t="12350"/>
          <a:stretch>
            <a:fillRect/>
          </a:stretch>
        </p:blipFill>
        <p:spPr>
          <a:xfrm>
            <a:off x="219693" y="1417287"/>
            <a:ext cx="4587247" cy="296264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83727" y="1547275"/>
            <a:ext cx="685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倘若对下图二叉树进行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中序遍历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，可以得到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8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，我们可以知道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的前驱结点为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，后驱结点为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。但是，这种关系的建立是在完成遍历后得到的，那么，可不可以在建立二叉树的同时记录下前驱后继的关系，这样我们在寻找前驱后继结点时的效率将会大大提升！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线索二叉树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59185" y="383116"/>
            <a:ext cx="6656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若结点的左子树为空，则该结点的左孩子指针指向其前驱结点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若结点的右子树为空，则该结点的右孩子指针指向其后继结点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4F4F4F"/>
                </a:solidFill>
                <a:effectLst/>
                <a:latin typeface="-apple-system"/>
              </a:rPr>
              <a:t>这种指向前驱和后继的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-apple-system"/>
              </a:rPr>
              <a:t>指针</a:t>
            </a:r>
            <a:r>
              <a:rPr lang="zh-CN" altLang="en-US" b="0" i="0" dirty="0">
                <a:solidFill>
                  <a:srgbClr val="4F4F4F"/>
                </a:solidFill>
                <a:effectLst/>
                <a:latin typeface="-apple-system"/>
              </a:rPr>
              <a:t>称为</a:t>
            </a:r>
            <a:r>
              <a:rPr lang="zh-CN" altLang="en-US" b="1" i="0" dirty="0">
                <a:solidFill>
                  <a:srgbClr val="4F4F4F"/>
                </a:solidFill>
                <a:effectLst/>
                <a:latin typeface="-apple-system"/>
              </a:rPr>
              <a:t>线索</a:t>
            </a:r>
            <a:r>
              <a:rPr lang="zh-CN" altLang="en-US" b="0" i="0" dirty="0">
                <a:solidFill>
                  <a:srgbClr val="4F4F4F"/>
                </a:solidFill>
                <a:effectLst/>
                <a:latin typeface="-apple-system"/>
              </a:rPr>
              <a:t>，将一棵普通的二叉树以某种次序遍历，并添加线索的过程称为线索化。</a:t>
            </a:r>
            <a:endParaRPr lang="zh-CN" altLang="en-US" b="0" i="0" dirty="0">
              <a:solidFill>
                <a:srgbClr val="4F4F4F"/>
              </a:solidFill>
              <a:effectLst/>
              <a:latin typeface="-apple-system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52" y="1131009"/>
            <a:ext cx="3398316" cy="30728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459185" y="1656884"/>
            <a:ext cx="6095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此时新的问题又产生了：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我们如何区分一个</a:t>
            </a:r>
            <a:r>
              <a:rPr lang="en-US" altLang="zh-CN" b="1" i="0" dirty="0" err="1">
                <a:solidFill>
                  <a:srgbClr val="4D4D4D"/>
                </a:solidFill>
                <a:effectLst/>
                <a:latin typeface="-apple-system"/>
              </a:rPr>
              <a:t>lchild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指针是指向左孩子还是前驱结点呢？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为了解决这个问题，我们需要添加标志位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ltag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和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rtag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并定义以下规则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864" y="3217680"/>
            <a:ext cx="7168738" cy="282284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917869" y="5920885"/>
            <a:ext cx="609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ltag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==0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，指向左孩子；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ltag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==1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，指向前驱结点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rtag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==0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，指向右孩子；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rtag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==1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，指向后继结点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森林</a:t>
            </a:r>
            <a:r>
              <a:rPr lang="en-US" altLang="zh-CN" b="1" i="0" dirty="0">
                <a:effectLst/>
                <a:latin typeface="-apple-system"/>
              </a:rPr>
              <a:t>-&gt;</a:t>
            </a:r>
            <a:r>
              <a:rPr lang="zh-CN" altLang="en-US" b="1" i="0" dirty="0">
                <a:effectLst/>
                <a:latin typeface="-apple-system"/>
              </a:rPr>
              <a:t>二叉树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1863" y="383116"/>
            <a:ext cx="6095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首先将森林中所有的普通树各自转化为二叉树；</a:t>
            </a:r>
            <a:endParaRPr lang="zh-CN" altLang="en-US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将森林中第一棵树的树根作为整个森林的树根，其他树的根节点看作是第一棵树根节点的兄弟节点，采用孩子兄弟表示法将所有树进行连接；</a:t>
            </a:r>
            <a:endParaRPr lang="zh-CN" altLang="en-US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837" y="2166381"/>
            <a:ext cx="773430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森林</a:t>
            </a:r>
            <a:r>
              <a:rPr lang="en-US" altLang="zh-CN" b="1" i="0" dirty="0">
                <a:effectLst/>
                <a:latin typeface="-apple-system"/>
              </a:rPr>
              <a:t>-&gt;</a:t>
            </a:r>
            <a:r>
              <a:rPr lang="zh-CN" altLang="en-US" b="1" i="0" dirty="0">
                <a:effectLst/>
                <a:latin typeface="-apple-system"/>
              </a:rPr>
              <a:t>二叉树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1863" y="383116"/>
            <a:ext cx="609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将 节点的孩子 放在左子树；</a:t>
            </a:r>
            <a:endParaRPr lang="zh-CN" altLang="en-US" b="0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将 节点的兄弟 放在右子树。</a:t>
            </a:r>
            <a:endParaRPr lang="zh-CN" altLang="en-US" b="0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03812"/>
            <a:ext cx="5072499" cy="1936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202" y="1921755"/>
            <a:ext cx="497205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森林</a:t>
            </a:r>
            <a:r>
              <a:rPr lang="en-US" altLang="zh-CN" b="1" i="0" dirty="0">
                <a:effectLst/>
                <a:latin typeface="-apple-system"/>
              </a:rPr>
              <a:t>-&gt;</a:t>
            </a:r>
            <a:r>
              <a:rPr lang="zh-CN" altLang="en-US" b="1" i="0" dirty="0">
                <a:effectLst/>
                <a:latin typeface="-apple-system"/>
              </a:rPr>
              <a:t>二叉树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1863" y="383116"/>
            <a:ext cx="6095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将森林中第一棵树的树根作为整个森林的树根，其他树的根节点看作是第一棵树根节点的兄弟节点，采用孩子兄弟表示法将所有树进行连接；</a:t>
            </a:r>
            <a:endParaRPr lang="zh-CN" altLang="en-US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19" y="1535807"/>
            <a:ext cx="4972050" cy="3352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798" y="1306842"/>
            <a:ext cx="3486150" cy="46005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-apple-system"/>
              </a:rPr>
              <a:t>堆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1510" y="613949"/>
            <a:ext cx="10667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双亲比孩子的数值小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大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)——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小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大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)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）将根节点最大的堆叫做最大堆或大根堆，根节点最小的堆叫做最小堆或小根堆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51510" y="1260280"/>
            <a:ext cx="609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堆中某个节点的值总是不大于或不小于其父节点的值；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堆总是一棵完全二叉树。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2762" y="2276495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1"/>
              </a:rPr>
              <a:t>可视化堆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2" name="内容占位符 6"/>
          <p:cNvSpPr>
            <a:spLocks noGrp="1"/>
          </p:cNvSpPr>
          <p:nvPr>
            <p:ph idx="1"/>
          </p:nvPr>
        </p:nvSpPr>
        <p:spPr>
          <a:xfrm>
            <a:off x="1523999" y="903778"/>
            <a:ext cx="10515600" cy="4931626"/>
          </a:xfrm>
        </p:spPr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单源最短路</a:t>
            </a:r>
            <a:r>
              <a:rPr lang="zh-CN" altLang="en-US" dirty="0"/>
              <a:t>算法，不允许存在长度为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负数的边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维护起点到各个点的最短距离</a:t>
            </a:r>
            <a:endParaRPr lang="en-US" altLang="zh-CN" dirty="0"/>
          </a:p>
          <a:p>
            <a:r>
              <a:rPr lang="zh-CN" altLang="en-US" dirty="0"/>
              <a:t>一些定义</a:t>
            </a:r>
            <a:endParaRPr lang="en-US" altLang="zh-CN" dirty="0"/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：起点</a:t>
            </a:r>
            <a:endParaRPr lang="en-US" altLang="zh-CN" dirty="0"/>
          </a:p>
          <a:p>
            <a:pPr lvl="1"/>
            <a:r>
              <a:rPr lang="en-US" altLang="zh-CN" dirty="0"/>
              <a:t>VisitedSet</a:t>
            </a:r>
            <a:r>
              <a:rPr lang="zh-CN" altLang="en-US" dirty="0"/>
              <a:t>：已经被用于更新过相邻节点的集合</a:t>
            </a:r>
            <a:endParaRPr lang="en-US" altLang="zh-CN" dirty="0"/>
          </a:p>
          <a:p>
            <a:pPr lvl="1"/>
            <a:r>
              <a:rPr lang="en-US" altLang="zh-CN" dirty="0"/>
              <a:t>d[u]</a:t>
            </a:r>
            <a:r>
              <a:rPr lang="zh-CN" altLang="en-US" dirty="0"/>
              <a:t>：当前已经计算出的</a:t>
            </a:r>
            <a:r>
              <a:rPr lang="en-US" altLang="zh-CN" dirty="0"/>
              <a:t>s</a:t>
            </a:r>
            <a:r>
              <a:rPr lang="zh-CN" altLang="en-US" dirty="0"/>
              <a:t>到</a:t>
            </a:r>
            <a:r>
              <a:rPr lang="en-US" altLang="zh-CN" dirty="0"/>
              <a:t>u</a:t>
            </a:r>
            <a:r>
              <a:rPr lang="zh-CN" altLang="en-US" dirty="0"/>
              <a:t>的最短距离</a:t>
            </a:r>
            <a:endParaRPr lang="en-US" altLang="zh-CN" dirty="0"/>
          </a:p>
          <a:p>
            <a:pPr lvl="1"/>
            <a:r>
              <a:rPr lang="en-US" altLang="zh-CN" dirty="0"/>
              <a:t>delta(s,v)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zh-CN" altLang="en-US" dirty="0"/>
              <a:t>到</a:t>
            </a:r>
            <a:r>
              <a:rPr lang="en-US" altLang="zh-CN" dirty="0"/>
              <a:t>v</a:t>
            </a:r>
            <a:r>
              <a:rPr lang="zh-CN" altLang="en-US" dirty="0"/>
              <a:t>的最短距离</a:t>
            </a:r>
            <a:endParaRPr lang="en-US" altLang="zh-CN" dirty="0"/>
          </a:p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，表示已经使用过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pic>
        <p:nvPicPr>
          <p:cNvPr id="7" name="内容占位符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738" y="1137117"/>
            <a:ext cx="8824376" cy="4932362"/>
          </a:xfrm>
          <a:prstGeom prst="rect">
            <a:avLst/>
          </a:prstGeom>
        </p:spPr>
      </p:pic>
      <p:sp>
        <p:nvSpPr>
          <p:cNvPr id="8" name="内容占位符 6"/>
          <p:cNvSpPr txBox="1"/>
          <p:nvPr/>
        </p:nvSpPr>
        <p:spPr>
          <a:xfrm>
            <a:off x="8901114" y="1260194"/>
            <a:ext cx="3290886" cy="468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pic>
        <p:nvPicPr>
          <p:cNvPr id="2" name="内容占位符 8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l="1979" r="4250"/>
          <a:stretch>
            <a:fillRect/>
          </a:stretch>
        </p:blipFill>
        <p:spPr>
          <a:xfrm>
            <a:off x="0" y="1215193"/>
            <a:ext cx="8610601" cy="4775997"/>
          </a:xfrm>
          <a:prstGeom prst="rect">
            <a:avLst/>
          </a:prstGeom>
        </p:spPr>
      </p:pic>
      <p:sp>
        <p:nvSpPr>
          <p:cNvPr id="5" name="内容占位符 6"/>
          <p:cNvSpPr txBox="1"/>
          <p:nvPr/>
        </p:nvSpPr>
        <p:spPr>
          <a:xfrm>
            <a:off x="8862745" y="1283945"/>
            <a:ext cx="3290886" cy="468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pic>
        <p:nvPicPr>
          <p:cNvPr id="2" name="内容占位符 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105" y="1308680"/>
            <a:ext cx="8713978" cy="4439196"/>
          </a:xfrm>
          <a:prstGeom prst="rect">
            <a:avLst/>
          </a:prstGeom>
        </p:spPr>
      </p:pic>
      <p:sp>
        <p:nvSpPr>
          <p:cNvPr id="5" name="内容占位符 6"/>
          <p:cNvSpPr txBox="1"/>
          <p:nvPr/>
        </p:nvSpPr>
        <p:spPr>
          <a:xfrm>
            <a:off x="8862745" y="1283945"/>
            <a:ext cx="3290886" cy="468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pic>
        <p:nvPicPr>
          <p:cNvPr id="2" name="内容占位符 2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r="4544"/>
          <a:stretch>
            <a:fillRect/>
          </a:stretch>
        </p:blipFill>
        <p:spPr>
          <a:xfrm>
            <a:off x="182666" y="1160868"/>
            <a:ext cx="8427935" cy="4627745"/>
          </a:xfrm>
          <a:prstGeom prst="rect">
            <a:avLst/>
          </a:prstGeom>
        </p:spPr>
      </p:pic>
      <p:sp>
        <p:nvSpPr>
          <p:cNvPr id="5" name="内容占位符 6"/>
          <p:cNvSpPr txBox="1"/>
          <p:nvPr/>
        </p:nvSpPr>
        <p:spPr>
          <a:xfrm>
            <a:off x="8862745" y="1283945"/>
            <a:ext cx="3290886" cy="468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5916" y="61394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Dijkstra</a:t>
            </a:r>
            <a:endParaRPr lang="zh-CN" altLang="en-US" b="1" i="0" dirty="0">
              <a:effectLst/>
              <a:latin typeface="PingFang SC"/>
            </a:endParaRPr>
          </a:p>
        </p:txBody>
      </p:sp>
      <p:pic>
        <p:nvPicPr>
          <p:cNvPr id="2" name="内容占位符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202" y="1241967"/>
            <a:ext cx="8743829" cy="4656157"/>
          </a:xfrm>
          <a:prstGeom prst="rect">
            <a:avLst/>
          </a:prstGeom>
        </p:spPr>
      </p:pic>
      <p:sp>
        <p:nvSpPr>
          <p:cNvPr id="5" name="内容占位符 6"/>
          <p:cNvSpPr txBox="1"/>
          <p:nvPr/>
        </p:nvSpPr>
        <p:spPr>
          <a:xfrm>
            <a:off x="8862745" y="1283945"/>
            <a:ext cx="3290886" cy="468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每次挑选不在</a:t>
            </a:r>
            <a:r>
              <a:rPr lang="en-US" altLang="zh-CN" dirty="0"/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中的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最小的点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将它加入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VisitedSet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表示已经使用过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用它更新其周围的点的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6" y="885950"/>
            <a:ext cx="11627922" cy="343199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916" y="147286"/>
            <a:ext cx="14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58684" y="516618"/>
            <a:ext cx="11208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FC5531"/>
                </a:solidFill>
                <a:effectLst/>
                <a:latin typeface="-apple-system"/>
              </a:rPr>
              <a:t>AVL</a:t>
            </a:r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-apple-system"/>
              </a:rPr>
              <a:t>树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是根据它的发明者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G.M. 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A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delson-</a:t>
            </a:r>
            <a:r>
              <a:rPr lang="en-US" altLang="zh-CN" b="1" i="0" dirty="0" err="1">
                <a:solidFill>
                  <a:srgbClr val="4D4D4D"/>
                </a:solidFill>
                <a:effectLst/>
                <a:latin typeface="-apple-system"/>
              </a:rPr>
              <a:t>V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elsky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E.M. 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L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andis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命名的。它是最先发明的自平衡</a:t>
            </a:r>
            <a:r>
              <a:rPr lang="zh-CN" altLang="en-US" b="0" i="0" u="none" strike="noStrike" dirty="0">
                <a:solidFill>
                  <a:srgbClr val="FC5531"/>
                </a:solidFill>
                <a:effectLst/>
                <a:latin typeface="-apple-system"/>
              </a:rPr>
              <a:t>二叉查找树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，也被称为高度平衡树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276597" y="4367174"/>
                <a:ext cx="762247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平衡条件：所有的点的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BF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值只能为</a:t>
                </a:r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{-1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+1}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BF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node</m:t>
                          </m:r>
                        </m:e>
                      </m:d>
                      <m: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Depth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node</m:t>
                          </m:r>
                          <m:r>
                            <a:rPr lang="en-US" altLang="zh-CN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rightSon</m:t>
                          </m:r>
                        </m:e>
                      </m:d>
                      <m: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Depth</m:t>
                      </m:r>
                      <m: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node</m:t>
                      </m:r>
                      <m: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leftSon</m:t>
                      </m:r>
                      <m:r>
                        <a:rPr lang="en-US" altLang="zh-CN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zh-CN" altLang="en-US" dirty="0"/>
                  <a:t>实现平衡的操作：自底向上的</a:t>
                </a: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旋转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四种</a:t>
                </a:r>
                <a:r>
                  <a:rPr lang="en-US" altLang="zh-CN" dirty="0"/>
                  <a:t>)</a:t>
                </a:r>
                <a:endParaRPr lang="en-US" altLang="zh-CN" dirty="0"/>
              </a:p>
              <a:p>
                <a:r>
                  <a:rPr lang="zh-CN" altLang="en-US" dirty="0"/>
                  <a:t>时间复杂度：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检索某结点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插入新节点</a:t>
                </a:r>
                <a:r>
                  <a:rPr lang="zh-CN" alt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𝑙𝑜𝑔</m:t>
                            </m:r>
                          </m:fName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/>
                  <a:t>删除某结点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𝑙𝑜𝑔</m:t>
                        </m:r>
                      </m:fName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597" y="4367174"/>
                <a:ext cx="7622474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3" t="-14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四种旋转操作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/>
          <a:srcRect l="5566" r="3369" b="4589"/>
          <a:stretch>
            <a:fillRect/>
          </a:stretch>
        </p:blipFill>
        <p:spPr>
          <a:xfrm>
            <a:off x="133365" y="1342976"/>
            <a:ext cx="4936067" cy="204493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l="4290" t="5285" r="1877" b="5643"/>
          <a:stretch>
            <a:fillRect/>
          </a:stretch>
        </p:blipFill>
        <p:spPr>
          <a:xfrm>
            <a:off x="5171033" y="1342976"/>
            <a:ext cx="6887602" cy="204493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5906" r="4880" b="7153"/>
          <a:stretch>
            <a:fillRect/>
          </a:stretch>
        </p:blipFill>
        <p:spPr>
          <a:xfrm>
            <a:off x="99784" y="3664083"/>
            <a:ext cx="4936067" cy="21327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1989" b="7913"/>
          <a:stretch>
            <a:fillRect/>
          </a:stretch>
        </p:blipFill>
        <p:spPr>
          <a:xfrm>
            <a:off x="5171033" y="3631461"/>
            <a:ext cx="6921183" cy="2152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四种旋转操作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5566" r="3369" b="4589"/>
          <a:stretch>
            <a:fillRect/>
          </a:stretch>
        </p:blipFill>
        <p:spPr>
          <a:xfrm>
            <a:off x="491152" y="1315145"/>
            <a:ext cx="7721543" cy="31989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l="4290" t="5285" r="1877" b="5643"/>
          <a:stretch>
            <a:fillRect/>
          </a:stretch>
        </p:blipFill>
        <p:spPr>
          <a:xfrm>
            <a:off x="6441782" y="4588933"/>
            <a:ext cx="5589292" cy="1659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四种旋转操作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/>
          <a:srcRect l="4290" t="5285" r="1877" b="5643"/>
          <a:stretch>
            <a:fillRect/>
          </a:stretch>
        </p:blipFill>
        <p:spPr>
          <a:xfrm>
            <a:off x="838199" y="1776447"/>
            <a:ext cx="10515600" cy="3122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/>
          <a:srcRect l="5566" r="3369" b="4589"/>
          <a:stretch>
            <a:fillRect/>
          </a:stretch>
        </p:blipFill>
        <p:spPr>
          <a:xfrm>
            <a:off x="167375" y="1815865"/>
            <a:ext cx="4936067" cy="204493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l="4290" t="5285" r="1877" b="5643"/>
          <a:stretch>
            <a:fillRect/>
          </a:stretch>
        </p:blipFill>
        <p:spPr>
          <a:xfrm>
            <a:off x="5238195" y="1815865"/>
            <a:ext cx="6887602" cy="204493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5906" r="4880" b="7153"/>
          <a:stretch>
            <a:fillRect/>
          </a:stretch>
        </p:blipFill>
        <p:spPr>
          <a:xfrm>
            <a:off x="167374" y="4102678"/>
            <a:ext cx="4936067" cy="21327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1989" b="7913"/>
          <a:stretch>
            <a:fillRect/>
          </a:stretch>
        </p:blipFill>
        <p:spPr>
          <a:xfrm>
            <a:off x="5204614" y="4077682"/>
            <a:ext cx="6921183" cy="2152837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838200" y="1182849"/>
            <a:ext cx="10515600" cy="4931626"/>
          </a:xfrm>
        </p:spPr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/>
              <a:t>16 3 7 11 9 26 18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475" y="1456022"/>
            <a:ext cx="7536781" cy="43852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838200" y="1182849"/>
            <a:ext cx="10515600" cy="4931626"/>
          </a:xfrm>
        </p:spPr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/>
              <a:t>16 3 7 11 9 26 18</a:t>
            </a:r>
            <a:endParaRPr lang="en-US" altLang="zh-CN" dirty="0"/>
          </a:p>
          <a:p>
            <a:r>
              <a:rPr lang="zh-CN" altLang="en-US" dirty="0"/>
              <a:t>参考答案：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11 9 26 18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33" y="1847458"/>
            <a:ext cx="1980952" cy="1561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485" y="1847458"/>
            <a:ext cx="2238095" cy="218095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81399" y="2010606"/>
            <a:ext cx="54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057247" y="1691070"/>
            <a:ext cx="2933333" cy="2685714"/>
            <a:chOff x="4718580" y="1847458"/>
            <a:chExt cx="2933333" cy="26857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8580" y="1847458"/>
              <a:ext cx="2933333" cy="2685714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5304432" y="2628410"/>
              <a:ext cx="54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498232" y="2010606"/>
              <a:ext cx="54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882136" y="4614729"/>
            <a:ext cx="193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050685" y="4614729"/>
            <a:ext cx="193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11 9 26 18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48066" y="1861986"/>
            <a:ext cx="2933333" cy="2685714"/>
            <a:chOff x="4718580" y="1847458"/>
            <a:chExt cx="2933333" cy="268571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18580" y="1847458"/>
              <a:ext cx="2933333" cy="268571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5304432" y="2628410"/>
              <a:ext cx="54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98232" y="2010606"/>
              <a:ext cx="541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33918" y="4435267"/>
            <a:ext cx="202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出现了</a:t>
            </a:r>
            <a:r>
              <a:rPr lang="en-US" altLang="zh-CN" dirty="0"/>
              <a:t>LR</a:t>
            </a:r>
            <a:r>
              <a:rPr lang="zh-CN" altLang="en-US" dirty="0"/>
              <a:t>状态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16" idx="3"/>
          </p:cNvCxnSpPr>
          <p:nvPr/>
        </p:nvCxnSpPr>
        <p:spPr>
          <a:xfrm flipV="1">
            <a:off x="3581399" y="3204673"/>
            <a:ext cx="1383708" cy="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110794" y="4490864"/>
            <a:ext cx="110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转化为</a:t>
            </a:r>
            <a:r>
              <a:rPr lang="en-US" altLang="zh-CN" dirty="0"/>
              <a:t>LL</a:t>
            </a:r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945" y="1858067"/>
            <a:ext cx="3314286" cy="2628571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96000" y="2458272"/>
            <a:ext cx="54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7229742" y="1837962"/>
            <a:ext cx="54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-2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8279393" y="3202940"/>
            <a:ext cx="1383708" cy="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8560693" y="2778596"/>
            <a:ext cx="110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右旋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034" y="2067590"/>
            <a:ext cx="2438095" cy="2419048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902125" y="2778596"/>
            <a:ext cx="110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621" y="1694917"/>
            <a:ext cx="3619048" cy="38952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26 18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" y="1879583"/>
            <a:ext cx="2438095" cy="2419048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571933" y="1879583"/>
            <a:ext cx="6586311" cy="2997036"/>
            <a:chOff x="2571933" y="1879583"/>
            <a:chExt cx="6586311" cy="2997036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1933" y="1981381"/>
              <a:ext cx="2933333" cy="2895238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3880678" y="1960426"/>
              <a:ext cx="7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863444" y="2823551"/>
              <a:ext cx="7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-1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196981" y="1879583"/>
              <a:ext cx="7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+2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414760" y="2609968"/>
              <a:ext cx="7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-2</a:t>
              </a:r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238999" y="3365537"/>
              <a:ext cx="7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-1</a:t>
              </a:r>
              <a:endParaRPr lang="zh-CN" altLang="en-US" dirty="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287456" y="5405489"/>
            <a:ext cx="191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7196271" y="5462698"/>
            <a:ext cx="191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9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02" y="1308680"/>
            <a:ext cx="3619048" cy="38952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26 18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1513318" y="5364654"/>
            <a:ext cx="191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出现了</a:t>
            </a:r>
            <a:r>
              <a:rPr lang="en-US" altLang="zh-CN" dirty="0"/>
              <a:t>LL</a:t>
            </a:r>
            <a:r>
              <a:rPr lang="zh-CN" altLang="en-US" dirty="0"/>
              <a:t>状态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2450400" y="1573714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581399" y="2285719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492418" y="3059668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24" name="任意多边形: 形状 23"/>
          <p:cNvSpPr/>
          <p:nvPr/>
        </p:nvSpPr>
        <p:spPr>
          <a:xfrm>
            <a:off x="850897" y="1654082"/>
            <a:ext cx="3530853" cy="3468695"/>
          </a:xfrm>
          <a:custGeom>
            <a:avLst/>
            <a:gdLst>
              <a:gd name="connsiteX0" fmla="*/ 1003540 w 3530853"/>
              <a:gd name="connsiteY0" fmla="*/ 721649 h 3468695"/>
              <a:gd name="connsiteX1" fmla="*/ 1003540 w 3530853"/>
              <a:gd name="connsiteY1" fmla="*/ 3330083 h 3468695"/>
              <a:gd name="connsiteX2" fmla="*/ 3293813 w 3530853"/>
              <a:gd name="connsiteY2" fmla="*/ 3330083 h 3468695"/>
              <a:gd name="connsiteX3" fmla="*/ 3293813 w 3530853"/>
              <a:gd name="connsiteY3" fmla="*/ 721649 h 3468695"/>
              <a:gd name="connsiteX4" fmla="*/ 0 w 3530853"/>
              <a:gd name="connsiteY4" fmla="*/ 0 h 3468695"/>
              <a:gd name="connsiteX5" fmla="*/ 3530853 w 3530853"/>
              <a:gd name="connsiteY5" fmla="*/ 0 h 3468695"/>
              <a:gd name="connsiteX6" fmla="*/ 3530853 w 3530853"/>
              <a:gd name="connsiteY6" fmla="*/ 3468695 h 3468695"/>
              <a:gd name="connsiteX7" fmla="*/ 0 w 3530853"/>
              <a:gd name="connsiteY7" fmla="*/ 3468695 h 346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0853" h="3468695">
                <a:moveTo>
                  <a:pt x="1003540" y="721649"/>
                </a:moveTo>
                <a:lnTo>
                  <a:pt x="1003540" y="3330083"/>
                </a:lnTo>
                <a:lnTo>
                  <a:pt x="3293813" y="3330083"/>
                </a:lnTo>
                <a:lnTo>
                  <a:pt x="3293813" y="721649"/>
                </a:lnTo>
                <a:close/>
                <a:moveTo>
                  <a:pt x="0" y="0"/>
                </a:moveTo>
                <a:lnTo>
                  <a:pt x="3530853" y="0"/>
                </a:lnTo>
                <a:lnTo>
                  <a:pt x="3530853" y="3468695"/>
                </a:lnTo>
                <a:lnTo>
                  <a:pt x="0" y="3468695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95799" y="3589234"/>
            <a:ext cx="1366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687720" y="3071653"/>
            <a:ext cx="1102408" cy="36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右旋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486733" y="1431892"/>
            <a:ext cx="3530853" cy="3470324"/>
            <a:chOff x="6486733" y="1431892"/>
            <a:chExt cx="3530853" cy="347032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6733" y="1431892"/>
              <a:ext cx="3530853" cy="3470324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7597211" y="1618752"/>
              <a:ext cx="556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</p:grpSp>
      <p:sp>
        <p:nvSpPr>
          <p:cNvPr id="32" name="任意多边形: 形状 31"/>
          <p:cNvSpPr/>
          <p:nvPr/>
        </p:nvSpPr>
        <p:spPr>
          <a:xfrm>
            <a:off x="6922093" y="1726250"/>
            <a:ext cx="2996244" cy="3292009"/>
          </a:xfrm>
          <a:custGeom>
            <a:avLst/>
            <a:gdLst>
              <a:gd name="connsiteX0" fmla="*/ 1003540 w 3530853"/>
              <a:gd name="connsiteY0" fmla="*/ 721649 h 3468695"/>
              <a:gd name="connsiteX1" fmla="*/ 1003540 w 3530853"/>
              <a:gd name="connsiteY1" fmla="*/ 3330083 h 3468695"/>
              <a:gd name="connsiteX2" fmla="*/ 3293813 w 3530853"/>
              <a:gd name="connsiteY2" fmla="*/ 3330083 h 3468695"/>
              <a:gd name="connsiteX3" fmla="*/ 3293813 w 3530853"/>
              <a:gd name="connsiteY3" fmla="*/ 721649 h 3468695"/>
              <a:gd name="connsiteX4" fmla="*/ 0 w 3530853"/>
              <a:gd name="connsiteY4" fmla="*/ 0 h 3468695"/>
              <a:gd name="connsiteX5" fmla="*/ 3530853 w 3530853"/>
              <a:gd name="connsiteY5" fmla="*/ 0 h 3468695"/>
              <a:gd name="connsiteX6" fmla="*/ 3530853 w 3530853"/>
              <a:gd name="connsiteY6" fmla="*/ 3468695 h 3468695"/>
              <a:gd name="connsiteX7" fmla="*/ 0 w 3530853"/>
              <a:gd name="connsiteY7" fmla="*/ 3468695 h 346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0853" h="3468695">
                <a:moveTo>
                  <a:pt x="1003540" y="721649"/>
                </a:moveTo>
                <a:lnTo>
                  <a:pt x="1003540" y="3330083"/>
                </a:lnTo>
                <a:lnTo>
                  <a:pt x="3293813" y="3330083"/>
                </a:lnTo>
                <a:lnTo>
                  <a:pt x="3293813" y="721649"/>
                </a:lnTo>
                <a:close/>
                <a:moveTo>
                  <a:pt x="0" y="0"/>
                </a:moveTo>
                <a:lnTo>
                  <a:pt x="3530853" y="0"/>
                </a:lnTo>
                <a:lnTo>
                  <a:pt x="3530853" y="3468695"/>
                </a:lnTo>
                <a:lnTo>
                  <a:pt x="0" y="3468695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26</a:t>
            </a:r>
            <a:r>
              <a:rPr lang="en-US" altLang="zh-CN" dirty="0"/>
              <a:t>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492071" y="1693838"/>
            <a:ext cx="3530853" cy="3470324"/>
            <a:chOff x="6486733" y="1431892"/>
            <a:chExt cx="3530853" cy="347032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86733" y="1431892"/>
              <a:ext cx="3530853" cy="3470324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7597211" y="1618752"/>
              <a:ext cx="556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034298" y="5734375"/>
            <a:ext cx="191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26 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590309" y="1562947"/>
            <a:ext cx="4123809" cy="4171429"/>
            <a:chOff x="4486792" y="1547992"/>
            <a:chExt cx="4123809" cy="41714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6792" y="1547992"/>
              <a:ext cx="4123809" cy="417142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7246834" y="3633706"/>
              <a:ext cx="640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400800" y="2632105"/>
              <a:ext cx="709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+2</a:t>
              </a:r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563312" y="1547992"/>
              <a:ext cx="734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+2</a:t>
              </a:r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26</a:t>
            </a:r>
            <a:r>
              <a:rPr lang="en-US" altLang="zh-CN" dirty="0"/>
              <a:t> 18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726642" y="1789869"/>
            <a:ext cx="4123809" cy="4171429"/>
            <a:chOff x="4486792" y="1547992"/>
            <a:chExt cx="4123809" cy="41714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86792" y="1547992"/>
              <a:ext cx="4123809" cy="417142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7246834" y="3633706"/>
              <a:ext cx="640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400800" y="2632105"/>
              <a:ext cx="709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563312" y="1547992"/>
              <a:ext cx="734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+2</a:t>
              </a:r>
              <a:endParaRPr lang="zh-CN" altLang="en-US" dirty="0"/>
            </a:p>
          </p:txBody>
        </p:sp>
      </p:grpSp>
      <p:sp>
        <p:nvSpPr>
          <p:cNvPr id="19" name="任意多边形: 形状 18"/>
          <p:cNvSpPr/>
          <p:nvPr/>
        </p:nvSpPr>
        <p:spPr>
          <a:xfrm rot="16200000">
            <a:off x="479772" y="1713280"/>
            <a:ext cx="4409630" cy="4324606"/>
          </a:xfrm>
          <a:custGeom>
            <a:avLst/>
            <a:gdLst>
              <a:gd name="connsiteX0" fmla="*/ 1119499 w 4409630"/>
              <a:gd name="connsiteY0" fmla="*/ 1092396 h 4324606"/>
              <a:gd name="connsiteX1" fmla="*/ 1119499 w 4409630"/>
              <a:gd name="connsiteY1" fmla="*/ 4171429 h 4324606"/>
              <a:gd name="connsiteX2" fmla="*/ 4230168 w 4409630"/>
              <a:gd name="connsiteY2" fmla="*/ 4171429 h 4324606"/>
              <a:gd name="connsiteX3" fmla="*/ 4230168 w 4409630"/>
              <a:gd name="connsiteY3" fmla="*/ 1092396 h 4324606"/>
              <a:gd name="connsiteX4" fmla="*/ 0 w 4409630"/>
              <a:gd name="connsiteY4" fmla="*/ 0 h 4324606"/>
              <a:gd name="connsiteX5" fmla="*/ 4409630 w 4409630"/>
              <a:gd name="connsiteY5" fmla="*/ 0 h 4324606"/>
              <a:gd name="connsiteX6" fmla="*/ 4409630 w 4409630"/>
              <a:gd name="connsiteY6" fmla="*/ 4324606 h 4324606"/>
              <a:gd name="connsiteX7" fmla="*/ 0 w 4409630"/>
              <a:gd name="connsiteY7" fmla="*/ 4324606 h 43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9630" h="4324606">
                <a:moveTo>
                  <a:pt x="1119499" y="1092396"/>
                </a:moveTo>
                <a:lnTo>
                  <a:pt x="1119499" y="4171429"/>
                </a:lnTo>
                <a:lnTo>
                  <a:pt x="4230168" y="4171429"/>
                </a:lnTo>
                <a:lnTo>
                  <a:pt x="4230168" y="1092396"/>
                </a:lnTo>
                <a:close/>
                <a:moveTo>
                  <a:pt x="0" y="0"/>
                </a:moveTo>
                <a:lnTo>
                  <a:pt x="4409630" y="0"/>
                </a:lnTo>
                <a:lnTo>
                  <a:pt x="4409630" y="4324606"/>
                </a:lnTo>
                <a:lnTo>
                  <a:pt x="0" y="4324606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5375305" y="3537959"/>
            <a:ext cx="2033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583446" y="2159200"/>
            <a:ext cx="139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RR</a:t>
            </a:r>
            <a:r>
              <a:rPr lang="zh-CN" altLang="en-US" dirty="0"/>
              <a:t>状态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845786" y="3047689"/>
            <a:ext cx="14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左旋</a:t>
            </a: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7692875" y="1443285"/>
            <a:ext cx="4923809" cy="3971429"/>
            <a:chOff x="7356444" y="1431305"/>
            <a:chExt cx="4923809" cy="3971429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6444" y="1431305"/>
              <a:ext cx="4923809" cy="3971429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0541479" y="2873982"/>
              <a:ext cx="646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0216" y="1772470"/>
            <a:ext cx="5866667" cy="37523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26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18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0" y="1662947"/>
            <a:ext cx="4923809" cy="3971429"/>
            <a:chOff x="7356444" y="1431305"/>
            <a:chExt cx="4923809" cy="3971429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6444" y="1431305"/>
              <a:ext cx="4923809" cy="3971429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0541479" y="2873982"/>
              <a:ext cx="646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+1</a:t>
              </a:r>
              <a:endParaRPr lang="zh-CN" altLang="en-US" dirty="0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974080" y="5030899"/>
            <a:ext cx="191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en-US" altLang="zh-CN" dirty="0"/>
              <a:t>18 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9588381" y="3572142"/>
            <a:ext cx="47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9460193" y="3467980"/>
            <a:ext cx="726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678967" y="2395312"/>
            <a:ext cx="65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7884207" y="1772470"/>
            <a:ext cx="53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2007" t="8453" r="8064"/>
          <a:stretch>
            <a:fillRect/>
          </a:stretch>
        </p:blipFill>
        <p:spPr>
          <a:xfrm>
            <a:off x="6965891" y="2333938"/>
            <a:ext cx="2375018" cy="23802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791" y="1647850"/>
            <a:ext cx="5866667" cy="37523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26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18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9588381" y="3572142"/>
            <a:ext cx="47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4700186" y="3343360"/>
            <a:ext cx="726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918960" y="2270692"/>
            <a:ext cx="65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221764" y="1751888"/>
            <a:ext cx="53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+1</a:t>
            </a:r>
            <a:endParaRPr lang="zh-CN" altLang="en-US" dirty="0"/>
          </a:p>
        </p:txBody>
      </p:sp>
      <p:sp>
        <p:nvSpPr>
          <p:cNvPr id="20" name="任意多边形: 形状 19"/>
          <p:cNvSpPr/>
          <p:nvPr/>
        </p:nvSpPr>
        <p:spPr>
          <a:xfrm>
            <a:off x="239282" y="1751888"/>
            <a:ext cx="5614587" cy="3580688"/>
          </a:xfrm>
          <a:custGeom>
            <a:avLst/>
            <a:gdLst>
              <a:gd name="connsiteX0" fmla="*/ 3264494 w 5614587"/>
              <a:gd name="connsiteY0" fmla="*/ 369332 h 3580688"/>
              <a:gd name="connsiteX1" fmla="*/ 3264494 w 5614587"/>
              <a:gd name="connsiteY1" fmla="*/ 3458262 h 3580688"/>
              <a:gd name="connsiteX2" fmla="*/ 5187297 w 5614587"/>
              <a:gd name="connsiteY2" fmla="*/ 3458262 h 3580688"/>
              <a:gd name="connsiteX3" fmla="*/ 5187297 w 5614587"/>
              <a:gd name="connsiteY3" fmla="*/ 369332 h 3580688"/>
              <a:gd name="connsiteX4" fmla="*/ 0 w 5614587"/>
              <a:gd name="connsiteY4" fmla="*/ 0 h 3580688"/>
              <a:gd name="connsiteX5" fmla="*/ 5614587 w 5614587"/>
              <a:gd name="connsiteY5" fmla="*/ 0 h 3580688"/>
              <a:gd name="connsiteX6" fmla="*/ 5614587 w 5614587"/>
              <a:gd name="connsiteY6" fmla="*/ 3580688 h 3580688"/>
              <a:gd name="connsiteX7" fmla="*/ 0 w 5614587"/>
              <a:gd name="connsiteY7" fmla="*/ 3580688 h 358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14587" h="3580688">
                <a:moveTo>
                  <a:pt x="3264494" y="369332"/>
                </a:moveTo>
                <a:lnTo>
                  <a:pt x="3264494" y="3458262"/>
                </a:lnTo>
                <a:lnTo>
                  <a:pt x="5187297" y="3458262"/>
                </a:lnTo>
                <a:lnTo>
                  <a:pt x="5187297" y="369332"/>
                </a:lnTo>
                <a:close/>
                <a:moveTo>
                  <a:pt x="0" y="0"/>
                </a:moveTo>
                <a:lnTo>
                  <a:pt x="5614587" y="0"/>
                </a:lnTo>
                <a:lnTo>
                  <a:pt x="5614587" y="3580688"/>
                </a:lnTo>
                <a:lnTo>
                  <a:pt x="0" y="3580688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6033331" y="3343360"/>
            <a:ext cx="1298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57600" y="37126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RL</a:t>
            </a:r>
            <a:r>
              <a:rPr lang="zh-CN" altLang="en-US" dirty="0"/>
              <a:t>状态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96000" y="2862841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先右旋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965891" y="1999716"/>
            <a:ext cx="47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153400" y="2640024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+1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7273895" y="4771352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转为</a:t>
            </a:r>
            <a:r>
              <a:rPr lang="en-US" altLang="zh-CN" dirty="0"/>
              <a:t>RR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9034328" y="2799114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再左旋</a:t>
            </a:r>
            <a:endParaRPr lang="zh-CN" altLang="en-US" dirty="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9101271" y="3232173"/>
            <a:ext cx="957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2007" t="8453" r="8064"/>
          <a:stretch>
            <a:fillRect/>
          </a:stretch>
        </p:blipFill>
        <p:spPr>
          <a:xfrm>
            <a:off x="2919458" y="2475316"/>
            <a:ext cx="2375018" cy="23802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依次插入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16 3 7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26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18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模拟过程：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5541948" y="3713520"/>
            <a:ext cx="47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986898" y="3484738"/>
            <a:ext cx="1298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049567" y="3004219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先右旋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919458" y="2141094"/>
            <a:ext cx="47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106967" y="2781402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+1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3227462" y="4912730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转为</a:t>
            </a:r>
            <a:r>
              <a:rPr lang="en-US" altLang="zh-CN" dirty="0"/>
              <a:t>RR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987895" y="2940492"/>
            <a:ext cx="11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再左旋</a:t>
            </a:r>
            <a:endParaRPr lang="zh-CN" altLang="en-US" dirty="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5054838" y="3373551"/>
            <a:ext cx="957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367" y="1816408"/>
            <a:ext cx="5352381" cy="3114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树的简介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E47F-F46C-4581-AA69-CBE4DC752BD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平衡二叉搜索树的局限</a:t>
            </a:r>
            <a:endParaRPr lang="en-US" altLang="zh-CN" dirty="0"/>
          </a:p>
          <a:p>
            <a:pPr lvl="1"/>
            <a:r>
              <a:rPr lang="zh-CN" altLang="en-US" dirty="0"/>
              <a:t>平衡二叉搜索树 如 </a:t>
            </a:r>
            <a:r>
              <a:rPr lang="en-US" altLang="zh-CN" dirty="0"/>
              <a:t>AVL</a:t>
            </a:r>
            <a:r>
              <a:rPr lang="zh-CN" altLang="en-US" dirty="0"/>
              <a:t>、红黑树</a:t>
            </a:r>
            <a:endParaRPr lang="en-US" altLang="zh-CN" dirty="0"/>
          </a:p>
          <a:p>
            <a:pPr lvl="1"/>
            <a:r>
              <a:rPr lang="zh-CN" altLang="en-US" dirty="0"/>
              <a:t>当存储的数据量过大时，会出现很多不便的地方</a:t>
            </a:r>
            <a:endParaRPr lang="en-US" altLang="zh-CN" dirty="0"/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树的简介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E47F-F46C-4581-AA69-CBE4DC752BD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平衡二叉搜索树的局限</a:t>
            </a:r>
            <a:endParaRPr lang="en-US" altLang="zh-CN" dirty="0"/>
          </a:p>
          <a:p>
            <a:pPr lvl="1"/>
            <a:r>
              <a:rPr lang="zh-CN" altLang="en-US" dirty="0"/>
              <a:t>平衡二叉搜索树 如 </a:t>
            </a:r>
            <a:r>
              <a:rPr lang="en-US" altLang="zh-CN" dirty="0"/>
              <a:t>AVL</a:t>
            </a:r>
            <a:r>
              <a:rPr lang="zh-CN" altLang="en-US" dirty="0"/>
              <a:t>、红黑树</a:t>
            </a:r>
            <a:endParaRPr lang="en-US" altLang="zh-CN" dirty="0"/>
          </a:p>
          <a:p>
            <a:pPr lvl="1"/>
            <a:r>
              <a:rPr lang="zh-CN" altLang="en-US" dirty="0"/>
              <a:t>当存储的数据量过大时，会出现很多不便的地方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树的核心</a:t>
            </a:r>
            <a:endParaRPr lang="en-US" altLang="zh-CN" dirty="0"/>
          </a:p>
          <a:p>
            <a:pPr lvl="1"/>
            <a:r>
              <a:rPr lang="zh-CN" altLang="en-US" dirty="0"/>
              <a:t>让一个节点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存储多个值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有多个儿子</a:t>
            </a:r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树的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阶</a:t>
            </a:r>
            <a:r>
              <a:rPr lang="zh-CN" altLang="en-US" dirty="0"/>
              <a:t>：对于阶为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endParaRPr lang="en-US" altLang="zh-CN" dirty="0"/>
          </a:p>
          <a:p>
            <a:pPr lvl="2"/>
            <a:r>
              <a:rPr lang="zh-CN" altLang="en-US" dirty="0"/>
              <a:t>最多有</a:t>
            </a:r>
            <a:r>
              <a:rPr lang="en-US" altLang="zh-CN" dirty="0"/>
              <a:t>m-1</a:t>
            </a:r>
            <a:r>
              <a:rPr lang="zh-CN" altLang="en-US" dirty="0"/>
              <a:t>个值，</a:t>
            </a:r>
            <a:r>
              <a:rPr lang="en-US" altLang="zh-CN" dirty="0"/>
              <a:t>m</a:t>
            </a:r>
            <a:r>
              <a:rPr lang="zh-CN" altLang="en-US" dirty="0"/>
              <a:t>个儿子</a:t>
            </a:r>
            <a:endParaRPr lang="en-US" altLang="zh-CN" dirty="0"/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724570"/>
            <a:ext cx="5650397" cy="166759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850487" y="450821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这是一个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树的简介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E47F-F46C-4581-AA69-CBE4DC752BD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平衡二叉搜索树的局限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平衡二叉搜索树 如 </a:t>
                </a:r>
                <a:r>
                  <a:rPr lang="en-US" altLang="zh-CN" dirty="0"/>
                  <a:t>AVL</a:t>
                </a:r>
                <a:r>
                  <a:rPr lang="zh-CN" altLang="en-US" dirty="0"/>
                  <a:t>、红黑树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当存储的数据量过大时，会出现很多不便的地方</a:t>
                </a:r>
                <a:endParaRPr lang="en-US" altLang="zh-CN" dirty="0"/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树的核心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让一个节点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存储多个值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有多个儿子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B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树的</a:t>
                </a: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阶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Order</a:t>
                </a:r>
                <a:r>
                  <a:rPr lang="zh-CN" altLang="en-US" dirty="0"/>
                  <a:t>）：对于阶为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树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最多有</a:t>
                </a:r>
                <a:r>
                  <a:rPr lang="en-US" altLang="zh-CN" dirty="0"/>
                  <a:t>m-1</a:t>
                </a:r>
                <a:r>
                  <a:rPr lang="zh-CN" altLang="en-US" dirty="0"/>
                  <a:t>个值，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个儿子</a:t>
                </a:r>
                <a:endParaRPr lang="en-US" altLang="zh-CN" dirty="0"/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树的限制条件</a:t>
                </a:r>
                <a:endParaRPr lang="en-US" altLang="zh-CN" dirty="0"/>
              </a:p>
              <a:p>
                <a:pPr lvl="1"/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半满：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所有非叶子节点至少有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个儿子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插值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：存储的值数量 </a:t>
                </a:r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= 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儿子数量</a:t>
                </a:r>
                <a:r>
                  <a:rPr lang="en-US" altLang="zh-CN" dirty="0">
                    <a:solidFill>
                      <a:schemeClr val="accent6">
                        <a:lumMod val="50000"/>
                      </a:schemeClr>
                    </a:solidFill>
                  </a:rPr>
                  <a:t>-1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有序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：当前块的所有值内部有序，且在对应区间中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同层：</a:t>
                </a:r>
                <a:r>
                  <a:rPr lang="zh-CN" altLang="en-US" dirty="0">
                    <a:solidFill>
                      <a:schemeClr val="accent6">
                        <a:lumMod val="50000"/>
                      </a:schemeClr>
                    </a:solidFill>
                  </a:rPr>
                  <a:t>所有的叶子节点位于同一层</a:t>
                </a:r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endParaRPr lang="en-US" altLang="zh-CN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endParaRPr lang="zh-CN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内容占位符 1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57" b="-267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23" y="2416097"/>
            <a:ext cx="5650397" cy="166759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192010" y="4199737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这是一个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endParaRPr lang="en-US" altLang="zh-CN" dirty="0"/>
          </a:p>
          <a:p>
            <a:pPr algn="ctr"/>
            <a:r>
              <a:rPr lang="zh-CN" altLang="en-US" dirty="0"/>
              <a:t>也可以称作</a:t>
            </a:r>
            <a:r>
              <a:rPr lang="en-US" altLang="zh-CN" dirty="0"/>
              <a:t>2-3-4</a:t>
            </a:r>
            <a:r>
              <a:rPr lang="zh-CN" altLang="en-US" dirty="0"/>
              <a:t>树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1633" y="1696597"/>
            <a:ext cx="9144570" cy="447915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98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98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28</a:t>
            </a:r>
            <a:r>
              <a:rPr lang="zh-CN" altLang="en-US" sz="2400" dirty="0"/>
              <a:t>后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超过容量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0897" y="1604789"/>
            <a:ext cx="10515600" cy="4617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98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28</a:t>
            </a:r>
            <a:r>
              <a:rPr lang="zh-CN" altLang="en-US" sz="2400" dirty="0"/>
              <a:t>后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超过容量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 分裂成新的两块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2056" y="1604789"/>
            <a:ext cx="9265662" cy="4632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98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28</a:t>
            </a:r>
            <a:r>
              <a:rPr lang="zh-CN" altLang="en-US" sz="2400" dirty="0"/>
              <a:t>后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超过容量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分裂成新的两块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与父亲合并 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内容占位符 11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8558"/>
          <a:stretch>
            <a:fillRect/>
          </a:stretch>
        </p:blipFill>
        <p:spPr>
          <a:xfrm>
            <a:off x="1358657" y="1604788"/>
            <a:ext cx="9474686" cy="4510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98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3</a:t>
            </a:r>
            <a:r>
              <a:rPr lang="zh-CN" altLang="en-US" sz="2400" dirty="0"/>
              <a:t>后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超过容量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6857"/>
          <a:stretch>
            <a:fillRect/>
          </a:stretch>
        </p:blipFill>
        <p:spPr>
          <a:xfrm>
            <a:off x="1230292" y="1520926"/>
            <a:ext cx="9731416" cy="4594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1039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3</a:t>
            </a:r>
            <a:r>
              <a:rPr lang="zh-CN" altLang="en-US" sz="2400" dirty="0"/>
              <a:t>后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超过容量 分裂成新的两块 与父亲合并 父亲也超过容量 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5" name="内容占位符 1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6857"/>
          <a:stretch>
            <a:fillRect/>
          </a:stretch>
        </p:blipFill>
        <p:spPr>
          <a:xfrm>
            <a:off x="1262114" y="1520926"/>
            <a:ext cx="9667772" cy="4594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10320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3</a:t>
            </a:r>
            <a:r>
              <a:rPr lang="zh-CN" altLang="en-US" sz="2400" dirty="0"/>
              <a:t>后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超过容量 分裂成新的两块 与父亲合并 父亲也超过容量 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8558"/>
          <a:stretch>
            <a:fillRect/>
          </a:stretch>
        </p:blipFill>
        <p:spPr>
          <a:xfrm>
            <a:off x="876765" y="1604788"/>
            <a:ext cx="10438470" cy="451026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65800" y="2395191"/>
            <a:ext cx="201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不断向上合并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插入操作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059262"/>
            <a:ext cx="10320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阶为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B</a:t>
            </a:r>
            <a:r>
              <a:rPr lang="zh-CN" altLang="en-US" sz="2400" dirty="0"/>
              <a:t>树 插入</a:t>
            </a:r>
            <a:r>
              <a:rPr lang="en-US" altLang="zh-CN" sz="2400" dirty="0"/>
              <a:t>3</a:t>
            </a:r>
            <a:r>
              <a:rPr lang="zh-CN" altLang="en-US" sz="2400" dirty="0"/>
              <a:t>后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超过容量 分裂成新的两块 与父亲合并 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父亲也超过容量 就继续执行上述操作 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内容占位符 11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4835"/>
          <a:stretch>
            <a:fillRect/>
          </a:stretch>
        </p:blipFill>
        <p:spPr>
          <a:xfrm>
            <a:off x="2056252" y="1890259"/>
            <a:ext cx="8079496" cy="4193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7962"/>
          <a:stretch>
            <a:fillRect/>
          </a:stretch>
        </p:blipFill>
        <p:spPr>
          <a:xfrm>
            <a:off x="1118221" y="1575412"/>
            <a:ext cx="9955558" cy="453963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66805"/>
            <a:ext cx="497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</a:t>
            </a:r>
            <a:r>
              <a:rPr lang="en-US" altLang="zh-CN" sz="2400" b="1" dirty="0"/>
              <a:t>30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删除操作：向兄弟节点借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98024"/>
            <a:ext cx="497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</a:t>
            </a:r>
            <a:r>
              <a:rPr lang="en-US" altLang="zh-CN" sz="2400" b="1" dirty="0"/>
              <a:t>26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8710"/>
          <a:stretch>
            <a:fillRect/>
          </a:stretch>
        </p:blipFill>
        <p:spPr>
          <a:xfrm>
            <a:off x="1568919" y="1612332"/>
            <a:ext cx="9054161" cy="4502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删除操作：向兄弟节点借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98024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26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右旋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借左兄弟，左兄弟有富余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15366"/>
          <a:stretch>
            <a:fillRect/>
          </a:stretch>
        </p:blipFill>
        <p:spPr>
          <a:xfrm>
            <a:off x="1282325" y="1699598"/>
            <a:ext cx="8371428" cy="4360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删除操作：向兄弟节点借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98024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26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右旋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借左兄弟，左兄弟有富余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11745"/>
          <a:stretch>
            <a:fillRect/>
          </a:stretch>
        </p:blipFill>
        <p:spPr>
          <a:xfrm>
            <a:off x="1464327" y="1861276"/>
            <a:ext cx="9109110" cy="4002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删除操作：向兄弟节点借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98024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1 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11173"/>
          <a:stretch>
            <a:fillRect/>
          </a:stretch>
        </p:blipFill>
        <p:spPr>
          <a:xfrm>
            <a:off x="1460684" y="1783148"/>
            <a:ext cx="9230236" cy="4137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删除操作：向兄弟节点借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92509" y="1098024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1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左旋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借右兄弟，右兄弟有富余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en-US" altLang="zh-CN" sz="2400" dirty="0"/>
              <a:t>  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9556"/>
          <a:stretch>
            <a:fillRect/>
          </a:stretch>
        </p:blipFill>
        <p:spPr>
          <a:xfrm>
            <a:off x="1730122" y="2005717"/>
            <a:ext cx="8318236" cy="3857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删除操作：无兄弟节点可借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36577" y="1124245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6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无兄弟可借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t="8455"/>
          <a:stretch>
            <a:fillRect/>
          </a:stretch>
        </p:blipFill>
        <p:spPr>
          <a:xfrm>
            <a:off x="1443209" y="1768351"/>
            <a:ext cx="9560583" cy="4223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删除操作：无兄弟节点可借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36577" y="1124245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6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无兄弟可借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借父亲元素并合并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t="8455"/>
          <a:stretch>
            <a:fillRect/>
          </a:stretch>
        </p:blipFill>
        <p:spPr>
          <a:xfrm>
            <a:off x="1443209" y="1768351"/>
            <a:ext cx="9560583" cy="4223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删除操作：无兄弟节点可借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36577" y="1124245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6 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无兄弟可借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借父亲元素并合并 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909" y="1929942"/>
            <a:ext cx="9034182" cy="39073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删除操作：向儿子借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36577" y="1124245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4 4</a:t>
            </a:r>
            <a:r>
              <a:rPr lang="zh-CN" altLang="en-US" sz="2400" dirty="0"/>
              <a:t>为非叶子节点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寻找富余的儿子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080" y="1713680"/>
            <a:ext cx="7952949" cy="4162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删除操作：向儿子借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36577" y="1124245"/>
            <a:ext cx="910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</a:t>
            </a:r>
            <a:r>
              <a:rPr lang="en-US" altLang="zh-CN" sz="2400" dirty="0"/>
              <a:t>4 4</a:t>
            </a:r>
            <a:r>
              <a:rPr lang="zh-CN" altLang="en-US" sz="2400" dirty="0"/>
              <a:t>为非叶子节点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寻找富余的儿子 等价于儿子被删除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4" y="1804639"/>
            <a:ext cx="8340683" cy="40326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dirty="0"/>
              <a:t>17 20 30 3 6 40</a:t>
            </a:r>
            <a:endParaRPr lang="zh-CN" altLang="en-US" sz="2400" dirty="0"/>
          </a:p>
        </p:txBody>
      </p:sp>
      <p:pic>
        <p:nvPicPr>
          <p:cNvPr id="12" name="内容占位符 1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3292" y="2082202"/>
            <a:ext cx="8487992" cy="3409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dirty="0"/>
              <a:t>17 20 30 3 6 40</a:t>
            </a:r>
            <a:endParaRPr lang="en-US" altLang="zh-CN" sz="2400" dirty="0"/>
          </a:p>
          <a:p>
            <a:r>
              <a:rPr lang="zh-CN" altLang="en-US" sz="2400" dirty="0"/>
              <a:t>参考答案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595" y="2189531"/>
            <a:ext cx="5830842" cy="32311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dirty="0"/>
              <a:t>17 20 30 3 6 40</a:t>
            </a:r>
            <a:endParaRPr lang="en-US" altLang="zh-CN" sz="2400" dirty="0"/>
          </a:p>
          <a:p>
            <a:r>
              <a:rPr lang="zh-CN" altLang="en-US" sz="2400" dirty="0"/>
              <a:t>参考答案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595" y="2189531"/>
            <a:ext cx="5830842" cy="32311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20 30 3 6 40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783" y="2259196"/>
            <a:ext cx="7409524" cy="290476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381301" y="4373696"/>
            <a:ext cx="772099" cy="67202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249099" y="5163958"/>
            <a:ext cx="2533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左旋 </a:t>
            </a:r>
            <a:r>
              <a:rPr lang="zh-CN" altLang="en-US" dirty="0"/>
              <a:t>借右边的兄弟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30 3 6 40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809" y="1952809"/>
            <a:ext cx="7152381" cy="295238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844010" y="4142342"/>
            <a:ext cx="638978" cy="762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797407" y="5089793"/>
            <a:ext cx="349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删除后，无兄弟可以借</a:t>
            </a:r>
            <a:endParaRPr lang="en-US" altLang="zh-CN" dirty="0"/>
          </a:p>
          <a:p>
            <a:r>
              <a:rPr lang="zh-CN" altLang="en-US" dirty="0"/>
              <a:t>从父节点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借一个下来合并</a:t>
            </a:r>
            <a:endParaRPr lang="zh-CN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30 3 6 40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809" y="1952809"/>
            <a:ext cx="7152381" cy="295238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797407" y="5089793"/>
            <a:ext cx="349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删除后，无兄弟可以借</a:t>
            </a:r>
            <a:endParaRPr lang="en-US" altLang="zh-CN" dirty="0"/>
          </a:p>
          <a:p>
            <a:r>
              <a:rPr lang="zh-CN" altLang="en-US" dirty="0"/>
              <a:t>从父节点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借一个下来合并</a:t>
            </a:r>
            <a:endParaRPr lang="zh-CN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158908" y="3086489"/>
            <a:ext cx="638978" cy="61515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797886" y="4088141"/>
            <a:ext cx="638978" cy="762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6" name="墨迹 15"/>
              <p14:cNvContentPartPr/>
              <p14:nvPr/>
            </p14:nvContentPartPr>
            <p14:xfrm>
              <a:off x="7766840" y="3701641"/>
              <a:ext cx="597960" cy="103608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"/>
            </p:blipFill>
            <p:spPr>
              <a:xfrm>
                <a:off x="7766840" y="3701641"/>
                <a:ext cx="597960" cy="103608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3 6 40</a:t>
            </a: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058" y="1985011"/>
            <a:ext cx="7857143" cy="315238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91112" y="4265293"/>
            <a:ext cx="638978" cy="61515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056603" y="51099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直接删掉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6 40</a:t>
            </a:r>
            <a:endParaRPr lang="en-US" altLang="zh-CN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3161437" y="495402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左旋 </a:t>
            </a:r>
            <a:r>
              <a:rPr lang="zh-CN" altLang="en-US" dirty="0"/>
              <a:t>借兄弟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559" y="1926339"/>
            <a:ext cx="7647619" cy="280952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3399622" y="4020268"/>
            <a:ext cx="638978" cy="61515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985" y="2048047"/>
            <a:ext cx="7809524" cy="276190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769426" y="4031285"/>
            <a:ext cx="782197" cy="6839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020279" y="4809952"/>
            <a:ext cx="344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无兄弟可借，</a:t>
            </a:r>
            <a:r>
              <a:rPr lang="zh-CN" altLang="en-US" b="1" dirty="0"/>
              <a:t>借父亲节点来合并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985" y="2048047"/>
            <a:ext cx="7809524" cy="27619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4" name="墨迹 23"/>
              <p14:cNvContentPartPr/>
              <p14:nvPr/>
            </p14:nvContentPartPr>
            <p14:xfrm>
              <a:off x="8368040" y="3511921"/>
              <a:ext cx="2521080" cy="161136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"/>
            </p:blipFill>
            <p:spPr>
              <a:xfrm>
                <a:off x="8368040" y="3511921"/>
                <a:ext cx="2521080" cy="1611360"/>
              </a:xfrm>
              <a:prstGeom prst="rect"/>
            </p:spPr>
          </p:pic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31305" y="4126018"/>
            <a:ext cx="782197" cy="6839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973677" y="4992783"/>
            <a:ext cx="344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无兄弟可借，</a:t>
            </a:r>
            <a:r>
              <a:rPr lang="zh-CN" altLang="en-US" b="1" dirty="0"/>
              <a:t>借父亲节点来合并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7762301" y="3085726"/>
            <a:ext cx="782197" cy="6839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778" y="1678716"/>
            <a:ext cx="6752381" cy="3076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8666" y="3921116"/>
            <a:ext cx="1355076" cy="71698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368666" y="4761542"/>
            <a:ext cx="344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无兄弟可借，</a:t>
            </a:r>
            <a:r>
              <a:rPr lang="zh-CN" altLang="en-US" b="1" dirty="0"/>
              <a:t>借父亲节点来合并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001000" y="4071938"/>
            <a:ext cx="382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由于层数不能变化，我们不能简单的把本属于底层的内容上移</a:t>
            </a:r>
            <a:endParaRPr lang="zh-CN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778" y="1678716"/>
            <a:ext cx="6752381" cy="3076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818702" y="1810630"/>
            <a:ext cx="8163499" cy="2927149"/>
          </a:xfrm>
          <a:custGeom>
            <a:avLst/>
            <a:gdLst>
              <a:gd name="connsiteX0" fmla="*/ 1596011 w 8163499"/>
              <a:gd name="connsiteY0" fmla="*/ 40891 h 2927149"/>
              <a:gd name="connsiteX1" fmla="*/ 1596011 w 8163499"/>
              <a:gd name="connsiteY1" fmla="*/ 1725435 h 2927149"/>
              <a:gd name="connsiteX2" fmla="*/ 6568061 w 8163499"/>
              <a:gd name="connsiteY2" fmla="*/ 1725435 h 2927149"/>
              <a:gd name="connsiteX3" fmla="*/ 6568061 w 8163499"/>
              <a:gd name="connsiteY3" fmla="*/ 40891 h 2927149"/>
              <a:gd name="connsiteX4" fmla="*/ 0 w 8163499"/>
              <a:gd name="connsiteY4" fmla="*/ 0 h 2927149"/>
              <a:gd name="connsiteX5" fmla="*/ 8163499 w 8163499"/>
              <a:gd name="connsiteY5" fmla="*/ 0 h 2927149"/>
              <a:gd name="connsiteX6" fmla="*/ 8163499 w 8163499"/>
              <a:gd name="connsiteY6" fmla="*/ 2927149 h 2927149"/>
              <a:gd name="connsiteX7" fmla="*/ 0 w 8163499"/>
              <a:gd name="connsiteY7" fmla="*/ 2927149 h 2927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63499" h="2927149">
                <a:moveTo>
                  <a:pt x="1596011" y="40891"/>
                </a:moveTo>
                <a:lnTo>
                  <a:pt x="1596011" y="1725435"/>
                </a:lnTo>
                <a:lnTo>
                  <a:pt x="6568061" y="1725435"/>
                </a:lnTo>
                <a:lnTo>
                  <a:pt x="6568061" y="40891"/>
                </a:lnTo>
                <a:close/>
                <a:moveTo>
                  <a:pt x="0" y="0"/>
                </a:moveTo>
                <a:lnTo>
                  <a:pt x="8163499" y="0"/>
                </a:lnTo>
                <a:lnTo>
                  <a:pt x="8163499" y="2927149"/>
                </a:lnTo>
                <a:lnTo>
                  <a:pt x="0" y="2927149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168685" y="3705906"/>
            <a:ext cx="344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无兄弟可借，</a:t>
            </a:r>
            <a:r>
              <a:rPr lang="zh-CN" altLang="en-US" b="1" dirty="0"/>
              <a:t>借父亲节点来合并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5402273" y="1827757"/>
            <a:ext cx="996356" cy="64603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402023" y="2800291"/>
            <a:ext cx="996356" cy="64603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145752" y="3089538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等价于删除了这个节点</a:t>
            </a:r>
            <a:endParaRPr lang="zh-CN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545" y="2220720"/>
            <a:ext cx="5933333" cy="280952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648073" y="3122998"/>
            <a:ext cx="1352551" cy="6917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59A0-5024-4367-A73F-AC2CAC2265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“计软智” 青苗讲堂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DDF66-23D9-47C5-A6D5-FBDCCDDEA5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模拟过程：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50897" y="1366092"/>
            <a:ext cx="8557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依次删除：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17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40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399" y="2127044"/>
            <a:ext cx="6148128" cy="3284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6262</Words>
  <Application>WPS 演示</Application>
  <PresentationFormat>宽屏</PresentationFormat>
  <Paragraphs>1066</Paragraphs>
  <Slides>81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7" baseType="lpstr">
      <vt:lpstr>Arial</vt:lpstr>
      <vt:lpstr>宋体</vt:lpstr>
      <vt:lpstr>Wingdings</vt:lpstr>
      <vt:lpstr>PingFangSC-light</vt:lpstr>
      <vt:lpstr>FFont-Family</vt:lpstr>
      <vt:lpstr>system-ui</vt:lpstr>
      <vt:lpstr>等线 Light</vt:lpstr>
      <vt:lpstr>等线</vt:lpstr>
      <vt:lpstr>微软雅黑</vt:lpstr>
      <vt:lpstr>Arial Unicode MS</vt:lpstr>
      <vt:lpstr>PingFang SC</vt:lpstr>
      <vt:lpstr>-apple-system</vt:lpstr>
      <vt:lpstr>Helvetica Neue</vt:lpstr>
      <vt:lpstr>Cambria Math</vt:lpstr>
      <vt:lpstr>MS PGothic</vt:lpstr>
      <vt:lpstr>Office 主题​​</vt:lpstr>
      <vt:lpstr>欢迎参加青苗讲堂（数据结构）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四种旋转操作</vt:lpstr>
      <vt:lpstr>四种旋转操作</vt:lpstr>
      <vt:lpstr>四种旋转操作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B树的简介</vt:lpstr>
      <vt:lpstr>B树的简介</vt:lpstr>
      <vt:lpstr>B树的简介</vt:lpstr>
      <vt:lpstr>插入操作</vt:lpstr>
      <vt:lpstr>插入操作</vt:lpstr>
      <vt:lpstr>插入操作</vt:lpstr>
      <vt:lpstr>插入操作</vt:lpstr>
      <vt:lpstr>插入操作</vt:lpstr>
      <vt:lpstr>插入操作</vt:lpstr>
      <vt:lpstr>插入操作</vt:lpstr>
      <vt:lpstr>插入操作</vt:lpstr>
      <vt:lpstr>删除操作</vt:lpstr>
      <vt:lpstr>删除操作：向兄弟节点借</vt:lpstr>
      <vt:lpstr>删除操作：向兄弟节点借</vt:lpstr>
      <vt:lpstr>删除操作：向兄弟节点借</vt:lpstr>
      <vt:lpstr>删除操作：向兄弟节点借</vt:lpstr>
      <vt:lpstr>删除操作：向兄弟节点借</vt:lpstr>
      <vt:lpstr>删除操作：无兄弟节点可借</vt:lpstr>
      <vt:lpstr>删除操作：无兄弟节点可借</vt:lpstr>
      <vt:lpstr>删除操作：无兄弟节点可借</vt:lpstr>
      <vt:lpstr>删除操作：向儿子借</vt:lpstr>
      <vt:lpstr>删除操作：向儿子借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  <vt:lpstr>简单模拟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5</cp:revision>
</cp:coreProperties>
</file>

<file path=docProps/custom.xml><?xml version="1.0" encoding="utf-8"?>
<Properties xmlns="http://schemas.openxmlformats.org/officeDocument/2006/custom-properties"/>
</file>