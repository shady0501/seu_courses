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7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421"/>
            <a:ext cx="6858000" cy="238772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223"/>
            <a:ext cx="6858000" cy="16558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826"/>
            <a:ext cx="7886700" cy="28528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699"/>
            <a:ext cx="7886700" cy="15002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719"/>
            <a:ext cx="3886200" cy="43515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719"/>
            <a:ext cx="3886200" cy="43515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44"/>
            <a:ext cx="7886700" cy="132563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250"/>
            <a:ext cx="3868340" cy="8239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204"/>
            <a:ext cx="3868340" cy="36847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250"/>
            <a:ext cx="3887391" cy="82395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204"/>
            <a:ext cx="3887391" cy="36847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24"/>
            <a:ext cx="2949178" cy="160028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76"/>
            <a:ext cx="4629150" cy="487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506"/>
            <a:ext cx="2949178" cy="38117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24"/>
            <a:ext cx="2949178" cy="160028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76"/>
            <a:ext cx="4629150" cy="48738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506"/>
            <a:ext cx="2949178" cy="38117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44"/>
            <a:ext cx="1971675" cy="58121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44"/>
            <a:ext cx="5800725" cy="58121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44"/>
            <a:ext cx="7886700" cy="1325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719"/>
            <a:ext cx="7886700" cy="435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677"/>
            <a:ext cx="20574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2021/11/7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677"/>
            <a:ext cx="30861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677"/>
            <a:ext cx="205740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76" y="828107"/>
            <a:ext cx="2469094" cy="521253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147" y="691173"/>
            <a:ext cx="2600221" cy="5486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945" y="691173"/>
            <a:ext cx="260022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018" y="793287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832" y="793287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59" y="793287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27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76" y="726676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911" y="726676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946" y="726676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351" y="756954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110" y="756954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2" y="756954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50" y="714564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576" y="714564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03" y="714564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9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28" y="726675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167" y="726675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073" y="726675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5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95" y="641896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297" y="641896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557" y="641896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8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7" y="726675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411" y="726675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58" y="726675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75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943" y="720620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712" y="720620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82" y="720620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3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83" y="750898"/>
            <a:ext cx="2600221" cy="5486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797" y="750898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311" y="750898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7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4" y="787232"/>
            <a:ext cx="2600221" cy="548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220" y="787232"/>
            <a:ext cx="26002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4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0</Words>
  <Application>Microsoft Office PowerPoint</Application>
  <PresentationFormat>全屏显示(4:3)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6</cp:revision>
</cp:coreProperties>
</file>

<file path=docProps/custom.xml><?xml version="1.0" encoding="utf-8"?>
<Properties xmlns="http://schemas.openxmlformats.org/officeDocument/2006/custom-properties"/>
</file>