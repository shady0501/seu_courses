
<file path=[Content_Types].xml><?xml version="1.0" encoding="utf-8"?>
<Types xmlns="http://schemas.openxmlformats.org/package/2006/content-types">
  <Default Extension="bin" ContentType="application/vnd.openxmlformats-officedocument.oleObject"/>
  <Default Extension="tmp" ContentType="image/png"/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590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1" r:id="rId2"/>
  </p:sldMasterIdLst>
  <p:sldIdLst>
    <p:sldId id="266" r:id="rId3"/>
    <p:sldId id="267" r:id="rId4"/>
    <p:sldId id="268" r:id="rId5"/>
    <p:sldId id="269" r:id="rId6"/>
    <p:sldId id="270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71" r:id="rId16"/>
  </p:sldIdLst>
  <p:sldSz cx="5715000" cy="9144000" type="screen16x1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-2320" y="-68"/>
      </p:cViewPr>
      <p:guideLst>
        <p:guide orient="horz" pos="2880"/>
        <p:guide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90012" cy="90012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Relationship Id="rId4" Type="http://schemas.openxmlformats.org/officeDocument/2006/relationships/image" Target="../media/image6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9.wmf"/><Relationship Id="rId5" Type="http://schemas.openxmlformats.org/officeDocument/2006/relationships/image" Target="../media/image23.wmf"/><Relationship Id="rId4" Type="http://schemas.openxmlformats.org/officeDocument/2006/relationships/image" Target="../media/image2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5339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273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54761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3967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18" Type="http://schemas.openxmlformats.org/officeDocument/2006/relationships/tags" Target="../tags/tag17.xml"/><Relationship Id="rId3" Type="http://schemas.openxmlformats.org/officeDocument/2006/relationships/tags" Target="../tags/tag2.xml"/><Relationship Id="rId21" Type="http://schemas.openxmlformats.org/officeDocument/2006/relationships/image" Target="../media/image1.emf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17" Type="http://schemas.openxmlformats.org/officeDocument/2006/relationships/tags" Target="../tags/tag16.xml"/><Relationship Id="rId2" Type="http://schemas.openxmlformats.org/officeDocument/2006/relationships/tags" Target="../tags/tag1.xml"/><Relationship Id="rId16" Type="http://schemas.openxmlformats.org/officeDocument/2006/relationships/tags" Target="../tags/tag15.xml"/><Relationship Id="rId20" Type="http://schemas.openxmlformats.org/officeDocument/2006/relationships/oleObject" Target="../embeddings/oleObject1.bin"/><Relationship Id="rId1" Type="http://schemas.openxmlformats.org/officeDocument/2006/relationships/vmlDrawing" Target="../drawings/vmlDrawing1.v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Relationship Id="rId22" Type="http://schemas.openxmlformats.org/officeDocument/2006/relationships/image" Target="../media/image2.tm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tags" Target="../tags/tag29.xml"/><Relationship Id="rId18" Type="http://schemas.openxmlformats.org/officeDocument/2006/relationships/tags" Target="../tags/tag34.xml"/><Relationship Id="rId26" Type="http://schemas.openxmlformats.org/officeDocument/2006/relationships/oleObject" Target="../embeddings/oleObject5.bin"/><Relationship Id="rId3" Type="http://schemas.openxmlformats.org/officeDocument/2006/relationships/tags" Target="../tags/tag19.xml"/><Relationship Id="rId21" Type="http://schemas.openxmlformats.org/officeDocument/2006/relationships/image" Target="../media/image3.emf"/><Relationship Id="rId7" Type="http://schemas.openxmlformats.org/officeDocument/2006/relationships/tags" Target="../tags/tag23.xml"/><Relationship Id="rId12" Type="http://schemas.openxmlformats.org/officeDocument/2006/relationships/tags" Target="../tags/tag28.xml"/><Relationship Id="rId17" Type="http://schemas.openxmlformats.org/officeDocument/2006/relationships/tags" Target="../tags/tag33.xml"/><Relationship Id="rId25" Type="http://schemas.openxmlformats.org/officeDocument/2006/relationships/image" Target="../media/image5.emf"/><Relationship Id="rId2" Type="http://schemas.openxmlformats.org/officeDocument/2006/relationships/tags" Target="../tags/tag18.xml"/><Relationship Id="rId16" Type="http://schemas.openxmlformats.org/officeDocument/2006/relationships/tags" Target="../tags/tag32.xml"/><Relationship Id="rId20" Type="http://schemas.openxmlformats.org/officeDocument/2006/relationships/oleObject" Target="../embeddings/oleObject2.bin"/><Relationship Id="rId1" Type="http://schemas.openxmlformats.org/officeDocument/2006/relationships/vmlDrawing" Target="../drawings/vmlDrawing2.v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24" Type="http://schemas.openxmlformats.org/officeDocument/2006/relationships/oleObject" Target="../embeddings/oleObject4.bin"/><Relationship Id="rId5" Type="http://schemas.openxmlformats.org/officeDocument/2006/relationships/tags" Target="../tags/tag21.xml"/><Relationship Id="rId15" Type="http://schemas.openxmlformats.org/officeDocument/2006/relationships/tags" Target="../tags/tag31.xml"/><Relationship Id="rId23" Type="http://schemas.openxmlformats.org/officeDocument/2006/relationships/image" Target="../media/image4.emf"/><Relationship Id="rId28" Type="http://schemas.openxmlformats.org/officeDocument/2006/relationships/image" Target="../media/image2.tmp"/><Relationship Id="rId10" Type="http://schemas.openxmlformats.org/officeDocument/2006/relationships/tags" Target="../tags/tag26.xml"/><Relationship Id="rId19" Type="http://schemas.openxmlformats.org/officeDocument/2006/relationships/slideLayout" Target="../slideLayouts/slideLayout2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tags" Target="../tags/tag30.xml"/><Relationship Id="rId22" Type="http://schemas.openxmlformats.org/officeDocument/2006/relationships/oleObject" Target="../embeddings/oleObject3.bin"/><Relationship Id="rId27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18" Type="http://schemas.openxmlformats.org/officeDocument/2006/relationships/tags" Target="../tags/tag51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36.xml"/><Relationship Id="rId21" Type="http://schemas.openxmlformats.org/officeDocument/2006/relationships/tags" Target="../tags/tag54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17" Type="http://schemas.openxmlformats.org/officeDocument/2006/relationships/tags" Target="../tags/tag50.xml"/><Relationship Id="rId25" Type="http://schemas.openxmlformats.org/officeDocument/2006/relationships/tags" Target="../tags/tag58.xml"/><Relationship Id="rId2" Type="http://schemas.openxmlformats.org/officeDocument/2006/relationships/tags" Target="../tags/tag35.xml"/><Relationship Id="rId16" Type="http://schemas.openxmlformats.org/officeDocument/2006/relationships/tags" Target="../tags/tag49.xml"/><Relationship Id="rId20" Type="http://schemas.openxmlformats.org/officeDocument/2006/relationships/tags" Target="../tags/tag53.xml"/><Relationship Id="rId29" Type="http://schemas.openxmlformats.org/officeDocument/2006/relationships/image" Target="../media/image2.tmp"/><Relationship Id="rId1" Type="http://schemas.openxmlformats.org/officeDocument/2006/relationships/vmlDrawing" Target="../drawings/vmlDrawing3.v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24" Type="http://schemas.openxmlformats.org/officeDocument/2006/relationships/tags" Target="../tags/tag57.xml"/><Relationship Id="rId5" Type="http://schemas.openxmlformats.org/officeDocument/2006/relationships/tags" Target="../tags/tag38.xml"/><Relationship Id="rId15" Type="http://schemas.openxmlformats.org/officeDocument/2006/relationships/tags" Target="../tags/tag48.xml"/><Relationship Id="rId23" Type="http://schemas.openxmlformats.org/officeDocument/2006/relationships/tags" Target="../tags/tag56.xml"/><Relationship Id="rId28" Type="http://schemas.openxmlformats.org/officeDocument/2006/relationships/image" Target="../media/image7.emf"/><Relationship Id="rId10" Type="http://schemas.openxmlformats.org/officeDocument/2006/relationships/tags" Target="../tags/tag43.xml"/><Relationship Id="rId19" Type="http://schemas.openxmlformats.org/officeDocument/2006/relationships/tags" Target="../tags/tag52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tags" Target="../tags/tag47.xml"/><Relationship Id="rId22" Type="http://schemas.openxmlformats.org/officeDocument/2006/relationships/tags" Target="../tags/tag55.xml"/><Relationship Id="rId27" Type="http://schemas.openxmlformats.org/officeDocument/2006/relationships/oleObject" Target="../embeddings/oleObject6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tags" Target="../tags/tag71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61.xml"/><Relationship Id="rId21" Type="http://schemas.openxmlformats.org/officeDocument/2006/relationships/image" Target="../media/image2.tmp"/><Relationship Id="rId7" Type="http://schemas.openxmlformats.org/officeDocument/2006/relationships/tags" Target="../tags/tag65.xml"/><Relationship Id="rId12" Type="http://schemas.openxmlformats.org/officeDocument/2006/relationships/tags" Target="../tags/tag70.xml"/><Relationship Id="rId17" Type="http://schemas.openxmlformats.org/officeDocument/2006/relationships/tags" Target="../tags/tag75.xml"/><Relationship Id="rId2" Type="http://schemas.openxmlformats.org/officeDocument/2006/relationships/tags" Target="../tags/tag60.xml"/><Relationship Id="rId16" Type="http://schemas.openxmlformats.org/officeDocument/2006/relationships/tags" Target="../tags/tag74.xml"/><Relationship Id="rId20" Type="http://schemas.openxmlformats.org/officeDocument/2006/relationships/image" Target="../media/image8.png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5" Type="http://schemas.openxmlformats.org/officeDocument/2006/relationships/tags" Target="../tags/tag73.xml"/><Relationship Id="rId10" Type="http://schemas.openxmlformats.org/officeDocument/2006/relationships/tags" Target="../tags/tag68.xml"/><Relationship Id="rId19" Type="http://schemas.openxmlformats.org/officeDocument/2006/relationships/tags" Target="../tags/tag590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3.xml"/><Relationship Id="rId13" Type="http://schemas.openxmlformats.org/officeDocument/2006/relationships/tags" Target="../tags/tag88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78.xml"/><Relationship Id="rId7" Type="http://schemas.openxmlformats.org/officeDocument/2006/relationships/tags" Target="../tags/tag82.xml"/><Relationship Id="rId12" Type="http://schemas.openxmlformats.org/officeDocument/2006/relationships/tags" Target="../tags/tag87.xml"/><Relationship Id="rId17" Type="http://schemas.openxmlformats.org/officeDocument/2006/relationships/tags" Target="../tags/tag92.xml"/><Relationship Id="rId2" Type="http://schemas.openxmlformats.org/officeDocument/2006/relationships/tags" Target="../tags/tag77.xml"/><Relationship Id="rId16" Type="http://schemas.openxmlformats.org/officeDocument/2006/relationships/tags" Target="../tags/tag91.xml"/><Relationship Id="rId20" Type="http://schemas.openxmlformats.org/officeDocument/2006/relationships/image" Target="../media/image2.tmp"/><Relationship Id="rId1" Type="http://schemas.openxmlformats.org/officeDocument/2006/relationships/tags" Target="../tags/tag76.xml"/><Relationship Id="rId6" Type="http://schemas.openxmlformats.org/officeDocument/2006/relationships/tags" Target="../tags/tag81.xml"/><Relationship Id="rId11" Type="http://schemas.openxmlformats.org/officeDocument/2006/relationships/tags" Target="../tags/tag86.xml"/><Relationship Id="rId5" Type="http://schemas.openxmlformats.org/officeDocument/2006/relationships/tags" Target="../tags/tag80.xml"/><Relationship Id="rId15" Type="http://schemas.openxmlformats.org/officeDocument/2006/relationships/tags" Target="../tags/tag90.xml"/><Relationship Id="rId10" Type="http://schemas.openxmlformats.org/officeDocument/2006/relationships/tags" Target="../tags/tag85.xml"/><Relationship Id="rId19" Type="http://schemas.openxmlformats.org/officeDocument/2006/relationships/image" Target="../media/image9.png"/><Relationship Id="rId4" Type="http://schemas.openxmlformats.org/officeDocument/2006/relationships/tags" Target="../tags/tag79.xml"/><Relationship Id="rId9" Type="http://schemas.openxmlformats.org/officeDocument/2006/relationships/tags" Target="../tags/tag84.xml"/><Relationship Id="rId14" Type="http://schemas.openxmlformats.org/officeDocument/2006/relationships/tags" Target="../tags/tag8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99.xml"/><Relationship Id="rId13" Type="http://schemas.openxmlformats.org/officeDocument/2006/relationships/tags" Target="../tags/tag104.xml"/><Relationship Id="rId18" Type="http://schemas.openxmlformats.org/officeDocument/2006/relationships/tags" Target="../tags/tag109.xml"/><Relationship Id="rId3" Type="http://schemas.openxmlformats.org/officeDocument/2006/relationships/tags" Target="../tags/tag94.xml"/><Relationship Id="rId21" Type="http://schemas.openxmlformats.org/officeDocument/2006/relationships/image" Target="../media/image10.wmf"/><Relationship Id="rId7" Type="http://schemas.openxmlformats.org/officeDocument/2006/relationships/tags" Target="../tags/tag98.xml"/><Relationship Id="rId12" Type="http://schemas.openxmlformats.org/officeDocument/2006/relationships/tags" Target="../tags/tag103.xml"/><Relationship Id="rId17" Type="http://schemas.openxmlformats.org/officeDocument/2006/relationships/tags" Target="../tags/tag108.xml"/><Relationship Id="rId2" Type="http://schemas.openxmlformats.org/officeDocument/2006/relationships/tags" Target="../tags/tag93.xml"/><Relationship Id="rId16" Type="http://schemas.openxmlformats.org/officeDocument/2006/relationships/tags" Target="../tags/tag107.xml"/><Relationship Id="rId20" Type="http://schemas.openxmlformats.org/officeDocument/2006/relationships/oleObject" Target="../embeddings/oleObject7.bin"/><Relationship Id="rId1" Type="http://schemas.openxmlformats.org/officeDocument/2006/relationships/vmlDrawing" Target="../drawings/vmlDrawing4.vml"/><Relationship Id="rId6" Type="http://schemas.openxmlformats.org/officeDocument/2006/relationships/tags" Target="../tags/tag97.xml"/><Relationship Id="rId11" Type="http://schemas.openxmlformats.org/officeDocument/2006/relationships/tags" Target="../tags/tag102.xml"/><Relationship Id="rId5" Type="http://schemas.openxmlformats.org/officeDocument/2006/relationships/tags" Target="../tags/tag96.xml"/><Relationship Id="rId15" Type="http://schemas.openxmlformats.org/officeDocument/2006/relationships/tags" Target="../tags/tag106.xml"/><Relationship Id="rId10" Type="http://schemas.openxmlformats.org/officeDocument/2006/relationships/tags" Target="../tags/tag10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95.xml"/><Relationship Id="rId9" Type="http://schemas.openxmlformats.org/officeDocument/2006/relationships/tags" Target="../tags/tag100.xml"/><Relationship Id="rId14" Type="http://schemas.openxmlformats.org/officeDocument/2006/relationships/tags" Target="../tags/tag105.xml"/><Relationship Id="rId22" Type="http://schemas.openxmlformats.org/officeDocument/2006/relationships/image" Target="../media/image2.tmp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" Type="http://schemas.openxmlformats.org/officeDocument/2006/relationships/tags" Target="../tags/tag111.xml"/><Relationship Id="rId16" Type="http://schemas.openxmlformats.org/officeDocument/2006/relationships/tags" Target="../tags/tag125.xml"/><Relationship Id="rId20" Type="http://schemas.openxmlformats.org/officeDocument/2006/relationships/image" Target="../media/image2.tmp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image" Target="../media/image11.tmp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13" Type="http://schemas.openxmlformats.org/officeDocument/2006/relationships/tags" Target="../tags/tag139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29.xml"/><Relationship Id="rId7" Type="http://schemas.openxmlformats.org/officeDocument/2006/relationships/tags" Target="../tags/tag133.xml"/><Relationship Id="rId12" Type="http://schemas.openxmlformats.org/officeDocument/2006/relationships/tags" Target="../tags/tag138.xml"/><Relationship Id="rId17" Type="http://schemas.openxmlformats.org/officeDocument/2006/relationships/tags" Target="../tags/tag143.xml"/><Relationship Id="rId2" Type="http://schemas.openxmlformats.org/officeDocument/2006/relationships/tags" Target="../tags/tag128.xml"/><Relationship Id="rId16" Type="http://schemas.openxmlformats.org/officeDocument/2006/relationships/tags" Target="../tags/tag142.xml"/><Relationship Id="rId20" Type="http://schemas.openxmlformats.org/officeDocument/2006/relationships/image" Target="../media/image2.tmp"/><Relationship Id="rId1" Type="http://schemas.openxmlformats.org/officeDocument/2006/relationships/tags" Target="../tags/tag127.xml"/><Relationship Id="rId6" Type="http://schemas.openxmlformats.org/officeDocument/2006/relationships/tags" Target="../tags/tag132.xml"/><Relationship Id="rId11" Type="http://schemas.openxmlformats.org/officeDocument/2006/relationships/tags" Target="../tags/tag137.xml"/><Relationship Id="rId5" Type="http://schemas.openxmlformats.org/officeDocument/2006/relationships/tags" Target="../tags/tag131.xml"/><Relationship Id="rId15" Type="http://schemas.openxmlformats.org/officeDocument/2006/relationships/tags" Target="../tags/tag141.xml"/><Relationship Id="rId10" Type="http://schemas.openxmlformats.org/officeDocument/2006/relationships/tags" Target="../tags/tag136.xml"/><Relationship Id="rId19" Type="http://schemas.openxmlformats.org/officeDocument/2006/relationships/image" Target="../media/image12.tmp"/><Relationship Id="rId4" Type="http://schemas.openxmlformats.org/officeDocument/2006/relationships/tags" Target="../tags/tag130.xml"/><Relationship Id="rId9" Type="http://schemas.openxmlformats.org/officeDocument/2006/relationships/tags" Target="../tags/tag135.xml"/><Relationship Id="rId14" Type="http://schemas.openxmlformats.org/officeDocument/2006/relationships/tags" Target="../tags/tag140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51.xml"/><Relationship Id="rId13" Type="http://schemas.openxmlformats.org/officeDocument/2006/relationships/tags" Target="../tags/tag156.xml"/><Relationship Id="rId18" Type="http://schemas.openxmlformats.org/officeDocument/2006/relationships/image" Target="../media/image16.tmp"/><Relationship Id="rId3" Type="http://schemas.openxmlformats.org/officeDocument/2006/relationships/tags" Target="../tags/tag146.xml"/><Relationship Id="rId7" Type="http://schemas.openxmlformats.org/officeDocument/2006/relationships/tags" Target="../tags/tag150.xml"/><Relationship Id="rId12" Type="http://schemas.openxmlformats.org/officeDocument/2006/relationships/tags" Target="../tags/tag155.xml"/><Relationship Id="rId17" Type="http://schemas.openxmlformats.org/officeDocument/2006/relationships/image" Target="../media/image15.tmp"/><Relationship Id="rId2" Type="http://schemas.openxmlformats.org/officeDocument/2006/relationships/tags" Target="../tags/tag145.xml"/><Relationship Id="rId16" Type="http://schemas.openxmlformats.org/officeDocument/2006/relationships/image" Target="../media/image14.tmp"/><Relationship Id="rId20" Type="http://schemas.openxmlformats.org/officeDocument/2006/relationships/image" Target="../media/image2.tmp"/><Relationship Id="rId1" Type="http://schemas.openxmlformats.org/officeDocument/2006/relationships/tags" Target="../tags/tag144.xml"/><Relationship Id="rId6" Type="http://schemas.openxmlformats.org/officeDocument/2006/relationships/tags" Target="../tags/tag149.xml"/><Relationship Id="rId11" Type="http://schemas.openxmlformats.org/officeDocument/2006/relationships/tags" Target="../tags/tag154.xml"/><Relationship Id="rId5" Type="http://schemas.openxmlformats.org/officeDocument/2006/relationships/tags" Target="../tags/tag148.xml"/><Relationship Id="rId15" Type="http://schemas.openxmlformats.org/officeDocument/2006/relationships/image" Target="../media/image13.tmp"/><Relationship Id="rId10" Type="http://schemas.openxmlformats.org/officeDocument/2006/relationships/tags" Target="../tags/tag153.xml"/><Relationship Id="rId19" Type="http://schemas.openxmlformats.org/officeDocument/2006/relationships/image" Target="../media/image17.tmp"/><Relationship Id="rId4" Type="http://schemas.openxmlformats.org/officeDocument/2006/relationships/tags" Target="../tags/tag147.xml"/><Relationship Id="rId9" Type="http://schemas.openxmlformats.org/officeDocument/2006/relationships/tags" Target="../tags/tag152.xml"/><Relationship Id="rId14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tags" Target="../tags/tag169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tags" Target="../tags/tag168.xml"/><Relationship Id="rId17" Type="http://schemas.openxmlformats.org/officeDocument/2006/relationships/tags" Target="../tags/tag173.xml"/><Relationship Id="rId2" Type="http://schemas.openxmlformats.org/officeDocument/2006/relationships/tags" Target="../tags/tag158.xml"/><Relationship Id="rId16" Type="http://schemas.openxmlformats.org/officeDocument/2006/relationships/tags" Target="../tags/tag172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5" Type="http://schemas.openxmlformats.org/officeDocument/2006/relationships/tags" Target="../tags/tag161.xml"/><Relationship Id="rId15" Type="http://schemas.openxmlformats.org/officeDocument/2006/relationships/tags" Target="../tags/tag171.xml"/><Relationship Id="rId10" Type="http://schemas.openxmlformats.org/officeDocument/2006/relationships/tags" Target="../tags/tag166.xml"/><Relationship Id="rId19" Type="http://schemas.openxmlformats.org/officeDocument/2006/relationships/image" Target="../media/image2.tmp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tags" Target="../tags/tag170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81.xml"/><Relationship Id="rId13" Type="http://schemas.openxmlformats.org/officeDocument/2006/relationships/tags" Target="../tags/tag186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6.xml"/><Relationship Id="rId7" Type="http://schemas.openxmlformats.org/officeDocument/2006/relationships/tags" Target="../tags/tag180.xml"/><Relationship Id="rId12" Type="http://schemas.openxmlformats.org/officeDocument/2006/relationships/tags" Target="../tags/tag185.xml"/><Relationship Id="rId17" Type="http://schemas.openxmlformats.org/officeDocument/2006/relationships/tags" Target="../tags/tag190.xml"/><Relationship Id="rId2" Type="http://schemas.openxmlformats.org/officeDocument/2006/relationships/tags" Target="../tags/tag175.xml"/><Relationship Id="rId16" Type="http://schemas.openxmlformats.org/officeDocument/2006/relationships/tags" Target="../tags/tag189.xml"/><Relationship Id="rId1" Type="http://schemas.openxmlformats.org/officeDocument/2006/relationships/tags" Target="../tags/tag174.xml"/><Relationship Id="rId6" Type="http://schemas.openxmlformats.org/officeDocument/2006/relationships/tags" Target="../tags/tag179.xml"/><Relationship Id="rId11" Type="http://schemas.openxmlformats.org/officeDocument/2006/relationships/tags" Target="../tags/tag184.xml"/><Relationship Id="rId5" Type="http://schemas.openxmlformats.org/officeDocument/2006/relationships/tags" Target="../tags/tag178.xml"/><Relationship Id="rId15" Type="http://schemas.openxmlformats.org/officeDocument/2006/relationships/tags" Target="../tags/tag188.xml"/><Relationship Id="rId10" Type="http://schemas.openxmlformats.org/officeDocument/2006/relationships/tags" Target="../tags/tag183.xml"/><Relationship Id="rId19" Type="http://schemas.openxmlformats.org/officeDocument/2006/relationships/image" Target="../media/image2.tmp"/><Relationship Id="rId4" Type="http://schemas.openxmlformats.org/officeDocument/2006/relationships/tags" Target="../tags/tag177.xml"/><Relationship Id="rId9" Type="http://schemas.openxmlformats.org/officeDocument/2006/relationships/tags" Target="../tags/tag182.xml"/><Relationship Id="rId14" Type="http://schemas.openxmlformats.org/officeDocument/2006/relationships/tags" Target="../tags/tag18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98.xml"/><Relationship Id="rId13" Type="http://schemas.openxmlformats.org/officeDocument/2006/relationships/tags" Target="../tags/tag20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93.xml"/><Relationship Id="rId7" Type="http://schemas.openxmlformats.org/officeDocument/2006/relationships/tags" Target="../tags/tag197.xml"/><Relationship Id="rId12" Type="http://schemas.openxmlformats.org/officeDocument/2006/relationships/tags" Target="../tags/tag202.xml"/><Relationship Id="rId17" Type="http://schemas.openxmlformats.org/officeDocument/2006/relationships/tags" Target="../tags/tag207.xml"/><Relationship Id="rId2" Type="http://schemas.openxmlformats.org/officeDocument/2006/relationships/tags" Target="../tags/tag192.xml"/><Relationship Id="rId16" Type="http://schemas.openxmlformats.org/officeDocument/2006/relationships/tags" Target="../tags/tag206.xml"/><Relationship Id="rId20" Type="http://schemas.openxmlformats.org/officeDocument/2006/relationships/image" Target="../media/image2.tmp"/><Relationship Id="rId1" Type="http://schemas.openxmlformats.org/officeDocument/2006/relationships/tags" Target="../tags/tag191.xml"/><Relationship Id="rId6" Type="http://schemas.openxmlformats.org/officeDocument/2006/relationships/tags" Target="../tags/tag196.xml"/><Relationship Id="rId11" Type="http://schemas.openxmlformats.org/officeDocument/2006/relationships/tags" Target="../tags/tag201.xml"/><Relationship Id="rId5" Type="http://schemas.openxmlformats.org/officeDocument/2006/relationships/tags" Target="../tags/tag195.xml"/><Relationship Id="rId15" Type="http://schemas.openxmlformats.org/officeDocument/2006/relationships/tags" Target="../tags/tag205.xml"/><Relationship Id="rId10" Type="http://schemas.openxmlformats.org/officeDocument/2006/relationships/tags" Target="../tags/tag200.xml"/><Relationship Id="rId19" Type="http://schemas.openxmlformats.org/officeDocument/2006/relationships/image" Target="../media/image18.png"/><Relationship Id="rId4" Type="http://schemas.openxmlformats.org/officeDocument/2006/relationships/tags" Target="../tags/tag194.xml"/><Relationship Id="rId9" Type="http://schemas.openxmlformats.org/officeDocument/2006/relationships/tags" Target="../tags/tag199.xml"/><Relationship Id="rId14" Type="http://schemas.openxmlformats.org/officeDocument/2006/relationships/tags" Target="../tags/tag20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214.xml"/><Relationship Id="rId13" Type="http://schemas.openxmlformats.org/officeDocument/2006/relationships/tags" Target="../tags/tag219.xml"/><Relationship Id="rId18" Type="http://schemas.openxmlformats.org/officeDocument/2006/relationships/oleObject" Target="../embeddings/oleObject9.bin"/><Relationship Id="rId26" Type="http://schemas.openxmlformats.org/officeDocument/2006/relationships/image" Target="../media/image2.tmp"/><Relationship Id="rId3" Type="http://schemas.openxmlformats.org/officeDocument/2006/relationships/tags" Target="../tags/tag209.xml"/><Relationship Id="rId21" Type="http://schemas.openxmlformats.org/officeDocument/2006/relationships/image" Target="../media/image21.wmf"/><Relationship Id="rId7" Type="http://schemas.openxmlformats.org/officeDocument/2006/relationships/tags" Target="../tags/tag213.xml"/><Relationship Id="rId12" Type="http://schemas.openxmlformats.org/officeDocument/2006/relationships/tags" Target="../tags/tag218.xml"/><Relationship Id="rId17" Type="http://schemas.openxmlformats.org/officeDocument/2006/relationships/image" Target="../media/image19.wmf"/><Relationship Id="rId25" Type="http://schemas.openxmlformats.org/officeDocument/2006/relationships/image" Target="../media/image23.wmf"/><Relationship Id="rId2" Type="http://schemas.openxmlformats.org/officeDocument/2006/relationships/tags" Target="../tags/tag208.xml"/><Relationship Id="rId16" Type="http://schemas.openxmlformats.org/officeDocument/2006/relationships/oleObject" Target="../embeddings/oleObject8.bin"/><Relationship Id="rId20" Type="http://schemas.openxmlformats.org/officeDocument/2006/relationships/oleObject" Target="../embeddings/oleObject10.bin"/><Relationship Id="rId1" Type="http://schemas.openxmlformats.org/officeDocument/2006/relationships/vmlDrawing" Target="../drawings/vmlDrawing5.vml"/><Relationship Id="rId6" Type="http://schemas.openxmlformats.org/officeDocument/2006/relationships/tags" Target="../tags/tag212.xml"/><Relationship Id="rId11" Type="http://schemas.openxmlformats.org/officeDocument/2006/relationships/tags" Target="../tags/tag217.xml"/><Relationship Id="rId24" Type="http://schemas.openxmlformats.org/officeDocument/2006/relationships/oleObject" Target="../embeddings/oleObject12.bin"/><Relationship Id="rId5" Type="http://schemas.openxmlformats.org/officeDocument/2006/relationships/tags" Target="../tags/tag211.xml"/><Relationship Id="rId15" Type="http://schemas.openxmlformats.org/officeDocument/2006/relationships/slideLayout" Target="../slideLayouts/slideLayout1.xml"/><Relationship Id="rId23" Type="http://schemas.openxmlformats.org/officeDocument/2006/relationships/image" Target="../media/image22.wmf"/><Relationship Id="rId10" Type="http://schemas.openxmlformats.org/officeDocument/2006/relationships/tags" Target="../tags/tag216.xml"/><Relationship Id="rId19" Type="http://schemas.openxmlformats.org/officeDocument/2006/relationships/image" Target="../media/image20.wmf"/><Relationship Id="rId4" Type="http://schemas.openxmlformats.org/officeDocument/2006/relationships/tags" Target="../tags/tag210.xml"/><Relationship Id="rId9" Type="http://schemas.openxmlformats.org/officeDocument/2006/relationships/tags" Target="../tags/tag215.xml"/><Relationship Id="rId14" Type="http://schemas.openxmlformats.org/officeDocument/2006/relationships/tags" Target="../tags/tag220.xml"/><Relationship Id="rId22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1.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如图所示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，木块上放置一质量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为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m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的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砝码，木块沿竖直方向作简谐运动，问砝码脱离木块的可能位置将发生在</a:t>
            </a: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143000" y="403192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平衡位置处，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143000" y="517492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pPr fontAlgn="base">
              <a:spcBef>
                <a:spcPct val="50000"/>
              </a:spcBef>
              <a:spcAft>
                <a:spcPct val="0"/>
              </a:spcAft>
            </a:pP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在平衡位置上方（向上运动）（向下运动），</a:t>
            </a: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143000" y="631792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在平衡位置下方（向上运动）（向下运动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），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1143000" y="746092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以上答案都不对。</a:t>
            </a:r>
            <a:endParaRPr lang="zh-CN" altLang="en-US" sz="2400" b="1" dirty="0">
              <a:solidFill>
                <a:srgbClr val="000000"/>
              </a:solidFill>
              <a:latin typeface="宋体" pitchFamily="2" charset="-122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4186233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532923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647223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39496" y="761523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9" name="Group 8"/>
          <p:cNvGrpSpPr>
            <a:grpSpLocks/>
          </p:cNvGrpSpPr>
          <p:nvPr/>
        </p:nvGrpSpPr>
        <p:grpSpPr bwMode="auto">
          <a:xfrm>
            <a:off x="3577596" y="2632075"/>
            <a:ext cx="1752600" cy="2225675"/>
            <a:chOff x="4150" y="1298"/>
            <a:chExt cx="1104" cy="1584"/>
          </a:xfrm>
        </p:grpSpPr>
        <p:sp>
          <p:nvSpPr>
            <p:cNvPr id="20" name="Rectangle 9" descr="浅色上对角线"/>
            <p:cNvSpPr>
              <a:spLocks noChangeArrowheads="1"/>
            </p:cNvSpPr>
            <p:nvPr/>
          </p:nvSpPr>
          <p:spPr bwMode="auto">
            <a:xfrm>
              <a:off x="4150" y="1298"/>
              <a:ext cx="960" cy="48"/>
            </a:xfrm>
            <a:prstGeom prst="rect">
              <a:avLst/>
            </a:prstGeom>
            <a:pattFill prst="ltUpDiag">
              <a:fgClr>
                <a:srgbClr val="000000"/>
              </a:fgClr>
              <a:bgClr>
                <a:srgbClr val="FFFFFF"/>
              </a:bgClr>
            </a:patt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kern="0" smtClea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Freeform 10"/>
            <p:cNvSpPr>
              <a:spLocks/>
            </p:cNvSpPr>
            <p:nvPr/>
          </p:nvSpPr>
          <p:spPr bwMode="auto">
            <a:xfrm>
              <a:off x="4533" y="1340"/>
              <a:ext cx="207" cy="1272"/>
            </a:xfrm>
            <a:custGeom>
              <a:avLst/>
              <a:gdLst>
                <a:gd name="T0" fmla="*/ 73 w 207"/>
                <a:gd name="T1" fmla="*/ 0 h 1272"/>
                <a:gd name="T2" fmla="*/ 85 w 207"/>
                <a:gd name="T3" fmla="*/ 186 h 1272"/>
                <a:gd name="T4" fmla="*/ 193 w 207"/>
                <a:gd name="T5" fmla="*/ 246 h 1272"/>
                <a:gd name="T6" fmla="*/ 7 w 207"/>
                <a:gd name="T7" fmla="*/ 300 h 1272"/>
                <a:gd name="T8" fmla="*/ 193 w 207"/>
                <a:gd name="T9" fmla="*/ 342 h 1272"/>
                <a:gd name="T10" fmla="*/ 1 w 207"/>
                <a:gd name="T11" fmla="*/ 390 h 1272"/>
                <a:gd name="T12" fmla="*/ 193 w 207"/>
                <a:gd name="T13" fmla="*/ 438 h 1272"/>
                <a:gd name="T14" fmla="*/ 7 w 207"/>
                <a:gd name="T15" fmla="*/ 486 h 1272"/>
                <a:gd name="T16" fmla="*/ 193 w 207"/>
                <a:gd name="T17" fmla="*/ 534 h 1272"/>
                <a:gd name="T18" fmla="*/ 1 w 207"/>
                <a:gd name="T19" fmla="*/ 588 h 1272"/>
                <a:gd name="T20" fmla="*/ 193 w 207"/>
                <a:gd name="T21" fmla="*/ 630 h 1272"/>
                <a:gd name="T22" fmla="*/ 13 w 207"/>
                <a:gd name="T23" fmla="*/ 672 h 1272"/>
                <a:gd name="T24" fmla="*/ 193 w 207"/>
                <a:gd name="T25" fmla="*/ 726 h 1272"/>
                <a:gd name="T26" fmla="*/ 1 w 207"/>
                <a:gd name="T27" fmla="*/ 774 h 1272"/>
                <a:gd name="T28" fmla="*/ 193 w 207"/>
                <a:gd name="T29" fmla="*/ 822 h 1272"/>
                <a:gd name="T30" fmla="*/ 1 w 207"/>
                <a:gd name="T31" fmla="*/ 870 h 1272"/>
                <a:gd name="T32" fmla="*/ 193 w 207"/>
                <a:gd name="T33" fmla="*/ 918 h 1272"/>
                <a:gd name="T34" fmla="*/ 1 w 207"/>
                <a:gd name="T35" fmla="*/ 966 h 1272"/>
                <a:gd name="T36" fmla="*/ 199 w 207"/>
                <a:gd name="T37" fmla="*/ 1008 h 1272"/>
                <a:gd name="T38" fmla="*/ 49 w 207"/>
                <a:gd name="T39" fmla="*/ 1062 h 1272"/>
                <a:gd name="T40" fmla="*/ 145 w 207"/>
                <a:gd name="T41" fmla="*/ 1104 h 1272"/>
                <a:gd name="T42" fmla="*/ 151 w 207"/>
                <a:gd name="T43" fmla="*/ 1272 h 1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272">
                  <a:moveTo>
                    <a:pt x="73" y="0"/>
                  </a:moveTo>
                  <a:cubicBezTo>
                    <a:pt x="74" y="31"/>
                    <a:pt x="65" y="145"/>
                    <a:pt x="85" y="186"/>
                  </a:cubicBezTo>
                  <a:cubicBezTo>
                    <a:pt x="105" y="227"/>
                    <a:pt x="206" y="227"/>
                    <a:pt x="193" y="246"/>
                  </a:cubicBezTo>
                  <a:cubicBezTo>
                    <a:pt x="180" y="265"/>
                    <a:pt x="7" y="284"/>
                    <a:pt x="7" y="300"/>
                  </a:cubicBezTo>
                  <a:cubicBezTo>
                    <a:pt x="7" y="316"/>
                    <a:pt x="194" y="327"/>
                    <a:pt x="193" y="342"/>
                  </a:cubicBezTo>
                  <a:cubicBezTo>
                    <a:pt x="192" y="357"/>
                    <a:pt x="1" y="374"/>
                    <a:pt x="1" y="390"/>
                  </a:cubicBezTo>
                  <a:cubicBezTo>
                    <a:pt x="1" y="406"/>
                    <a:pt x="192" y="422"/>
                    <a:pt x="193" y="438"/>
                  </a:cubicBezTo>
                  <a:cubicBezTo>
                    <a:pt x="194" y="454"/>
                    <a:pt x="7" y="470"/>
                    <a:pt x="7" y="486"/>
                  </a:cubicBezTo>
                  <a:cubicBezTo>
                    <a:pt x="7" y="502"/>
                    <a:pt x="194" y="517"/>
                    <a:pt x="193" y="534"/>
                  </a:cubicBezTo>
                  <a:cubicBezTo>
                    <a:pt x="192" y="551"/>
                    <a:pt x="1" y="572"/>
                    <a:pt x="1" y="588"/>
                  </a:cubicBezTo>
                  <a:cubicBezTo>
                    <a:pt x="1" y="604"/>
                    <a:pt x="191" y="616"/>
                    <a:pt x="193" y="630"/>
                  </a:cubicBezTo>
                  <a:cubicBezTo>
                    <a:pt x="195" y="644"/>
                    <a:pt x="13" y="656"/>
                    <a:pt x="13" y="672"/>
                  </a:cubicBezTo>
                  <a:cubicBezTo>
                    <a:pt x="13" y="688"/>
                    <a:pt x="195" y="709"/>
                    <a:pt x="193" y="726"/>
                  </a:cubicBezTo>
                  <a:cubicBezTo>
                    <a:pt x="191" y="743"/>
                    <a:pt x="1" y="758"/>
                    <a:pt x="1" y="774"/>
                  </a:cubicBezTo>
                  <a:cubicBezTo>
                    <a:pt x="1" y="790"/>
                    <a:pt x="193" y="806"/>
                    <a:pt x="193" y="822"/>
                  </a:cubicBezTo>
                  <a:cubicBezTo>
                    <a:pt x="193" y="838"/>
                    <a:pt x="1" y="854"/>
                    <a:pt x="1" y="870"/>
                  </a:cubicBezTo>
                  <a:cubicBezTo>
                    <a:pt x="1" y="886"/>
                    <a:pt x="193" y="902"/>
                    <a:pt x="193" y="918"/>
                  </a:cubicBezTo>
                  <a:cubicBezTo>
                    <a:pt x="193" y="934"/>
                    <a:pt x="0" y="951"/>
                    <a:pt x="1" y="966"/>
                  </a:cubicBezTo>
                  <a:cubicBezTo>
                    <a:pt x="2" y="981"/>
                    <a:pt x="191" y="992"/>
                    <a:pt x="199" y="1008"/>
                  </a:cubicBezTo>
                  <a:cubicBezTo>
                    <a:pt x="207" y="1024"/>
                    <a:pt x="58" y="1046"/>
                    <a:pt x="49" y="1062"/>
                  </a:cubicBezTo>
                  <a:cubicBezTo>
                    <a:pt x="40" y="1078"/>
                    <a:pt x="128" y="1069"/>
                    <a:pt x="145" y="1104"/>
                  </a:cubicBezTo>
                  <a:cubicBezTo>
                    <a:pt x="162" y="1139"/>
                    <a:pt x="150" y="1237"/>
                    <a:pt x="151" y="1272"/>
                  </a:cubicBez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kern="0" smtClea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2" name="Rectangle 11"/>
            <p:cNvSpPr>
              <a:spLocks noChangeArrowheads="1"/>
            </p:cNvSpPr>
            <p:nvPr/>
          </p:nvSpPr>
          <p:spPr bwMode="auto">
            <a:xfrm>
              <a:off x="4294" y="2594"/>
              <a:ext cx="768" cy="96"/>
            </a:xfrm>
            <a:prstGeom prst="rect">
              <a:avLst/>
            </a:prstGeom>
            <a:solidFill>
              <a:srgbClr val="333399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kern="0" smtClean="0">
                <a:solidFill>
                  <a:sysClr val="windowText" lastClr="000000"/>
                </a:solidFill>
              </a:endParaRPr>
            </a:p>
          </p:txBody>
        </p:sp>
        <p:sp>
          <p:nvSpPr>
            <p:cNvPr id="23" name="Rectangle 12"/>
            <p:cNvSpPr>
              <a:spLocks noChangeArrowheads="1"/>
            </p:cNvSpPr>
            <p:nvPr/>
          </p:nvSpPr>
          <p:spPr bwMode="auto">
            <a:xfrm>
              <a:off x="4822" y="2402"/>
              <a:ext cx="192" cy="192"/>
            </a:xfrm>
            <a:prstGeom prst="rect">
              <a:avLst/>
            </a:prstGeom>
            <a:solidFill>
              <a:srgbClr val="808080"/>
            </a:solidFill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 kern="0" smtClean="0">
                <a:solidFill>
                  <a:sysClr val="windowText" lastClr="000000"/>
                </a:solidFill>
              </a:endParaRPr>
            </a:p>
          </p:txBody>
        </p:sp>
        <p:graphicFrame>
          <p:nvGraphicFramePr>
            <p:cNvPr id="24" name="Object 13"/>
            <p:cNvGraphicFramePr>
              <a:graphicFrameLocks noChangeAspect="1"/>
            </p:cNvGraphicFramePr>
            <p:nvPr/>
          </p:nvGraphicFramePr>
          <p:xfrm>
            <a:off x="4966" y="2194"/>
            <a:ext cx="240" cy="21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5" name="Equation" r:id="rId20" imgW="164880" imgH="139680" progId="Equation.3">
                    <p:embed/>
                  </p:oleObj>
                </mc:Choice>
                <mc:Fallback>
                  <p:oleObj name="Equation" r:id="rId20" imgW="164880" imgH="1396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66" y="2194"/>
                          <a:ext cx="240" cy="21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" name="Line 14"/>
            <p:cNvSpPr>
              <a:spLocks noChangeShapeType="1"/>
            </p:cNvSpPr>
            <p:nvPr/>
          </p:nvSpPr>
          <p:spPr bwMode="auto">
            <a:xfrm>
              <a:off x="5254" y="2354"/>
              <a:ext cx="0" cy="52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 kern="0" smtClean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2" name="圆角矩形 1"/>
          <p:cNvSpPr/>
          <p:nvPr>
            <p:custDataLst>
              <p:tags r:id="rId12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27" name="组合 2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2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537531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fontAlgn="base">
              <a:lnSpc>
                <a:spcPct val="130000"/>
              </a:lnSpc>
              <a:spcBef>
                <a:spcPct val="5000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2.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两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个简谐运动方向相同，频率相同，振幅也相同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为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A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其合成的振幅仍然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为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宋体" pitchFamily="2" charset="-122"/>
              </a:rPr>
              <a:t>A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宋体" pitchFamily="2" charset="-122"/>
              </a:rPr>
              <a:t>，</a:t>
            </a:r>
            <a:r>
              <a:rPr kumimoji="1"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则这两个简谐运动的相位差为</a:t>
            </a:r>
            <a:r>
              <a:rPr kumimoji="1"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:</a:t>
            </a:r>
          </a:p>
        </p:txBody>
      </p:sp>
      <p:sp>
        <p:nvSpPr>
          <p:cNvPr id="4" name="TextBox 3"/>
          <p:cNvSpPr txBox="1"/>
          <p:nvPr>
            <p:custDataLst>
              <p:tags r:id="rId4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5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6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1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7628383"/>
              </p:ext>
            </p:extLst>
          </p:nvPr>
        </p:nvGraphicFramePr>
        <p:xfrm>
          <a:off x="1551735" y="3687034"/>
          <a:ext cx="3825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Equation" r:id="rId20" imgW="164880" imgH="393480" progId="Equation.3">
                  <p:embed/>
                </p:oleObj>
              </mc:Choice>
              <mc:Fallback>
                <p:oleObj name="Equation" r:id="rId20" imgW="164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1735" y="3687034"/>
                        <a:ext cx="3825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8448212"/>
              </p:ext>
            </p:extLst>
          </p:nvPr>
        </p:nvGraphicFramePr>
        <p:xfrm>
          <a:off x="1525905" y="4893542"/>
          <a:ext cx="3825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Equation" r:id="rId22" imgW="164880" imgH="393480" progId="Equation.3">
                  <p:embed/>
                </p:oleObj>
              </mc:Choice>
              <mc:Fallback>
                <p:oleObj name="Equation" r:id="rId22" imgW="164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905" y="4893542"/>
                        <a:ext cx="3825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8200557"/>
              </p:ext>
            </p:extLst>
          </p:nvPr>
        </p:nvGraphicFramePr>
        <p:xfrm>
          <a:off x="1525905" y="6040437"/>
          <a:ext cx="382588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Equation" r:id="rId24" imgW="164880" imgH="393480" progId="Equation.3">
                  <p:embed/>
                </p:oleObj>
              </mc:Choice>
              <mc:Fallback>
                <p:oleObj name="Equation" r:id="rId24" imgW="1648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905" y="6040437"/>
                        <a:ext cx="382588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7304560"/>
              </p:ext>
            </p:extLst>
          </p:nvPr>
        </p:nvGraphicFramePr>
        <p:xfrm>
          <a:off x="1525905" y="7218363"/>
          <a:ext cx="563563" cy="782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Equation" r:id="rId26" imgW="241200" imgH="393480" progId="Equation.3">
                  <p:embed/>
                </p:oleObj>
              </mc:Choice>
              <mc:Fallback>
                <p:oleObj name="Equation" r:id="rId26" imgW="24120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5905" y="7218363"/>
                        <a:ext cx="563563" cy="782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圆角矩形 16"/>
          <p:cNvSpPr/>
          <p:nvPr>
            <p:custDataLst>
              <p:tags r:id="rId12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10775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>
            <p:custDataLst>
              <p:tags r:id="rId3"/>
            </p:custDataLst>
          </p:nvPr>
        </p:nvSpPr>
        <p:spPr>
          <a:xfrm>
            <a:off x="6096000" y="0"/>
            <a:ext cx="5120640" cy="9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3" name="TextBox 2"/>
          <p:cNvSpPr txBox="1"/>
          <p:nvPr>
            <p:custDataLst>
              <p:tags r:id="rId4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pPr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en-US" altLang="zh-CN" sz="2400" b="1" dirty="0" smtClean="0">
                <a:solidFill>
                  <a:srgbClr val="000000"/>
                </a:solidFill>
                <a:latin typeface="Times New Roman" pitchFamily="18" charset="0"/>
              </a:rPr>
              <a:t>3. 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当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质点以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频率</a:t>
            </a:r>
            <a:r>
              <a:rPr kumimoji="1" lang="en-US" altLang="zh-CN" sz="2400" b="1" dirty="0" smtClean="0">
                <a:solidFill>
                  <a:srgbClr val="000000"/>
                </a:solidFill>
                <a:latin typeface="Symbol" pitchFamily="18" charset="2"/>
              </a:rPr>
              <a:t>n</a:t>
            </a:r>
            <a:r>
              <a:rPr kumimoji="1" lang="zh-CN" altLang="en-US" sz="2400" b="1" dirty="0" smtClean="0">
                <a:solidFill>
                  <a:srgbClr val="000000"/>
                </a:solidFill>
                <a:latin typeface="Times New Roman" pitchFamily="18" charset="0"/>
              </a:rPr>
              <a:t>作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itchFamily="18" charset="0"/>
              </a:rPr>
              <a:t>简谐振动时，它的动能的变化率为</a:t>
            </a:r>
          </a:p>
        </p:txBody>
      </p:sp>
      <p:sp>
        <p:nvSpPr>
          <p:cNvPr id="4" name="TextBox 3"/>
          <p:cNvSpPr txBox="1"/>
          <p:nvPr>
            <p:custDataLst>
              <p:tags r:id="rId5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    n</a:t>
            </a:r>
            <a:endParaRPr lang="zh-CN" altLang="en-US" sz="2600" dirty="0">
              <a:solidFill>
                <a:srgbClr val="000000"/>
              </a:solidFill>
              <a:latin typeface="Symbol" pitchFamily="18" charset="2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6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2</a:t>
            </a:r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n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7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4</a:t>
            </a:r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n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8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    n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/2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3" name="TextBox 22"/>
          <p:cNvSpPr txBox="1"/>
          <p:nvPr>
            <p:custDataLst>
              <p:tags r:id="rId13"/>
            </p:custDataLst>
          </p:nvPr>
        </p:nvSpPr>
        <p:spPr>
          <a:xfrm>
            <a:off x="6184900" y="8612832"/>
            <a:ext cx="494284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Microsoft Yahei"/>
                <a:ea typeface="Microsoft Yahei"/>
                <a:sym typeface="Microsoft Yahei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24" name="TextBox 23"/>
          <p:cNvSpPr txBox="1"/>
          <p:nvPr>
            <p:custDataLst>
              <p:tags r:id="rId14"/>
            </p:custDataLst>
          </p:nvPr>
        </p:nvSpPr>
        <p:spPr>
          <a:xfrm>
            <a:off x="6350000" y="1270000"/>
            <a:ext cx="4612640" cy="40011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此处添加答案解析</a:t>
            </a:r>
            <a:endParaRPr lang="zh-CN" altLang="en-US" sz="20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419616"/>
              </p:ext>
            </p:extLst>
          </p:nvPr>
        </p:nvGraphicFramePr>
        <p:xfrm>
          <a:off x="6494580" y="1897604"/>
          <a:ext cx="4464000" cy="1697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公式" r:id="rId27" imgW="1936620" imgH="825454" progId="Equation.3">
                  <p:embed/>
                </p:oleObj>
              </mc:Choice>
              <mc:Fallback>
                <p:oleObj name="公式" r:id="rId27" imgW="1936620" imgH="82545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4580" y="1897604"/>
                        <a:ext cx="4464000" cy="16974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组合 21"/>
          <p:cNvGrpSpPr/>
          <p:nvPr>
            <p:custDataLst>
              <p:tags r:id="rId15"/>
            </p:custDataLst>
          </p:nvPr>
        </p:nvGrpSpPr>
        <p:grpSpPr>
          <a:xfrm>
            <a:off x="6108700" y="0"/>
            <a:ext cx="5095240" cy="647700"/>
            <a:chOff x="6108700" y="0"/>
            <a:chExt cx="5095240" cy="647700"/>
          </a:xfrm>
        </p:grpSpPr>
        <p:sp>
          <p:nvSpPr>
            <p:cNvPr id="19" name="RemarkBack"/>
            <p:cNvSpPr/>
            <p:nvPr>
              <p:custDataLst>
                <p:tags r:id="rId23"/>
              </p:custDataLst>
            </p:nvPr>
          </p:nvSpPr>
          <p:spPr>
            <a:xfrm>
              <a:off x="6108700" y="12700"/>
              <a:ext cx="509524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0" name="RemarkBlock"/>
            <p:cNvSpPr/>
            <p:nvPr>
              <p:custDataLst>
                <p:tags r:id="rId24"/>
              </p:custDataLst>
            </p:nvPr>
          </p:nvSpPr>
          <p:spPr>
            <a:xfrm>
              <a:off x="6108700" y="1270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21" name="RemarkTitleText"/>
            <p:cNvSpPr txBox="1"/>
            <p:nvPr>
              <p:custDataLst>
                <p:tags r:id="rId25"/>
              </p:custDataLst>
            </p:nvPr>
          </p:nvSpPr>
          <p:spPr>
            <a:xfrm>
              <a:off x="6350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答案解析</a:t>
              </a:r>
              <a:endParaRPr lang="zh-CN" altLang="en-US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sp>
        <p:nvSpPr>
          <p:cNvPr id="17" name="圆角矩形 16"/>
          <p:cNvSpPr/>
          <p:nvPr>
            <p:custDataLst>
              <p:tags r:id="rId16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7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9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20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TypeText"/>
            <p:cNvSpPr txBox="1"/>
            <p:nvPr>
              <p:custDataLst>
                <p:tags r:id="rId21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22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2115619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254000" y="635000"/>
                <a:ext cx="5123836" cy="2857500"/>
              </a:xfrm>
              <a:prstGeom prst="rect">
                <a:avLst/>
              </a:prstGeom>
              <a:noFill/>
            </p:spPr>
            <p:txBody>
              <a:bodyPr vert="horz" wrap="square" rtlCol="0" anchor="ctr" anchorCtr="0">
                <a:noAutofit/>
              </a:bodyPr>
              <a:lstStyle/>
              <a:p>
                <a:r>
                  <a:rPr lang="en-US" altLang="zh-CN" sz="2600" b="1" dirty="0" smtClean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4. </a:t>
                </a:r>
                <a:r>
                  <a:rPr lang="zh-CN" altLang="en-US" sz="2600" b="1" dirty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两</a:t>
                </a:r>
                <a:r>
                  <a:rPr lang="zh-CN" altLang="en-US" sz="2600" b="1" dirty="0" smtClean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个同方向简谐振动的合振动方程为</a:t>
                </a:r>
                <a14:m>
                  <m:oMath xmlns:m="http://schemas.openxmlformats.org/officeDocument/2006/math"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/>
                        <a:ea typeface="Microsoft Yahei"/>
                        <a:sym typeface="Microsoft Yahei"/>
                      </a:rPr>
                      <m:t>𝑥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/>
                        <a:ea typeface="Microsoft Yahei"/>
                        <a:sym typeface="Microsoft Yahei"/>
                      </a:rPr>
                      <m:t>=</m:t>
                    </m:r>
                    <m:r>
                      <a:rPr lang="en-US" altLang="zh-CN" sz="2600" i="1" dirty="0" smtClean="0">
                        <a:solidFill>
                          <a:srgbClr val="000000"/>
                        </a:solidFill>
                        <a:latin typeface="Cambria Math"/>
                        <a:ea typeface="Microsoft Yahei"/>
                        <a:sym typeface="Microsoft Yahei"/>
                      </a:rPr>
                      <m:t>𝐴𝑐𝑜𝑠</m:t>
                    </m:r>
                    <m:d>
                      <m:d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sym typeface="Microsoft Yahei"/>
                          </a:rPr>
                        </m:ctrlPr>
                      </m:dPr>
                      <m:e>
                        <m: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sym typeface="Microsoft Yahei"/>
                          </a:rPr>
                          <m:t>2.1</m:t>
                        </m:r>
                        <m: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sym typeface="Microsoft Yahei"/>
                          </a:rPr>
                          <m:t>𝑡</m:t>
                        </m:r>
                      </m:e>
                    </m:d>
                    <m:func>
                      <m:funcPr>
                        <m:ctrlPr>
                          <a:rPr lang="en-US" altLang="zh-CN" sz="2600" i="1" dirty="0" smtClean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sym typeface="Microsoft Yahei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600" dirty="0" smtClean="0">
                            <a:solidFill>
                              <a:srgbClr val="000000"/>
                            </a:solidFill>
                            <a:latin typeface="Cambria Math"/>
                            <a:ea typeface="Microsoft Yahei"/>
                            <a:sym typeface="Microsoft Yahei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US" altLang="zh-CN" sz="2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sym typeface="Microsoft Yahei"/>
                              </a:rPr>
                            </m:ctrlPr>
                          </m:dPr>
                          <m:e>
                            <m:r>
                              <a:rPr lang="en-US" altLang="zh-CN" sz="2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sym typeface="Microsoft Yahei"/>
                              </a:rPr>
                              <m:t>50</m:t>
                            </m:r>
                            <m:r>
                              <a:rPr lang="en-US" altLang="zh-CN" sz="2600" i="1" dirty="0" smtClean="0">
                                <a:solidFill>
                                  <a:srgbClr val="000000"/>
                                </a:solidFill>
                                <a:latin typeface="Cambria Math"/>
                                <a:ea typeface="Microsoft Yahei"/>
                                <a:sym typeface="Microsoft Yahei"/>
                              </a:rPr>
                              <m:t>𝑡</m:t>
                            </m:r>
                          </m:e>
                        </m:d>
                      </m:e>
                    </m:func>
                  </m:oMath>
                </a14:m>
                <a:r>
                  <a:rPr lang="zh-CN" altLang="en-US" sz="2400" b="1" dirty="0" smtClean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，式中</a:t>
                </a:r>
                <a:r>
                  <a:rPr lang="en-US" altLang="zh-CN" sz="2400" b="1" dirty="0" smtClean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t</a:t>
                </a:r>
                <a:r>
                  <a:rPr lang="zh-CN" altLang="en-US" sz="2400" b="1" dirty="0" smtClean="0">
                    <a:solidFill>
                      <a:srgbClr val="000000"/>
                    </a:solidFill>
                    <a:latin typeface="宋体" pitchFamily="2" charset="-122"/>
                    <a:sym typeface="Microsoft Yahei"/>
                  </a:rPr>
                  <a:t>以秒为单位，则合振动的拍的周期约为</a:t>
                </a:r>
                <a:endParaRPr lang="zh-CN" altLang="en-US" sz="2400" b="1" dirty="0">
                  <a:solidFill>
                    <a:srgbClr val="000000"/>
                  </a:solidFill>
                  <a:latin typeface="宋体" pitchFamily="2" charset="-122"/>
                  <a:sym typeface="Microsoft Yahei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9"/>
                </p:custDataLst>
              </p:nvPr>
            </p:nvSpPr>
            <p:spPr>
              <a:xfrm>
                <a:off x="254000" y="635000"/>
                <a:ext cx="5123836" cy="2857500"/>
              </a:xfrm>
              <a:prstGeom prst="rect">
                <a:avLst/>
              </a:prstGeom>
              <a:blipFill rotWithShape="1">
                <a:blip r:embed="rId20"/>
                <a:stretch>
                  <a:fillRect l="-2143" r="-1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1.5s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1.8s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2.1s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3.0s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77044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701484"/>
            <a:ext cx="4572000" cy="3576952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5. 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如图所示，单摆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A(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悬线长为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L,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小球质量为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M)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小角度摆动时的周期为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T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A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。在复摆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B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中，质量为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M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、半径为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R=L/2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的均匀球相对于其任一直径定义的转动惯量为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J=2MR</a:t>
            </a:r>
            <a:r>
              <a:rPr lang="en-US" altLang="zh-CN" sz="2400" b="1" baseline="30000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2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/5, 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而长为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L/2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的刚性杆的质量忽略不计。若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B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做小角度摆动的周期为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T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B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，则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T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B</a:t>
            </a:r>
            <a:r>
              <a:rPr lang="en-US" altLang="zh-CN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/T</a:t>
            </a:r>
            <a:r>
              <a:rPr lang="en-US" altLang="zh-CN" sz="2400" b="1" baseline="-25000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A</a:t>
            </a:r>
            <a:r>
              <a:rPr lang="zh-CN" altLang="en-US" sz="2400" b="1" dirty="0" smtClean="0">
                <a:solidFill>
                  <a:srgbClr val="000000"/>
                </a:solidFill>
                <a:latin typeface="宋体" pitchFamily="2" charset="-122"/>
                <a:sym typeface="Microsoft Yahei"/>
              </a:rPr>
              <a:t>最接近下列数值中的哪一个？</a:t>
            </a:r>
            <a:endParaRPr lang="zh-CN" altLang="en-US" sz="2400" b="1" dirty="0">
              <a:solidFill>
                <a:srgbClr val="000000"/>
              </a:solidFill>
              <a:latin typeface="宋体" pitchFamily="2" charset="-122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261364" y="7182348"/>
            <a:ext cx="126444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0.85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3364948" y="7182348"/>
            <a:ext cx="1382804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0.95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261364" y="8035326"/>
            <a:ext cx="126444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1.05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3370992" y="7992456"/>
            <a:ext cx="10160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1.15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657860" y="7336653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2761444" y="733665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657860" y="818963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2767488" y="814676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206500" y="4301964"/>
            <a:ext cx="3558564" cy="2688039"/>
          </a:xfrm>
          <a:prstGeom prst="rect">
            <a:avLst/>
          </a:prstGeom>
        </p:spPr>
      </p:pic>
      <p:sp>
        <p:nvSpPr>
          <p:cNvPr id="21" name="圆角矩形 20"/>
          <p:cNvSpPr/>
          <p:nvPr>
            <p:custDataLst>
              <p:tags r:id="rId11"/>
            </p:custDataLst>
          </p:nvPr>
        </p:nvSpPr>
        <p:spPr>
          <a:xfrm>
            <a:off x="3632280" y="8738271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prstClr val="white"/>
                </a:solidFill>
              </a:endParaRPr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5409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571500" y="635000"/>
            <a:ext cx="4806336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6.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一平面简谐波的波动方程为</a:t>
            </a:r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                        </a:t>
            </a:r>
            <a:r>
              <a:rPr lang="en-US" altLang="zh-CN" sz="2600" dirty="0" smtClean="0">
                <a:solidFill>
                  <a:srgbClr val="000000"/>
                </a:solidFill>
                <a:latin typeface="+mj-ea"/>
                <a:ea typeface="+mj-ea"/>
                <a:sym typeface="Microsoft Yahei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+mj-ea"/>
                <a:ea typeface="+mj-ea"/>
                <a:sym typeface="Microsoft Yahei"/>
              </a:rPr>
              <a:t>。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</a:t>
            </a:r>
            <a:r>
              <a:rPr lang="en-US" altLang="zh-CN" sz="3200" i="1" dirty="0" smtClean="0">
                <a:solidFill>
                  <a:srgbClr val="000000"/>
                </a:solidFill>
                <a:latin typeface="Times New Roman" pitchFamily="18" charset="0"/>
                <a:ea typeface="Microsoft Yahei"/>
                <a:cs typeface="Times New Roman" pitchFamily="18" charset="0"/>
                <a:sym typeface="Microsoft Yahei"/>
              </a:rPr>
              <a:t>t</a:t>
            </a:r>
            <a:r>
              <a:rPr lang="en-US" altLang="zh-CN" sz="32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= </a:t>
            </a:r>
            <a:r>
              <a:rPr lang="en-US" altLang="zh-CN" sz="3200" dirty="0" smtClean="0">
                <a:solidFill>
                  <a:srgbClr val="000000"/>
                </a:solidFill>
                <a:latin typeface="Times New Roman" pitchFamily="18" charset="0"/>
                <a:ea typeface="Microsoft Yahei"/>
                <a:cs typeface="Times New Roman" pitchFamily="18" charset="0"/>
                <a:sym typeface="Microsoft Yahei"/>
              </a:rPr>
              <a:t>1/</a:t>
            </a:r>
            <a:r>
              <a:rPr lang="en-US" altLang="zh-CN" sz="3200" i="1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n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时刻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/>
              </a:rPr>
              <a:t>，</a:t>
            </a:r>
            <a:r>
              <a:rPr lang="en-US" altLang="zh-CN" sz="3200" i="1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x</a:t>
            </a:r>
            <a:r>
              <a:rPr lang="en-US" altLang="zh-CN" sz="3200" baseline="-250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1</a:t>
            </a:r>
            <a:r>
              <a:rPr lang="en-US" altLang="zh-CN" sz="32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=3</a:t>
            </a:r>
            <a:r>
              <a:rPr lang="en-US" altLang="zh-CN" sz="3200" dirty="0" smtClean="0">
                <a:solidFill>
                  <a:srgbClr val="000000"/>
                </a:solidFill>
                <a:latin typeface="Symbol" pitchFamily="18" charset="2"/>
                <a:ea typeface="Microsoft Yahei" pitchFamily="34" charset="-122"/>
                <a:cs typeface="Times New Roman" pitchFamily="18" charset="0"/>
                <a:sym typeface="Microsoft Yahei"/>
              </a:rPr>
              <a:t>l</a:t>
            </a:r>
            <a:r>
              <a:rPr lang="en-US" altLang="zh-CN" sz="32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/4</a:t>
            </a:r>
            <a:r>
              <a:rPr lang="en-US" altLang="zh-CN" sz="26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/>
              </a:rPr>
              <a:t>和 </a:t>
            </a:r>
            <a:r>
              <a:rPr lang="en-US" altLang="zh-CN" sz="3200" i="1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x</a:t>
            </a:r>
            <a:r>
              <a:rPr lang="en-US" altLang="zh-CN" sz="3200" baseline="-250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2</a:t>
            </a:r>
            <a:r>
              <a:rPr lang="en-US" altLang="zh-CN" sz="32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=</a:t>
            </a:r>
            <a:r>
              <a:rPr lang="en-US" altLang="zh-CN" sz="3200" dirty="0" smtClean="0">
                <a:solidFill>
                  <a:srgbClr val="000000"/>
                </a:solidFill>
                <a:latin typeface="Symbol" pitchFamily="18" charset="2"/>
                <a:ea typeface="Microsoft Yahei" pitchFamily="34" charset="-122"/>
                <a:cs typeface="Times New Roman" pitchFamily="18" charset="0"/>
                <a:sym typeface="Microsoft Yahei"/>
              </a:rPr>
              <a:t>l</a:t>
            </a:r>
            <a:r>
              <a:rPr lang="en-US" altLang="zh-CN" sz="3200" dirty="0" smtClean="0">
                <a:solidFill>
                  <a:srgbClr val="000000"/>
                </a:solidFill>
                <a:latin typeface="Times New Roman" pitchFamily="18" charset="0"/>
                <a:ea typeface="Microsoft Yahei" pitchFamily="34" charset="-122"/>
                <a:cs typeface="Times New Roman" pitchFamily="18" charset="0"/>
                <a:sym typeface="Microsoft Yahei"/>
              </a:rPr>
              <a:t>/4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itchFamily="34" charset="-122"/>
                <a:ea typeface="Microsoft Yahei" pitchFamily="34" charset="-122"/>
                <a:sym typeface="Microsoft Yahei"/>
              </a:rPr>
              <a:t>两处质点的速度之比：</a:t>
            </a: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647372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647372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-1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647372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TextBox 7"/>
          <p:cNvSpPr txBox="1"/>
          <p:nvPr>
            <p:custDataLst>
              <p:tags r:id="rId7"/>
            </p:custDataLst>
          </p:nvPr>
        </p:nvSpPr>
        <p:spPr>
          <a:xfrm>
            <a:off x="1647372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1/3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931548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931548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931548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2" name="椭圆 11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931548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aphicFrame>
        <p:nvGraphicFramePr>
          <p:cNvPr id="1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6996070"/>
              </p:ext>
            </p:extLst>
          </p:nvPr>
        </p:nvGraphicFramePr>
        <p:xfrm>
          <a:off x="607200" y="1601604"/>
          <a:ext cx="3744913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7" name="Equation" r:id="rId20" imgW="1409088" imgH="203112" progId="Equation.3">
                  <p:embed/>
                </p:oleObj>
              </mc:Choice>
              <mc:Fallback>
                <p:oleObj name="Equation" r:id="rId20" imgW="1409088" imgH="203112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200" y="1601604"/>
                        <a:ext cx="3744913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圆角矩形 17"/>
          <p:cNvSpPr/>
          <p:nvPr>
            <p:custDataLst>
              <p:tags r:id="rId12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7" name="组合 16"/>
          <p:cNvGrpSpPr/>
          <p:nvPr>
            <p:custDataLst>
              <p:tags r:id="rId13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3" name="TitleBackground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6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7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6" name="TipText"/>
            <p:cNvSpPr txBox="1"/>
            <p:nvPr>
              <p:custDataLst>
                <p:tags r:id="rId18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3" name="图片 2"/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9062932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屏幕剪辑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7308" y="2321700"/>
            <a:ext cx="3888000" cy="2146908"/>
          </a:xfrm>
          <a:prstGeom prst="rect">
            <a:avLst/>
          </a:prstGeom>
        </p:spPr>
      </p:pic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7.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横波以波速</a:t>
            </a:r>
            <a:r>
              <a:rPr lang="en-US" altLang="zh-CN" sz="2600" i="1" dirty="0" smtClean="0">
                <a:solidFill>
                  <a:srgbClr val="000000"/>
                </a:solidFill>
                <a:latin typeface="Times New Roman" pitchFamily="18" charset="0"/>
                <a:ea typeface="Microsoft Yahei"/>
                <a:cs typeface="Times New Roman" pitchFamily="18" charset="0"/>
                <a:sym typeface="Microsoft Yahei"/>
              </a:rPr>
              <a:t>u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沿</a:t>
            </a:r>
            <a:r>
              <a:rPr lang="en-US" altLang="zh-CN" sz="2600" i="1" dirty="0" smtClean="0">
                <a:solidFill>
                  <a:srgbClr val="000000"/>
                </a:solidFill>
                <a:latin typeface="Times New Roman" pitchFamily="18" charset="0"/>
                <a:ea typeface="Microsoft Yahei"/>
                <a:cs typeface="Times New Roman" pitchFamily="18" charset="0"/>
                <a:sym typeface="Microsoft Yahei"/>
              </a:rPr>
              <a:t>x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轴负方向传播。</a:t>
            </a:r>
            <a:r>
              <a:rPr lang="en-US" altLang="zh-CN" sz="2600" i="1" dirty="0" smtClean="0">
                <a:solidFill>
                  <a:srgbClr val="000000"/>
                </a:solidFill>
                <a:latin typeface="Times New Roman" pitchFamily="18" charset="0"/>
                <a:ea typeface="Microsoft Yahei"/>
                <a:cs typeface="Times New Roman" pitchFamily="18" charset="0"/>
                <a:sym typeface="Microsoft Yahei"/>
              </a:rPr>
              <a:t>t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时刻波形曲线如图，则该时刻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467348" y="461487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点振动速度大于零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467348" y="5605002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点静止不动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467348" y="6595134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点向下运动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467348" y="758526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D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点振动速度小于零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63844" y="476917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63844" y="5759307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63844" y="6749439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63844" y="773957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2659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8.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若一平面简谐波的表达式为</a:t>
            </a:r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en-US" altLang="zh-CN" sz="2600" dirty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                            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，式中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A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B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为正值常量，则：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480740" y="313180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波速为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480740" y="427480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周期为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1/B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480740" y="541780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波长为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p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/C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480740" y="6560808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角频率为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2</a:t>
            </a:r>
            <a:r>
              <a:rPr lang="en-US" altLang="zh-CN" sz="2600" dirty="0" smtClean="0">
                <a:solidFill>
                  <a:srgbClr val="000000"/>
                </a:solidFill>
                <a:latin typeface="Symbol" pitchFamily="18" charset="2"/>
                <a:ea typeface="Microsoft Yahei"/>
                <a:sym typeface="Microsoft Yahei"/>
              </a:rPr>
              <a:t>p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/B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877236" y="3286113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877236" y="442911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877236" y="557211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877236" y="6715113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pic>
        <p:nvPicPr>
          <p:cNvPr id="18" name="图片 17" descr="屏幕剪辑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59" y="1871640"/>
            <a:ext cx="2844000" cy="407787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101222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575917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9.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图中画出一平面简谐波在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t=2s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时刻的波形图，则平衡位置在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P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点的质点的振动方程是</a:t>
            </a:r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3"/>
            </p:custDataLst>
          </p:nvPr>
        </p:nvSpPr>
        <p:spPr>
          <a:xfrm>
            <a:off x="539496" y="5213428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611354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701366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 dirty="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7832344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pic>
        <p:nvPicPr>
          <p:cNvPr id="18" name="图片 17" descr="屏幕剪辑"/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236" y="2591983"/>
            <a:ext cx="3780000" cy="2407942"/>
          </a:xfrm>
          <a:prstGeom prst="rect">
            <a:avLst/>
          </a:prstGeom>
        </p:spPr>
      </p:pic>
      <p:pic>
        <p:nvPicPr>
          <p:cNvPr id="20" name="图片 19" descr="屏幕剪辑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033" y="5152877"/>
            <a:ext cx="3600000" cy="690635"/>
          </a:xfrm>
          <a:prstGeom prst="rect">
            <a:avLst/>
          </a:prstGeom>
        </p:spPr>
      </p:pic>
      <p:pic>
        <p:nvPicPr>
          <p:cNvPr id="21" name="图片 20" descr="屏幕剪辑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296" y="6113548"/>
            <a:ext cx="3492000" cy="664742"/>
          </a:xfrm>
          <a:prstGeom prst="rect">
            <a:avLst/>
          </a:prstGeom>
        </p:spPr>
      </p:pic>
      <p:pic>
        <p:nvPicPr>
          <p:cNvPr id="22" name="图片 21" descr="屏幕剪辑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776" y="6923656"/>
            <a:ext cx="3636000" cy="686990"/>
          </a:xfrm>
          <a:prstGeom prst="rect">
            <a:avLst/>
          </a:prstGeom>
        </p:spPr>
      </p:pic>
      <p:pic>
        <p:nvPicPr>
          <p:cNvPr id="23" name="图片 22" descr="屏幕剪辑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9788" y="7733764"/>
            <a:ext cx="3708000" cy="708752"/>
          </a:xfrm>
          <a:prstGeom prst="rect">
            <a:avLst/>
          </a:prstGeom>
        </p:spPr>
      </p:pic>
      <p:sp>
        <p:nvSpPr>
          <p:cNvPr id="4" name="圆角矩形 3"/>
          <p:cNvSpPr/>
          <p:nvPr>
            <p:custDataLst>
              <p:tags r:id="rId7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70343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10.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一平面简谐波在弹性媒质中传播时，某一时刻媒质中某质元在负的最大位移处，则它的能量是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动能为零，势能最大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动能为零，势能为零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动能最大，势能最大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动能最大，势能为零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60195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11.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在驻波中，两个相邻波节间各质点的振动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143000" y="3714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振幅相同，相位相同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143000" y="4857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振幅不同，相位相同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143000" y="6000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振幅相同，相位不同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143000" y="7143750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振幅不同，相位不同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3869055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39496" y="5012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539496" y="6155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539496" y="7298055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47379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2"/>
            </p:custDataLst>
          </p:nvPr>
        </p:nvSpPr>
        <p:spPr>
          <a:xfrm>
            <a:off x="571500" y="635000"/>
            <a:ext cx="4572000" cy="285750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12.</a:t>
            </a:r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endParaRPr lang="en-US" altLang="zh-CN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endParaRPr lang="en-US" altLang="zh-CN" sz="26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4" name="TextBox 3"/>
          <p:cNvSpPr txBox="1"/>
          <p:nvPr>
            <p:custDataLst>
              <p:tags r:id="rId3"/>
            </p:custDataLst>
          </p:nvPr>
        </p:nvSpPr>
        <p:spPr>
          <a:xfrm>
            <a:off x="1570752" y="349185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0.1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1570752" y="463485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0.3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6" name="TextBox 5"/>
          <p:cNvSpPr txBox="1"/>
          <p:nvPr>
            <p:custDataLst>
              <p:tags r:id="rId5"/>
            </p:custDataLst>
          </p:nvPr>
        </p:nvSpPr>
        <p:spPr>
          <a:xfrm>
            <a:off x="1570752" y="577785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0.5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7" name="TextBox 6"/>
          <p:cNvSpPr txBox="1"/>
          <p:nvPr>
            <p:custDataLst>
              <p:tags r:id="rId6"/>
            </p:custDataLst>
          </p:nvPr>
        </p:nvSpPr>
        <p:spPr>
          <a:xfrm>
            <a:off x="1515888" y="6920856"/>
            <a:ext cx="4000500" cy="857250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0.7</a:t>
            </a:r>
            <a:endParaRPr lang="zh-CN" altLang="en-US" sz="26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967248" y="3646161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967248" y="478916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967248" y="593216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967248" y="7075161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7200" y="1498746"/>
            <a:ext cx="4622800" cy="1543050"/>
          </a:xfrm>
          <a:prstGeom prst="rect">
            <a:avLst/>
          </a:prstGeom>
        </p:spPr>
      </p:pic>
      <p:sp>
        <p:nvSpPr>
          <p:cNvPr id="17" name="圆角矩形 16"/>
          <p:cNvSpPr/>
          <p:nvPr>
            <p:custDataLst>
              <p:tags r:id="rId11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544295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>
            <p:custDataLst>
              <p:tags r:id="rId3"/>
            </p:custDataLst>
          </p:nvPr>
        </p:nvSpPr>
        <p:spPr>
          <a:xfrm>
            <a:off x="571500" y="873125"/>
            <a:ext cx="4572000" cy="3079750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4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13. 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在弦线上有一简谐波，其表达式是</a:t>
            </a:r>
            <a:endParaRPr lang="en-US" altLang="zh-CN" sz="24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endParaRPr lang="en-US" altLang="zh-CN" sz="2400" dirty="0" smtClean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  <a:p>
            <a:r>
              <a:rPr lang="zh-CN" altLang="en-US" sz="24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为了在此弦线上形成驻波，并且在</a:t>
            </a:r>
            <a:r>
              <a:rPr lang="en-US" altLang="zh-CN" sz="24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x = 0</a:t>
            </a:r>
            <a:r>
              <a:rPr lang="zh-CN" altLang="en-US" sz="2400" dirty="0" smtClean="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rPr>
              <a:t>处为一波节，此弦线上还应有一简谐波，其表达式为</a:t>
            </a:r>
            <a:endParaRPr lang="zh-CN" altLang="en-US" sz="2400" dirty="0">
              <a:solidFill>
                <a:srgbClr val="000000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539496" y="4108478"/>
            <a:ext cx="548640" cy="548640"/>
          </a:xfrm>
          <a:prstGeom prst="ellipse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539496" y="525147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539496" y="639447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539496" y="7537478"/>
            <a:ext cx="548640" cy="54864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sp>
        <p:nvSpPr>
          <p:cNvPr id="18" name="Rectangle 2"/>
          <p:cNvSpPr>
            <a:spLocks noChangeArrowheads="1"/>
          </p:cNvSpPr>
          <p:nvPr/>
        </p:nvSpPr>
        <p:spPr bwMode="auto">
          <a:xfrm>
            <a:off x="0" y="0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9" name="对象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279441"/>
              </p:ext>
            </p:extLst>
          </p:nvPr>
        </p:nvGraphicFramePr>
        <p:xfrm>
          <a:off x="1633836" y="1704345"/>
          <a:ext cx="3744000" cy="6173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6" name="公式" r:id="rId16" imgW="2387600" imgH="393700" progId="Equation.3">
                  <p:embed/>
                </p:oleObj>
              </mc:Choice>
              <mc:Fallback>
                <p:oleObj name="公式" r:id="rId16" imgW="23876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3836" y="1704345"/>
                        <a:ext cx="3744000" cy="61735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6"/>
          <p:cNvSpPr>
            <a:spLocks noChangeArrowheads="1"/>
          </p:cNvSpPr>
          <p:nvPr/>
        </p:nvSpPr>
        <p:spPr bwMode="auto">
          <a:xfrm>
            <a:off x="0" y="0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2697535"/>
              </p:ext>
            </p:extLst>
          </p:nvPr>
        </p:nvGraphicFramePr>
        <p:xfrm>
          <a:off x="1327296" y="4142737"/>
          <a:ext cx="3528000" cy="578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7" name="公式" r:id="rId18" imgW="2400300" imgH="393700" progId="Equation.3">
                  <p:embed/>
                </p:oleObj>
              </mc:Choice>
              <mc:Fallback>
                <p:oleObj name="公式" r:id="rId18" imgW="24003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296" y="4142737"/>
                        <a:ext cx="3528000" cy="57867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8"/>
          <p:cNvSpPr>
            <a:spLocks noChangeArrowheads="1"/>
          </p:cNvSpPr>
          <p:nvPr/>
        </p:nvSpPr>
        <p:spPr bwMode="auto">
          <a:xfrm>
            <a:off x="0" y="0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444473"/>
              </p:ext>
            </p:extLst>
          </p:nvPr>
        </p:nvGraphicFramePr>
        <p:xfrm>
          <a:off x="1327296" y="5237858"/>
          <a:ext cx="3564000" cy="563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8" name="公式" r:id="rId20" imgW="2489200" imgH="393700" progId="Equation.3">
                  <p:embed/>
                </p:oleObj>
              </mc:Choice>
              <mc:Fallback>
                <p:oleObj name="公式" r:id="rId20" imgW="24892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296" y="5237858"/>
                        <a:ext cx="3564000" cy="56369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0"/>
          <p:cNvSpPr>
            <a:spLocks noChangeArrowheads="1"/>
          </p:cNvSpPr>
          <p:nvPr/>
        </p:nvSpPr>
        <p:spPr bwMode="auto">
          <a:xfrm>
            <a:off x="0" y="0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6808914"/>
              </p:ext>
            </p:extLst>
          </p:nvPr>
        </p:nvGraphicFramePr>
        <p:xfrm>
          <a:off x="1322705" y="6390932"/>
          <a:ext cx="3672000" cy="580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9" name="公式" r:id="rId22" imgW="2489200" imgH="393700" progId="Equation.3">
                  <p:embed/>
                </p:oleObj>
              </mc:Choice>
              <mc:Fallback>
                <p:oleObj name="公式" r:id="rId22" imgW="24892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2705" y="6390932"/>
                        <a:ext cx="3672000" cy="58077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2"/>
          <p:cNvSpPr>
            <a:spLocks noChangeArrowheads="1"/>
          </p:cNvSpPr>
          <p:nvPr/>
        </p:nvSpPr>
        <p:spPr bwMode="auto">
          <a:xfrm>
            <a:off x="0" y="0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29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9819712"/>
              </p:ext>
            </p:extLst>
          </p:nvPr>
        </p:nvGraphicFramePr>
        <p:xfrm>
          <a:off x="1327296" y="7540661"/>
          <a:ext cx="3852000" cy="6318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0" name="公式" r:id="rId24" imgW="2400300" imgH="393700" progId="Equation.3">
                  <p:embed/>
                </p:oleObj>
              </mc:Choice>
              <mc:Fallback>
                <p:oleObj name="公式" r:id="rId24" imgW="2400300" imgH="3937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7296" y="7540661"/>
                        <a:ext cx="3852000" cy="63181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圆角矩形 3"/>
          <p:cNvSpPr/>
          <p:nvPr>
            <p:custDataLst>
              <p:tags r:id="rId8"/>
            </p:custDataLst>
          </p:nvPr>
        </p:nvSpPr>
        <p:spPr>
          <a:xfrm>
            <a:off x="2400300" y="8286750"/>
            <a:ext cx="2057400" cy="54864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/>
                <a:ea typeface="Microsoft Yahei"/>
                <a:sym typeface="Microsoft Yahei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/>
              <a:ea typeface="Microsoft Yahei"/>
              <a:sym typeface="Microsoft Yahei"/>
            </a:endParaRPr>
          </a:p>
        </p:txBody>
      </p:sp>
      <p:grpSp>
        <p:nvGrpSpPr>
          <p:cNvPr id="16" name="组合 15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5715000" cy="635000"/>
            <a:chOff x="0" y="0"/>
            <a:chExt cx="5715000" cy="635000"/>
          </a:xfrm>
        </p:grpSpPr>
        <p:sp>
          <p:nvSpPr>
            <p:cNvPr id="12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5715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/>
                  <a:ea typeface="Microsoft Yahei"/>
                  <a:sym typeface="Microsoft Yahei"/>
                </a:rPr>
                <a:t>单选题</a:t>
              </a:r>
              <a:endParaRPr lang="zh-CN" altLang="en-US" sz="2600">
                <a:solidFill>
                  <a:srgbClr val="00000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  <p:sp>
          <p:nvSpPr>
            <p:cNvPr id="15" name="TipText"/>
            <p:cNvSpPr txBox="1"/>
            <p:nvPr>
              <p:custDataLst>
                <p:tags r:id="rId14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/>
                  <a:ea typeface="Microsoft Yahei"/>
                  <a:sym typeface="Microsoft Yahei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/>
                <a:ea typeface="Microsoft Yahei"/>
                <a:sym typeface="Microsoft Yahei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600" y="63500"/>
            <a:ext cx="1422400" cy="508000"/>
          </a:xfrm>
          <a:prstGeom prst="rect">
            <a:avLst/>
          </a:prstGeom>
        </p:spPr>
      </p:pic>
    </p:spTree>
    <p:custDataLst>
      <p:tags r:id="rId2"/>
    </p:custDataLst>
    <p:extLst>
      <p:ext uri="{BB962C8B-B14F-4D97-AF65-F5344CB8AC3E}">
        <p14:creationId xmlns:p14="http://schemas.microsoft.com/office/powerpoint/2010/main" val="3775314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87224" y="791496"/>
            <a:ext cx="1112805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 smtClean="0"/>
              <a:t>答案：</a:t>
            </a:r>
            <a:endParaRPr lang="en-US" altLang="zh-CN" sz="2400" b="1" dirty="0"/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D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A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C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D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C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C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B</a:t>
            </a:r>
          </a:p>
          <a:p>
            <a:pPr marL="457200" indent="-457200">
              <a:buAutoNum type="arabicPeriod"/>
            </a:pPr>
            <a:r>
              <a:rPr lang="en-US" altLang="zh-CN" sz="2400" b="1" dirty="0" smtClean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969772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2.0"/>
  <p:tag name="PROBLEMSCORE_HALF" val="0.0"/>
  <p:tag name="RAINPROBLEMTYPE" val="MultipleChoice"/>
  <p:tag name="RAINPROBLEM" val="MultipleChoic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  <p:tag name="PROBLEMHASREMARK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Board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p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Remark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REMARKTITLE" val="ProblemRemarkBoard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2.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/>
  <Words>705</Words>
  <Application>Microsoft Office PowerPoint</Application>
  <PresentationFormat>全屏显示(16:10)</PresentationFormat>
  <Paragraphs>167</Paragraphs>
  <Slides>14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18" baseType="lpstr">
      <vt:lpstr>Office 主题​​</vt:lpstr>
      <vt:lpstr>1_Office 主题​​</vt:lpstr>
      <vt:lpstr>Equation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>
  <dc:title>机械波随堂测试</dc:title>
  <cp:revision>21</cp:revision>
</cp:coreProperties>
</file>