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17.xml" ContentType="application/vnd.openxmlformats-officedocument.presentationml.tags+xml"/>
  <Override PartName="/ppt/tags/tag2618.xml" ContentType="application/vnd.openxmlformats-officedocument.presentationml.tags+xml"/>
  <Override PartName="/ppt/tags/tag2619.xml" ContentType="application/vnd.openxmlformats-officedocument.presentationml.tags+xml"/>
  <Override PartName="/ppt/tags/tag262.xml" ContentType="application/vnd.openxmlformats-officedocument.presentationml.tags+xml"/>
  <Override PartName="/ppt/tags/tag2620.xml" ContentType="application/vnd.openxmlformats-officedocument.presentationml.tags+xml"/>
  <Override PartName="/ppt/tags/tag2621.xml" ContentType="application/vnd.openxmlformats-officedocument.presentationml.tags+xml"/>
  <Override PartName="/ppt/tags/tag2622.xml" ContentType="application/vnd.openxmlformats-officedocument.presentationml.tags+xml"/>
  <Override PartName="/ppt/tags/tag2623.xml" ContentType="application/vnd.openxmlformats-officedocument.presentationml.tags+xml"/>
  <Override PartName="/ppt/tags/tag2624.xml" ContentType="application/vnd.openxmlformats-officedocument.presentationml.tags+xml"/>
  <Override PartName="/ppt/tags/tag2625.xml" ContentType="application/vnd.openxmlformats-officedocument.presentationml.tags+xml"/>
  <Override PartName="/ppt/tags/tag2626.xml" ContentType="application/vnd.openxmlformats-officedocument.presentationml.tags+xml"/>
  <Override PartName="/ppt/tags/tag2627.xml" ContentType="application/vnd.openxmlformats-officedocument.presentationml.tags+xml"/>
  <Override PartName="/ppt/tags/tag2628.xml" ContentType="application/vnd.openxmlformats-officedocument.presentationml.tags+xml"/>
  <Override PartName="/ppt/tags/tag2629.xml" ContentType="application/vnd.openxmlformats-officedocument.presentationml.tags+xml"/>
  <Override PartName="/ppt/tags/tag263.xml" ContentType="application/vnd.openxmlformats-officedocument.presentationml.tags+xml"/>
  <Override PartName="/ppt/tags/tag2630.xml" ContentType="application/vnd.openxmlformats-officedocument.presentationml.tags+xml"/>
  <Override PartName="/ppt/tags/tag2631.xml" ContentType="application/vnd.openxmlformats-officedocument.presentationml.tags+xml"/>
  <Override PartName="/ppt/tags/tag2632.xml" ContentType="application/vnd.openxmlformats-officedocument.presentationml.tags+xml"/>
  <Override PartName="/ppt/tags/tag2633.xml" ContentType="application/vnd.openxmlformats-officedocument.presentationml.tags+xml"/>
  <Override PartName="/ppt/tags/tag2634.xml" ContentType="application/vnd.openxmlformats-officedocument.presentationml.tags+xml"/>
  <Override PartName="/ppt/tags/tag2635.xml" ContentType="application/vnd.openxmlformats-officedocument.presentationml.tags+xml"/>
  <Override PartName="/ppt/tags/tag2636.xml" ContentType="application/vnd.openxmlformats-officedocument.presentationml.tags+xml"/>
  <Override PartName="/ppt/tags/tag2637.xml" ContentType="application/vnd.openxmlformats-officedocument.presentationml.tags+xml"/>
  <Override PartName="/ppt/tags/tag2638.xml" ContentType="application/vnd.openxmlformats-officedocument.presentationml.tags+xml"/>
  <Override PartName="/ppt/tags/tag2639.xml" ContentType="application/vnd.openxmlformats-officedocument.presentationml.tags+xml"/>
  <Override PartName="/ppt/tags/tag264.xml" ContentType="application/vnd.openxmlformats-officedocument.presentationml.tags+xml"/>
  <Override PartName="/ppt/tags/tag2640.xml" ContentType="application/vnd.openxmlformats-officedocument.presentationml.tags+xml"/>
  <Override PartName="/ppt/tags/tag2641.xml" ContentType="application/vnd.openxmlformats-officedocument.presentationml.tags+xml"/>
  <Override PartName="/ppt/tags/tag2642.xml" ContentType="application/vnd.openxmlformats-officedocument.presentationml.tags+xml"/>
  <Override PartName="/ppt/tags/tag2643.xml" ContentType="application/vnd.openxmlformats-officedocument.presentationml.tags+xml"/>
  <Override PartName="/ppt/tags/tag2644.xml" ContentType="application/vnd.openxmlformats-officedocument.presentationml.tags+xml"/>
  <Override PartName="/ppt/tags/tag2645.xml" ContentType="application/vnd.openxmlformats-officedocument.presentationml.tags+xml"/>
  <Override PartName="/ppt/tags/tag2646.xml" ContentType="application/vnd.openxmlformats-officedocument.presentationml.tags+xml"/>
  <Override PartName="/ppt/tags/tag2647.xml" ContentType="application/vnd.openxmlformats-officedocument.presentationml.tags+xml"/>
  <Override PartName="/ppt/tags/tag2648.xml" ContentType="application/vnd.openxmlformats-officedocument.presentationml.tags+xml"/>
  <Override PartName="/ppt/tags/tag2649.xml" ContentType="application/vnd.openxmlformats-officedocument.presentationml.tags+xml"/>
  <Override PartName="/ppt/tags/tag265.xml" ContentType="application/vnd.openxmlformats-officedocument.presentationml.tags+xml"/>
  <Override PartName="/ppt/tags/tag2650.xml" ContentType="application/vnd.openxmlformats-officedocument.presentationml.tags+xml"/>
  <Override PartName="/ppt/tags/tag2651.xml" ContentType="application/vnd.openxmlformats-officedocument.presentationml.tags+xml"/>
  <Override PartName="/ppt/tags/tag2652.xml" ContentType="application/vnd.openxmlformats-officedocument.presentationml.tags+xml"/>
  <Override PartName="/ppt/tags/tag2653.xml" ContentType="application/vnd.openxmlformats-officedocument.presentationml.tags+xml"/>
  <Override PartName="/ppt/tags/tag2654.xml" ContentType="application/vnd.openxmlformats-officedocument.presentationml.tags+xml"/>
  <Override PartName="/ppt/tags/tag2655.xml" ContentType="application/vnd.openxmlformats-officedocument.presentationml.tags+xml"/>
  <Override PartName="/ppt/tags/tag2656.xml" ContentType="application/vnd.openxmlformats-officedocument.presentationml.tags+xml"/>
  <Override PartName="/ppt/tags/tag2657.xml" ContentType="application/vnd.openxmlformats-officedocument.presentationml.tags+xml"/>
  <Override PartName="/ppt/tags/tag2658.xml" ContentType="application/vnd.openxmlformats-officedocument.presentationml.tags+xml"/>
  <Override PartName="/ppt/tags/tag2659.xml" ContentType="application/vnd.openxmlformats-officedocument.presentationml.tags+xml"/>
  <Override PartName="/ppt/tags/tag266.xml" ContentType="application/vnd.openxmlformats-officedocument.presentationml.tags+xml"/>
  <Override PartName="/ppt/tags/tag2660.xml" ContentType="application/vnd.openxmlformats-officedocument.presentationml.tags+xml"/>
  <Override PartName="/ppt/tags/tag2661.xml" ContentType="application/vnd.openxmlformats-officedocument.presentationml.tags+xml"/>
  <Override PartName="/ppt/tags/tag2662.xml" ContentType="application/vnd.openxmlformats-officedocument.presentationml.tags+xml"/>
  <Override PartName="/ppt/tags/tag2663.xml" ContentType="application/vnd.openxmlformats-officedocument.presentationml.tags+xml"/>
  <Override PartName="/ppt/tags/tag2664.xml" ContentType="application/vnd.openxmlformats-officedocument.presentationml.tags+xml"/>
  <Override PartName="/ppt/tags/tag2665.xml" ContentType="application/vnd.openxmlformats-officedocument.presentationml.tags+xml"/>
  <Override PartName="/ppt/tags/tag2666.xml" ContentType="application/vnd.openxmlformats-officedocument.presentationml.tags+xml"/>
  <Override PartName="/ppt/tags/tag2667.xml" ContentType="application/vnd.openxmlformats-officedocument.presentationml.tags+xml"/>
  <Override PartName="/ppt/tags/tag2668.xml" ContentType="application/vnd.openxmlformats-officedocument.presentationml.tags+xml"/>
  <Override PartName="/ppt/tags/tag2669.xml" ContentType="application/vnd.openxmlformats-officedocument.presentationml.tags+xml"/>
  <Override PartName="/ppt/tags/tag267.xml" ContentType="application/vnd.openxmlformats-officedocument.presentationml.tags+xml"/>
  <Override PartName="/ppt/tags/tag2670.xml" ContentType="application/vnd.openxmlformats-officedocument.presentationml.tags+xml"/>
  <Override PartName="/ppt/tags/tag2671.xml" ContentType="application/vnd.openxmlformats-officedocument.presentationml.tags+xml"/>
  <Override PartName="/ppt/tags/tag2672.xml" ContentType="application/vnd.openxmlformats-officedocument.presentationml.tags+xml"/>
  <Override PartName="/ppt/tags/tag2673.xml" ContentType="application/vnd.openxmlformats-officedocument.presentationml.tags+xml"/>
  <Override PartName="/ppt/tags/tag2674.xml" ContentType="application/vnd.openxmlformats-officedocument.presentationml.tags+xml"/>
  <Override PartName="/ppt/tags/tag2675.xml" ContentType="application/vnd.openxmlformats-officedocument.presentationml.tags+xml"/>
  <Override PartName="/ppt/tags/tag2676.xml" ContentType="application/vnd.openxmlformats-officedocument.presentationml.tags+xml"/>
  <Override PartName="/ppt/tags/tag2677.xml" ContentType="application/vnd.openxmlformats-officedocument.presentationml.tags+xml"/>
  <Override PartName="/ppt/tags/tag2678.xml" ContentType="application/vnd.openxmlformats-officedocument.presentationml.tags+xml"/>
  <Override PartName="/ppt/tags/tag2679.xml" ContentType="application/vnd.openxmlformats-officedocument.presentationml.tags+xml"/>
  <Override PartName="/ppt/tags/tag268.xml" ContentType="application/vnd.openxmlformats-officedocument.presentationml.tags+xml"/>
  <Override PartName="/ppt/tags/tag2680.xml" ContentType="application/vnd.openxmlformats-officedocument.presentationml.tags+xml"/>
  <Override PartName="/ppt/tags/tag2681.xml" ContentType="application/vnd.openxmlformats-officedocument.presentationml.tags+xml"/>
  <Override PartName="/ppt/tags/tag2682.xml" ContentType="application/vnd.openxmlformats-officedocument.presentationml.tags+xml"/>
  <Override PartName="/ppt/tags/tag2683.xml" ContentType="application/vnd.openxmlformats-officedocument.presentationml.tags+xml"/>
  <Override PartName="/ppt/tags/tag2684.xml" ContentType="application/vnd.openxmlformats-officedocument.presentationml.tags+xml"/>
  <Override PartName="/ppt/tags/tag2685.xml" ContentType="application/vnd.openxmlformats-officedocument.presentationml.tags+xml"/>
  <Override PartName="/ppt/tags/tag2686.xml" ContentType="application/vnd.openxmlformats-officedocument.presentationml.tags+xml"/>
  <Override PartName="/ppt/tags/tag2687.xml" ContentType="application/vnd.openxmlformats-officedocument.presentationml.tags+xml"/>
  <Override PartName="/ppt/tags/tag2688.xml" ContentType="application/vnd.openxmlformats-officedocument.presentationml.tags+xml"/>
  <Override PartName="/ppt/tags/tag2689.xml" ContentType="application/vnd.openxmlformats-officedocument.presentationml.tags+xml"/>
  <Override PartName="/ppt/tags/tag269.xml" ContentType="application/vnd.openxmlformats-officedocument.presentationml.tags+xml"/>
  <Override PartName="/ppt/tags/tag2690.xml" ContentType="application/vnd.openxmlformats-officedocument.presentationml.tags+xml"/>
  <Override PartName="/ppt/tags/tag2691.xml" ContentType="application/vnd.openxmlformats-officedocument.presentationml.tags+xml"/>
  <Override PartName="/ppt/tags/tag2692.xml" ContentType="application/vnd.openxmlformats-officedocument.presentationml.tags+xml"/>
  <Override PartName="/ppt/tags/tag2693.xml" ContentType="application/vnd.openxmlformats-officedocument.presentationml.tags+xml"/>
  <Override PartName="/ppt/tags/tag2694.xml" ContentType="application/vnd.openxmlformats-officedocument.presentationml.tags+xml"/>
  <Override PartName="/ppt/tags/tag2695.xml" ContentType="application/vnd.openxmlformats-officedocument.presentationml.tags+xml"/>
  <Override PartName="/ppt/tags/tag2696.xml" ContentType="application/vnd.openxmlformats-officedocument.presentationml.tags+xml"/>
  <Override PartName="/ppt/tags/tag2697.xml" ContentType="application/vnd.openxmlformats-officedocument.presentationml.tags+xml"/>
  <Override PartName="/ppt/tags/tag2698.xml" ContentType="application/vnd.openxmlformats-officedocument.presentationml.tags+xml"/>
  <Override PartName="/ppt/tags/tag269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00.xml" ContentType="application/vnd.openxmlformats-officedocument.presentationml.tags+xml"/>
  <Override PartName="/ppt/tags/tag2701.xml" ContentType="application/vnd.openxmlformats-officedocument.presentationml.tags+xml"/>
  <Override PartName="/ppt/tags/tag2702.xml" ContentType="application/vnd.openxmlformats-officedocument.presentationml.tags+xml"/>
  <Override PartName="/ppt/tags/tag2703.xml" ContentType="application/vnd.openxmlformats-officedocument.presentationml.tags+xml"/>
  <Override PartName="/ppt/tags/tag2704.xml" ContentType="application/vnd.openxmlformats-officedocument.presentationml.tags+xml"/>
  <Override PartName="/ppt/tags/tag2705.xml" ContentType="application/vnd.openxmlformats-officedocument.presentationml.tags+xml"/>
  <Override PartName="/ppt/tags/tag2706.xml" ContentType="application/vnd.openxmlformats-officedocument.presentationml.tags+xml"/>
  <Override PartName="/ppt/tags/tag2707.xml" ContentType="application/vnd.openxmlformats-officedocument.presentationml.tags+xml"/>
  <Override PartName="/ppt/tags/tag2708.xml" ContentType="application/vnd.openxmlformats-officedocument.presentationml.tags+xml"/>
  <Override PartName="/ppt/tags/tag2709.xml" ContentType="application/vnd.openxmlformats-officedocument.presentationml.tags+xml"/>
  <Override PartName="/ppt/tags/tag271.xml" ContentType="application/vnd.openxmlformats-officedocument.presentationml.tags+xml"/>
  <Override PartName="/ppt/tags/tag2710.xml" ContentType="application/vnd.openxmlformats-officedocument.presentationml.tags+xml"/>
  <Override PartName="/ppt/tags/tag2711.xml" ContentType="application/vnd.openxmlformats-officedocument.presentationml.tags+xml"/>
  <Override PartName="/ppt/tags/tag2712.xml" ContentType="application/vnd.openxmlformats-officedocument.presentationml.tags+xml"/>
  <Override PartName="/ppt/tags/tag2713.xml" ContentType="application/vnd.openxmlformats-officedocument.presentationml.tags+xml"/>
  <Override PartName="/ppt/tags/tag2714.xml" ContentType="application/vnd.openxmlformats-officedocument.presentationml.tags+xml"/>
  <Override PartName="/ppt/tags/tag2715.xml" ContentType="application/vnd.openxmlformats-officedocument.presentationml.tags+xml"/>
  <Override PartName="/ppt/tags/tag2716.xml" ContentType="application/vnd.openxmlformats-officedocument.presentationml.tags+xml"/>
  <Override PartName="/ppt/tags/tag2717.xml" ContentType="application/vnd.openxmlformats-officedocument.presentationml.tags+xml"/>
  <Override PartName="/ppt/tags/tag2718.xml" ContentType="application/vnd.openxmlformats-officedocument.presentationml.tags+xml"/>
  <Override PartName="/ppt/tags/tag2719.xml" ContentType="application/vnd.openxmlformats-officedocument.presentationml.tags+xml"/>
  <Override PartName="/ppt/tags/tag272.xml" ContentType="application/vnd.openxmlformats-officedocument.presentationml.tags+xml"/>
  <Override PartName="/ppt/tags/tag2720.xml" ContentType="application/vnd.openxmlformats-officedocument.presentationml.tags+xml"/>
  <Override PartName="/ppt/tags/tag2721.xml" ContentType="application/vnd.openxmlformats-officedocument.presentationml.tags+xml"/>
  <Override PartName="/ppt/tags/tag2722.xml" ContentType="application/vnd.openxmlformats-officedocument.presentationml.tags+xml"/>
  <Override PartName="/ppt/tags/tag2723.xml" ContentType="application/vnd.openxmlformats-officedocument.presentationml.tags+xml"/>
  <Override PartName="/ppt/tags/tag2724.xml" ContentType="application/vnd.openxmlformats-officedocument.presentationml.tags+xml"/>
  <Override PartName="/ppt/tags/tag2725.xml" ContentType="application/vnd.openxmlformats-officedocument.presentationml.tags+xml"/>
  <Override PartName="/ppt/tags/tag2726.xml" ContentType="application/vnd.openxmlformats-officedocument.presentationml.tags+xml"/>
  <Override PartName="/ppt/tags/tag2727.xml" ContentType="application/vnd.openxmlformats-officedocument.presentationml.tags+xml"/>
  <Override PartName="/ppt/tags/tag2728.xml" ContentType="application/vnd.openxmlformats-officedocument.presentationml.tags+xml"/>
  <Override PartName="/ppt/tags/tag2729.xml" ContentType="application/vnd.openxmlformats-officedocument.presentationml.tags+xml"/>
  <Override PartName="/ppt/tags/tag273.xml" ContentType="application/vnd.openxmlformats-officedocument.presentationml.tags+xml"/>
  <Override PartName="/ppt/tags/tag2730.xml" ContentType="application/vnd.openxmlformats-officedocument.presentationml.tags+xml"/>
  <Override PartName="/ppt/tags/tag2731.xml" ContentType="application/vnd.openxmlformats-officedocument.presentationml.tags+xml"/>
  <Override PartName="/ppt/tags/tag2732.xml" ContentType="application/vnd.openxmlformats-officedocument.presentationml.tags+xml"/>
  <Override PartName="/ppt/tags/tag2733.xml" ContentType="application/vnd.openxmlformats-officedocument.presentationml.tags+xml"/>
  <Override PartName="/ppt/tags/tag2734.xml" ContentType="application/vnd.openxmlformats-officedocument.presentationml.tags+xml"/>
  <Override PartName="/ppt/tags/tag2735.xml" ContentType="application/vnd.openxmlformats-officedocument.presentationml.tags+xml"/>
  <Override PartName="/ppt/tags/tag2736.xml" ContentType="application/vnd.openxmlformats-officedocument.presentationml.tags+xml"/>
  <Override PartName="/ppt/tags/tag2737.xml" ContentType="application/vnd.openxmlformats-officedocument.presentationml.tags+xml"/>
  <Override PartName="/ppt/tags/tag2738.xml" ContentType="application/vnd.openxmlformats-officedocument.presentationml.tags+xml"/>
  <Override PartName="/ppt/tags/tag2739.xml" ContentType="application/vnd.openxmlformats-officedocument.presentationml.tags+xml"/>
  <Override PartName="/ppt/tags/tag274.xml" ContentType="application/vnd.openxmlformats-officedocument.presentationml.tags+xml"/>
  <Override PartName="/ppt/tags/tag2740.xml" ContentType="application/vnd.openxmlformats-officedocument.presentationml.tags+xml"/>
  <Override PartName="/ppt/tags/tag2741.xml" ContentType="application/vnd.openxmlformats-officedocument.presentationml.tags+xml"/>
  <Override PartName="/ppt/tags/tag2742.xml" ContentType="application/vnd.openxmlformats-officedocument.presentationml.tags+xml"/>
  <Override PartName="/ppt/tags/tag2743.xml" ContentType="application/vnd.openxmlformats-officedocument.presentationml.tags+xml"/>
  <Override PartName="/ppt/tags/tag2744.xml" ContentType="application/vnd.openxmlformats-officedocument.presentationml.tags+xml"/>
  <Override PartName="/ppt/tags/tag2745.xml" ContentType="application/vnd.openxmlformats-officedocument.presentationml.tags+xml"/>
  <Override PartName="/ppt/tags/tag2746.xml" ContentType="application/vnd.openxmlformats-officedocument.presentationml.tags+xml"/>
  <Override PartName="/ppt/tags/tag2747.xml" ContentType="application/vnd.openxmlformats-officedocument.presentationml.tags+xml"/>
  <Override PartName="/ppt/tags/tag2748.xml" ContentType="application/vnd.openxmlformats-officedocument.presentationml.tags+xml"/>
  <Override PartName="/ppt/tags/tag2749.xml" ContentType="application/vnd.openxmlformats-officedocument.presentationml.tags+xml"/>
  <Override PartName="/ppt/tags/tag275.xml" ContentType="application/vnd.openxmlformats-officedocument.presentationml.tags+xml"/>
  <Override PartName="/ppt/tags/tag2750.xml" ContentType="application/vnd.openxmlformats-officedocument.presentationml.tags+xml"/>
  <Override PartName="/ppt/tags/tag2751.xml" ContentType="application/vnd.openxmlformats-officedocument.presentationml.tags+xml"/>
  <Override PartName="/ppt/tags/tag2752.xml" ContentType="application/vnd.openxmlformats-officedocument.presentationml.tags+xml"/>
  <Override PartName="/ppt/tags/tag2753.xml" ContentType="application/vnd.openxmlformats-officedocument.presentationml.tags+xml"/>
  <Override PartName="/ppt/tags/tag2754.xml" ContentType="application/vnd.openxmlformats-officedocument.presentationml.tags+xml"/>
  <Override PartName="/ppt/tags/tag2755.xml" ContentType="application/vnd.openxmlformats-officedocument.presentationml.tags+xml"/>
  <Override PartName="/ppt/tags/tag2756.xml" ContentType="application/vnd.openxmlformats-officedocument.presentationml.tags+xml"/>
  <Override PartName="/ppt/tags/tag2757.xml" ContentType="application/vnd.openxmlformats-officedocument.presentationml.tags+xml"/>
  <Override PartName="/ppt/tags/tag2758.xml" ContentType="application/vnd.openxmlformats-officedocument.presentationml.tags+xml"/>
  <Override PartName="/ppt/tags/tag2759.xml" ContentType="application/vnd.openxmlformats-officedocument.presentationml.tags+xml"/>
  <Override PartName="/ppt/tags/tag276.xml" ContentType="application/vnd.openxmlformats-officedocument.presentationml.tags+xml"/>
  <Override PartName="/ppt/tags/tag2760.xml" ContentType="application/vnd.openxmlformats-officedocument.presentationml.tags+xml"/>
  <Override PartName="/ppt/tags/tag2761.xml" ContentType="application/vnd.openxmlformats-officedocument.presentationml.tags+xml"/>
  <Override PartName="/ppt/tags/tag2762.xml" ContentType="application/vnd.openxmlformats-officedocument.presentationml.tags+xml"/>
  <Override PartName="/ppt/tags/tag2763.xml" ContentType="application/vnd.openxmlformats-officedocument.presentationml.tags+xml"/>
  <Override PartName="/ppt/tags/tag2764.xml" ContentType="application/vnd.openxmlformats-officedocument.presentationml.tags+xml"/>
  <Override PartName="/ppt/tags/tag2765.xml" ContentType="application/vnd.openxmlformats-officedocument.presentationml.tags+xml"/>
  <Override PartName="/ppt/tags/tag2766.xml" ContentType="application/vnd.openxmlformats-officedocument.presentationml.tags+xml"/>
  <Override PartName="/ppt/tags/tag2767.xml" ContentType="application/vnd.openxmlformats-officedocument.presentationml.tags+xml"/>
  <Override PartName="/ppt/tags/tag2768.xml" ContentType="application/vnd.openxmlformats-officedocument.presentationml.tags+xml"/>
  <Override PartName="/ppt/tags/tag2769.xml" ContentType="application/vnd.openxmlformats-officedocument.presentationml.tags+xml"/>
  <Override PartName="/ppt/tags/tag277.xml" ContentType="application/vnd.openxmlformats-officedocument.presentationml.tags+xml"/>
  <Override PartName="/ppt/tags/tag2770.xml" ContentType="application/vnd.openxmlformats-officedocument.presentationml.tags+xml"/>
  <Override PartName="/ppt/tags/tag2771.xml" ContentType="application/vnd.openxmlformats-officedocument.presentationml.tags+xml"/>
  <Override PartName="/ppt/tags/tag2772.xml" ContentType="application/vnd.openxmlformats-officedocument.presentationml.tags+xml"/>
  <Override PartName="/ppt/tags/tag2773.xml" ContentType="application/vnd.openxmlformats-officedocument.presentationml.tags+xml"/>
  <Override PartName="/ppt/tags/tag2774.xml" ContentType="application/vnd.openxmlformats-officedocument.presentationml.tags+xml"/>
  <Override PartName="/ppt/tags/tag2775.xml" ContentType="application/vnd.openxmlformats-officedocument.presentationml.tags+xml"/>
  <Override PartName="/ppt/tags/tag2776.xml" ContentType="application/vnd.openxmlformats-officedocument.presentationml.tags+xml"/>
  <Override PartName="/ppt/tags/tag2777.xml" ContentType="application/vnd.openxmlformats-officedocument.presentationml.tags+xml"/>
  <Override PartName="/ppt/tags/tag2778.xml" ContentType="application/vnd.openxmlformats-officedocument.presentationml.tags+xml"/>
  <Override PartName="/ppt/tags/tag2779.xml" ContentType="application/vnd.openxmlformats-officedocument.presentationml.tags+xml"/>
  <Override PartName="/ppt/tags/tag278.xml" ContentType="application/vnd.openxmlformats-officedocument.presentationml.tags+xml"/>
  <Override PartName="/ppt/tags/tag2780.xml" ContentType="application/vnd.openxmlformats-officedocument.presentationml.tags+xml"/>
  <Override PartName="/ppt/tags/tag2781.xml" ContentType="application/vnd.openxmlformats-officedocument.presentationml.tags+xml"/>
  <Override PartName="/ppt/tags/tag2782.xml" ContentType="application/vnd.openxmlformats-officedocument.presentationml.tags+xml"/>
  <Override PartName="/ppt/tags/tag2783.xml" ContentType="application/vnd.openxmlformats-officedocument.presentationml.tags+xml"/>
  <Override PartName="/ppt/tags/tag2784.xml" ContentType="application/vnd.openxmlformats-officedocument.presentationml.tags+xml"/>
  <Override PartName="/ppt/tags/tag2785.xml" ContentType="application/vnd.openxmlformats-officedocument.presentationml.tags+xml"/>
  <Override PartName="/ppt/tags/tag2786.xml" ContentType="application/vnd.openxmlformats-officedocument.presentationml.tags+xml"/>
  <Override PartName="/ppt/tags/tag2787.xml" ContentType="application/vnd.openxmlformats-officedocument.presentationml.tags+xml"/>
  <Override PartName="/ppt/tags/tag2788.xml" ContentType="application/vnd.openxmlformats-officedocument.presentationml.tags+xml"/>
  <Override PartName="/ppt/tags/tag2789.xml" ContentType="application/vnd.openxmlformats-officedocument.presentationml.tags+xml"/>
  <Override PartName="/ppt/tags/tag279.xml" ContentType="application/vnd.openxmlformats-officedocument.presentationml.tags+xml"/>
  <Override PartName="/ppt/tags/tag2790.xml" ContentType="application/vnd.openxmlformats-officedocument.presentationml.tags+xml"/>
  <Override PartName="/ppt/tags/tag2791.xml" ContentType="application/vnd.openxmlformats-officedocument.presentationml.tags+xml"/>
  <Override PartName="/ppt/tags/tag2792.xml" ContentType="application/vnd.openxmlformats-officedocument.presentationml.tags+xml"/>
  <Override PartName="/ppt/tags/tag2793.xml" ContentType="application/vnd.openxmlformats-officedocument.presentationml.tags+xml"/>
  <Override PartName="/ppt/tags/tag2794.xml" ContentType="application/vnd.openxmlformats-officedocument.presentationml.tags+xml"/>
  <Override PartName="/ppt/tags/tag2795.xml" ContentType="application/vnd.openxmlformats-officedocument.presentationml.tags+xml"/>
  <Override PartName="/ppt/tags/tag2796.xml" ContentType="application/vnd.openxmlformats-officedocument.presentationml.tags+xml"/>
  <Override PartName="/ppt/tags/tag2797.xml" ContentType="application/vnd.openxmlformats-officedocument.presentationml.tags+xml"/>
  <Override PartName="/ppt/tags/tag2798.xml" ContentType="application/vnd.openxmlformats-officedocument.presentationml.tags+xml"/>
  <Override PartName="/ppt/tags/tag279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00.xml" ContentType="application/vnd.openxmlformats-officedocument.presentationml.tags+xml"/>
  <Override PartName="/ppt/tags/tag2801.xml" ContentType="application/vnd.openxmlformats-officedocument.presentationml.tags+xml"/>
  <Override PartName="/ppt/tags/tag2802.xml" ContentType="application/vnd.openxmlformats-officedocument.presentationml.tags+xml"/>
  <Override PartName="/ppt/tags/tag2803.xml" ContentType="application/vnd.openxmlformats-officedocument.presentationml.tags+xml"/>
  <Override PartName="/ppt/tags/tag2804.xml" ContentType="application/vnd.openxmlformats-officedocument.presentationml.tags+xml"/>
  <Override PartName="/ppt/tags/tag2805.xml" ContentType="application/vnd.openxmlformats-officedocument.presentationml.tags+xml"/>
  <Override PartName="/ppt/tags/tag2806.xml" ContentType="application/vnd.openxmlformats-officedocument.presentationml.tags+xml"/>
  <Override PartName="/ppt/tags/tag2807.xml" ContentType="application/vnd.openxmlformats-officedocument.presentationml.tags+xml"/>
  <Override PartName="/ppt/tags/tag2808.xml" ContentType="application/vnd.openxmlformats-officedocument.presentationml.tags+xml"/>
  <Override PartName="/ppt/tags/tag2809.xml" ContentType="application/vnd.openxmlformats-officedocument.presentationml.tags+xml"/>
  <Override PartName="/ppt/tags/tag281.xml" ContentType="application/vnd.openxmlformats-officedocument.presentationml.tags+xml"/>
  <Override PartName="/ppt/tags/tag2810.xml" ContentType="application/vnd.openxmlformats-officedocument.presentationml.tags+xml"/>
  <Override PartName="/ppt/tags/tag2811.xml" ContentType="application/vnd.openxmlformats-officedocument.presentationml.tags+xml"/>
  <Override PartName="/ppt/tags/tag2812.xml" ContentType="application/vnd.openxmlformats-officedocument.presentationml.tags+xml"/>
  <Override PartName="/ppt/tags/tag2813.xml" ContentType="application/vnd.openxmlformats-officedocument.presentationml.tags+xml"/>
  <Override PartName="/ppt/tags/tag2814.xml" ContentType="application/vnd.openxmlformats-officedocument.presentationml.tags+xml"/>
  <Override PartName="/ppt/tags/tag2815.xml" ContentType="application/vnd.openxmlformats-officedocument.presentationml.tags+xml"/>
  <Override PartName="/ppt/tags/tag2816.xml" ContentType="application/vnd.openxmlformats-officedocument.presentationml.tags+xml"/>
  <Override PartName="/ppt/tags/tag2817.xml" ContentType="application/vnd.openxmlformats-officedocument.presentationml.tags+xml"/>
  <Override PartName="/ppt/tags/tag2818.xml" ContentType="application/vnd.openxmlformats-officedocument.presentationml.tags+xml"/>
  <Override PartName="/ppt/tags/tag2819.xml" ContentType="application/vnd.openxmlformats-officedocument.presentationml.tags+xml"/>
  <Override PartName="/ppt/tags/tag282.xml" ContentType="application/vnd.openxmlformats-officedocument.presentationml.tags+xml"/>
  <Override PartName="/ppt/tags/tag2820.xml" ContentType="application/vnd.openxmlformats-officedocument.presentationml.tags+xml"/>
  <Override PartName="/ppt/tags/tag2821.xml" ContentType="application/vnd.openxmlformats-officedocument.presentationml.tags+xml"/>
  <Override PartName="/ppt/tags/tag2822.xml" ContentType="application/vnd.openxmlformats-officedocument.presentationml.tags+xml"/>
  <Override PartName="/ppt/tags/tag2823.xml" ContentType="application/vnd.openxmlformats-officedocument.presentationml.tags+xml"/>
  <Override PartName="/ppt/tags/tag2824.xml" ContentType="application/vnd.openxmlformats-officedocument.presentationml.tags+xml"/>
  <Override PartName="/ppt/tags/tag2825.xml" ContentType="application/vnd.openxmlformats-officedocument.presentationml.tags+xml"/>
  <Override PartName="/ppt/tags/tag2826.xml" ContentType="application/vnd.openxmlformats-officedocument.presentationml.tags+xml"/>
  <Override PartName="/ppt/tags/tag2827.xml" ContentType="application/vnd.openxmlformats-officedocument.presentationml.tags+xml"/>
  <Override PartName="/ppt/tags/tag2828.xml" ContentType="application/vnd.openxmlformats-officedocument.presentationml.tags+xml"/>
  <Override PartName="/ppt/tags/tag2829.xml" ContentType="application/vnd.openxmlformats-officedocument.presentationml.tags+xml"/>
  <Override PartName="/ppt/tags/tag283.xml" ContentType="application/vnd.openxmlformats-officedocument.presentationml.tags+xml"/>
  <Override PartName="/ppt/tags/tag2830.xml" ContentType="application/vnd.openxmlformats-officedocument.presentationml.tags+xml"/>
  <Override PartName="/ppt/tags/tag2831.xml" ContentType="application/vnd.openxmlformats-officedocument.presentationml.tags+xml"/>
  <Override PartName="/ppt/tags/tag2832.xml" ContentType="application/vnd.openxmlformats-officedocument.presentationml.tags+xml"/>
  <Override PartName="/ppt/tags/tag2833.xml" ContentType="application/vnd.openxmlformats-officedocument.presentationml.tags+xml"/>
  <Override PartName="/ppt/tags/tag2834.xml" ContentType="application/vnd.openxmlformats-officedocument.presentationml.tags+xml"/>
  <Override PartName="/ppt/tags/tag2835.xml" ContentType="application/vnd.openxmlformats-officedocument.presentationml.tags+xml"/>
  <Override PartName="/ppt/tags/tag2836.xml" ContentType="application/vnd.openxmlformats-officedocument.presentationml.tags+xml"/>
  <Override PartName="/ppt/tags/tag2837.xml" ContentType="application/vnd.openxmlformats-officedocument.presentationml.tags+xml"/>
  <Override PartName="/ppt/tags/tag2838.xml" ContentType="application/vnd.openxmlformats-officedocument.presentationml.tags+xml"/>
  <Override PartName="/ppt/tags/tag2839.xml" ContentType="application/vnd.openxmlformats-officedocument.presentationml.tags+xml"/>
  <Override PartName="/ppt/tags/tag284.xml" ContentType="application/vnd.openxmlformats-officedocument.presentationml.tags+xml"/>
  <Override PartName="/ppt/tags/tag2840.xml" ContentType="application/vnd.openxmlformats-officedocument.presentationml.tags+xml"/>
  <Override PartName="/ppt/tags/tag2841.xml" ContentType="application/vnd.openxmlformats-officedocument.presentationml.tags+xml"/>
  <Override PartName="/ppt/tags/tag2842.xml" ContentType="application/vnd.openxmlformats-officedocument.presentationml.tags+xml"/>
  <Override PartName="/ppt/tags/tag2843.xml" ContentType="application/vnd.openxmlformats-officedocument.presentationml.tags+xml"/>
  <Override PartName="/ppt/tags/tag2844.xml" ContentType="application/vnd.openxmlformats-officedocument.presentationml.tags+xml"/>
  <Override PartName="/ppt/tags/tag2845.xml" ContentType="application/vnd.openxmlformats-officedocument.presentationml.tags+xml"/>
  <Override PartName="/ppt/tags/tag2846.xml" ContentType="application/vnd.openxmlformats-officedocument.presentationml.tags+xml"/>
  <Override PartName="/ppt/tags/tag2847.xml" ContentType="application/vnd.openxmlformats-officedocument.presentationml.tags+xml"/>
  <Override PartName="/ppt/tags/tag2848.xml" ContentType="application/vnd.openxmlformats-officedocument.presentationml.tags+xml"/>
  <Override PartName="/ppt/tags/tag2849.xml" ContentType="application/vnd.openxmlformats-officedocument.presentationml.tags+xml"/>
  <Override PartName="/ppt/tags/tag285.xml" ContentType="application/vnd.openxmlformats-officedocument.presentationml.tags+xml"/>
  <Override PartName="/ppt/tags/tag2850.xml" ContentType="application/vnd.openxmlformats-officedocument.presentationml.tags+xml"/>
  <Override PartName="/ppt/tags/tag2851.xml" ContentType="application/vnd.openxmlformats-officedocument.presentationml.tags+xml"/>
  <Override PartName="/ppt/tags/tag2852.xml" ContentType="application/vnd.openxmlformats-officedocument.presentationml.tags+xml"/>
  <Override PartName="/ppt/tags/tag2853.xml" ContentType="application/vnd.openxmlformats-officedocument.presentationml.tags+xml"/>
  <Override PartName="/ppt/tags/tag2854.xml" ContentType="application/vnd.openxmlformats-officedocument.presentationml.tags+xml"/>
  <Override PartName="/ppt/tags/tag2855.xml" ContentType="application/vnd.openxmlformats-officedocument.presentationml.tags+xml"/>
  <Override PartName="/ppt/tags/tag2856.xml" ContentType="application/vnd.openxmlformats-officedocument.presentationml.tags+xml"/>
  <Override PartName="/ppt/tags/tag2857.xml" ContentType="application/vnd.openxmlformats-officedocument.presentationml.tags+xml"/>
  <Override PartName="/ppt/tags/tag2858.xml" ContentType="application/vnd.openxmlformats-officedocument.presentationml.tags+xml"/>
  <Override PartName="/ppt/tags/tag2859.xml" ContentType="application/vnd.openxmlformats-officedocument.presentationml.tags+xml"/>
  <Override PartName="/ppt/tags/tag286.xml" ContentType="application/vnd.openxmlformats-officedocument.presentationml.tags+xml"/>
  <Override PartName="/ppt/tags/tag2860.xml" ContentType="application/vnd.openxmlformats-officedocument.presentationml.tags+xml"/>
  <Override PartName="/ppt/tags/tag2861.xml" ContentType="application/vnd.openxmlformats-officedocument.presentationml.tags+xml"/>
  <Override PartName="/ppt/tags/tag2862.xml" ContentType="application/vnd.openxmlformats-officedocument.presentationml.tags+xml"/>
  <Override PartName="/ppt/tags/tag2863.xml" ContentType="application/vnd.openxmlformats-officedocument.presentationml.tags+xml"/>
  <Override PartName="/ppt/tags/tag2864.xml" ContentType="application/vnd.openxmlformats-officedocument.presentationml.tags+xml"/>
  <Override PartName="/ppt/tags/tag2865.xml" ContentType="application/vnd.openxmlformats-officedocument.presentationml.tags+xml"/>
  <Override PartName="/ppt/tags/tag2866.xml" ContentType="application/vnd.openxmlformats-officedocument.presentationml.tags+xml"/>
  <Override PartName="/ppt/tags/tag2867.xml" ContentType="application/vnd.openxmlformats-officedocument.presentationml.tags+xml"/>
  <Override PartName="/ppt/tags/tag2868.xml" ContentType="application/vnd.openxmlformats-officedocument.presentationml.tags+xml"/>
  <Override PartName="/ppt/tags/tag2869.xml" ContentType="application/vnd.openxmlformats-officedocument.presentationml.tags+xml"/>
  <Override PartName="/ppt/tags/tag287.xml" ContentType="application/vnd.openxmlformats-officedocument.presentationml.tags+xml"/>
  <Override PartName="/ppt/tags/tag2870.xml" ContentType="application/vnd.openxmlformats-officedocument.presentationml.tags+xml"/>
  <Override PartName="/ppt/tags/tag2871.xml" ContentType="application/vnd.openxmlformats-officedocument.presentationml.tags+xml"/>
  <Override PartName="/ppt/tags/tag2872.xml" ContentType="application/vnd.openxmlformats-officedocument.presentationml.tags+xml"/>
  <Override PartName="/ppt/tags/tag2873.xml" ContentType="application/vnd.openxmlformats-officedocument.presentationml.tags+xml"/>
  <Override PartName="/ppt/tags/tag2874.xml" ContentType="application/vnd.openxmlformats-officedocument.presentationml.tags+xml"/>
  <Override PartName="/ppt/tags/tag2875.xml" ContentType="application/vnd.openxmlformats-officedocument.presentationml.tags+xml"/>
  <Override PartName="/ppt/tags/tag2876.xml" ContentType="application/vnd.openxmlformats-officedocument.presentationml.tags+xml"/>
  <Override PartName="/ppt/tags/tag2877.xml" ContentType="application/vnd.openxmlformats-officedocument.presentationml.tags+xml"/>
  <Override PartName="/ppt/tags/tag2878.xml" ContentType="application/vnd.openxmlformats-officedocument.presentationml.tags+xml"/>
  <Override PartName="/ppt/tags/tag2879.xml" ContentType="application/vnd.openxmlformats-officedocument.presentationml.tags+xml"/>
  <Override PartName="/ppt/tags/tag288.xml" ContentType="application/vnd.openxmlformats-officedocument.presentationml.tags+xml"/>
  <Override PartName="/ppt/tags/tag2880.xml" ContentType="application/vnd.openxmlformats-officedocument.presentationml.tags+xml"/>
  <Override PartName="/ppt/tags/tag2881.xml" ContentType="application/vnd.openxmlformats-officedocument.presentationml.tags+xml"/>
  <Override PartName="/ppt/tags/tag2882.xml" ContentType="application/vnd.openxmlformats-officedocument.presentationml.tags+xml"/>
  <Override PartName="/ppt/tags/tag2883.xml" ContentType="application/vnd.openxmlformats-officedocument.presentationml.tags+xml"/>
  <Override PartName="/ppt/tags/tag2884.xml" ContentType="application/vnd.openxmlformats-officedocument.presentationml.tags+xml"/>
  <Override PartName="/ppt/tags/tag2885.xml" ContentType="application/vnd.openxmlformats-officedocument.presentationml.tags+xml"/>
  <Override PartName="/ppt/tags/tag2886.xml" ContentType="application/vnd.openxmlformats-officedocument.presentationml.tags+xml"/>
  <Override PartName="/ppt/tags/tag2887.xml" ContentType="application/vnd.openxmlformats-officedocument.presentationml.tags+xml"/>
  <Override PartName="/ppt/tags/tag2888.xml" ContentType="application/vnd.openxmlformats-officedocument.presentationml.tags+xml"/>
  <Override PartName="/ppt/tags/tag2889.xml" ContentType="application/vnd.openxmlformats-officedocument.presentationml.tags+xml"/>
  <Override PartName="/ppt/tags/tag289.xml" ContentType="application/vnd.openxmlformats-officedocument.presentationml.tags+xml"/>
  <Override PartName="/ppt/tags/tag2890.xml" ContentType="application/vnd.openxmlformats-officedocument.presentationml.tags+xml"/>
  <Override PartName="/ppt/tags/tag2891.xml" ContentType="application/vnd.openxmlformats-officedocument.presentationml.tags+xml"/>
  <Override PartName="/ppt/tags/tag2892.xml" ContentType="application/vnd.openxmlformats-officedocument.presentationml.tags+xml"/>
  <Override PartName="/ppt/tags/tag2893.xml" ContentType="application/vnd.openxmlformats-officedocument.presentationml.tags+xml"/>
  <Override PartName="/ppt/tags/tag2894.xml" ContentType="application/vnd.openxmlformats-officedocument.presentationml.tags+xml"/>
  <Override PartName="/ppt/tags/tag2895.xml" ContentType="application/vnd.openxmlformats-officedocument.presentationml.tags+xml"/>
  <Override PartName="/ppt/tags/tag2896.xml" ContentType="application/vnd.openxmlformats-officedocument.presentationml.tags+xml"/>
  <Override PartName="/ppt/tags/tag2897.xml" ContentType="application/vnd.openxmlformats-officedocument.presentationml.tags+xml"/>
  <Override PartName="/ppt/tags/tag2898.xml" ContentType="application/vnd.openxmlformats-officedocument.presentationml.tags+xml"/>
  <Override PartName="/ppt/tags/tag289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00.xml" ContentType="application/vnd.openxmlformats-officedocument.presentationml.tags+xml"/>
  <Override PartName="/ppt/tags/tag2901.xml" ContentType="application/vnd.openxmlformats-officedocument.presentationml.tags+xml"/>
  <Override PartName="/ppt/tags/tag2902.xml" ContentType="application/vnd.openxmlformats-officedocument.presentationml.tags+xml"/>
  <Override PartName="/ppt/tags/tag2903.xml" ContentType="application/vnd.openxmlformats-officedocument.presentationml.tags+xml"/>
  <Override PartName="/ppt/tags/tag2904.xml" ContentType="application/vnd.openxmlformats-officedocument.presentationml.tags+xml"/>
  <Override PartName="/ppt/tags/tag2905.xml" ContentType="application/vnd.openxmlformats-officedocument.presentationml.tags+xml"/>
  <Override PartName="/ppt/tags/tag2906.xml" ContentType="application/vnd.openxmlformats-officedocument.presentationml.tags+xml"/>
  <Override PartName="/ppt/tags/tag2907.xml" ContentType="application/vnd.openxmlformats-officedocument.presentationml.tags+xml"/>
  <Override PartName="/ppt/tags/tag2908.xml" ContentType="application/vnd.openxmlformats-officedocument.presentationml.tags+xml"/>
  <Override PartName="/ppt/tags/tag2909.xml" ContentType="application/vnd.openxmlformats-officedocument.presentationml.tags+xml"/>
  <Override PartName="/ppt/tags/tag291.xml" ContentType="application/vnd.openxmlformats-officedocument.presentationml.tags+xml"/>
  <Override PartName="/ppt/tags/tag2910.xml" ContentType="application/vnd.openxmlformats-officedocument.presentationml.tags+xml"/>
  <Override PartName="/ppt/tags/tag2911.xml" ContentType="application/vnd.openxmlformats-officedocument.presentationml.tags+xml"/>
  <Override PartName="/ppt/tags/tag2912.xml" ContentType="application/vnd.openxmlformats-officedocument.presentationml.tags+xml"/>
  <Override PartName="/ppt/tags/tag2913.xml" ContentType="application/vnd.openxmlformats-officedocument.presentationml.tags+xml"/>
  <Override PartName="/ppt/tags/tag2914.xml" ContentType="application/vnd.openxmlformats-officedocument.presentationml.tags+xml"/>
  <Override PartName="/ppt/tags/tag2915.xml" ContentType="application/vnd.openxmlformats-officedocument.presentationml.tags+xml"/>
  <Override PartName="/ppt/tags/tag2916.xml" ContentType="application/vnd.openxmlformats-officedocument.presentationml.tags+xml"/>
  <Override PartName="/ppt/tags/tag2917.xml" ContentType="application/vnd.openxmlformats-officedocument.presentationml.tags+xml"/>
  <Override PartName="/ppt/tags/tag2918.xml" ContentType="application/vnd.openxmlformats-officedocument.presentationml.tags+xml"/>
  <Override PartName="/ppt/tags/tag2919.xml" ContentType="application/vnd.openxmlformats-officedocument.presentationml.tags+xml"/>
  <Override PartName="/ppt/tags/tag292.xml" ContentType="application/vnd.openxmlformats-officedocument.presentationml.tags+xml"/>
  <Override PartName="/ppt/tags/tag2920.xml" ContentType="application/vnd.openxmlformats-officedocument.presentationml.tags+xml"/>
  <Override PartName="/ppt/tags/tag2921.xml" ContentType="application/vnd.openxmlformats-officedocument.presentationml.tags+xml"/>
  <Override PartName="/ppt/tags/tag2922.xml" ContentType="application/vnd.openxmlformats-officedocument.presentationml.tags+xml"/>
  <Override PartName="/ppt/tags/tag2923.xml" ContentType="application/vnd.openxmlformats-officedocument.presentationml.tags+xml"/>
  <Override PartName="/ppt/tags/tag2924.xml" ContentType="application/vnd.openxmlformats-officedocument.presentationml.tags+xml"/>
  <Override PartName="/ppt/tags/tag2925.xml" ContentType="application/vnd.openxmlformats-officedocument.presentationml.tags+xml"/>
  <Override PartName="/ppt/tags/tag2926.xml" ContentType="application/vnd.openxmlformats-officedocument.presentationml.tags+xml"/>
  <Override PartName="/ppt/tags/tag2927.xml" ContentType="application/vnd.openxmlformats-officedocument.presentationml.tags+xml"/>
  <Override PartName="/ppt/tags/tag2928.xml" ContentType="application/vnd.openxmlformats-officedocument.presentationml.tags+xml"/>
  <Override PartName="/ppt/tags/tag2929.xml" ContentType="application/vnd.openxmlformats-officedocument.presentationml.tags+xml"/>
  <Override PartName="/ppt/tags/tag293.xml" ContentType="application/vnd.openxmlformats-officedocument.presentationml.tags+xml"/>
  <Override PartName="/ppt/tags/tag2930.xml" ContentType="application/vnd.openxmlformats-officedocument.presentationml.tags+xml"/>
  <Override PartName="/ppt/tags/tag2931.xml" ContentType="application/vnd.openxmlformats-officedocument.presentationml.tags+xml"/>
  <Override PartName="/ppt/tags/tag2932.xml" ContentType="application/vnd.openxmlformats-officedocument.presentationml.tags+xml"/>
  <Override PartName="/ppt/tags/tag2933.xml" ContentType="application/vnd.openxmlformats-officedocument.presentationml.tags+xml"/>
  <Override PartName="/ppt/tags/tag2934.xml" ContentType="application/vnd.openxmlformats-officedocument.presentationml.tags+xml"/>
  <Override PartName="/ppt/tags/tag2935.xml" ContentType="application/vnd.openxmlformats-officedocument.presentationml.tags+xml"/>
  <Override PartName="/ppt/tags/tag2936.xml" ContentType="application/vnd.openxmlformats-officedocument.presentationml.tags+xml"/>
  <Override PartName="/ppt/tags/tag2937.xml" ContentType="application/vnd.openxmlformats-officedocument.presentationml.tags+xml"/>
  <Override PartName="/ppt/tags/tag2938.xml" ContentType="application/vnd.openxmlformats-officedocument.presentationml.tags+xml"/>
  <Override PartName="/ppt/tags/tag2939.xml" ContentType="application/vnd.openxmlformats-officedocument.presentationml.tags+xml"/>
  <Override PartName="/ppt/tags/tag294.xml" ContentType="application/vnd.openxmlformats-officedocument.presentationml.tags+xml"/>
  <Override PartName="/ppt/tags/tag2940.xml" ContentType="application/vnd.openxmlformats-officedocument.presentationml.tags+xml"/>
  <Override PartName="/ppt/tags/tag2941.xml" ContentType="application/vnd.openxmlformats-officedocument.presentationml.tags+xml"/>
  <Override PartName="/ppt/tags/tag2942.xml" ContentType="application/vnd.openxmlformats-officedocument.presentationml.tags+xml"/>
  <Override PartName="/ppt/tags/tag2943.xml" ContentType="application/vnd.openxmlformats-officedocument.presentationml.tags+xml"/>
  <Override PartName="/ppt/tags/tag2944.xml" ContentType="application/vnd.openxmlformats-officedocument.presentationml.tags+xml"/>
  <Override PartName="/ppt/tags/tag2945.xml" ContentType="application/vnd.openxmlformats-officedocument.presentationml.tags+xml"/>
  <Override PartName="/ppt/tags/tag2946.xml" ContentType="application/vnd.openxmlformats-officedocument.presentationml.tags+xml"/>
  <Override PartName="/ppt/tags/tag2947.xml" ContentType="application/vnd.openxmlformats-officedocument.presentationml.tags+xml"/>
  <Override PartName="/ppt/tags/tag2948.xml" ContentType="application/vnd.openxmlformats-officedocument.presentationml.tags+xml"/>
  <Override PartName="/ppt/tags/tag2949.xml" ContentType="application/vnd.openxmlformats-officedocument.presentationml.tags+xml"/>
  <Override PartName="/ppt/tags/tag295.xml" ContentType="application/vnd.openxmlformats-officedocument.presentationml.tags+xml"/>
  <Override PartName="/ppt/tags/tag2950.xml" ContentType="application/vnd.openxmlformats-officedocument.presentationml.tags+xml"/>
  <Override PartName="/ppt/tags/tag2951.xml" ContentType="application/vnd.openxmlformats-officedocument.presentationml.tags+xml"/>
  <Override PartName="/ppt/tags/tag2952.xml" ContentType="application/vnd.openxmlformats-officedocument.presentationml.tags+xml"/>
  <Override PartName="/ppt/tags/tag2953.xml" ContentType="application/vnd.openxmlformats-officedocument.presentationml.tags+xml"/>
  <Override PartName="/ppt/tags/tag2954.xml" ContentType="application/vnd.openxmlformats-officedocument.presentationml.tags+xml"/>
  <Override PartName="/ppt/tags/tag2955.xml" ContentType="application/vnd.openxmlformats-officedocument.presentationml.tags+xml"/>
  <Override PartName="/ppt/tags/tag2956.xml" ContentType="application/vnd.openxmlformats-officedocument.presentationml.tags+xml"/>
  <Override PartName="/ppt/tags/tag2957.xml" ContentType="application/vnd.openxmlformats-officedocument.presentationml.tags+xml"/>
  <Override PartName="/ppt/tags/tag2958.xml" ContentType="application/vnd.openxmlformats-officedocument.presentationml.tags+xml"/>
  <Override PartName="/ppt/tags/tag2959.xml" ContentType="application/vnd.openxmlformats-officedocument.presentationml.tags+xml"/>
  <Override PartName="/ppt/tags/tag296.xml" ContentType="application/vnd.openxmlformats-officedocument.presentationml.tags+xml"/>
  <Override PartName="/ppt/tags/tag2960.xml" ContentType="application/vnd.openxmlformats-officedocument.presentationml.tags+xml"/>
  <Override PartName="/ppt/tags/tag2961.xml" ContentType="application/vnd.openxmlformats-officedocument.presentationml.tags+xml"/>
  <Override PartName="/ppt/tags/tag2962.xml" ContentType="application/vnd.openxmlformats-officedocument.presentationml.tags+xml"/>
  <Override PartName="/ppt/tags/tag2963.xml" ContentType="application/vnd.openxmlformats-officedocument.presentationml.tags+xml"/>
  <Override PartName="/ppt/tags/tag2964.xml" ContentType="application/vnd.openxmlformats-officedocument.presentationml.tags+xml"/>
  <Override PartName="/ppt/tags/tag2965.xml" ContentType="application/vnd.openxmlformats-officedocument.presentationml.tags+xml"/>
  <Override PartName="/ppt/tags/tag2966.xml" ContentType="application/vnd.openxmlformats-officedocument.presentationml.tags+xml"/>
  <Override PartName="/ppt/tags/tag2967.xml" ContentType="application/vnd.openxmlformats-officedocument.presentationml.tags+xml"/>
  <Override PartName="/ppt/tags/tag2968.xml" ContentType="application/vnd.openxmlformats-officedocument.presentationml.tags+xml"/>
  <Override PartName="/ppt/tags/tag2969.xml" ContentType="application/vnd.openxmlformats-officedocument.presentationml.tags+xml"/>
  <Override PartName="/ppt/tags/tag297.xml" ContentType="application/vnd.openxmlformats-officedocument.presentationml.tags+xml"/>
  <Override PartName="/ppt/tags/tag2970.xml" ContentType="application/vnd.openxmlformats-officedocument.presentationml.tags+xml"/>
  <Override PartName="/ppt/tags/tag2971.xml" ContentType="application/vnd.openxmlformats-officedocument.presentationml.tags+xml"/>
  <Override PartName="/ppt/tags/tag2972.xml" ContentType="application/vnd.openxmlformats-officedocument.presentationml.tags+xml"/>
  <Override PartName="/ppt/tags/tag2973.xml" ContentType="application/vnd.openxmlformats-officedocument.presentationml.tags+xml"/>
  <Override PartName="/ppt/tags/tag2974.xml" ContentType="application/vnd.openxmlformats-officedocument.presentationml.tags+xml"/>
  <Override PartName="/ppt/tags/tag2975.xml" ContentType="application/vnd.openxmlformats-officedocument.presentationml.tags+xml"/>
  <Override PartName="/ppt/tags/tag2976.xml" ContentType="application/vnd.openxmlformats-officedocument.presentationml.tags+xml"/>
  <Override PartName="/ppt/tags/tag2977.xml" ContentType="application/vnd.openxmlformats-officedocument.presentationml.tags+xml"/>
  <Override PartName="/ppt/tags/tag2978.xml" ContentType="application/vnd.openxmlformats-officedocument.presentationml.tags+xml"/>
  <Override PartName="/ppt/tags/tag2979.xml" ContentType="application/vnd.openxmlformats-officedocument.presentationml.tags+xml"/>
  <Override PartName="/ppt/tags/tag298.xml" ContentType="application/vnd.openxmlformats-officedocument.presentationml.tags+xml"/>
  <Override PartName="/ppt/tags/tag2980.xml" ContentType="application/vnd.openxmlformats-officedocument.presentationml.tags+xml"/>
  <Override PartName="/ppt/tags/tag2981.xml" ContentType="application/vnd.openxmlformats-officedocument.presentationml.tags+xml"/>
  <Override PartName="/ppt/tags/tag2982.xml" ContentType="application/vnd.openxmlformats-officedocument.presentationml.tags+xml"/>
  <Override PartName="/ppt/tags/tag2983.xml" ContentType="application/vnd.openxmlformats-officedocument.presentationml.tags+xml"/>
  <Override PartName="/ppt/tags/tag2984.xml" ContentType="application/vnd.openxmlformats-officedocument.presentationml.tags+xml"/>
  <Override PartName="/ppt/tags/tag2985.xml" ContentType="application/vnd.openxmlformats-officedocument.presentationml.tags+xml"/>
  <Override PartName="/ppt/tags/tag2986.xml" ContentType="application/vnd.openxmlformats-officedocument.presentationml.tags+xml"/>
  <Override PartName="/ppt/tags/tag2987.xml" ContentType="application/vnd.openxmlformats-officedocument.presentationml.tags+xml"/>
  <Override PartName="/ppt/tags/tag2988.xml" ContentType="application/vnd.openxmlformats-officedocument.presentationml.tags+xml"/>
  <Override PartName="/ppt/tags/tag2989.xml" ContentType="application/vnd.openxmlformats-officedocument.presentationml.tags+xml"/>
  <Override PartName="/ppt/tags/tag299.xml" ContentType="application/vnd.openxmlformats-officedocument.presentationml.tags+xml"/>
  <Override PartName="/ppt/tags/tag2990.xml" ContentType="application/vnd.openxmlformats-officedocument.presentationml.tags+xml"/>
  <Override PartName="/ppt/tags/tag2991.xml" ContentType="application/vnd.openxmlformats-officedocument.presentationml.tags+xml"/>
  <Override PartName="/ppt/tags/tag2992.xml" ContentType="application/vnd.openxmlformats-officedocument.presentationml.tags+xml"/>
  <Override PartName="/ppt/tags/tag2993.xml" ContentType="application/vnd.openxmlformats-officedocument.presentationml.tags+xml"/>
  <Override PartName="/ppt/tags/tag2994.xml" ContentType="application/vnd.openxmlformats-officedocument.presentationml.tags+xml"/>
  <Override PartName="/ppt/tags/tag2995.xml" ContentType="application/vnd.openxmlformats-officedocument.presentationml.tags+xml"/>
  <Override PartName="/ppt/tags/tag2996.xml" ContentType="application/vnd.openxmlformats-officedocument.presentationml.tags+xml"/>
  <Override PartName="/ppt/tags/tag2997.xml" ContentType="application/vnd.openxmlformats-officedocument.presentationml.tags+xml"/>
  <Override PartName="/ppt/tags/tag2998.xml" ContentType="application/vnd.openxmlformats-officedocument.presentationml.tags+xml"/>
  <Override PartName="/ppt/tags/tag29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00.xml" ContentType="application/vnd.openxmlformats-officedocument.presentationml.tags+xml"/>
  <Override PartName="/ppt/tags/tag3001.xml" ContentType="application/vnd.openxmlformats-officedocument.presentationml.tags+xml"/>
  <Override PartName="/ppt/tags/tag3002.xml" ContentType="application/vnd.openxmlformats-officedocument.presentationml.tags+xml"/>
  <Override PartName="/ppt/tags/tag3003.xml" ContentType="application/vnd.openxmlformats-officedocument.presentationml.tags+xml"/>
  <Override PartName="/ppt/tags/tag3004.xml" ContentType="application/vnd.openxmlformats-officedocument.presentationml.tags+xml"/>
  <Override PartName="/ppt/tags/tag3005.xml" ContentType="application/vnd.openxmlformats-officedocument.presentationml.tags+xml"/>
  <Override PartName="/ppt/tags/tag3006.xml" ContentType="application/vnd.openxmlformats-officedocument.presentationml.tags+xml"/>
  <Override PartName="/ppt/tags/tag3007.xml" ContentType="application/vnd.openxmlformats-officedocument.presentationml.tags+xml"/>
  <Override PartName="/ppt/tags/tag3008.xml" ContentType="application/vnd.openxmlformats-officedocument.presentationml.tags+xml"/>
  <Override PartName="/ppt/tags/tag3009.xml" ContentType="application/vnd.openxmlformats-officedocument.presentationml.tags+xml"/>
  <Override PartName="/ppt/tags/tag301.xml" ContentType="application/vnd.openxmlformats-officedocument.presentationml.tags+xml"/>
  <Override PartName="/ppt/tags/tag3010.xml" ContentType="application/vnd.openxmlformats-officedocument.presentationml.tags+xml"/>
  <Override PartName="/ppt/tags/tag3011.xml" ContentType="application/vnd.openxmlformats-officedocument.presentationml.tags+xml"/>
  <Override PartName="/ppt/tags/tag3012.xml" ContentType="application/vnd.openxmlformats-officedocument.presentationml.tags+xml"/>
  <Override PartName="/ppt/tags/tag3013.xml" ContentType="application/vnd.openxmlformats-officedocument.presentationml.tags+xml"/>
  <Override PartName="/ppt/tags/tag3014.xml" ContentType="application/vnd.openxmlformats-officedocument.presentationml.tags+xml"/>
  <Override PartName="/ppt/tags/tag3015.xml" ContentType="application/vnd.openxmlformats-officedocument.presentationml.tags+xml"/>
  <Override PartName="/ppt/tags/tag3016.xml" ContentType="application/vnd.openxmlformats-officedocument.presentationml.tags+xml"/>
  <Override PartName="/ppt/tags/tag3017.xml" ContentType="application/vnd.openxmlformats-officedocument.presentationml.tags+xml"/>
  <Override PartName="/ppt/tags/tag3018.xml" ContentType="application/vnd.openxmlformats-officedocument.presentationml.tags+xml"/>
  <Override PartName="/ppt/tags/tag3019.xml" ContentType="application/vnd.openxmlformats-officedocument.presentationml.tags+xml"/>
  <Override PartName="/ppt/tags/tag302.xml" ContentType="application/vnd.openxmlformats-officedocument.presentationml.tags+xml"/>
  <Override PartName="/ppt/tags/tag3020.xml" ContentType="application/vnd.openxmlformats-officedocument.presentationml.tags+xml"/>
  <Override PartName="/ppt/tags/tag3021.xml" ContentType="application/vnd.openxmlformats-officedocument.presentationml.tags+xml"/>
  <Override PartName="/ppt/tags/tag3022.xml" ContentType="application/vnd.openxmlformats-officedocument.presentationml.tags+xml"/>
  <Override PartName="/ppt/tags/tag3023.xml" ContentType="application/vnd.openxmlformats-officedocument.presentationml.tags+xml"/>
  <Override PartName="/ppt/tags/tag3024.xml" ContentType="application/vnd.openxmlformats-officedocument.presentationml.tags+xml"/>
  <Override PartName="/ppt/tags/tag3025.xml" ContentType="application/vnd.openxmlformats-officedocument.presentationml.tags+xml"/>
  <Override PartName="/ppt/tags/tag3026.xml" ContentType="application/vnd.openxmlformats-officedocument.presentationml.tags+xml"/>
  <Override PartName="/ppt/tags/tag3027.xml" ContentType="application/vnd.openxmlformats-officedocument.presentationml.tags+xml"/>
  <Override PartName="/ppt/tags/tag3028.xml" ContentType="application/vnd.openxmlformats-officedocument.presentationml.tags+xml"/>
  <Override PartName="/ppt/tags/tag3029.xml" ContentType="application/vnd.openxmlformats-officedocument.presentationml.tags+xml"/>
  <Override PartName="/ppt/tags/tag303.xml" ContentType="application/vnd.openxmlformats-officedocument.presentationml.tags+xml"/>
  <Override PartName="/ppt/tags/tag3030.xml" ContentType="application/vnd.openxmlformats-officedocument.presentationml.tags+xml"/>
  <Override PartName="/ppt/tags/tag3031.xml" ContentType="application/vnd.openxmlformats-officedocument.presentationml.tags+xml"/>
  <Override PartName="/ppt/tags/tag3032.xml" ContentType="application/vnd.openxmlformats-officedocument.presentationml.tags+xml"/>
  <Override PartName="/ppt/tags/tag3033.xml" ContentType="application/vnd.openxmlformats-officedocument.presentationml.tags+xml"/>
  <Override PartName="/ppt/tags/tag3034.xml" ContentType="application/vnd.openxmlformats-officedocument.presentationml.tags+xml"/>
  <Override PartName="/ppt/tags/tag3035.xml" ContentType="application/vnd.openxmlformats-officedocument.presentationml.tags+xml"/>
  <Override PartName="/ppt/tags/tag3036.xml" ContentType="application/vnd.openxmlformats-officedocument.presentationml.tags+xml"/>
  <Override PartName="/ppt/tags/tag3037.xml" ContentType="application/vnd.openxmlformats-officedocument.presentationml.tags+xml"/>
  <Override PartName="/ppt/tags/tag3038.xml" ContentType="application/vnd.openxmlformats-officedocument.presentationml.tags+xml"/>
  <Override PartName="/ppt/tags/tag3039.xml" ContentType="application/vnd.openxmlformats-officedocument.presentationml.tags+xml"/>
  <Override PartName="/ppt/tags/tag304.xml" ContentType="application/vnd.openxmlformats-officedocument.presentationml.tags+xml"/>
  <Override PartName="/ppt/tags/tag3040.xml" ContentType="application/vnd.openxmlformats-officedocument.presentationml.tags+xml"/>
  <Override PartName="/ppt/tags/tag3041.xml" ContentType="application/vnd.openxmlformats-officedocument.presentationml.tags+xml"/>
  <Override PartName="/ppt/tags/tag3042.xml" ContentType="application/vnd.openxmlformats-officedocument.presentationml.tags+xml"/>
  <Override PartName="/ppt/tags/tag3043.xml" ContentType="application/vnd.openxmlformats-officedocument.presentationml.tags+xml"/>
  <Override PartName="/ppt/tags/tag3044.xml" ContentType="application/vnd.openxmlformats-officedocument.presentationml.tags+xml"/>
  <Override PartName="/ppt/tags/tag3045.xml" ContentType="application/vnd.openxmlformats-officedocument.presentationml.tags+xml"/>
  <Override PartName="/ppt/tags/tag3046.xml" ContentType="application/vnd.openxmlformats-officedocument.presentationml.tags+xml"/>
  <Override PartName="/ppt/tags/tag3047.xml" ContentType="application/vnd.openxmlformats-officedocument.presentationml.tags+xml"/>
  <Override PartName="/ppt/tags/tag3048.xml" ContentType="application/vnd.openxmlformats-officedocument.presentationml.tags+xml"/>
  <Override PartName="/ppt/tags/tag3049.xml" ContentType="application/vnd.openxmlformats-officedocument.presentationml.tags+xml"/>
  <Override PartName="/ppt/tags/tag305.xml" ContentType="application/vnd.openxmlformats-officedocument.presentationml.tags+xml"/>
  <Override PartName="/ppt/tags/tag3050.xml" ContentType="application/vnd.openxmlformats-officedocument.presentationml.tags+xml"/>
  <Override PartName="/ppt/tags/tag3051.xml" ContentType="application/vnd.openxmlformats-officedocument.presentationml.tags+xml"/>
  <Override PartName="/ppt/tags/tag3052.xml" ContentType="application/vnd.openxmlformats-officedocument.presentationml.tags+xml"/>
  <Override PartName="/ppt/tags/tag3053.xml" ContentType="application/vnd.openxmlformats-officedocument.presentationml.tags+xml"/>
  <Override PartName="/ppt/tags/tag3054.xml" ContentType="application/vnd.openxmlformats-officedocument.presentationml.tags+xml"/>
  <Override PartName="/ppt/tags/tag3055.xml" ContentType="application/vnd.openxmlformats-officedocument.presentationml.tags+xml"/>
  <Override PartName="/ppt/tags/tag3056.xml" ContentType="application/vnd.openxmlformats-officedocument.presentationml.tags+xml"/>
  <Override PartName="/ppt/tags/tag3057.xml" ContentType="application/vnd.openxmlformats-officedocument.presentationml.tags+xml"/>
  <Override PartName="/ppt/tags/tag3058.xml" ContentType="application/vnd.openxmlformats-officedocument.presentationml.tags+xml"/>
  <Override PartName="/ppt/tags/tag3059.xml" ContentType="application/vnd.openxmlformats-officedocument.presentationml.tags+xml"/>
  <Override PartName="/ppt/tags/tag306.xml" ContentType="application/vnd.openxmlformats-officedocument.presentationml.tags+xml"/>
  <Override PartName="/ppt/tags/tag3060.xml" ContentType="application/vnd.openxmlformats-officedocument.presentationml.tags+xml"/>
  <Override PartName="/ppt/tags/tag3061.xml" ContentType="application/vnd.openxmlformats-officedocument.presentationml.tags+xml"/>
  <Override PartName="/ppt/tags/tag3062.xml" ContentType="application/vnd.openxmlformats-officedocument.presentationml.tags+xml"/>
  <Override PartName="/ppt/tags/tag3063.xml" ContentType="application/vnd.openxmlformats-officedocument.presentationml.tags+xml"/>
  <Override PartName="/ppt/tags/tag3064.xml" ContentType="application/vnd.openxmlformats-officedocument.presentationml.tags+xml"/>
  <Override PartName="/ppt/tags/tag3065.xml" ContentType="application/vnd.openxmlformats-officedocument.presentationml.tags+xml"/>
  <Override PartName="/ppt/tags/tag3066.xml" ContentType="application/vnd.openxmlformats-officedocument.presentationml.tags+xml"/>
  <Override PartName="/ppt/tags/tag3067.xml" ContentType="application/vnd.openxmlformats-officedocument.presentationml.tags+xml"/>
  <Override PartName="/ppt/tags/tag3068.xml" ContentType="application/vnd.openxmlformats-officedocument.presentationml.tags+xml"/>
  <Override PartName="/ppt/tags/tag3069.xml" ContentType="application/vnd.openxmlformats-officedocument.presentationml.tags+xml"/>
  <Override PartName="/ppt/tags/tag307.xml" ContentType="application/vnd.openxmlformats-officedocument.presentationml.tags+xml"/>
  <Override PartName="/ppt/tags/tag3070.xml" ContentType="application/vnd.openxmlformats-officedocument.presentationml.tags+xml"/>
  <Override PartName="/ppt/tags/tag3071.xml" ContentType="application/vnd.openxmlformats-officedocument.presentationml.tags+xml"/>
  <Override PartName="/ppt/tags/tag3072.xml" ContentType="application/vnd.openxmlformats-officedocument.presentationml.tags+xml"/>
  <Override PartName="/ppt/tags/tag3073.xml" ContentType="application/vnd.openxmlformats-officedocument.presentationml.tags+xml"/>
  <Override PartName="/ppt/tags/tag3074.xml" ContentType="application/vnd.openxmlformats-officedocument.presentationml.tags+xml"/>
  <Override PartName="/ppt/tags/tag3075.xml" ContentType="application/vnd.openxmlformats-officedocument.presentationml.tags+xml"/>
  <Override PartName="/ppt/tags/tag3076.xml" ContentType="application/vnd.openxmlformats-officedocument.presentationml.tags+xml"/>
  <Override PartName="/ppt/tags/tag3077.xml" ContentType="application/vnd.openxmlformats-officedocument.presentationml.tags+xml"/>
  <Override PartName="/ppt/tags/tag3078.xml" ContentType="application/vnd.openxmlformats-officedocument.presentationml.tags+xml"/>
  <Override PartName="/ppt/tags/tag3079.xml" ContentType="application/vnd.openxmlformats-officedocument.presentationml.tags+xml"/>
  <Override PartName="/ppt/tags/tag308.xml" ContentType="application/vnd.openxmlformats-officedocument.presentationml.tags+xml"/>
  <Override PartName="/ppt/tags/tag3080.xml" ContentType="application/vnd.openxmlformats-officedocument.presentationml.tags+xml"/>
  <Override PartName="/ppt/tags/tag3081.xml" ContentType="application/vnd.openxmlformats-officedocument.presentationml.tags+xml"/>
  <Override PartName="/ppt/tags/tag3082.xml" ContentType="application/vnd.openxmlformats-officedocument.presentationml.tags+xml"/>
  <Override PartName="/ppt/tags/tag3083.xml" ContentType="application/vnd.openxmlformats-officedocument.presentationml.tags+xml"/>
  <Override PartName="/ppt/tags/tag3084.xml" ContentType="application/vnd.openxmlformats-officedocument.presentationml.tags+xml"/>
  <Override PartName="/ppt/tags/tag3085.xml" ContentType="application/vnd.openxmlformats-officedocument.presentationml.tags+xml"/>
  <Override PartName="/ppt/tags/tag3086.xml" ContentType="application/vnd.openxmlformats-officedocument.presentationml.tags+xml"/>
  <Override PartName="/ppt/tags/tag3087.xml" ContentType="application/vnd.openxmlformats-officedocument.presentationml.tags+xml"/>
  <Override PartName="/ppt/tags/tag3088.xml" ContentType="application/vnd.openxmlformats-officedocument.presentationml.tags+xml"/>
  <Override PartName="/ppt/tags/tag3089.xml" ContentType="application/vnd.openxmlformats-officedocument.presentationml.tags+xml"/>
  <Override PartName="/ppt/tags/tag309.xml" ContentType="application/vnd.openxmlformats-officedocument.presentationml.tags+xml"/>
  <Override PartName="/ppt/tags/tag3090.xml" ContentType="application/vnd.openxmlformats-officedocument.presentationml.tags+xml"/>
  <Override PartName="/ppt/tags/tag3091.xml" ContentType="application/vnd.openxmlformats-officedocument.presentationml.tags+xml"/>
  <Override PartName="/ppt/tags/tag3092.xml" ContentType="application/vnd.openxmlformats-officedocument.presentationml.tags+xml"/>
  <Override PartName="/ppt/tags/tag3093.xml" ContentType="application/vnd.openxmlformats-officedocument.presentationml.tags+xml"/>
  <Override PartName="/ppt/tags/tag3094.xml" ContentType="application/vnd.openxmlformats-officedocument.presentationml.tags+xml"/>
  <Override PartName="/ppt/tags/tag3095.xml" ContentType="application/vnd.openxmlformats-officedocument.presentationml.tags+xml"/>
  <Override PartName="/ppt/tags/tag3096.xml" ContentType="application/vnd.openxmlformats-officedocument.presentationml.tags+xml"/>
  <Override PartName="/ppt/tags/tag3097.xml" ContentType="application/vnd.openxmlformats-officedocument.presentationml.tags+xml"/>
  <Override PartName="/ppt/tags/tag3098.xml" ContentType="application/vnd.openxmlformats-officedocument.presentationml.tags+xml"/>
  <Override PartName="/ppt/tags/tag309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00.xml" ContentType="application/vnd.openxmlformats-officedocument.presentationml.tags+xml"/>
  <Override PartName="/ppt/tags/tag3101.xml" ContentType="application/vnd.openxmlformats-officedocument.presentationml.tags+xml"/>
  <Override PartName="/ppt/tags/tag3102.xml" ContentType="application/vnd.openxmlformats-officedocument.presentationml.tags+xml"/>
  <Override PartName="/ppt/tags/tag3103.xml" ContentType="application/vnd.openxmlformats-officedocument.presentationml.tags+xml"/>
  <Override PartName="/ppt/tags/tag3104.xml" ContentType="application/vnd.openxmlformats-officedocument.presentationml.tags+xml"/>
  <Override PartName="/ppt/tags/tag3105.xml" ContentType="application/vnd.openxmlformats-officedocument.presentationml.tags+xml"/>
  <Override PartName="/ppt/tags/tag3106.xml" ContentType="application/vnd.openxmlformats-officedocument.presentationml.tags+xml"/>
  <Override PartName="/ppt/tags/tag3107.xml" ContentType="application/vnd.openxmlformats-officedocument.presentationml.tags+xml"/>
  <Override PartName="/ppt/tags/tag3108.xml" ContentType="application/vnd.openxmlformats-officedocument.presentationml.tags+xml"/>
  <Override PartName="/ppt/tags/tag3109.xml" ContentType="application/vnd.openxmlformats-officedocument.presentationml.tags+xml"/>
  <Override PartName="/ppt/tags/tag311.xml" ContentType="application/vnd.openxmlformats-officedocument.presentationml.tags+xml"/>
  <Override PartName="/ppt/tags/tag3110.xml" ContentType="application/vnd.openxmlformats-officedocument.presentationml.tags+xml"/>
  <Override PartName="/ppt/tags/tag3111.xml" ContentType="application/vnd.openxmlformats-officedocument.presentationml.tags+xml"/>
  <Override PartName="/ppt/tags/tag3112.xml" ContentType="application/vnd.openxmlformats-officedocument.presentationml.tags+xml"/>
  <Override PartName="/ppt/tags/tag3113.xml" ContentType="application/vnd.openxmlformats-officedocument.presentationml.tags+xml"/>
  <Override PartName="/ppt/tags/tag3114.xml" ContentType="application/vnd.openxmlformats-officedocument.presentationml.tags+xml"/>
  <Override PartName="/ppt/tags/tag3115.xml" ContentType="application/vnd.openxmlformats-officedocument.presentationml.tags+xml"/>
  <Override PartName="/ppt/tags/tag3116.xml" ContentType="application/vnd.openxmlformats-officedocument.presentationml.tags+xml"/>
  <Override PartName="/ppt/tags/tag3117.xml" ContentType="application/vnd.openxmlformats-officedocument.presentationml.tags+xml"/>
  <Override PartName="/ppt/tags/tag3118.xml" ContentType="application/vnd.openxmlformats-officedocument.presentationml.tags+xml"/>
  <Override PartName="/ppt/tags/tag3119.xml" ContentType="application/vnd.openxmlformats-officedocument.presentationml.tags+xml"/>
  <Override PartName="/ppt/tags/tag312.xml" ContentType="application/vnd.openxmlformats-officedocument.presentationml.tags+xml"/>
  <Override PartName="/ppt/tags/tag3120.xml" ContentType="application/vnd.openxmlformats-officedocument.presentationml.tags+xml"/>
  <Override PartName="/ppt/tags/tag3121.xml" ContentType="application/vnd.openxmlformats-officedocument.presentationml.tags+xml"/>
  <Override PartName="/ppt/tags/tag3122.xml" ContentType="application/vnd.openxmlformats-officedocument.presentationml.tags+xml"/>
  <Override PartName="/ppt/tags/tag3123.xml" ContentType="application/vnd.openxmlformats-officedocument.presentationml.tags+xml"/>
  <Override PartName="/ppt/tags/tag3124.xml" ContentType="application/vnd.openxmlformats-officedocument.presentationml.tags+xml"/>
  <Override PartName="/ppt/tags/tag3125.xml" ContentType="application/vnd.openxmlformats-officedocument.presentationml.tags+xml"/>
  <Override PartName="/ppt/tags/tag3126.xml" ContentType="application/vnd.openxmlformats-officedocument.presentationml.tags+xml"/>
  <Override PartName="/ppt/tags/tag3127.xml" ContentType="application/vnd.openxmlformats-officedocument.presentationml.tags+xml"/>
  <Override PartName="/ppt/tags/tag3128.xml" ContentType="application/vnd.openxmlformats-officedocument.presentationml.tags+xml"/>
  <Override PartName="/ppt/tags/tag3129.xml" ContentType="application/vnd.openxmlformats-officedocument.presentationml.tags+xml"/>
  <Override PartName="/ppt/tags/tag313.xml" ContentType="application/vnd.openxmlformats-officedocument.presentationml.tags+xml"/>
  <Override PartName="/ppt/tags/tag3130.xml" ContentType="application/vnd.openxmlformats-officedocument.presentationml.tags+xml"/>
  <Override PartName="/ppt/tags/tag3131.xml" ContentType="application/vnd.openxmlformats-officedocument.presentationml.tags+xml"/>
  <Override PartName="/ppt/tags/tag3132.xml" ContentType="application/vnd.openxmlformats-officedocument.presentationml.tags+xml"/>
  <Override PartName="/ppt/tags/tag3133.xml" ContentType="application/vnd.openxmlformats-officedocument.presentationml.tags+xml"/>
  <Override PartName="/ppt/tags/tag3134.xml" ContentType="application/vnd.openxmlformats-officedocument.presentationml.tags+xml"/>
  <Override PartName="/ppt/tags/tag3135.xml" ContentType="application/vnd.openxmlformats-officedocument.presentationml.tags+xml"/>
  <Override PartName="/ppt/tags/tag3136.xml" ContentType="application/vnd.openxmlformats-officedocument.presentationml.tags+xml"/>
  <Override PartName="/ppt/tags/tag3137.xml" ContentType="application/vnd.openxmlformats-officedocument.presentationml.tags+xml"/>
  <Override PartName="/ppt/tags/tag3138.xml" ContentType="application/vnd.openxmlformats-officedocument.presentationml.tags+xml"/>
  <Override PartName="/ppt/tags/tag3139.xml" ContentType="application/vnd.openxmlformats-officedocument.presentationml.tags+xml"/>
  <Override PartName="/ppt/tags/tag314.xml" ContentType="application/vnd.openxmlformats-officedocument.presentationml.tags+xml"/>
  <Override PartName="/ppt/tags/tag3140.xml" ContentType="application/vnd.openxmlformats-officedocument.presentationml.tags+xml"/>
  <Override PartName="/ppt/tags/tag3141.xml" ContentType="application/vnd.openxmlformats-officedocument.presentationml.tags+xml"/>
  <Override PartName="/ppt/tags/tag3142.xml" ContentType="application/vnd.openxmlformats-officedocument.presentationml.tags+xml"/>
  <Override PartName="/ppt/tags/tag3143.xml" ContentType="application/vnd.openxmlformats-officedocument.presentationml.tags+xml"/>
  <Override PartName="/ppt/tags/tag3144.xml" ContentType="application/vnd.openxmlformats-officedocument.presentationml.tags+xml"/>
  <Override PartName="/ppt/tags/tag3145.xml" ContentType="application/vnd.openxmlformats-officedocument.presentationml.tags+xml"/>
  <Override PartName="/ppt/tags/tag3146.xml" ContentType="application/vnd.openxmlformats-officedocument.presentationml.tags+xml"/>
  <Override PartName="/ppt/tags/tag3147.xml" ContentType="application/vnd.openxmlformats-officedocument.presentationml.tags+xml"/>
  <Override PartName="/ppt/tags/tag3148.xml" ContentType="application/vnd.openxmlformats-officedocument.presentationml.tags+xml"/>
  <Override PartName="/ppt/tags/tag3149.xml" ContentType="application/vnd.openxmlformats-officedocument.presentationml.tags+xml"/>
  <Override PartName="/ppt/tags/tag315.xml" ContentType="application/vnd.openxmlformats-officedocument.presentationml.tags+xml"/>
  <Override PartName="/ppt/tags/tag3150.xml" ContentType="application/vnd.openxmlformats-officedocument.presentationml.tags+xml"/>
  <Override PartName="/ppt/tags/tag3151.xml" ContentType="application/vnd.openxmlformats-officedocument.presentationml.tags+xml"/>
  <Override PartName="/ppt/tags/tag3152.xml" ContentType="application/vnd.openxmlformats-officedocument.presentationml.tags+xml"/>
  <Override PartName="/ppt/tags/tag3153.xml" ContentType="application/vnd.openxmlformats-officedocument.presentationml.tags+xml"/>
  <Override PartName="/ppt/tags/tag3154.xml" ContentType="application/vnd.openxmlformats-officedocument.presentationml.tags+xml"/>
  <Override PartName="/ppt/tags/tag3155.xml" ContentType="application/vnd.openxmlformats-officedocument.presentationml.tags+xml"/>
  <Override PartName="/ppt/tags/tag3156.xml" ContentType="application/vnd.openxmlformats-officedocument.presentationml.tags+xml"/>
  <Override PartName="/ppt/tags/tag3157.xml" ContentType="application/vnd.openxmlformats-officedocument.presentationml.tags+xml"/>
  <Override PartName="/ppt/tags/tag3158.xml" ContentType="application/vnd.openxmlformats-officedocument.presentationml.tags+xml"/>
  <Override PartName="/ppt/tags/tag3159.xml" ContentType="application/vnd.openxmlformats-officedocument.presentationml.tags+xml"/>
  <Override PartName="/ppt/tags/tag316.xml" ContentType="application/vnd.openxmlformats-officedocument.presentationml.tags+xml"/>
  <Override PartName="/ppt/tags/tag3160.xml" ContentType="application/vnd.openxmlformats-officedocument.presentationml.tags+xml"/>
  <Override PartName="/ppt/tags/tag3161.xml" ContentType="application/vnd.openxmlformats-officedocument.presentationml.tags+xml"/>
  <Override PartName="/ppt/tags/tag3162.xml" ContentType="application/vnd.openxmlformats-officedocument.presentationml.tags+xml"/>
  <Override PartName="/ppt/tags/tag3163.xml" ContentType="application/vnd.openxmlformats-officedocument.presentationml.tags+xml"/>
  <Override PartName="/ppt/tags/tag3164.xml" ContentType="application/vnd.openxmlformats-officedocument.presentationml.tags+xml"/>
  <Override PartName="/ppt/tags/tag3165.xml" ContentType="application/vnd.openxmlformats-officedocument.presentationml.tags+xml"/>
  <Override PartName="/ppt/tags/tag3166.xml" ContentType="application/vnd.openxmlformats-officedocument.presentationml.tags+xml"/>
  <Override PartName="/ppt/tags/tag3167.xml" ContentType="application/vnd.openxmlformats-officedocument.presentationml.tags+xml"/>
  <Override PartName="/ppt/tags/tag3168.xml" ContentType="application/vnd.openxmlformats-officedocument.presentationml.tags+xml"/>
  <Override PartName="/ppt/tags/tag3169.xml" ContentType="application/vnd.openxmlformats-officedocument.presentationml.tags+xml"/>
  <Override PartName="/ppt/tags/tag317.xml" ContentType="application/vnd.openxmlformats-officedocument.presentationml.tags+xml"/>
  <Override PartName="/ppt/tags/tag3170.xml" ContentType="application/vnd.openxmlformats-officedocument.presentationml.tags+xml"/>
  <Override PartName="/ppt/tags/tag3171.xml" ContentType="application/vnd.openxmlformats-officedocument.presentationml.tags+xml"/>
  <Override PartName="/ppt/tags/tag3172.xml" ContentType="application/vnd.openxmlformats-officedocument.presentationml.tags+xml"/>
  <Override PartName="/ppt/tags/tag3173.xml" ContentType="application/vnd.openxmlformats-officedocument.presentationml.tags+xml"/>
  <Override PartName="/ppt/tags/tag3174.xml" ContentType="application/vnd.openxmlformats-officedocument.presentationml.tags+xml"/>
  <Override PartName="/ppt/tags/tag3175.xml" ContentType="application/vnd.openxmlformats-officedocument.presentationml.tags+xml"/>
  <Override PartName="/ppt/tags/tag3176.xml" ContentType="application/vnd.openxmlformats-officedocument.presentationml.tags+xml"/>
  <Override PartName="/ppt/tags/tag3177.xml" ContentType="application/vnd.openxmlformats-officedocument.presentationml.tags+xml"/>
  <Override PartName="/ppt/tags/tag3178.xml" ContentType="application/vnd.openxmlformats-officedocument.presentationml.tags+xml"/>
  <Override PartName="/ppt/tags/tag3179.xml" ContentType="application/vnd.openxmlformats-officedocument.presentationml.tags+xml"/>
  <Override PartName="/ppt/tags/tag318.xml" ContentType="application/vnd.openxmlformats-officedocument.presentationml.tags+xml"/>
  <Override PartName="/ppt/tags/tag3180.xml" ContentType="application/vnd.openxmlformats-officedocument.presentationml.tags+xml"/>
  <Override PartName="/ppt/tags/tag3181.xml" ContentType="application/vnd.openxmlformats-officedocument.presentationml.tags+xml"/>
  <Override PartName="/ppt/tags/tag3182.xml" ContentType="application/vnd.openxmlformats-officedocument.presentationml.tags+xml"/>
  <Override PartName="/ppt/tags/tag3183.xml" ContentType="application/vnd.openxmlformats-officedocument.presentationml.tags+xml"/>
  <Override PartName="/ppt/tags/tag3184.xml" ContentType="application/vnd.openxmlformats-officedocument.presentationml.tags+xml"/>
  <Override PartName="/ppt/tags/tag3185.xml" ContentType="application/vnd.openxmlformats-officedocument.presentationml.tags+xml"/>
  <Override PartName="/ppt/tags/tag3186.xml" ContentType="application/vnd.openxmlformats-officedocument.presentationml.tags+xml"/>
  <Override PartName="/ppt/tags/tag3187.xml" ContentType="application/vnd.openxmlformats-officedocument.presentationml.tags+xml"/>
  <Override PartName="/ppt/tags/tag3188.xml" ContentType="application/vnd.openxmlformats-officedocument.presentationml.tags+xml"/>
  <Override PartName="/ppt/tags/tag3189.xml" ContentType="application/vnd.openxmlformats-officedocument.presentationml.tags+xml"/>
  <Override PartName="/ppt/tags/tag319.xml" ContentType="application/vnd.openxmlformats-officedocument.presentationml.tags+xml"/>
  <Override PartName="/ppt/tags/tag3190.xml" ContentType="application/vnd.openxmlformats-officedocument.presentationml.tags+xml"/>
  <Override PartName="/ppt/tags/tag3191.xml" ContentType="application/vnd.openxmlformats-officedocument.presentationml.tags+xml"/>
  <Override PartName="/ppt/tags/tag3192.xml" ContentType="application/vnd.openxmlformats-officedocument.presentationml.tags+xml"/>
  <Override PartName="/ppt/tags/tag3193.xml" ContentType="application/vnd.openxmlformats-officedocument.presentationml.tags+xml"/>
  <Override PartName="/ppt/tags/tag3194.xml" ContentType="application/vnd.openxmlformats-officedocument.presentationml.tags+xml"/>
  <Override PartName="/ppt/tags/tag3195.xml" ContentType="application/vnd.openxmlformats-officedocument.presentationml.tags+xml"/>
  <Override PartName="/ppt/tags/tag3196.xml" ContentType="application/vnd.openxmlformats-officedocument.presentationml.tags+xml"/>
  <Override PartName="/ppt/tags/tag3197.xml" ContentType="application/vnd.openxmlformats-officedocument.presentationml.tags+xml"/>
  <Override PartName="/ppt/tags/tag3198.xml" ContentType="application/vnd.openxmlformats-officedocument.presentationml.tags+xml"/>
  <Override PartName="/ppt/tags/tag319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00.xml" ContentType="application/vnd.openxmlformats-officedocument.presentationml.tags+xml"/>
  <Override PartName="/ppt/tags/tag3201.xml" ContentType="application/vnd.openxmlformats-officedocument.presentationml.tags+xml"/>
  <Override PartName="/ppt/tags/tag3202.xml" ContentType="application/vnd.openxmlformats-officedocument.presentationml.tags+xml"/>
  <Override PartName="/ppt/tags/tag3203.xml" ContentType="application/vnd.openxmlformats-officedocument.presentationml.tags+xml"/>
  <Override PartName="/ppt/tags/tag3204.xml" ContentType="application/vnd.openxmlformats-officedocument.presentationml.tags+xml"/>
  <Override PartName="/ppt/tags/tag3205.xml" ContentType="application/vnd.openxmlformats-officedocument.presentationml.tags+xml"/>
  <Override PartName="/ppt/tags/tag3206.xml" ContentType="application/vnd.openxmlformats-officedocument.presentationml.tags+xml"/>
  <Override PartName="/ppt/tags/tag3207.xml" ContentType="application/vnd.openxmlformats-officedocument.presentationml.tags+xml"/>
  <Override PartName="/ppt/tags/tag3208.xml" ContentType="application/vnd.openxmlformats-officedocument.presentationml.tags+xml"/>
  <Override PartName="/ppt/tags/tag3209.xml" ContentType="application/vnd.openxmlformats-officedocument.presentationml.tags+xml"/>
  <Override PartName="/ppt/tags/tag321.xml" ContentType="application/vnd.openxmlformats-officedocument.presentationml.tags+xml"/>
  <Override PartName="/ppt/tags/tag3210.xml" ContentType="application/vnd.openxmlformats-officedocument.presentationml.tags+xml"/>
  <Override PartName="/ppt/tags/tag3211.xml" ContentType="application/vnd.openxmlformats-officedocument.presentationml.tags+xml"/>
  <Override PartName="/ppt/tags/tag3212.xml" ContentType="application/vnd.openxmlformats-officedocument.presentationml.tags+xml"/>
  <Override PartName="/ppt/tags/tag3213.xml" ContentType="application/vnd.openxmlformats-officedocument.presentationml.tags+xml"/>
  <Override PartName="/ppt/tags/tag3214.xml" ContentType="application/vnd.openxmlformats-officedocument.presentationml.tags+xml"/>
  <Override PartName="/ppt/tags/tag3215.xml" ContentType="application/vnd.openxmlformats-officedocument.presentationml.tags+xml"/>
  <Override PartName="/ppt/tags/tag3216.xml" ContentType="application/vnd.openxmlformats-officedocument.presentationml.tags+xml"/>
  <Override PartName="/ppt/tags/tag3217.xml" ContentType="application/vnd.openxmlformats-officedocument.presentationml.tags+xml"/>
  <Override PartName="/ppt/tags/tag3218.xml" ContentType="application/vnd.openxmlformats-officedocument.presentationml.tags+xml"/>
  <Override PartName="/ppt/tags/tag3219.xml" ContentType="application/vnd.openxmlformats-officedocument.presentationml.tags+xml"/>
  <Override PartName="/ppt/tags/tag322.xml" ContentType="application/vnd.openxmlformats-officedocument.presentationml.tags+xml"/>
  <Override PartName="/ppt/tags/tag3220.xml" ContentType="application/vnd.openxmlformats-officedocument.presentationml.tags+xml"/>
  <Override PartName="/ppt/tags/tag3221.xml" ContentType="application/vnd.openxmlformats-officedocument.presentationml.tags+xml"/>
  <Override PartName="/ppt/tags/tag3222.xml" ContentType="application/vnd.openxmlformats-officedocument.presentationml.tags+xml"/>
  <Override PartName="/ppt/tags/tag3223.xml" ContentType="application/vnd.openxmlformats-officedocument.presentationml.tags+xml"/>
  <Override PartName="/ppt/tags/tag3224.xml" ContentType="application/vnd.openxmlformats-officedocument.presentationml.tags+xml"/>
  <Override PartName="/ppt/tags/tag3225.xml" ContentType="application/vnd.openxmlformats-officedocument.presentationml.tags+xml"/>
  <Override PartName="/ppt/tags/tag3226.xml" ContentType="application/vnd.openxmlformats-officedocument.presentationml.tags+xml"/>
  <Override PartName="/ppt/tags/tag3227.xml" ContentType="application/vnd.openxmlformats-officedocument.presentationml.tags+xml"/>
  <Override PartName="/ppt/tags/tag3228.xml" ContentType="application/vnd.openxmlformats-officedocument.presentationml.tags+xml"/>
  <Override PartName="/ppt/tags/tag3229.xml" ContentType="application/vnd.openxmlformats-officedocument.presentationml.tags+xml"/>
  <Override PartName="/ppt/tags/tag323.xml" ContentType="application/vnd.openxmlformats-officedocument.presentationml.tags+xml"/>
  <Override PartName="/ppt/tags/tag3230.xml" ContentType="application/vnd.openxmlformats-officedocument.presentationml.tags+xml"/>
  <Override PartName="/ppt/tags/tag3231.xml" ContentType="application/vnd.openxmlformats-officedocument.presentationml.tags+xml"/>
  <Override PartName="/ppt/tags/tag3232.xml" ContentType="application/vnd.openxmlformats-officedocument.presentationml.tags+xml"/>
  <Override PartName="/ppt/tags/tag3233.xml" ContentType="application/vnd.openxmlformats-officedocument.presentationml.tags+xml"/>
  <Override PartName="/ppt/tags/tag3234.xml" ContentType="application/vnd.openxmlformats-officedocument.presentationml.tags+xml"/>
  <Override PartName="/ppt/tags/tag3235.xml" ContentType="application/vnd.openxmlformats-officedocument.presentationml.tags+xml"/>
  <Override PartName="/ppt/tags/tag3236.xml" ContentType="application/vnd.openxmlformats-officedocument.presentationml.tags+xml"/>
  <Override PartName="/ppt/tags/tag3237.xml" ContentType="application/vnd.openxmlformats-officedocument.presentationml.tags+xml"/>
  <Override PartName="/ppt/tags/tag3238.xml" ContentType="application/vnd.openxmlformats-officedocument.presentationml.tags+xml"/>
  <Override PartName="/ppt/tags/tag3239.xml" ContentType="application/vnd.openxmlformats-officedocument.presentationml.tags+xml"/>
  <Override PartName="/ppt/tags/tag324.xml" ContentType="application/vnd.openxmlformats-officedocument.presentationml.tags+xml"/>
  <Override PartName="/ppt/tags/tag3240.xml" ContentType="application/vnd.openxmlformats-officedocument.presentationml.tags+xml"/>
  <Override PartName="/ppt/tags/tag3241.xml" ContentType="application/vnd.openxmlformats-officedocument.presentationml.tags+xml"/>
  <Override PartName="/ppt/tags/tag3242.xml" ContentType="application/vnd.openxmlformats-officedocument.presentationml.tags+xml"/>
  <Override PartName="/ppt/tags/tag3243.xml" ContentType="application/vnd.openxmlformats-officedocument.presentationml.tags+xml"/>
  <Override PartName="/ppt/tags/tag3244.xml" ContentType="application/vnd.openxmlformats-officedocument.presentationml.tags+xml"/>
  <Override PartName="/ppt/tags/tag3245.xml" ContentType="application/vnd.openxmlformats-officedocument.presentationml.tags+xml"/>
  <Override PartName="/ppt/tags/tag3246.xml" ContentType="application/vnd.openxmlformats-officedocument.presentationml.tags+xml"/>
  <Override PartName="/ppt/tags/tag3247.xml" ContentType="application/vnd.openxmlformats-officedocument.presentationml.tags+xml"/>
  <Override PartName="/ppt/tags/tag3248.xml" ContentType="application/vnd.openxmlformats-officedocument.presentationml.tags+xml"/>
  <Override PartName="/ppt/tags/tag3249.xml" ContentType="application/vnd.openxmlformats-officedocument.presentationml.tags+xml"/>
  <Override PartName="/ppt/tags/tag325.xml" ContentType="application/vnd.openxmlformats-officedocument.presentationml.tags+xml"/>
  <Override PartName="/ppt/tags/tag3250.xml" ContentType="application/vnd.openxmlformats-officedocument.presentationml.tags+xml"/>
  <Override PartName="/ppt/tags/tag3251.xml" ContentType="application/vnd.openxmlformats-officedocument.presentationml.tags+xml"/>
  <Override PartName="/ppt/tags/tag3252.xml" ContentType="application/vnd.openxmlformats-officedocument.presentationml.tags+xml"/>
  <Override PartName="/ppt/tags/tag3253.xml" ContentType="application/vnd.openxmlformats-officedocument.presentationml.tags+xml"/>
  <Override PartName="/ppt/tags/tag3254.xml" ContentType="application/vnd.openxmlformats-officedocument.presentationml.tags+xml"/>
  <Override PartName="/ppt/tags/tag3255.xml" ContentType="application/vnd.openxmlformats-officedocument.presentationml.tags+xml"/>
  <Override PartName="/ppt/tags/tag3256.xml" ContentType="application/vnd.openxmlformats-officedocument.presentationml.tags+xml"/>
  <Override PartName="/ppt/tags/tag3257.xml" ContentType="application/vnd.openxmlformats-officedocument.presentationml.tags+xml"/>
  <Override PartName="/ppt/tags/tag3258.xml" ContentType="application/vnd.openxmlformats-officedocument.presentationml.tags+xml"/>
  <Override PartName="/ppt/tags/tag3259.xml" ContentType="application/vnd.openxmlformats-officedocument.presentationml.tags+xml"/>
  <Override PartName="/ppt/tags/tag326.xml" ContentType="application/vnd.openxmlformats-officedocument.presentationml.tags+xml"/>
  <Override PartName="/ppt/tags/tag3260.xml" ContentType="application/vnd.openxmlformats-officedocument.presentationml.tags+xml"/>
  <Override PartName="/ppt/tags/tag3261.xml" ContentType="application/vnd.openxmlformats-officedocument.presentationml.tags+xml"/>
  <Override PartName="/ppt/tags/tag3262.xml" ContentType="application/vnd.openxmlformats-officedocument.presentationml.tags+xml"/>
  <Override PartName="/ppt/tags/tag3263.xml" ContentType="application/vnd.openxmlformats-officedocument.presentationml.tags+xml"/>
  <Override PartName="/ppt/tags/tag3264.xml" ContentType="application/vnd.openxmlformats-officedocument.presentationml.tags+xml"/>
  <Override PartName="/ppt/tags/tag3265.xml" ContentType="application/vnd.openxmlformats-officedocument.presentationml.tags+xml"/>
  <Override PartName="/ppt/tags/tag3266.xml" ContentType="application/vnd.openxmlformats-officedocument.presentationml.tags+xml"/>
  <Override PartName="/ppt/tags/tag3267.xml" ContentType="application/vnd.openxmlformats-officedocument.presentationml.tags+xml"/>
  <Override PartName="/ppt/tags/tag3268.xml" ContentType="application/vnd.openxmlformats-officedocument.presentationml.tags+xml"/>
  <Override PartName="/ppt/tags/tag3269.xml" ContentType="application/vnd.openxmlformats-officedocument.presentationml.tags+xml"/>
  <Override PartName="/ppt/tags/tag327.xml" ContentType="application/vnd.openxmlformats-officedocument.presentationml.tags+xml"/>
  <Override PartName="/ppt/tags/tag3270.xml" ContentType="application/vnd.openxmlformats-officedocument.presentationml.tags+xml"/>
  <Override PartName="/ppt/tags/tag3271.xml" ContentType="application/vnd.openxmlformats-officedocument.presentationml.tags+xml"/>
  <Override PartName="/ppt/tags/tag3272.xml" ContentType="application/vnd.openxmlformats-officedocument.presentationml.tags+xml"/>
  <Override PartName="/ppt/tags/tag3273.xml" ContentType="application/vnd.openxmlformats-officedocument.presentationml.tags+xml"/>
  <Override PartName="/ppt/tags/tag3274.xml" ContentType="application/vnd.openxmlformats-officedocument.presentationml.tags+xml"/>
  <Override PartName="/ppt/tags/tag3275.xml" ContentType="application/vnd.openxmlformats-officedocument.presentationml.tags+xml"/>
  <Override PartName="/ppt/tags/tag3276.xml" ContentType="application/vnd.openxmlformats-officedocument.presentationml.tags+xml"/>
  <Override PartName="/ppt/tags/tag3277.xml" ContentType="application/vnd.openxmlformats-officedocument.presentationml.tags+xml"/>
  <Override PartName="/ppt/tags/tag3278.xml" ContentType="application/vnd.openxmlformats-officedocument.presentationml.tags+xml"/>
  <Override PartName="/ppt/tags/tag3279.xml" ContentType="application/vnd.openxmlformats-officedocument.presentationml.tags+xml"/>
  <Override PartName="/ppt/tags/tag328.xml" ContentType="application/vnd.openxmlformats-officedocument.presentationml.tags+xml"/>
  <Override PartName="/ppt/tags/tag3280.xml" ContentType="application/vnd.openxmlformats-officedocument.presentationml.tags+xml"/>
  <Override PartName="/ppt/tags/tag3281.xml" ContentType="application/vnd.openxmlformats-officedocument.presentationml.tags+xml"/>
  <Override PartName="/ppt/tags/tag3282.xml" ContentType="application/vnd.openxmlformats-officedocument.presentationml.tags+xml"/>
  <Override PartName="/ppt/tags/tag3283.xml" ContentType="application/vnd.openxmlformats-officedocument.presentationml.tags+xml"/>
  <Override PartName="/ppt/tags/tag3284.xml" ContentType="application/vnd.openxmlformats-officedocument.presentationml.tags+xml"/>
  <Override PartName="/ppt/tags/tag3285.xml" ContentType="application/vnd.openxmlformats-officedocument.presentationml.tags+xml"/>
  <Override PartName="/ppt/tags/tag3286.xml" ContentType="application/vnd.openxmlformats-officedocument.presentationml.tags+xml"/>
  <Override PartName="/ppt/tags/tag3287.xml" ContentType="application/vnd.openxmlformats-officedocument.presentationml.tags+xml"/>
  <Override PartName="/ppt/tags/tag3288.xml" ContentType="application/vnd.openxmlformats-officedocument.presentationml.tags+xml"/>
  <Override PartName="/ppt/tags/tag3289.xml" ContentType="application/vnd.openxmlformats-officedocument.presentationml.tags+xml"/>
  <Override PartName="/ppt/tags/tag329.xml" ContentType="application/vnd.openxmlformats-officedocument.presentationml.tags+xml"/>
  <Override PartName="/ppt/tags/tag3290.xml" ContentType="application/vnd.openxmlformats-officedocument.presentationml.tags+xml"/>
  <Override PartName="/ppt/tags/tag3291.xml" ContentType="application/vnd.openxmlformats-officedocument.presentationml.tags+xml"/>
  <Override PartName="/ppt/tags/tag3292.xml" ContentType="application/vnd.openxmlformats-officedocument.presentationml.tags+xml"/>
  <Override PartName="/ppt/tags/tag3293.xml" ContentType="application/vnd.openxmlformats-officedocument.presentationml.tags+xml"/>
  <Override PartName="/ppt/tags/tag3294.xml" ContentType="application/vnd.openxmlformats-officedocument.presentationml.tags+xml"/>
  <Override PartName="/ppt/tags/tag3295.xml" ContentType="application/vnd.openxmlformats-officedocument.presentationml.tags+xml"/>
  <Override PartName="/ppt/tags/tag3296.xml" ContentType="application/vnd.openxmlformats-officedocument.presentationml.tags+xml"/>
  <Override PartName="/ppt/tags/tag3297.xml" ContentType="application/vnd.openxmlformats-officedocument.presentationml.tags+xml"/>
  <Override PartName="/ppt/tags/tag3298.xml" ContentType="application/vnd.openxmlformats-officedocument.presentationml.tags+xml"/>
  <Override PartName="/ppt/tags/tag329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00.xml" ContentType="application/vnd.openxmlformats-officedocument.presentationml.tags+xml"/>
  <Override PartName="/ppt/tags/tag3301.xml" ContentType="application/vnd.openxmlformats-officedocument.presentationml.tags+xml"/>
  <Override PartName="/ppt/tags/tag3302.xml" ContentType="application/vnd.openxmlformats-officedocument.presentationml.tags+xml"/>
  <Override PartName="/ppt/tags/tag3303.xml" ContentType="application/vnd.openxmlformats-officedocument.presentationml.tags+xml"/>
  <Override PartName="/ppt/tags/tag3304.xml" ContentType="application/vnd.openxmlformats-officedocument.presentationml.tags+xml"/>
  <Override PartName="/ppt/tags/tag3305.xml" ContentType="application/vnd.openxmlformats-officedocument.presentationml.tags+xml"/>
  <Override PartName="/ppt/tags/tag3306.xml" ContentType="application/vnd.openxmlformats-officedocument.presentationml.tags+xml"/>
  <Override PartName="/ppt/tags/tag3307.xml" ContentType="application/vnd.openxmlformats-officedocument.presentationml.tags+xml"/>
  <Override PartName="/ppt/tags/tag3308.xml" ContentType="application/vnd.openxmlformats-officedocument.presentationml.tags+xml"/>
  <Override PartName="/ppt/tags/tag3309.xml" ContentType="application/vnd.openxmlformats-officedocument.presentationml.tags+xml"/>
  <Override PartName="/ppt/tags/tag331.xml" ContentType="application/vnd.openxmlformats-officedocument.presentationml.tags+xml"/>
  <Override PartName="/ppt/tags/tag3310.xml" ContentType="application/vnd.openxmlformats-officedocument.presentationml.tags+xml"/>
  <Override PartName="/ppt/tags/tag3311.xml" ContentType="application/vnd.openxmlformats-officedocument.presentationml.tags+xml"/>
  <Override PartName="/ppt/tags/tag3312.xml" ContentType="application/vnd.openxmlformats-officedocument.presentationml.tags+xml"/>
  <Override PartName="/ppt/tags/tag3313.xml" ContentType="application/vnd.openxmlformats-officedocument.presentationml.tags+xml"/>
  <Override PartName="/ppt/tags/tag3314.xml" ContentType="application/vnd.openxmlformats-officedocument.presentationml.tags+xml"/>
  <Override PartName="/ppt/tags/tag3315.xml" ContentType="application/vnd.openxmlformats-officedocument.presentationml.tags+xml"/>
  <Override PartName="/ppt/tags/tag3316.xml" ContentType="application/vnd.openxmlformats-officedocument.presentationml.tags+xml"/>
  <Override PartName="/ppt/tags/tag3317.xml" ContentType="application/vnd.openxmlformats-officedocument.presentationml.tags+xml"/>
  <Override PartName="/ppt/tags/tag3318.xml" ContentType="application/vnd.openxmlformats-officedocument.presentationml.tags+xml"/>
  <Override PartName="/ppt/tags/tag3319.xml" ContentType="application/vnd.openxmlformats-officedocument.presentationml.tags+xml"/>
  <Override PartName="/ppt/tags/tag332.xml" ContentType="application/vnd.openxmlformats-officedocument.presentationml.tags+xml"/>
  <Override PartName="/ppt/tags/tag3320.xml" ContentType="application/vnd.openxmlformats-officedocument.presentationml.tags+xml"/>
  <Override PartName="/ppt/tags/tag3321.xml" ContentType="application/vnd.openxmlformats-officedocument.presentationml.tags+xml"/>
  <Override PartName="/ppt/tags/tag3322.xml" ContentType="application/vnd.openxmlformats-officedocument.presentationml.tags+xml"/>
  <Override PartName="/ppt/tags/tag3323.xml" ContentType="application/vnd.openxmlformats-officedocument.presentationml.tags+xml"/>
  <Override PartName="/ppt/tags/tag3324.xml" ContentType="application/vnd.openxmlformats-officedocument.presentationml.tags+xml"/>
  <Override PartName="/ppt/tags/tag3325.xml" ContentType="application/vnd.openxmlformats-officedocument.presentationml.tags+xml"/>
  <Override PartName="/ppt/tags/tag3326.xml" ContentType="application/vnd.openxmlformats-officedocument.presentationml.tags+xml"/>
  <Override PartName="/ppt/tags/tag3327.xml" ContentType="application/vnd.openxmlformats-officedocument.presentationml.tags+xml"/>
  <Override PartName="/ppt/tags/tag3328.xml" ContentType="application/vnd.openxmlformats-officedocument.presentationml.tags+xml"/>
  <Override PartName="/ppt/tags/tag3329.xml" ContentType="application/vnd.openxmlformats-officedocument.presentationml.tags+xml"/>
  <Override PartName="/ppt/tags/tag333.xml" ContentType="application/vnd.openxmlformats-officedocument.presentationml.tags+xml"/>
  <Override PartName="/ppt/tags/tag3330.xml" ContentType="application/vnd.openxmlformats-officedocument.presentationml.tags+xml"/>
  <Override PartName="/ppt/tags/tag3331.xml" ContentType="application/vnd.openxmlformats-officedocument.presentationml.tags+xml"/>
  <Override PartName="/ppt/tags/tag3332.xml" ContentType="application/vnd.openxmlformats-officedocument.presentationml.tags+xml"/>
  <Override PartName="/ppt/tags/tag3333.xml" ContentType="application/vnd.openxmlformats-officedocument.presentationml.tags+xml"/>
  <Override PartName="/ppt/tags/tag3334.xml" ContentType="application/vnd.openxmlformats-officedocument.presentationml.tags+xml"/>
  <Override PartName="/ppt/tags/tag3335.xml" ContentType="application/vnd.openxmlformats-officedocument.presentationml.tags+xml"/>
  <Override PartName="/ppt/tags/tag3336.xml" ContentType="application/vnd.openxmlformats-officedocument.presentationml.tags+xml"/>
  <Override PartName="/ppt/tags/tag3337.xml" ContentType="application/vnd.openxmlformats-officedocument.presentationml.tags+xml"/>
  <Override PartName="/ppt/tags/tag3338.xml" ContentType="application/vnd.openxmlformats-officedocument.presentationml.tags+xml"/>
  <Override PartName="/ppt/tags/tag3339.xml" ContentType="application/vnd.openxmlformats-officedocument.presentationml.tags+xml"/>
  <Override PartName="/ppt/tags/tag334.xml" ContentType="application/vnd.openxmlformats-officedocument.presentationml.tags+xml"/>
  <Override PartName="/ppt/tags/tag3340.xml" ContentType="application/vnd.openxmlformats-officedocument.presentationml.tags+xml"/>
  <Override PartName="/ppt/tags/tag3341.xml" ContentType="application/vnd.openxmlformats-officedocument.presentationml.tags+xml"/>
  <Override PartName="/ppt/tags/tag3342.xml" ContentType="application/vnd.openxmlformats-officedocument.presentationml.tags+xml"/>
  <Override PartName="/ppt/tags/tag3343.xml" ContentType="application/vnd.openxmlformats-officedocument.presentationml.tags+xml"/>
  <Override PartName="/ppt/tags/tag3344.xml" ContentType="application/vnd.openxmlformats-officedocument.presentationml.tags+xml"/>
  <Override PartName="/ppt/tags/tag3345.xml" ContentType="application/vnd.openxmlformats-officedocument.presentationml.tags+xml"/>
  <Override PartName="/ppt/tags/tag3346.xml" ContentType="application/vnd.openxmlformats-officedocument.presentationml.tags+xml"/>
  <Override PartName="/ppt/tags/tag3347.xml" ContentType="application/vnd.openxmlformats-officedocument.presentationml.tags+xml"/>
  <Override PartName="/ppt/tags/tag3348.xml" ContentType="application/vnd.openxmlformats-officedocument.presentationml.tags+xml"/>
  <Override PartName="/ppt/tags/tag3349.xml" ContentType="application/vnd.openxmlformats-officedocument.presentationml.tags+xml"/>
  <Override PartName="/ppt/tags/tag335.xml" ContentType="application/vnd.openxmlformats-officedocument.presentationml.tags+xml"/>
  <Override PartName="/ppt/tags/tag3350.xml" ContentType="application/vnd.openxmlformats-officedocument.presentationml.tags+xml"/>
  <Override PartName="/ppt/tags/tag3351.xml" ContentType="application/vnd.openxmlformats-officedocument.presentationml.tags+xml"/>
  <Override PartName="/ppt/tags/tag3352.xml" ContentType="application/vnd.openxmlformats-officedocument.presentationml.tags+xml"/>
  <Override PartName="/ppt/tags/tag3353.xml" ContentType="application/vnd.openxmlformats-officedocument.presentationml.tags+xml"/>
  <Override PartName="/ppt/tags/tag3354.xml" ContentType="application/vnd.openxmlformats-officedocument.presentationml.tags+xml"/>
  <Override PartName="/ppt/tags/tag3355.xml" ContentType="application/vnd.openxmlformats-officedocument.presentationml.tags+xml"/>
  <Override PartName="/ppt/tags/tag3356.xml" ContentType="application/vnd.openxmlformats-officedocument.presentationml.tags+xml"/>
  <Override PartName="/ppt/tags/tag3357.xml" ContentType="application/vnd.openxmlformats-officedocument.presentationml.tags+xml"/>
  <Override PartName="/ppt/tags/tag3358.xml" ContentType="application/vnd.openxmlformats-officedocument.presentationml.tags+xml"/>
  <Override PartName="/ppt/tags/tag3359.xml" ContentType="application/vnd.openxmlformats-officedocument.presentationml.tags+xml"/>
  <Override PartName="/ppt/tags/tag336.xml" ContentType="application/vnd.openxmlformats-officedocument.presentationml.tags+xml"/>
  <Override PartName="/ppt/tags/tag3360.xml" ContentType="application/vnd.openxmlformats-officedocument.presentationml.tags+xml"/>
  <Override PartName="/ppt/tags/tag3361.xml" ContentType="application/vnd.openxmlformats-officedocument.presentationml.tags+xml"/>
  <Override PartName="/ppt/tags/tag3362.xml" ContentType="application/vnd.openxmlformats-officedocument.presentationml.tags+xml"/>
  <Override PartName="/ppt/tags/tag3363.xml" ContentType="application/vnd.openxmlformats-officedocument.presentationml.tags+xml"/>
  <Override PartName="/ppt/tags/tag3364.xml" ContentType="application/vnd.openxmlformats-officedocument.presentationml.tags+xml"/>
  <Override PartName="/ppt/tags/tag3365.xml" ContentType="application/vnd.openxmlformats-officedocument.presentationml.tags+xml"/>
  <Override PartName="/ppt/tags/tag3366.xml" ContentType="application/vnd.openxmlformats-officedocument.presentationml.tags+xml"/>
  <Override PartName="/ppt/tags/tag3367.xml" ContentType="application/vnd.openxmlformats-officedocument.presentationml.tags+xml"/>
  <Override PartName="/ppt/tags/tag3368.xml" ContentType="application/vnd.openxmlformats-officedocument.presentationml.tags+xml"/>
  <Override PartName="/ppt/tags/tag3369.xml" ContentType="application/vnd.openxmlformats-officedocument.presentationml.tags+xml"/>
  <Override PartName="/ppt/tags/tag337.xml" ContentType="application/vnd.openxmlformats-officedocument.presentationml.tags+xml"/>
  <Override PartName="/ppt/tags/tag3370.xml" ContentType="application/vnd.openxmlformats-officedocument.presentationml.tags+xml"/>
  <Override PartName="/ppt/tags/tag3371.xml" ContentType="application/vnd.openxmlformats-officedocument.presentationml.tags+xml"/>
  <Override PartName="/ppt/tags/tag3372.xml" ContentType="application/vnd.openxmlformats-officedocument.presentationml.tags+xml"/>
  <Override PartName="/ppt/tags/tag3373.xml" ContentType="application/vnd.openxmlformats-officedocument.presentationml.tags+xml"/>
  <Override PartName="/ppt/tags/tag3374.xml" ContentType="application/vnd.openxmlformats-officedocument.presentationml.tags+xml"/>
  <Override PartName="/ppt/tags/tag3375.xml" ContentType="application/vnd.openxmlformats-officedocument.presentationml.tags+xml"/>
  <Override PartName="/ppt/tags/tag3376.xml" ContentType="application/vnd.openxmlformats-officedocument.presentationml.tags+xml"/>
  <Override PartName="/ppt/tags/tag3377.xml" ContentType="application/vnd.openxmlformats-officedocument.presentationml.tags+xml"/>
  <Override PartName="/ppt/tags/tag3378.xml" ContentType="application/vnd.openxmlformats-officedocument.presentationml.tags+xml"/>
  <Override PartName="/ppt/tags/tag3379.xml" ContentType="application/vnd.openxmlformats-officedocument.presentationml.tags+xml"/>
  <Override PartName="/ppt/tags/tag338.xml" ContentType="application/vnd.openxmlformats-officedocument.presentationml.tags+xml"/>
  <Override PartName="/ppt/tags/tag3380.xml" ContentType="application/vnd.openxmlformats-officedocument.presentationml.tags+xml"/>
  <Override PartName="/ppt/tags/tag3381.xml" ContentType="application/vnd.openxmlformats-officedocument.presentationml.tags+xml"/>
  <Override PartName="/ppt/tags/tag3382.xml" ContentType="application/vnd.openxmlformats-officedocument.presentationml.tags+xml"/>
  <Override PartName="/ppt/tags/tag3383.xml" ContentType="application/vnd.openxmlformats-officedocument.presentationml.tags+xml"/>
  <Override PartName="/ppt/tags/tag3384.xml" ContentType="application/vnd.openxmlformats-officedocument.presentationml.tags+xml"/>
  <Override PartName="/ppt/tags/tag3385.xml" ContentType="application/vnd.openxmlformats-officedocument.presentationml.tags+xml"/>
  <Override PartName="/ppt/tags/tag3386.xml" ContentType="application/vnd.openxmlformats-officedocument.presentationml.tags+xml"/>
  <Override PartName="/ppt/tags/tag3387.xml" ContentType="application/vnd.openxmlformats-officedocument.presentationml.tags+xml"/>
  <Override PartName="/ppt/tags/tag3388.xml" ContentType="application/vnd.openxmlformats-officedocument.presentationml.tags+xml"/>
  <Override PartName="/ppt/tags/tag3389.xml" ContentType="application/vnd.openxmlformats-officedocument.presentationml.tags+xml"/>
  <Override PartName="/ppt/tags/tag339.xml" ContentType="application/vnd.openxmlformats-officedocument.presentationml.tags+xml"/>
  <Override PartName="/ppt/tags/tag3390.xml" ContentType="application/vnd.openxmlformats-officedocument.presentationml.tags+xml"/>
  <Override PartName="/ppt/tags/tag3391.xml" ContentType="application/vnd.openxmlformats-officedocument.presentationml.tags+xml"/>
  <Override PartName="/ppt/tags/tag3392.xml" ContentType="application/vnd.openxmlformats-officedocument.presentationml.tags+xml"/>
  <Override PartName="/ppt/tags/tag3393.xml" ContentType="application/vnd.openxmlformats-officedocument.presentationml.tags+xml"/>
  <Override PartName="/ppt/tags/tag3394.xml" ContentType="application/vnd.openxmlformats-officedocument.presentationml.tags+xml"/>
  <Override PartName="/ppt/tags/tag3395.xml" ContentType="application/vnd.openxmlformats-officedocument.presentationml.tags+xml"/>
  <Override PartName="/ppt/tags/tag3396.xml" ContentType="application/vnd.openxmlformats-officedocument.presentationml.tags+xml"/>
  <Override PartName="/ppt/tags/tag3397.xml" ContentType="application/vnd.openxmlformats-officedocument.presentationml.tags+xml"/>
  <Override PartName="/ppt/tags/tag3398.xml" ContentType="application/vnd.openxmlformats-officedocument.presentationml.tags+xml"/>
  <Override PartName="/ppt/tags/tag339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00.xml" ContentType="application/vnd.openxmlformats-officedocument.presentationml.tags+xml"/>
  <Override PartName="/ppt/tags/tag3401.xml" ContentType="application/vnd.openxmlformats-officedocument.presentationml.tags+xml"/>
  <Override PartName="/ppt/tags/tag3402.xml" ContentType="application/vnd.openxmlformats-officedocument.presentationml.tags+xml"/>
  <Override PartName="/ppt/tags/tag3403.xml" ContentType="application/vnd.openxmlformats-officedocument.presentationml.tags+xml"/>
  <Override PartName="/ppt/tags/tag3404.xml" ContentType="application/vnd.openxmlformats-officedocument.presentationml.tags+xml"/>
  <Override PartName="/ppt/tags/tag3405.xml" ContentType="application/vnd.openxmlformats-officedocument.presentationml.tags+xml"/>
  <Override PartName="/ppt/tags/tag3406.xml" ContentType="application/vnd.openxmlformats-officedocument.presentationml.tags+xml"/>
  <Override PartName="/ppt/tags/tag3407.xml" ContentType="application/vnd.openxmlformats-officedocument.presentationml.tags+xml"/>
  <Override PartName="/ppt/tags/tag3408.xml" ContentType="application/vnd.openxmlformats-officedocument.presentationml.tags+xml"/>
  <Override PartName="/ppt/tags/tag3409.xml" ContentType="application/vnd.openxmlformats-officedocument.presentationml.tags+xml"/>
  <Override PartName="/ppt/tags/tag341.xml" ContentType="application/vnd.openxmlformats-officedocument.presentationml.tags+xml"/>
  <Override PartName="/ppt/tags/tag3410.xml" ContentType="application/vnd.openxmlformats-officedocument.presentationml.tags+xml"/>
  <Override PartName="/ppt/tags/tag3411.xml" ContentType="application/vnd.openxmlformats-officedocument.presentationml.tags+xml"/>
  <Override PartName="/ppt/tags/tag3412.xml" ContentType="application/vnd.openxmlformats-officedocument.presentationml.tags+xml"/>
  <Override PartName="/ppt/tags/tag3413.xml" ContentType="application/vnd.openxmlformats-officedocument.presentationml.tags+xml"/>
  <Override PartName="/ppt/tags/tag3414.xml" ContentType="application/vnd.openxmlformats-officedocument.presentationml.tags+xml"/>
  <Override PartName="/ppt/tags/tag3415.xml" ContentType="application/vnd.openxmlformats-officedocument.presentationml.tags+xml"/>
  <Override PartName="/ppt/tags/tag3416.xml" ContentType="application/vnd.openxmlformats-officedocument.presentationml.tags+xml"/>
  <Override PartName="/ppt/tags/tag3417.xml" ContentType="application/vnd.openxmlformats-officedocument.presentationml.tags+xml"/>
  <Override PartName="/ppt/tags/tag3418.xml" ContentType="application/vnd.openxmlformats-officedocument.presentationml.tags+xml"/>
  <Override PartName="/ppt/tags/tag3419.xml" ContentType="application/vnd.openxmlformats-officedocument.presentationml.tags+xml"/>
  <Override PartName="/ppt/tags/tag342.xml" ContentType="application/vnd.openxmlformats-officedocument.presentationml.tags+xml"/>
  <Override PartName="/ppt/tags/tag3420.xml" ContentType="application/vnd.openxmlformats-officedocument.presentationml.tags+xml"/>
  <Override PartName="/ppt/tags/tag3421.xml" ContentType="application/vnd.openxmlformats-officedocument.presentationml.tags+xml"/>
  <Override PartName="/ppt/tags/tag3422.xml" ContentType="application/vnd.openxmlformats-officedocument.presentationml.tags+xml"/>
  <Override PartName="/ppt/tags/tag3423.xml" ContentType="application/vnd.openxmlformats-officedocument.presentationml.tags+xml"/>
  <Override PartName="/ppt/tags/tag3424.xml" ContentType="application/vnd.openxmlformats-officedocument.presentationml.tags+xml"/>
  <Override PartName="/ppt/tags/tag3425.xml" ContentType="application/vnd.openxmlformats-officedocument.presentationml.tags+xml"/>
  <Override PartName="/ppt/tags/tag3426.xml" ContentType="application/vnd.openxmlformats-officedocument.presentationml.tags+xml"/>
  <Override PartName="/ppt/tags/tag3427.xml" ContentType="application/vnd.openxmlformats-officedocument.presentationml.tags+xml"/>
  <Override PartName="/ppt/tags/tag3428.xml" ContentType="application/vnd.openxmlformats-officedocument.presentationml.tags+xml"/>
  <Override PartName="/ppt/tags/tag3429.xml" ContentType="application/vnd.openxmlformats-officedocument.presentationml.tags+xml"/>
  <Override PartName="/ppt/tags/tag343.xml" ContentType="application/vnd.openxmlformats-officedocument.presentationml.tags+xml"/>
  <Override PartName="/ppt/tags/tag3430.xml" ContentType="application/vnd.openxmlformats-officedocument.presentationml.tags+xml"/>
  <Override PartName="/ppt/tags/tag3431.xml" ContentType="application/vnd.openxmlformats-officedocument.presentationml.tags+xml"/>
  <Override PartName="/ppt/tags/tag3432.xml" ContentType="application/vnd.openxmlformats-officedocument.presentationml.tags+xml"/>
  <Override PartName="/ppt/tags/tag3433.xml" ContentType="application/vnd.openxmlformats-officedocument.presentationml.tags+xml"/>
  <Override PartName="/ppt/tags/tag3434.xml" ContentType="application/vnd.openxmlformats-officedocument.presentationml.tags+xml"/>
  <Override PartName="/ppt/tags/tag3435.xml" ContentType="application/vnd.openxmlformats-officedocument.presentationml.tags+xml"/>
  <Override PartName="/ppt/tags/tag3436.xml" ContentType="application/vnd.openxmlformats-officedocument.presentationml.tags+xml"/>
  <Override PartName="/ppt/tags/tag3437.xml" ContentType="application/vnd.openxmlformats-officedocument.presentationml.tags+xml"/>
  <Override PartName="/ppt/tags/tag3438.xml" ContentType="application/vnd.openxmlformats-officedocument.presentationml.tags+xml"/>
  <Override PartName="/ppt/tags/tag3439.xml" ContentType="application/vnd.openxmlformats-officedocument.presentationml.tags+xml"/>
  <Override PartName="/ppt/tags/tag344.xml" ContentType="application/vnd.openxmlformats-officedocument.presentationml.tags+xml"/>
  <Override PartName="/ppt/tags/tag3440.xml" ContentType="application/vnd.openxmlformats-officedocument.presentationml.tags+xml"/>
  <Override PartName="/ppt/tags/tag3441.xml" ContentType="application/vnd.openxmlformats-officedocument.presentationml.tags+xml"/>
  <Override PartName="/ppt/tags/tag3442.xml" ContentType="application/vnd.openxmlformats-officedocument.presentationml.tags+xml"/>
  <Override PartName="/ppt/tags/tag3443.xml" ContentType="application/vnd.openxmlformats-officedocument.presentationml.tags+xml"/>
  <Override PartName="/ppt/tags/tag3444.xml" ContentType="application/vnd.openxmlformats-officedocument.presentationml.tags+xml"/>
  <Override PartName="/ppt/tags/tag3445.xml" ContentType="application/vnd.openxmlformats-officedocument.presentationml.tags+xml"/>
  <Override PartName="/ppt/tags/tag3446.xml" ContentType="application/vnd.openxmlformats-officedocument.presentationml.tags+xml"/>
  <Override PartName="/ppt/tags/tag3447.xml" ContentType="application/vnd.openxmlformats-officedocument.presentationml.tags+xml"/>
  <Override PartName="/ppt/tags/tag3448.xml" ContentType="application/vnd.openxmlformats-officedocument.presentationml.tags+xml"/>
  <Override PartName="/ppt/tags/tag3449.xml" ContentType="application/vnd.openxmlformats-officedocument.presentationml.tags+xml"/>
  <Override PartName="/ppt/tags/tag345.xml" ContentType="application/vnd.openxmlformats-officedocument.presentationml.tags+xml"/>
  <Override PartName="/ppt/tags/tag3450.xml" ContentType="application/vnd.openxmlformats-officedocument.presentationml.tags+xml"/>
  <Override PartName="/ppt/tags/tag3451.xml" ContentType="application/vnd.openxmlformats-officedocument.presentationml.tags+xml"/>
  <Override PartName="/ppt/tags/tag3452.xml" ContentType="application/vnd.openxmlformats-officedocument.presentationml.tags+xml"/>
  <Override PartName="/ppt/tags/tag3453.xml" ContentType="application/vnd.openxmlformats-officedocument.presentationml.tags+xml"/>
  <Override PartName="/ppt/tags/tag3454.xml" ContentType="application/vnd.openxmlformats-officedocument.presentationml.tags+xml"/>
  <Override PartName="/ppt/tags/tag3455.xml" ContentType="application/vnd.openxmlformats-officedocument.presentationml.tags+xml"/>
  <Override PartName="/ppt/tags/tag3456.xml" ContentType="application/vnd.openxmlformats-officedocument.presentationml.tags+xml"/>
  <Override PartName="/ppt/tags/tag3457.xml" ContentType="application/vnd.openxmlformats-officedocument.presentationml.tags+xml"/>
  <Override PartName="/ppt/tags/tag3458.xml" ContentType="application/vnd.openxmlformats-officedocument.presentationml.tags+xml"/>
  <Override PartName="/ppt/tags/tag3459.xml" ContentType="application/vnd.openxmlformats-officedocument.presentationml.tags+xml"/>
  <Override PartName="/ppt/tags/tag346.xml" ContentType="application/vnd.openxmlformats-officedocument.presentationml.tags+xml"/>
  <Override PartName="/ppt/tags/tag3460.xml" ContentType="application/vnd.openxmlformats-officedocument.presentationml.tags+xml"/>
  <Override PartName="/ppt/tags/tag3461.xml" ContentType="application/vnd.openxmlformats-officedocument.presentationml.tags+xml"/>
  <Override PartName="/ppt/tags/tag3462.xml" ContentType="application/vnd.openxmlformats-officedocument.presentationml.tags+xml"/>
  <Override PartName="/ppt/tags/tag3463.xml" ContentType="application/vnd.openxmlformats-officedocument.presentationml.tags+xml"/>
  <Override PartName="/ppt/tags/tag3464.xml" ContentType="application/vnd.openxmlformats-officedocument.presentationml.tags+xml"/>
  <Override PartName="/ppt/tags/tag3465.xml" ContentType="application/vnd.openxmlformats-officedocument.presentationml.tags+xml"/>
  <Override PartName="/ppt/tags/tag3466.xml" ContentType="application/vnd.openxmlformats-officedocument.presentationml.tags+xml"/>
  <Override PartName="/ppt/tags/tag3467.xml" ContentType="application/vnd.openxmlformats-officedocument.presentationml.tags+xml"/>
  <Override PartName="/ppt/tags/tag3468.xml" ContentType="application/vnd.openxmlformats-officedocument.presentationml.tags+xml"/>
  <Override PartName="/ppt/tags/tag3469.xml" ContentType="application/vnd.openxmlformats-officedocument.presentationml.tags+xml"/>
  <Override PartName="/ppt/tags/tag347.xml" ContentType="application/vnd.openxmlformats-officedocument.presentationml.tags+xml"/>
  <Override PartName="/ppt/tags/tag3470.xml" ContentType="application/vnd.openxmlformats-officedocument.presentationml.tags+xml"/>
  <Override PartName="/ppt/tags/tag3471.xml" ContentType="application/vnd.openxmlformats-officedocument.presentationml.tags+xml"/>
  <Override PartName="/ppt/tags/tag3472.xml" ContentType="application/vnd.openxmlformats-officedocument.presentationml.tags+xml"/>
  <Override PartName="/ppt/tags/tag3473.xml" ContentType="application/vnd.openxmlformats-officedocument.presentationml.tags+xml"/>
  <Override PartName="/ppt/tags/tag3474.xml" ContentType="application/vnd.openxmlformats-officedocument.presentationml.tags+xml"/>
  <Override PartName="/ppt/tags/tag3475.xml" ContentType="application/vnd.openxmlformats-officedocument.presentationml.tags+xml"/>
  <Override PartName="/ppt/tags/tag3476.xml" ContentType="application/vnd.openxmlformats-officedocument.presentationml.tags+xml"/>
  <Override PartName="/ppt/tags/tag3477.xml" ContentType="application/vnd.openxmlformats-officedocument.presentationml.tags+xml"/>
  <Override PartName="/ppt/tags/tag3478.xml" ContentType="application/vnd.openxmlformats-officedocument.presentationml.tags+xml"/>
  <Override PartName="/ppt/tags/tag3479.xml" ContentType="application/vnd.openxmlformats-officedocument.presentationml.tags+xml"/>
  <Override PartName="/ppt/tags/tag348.xml" ContentType="application/vnd.openxmlformats-officedocument.presentationml.tags+xml"/>
  <Override PartName="/ppt/tags/tag3480.xml" ContentType="application/vnd.openxmlformats-officedocument.presentationml.tags+xml"/>
  <Override PartName="/ppt/tags/tag3481.xml" ContentType="application/vnd.openxmlformats-officedocument.presentationml.tags+xml"/>
  <Override PartName="/ppt/tags/tag3482.xml" ContentType="application/vnd.openxmlformats-officedocument.presentationml.tags+xml"/>
  <Override PartName="/ppt/tags/tag3483.xml" ContentType="application/vnd.openxmlformats-officedocument.presentationml.tags+xml"/>
  <Override PartName="/ppt/tags/tag3484.xml" ContentType="application/vnd.openxmlformats-officedocument.presentationml.tags+xml"/>
  <Override PartName="/ppt/tags/tag3485.xml" ContentType="application/vnd.openxmlformats-officedocument.presentationml.tags+xml"/>
  <Override PartName="/ppt/tags/tag3486.xml" ContentType="application/vnd.openxmlformats-officedocument.presentationml.tags+xml"/>
  <Override PartName="/ppt/tags/tag3487.xml" ContentType="application/vnd.openxmlformats-officedocument.presentationml.tags+xml"/>
  <Override PartName="/ppt/tags/tag3488.xml" ContentType="application/vnd.openxmlformats-officedocument.presentationml.tags+xml"/>
  <Override PartName="/ppt/tags/tag3489.xml" ContentType="application/vnd.openxmlformats-officedocument.presentationml.tags+xml"/>
  <Override PartName="/ppt/tags/tag349.xml" ContentType="application/vnd.openxmlformats-officedocument.presentationml.tags+xml"/>
  <Override PartName="/ppt/tags/tag3490.xml" ContentType="application/vnd.openxmlformats-officedocument.presentationml.tags+xml"/>
  <Override PartName="/ppt/tags/tag3491.xml" ContentType="application/vnd.openxmlformats-officedocument.presentationml.tags+xml"/>
  <Override PartName="/ppt/tags/tag3492.xml" ContentType="application/vnd.openxmlformats-officedocument.presentationml.tags+xml"/>
  <Override PartName="/ppt/tags/tag3493.xml" ContentType="application/vnd.openxmlformats-officedocument.presentationml.tags+xml"/>
  <Override PartName="/ppt/tags/tag3494.xml" ContentType="application/vnd.openxmlformats-officedocument.presentationml.tags+xml"/>
  <Override PartName="/ppt/tags/tag3495.xml" ContentType="application/vnd.openxmlformats-officedocument.presentationml.tags+xml"/>
  <Override PartName="/ppt/tags/tag3496.xml" ContentType="application/vnd.openxmlformats-officedocument.presentationml.tags+xml"/>
  <Override PartName="/ppt/tags/tag3497.xml" ContentType="application/vnd.openxmlformats-officedocument.presentationml.tags+xml"/>
  <Override PartName="/ppt/tags/tag3498.xml" ContentType="application/vnd.openxmlformats-officedocument.presentationml.tags+xml"/>
  <Override PartName="/ppt/tags/tag349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00.xml" ContentType="application/vnd.openxmlformats-officedocument.presentationml.tags+xml"/>
  <Override PartName="/ppt/tags/tag3501.xml" ContentType="application/vnd.openxmlformats-officedocument.presentationml.tags+xml"/>
  <Override PartName="/ppt/tags/tag3502.xml" ContentType="application/vnd.openxmlformats-officedocument.presentationml.tags+xml"/>
  <Override PartName="/ppt/tags/tag3503.xml" ContentType="application/vnd.openxmlformats-officedocument.presentationml.tags+xml"/>
  <Override PartName="/ppt/tags/tag3504.xml" ContentType="application/vnd.openxmlformats-officedocument.presentationml.tags+xml"/>
  <Override PartName="/ppt/tags/tag3505.xml" ContentType="application/vnd.openxmlformats-officedocument.presentationml.tags+xml"/>
  <Override PartName="/ppt/tags/tag3506.xml" ContentType="application/vnd.openxmlformats-officedocument.presentationml.tags+xml"/>
  <Override PartName="/ppt/tags/tag3507.xml" ContentType="application/vnd.openxmlformats-officedocument.presentationml.tags+xml"/>
  <Override PartName="/ppt/tags/tag3508.xml" ContentType="application/vnd.openxmlformats-officedocument.presentationml.tags+xml"/>
  <Override PartName="/ppt/tags/tag3509.xml" ContentType="application/vnd.openxmlformats-officedocument.presentationml.tags+xml"/>
  <Override PartName="/ppt/tags/tag351.xml" ContentType="application/vnd.openxmlformats-officedocument.presentationml.tags+xml"/>
  <Override PartName="/ppt/tags/tag3510.xml" ContentType="application/vnd.openxmlformats-officedocument.presentationml.tags+xml"/>
  <Override PartName="/ppt/tags/tag3511.xml" ContentType="application/vnd.openxmlformats-officedocument.presentationml.tags+xml"/>
  <Override PartName="/ppt/tags/tag3512.xml" ContentType="application/vnd.openxmlformats-officedocument.presentationml.tags+xml"/>
  <Override PartName="/ppt/tags/tag3513.xml" ContentType="application/vnd.openxmlformats-officedocument.presentationml.tags+xml"/>
  <Override PartName="/ppt/tags/tag3514.xml" ContentType="application/vnd.openxmlformats-officedocument.presentationml.tags+xml"/>
  <Override PartName="/ppt/tags/tag3515.xml" ContentType="application/vnd.openxmlformats-officedocument.presentationml.tags+xml"/>
  <Override PartName="/ppt/tags/tag3516.xml" ContentType="application/vnd.openxmlformats-officedocument.presentationml.tags+xml"/>
  <Override PartName="/ppt/tags/tag3517.xml" ContentType="application/vnd.openxmlformats-officedocument.presentationml.tags+xml"/>
  <Override PartName="/ppt/tags/tag3518.xml" ContentType="application/vnd.openxmlformats-officedocument.presentationml.tags+xml"/>
  <Override PartName="/ppt/tags/tag3519.xml" ContentType="application/vnd.openxmlformats-officedocument.presentationml.tags+xml"/>
  <Override PartName="/ppt/tags/tag352.xml" ContentType="application/vnd.openxmlformats-officedocument.presentationml.tags+xml"/>
  <Override PartName="/ppt/tags/tag3520.xml" ContentType="application/vnd.openxmlformats-officedocument.presentationml.tags+xml"/>
  <Override PartName="/ppt/tags/tag3521.xml" ContentType="application/vnd.openxmlformats-officedocument.presentationml.tags+xml"/>
  <Override PartName="/ppt/tags/tag3522.xml" ContentType="application/vnd.openxmlformats-officedocument.presentationml.tags+xml"/>
  <Override PartName="/ppt/tags/tag3523.xml" ContentType="application/vnd.openxmlformats-officedocument.presentationml.tags+xml"/>
  <Override PartName="/ppt/tags/tag3524.xml" ContentType="application/vnd.openxmlformats-officedocument.presentationml.tags+xml"/>
  <Override PartName="/ppt/tags/tag3525.xml" ContentType="application/vnd.openxmlformats-officedocument.presentationml.tags+xml"/>
  <Override PartName="/ppt/tags/tag3526.xml" ContentType="application/vnd.openxmlformats-officedocument.presentationml.tags+xml"/>
  <Override PartName="/ppt/tags/tag3527.xml" ContentType="application/vnd.openxmlformats-officedocument.presentationml.tags+xml"/>
  <Override PartName="/ppt/tags/tag3528.xml" ContentType="application/vnd.openxmlformats-officedocument.presentationml.tags+xml"/>
  <Override PartName="/ppt/tags/tag3529.xml" ContentType="application/vnd.openxmlformats-officedocument.presentationml.tags+xml"/>
  <Override PartName="/ppt/tags/tag353.xml" ContentType="application/vnd.openxmlformats-officedocument.presentationml.tags+xml"/>
  <Override PartName="/ppt/tags/tag3530.xml" ContentType="application/vnd.openxmlformats-officedocument.presentationml.tags+xml"/>
  <Override PartName="/ppt/tags/tag3531.xml" ContentType="application/vnd.openxmlformats-officedocument.presentationml.tags+xml"/>
  <Override PartName="/ppt/tags/tag3532.xml" ContentType="application/vnd.openxmlformats-officedocument.presentationml.tags+xml"/>
  <Override PartName="/ppt/tags/tag3533.xml" ContentType="application/vnd.openxmlformats-officedocument.presentationml.tags+xml"/>
  <Override PartName="/ppt/tags/tag3534.xml" ContentType="application/vnd.openxmlformats-officedocument.presentationml.tags+xml"/>
  <Override PartName="/ppt/tags/tag3535.xml" ContentType="application/vnd.openxmlformats-officedocument.presentationml.tags+xml"/>
  <Override PartName="/ppt/tags/tag3536.xml" ContentType="application/vnd.openxmlformats-officedocument.presentationml.tags+xml"/>
  <Override PartName="/ppt/tags/tag3537.xml" ContentType="application/vnd.openxmlformats-officedocument.presentationml.tags+xml"/>
  <Override PartName="/ppt/tags/tag3538.xml" ContentType="application/vnd.openxmlformats-officedocument.presentationml.tags+xml"/>
  <Override PartName="/ppt/tags/tag3539.xml" ContentType="application/vnd.openxmlformats-officedocument.presentationml.tags+xml"/>
  <Override PartName="/ppt/tags/tag354.xml" ContentType="application/vnd.openxmlformats-officedocument.presentationml.tags+xml"/>
  <Override PartName="/ppt/tags/tag3540.xml" ContentType="application/vnd.openxmlformats-officedocument.presentationml.tags+xml"/>
  <Override PartName="/ppt/tags/tag3541.xml" ContentType="application/vnd.openxmlformats-officedocument.presentationml.tags+xml"/>
  <Override PartName="/ppt/tags/tag3542.xml" ContentType="application/vnd.openxmlformats-officedocument.presentationml.tags+xml"/>
  <Override PartName="/ppt/tags/tag3543.xml" ContentType="application/vnd.openxmlformats-officedocument.presentationml.tags+xml"/>
  <Override PartName="/ppt/tags/tag3544.xml" ContentType="application/vnd.openxmlformats-officedocument.presentationml.tags+xml"/>
  <Override PartName="/ppt/tags/tag3545.xml" ContentType="application/vnd.openxmlformats-officedocument.presentationml.tags+xml"/>
  <Override PartName="/ppt/tags/tag3546.xml" ContentType="application/vnd.openxmlformats-officedocument.presentationml.tags+xml"/>
  <Override PartName="/ppt/tags/tag3547.xml" ContentType="application/vnd.openxmlformats-officedocument.presentationml.tags+xml"/>
  <Override PartName="/ppt/tags/tag3548.xml" ContentType="application/vnd.openxmlformats-officedocument.presentationml.tags+xml"/>
  <Override PartName="/ppt/tags/tag3549.xml" ContentType="application/vnd.openxmlformats-officedocument.presentationml.tags+xml"/>
  <Override PartName="/ppt/tags/tag355.xml" ContentType="application/vnd.openxmlformats-officedocument.presentationml.tags+xml"/>
  <Override PartName="/ppt/tags/tag3550.xml" ContentType="application/vnd.openxmlformats-officedocument.presentationml.tags+xml"/>
  <Override PartName="/ppt/tags/tag3551.xml" ContentType="application/vnd.openxmlformats-officedocument.presentationml.tags+xml"/>
  <Override PartName="/ppt/tags/tag3552.xml" ContentType="application/vnd.openxmlformats-officedocument.presentationml.tags+xml"/>
  <Override PartName="/ppt/tags/tag3553.xml" ContentType="application/vnd.openxmlformats-officedocument.presentationml.tags+xml"/>
  <Override PartName="/ppt/tags/tag3554.xml" ContentType="application/vnd.openxmlformats-officedocument.presentationml.tags+xml"/>
  <Override PartName="/ppt/tags/tag3555.xml" ContentType="application/vnd.openxmlformats-officedocument.presentationml.tags+xml"/>
  <Override PartName="/ppt/tags/tag3556.xml" ContentType="application/vnd.openxmlformats-officedocument.presentationml.tags+xml"/>
  <Override PartName="/ppt/tags/tag3557.xml" ContentType="application/vnd.openxmlformats-officedocument.presentationml.tags+xml"/>
  <Override PartName="/ppt/tags/tag3558.xml" ContentType="application/vnd.openxmlformats-officedocument.presentationml.tags+xml"/>
  <Override PartName="/ppt/tags/tag3559.xml" ContentType="application/vnd.openxmlformats-officedocument.presentationml.tags+xml"/>
  <Override PartName="/ppt/tags/tag356.xml" ContentType="application/vnd.openxmlformats-officedocument.presentationml.tags+xml"/>
  <Override PartName="/ppt/tags/tag3560.xml" ContentType="application/vnd.openxmlformats-officedocument.presentationml.tags+xml"/>
  <Override PartName="/ppt/tags/tag3561.xml" ContentType="application/vnd.openxmlformats-officedocument.presentationml.tags+xml"/>
  <Override PartName="/ppt/tags/tag3562.xml" ContentType="application/vnd.openxmlformats-officedocument.presentationml.tags+xml"/>
  <Override PartName="/ppt/tags/tag3563.xml" ContentType="application/vnd.openxmlformats-officedocument.presentationml.tags+xml"/>
  <Override PartName="/ppt/tags/tag3564.xml" ContentType="application/vnd.openxmlformats-officedocument.presentationml.tags+xml"/>
  <Override PartName="/ppt/tags/tag3565.xml" ContentType="application/vnd.openxmlformats-officedocument.presentationml.tags+xml"/>
  <Override PartName="/ppt/tags/tag3566.xml" ContentType="application/vnd.openxmlformats-officedocument.presentationml.tags+xml"/>
  <Override PartName="/ppt/tags/tag3567.xml" ContentType="application/vnd.openxmlformats-officedocument.presentationml.tags+xml"/>
  <Override PartName="/ppt/tags/tag3568.xml" ContentType="application/vnd.openxmlformats-officedocument.presentationml.tags+xml"/>
  <Override PartName="/ppt/tags/tag3569.xml" ContentType="application/vnd.openxmlformats-officedocument.presentationml.tags+xml"/>
  <Override PartName="/ppt/tags/tag357.xml" ContentType="application/vnd.openxmlformats-officedocument.presentationml.tags+xml"/>
  <Override PartName="/ppt/tags/tag3570.xml" ContentType="application/vnd.openxmlformats-officedocument.presentationml.tags+xml"/>
  <Override PartName="/ppt/tags/tag3571.xml" ContentType="application/vnd.openxmlformats-officedocument.presentationml.tags+xml"/>
  <Override PartName="/ppt/tags/tag3572.xml" ContentType="application/vnd.openxmlformats-officedocument.presentationml.tags+xml"/>
  <Override PartName="/ppt/tags/tag3573.xml" ContentType="application/vnd.openxmlformats-officedocument.presentationml.tags+xml"/>
  <Override PartName="/ppt/tags/tag3574.xml" ContentType="application/vnd.openxmlformats-officedocument.presentationml.tags+xml"/>
  <Override PartName="/ppt/tags/tag3575.xml" ContentType="application/vnd.openxmlformats-officedocument.presentationml.tags+xml"/>
  <Override PartName="/ppt/tags/tag3576.xml" ContentType="application/vnd.openxmlformats-officedocument.presentationml.tags+xml"/>
  <Override PartName="/ppt/tags/tag3577.xml" ContentType="application/vnd.openxmlformats-officedocument.presentationml.tags+xml"/>
  <Override PartName="/ppt/tags/tag3578.xml" ContentType="application/vnd.openxmlformats-officedocument.presentationml.tags+xml"/>
  <Override PartName="/ppt/tags/tag3579.xml" ContentType="application/vnd.openxmlformats-officedocument.presentationml.tags+xml"/>
  <Override PartName="/ppt/tags/tag358.xml" ContentType="application/vnd.openxmlformats-officedocument.presentationml.tags+xml"/>
  <Override PartName="/ppt/tags/tag3580.xml" ContentType="application/vnd.openxmlformats-officedocument.presentationml.tags+xml"/>
  <Override PartName="/ppt/tags/tag3581.xml" ContentType="application/vnd.openxmlformats-officedocument.presentationml.tags+xml"/>
  <Override PartName="/ppt/tags/tag3582.xml" ContentType="application/vnd.openxmlformats-officedocument.presentationml.tags+xml"/>
  <Override PartName="/ppt/tags/tag3583.xml" ContentType="application/vnd.openxmlformats-officedocument.presentationml.tags+xml"/>
  <Override PartName="/ppt/tags/tag3584.xml" ContentType="application/vnd.openxmlformats-officedocument.presentationml.tags+xml"/>
  <Override PartName="/ppt/tags/tag3585.xml" ContentType="application/vnd.openxmlformats-officedocument.presentationml.tags+xml"/>
  <Override PartName="/ppt/tags/tag3586.xml" ContentType="application/vnd.openxmlformats-officedocument.presentationml.tags+xml"/>
  <Override PartName="/ppt/tags/tag3587.xml" ContentType="application/vnd.openxmlformats-officedocument.presentationml.tags+xml"/>
  <Override PartName="/ppt/tags/tag3588.xml" ContentType="application/vnd.openxmlformats-officedocument.presentationml.tags+xml"/>
  <Override PartName="/ppt/tags/tag3589.xml" ContentType="application/vnd.openxmlformats-officedocument.presentationml.tags+xml"/>
  <Override PartName="/ppt/tags/tag359.xml" ContentType="application/vnd.openxmlformats-officedocument.presentationml.tags+xml"/>
  <Override PartName="/ppt/tags/tag3590.xml" ContentType="application/vnd.openxmlformats-officedocument.presentationml.tags+xml"/>
  <Override PartName="/ppt/tags/tag3591.xml" ContentType="application/vnd.openxmlformats-officedocument.presentationml.tags+xml"/>
  <Override PartName="/ppt/tags/tag3592.xml" ContentType="application/vnd.openxmlformats-officedocument.presentationml.tags+xml"/>
  <Override PartName="/ppt/tags/tag3593.xml" ContentType="application/vnd.openxmlformats-officedocument.presentationml.tags+xml"/>
  <Override PartName="/ppt/tags/tag3594.xml" ContentType="application/vnd.openxmlformats-officedocument.presentationml.tags+xml"/>
  <Override PartName="/ppt/tags/tag3595.xml" ContentType="application/vnd.openxmlformats-officedocument.presentationml.tags+xml"/>
  <Override PartName="/ppt/tags/tag3596.xml" ContentType="application/vnd.openxmlformats-officedocument.presentationml.tags+xml"/>
  <Override PartName="/ppt/tags/tag3597.xml" ContentType="application/vnd.openxmlformats-officedocument.presentationml.tags+xml"/>
  <Override PartName="/ppt/tags/tag3598.xml" ContentType="application/vnd.openxmlformats-officedocument.presentationml.tags+xml"/>
  <Override PartName="/ppt/tags/tag359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00.xml" ContentType="application/vnd.openxmlformats-officedocument.presentationml.tags+xml"/>
  <Override PartName="/ppt/tags/tag3601.xml" ContentType="application/vnd.openxmlformats-officedocument.presentationml.tags+xml"/>
  <Override PartName="/ppt/tags/tag3602.xml" ContentType="application/vnd.openxmlformats-officedocument.presentationml.tags+xml"/>
  <Override PartName="/ppt/tags/tag3603.xml" ContentType="application/vnd.openxmlformats-officedocument.presentationml.tags+xml"/>
  <Override PartName="/ppt/tags/tag3604.xml" ContentType="application/vnd.openxmlformats-officedocument.presentationml.tags+xml"/>
  <Override PartName="/ppt/tags/tag3605.xml" ContentType="application/vnd.openxmlformats-officedocument.presentationml.tags+xml"/>
  <Override PartName="/ppt/tags/tag3606.xml" ContentType="application/vnd.openxmlformats-officedocument.presentationml.tags+xml"/>
  <Override PartName="/ppt/tags/tag3607.xml" ContentType="application/vnd.openxmlformats-officedocument.presentationml.tags+xml"/>
  <Override PartName="/ppt/tags/tag3608.xml" ContentType="application/vnd.openxmlformats-officedocument.presentationml.tags+xml"/>
  <Override PartName="/ppt/tags/tag3609.xml" ContentType="application/vnd.openxmlformats-officedocument.presentationml.tags+xml"/>
  <Override PartName="/ppt/tags/tag361.xml" ContentType="application/vnd.openxmlformats-officedocument.presentationml.tags+xml"/>
  <Override PartName="/ppt/tags/tag3610.xml" ContentType="application/vnd.openxmlformats-officedocument.presentationml.tags+xml"/>
  <Override PartName="/ppt/tags/tag3611.xml" ContentType="application/vnd.openxmlformats-officedocument.presentationml.tags+xml"/>
  <Override PartName="/ppt/tags/tag3612.xml" ContentType="application/vnd.openxmlformats-officedocument.presentationml.tags+xml"/>
  <Override PartName="/ppt/tags/tag3613.xml" ContentType="application/vnd.openxmlformats-officedocument.presentationml.tags+xml"/>
  <Override PartName="/ppt/tags/tag3614.xml" ContentType="application/vnd.openxmlformats-officedocument.presentationml.tags+xml"/>
  <Override PartName="/ppt/tags/tag3615.xml" ContentType="application/vnd.openxmlformats-officedocument.presentationml.tags+xml"/>
  <Override PartName="/ppt/tags/tag3616.xml" ContentType="application/vnd.openxmlformats-officedocument.presentationml.tags+xml"/>
  <Override PartName="/ppt/tags/tag3617.xml" ContentType="application/vnd.openxmlformats-officedocument.presentationml.tags+xml"/>
  <Override PartName="/ppt/tags/tag3618.xml" ContentType="application/vnd.openxmlformats-officedocument.presentationml.tags+xml"/>
  <Override PartName="/ppt/tags/tag3619.xml" ContentType="application/vnd.openxmlformats-officedocument.presentationml.tags+xml"/>
  <Override PartName="/ppt/tags/tag362.xml" ContentType="application/vnd.openxmlformats-officedocument.presentationml.tags+xml"/>
  <Override PartName="/ppt/tags/tag3620.xml" ContentType="application/vnd.openxmlformats-officedocument.presentationml.tags+xml"/>
  <Override PartName="/ppt/tags/tag3621.xml" ContentType="application/vnd.openxmlformats-officedocument.presentationml.tags+xml"/>
  <Override PartName="/ppt/tags/tag3622.xml" ContentType="application/vnd.openxmlformats-officedocument.presentationml.tags+xml"/>
  <Override PartName="/ppt/tags/tag3623.xml" ContentType="application/vnd.openxmlformats-officedocument.presentationml.tags+xml"/>
  <Override PartName="/ppt/tags/tag3624.xml" ContentType="application/vnd.openxmlformats-officedocument.presentationml.tags+xml"/>
  <Override PartName="/ppt/tags/tag3625.xml" ContentType="application/vnd.openxmlformats-officedocument.presentationml.tags+xml"/>
  <Override PartName="/ppt/tags/tag3626.xml" ContentType="application/vnd.openxmlformats-officedocument.presentationml.tags+xml"/>
  <Override PartName="/ppt/tags/tag3627.xml" ContentType="application/vnd.openxmlformats-officedocument.presentationml.tags+xml"/>
  <Override PartName="/ppt/tags/tag3628.xml" ContentType="application/vnd.openxmlformats-officedocument.presentationml.tags+xml"/>
  <Override PartName="/ppt/tags/tag3629.xml" ContentType="application/vnd.openxmlformats-officedocument.presentationml.tags+xml"/>
  <Override PartName="/ppt/tags/tag363.xml" ContentType="application/vnd.openxmlformats-officedocument.presentationml.tags+xml"/>
  <Override PartName="/ppt/tags/tag3630.xml" ContentType="application/vnd.openxmlformats-officedocument.presentationml.tags+xml"/>
  <Override PartName="/ppt/tags/tag3631.xml" ContentType="application/vnd.openxmlformats-officedocument.presentationml.tags+xml"/>
  <Override PartName="/ppt/tags/tag3632.xml" ContentType="application/vnd.openxmlformats-officedocument.presentationml.tags+xml"/>
  <Override PartName="/ppt/tags/tag3633.xml" ContentType="application/vnd.openxmlformats-officedocument.presentationml.tags+xml"/>
  <Override PartName="/ppt/tags/tag3634.xml" ContentType="application/vnd.openxmlformats-officedocument.presentationml.tags+xml"/>
  <Override PartName="/ppt/tags/tag3635.xml" ContentType="application/vnd.openxmlformats-officedocument.presentationml.tags+xml"/>
  <Override PartName="/ppt/tags/tag3636.xml" ContentType="application/vnd.openxmlformats-officedocument.presentationml.tags+xml"/>
  <Override PartName="/ppt/tags/tag3637.xml" ContentType="application/vnd.openxmlformats-officedocument.presentationml.tags+xml"/>
  <Override PartName="/ppt/tags/tag3638.xml" ContentType="application/vnd.openxmlformats-officedocument.presentationml.tags+xml"/>
  <Override PartName="/ppt/tags/tag3639.xml" ContentType="application/vnd.openxmlformats-officedocument.presentationml.tags+xml"/>
  <Override PartName="/ppt/tags/tag364.xml" ContentType="application/vnd.openxmlformats-officedocument.presentationml.tags+xml"/>
  <Override PartName="/ppt/tags/tag3640.xml" ContentType="application/vnd.openxmlformats-officedocument.presentationml.tags+xml"/>
  <Override PartName="/ppt/tags/tag3641.xml" ContentType="application/vnd.openxmlformats-officedocument.presentationml.tags+xml"/>
  <Override PartName="/ppt/tags/tag3642.xml" ContentType="application/vnd.openxmlformats-officedocument.presentationml.tags+xml"/>
  <Override PartName="/ppt/tags/tag3643.xml" ContentType="application/vnd.openxmlformats-officedocument.presentationml.tags+xml"/>
  <Override PartName="/ppt/tags/tag3644.xml" ContentType="application/vnd.openxmlformats-officedocument.presentationml.tags+xml"/>
  <Override PartName="/ppt/tags/tag3645.xml" ContentType="application/vnd.openxmlformats-officedocument.presentationml.tags+xml"/>
  <Override PartName="/ppt/tags/tag3646.xml" ContentType="application/vnd.openxmlformats-officedocument.presentationml.tags+xml"/>
  <Override PartName="/ppt/tags/tag3647.xml" ContentType="application/vnd.openxmlformats-officedocument.presentationml.tags+xml"/>
  <Override PartName="/ppt/tags/tag3648.xml" ContentType="application/vnd.openxmlformats-officedocument.presentationml.tags+xml"/>
  <Override PartName="/ppt/tags/tag3649.xml" ContentType="application/vnd.openxmlformats-officedocument.presentationml.tags+xml"/>
  <Override PartName="/ppt/tags/tag365.xml" ContentType="application/vnd.openxmlformats-officedocument.presentationml.tags+xml"/>
  <Override PartName="/ppt/tags/tag3650.xml" ContentType="application/vnd.openxmlformats-officedocument.presentationml.tags+xml"/>
  <Override PartName="/ppt/tags/tag3651.xml" ContentType="application/vnd.openxmlformats-officedocument.presentationml.tags+xml"/>
  <Override PartName="/ppt/tags/tag3652.xml" ContentType="application/vnd.openxmlformats-officedocument.presentationml.tags+xml"/>
  <Override PartName="/ppt/tags/tag3653.xml" ContentType="application/vnd.openxmlformats-officedocument.presentationml.tags+xml"/>
  <Override PartName="/ppt/tags/tag3654.xml" ContentType="application/vnd.openxmlformats-officedocument.presentationml.tags+xml"/>
  <Override PartName="/ppt/tags/tag3655.xml" ContentType="application/vnd.openxmlformats-officedocument.presentationml.tags+xml"/>
  <Override PartName="/ppt/tags/tag3656.xml" ContentType="application/vnd.openxmlformats-officedocument.presentationml.tags+xml"/>
  <Override PartName="/ppt/tags/tag3657.xml" ContentType="application/vnd.openxmlformats-officedocument.presentationml.tags+xml"/>
  <Override PartName="/ppt/tags/tag3658.xml" ContentType="application/vnd.openxmlformats-officedocument.presentationml.tags+xml"/>
  <Override PartName="/ppt/tags/tag3659.xml" ContentType="application/vnd.openxmlformats-officedocument.presentationml.tags+xml"/>
  <Override PartName="/ppt/tags/tag366.xml" ContentType="application/vnd.openxmlformats-officedocument.presentationml.tags+xml"/>
  <Override PartName="/ppt/tags/tag3660.xml" ContentType="application/vnd.openxmlformats-officedocument.presentationml.tags+xml"/>
  <Override PartName="/ppt/tags/tag3661.xml" ContentType="application/vnd.openxmlformats-officedocument.presentationml.tags+xml"/>
  <Override PartName="/ppt/tags/tag3662.xml" ContentType="application/vnd.openxmlformats-officedocument.presentationml.tags+xml"/>
  <Override PartName="/ppt/tags/tag3663.xml" ContentType="application/vnd.openxmlformats-officedocument.presentationml.tags+xml"/>
  <Override PartName="/ppt/tags/tag3664.xml" ContentType="application/vnd.openxmlformats-officedocument.presentationml.tags+xml"/>
  <Override PartName="/ppt/tags/tag3665.xml" ContentType="application/vnd.openxmlformats-officedocument.presentationml.tags+xml"/>
  <Override PartName="/ppt/tags/tag3666.xml" ContentType="application/vnd.openxmlformats-officedocument.presentationml.tags+xml"/>
  <Override PartName="/ppt/tags/tag3667.xml" ContentType="application/vnd.openxmlformats-officedocument.presentationml.tags+xml"/>
  <Override PartName="/ppt/tags/tag3668.xml" ContentType="application/vnd.openxmlformats-officedocument.presentationml.tags+xml"/>
  <Override PartName="/ppt/tags/tag3669.xml" ContentType="application/vnd.openxmlformats-officedocument.presentationml.tags+xml"/>
  <Override PartName="/ppt/tags/tag367.xml" ContentType="application/vnd.openxmlformats-officedocument.presentationml.tags+xml"/>
  <Override PartName="/ppt/tags/tag3670.xml" ContentType="application/vnd.openxmlformats-officedocument.presentationml.tags+xml"/>
  <Override PartName="/ppt/tags/tag3671.xml" ContentType="application/vnd.openxmlformats-officedocument.presentationml.tags+xml"/>
  <Override PartName="/ppt/tags/tag3672.xml" ContentType="application/vnd.openxmlformats-officedocument.presentationml.tags+xml"/>
  <Override PartName="/ppt/tags/tag3673.xml" ContentType="application/vnd.openxmlformats-officedocument.presentationml.tags+xml"/>
  <Override PartName="/ppt/tags/tag3674.xml" ContentType="application/vnd.openxmlformats-officedocument.presentationml.tags+xml"/>
  <Override PartName="/ppt/tags/tag3675.xml" ContentType="application/vnd.openxmlformats-officedocument.presentationml.tags+xml"/>
  <Override PartName="/ppt/tags/tag3676.xml" ContentType="application/vnd.openxmlformats-officedocument.presentationml.tags+xml"/>
  <Override PartName="/ppt/tags/tag3677.xml" ContentType="application/vnd.openxmlformats-officedocument.presentationml.tags+xml"/>
  <Override PartName="/ppt/tags/tag3678.xml" ContentType="application/vnd.openxmlformats-officedocument.presentationml.tags+xml"/>
  <Override PartName="/ppt/tags/tag3679.xml" ContentType="application/vnd.openxmlformats-officedocument.presentationml.tags+xml"/>
  <Override PartName="/ppt/tags/tag368.xml" ContentType="application/vnd.openxmlformats-officedocument.presentationml.tags+xml"/>
  <Override PartName="/ppt/tags/tag3680.xml" ContentType="application/vnd.openxmlformats-officedocument.presentationml.tags+xml"/>
  <Override PartName="/ppt/tags/tag3681.xml" ContentType="application/vnd.openxmlformats-officedocument.presentationml.tags+xml"/>
  <Override PartName="/ppt/tags/tag3682.xml" ContentType="application/vnd.openxmlformats-officedocument.presentationml.tags+xml"/>
  <Override PartName="/ppt/tags/tag3683.xml" ContentType="application/vnd.openxmlformats-officedocument.presentationml.tags+xml"/>
  <Override PartName="/ppt/tags/tag3684.xml" ContentType="application/vnd.openxmlformats-officedocument.presentationml.tags+xml"/>
  <Override PartName="/ppt/tags/tag3685.xml" ContentType="application/vnd.openxmlformats-officedocument.presentationml.tags+xml"/>
  <Override PartName="/ppt/tags/tag3686.xml" ContentType="application/vnd.openxmlformats-officedocument.presentationml.tags+xml"/>
  <Override PartName="/ppt/tags/tag3687.xml" ContentType="application/vnd.openxmlformats-officedocument.presentationml.tags+xml"/>
  <Override PartName="/ppt/tags/tag3688.xml" ContentType="application/vnd.openxmlformats-officedocument.presentationml.tags+xml"/>
  <Override PartName="/ppt/tags/tag3689.xml" ContentType="application/vnd.openxmlformats-officedocument.presentationml.tags+xml"/>
  <Override PartName="/ppt/tags/tag369.xml" ContentType="application/vnd.openxmlformats-officedocument.presentationml.tags+xml"/>
  <Override PartName="/ppt/tags/tag3690.xml" ContentType="application/vnd.openxmlformats-officedocument.presentationml.tags+xml"/>
  <Override PartName="/ppt/tags/tag3691.xml" ContentType="application/vnd.openxmlformats-officedocument.presentationml.tags+xml"/>
  <Override PartName="/ppt/tags/tag3692.xml" ContentType="application/vnd.openxmlformats-officedocument.presentationml.tags+xml"/>
  <Override PartName="/ppt/tags/tag3693.xml" ContentType="application/vnd.openxmlformats-officedocument.presentationml.tags+xml"/>
  <Override PartName="/ppt/tags/tag3694.xml" ContentType="application/vnd.openxmlformats-officedocument.presentationml.tags+xml"/>
  <Override PartName="/ppt/tags/tag3695.xml" ContentType="application/vnd.openxmlformats-officedocument.presentationml.tags+xml"/>
  <Override PartName="/ppt/tags/tag3696.xml" ContentType="application/vnd.openxmlformats-officedocument.presentationml.tags+xml"/>
  <Override PartName="/ppt/tags/tag3697.xml" ContentType="application/vnd.openxmlformats-officedocument.presentationml.tags+xml"/>
  <Override PartName="/ppt/tags/tag3698.xml" ContentType="application/vnd.openxmlformats-officedocument.presentationml.tags+xml"/>
  <Override PartName="/ppt/tags/tag369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00.xml" ContentType="application/vnd.openxmlformats-officedocument.presentationml.tags+xml"/>
  <Override PartName="/ppt/tags/tag3701.xml" ContentType="application/vnd.openxmlformats-officedocument.presentationml.tags+xml"/>
  <Override PartName="/ppt/tags/tag3702.xml" ContentType="application/vnd.openxmlformats-officedocument.presentationml.tags+xml"/>
  <Override PartName="/ppt/tags/tag3703.xml" ContentType="application/vnd.openxmlformats-officedocument.presentationml.tags+xml"/>
  <Override PartName="/ppt/tags/tag3704.xml" ContentType="application/vnd.openxmlformats-officedocument.presentationml.tags+xml"/>
  <Override PartName="/ppt/tags/tag3705.xml" ContentType="application/vnd.openxmlformats-officedocument.presentationml.tags+xml"/>
  <Override PartName="/ppt/tags/tag3706.xml" ContentType="application/vnd.openxmlformats-officedocument.presentationml.tags+xml"/>
  <Override PartName="/ppt/tags/tag3707.xml" ContentType="application/vnd.openxmlformats-officedocument.presentationml.tags+xml"/>
  <Override PartName="/ppt/tags/tag3708.xml" ContentType="application/vnd.openxmlformats-officedocument.presentationml.tags+xml"/>
  <Override PartName="/ppt/tags/tag3709.xml" ContentType="application/vnd.openxmlformats-officedocument.presentationml.tags+xml"/>
  <Override PartName="/ppt/tags/tag371.xml" ContentType="application/vnd.openxmlformats-officedocument.presentationml.tags+xml"/>
  <Override PartName="/ppt/tags/tag3710.xml" ContentType="application/vnd.openxmlformats-officedocument.presentationml.tags+xml"/>
  <Override PartName="/ppt/tags/tag3711.xml" ContentType="application/vnd.openxmlformats-officedocument.presentationml.tags+xml"/>
  <Override PartName="/ppt/tags/tag3712.xml" ContentType="application/vnd.openxmlformats-officedocument.presentationml.tags+xml"/>
  <Override PartName="/ppt/tags/tag3713.xml" ContentType="application/vnd.openxmlformats-officedocument.presentationml.tags+xml"/>
  <Override PartName="/ppt/tags/tag3714.xml" ContentType="application/vnd.openxmlformats-officedocument.presentationml.tags+xml"/>
  <Override PartName="/ppt/tags/tag3715.xml" ContentType="application/vnd.openxmlformats-officedocument.presentationml.tags+xml"/>
  <Override PartName="/ppt/tags/tag3716.xml" ContentType="application/vnd.openxmlformats-officedocument.presentationml.tags+xml"/>
  <Override PartName="/ppt/tags/tag3717.xml" ContentType="application/vnd.openxmlformats-officedocument.presentationml.tags+xml"/>
  <Override PartName="/ppt/tags/tag3718.xml" ContentType="application/vnd.openxmlformats-officedocument.presentationml.tags+xml"/>
  <Override PartName="/ppt/tags/tag3719.xml" ContentType="application/vnd.openxmlformats-officedocument.presentationml.tags+xml"/>
  <Override PartName="/ppt/tags/tag372.xml" ContentType="application/vnd.openxmlformats-officedocument.presentationml.tags+xml"/>
  <Override PartName="/ppt/tags/tag3720.xml" ContentType="application/vnd.openxmlformats-officedocument.presentationml.tags+xml"/>
  <Override PartName="/ppt/tags/tag3721.xml" ContentType="application/vnd.openxmlformats-officedocument.presentationml.tags+xml"/>
  <Override PartName="/ppt/tags/tag3722.xml" ContentType="application/vnd.openxmlformats-officedocument.presentationml.tags+xml"/>
  <Override PartName="/ppt/tags/tag3723.xml" ContentType="application/vnd.openxmlformats-officedocument.presentationml.tags+xml"/>
  <Override PartName="/ppt/tags/tag3724.xml" ContentType="application/vnd.openxmlformats-officedocument.presentationml.tags+xml"/>
  <Override PartName="/ppt/tags/tag3725.xml" ContentType="application/vnd.openxmlformats-officedocument.presentationml.tags+xml"/>
  <Override PartName="/ppt/tags/tag3726.xml" ContentType="application/vnd.openxmlformats-officedocument.presentationml.tags+xml"/>
  <Override PartName="/ppt/tags/tag3727.xml" ContentType="application/vnd.openxmlformats-officedocument.presentationml.tags+xml"/>
  <Override PartName="/ppt/tags/tag3728.xml" ContentType="application/vnd.openxmlformats-officedocument.presentationml.tags+xml"/>
  <Override PartName="/ppt/tags/tag3729.xml" ContentType="application/vnd.openxmlformats-officedocument.presentationml.tags+xml"/>
  <Override PartName="/ppt/tags/tag373.xml" ContentType="application/vnd.openxmlformats-officedocument.presentationml.tags+xml"/>
  <Override PartName="/ppt/tags/tag3730.xml" ContentType="application/vnd.openxmlformats-officedocument.presentationml.tags+xml"/>
  <Override PartName="/ppt/tags/tag3731.xml" ContentType="application/vnd.openxmlformats-officedocument.presentationml.tags+xml"/>
  <Override PartName="/ppt/tags/tag3732.xml" ContentType="application/vnd.openxmlformats-officedocument.presentationml.tags+xml"/>
  <Override PartName="/ppt/tags/tag3733.xml" ContentType="application/vnd.openxmlformats-officedocument.presentationml.tags+xml"/>
  <Override PartName="/ppt/tags/tag3734.xml" ContentType="application/vnd.openxmlformats-officedocument.presentationml.tags+xml"/>
  <Override PartName="/ppt/tags/tag3735.xml" ContentType="application/vnd.openxmlformats-officedocument.presentationml.tags+xml"/>
  <Override PartName="/ppt/tags/tag3736.xml" ContentType="application/vnd.openxmlformats-officedocument.presentationml.tags+xml"/>
  <Override PartName="/ppt/tags/tag3737.xml" ContentType="application/vnd.openxmlformats-officedocument.presentationml.tags+xml"/>
  <Override PartName="/ppt/tags/tag3738.xml" ContentType="application/vnd.openxmlformats-officedocument.presentationml.tags+xml"/>
  <Override PartName="/ppt/tags/tag3739.xml" ContentType="application/vnd.openxmlformats-officedocument.presentationml.tags+xml"/>
  <Override PartName="/ppt/tags/tag374.xml" ContentType="application/vnd.openxmlformats-officedocument.presentationml.tags+xml"/>
  <Override PartName="/ppt/tags/tag3740.xml" ContentType="application/vnd.openxmlformats-officedocument.presentationml.tags+xml"/>
  <Override PartName="/ppt/tags/tag3741.xml" ContentType="application/vnd.openxmlformats-officedocument.presentationml.tags+xml"/>
  <Override PartName="/ppt/tags/tag3742.xml" ContentType="application/vnd.openxmlformats-officedocument.presentationml.tags+xml"/>
  <Override PartName="/ppt/tags/tag3743.xml" ContentType="application/vnd.openxmlformats-officedocument.presentationml.tags+xml"/>
  <Override PartName="/ppt/tags/tag3744.xml" ContentType="application/vnd.openxmlformats-officedocument.presentationml.tags+xml"/>
  <Override PartName="/ppt/tags/tag3745.xml" ContentType="application/vnd.openxmlformats-officedocument.presentationml.tags+xml"/>
  <Override PartName="/ppt/tags/tag3746.xml" ContentType="application/vnd.openxmlformats-officedocument.presentationml.tags+xml"/>
  <Override PartName="/ppt/tags/tag3747.xml" ContentType="application/vnd.openxmlformats-officedocument.presentationml.tags+xml"/>
  <Override PartName="/ppt/tags/tag3748.xml" ContentType="application/vnd.openxmlformats-officedocument.presentationml.tags+xml"/>
  <Override PartName="/ppt/tags/tag3749.xml" ContentType="application/vnd.openxmlformats-officedocument.presentationml.tags+xml"/>
  <Override PartName="/ppt/tags/tag375.xml" ContentType="application/vnd.openxmlformats-officedocument.presentationml.tags+xml"/>
  <Override PartName="/ppt/tags/tag3750.xml" ContentType="application/vnd.openxmlformats-officedocument.presentationml.tags+xml"/>
  <Override PartName="/ppt/tags/tag3751.xml" ContentType="application/vnd.openxmlformats-officedocument.presentationml.tags+xml"/>
  <Override PartName="/ppt/tags/tag3752.xml" ContentType="application/vnd.openxmlformats-officedocument.presentationml.tags+xml"/>
  <Override PartName="/ppt/tags/tag3753.xml" ContentType="application/vnd.openxmlformats-officedocument.presentationml.tags+xml"/>
  <Override PartName="/ppt/tags/tag3754.xml" ContentType="application/vnd.openxmlformats-officedocument.presentationml.tags+xml"/>
  <Override PartName="/ppt/tags/tag3755.xml" ContentType="application/vnd.openxmlformats-officedocument.presentationml.tags+xml"/>
  <Override PartName="/ppt/tags/tag3756.xml" ContentType="application/vnd.openxmlformats-officedocument.presentationml.tags+xml"/>
  <Override PartName="/ppt/tags/tag3757.xml" ContentType="application/vnd.openxmlformats-officedocument.presentationml.tags+xml"/>
  <Override PartName="/ppt/tags/tag3758.xml" ContentType="application/vnd.openxmlformats-officedocument.presentationml.tags+xml"/>
  <Override PartName="/ppt/tags/tag3759.xml" ContentType="application/vnd.openxmlformats-officedocument.presentationml.tags+xml"/>
  <Override PartName="/ppt/tags/tag376.xml" ContentType="application/vnd.openxmlformats-officedocument.presentationml.tags+xml"/>
  <Override PartName="/ppt/tags/tag3760.xml" ContentType="application/vnd.openxmlformats-officedocument.presentationml.tags+xml"/>
  <Override PartName="/ppt/tags/tag3761.xml" ContentType="application/vnd.openxmlformats-officedocument.presentationml.tags+xml"/>
  <Override PartName="/ppt/tags/tag3762.xml" ContentType="application/vnd.openxmlformats-officedocument.presentationml.tags+xml"/>
  <Override PartName="/ppt/tags/tag3763.xml" ContentType="application/vnd.openxmlformats-officedocument.presentationml.tags+xml"/>
  <Override PartName="/ppt/tags/tag3764.xml" ContentType="application/vnd.openxmlformats-officedocument.presentationml.tags+xml"/>
  <Override PartName="/ppt/tags/tag3765.xml" ContentType="application/vnd.openxmlformats-officedocument.presentationml.tags+xml"/>
  <Override PartName="/ppt/tags/tag3766.xml" ContentType="application/vnd.openxmlformats-officedocument.presentationml.tags+xml"/>
  <Override PartName="/ppt/tags/tag3767.xml" ContentType="application/vnd.openxmlformats-officedocument.presentationml.tags+xml"/>
  <Override PartName="/ppt/tags/tag3768.xml" ContentType="application/vnd.openxmlformats-officedocument.presentationml.tags+xml"/>
  <Override PartName="/ppt/tags/tag3769.xml" ContentType="application/vnd.openxmlformats-officedocument.presentationml.tags+xml"/>
  <Override PartName="/ppt/tags/tag377.xml" ContentType="application/vnd.openxmlformats-officedocument.presentationml.tags+xml"/>
  <Override PartName="/ppt/tags/tag3770.xml" ContentType="application/vnd.openxmlformats-officedocument.presentationml.tags+xml"/>
  <Override PartName="/ppt/tags/tag3771.xml" ContentType="application/vnd.openxmlformats-officedocument.presentationml.tags+xml"/>
  <Override PartName="/ppt/tags/tag3772.xml" ContentType="application/vnd.openxmlformats-officedocument.presentationml.tags+xml"/>
  <Override PartName="/ppt/tags/tag3773.xml" ContentType="application/vnd.openxmlformats-officedocument.presentationml.tags+xml"/>
  <Override PartName="/ppt/tags/tag3774.xml" ContentType="application/vnd.openxmlformats-officedocument.presentationml.tags+xml"/>
  <Override PartName="/ppt/tags/tag3775.xml" ContentType="application/vnd.openxmlformats-officedocument.presentationml.tags+xml"/>
  <Override PartName="/ppt/tags/tag3776.xml" ContentType="application/vnd.openxmlformats-officedocument.presentationml.tags+xml"/>
  <Override PartName="/ppt/tags/tag3777.xml" ContentType="application/vnd.openxmlformats-officedocument.presentationml.tags+xml"/>
  <Override PartName="/ppt/tags/tag3778.xml" ContentType="application/vnd.openxmlformats-officedocument.presentationml.tags+xml"/>
  <Override PartName="/ppt/tags/tag3779.xml" ContentType="application/vnd.openxmlformats-officedocument.presentationml.tags+xml"/>
  <Override PartName="/ppt/tags/tag378.xml" ContentType="application/vnd.openxmlformats-officedocument.presentationml.tags+xml"/>
  <Override PartName="/ppt/tags/tag3780.xml" ContentType="application/vnd.openxmlformats-officedocument.presentationml.tags+xml"/>
  <Override PartName="/ppt/tags/tag3781.xml" ContentType="application/vnd.openxmlformats-officedocument.presentationml.tags+xml"/>
  <Override PartName="/ppt/tags/tag3782.xml" ContentType="application/vnd.openxmlformats-officedocument.presentationml.tags+xml"/>
  <Override PartName="/ppt/tags/tag3783.xml" ContentType="application/vnd.openxmlformats-officedocument.presentationml.tags+xml"/>
  <Override PartName="/ppt/tags/tag3784.xml" ContentType="application/vnd.openxmlformats-officedocument.presentationml.tags+xml"/>
  <Override PartName="/ppt/tags/tag3785.xml" ContentType="application/vnd.openxmlformats-officedocument.presentationml.tags+xml"/>
  <Override PartName="/ppt/tags/tag3786.xml" ContentType="application/vnd.openxmlformats-officedocument.presentationml.tags+xml"/>
  <Override PartName="/ppt/tags/tag3787.xml" ContentType="application/vnd.openxmlformats-officedocument.presentationml.tags+xml"/>
  <Override PartName="/ppt/tags/tag3788.xml" ContentType="application/vnd.openxmlformats-officedocument.presentationml.tags+xml"/>
  <Override PartName="/ppt/tags/tag3789.xml" ContentType="application/vnd.openxmlformats-officedocument.presentationml.tags+xml"/>
  <Override PartName="/ppt/tags/tag379.xml" ContentType="application/vnd.openxmlformats-officedocument.presentationml.tags+xml"/>
  <Override PartName="/ppt/tags/tag3790.xml" ContentType="application/vnd.openxmlformats-officedocument.presentationml.tags+xml"/>
  <Override PartName="/ppt/tags/tag3791.xml" ContentType="application/vnd.openxmlformats-officedocument.presentationml.tags+xml"/>
  <Override PartName="/ppt/tags/tag3792.xml" ContentType="application/vnd.openxmlformats-officedocument.presentationml.tags+xml"/>
  <Override PartName="/ppt/tags/tag3793.xml" ContentType="application/vnd.openxmlformats-officedocument.presentationml.tags+xml"/>
  <Override PartName="/ppt/tags/tag3794.xml" ContentType="application/vnd.openxmlformats-officedocument.presentationml.tags+xml"/>
  <Override PartName="/ppt/tags/tag3795.xml" ContentType="application/vnd.openxmlformats-officedocument.presentationml.tags+xml"/>
  <Override PartName="/ppt/tags/tag3796.xml" ContentType="application/vnd.openxmlformats-officedocument.presentationml.tags+xml"/>
  <Override PartName="/ppt/tags/tag3797.xml" ContentType="application/vnd.openxmlformats-officedocument.presentationml.tags+xml"/>
  <Override PartName="/ppt/tags/tag3798.xml" ContentType="application/vnd.openxmlformats-officedocument.presentationml.tags+xml"/>
  <Override PartName="/ppt/tags/tag379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00.xml" ContentType="application/vnd.openxmlformats-officedocument.presentationml.tags+xml"/>
  <Override PartName="/ppt/tags/tag3801.xml" ContentType="application/vnd.openxmlformats-officedocument.presentationml.tags+xml"/>
  <Override PartName="/ppt/tags/tag3802.xml" ContentType="application/vnd.openxmlformats-officedocument.presentationml.tags+xml"/>
  <Override PartName="/ppt/tags/tag3803.xml" ContentType="application/vnd.openxmlformats-officedocument.presentationml.tags+xml"/>
  <Override PartName="/ppt/tags/tag3804.xml" ContentType="application/vnd.openxmlformats-officedocument.presentationml.tags+xml"/>
  <Override PartName="/ppt/tags/tag3805.xml" ContentType="application/vnd.openxmlformats-officedocument.presentationml.tags+xml"/>
  <Override PartName="/ppt/tags/tag3806.xml" ContentType="application/vnd.openxmlformats-officedocument.presentationml.tags+xml"/>
  <Override PartName="/ppt/tags/tag3807.xml" ContentType="application/vnd.openxmlformats-officedocument.presentationml.tags+xml"/>
  <Override PartName="/ppt/tags/tag3808.xml" ContentType="application/vnd.openxmlformats-officedocument.presentationml.tags+xml"/>
  <Override PartName="/ppt/tags/tag3809.xml" ContentType="application/vnd.openxmlformats-officedocument.presentationml.tags+xml"/>
  <Override PartName="/ppt/tags/tag381.xml" ContentType="application/vnd.openxmlformats-officedocument.presentationml.tags+xml"/>
  <Override PartName="/ppt/tags/tag3810.xml" ContentType="application/vnd.openxmlformats-officedocument.presentationml.tags+xml"/>
  <Override PartName="/ppt/tags/tag3811.xml" ContentType="application/vnd.openxmlformats-officedocument.presentationml.tags+xml"/>
  <Override PartName="/ppt/tags/tag3812.xml" ContentType="application/vnd.openxmlformats-officedocument.presentationml.tags+xml"/>
  <Override PartName="/ppt/tags/tag3813.xml" ContentType="application/vnd.openxmlformats-officedocument.presentationml.tags+xml"/>
  <Override PartName="/ppt/tags/tag3814.xml" ContentType="application/vnd.openxmlformats-officedocument.presentationml.tags+xml"/>
  <Override PartName="/ppt/tags/tag3815.xml" ContentType="application/vnd.openxmlformats-officedocument.presentationml.tags+xml"/>
  <Override PartName="/ppt/tags/tag3816.xml" ContentType="application/vnd.openxmlformats-officedocument.presentationml.tags+xml"/>
  <Override PartName="/ppt/tags/tag3817.xml" ContentType="application/vnd.openxmlformats-officedocument.presentationml.tags+xml"/>
  <Override PartName="/ppt/tags/tag3818.xml" ContentType="application/vnd.openxmlformats-officedocument.presentationml.tags+xml"/>
  <Override PartName="/ppt/tags/tag3819.xml" ContentType="application/vnd.openxmlformats-officedocument.presentationml.tags+xml"/>
  <Override PartName="/ppt/tags/tag382.xml" ContentType="application/vnd.openxmlformats-officedocument.presentationml.tags+xml"/>
  <Override PartName="/ppt/tags/tag3820.xml" ContentType="application/vnd.openxmlformats-officedocument.presentationml.tags+xml"/>
  <Override PartName="/ppt/tags/tag3821.xml" ContentType="application/vnd.openxmlformats-officedocument.presentationml.tags+xml"/>
  <Override PartName="/ppt/tags/tag3822.xml" ContentType="application/vnd.openxmlformats-officedocument.presentationml.tags+xml"/>
  <Override PartName="/ppt/tags/tag3823.xml" ContentType="application/vnd.openxmlformats-officedocument.presentationml.tags+xml"/>
  <Override PartName="/ppt/tags/tag3824.xml" ContentType="application/vnd.openxmlformats-officedocument.presentationml.tags+xml"/>
  <Override PartName="/ppt/tags/tag3825.xml" ContentType="application/vnd.openxmlformats-officedocument.presentationml.tags+xml"/>
  <Override PartName="/ppt/tags/tag3826.xml" ContentType="application/vnd.openxmlformats-officedocument.presentationml.tags+xml"/>
  <Override PartName="/ppt/tags/tag3827.xml" ContentType="application/vnd.openxmlformats-officedocument.presentationml.tags+xml"/>
  <Override PartName="/ppt/tags/tag3828.xml" ContentType="application/vnd.openxmlformats-officedocument.presentationml.tags+xml"/>
  <Override PartName="/ppt/tags/tag3829.xml" ContentType="application/vnd.openxmlformats-officedocument.presentationml.tags+xml"/>
  <Override PartName="/ppt/tags/tag383.xml" ContentType="application/vnd.openxmlformats-officedocument.presentationml.tags+xml"/>
  <Override PartName="/ppt/tags/tag3830.xml" ContentType="application/vnd.openxmlformats-officedocument.presentationml.tags+xml"/>
  <Override PartName="/ppt/tags/tag3831.xml" ContentType="application/vnd.openxmlformats-officedocument.presentationml.tags+xml"/>
  <Override PartName="/ppt/tags/tag3832.xml" ContentType="application/vnd.openxmlformats-officedocument.presentationml.tags+xml"/>
  <Override PartName="/ppt/tags/tag3833.xml" ContentType="application/vnd.openxmlformats-officedocument.presentationml.tags+xml"/>
  <Override PartName="/ppt/tags/tag3834.xml" ContentType="application/vnd.openxmlformats-officedocument.presentationml.tags+xml"/>
  <Override PartName="/ppt/tags/tag3835.xml" ContentType="application/vnd.openxmlformats-officedocument.presentationml.tags+xml"/>
  <Override PartName="/ppt/tags/tag3836.xml" ContentType="application/vnd.openxmlformats-officedocument.presentationml.tags+xml"/>
  <Override PartName="/ppt/tags/tag3837.xml" ContentType="application/vnd.openxmlformats-officedocument.presentationml.tags+xml"/>
  <Override PartName="/ppt/tags/tag3838.xml" ContentType="application/vnd.openxmlformats-officedocument.presentationml.tags+xml"/>
  <Override PartName="/ppt/tags/tag3839.xml" ContentType="application/vnd.openxmlformats-officedocument.presentationml.tags+xml"/>
  <Override PartName="/ppt/tags/tag384.xml" ContentType="application/vnd.openxmlformats-officedocument.presentationml.tags+xml"/>
  <Override PartName="/ppt/tags/tag3840.xml" ContentType="application/vnd.openxmlformats-officedocument.presentationml.tags+xml"/>
  <Override PartName="/ppt/tags/tag3841.xml" ContentType="application/vnd.openxmlformats-officedocument.presentationml.tags+xml"/>
  <Override PartName="/ppt/tags/tag3842.xml" ContentType="application/vnd.openxmlformats-officedocument.presentationml.tags+xml"/>
  <Override PartName="/ppt/tags/tag3843.xml" ContentType="application/vnd.openxmlformats-officedocument.presentationml.tags+xml"/>
  <Override PartName="/ppt/tags/tag3844.xml" ContentType="application/vnd.openxmlformats-officedocument.presentationml.tags+xml"/>
  <Override PartName="/ppt/tags/tag3845.xml" ContentType="application/vnd.openxmlformats-officedocument.presentationml.tags+xml"/>
  <Override PartName="/ppt/tags/tag3846.xml" ContentType="application/vnd.openxmlformats-officedocument.presentationml.tags+xml"/>
  <Override PartName="/ppt/tags/tag3847.xml" ContentType="application/vnd.openxmlformats-officedocument.presentationml.tags+xml"/>
  <Override PartName="/ppt/tags/tag3848.xml" ContentType="application/vnd.openxmlformats-officedocument.presentationml.tags+xml"/>
  <Override PartName="/ppt/tags/tag3849.xml" ContentType="application/vnd.openxmlformats-officedocument.presentationml.tags+xml"/>
  <Override PartName="/ppt/tags/tag385.xml" ContentType="application/vnd.openxmlformats-officedocument.presentationml.tags+xml"/>
  <Override PartName="/ppt/tags/tag3850.xml" ContentType="application/vnd.openxmlformats-officedocument.presentationml.tags+xml"/>
  <Override PartName="/ppt/tags/tag3851.xml" ContentType="application/vnd.openxmlformats-officedocument.presentationml.tags+xml"/>
  <Override PartName="/ppt/tags/tag3852.xml" ContentType="application/vnd.openxmlformats-officedocument.presentationml.tags+xml"/>
  <Override PartName="/ppt/tags/tag3853.xml" ContentType="application/vnd.openxmlformats-officedocument.presentationml.tags+xml"/>
  <Override PartName="/ppt/tags/tag3854.xml" ContentType="application/vnd.openxmlformats-officedocument.presentationml.tags+xml"/>
  <Override PartName="/ppt/tags/tag3855.xml" ContentType="application/vnd.openxmlformats-officedocument.presentationml.tags+xml"/>
  <Override PartName="/ppt/tags/tag3856.xml" ContentType="application/vnd.openxmlformats-officedocument.presentationml.tags+xml"/>
  <Override PartName="/ppt/tags/tag3857.xml" ContentType="application/vnd.openxmlformats-officedocument.presentationml.tags+xml"/>
  <Override PartName="/ppt/tags/tag3858.xml" ContentType="application/vnd.openxmlformats-officedocument.presentationml.tags+xml"/>
  <Override PartName="/ppt/tags/tag3859.xml" ContentType="application/vnd.openxmlformats-officedocument.presentationml.tags+xml"/>
  <Override PartName="/ppt/tags/tag386.xml" ContentType="application/vnd.openxmlformats-officedocument.presentationml.tags+xml"/>
  <Override PartName="/ppt/tags/tag3860.xml" ContentType="application/vnd.openxmlformats-officedocument.presentationml.tags+xml"/>
  <Override PartName="/ppt/tags/tag3861.xml" ContentType="application/vnd.openxmlformats-officedocument.presentationml.tags+xml"/>
  <Override PartName="/ppt/tags/tag3862.xml" ContentType="application/vnd.openxmlformats-officedocument.presentationml.tags+xml"/>
  <Override PartName="/ppt/tags/tag3863.xml" ContentType="application/vnd.openxmlformats-officedocument.presentationml.tags+xml"/>
  <Override PartName="/ppt/tags/tag3864.xml" ContentType="application/vnd.openxmlformats-officedocument.presentationml.tags+xml"/>
  <Override PartName="/ppt/tags/tag3865.xml" ContentType="application/vnd.openxmlformats-officedocument.presentationml.tags+xml"/>
  <Override PartName="/ppt/tags/tag3866.xml" ContentType="application/vnd.openxmlformats-officedocument.presentationml.tags+xml"/>
  <Override PartName="/ppt/tags/tag3867.xml" ContentType="application/vnd.openxmlformats-officedocument.presentationml.tags+xml"/>
  <Override PartName="/ppt/tags/tag3868.xml" ContentType="application/vnd.openxmlformats-officedocument.presentationml.tags+xml"/>
  <Override PartName="/ppt/tags/tag3869.xml" ContentType="application/vnd.openxmlformats-officedocument.presentationml.tags+xml"/>
  <Override PartName="/ppt/tags/tag387.xml" ContentType="application/vnd.openxmlformats-officedocument.presentationml.tags+xml"/>
  <Override PartName="/ppt/tags/tag3870.xml" ContentType="application/vnd.openxmlformats-officedocument.presentationml.tags+xml"/>
  <Override PartName="/ppt/tags/tag3871.xml" ContentType="application/vnd.openxmlformats-officedocument.presentationml.tags+xml"/>
  <Override PartName="/ppt/tags/tag3872.xml" ContentType="application/vnd.openxmlformats-officedocument.presentationml.tags+xml"/>
  <Override PartName="/ppt/tags/tag3873.xml" ContentType="application/vnd.openxmlformats-officedocument.presentationml.tags+xml"/>
  <Override PartName="/ppt/tags/tag3874.xml" ContentType="application/vnd.openxmlformats-officedocument.presentationml.tags+xml"/>
  <Override PartName="/ppt/tags/tag3875.xml" ContentType="application/vnd.openxmlformats-officedocument.presentationml.tags+xml"/>
  <Override PartName="/ppt/tags/tag3876.xml" ContentType="application/vnd.openxmlformats-officedocument.presentationml.tags+xml"/>
  <Override PartName="/ppt/tags/tag3877.xml" ContentType="application/vnd.openxmlformats-officedocument.presentationml.tags+xml"/>
  <Override PartName="/ppt/tags/tag3878.xml" ContentType="application/vnd.openxmlformats-officedocument.presentationml.tags+xml"/>
  <Override PartName="/ppt/tags/tag3879.xml" ContentType="application/vnd.openxmlformats-officedocument.presentationml.tags+xml"/>
  <Override PartName="/ppt/tags/tag388.xml" ContentType="application/vnd.openxmlformats-officedocument.presentationml.tags+xml"/>
  <Override PartName="/ppt/tags/tag3880.xml" ContentType="application/vnd.openxmlformats-officedocument.presentationml.tags+xml"/>
  <Override PartName="/ppt/tags/tag3881.xml" ContentType="application/vnd.openxmlformats-officedocument.presentationml.tags+xml"/>
  <Override PartName="/ppt/tags/tag3882.xml" ContentType="application/vnd.openxmlformats-officedocument.presentationml.tags+xml"/>
  <Override PartName="/ppt/tags/tag3883.xml" ContentType="application/vnd.openxmlformats-officedocument.presentationml.tags+xml"/>
  <Override PartName="/ppt/tags/tag3884.xml" ContentType="application/vnd.openxmlformats-officedocument.presentationml.tags+xml"/>
  <Override PartName="/ppt/tags/tag3885.xml" ContentType="application/vnd.openxmlformats-officedocument.presentationml.tags+xml"/>
  <Override PartName="/ppt/tags/tag3886.xml" ContentType="application/vnd.openxmlformats-officedocument.presentationml.tags+xml"/>
  <Override PartName="/ppt/tags/tag3887.xml" ContentType="application/vnd.openxmlformats-officedocument.presentationml.tags+xml"/>
  <Override PartName="/ppt/tags/tag3888.xml" ContentType="application/vnd.openxmlformats-officedocument.presentationml.tags+xml"/>
  <Override PartName="/ppt/tags/tag3889.xml" ContentType="application/vnd.openxmlformats-officedocument.presentationml.tags+xml"/>
  <Override PartName="/ppt/tags/tag389.xml" ContentType="application/vnd.openxmlformats-officedocument.presentationml.tags+xml"/>
  <Override PartName="/ppt/tags/tag3890.xml" ContentType="application/vnd.openxmlformats-officedocument.presentationml.tags+xml"/>
  <Override PartName="/ppt/tags/tag3891.xml" ContentType="application/vnd.openxmlformats-officedocument.presentationml.tags+xml"/>
  <Override PartName="/ppt/tags/tag3892.xml" ContentType="application/vnd.openxmlformats-officedocument.presentationml.tags+xml"/>
  <Override PartName="/ppt/tags/tag3893.xml" ContentType="application/vnd.openxmlformats-officedocument.presentationml.tags+xml"/>
  <Override PartName="/ppt/tags/tag3894.xml" ContentType="application/vnd.openxmlformats-officedocument.presentationml.tags+xml"/>
  <Override PartName="/ppt/tags/tag3895.xml" ContentType="application/vnd.openxmlformats-officedocument.presentationml.tags+xml"/>
  <Override PartName="/ppt/tags/tag3896.xml" ContentType="application/vnd.openxmlformats-officedocument.presentationml.tags+xml"/>
  <Override PartName="/ppt/tags/tag3897.xml" ContentType="application/vnd.openxmlformats-officedocument.presentationml.tags+xml"/>
  <Override PartName="/ppt/tags/tag3898.xml" ContentType="application/vnd.openxmlformats-officedocument.presentationml.tags+xml"/>
  <Override PartName="/ppt/tags/tag389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00.xml" ContentType="application/vnd.openxmlformats-officedocument.presentationml.tags+xml"/>
  <Override PartName="/ppt/tags/tag3901.xml" ContentType="application/vnd.openxmlformats-officedocument.presentationml.tags+xml"/>
  <Override PartName="/ppt/tags/tag3902.xml" ContentType="application/vnd.openxmlformats-officedocument.presentationml.tags+xml"/>
  <Override PartName="/ppt/tags/tag3903.xml" ContentType="application/vnd.openxmlformats-officedocument.presentationml.tags+xml"/>
  <Override PartName="/ppt/tags/tag3904.xml" ContentType="application/vnd.openxmlformats-officedocument.presentationml.tags+xml"/>
  <Override PartName="/ppt/tags/tag3905.xml" ContentType="application/vnd.openxmlformats-officedocument.presentationml.tags+xml"/>
  <Override PartName="/ppt/tags/tag3906.xml" ContentType="application/vnd.openxmlformats-officedocument.presentationml.tags+xml"/>
  <Override PartName="/ppt/tags/tag3907.xml" ContentType="application/vnd.openxmlformats-officedocument.presentationml.tags+xml"/>
  <Override PartName="/ppt/tags/tag3908.xml" ContentType="application/vnd.openxmlformats-officedocument.presentationml.tags+xml"/>
  <Override PartName="/ppt/tags/tag3909.xml" ContentType="application/vnd.openxmlformats-officedocument.presentationml.tags+xml"/>
  <Override PartName="/ppt/tags/tag391.xml" ContentType="application/vnd.openxmlformats-officedocument.presentationml.tags+xml"/>
  <Override PartName="/ppt/tags/tag3910.xml" ContentType="application/vnd.openxmlformats-officedocument.presentationml.tags+xml"/>
  <Override PartName="/ppt/tags/tag3911.xml" ContentType="application/vnd.openxmlformats-officedocument.presentationml.tags+xml"/>
  <Override PartName="/ppt/tags/tag3912.xml" ContentType="application/vnd.openxmlformats-officedocument.presentationml.tags+xml"/>
  <Override PartName="/ppt/tags/tag3913.xml" ContentType="application/vnd.openxmlformats-officedocument.presentationml.tags+xml"/>
  <Override PartName="/ppt/tags/tag3914.xml" ContentType="application/vnd.openxmlformats-officedocument.presentationml.tags+xml"/>
  <Override PartName="/ppt/tags/tag3915.xml" ContentType="application/vnd.openxmlformats-officedocument.presentationml.tags+xml"/>
  <Override PartName="/ppt/tags/tag3916.xml" ContentType="application/vnd.openxmlformats-officedocument.presentationml.tags+xml"/>
  <Override PartName="/ppt/tags/tag3917.xml" ContentType="application/vnd.openxmlformats-officedocument.presentationml.tags+xml"/>
  <Override PartName="/ppt/tags/tag3918.xml" ContentType="application/vnd.openxmlformats-officedocument.presentationml.tags+xml"/>
  <Override PartName="/ppt/tags/tag3919.xml" ContentType="application/vnd.openxmlformats-officedocument.presentationml.tags+xml"/>
  <Override PartName="/ppt/tags/tag392.xml" ContentType="application/vnd.openxmlformats-officedocument.presentationml.tags+xml"/>
  <Override PartName="/ppt/tags/tag3920.xml" ContentType="application/vnd.openxmlformats-officedocument.presentationml.tags+xml"/>
  <Override PartName="/ppt/tags/tag3921.xml" ContentType="application/vnd.openxmlformats-officedocument.presentationml.tags+xml"/>
  <Override PartName="/ppt/tags/tag3922.xml" ContentType="application/vnd.openxmlformats-officedocument.presentationml.tags+xml"/>
  <Override PartName="/ppt/tags/tag3923.xml" ContentType="application/vnd.openxmlformats-officedocument.presentationml.tags+xml"/>
  <Override PartName="/ppt/tags/tag3924.xml" ContentType="application/vnd.openxmlformats-officedocument.presentationml.tags+xml"/>
  <Override PartName="/ppt/tags/tag3925.xml" ContentType="application/vnd.openxmlformats-officedocument.presentationml.tags+xml"/>
  <Override PartName="/ppt/tags/tag3926.xml" ContentType="application/vnd.openxmlformats-officedocument.presentationml.tags+xml"/>
  <Override PartName="/ppt/tags/tag3927.xml" ContentType="application/vnd.openxmlformats-officedocument.presentationml.tags+xml"/>
  <Override PartName="/ppt/tags/tag3928.xml" ContentType="application/vnd.openxmlformats-officedocument.presentationml.tags+xml"/>
  <Override PartName="/ppt/tags/tag3929.xml" ContentType="application/vnd.openxmlformats-officedocument.presentationml.tags+xml"/>
  <Override PartName="/ppt/tags/tag393.xml" ContentType="application/vnd.openxmlformats-officedocument.presentationml.tags+xml"/>
  <Override PartName="/ppt/tags/tag3930.xml" ContentType="application/vnd.openxmlformats-officedocument.presentationml.tags+xml"/>
  <Override PartName="/ppt/tags/tag3931.xml" ContentType="application/vnd.openxmlformats-officedocument.presentationml.tags+xml"/>
  <Override PartName="/ppt/tags/tag3932.xml" ContentType="application/vnd.openxmlformats-officedocument.presentationml.tags+xml"/>
  <Override PartName="/ppt/tags/tag3933.xml" ContentType="application/vnd.openxmlformats-officedocument.presentationml.tags+xml"/>
  <Override PartName="/ppt/tags/tag3934.xml" ContentType="application/vnd.openxmlformats-officedocument.presentationml.tags+xml"/>
  <Override PartName="/ppt/tags/tag3935.xml" ContentType="application/vnd.openxmlformats-officedocument.presentationml.tags+xml"/>
  <Override PartName="/ppt/tags/tag3936.xml" ContentType="application/vnd.openxmlformats-officedocument.presentationml.tags+xml"/>
  <Override PartName="/ppt/tags/tag3937.xml" ContentType="application/vnd.openxmlformats-officedocument.presentationml.tags+xml"/>
  <Override PartName="/ppt/tags/tag3938.xml" ContentType="application/vnd.openxmlformats-officedocument.presentationml.tags+xml"/>
  <Override PartName="/ppt/tags/tag3939.xml" ContentType="application/vnd.openxmlformats-officedocument.presentationml.tags+xml"/>
  <Override PartName="/ppt/tags/tag394.xml" ContentType="application/vnd.openxmlformats-officedocument.presentationml.tags+xml"/>
  <Override PartName="/ppt/tags/tag3940.xml" ContentType="application/vnd.openxmlformats-officedocument.presentationml.tags+xml"/>
  <Override PartName="/ppt/tags/tag3941.xml" ContentType="application/vnd.openxmlformats-officedocument.presentationml.tags+xml"/>
  <Override PartName="/ppt/tags/tag3942.xml" ContentType="application/vnd.openxmlformats-officedocument.presentationml.tags+xml"/>
  <Override PartName="/ppt/tags/tag3943.xml" ContentType="application/vnd.openxmlformats-officedocument.presentationml.tags+xml"/>
  <Override PartName="/ppt/tags/tag3944.xml" ContentType="application/vnd.openxmlformats-officedocument.presentationml.tags+xml"/>
  <Override PartName="/ppt/tags/tag3945.xml" ContentType="application/vnd.openxmlformats-officedocument.presentationml.tags+xml"/>
  <Override PartName="/ppt/tags/tag3946.xml" ContentType="application/vnd.openxmlformats-officedocument.presentationml.tags+xml"/>
  <Override PartName="/ppt/tags/tag3947.xml" ContentType="application/vnd.openxmlformats-officedocument.presentationml.tags+xml"/>
  <Override PartName="/ppt/tags/tag3948.xml" ContentType="application/vnd.openxmlformats-officedocument.presentationml.tags+xml"/>
  <Override PartName="/ppt/tags/tag3949.xml" ContentType="application/vnd.openxmlformats-officedocument.presentationml.tags+xml"/>
  <Override PartName="/ppt/tags/tag395.xml" ContentType="application/vnd.openxmlformats-officedocument.presentationml.tags+xml"/>
  <Override PartName="/ppt/tags/tag3950.xml" ContentType="application/vnd.openxmlformats-officedocument.presentationml.tags+xml"/>
  <Override PartName="/ppt/tags/tag3951.xml" ContentType="application/vnd.openxmlformats-officedocument.presentationml.tags+xml"/>
  <Override PartName="/ppt/tags/tag3952.xml" ContentType="application/vnd.openxmlformats-officedocument.presentationml.tags+xml"/>
  <Override PartName="/ppt/tags/tag3953.xml" ContentType="application/vnd.openxmlformats-officedocument.presentationml.tags+xml"/>
  <Override PartName="/ppt/tags/tag3954.xml" ContentType="application/vnd.openxmlformats-officedocument.presentationml.tags+xml"/>
  <Override PartName="/ppt/tags/tag3955.xml" ContentType="application/vnd.openxmlformats-officedocument.presentationml.tags+xml"/>
  <Override PartName="/ppt/tags/tag3956.xml" ContentType="application/vnd.openxmlformats-officedocument.presentationml.tags+xml"/>
  <Override PartName="/ppt/tags/tag3957.xml" ContentType="application/vnd.openxmlformats-officedocument.presentationml.tags+xml"/>
  <Override PartName="/ppt/tags/tag3958.xml" ContentType="application/vnd.openxmlformats-officedocument.presentationml.tags+xml"/>
  <Override PartName="/ppt/tags/tag3959.xml" ContentType="application/vnd.openxmlformats-officedocument.presentationml.tags+xml"/>
  <Override PartName="/ppt/tags/tag396.xml" ContentType="application/vnd.openxmlformats-officedocument.presentationml.tags+xml"/>
  <Override PartName="/ppt/tags/tag3960.xml" ContentType="application/vnd.openxmlformats-officedocument.presentationml.tags+xml"/>
  <Override PartName="/ppt/tags/tag3961.xml" ContentType="application/vnd.openxmlformats-officedocument.presentationml.tags+xml"/>
  <Override PartName="/ppt/tags/tag3962.xml" ContentType="application/vnd.openxmlformats-officedocument.presentationml.tags+xml"/>
  <Override PartName="/ppt/tags/tag3963.xml" ContentType="application/vnd.openxmlformats-officedocument.presentationml.tags+xml"/>
  <Override PartName="/ppt/tags/tag3964.xml" ContentType="application/vnd.openxmlformats-officedocument.presentationml.tags+xml"/>
  <Override PartName="/ppt/tags/tag3965.xml" ContentType="application/vnd.openxmlformats-officedocument.presentationml.tags+xml"/>
  <Override PartName="/ppt/tags/tag3966.xml" ContentType="application/vnd.openxmlformats-officedocument.presentationml.tags+xml"/>
  <Override PartName="/ppt/tags/tag3967.xml" ContentType="application/vnd.openxmlformats-officedocument.presentationml.tags+xml"/>
  <Override PartName="/ppt/tags/tag3968.xml" ContentType="application/vnd.openxmlformats-officedocument.presentationml.tags+xml"/>
  <Override PartName="/ppt/tags/tag3969.xml" ContentType="application/vnd.openxmlformats-officedocument.presentationml.tags+xml"/>
  <Override PartName="/ppt/tags/tag397.xml" ContentType="application/vnd.openxmlformats-officedocument.presentationml.tags+xml"/>
  <Override PartName="/ppt/tags/tag3970.xml" ContentType="application/vnd.openxmlformats-officedocument.presentationml.tags+xml"/>
  <Override PartName="/ppt/tags/tag3971.xml" ContentType="application/vnd.openxmlformats-officedocument.presentationml.tags+xml"/>
  <Override PartName="/ppt/tags/tag3972.xml" ContentType="application/vnd.openxmlformats-officedocument.presentationml.tags+xml"/>
  <Override PartName="/ppt/tags/tag3973.xml" ContentType="application/vnd.openxmlformats-officedocument.presentationml.tags+xml"/>
  <Override PartName="/ppt/tags/tag3974.xml" ContentType="application/vnd.openxmlformats-officedocument.presentationml.tags+xml"/>
  <Override PartName="/ppt/tags/tag3975.xml" ContentType="application/vnd.openxmlformats-officedocument.presentationml.tags+xml"/>
  <Override PartName="/ppt/tags/tag3976.xml" ContentType="application/vnd.openxmlformats-officedocument.presentationml.tags+xml"/>
  <Override PartName="/ppt/tags/tag3977.xml" ContentType="application/vnd.openxmlformats-officedocument.presentationml.tags+xml"/>
  <Override PartName="/ppt/tags/tag3978.xml" ContentType="application/vnd.openxmlformats-officedocument.presentationml.tags+xml"/>
  <Override PartName="/ppt/tags/tag3979.xml" ContentType="application/vnd.openxmlformats-officedocument.presentationml.tags+xml"/>
  <Override PartName="/ppt/tags/tag398.xml" ContentType="application/vnd.openxmlformats-officedocument.presentationml.tags+xml"/>
  <Override PartName="/ppt/tags/tag3980.xml" ContentType="application/vnd.openxmlformats-officedocument.presentationml.tags+xml"/>
  <Override PartName="/ppt/tags/tag3981.xml" ContentType="application/vnd.openxmlformats-officedocument.presentationml.tags+xml"/>
  <Override PartName="/ppt/tags/tag3982.xml" ContentType="application/vnd.openxmlformats-officedocument.presentationml.tags+xml"/>
  <Override PartName="/ppt/tags/tag3983.xml" ContentType="application/vnd.openxmlformats-officedocument.presentationml.tags+xml"/>
  <Override PartName="/ppt/tags/tag3984.xml" ContentType="application/vnd.openxmlformats-officedocument.presentationml.tags+xml"/>
  <Override PartName="/ppt/tags/tag3985.xml" ContentType="application/vnd.openxmlformats-officedocument.presentationml.tags+xml"/>
  <Override PartName="/ppt/tags/tag3986.xml" ContentType="application/vnd.openxmlformats-officedocument.presentationml.tags+xml"/>
  <Override PartName="/ppt/tags/tag3987.xml" ContentType="application/vnd.openxmlformats-officedocument.presentationml.tags+xml"/>
  <Override PartName="/ppt/tags/tag3988.xml" ContentType="application/vnd.openxmlformats-officedocument.presentationml.tags+xml"/>
  <Override PartName="/ppt/tags/tag3989.xml" ContentType="application/vnd.openxmlformats-officedocument.presentationml.tags+xml"/>
  <Override PartName="/ppt/tags/tag399.xml" ContentType="application/vnd.openxmlformats-officedocument.presentationml.tags+xml"/>
  <Override PartName="/ppt/tags/tag3990.xml" ContentType="application/vnd.openxmlformats-officedocument.presentationml.tags+xml"/>
  <Override PartName="/ppt/tags/tag3991.xml" ContentType="application/vnd.openxmlformats-officedocument.presentationml.tags+xml"/>
  <Override PartName="/ppt/tags/tag3992.xml" ContentType="application/vnd.openxmlformats-officedocument.presentationml.tags+xml"/>
  <Override PartName="/ppt/tags/tag3993.xml" ContentType="application/vnd.openxmlformats-officedocument.presentationml.tags+xml"/>
  <Override PartName="/ppt/tags/tag3994.xml" ContentType="application/vnd.openxmlformats-officedocument.presentationml.tags+xml"/>
  <Override PartName="/ppt/tags/tag3995.xml" ContentType="application/vnd.openxmlformats-officedocument.presentationml.tags+xml"/>
  <Override PartName="/ppt/tags/tag3996.xml" ContentType="application/vnd.openxmlformats-officedocument.presentationml.tags+xml"/>
  <Override PartName="/ppt/tags/tag3997.xml" ContentType="application/vnd.openxmlformats-officedocument.presentationml.tags+xml"/>
  <Override PartName="/ppt/tags/tag3998.xml" ContentType="application/vnd.openxmlformats-officedocument.presentationml.tags+xml"/>
  <Override PartName="/ppt/tags/tag39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00.xml" ContentType="application/vnd.openxmlformats-officedocument.presentationml.tags+xml"/>
  <Override PartName="/ppt/tags/tag4001.xml" ContentType="application/vnd.openxmlformats-officedocument.presentationml.tags+xml"/>
  <Override PartName="/ppt/tags/tag4002.xml" ContentType="application/vnd.openxmlformats-officedocument.presentationml.tags+xml"/>
  <Override PartName="/ppt/tags/tag4003.xml" ContentType="application/vnd.openxmlformats-officedocument.presentationml.tags+xml"/>
  <Override PartName="/ppt/tags/tag4004.xml" ContentType="application/vnd.openxmlformats-officedocument.presentationml.tags+xml"/>
  <Override PartName="/ppt/tags/tag4005.xml" ContentType="application/vnd.openxmlformats-officedocument.presentationml.tags+xml"/>
  <Override PartName="/ppt/tags/tag4006.xml" ContentType="application/vnd.openxmlformats-officedocument.presentationml.tags+xml"/>
  <Override PartName="/ppt/tags/tag4007.xml" ContentType="application/vnd.openxmlformats-officedocument.presentationml.tags+xml"/>
  <Override PartName="/ppt/tags/tag4008.xml" ContentType="application/vnd.openxmlformats-officedocument.presentationml.tags+xml"/>
  <Override PartName="/ppt/tags/tag4009.xml" ContentType="application/vnd.openxmlformats-officedocument.presentationml.tags+xml"/>
  <Override PartName="/ppt/tags/tag401.xml" ContentType="application/vnd.openxmlformats-officedocument.presentationml.tags+xml"/>
  <Override PartName="/ppt/tags/tag4010.xml" ContentType="application/vnd.openxmlformats-officedocument.presentationml.tags+xml"/>
  <Override PartName="/ppt/tags/tag4011.xml" ContentType="application/vnd.openxmlformats-officedocument.presentationml.tags+xml"/>
  <Override PartName="/ppt/tags/tag4012.xml" ContentType="application/vnd.openxmlformats-officedocument.presentationml.tags+xml"/>
  <Override PartName="/ppt/tags/tag4013.xml" ContentType="application/vnd.openxmlformats-officedocument.presentationml.tags+xml"/>
  <Override PartName="/ppt/tags/tag4014.xml" ContentType="application/vnd.openxmlformats-officedocument.presentationml.tags+xml"/>
  <Override PartName="/ppt/tags/tag4015.xml" ContentType="application/vnd.openxmlformats-officedocument.presentationml.tags+xml"/>
  <Override PartName="/ppt/tags/tag4016.xml" ContentType="application/vnd.openxmlformats-officedocument.presentationml.tags+xml"/>
  <Override PartName="/ppt/tags/tag4017.xml" ContentType="application/vnd.openxmlformats-officedocument.presentationml.tags+xml"/>
  <Override PartName="/ppt/tags/tag4018.xml" ContentType="application/vnd.openxmlformats-officedocument.presentationml.tags+xml"/>
  <Override PartName="/ppt/tags/tag4019.xml" ContentType="application/vnd.openxmlformats-officedocument.presentationml.tags+xml"/>
  <Override PartName="/ppt/tags/tag402.xml" ContentType="application/vnd.openxmlformats-officedocument.presentationml.tags+xml"/>
  <Override PartName="/ppt/tags/tag4020.xml" ContentType="application/vnd.openxmlformats-officedocument.presentationml.tags+xml"/>
  <Override PartName="/ppt/tags/tag4021.xml" ContentType="application/vnd.openxmlformats-officedocument.presentationml.tags+xml"/>
  <Override PartName="/ppt/tags/tag4022.xml" ContentType="application/vnd.openxmlformats-officedocument.presentationml.tags+xml"/>
  <Override PartName="/ppt/tags/tag4023.xml" ContentType="application/vnd.openxmlformats-officedocument.presentationml.tags+xml"/>
  <Override PartName="/ppt/tags/tag4024.xml" ContentType="application/vnd.openxmlformats-officedocument.presentationml.tags+xml"/>
  <Override PartName="/ppt/tags/tag4025.xml" ContentType="application/vnd.openxmlformats-officedocument.presentationml.tags+xml"/>
  <Override PartName="/ppt/tags/tag4026.xml" ContentType="application/vnd.openxmlformats-officedocument.presentationml.tags+xml"/>
  <Override PartName="/ppt/tags/tag4027.xml" ContentType="application/vnd.openxmlformats-officedocument.presentationml.tags+xml"/>
  <Override PartName="/ppt/tags/tag4028.xml" ContentType="application/vnd.openxmlformats-officedocument.presentationml.tags+xml"/>
  <Override PartName="/ppt/tags/tag4029.xml" ContentType="application/vnd.openxmlformats-officedocument.presentationml.tags+xml"/>
  <Override PartName="/ppt/tags/tag403.xml" ContentType="application/vnd.openxmlformats-officedocument.presentationml.tags+xml"/>
  <Override PartName="/ppt/tags/tag4030.xml" ContentType="application/vnd.openxmlformats-officedocument.presentationml.tags+xml"/>
  <Override PartName="/ppt/tags/tag4031.xml" ContentType="application/vnd.openxmlformats-officedocument.presentationml.tags+xml"/>
  <Override PartName="/ppt/tags/tag4032.xml" ContentType="application/vnd.openxmlformats-officedocument.presentationml.tags+xml"/>
  <Override PartName="/ppt/tags/tag4033.xml" ContentType="application/vnd.openxmlformats-officedocument.presentationml.tags+xml"/>
  <Override PartName="/ppt/tags/tag4034.xml" ContentType="application/vnd.openxmlformats-officedocument.presentationml.tags+xml"/>
  <Override PartName="/ppt/tags/tag4035.xml" ContentType="application/vnd.openxmlformats-officedocument.presentationml.tags+xml"/>
  <Override PartName="/ppt/tags/tag4036.xml" ContentType="application/vnd.openxmlformats-officedocument.presentationml.tags+xml"/>
  <Override PartName="/ppt/tags/tag4037.xml" ContentType="application/vnd.openxmlformats-officedocument.presentationml.tags+xml"/>
  <Override PartName="/ppt/tags/tag4038.xml" ContentType="application/vnd.openxmlformats-officedocument.presentationml.tags+xml"/>
  <Override PartName="/ppt/tags/tag4039.xml" ContentType="application/vnd.openxmlformats-officedocument.presentationml.tags+xml"/>
  <Override PartName="/ppt/tags/tag404.xml" ContentType="application/vnd.openxmlformats-officedocument.presentationml.tags+xml"/>
  <Override PartName="/ppt/tags/tag4040.xml" ContentType="application/vnd.openxmlformats-officedocument.presentationml.tags+xml"/>
  <Override PartName="/ppt/tags/tag4041.xml" ContentType="application/vnd.openxmlformats-officedocument.presentationml.tags+xml"/>
  <Override PartName="/ppt/tags/tag4042.xml" ContentType="application/vnd.openxmlformats-officedocument.presentationml.tags+xml"/>
  <Override PartName="/ppt/tags/tag4043.xml" ContentType="application/vnd.openxmlformats-officedocument.presentationml.tags+xml"/>
  <Override PartName="/ppt/tags/tag4044.xml" ContentType="application/vnd.openxmlformats-officedocument.presentationml.tags+xml"/>
  <Override PartName="/ppt/tags/tag4045.xml" ContentType="application/vnd.openxmlformats-officedocument.presentationml.tags+xml"/>
  <Override PartName="/ppt/tags/tag4046.xml" ContentType="application/vnd.openxmlformats-officedocument.presentationml.tags+xml"/>
  <Override PartName="/ppt/tags/tag4047.xml" ContentType="application/vnd.openxmlformats-officedocument.presentationml.tags+xml"/>
  <Override PartName="/ppt/tags/tag4048.xml" ContentType="application/vnd.openxmlformats-officedocument.presentationml.tags+xml"/>
  <Override PartName="/ppt/tags/tag4049.xml" ContentType="application/vnd.openxmlformats-officedocument.presentationml.tags+xml"/>
  <Override PartName="/ppt/tags/tag405.xml" ContentType="application/vnd.openxmlformats-officedocument.presentationml.tags+xml"/>
  <Override PartName="/ppt/tags/tag4050.xml" ContentType="application/vnd.openxmlformats-officedocument.presentationml.tags+xml"/>
  <Override PartName="/ppt/tags/tag4051.xml" ContentType="application/vnd.openxmlformats-officedocument.presentationml.tags+xml"/>
  <Override PartName="/ppt/tags/tag4052.xml" ContentType="application/vnd.openxmlformats-officedocument.presentationml.tags+xml"/>
  <Override PartName="/ppt/tags/tag4053.xml" ContentType="application/vnd.openxmlformats-officedocument.presentationml.tags+xml"/>
  <Override PartName="/ppt/tags/tag4054.xml" ContentType="application/vnd.openxmlformats-officedocument.presentationml.tags+xml"/>
  <Override PartName="/ppt/tags/tag4055.xml" ContentType="application/vnd.openxmlformats-officedocument.presentationml.tags+xml"/>
  <Override PartName="/ppt/tags/tag4056.xml" ContentType="application/vnd.openxmlformats-officedocument.presentationml.tags+xml"/>
  <Override PartName="/ppt/tags/tag4057.xml" ContentType="application/vnd.openxmlformats-officedocument.presentationml.tags+xml"/>
  <Override PartName="/ppt/tags/tag4058.xml" ContentType="application/vnd.openxmlformats-officedocument.presentationml.tags+xml"/>
  <Override PartName="/ppt/tags/tag4059.xml" ContentType="application/vnd.openxmlformats-officedocument.presentationml.tags+xml"/>
  <Override PartName="/ppt/tags/tag406.xml" ContentType="application/vnd.openxmlformats-officedocument.presentationml.tags+xml"/>
  <Override PartName="/ppt/tags/tag4060.xml" ContentType="application/vnd.openxmlformats-officedocument.presentationml.tags+xml"/>
  <Override PartName="/ppt/tags/tag4061.xml" ContentType="application/vnd.openxmlformats-officedocument.presentationml.tags+xml"/>
  <Override PartName="/ppt/tags/tag4062.xml" ContentType="application/vnd.openxmlformats-officedocument.presentationml.tags+xml"/>
  <Override PartName="/ppt/tags/tag4063.xml" ContentType="application/vnd.openxmlformats-officedocument.presentationml.tags+xml"/>
  <Override PartName="/ppt/tags/tag4064.xml" ContentType="application/vnd.openxmlformats-officedocument.presentationml.tags+xml"/>
  <Override PartName="/ppt/tags/tag4065.xml" ContentType="application/vnd.openxmlformats-officedocument.presentationml.tags+xml"/>
  <Override PartName="/ppt/tags/tag4066.xml" ContentType="application/vnd.openxmlformats-officedocument.presentationml.tags+xml"/>
  <Override PartName="/ppt/tags/tag4067.xml" ContentType="application/vnd.openxmlformats-officedocument.presentationml.tags+xml"/>
  <Override PartName="/ppt/tags/tag4068.xml" ContentType="application/vnd.openxmlformats-officedocument.presentationml.tags+xml"/>
  <Override PartName="/ppt/tags/tag4069.xml" ContentType="application/vnd.openxmlformats-officedocument.presentationml.tags+xml"/>
  <Override PartName="/ppt/tags/tag407.xml" ContentType="application/vnd.openxmlformats-officedocument.presentationml.tags+xml"/>
  <Override PartName="/ppt/tags/tag4070.xml" ContentType="application/vnd.openxmlformats-officedocument.presentationml.tags+xml"/>
  <Override PartName="/ppt/tags/tag4071.xml" ContentType="application/vnd.openxmlformats-officedocument.presentationml.tags+xml"/>
  <Override PartName="/ppt/tags/tag4072.xml" ContentType="application/vnd.openxmlformats-officedocument.presentationml.tags+xml"/>
  <Override PartName="/ppt/tags/tag4073.xml" ContentType="application/vnd.openxmlformats-officedocument.presentationml.tags+xml"/>
  <Override PartName="/ppt/tags/tag4074.xml" ContentType="application/vnd.openxmlformats-officedocument.presentationml.tags+xml"/>
  <Override PartName="/ppt/tags/tag4075.xml" ContentType="application/vnd.openxmlformats-officedocument.presentationml.tags+xml"/>
  <Override PartName="/ppt/tags/tag4076.xml" ContentType="application/vnd.openxmlformats-officedocument.presentationml.tags+xml"/>
  <Override PartName="/ppt/tags/tag4077.xml" ContentType="application/vnd.openxmlformats-officedocument.presentationml.tags+xml"/>
  <Override PartName="/ppt/tags/tag4078.xml" ContentType="application/vnd.openxmlformats-officedocument.presentationml.tags+xml"/>
  <Override PartName="/ppt/tags/tag4079.xml" ContentType="application/vnd.openxmlformats-officedocument.presentationml.tags+xml"/>
  <Override PartName="/ppt/tags/tag408.xml" ContentType="application/vnd.openxmlformats-officedocument.presentationml.tags+xml"/>
  <Override PartName="/ppt/tags/tag4080.xml" ContentType="application/vnd.openxmlformats-officedocument.presentationml.tags+xml"/>
  <Override PartName="/ppt/tags/tag4081.xml" ContentType="application/vnd.openxmlformats-officedocument.presentationml.tags+xml"/>
  <Override PartName="/ppt/tags/tag4082.xml" ContentType="application/vnd.openxmlformats-officedocument.presentationml.tags+xml"/>
  <Override PartName="/ppt/tags/tag4083.xml" ContentType="application/vnd.openxmlformats-officedocument.presentationml.tags+xml"/>
  <Override PartName="/ppt/tags/tag4084.xml" ContentType="application/vnd.openxmlformats-officedocument.presentationml.tags+xml"/>
  <Override PartName="/ppt/tags/tag4085.xml" ContentType="application/vnd.openxmlformats-officedocument.presentationml.tags+xml"/>
  <Override PartName="/ppt/tags/tag4086.xml" ContentType="application/vnd.openxmlformats-officedocument.presentationml.tags+xml"/>
  <Override PartName="/ppt/tags/tag4087.xml" ContentType="application/vnd.openxmlformats-officedocument.presentationml.tags+xml"/>
  <Override PartName="/ppt/tags/tag4088.xml" ContentType="application/vnd.openxmlformats-officedocument.presentationml.tags+xml"/>
  <Override PartName="/ppt/tags/tag4089.xml" ContentType="application/vnd.openxmlformats-officedocument.presentationml.tags+xml"/>
  <Override PartName="/ppt/tags/tag409.xml" ContentType="application/vnd.openxmlformats-officedocument.presentationml.tags+xml"/>
  <Override PartName="/ppt/tags/tag4090.xml" ContentType="application/vnd.openxmlformats-officedocument.presentationml.tags+xml"/>
  <Override PartName="/ppt/tags/tag4091.xml" ContentType="application/vnd.openxmlformats-officedocument.presentationml.tags+xml"/>
  <Override PartName="/ppt/tags/tag4092.xml" ContentType="application/vnd.openxmlformats-officedocument.presentationml.tags+xml"/>
  <Override PartName="/ppt/tags/tag4093.xml" ContentType="application/vnd.openxmlformats-officedocument.presentationml.tags+xml"/>
  <Override PartName="/ppt/tags/tag4094.xml" ContentType="application/vnd.openxmlformats-officedocument.presentationml.tags+xml"/>
  <Override PartName="/ppt/tags/tag4095.xml" ContentType="application/vnd.openxmlformats-officedocument.presentationml.tags+xml"/>
  <Override PartName="/ppt/tags/tag4096.xml" ContentType="application/vnd.openxmlformats-officedocument.presentationml.tags+xml"/>
  <Override PartName="/ppt/tags/tag4097.xml" ContentType="application/vnd.openxmlformats-officedocument.presentationml.tags+xml"/>
  <Override PartName="/ppt/tags/tag4098.xml" ContentType="application/vnd.openxmlformats-officedocument.presentationml.tags+xml"/>
  <Override PartName="/ppt/tags/tag409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00.xml" ContentType="application/vnd.openxmlformats-officedocument.presentationml.tags+xml"/>
  <Override PartName="/ppt/tags/tag4101.xml" ContentType="application/vnd.openxmlformats-officedocument.presentationml.tags+xml"/>
  <Override PartName="/ppt/tags/tag4102.xml" ContentType="application/vnd.openxmlformats-officedocument.presentationml.tags+xml"/>
  <Override PartName="/ppt/tags/tag4103.xml" ContentType="application/vnd.openxmlformats-officedocument.presentationml.tags+xml"/>
  <Override PartName="/ppt/tags/tag4104.xml" ContentType="application/vnd.openxmlformats-officedocument.presentationml.tags+xml"/>
  <Override PartName="/ppt/tags/tag4105.xml" ContentType="application/vnd.openxmlformats-officedocument.presentationml.tags+xml"/>
  <Override PartName="/ppt/tags/tag4106.xml" ContentType="application/vnd.openxmlformats-officedocument.presentationml.tags+xml"/>
  <Override PartName="/ppt/tags/tag4107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107"/>
  </p:handoutMasterIdLst>
  <p:sldIdLst>
    <p:sldId id="256" r:id="rId3"/>
    <p:sldId id="636" r:id="rId4"/>
    <p:sldId id="417" r:id="rId6"/>
    <p:sldId id="418" r:id="rId7"/>
    <p:sldId id="852" r:id="rId8"/>
    <p:sldId id="421" r:id="rId9"/>
    <p:sldId id="632" r:id="rId10"/>
    <p:sldId id="427" r:id="rId11"/>
    <p:sldId id="854" r:id="rId12"/>
    <p:sldId id="855" r:id="rId13"/>
    <p:sldId id="856" r:id="rId14"/>
    <p:sldId id="857" r:id="rId15"/>
    <p:sldId id="858" r:id="rId16"/>
    <p:sldId id="755" r:id="rId17"/>
    <p:sldId id="748" r:id="rId18"/>
    <p:sldId id="652" r:id="rId19"/>
    <p:sldId id="860" r:id="rId20"/>
    <p:sldId id="654" r:id="rId21"/>
    <p:sldId id="653" r:id="rId22"/>
    <p:sldId id="656" r:id="rId23"/>
    <p:sldId id="863" r:id="rId24"/>
    <p:sldId id="865" r:id="rId25"/>
    <p:sldId id="866" r:id="rId26"/>
    <p:sldId id="661" r:id="rId27"/>
    <p:sldId id="663" r:id="rId28"/>
    <p:sldId id="664" r:id="rId29"/>
    <p:sldId id="756" r:id="rId30"/>
    <p:sldId id="662" r:id="rId31"/>
    <p:sldId id="665" r:id="rId32"/>
    <p:sldId id="666" r:id="rId33"/>
    <p:sldId id="746" r:id="rId34"/>
    <p:sldId id="667" r:id="rId35"/>
    <p:sldId id="669" r:id="rId36"/>
    <p:sldId id="670" r:id="rId37"/>
    <p:sldId id="671" r:id="rId38"/>
    <p:sldId id="673" r:id="rId39"/>
    <p:sldId id="674" r:id="rId40"/>
    <p:sldId id="672" r:id="rId41"/>
    <p:sldId id="753" r:id="rId42"/>
    <p:sldId id="675" r:id="rId43"/>
    <p:sldId id="676" r:id="rId44"/>
    <p:sldId id="677" r:id="rId45"/>
    <p:sldId id="678" r:id="rId46"/>
    <p:sldId id="680" r:id="rId47"/>
    <p:sldId id="679" r:id="rId48"/>
    <p:sldId id="681" r:id="rId49"/>
    <p:sldId id="684" r:id="rId50"/>
    <p:sldId id="749" r:id="rId51"/>
    <p:sldId id="683" r:id="rId52"/>
    <p:sldId id="687" r:id="rId53"/>
    <p:sldId id="954" r:id="rId54"/>
    <p:sldId id="688" r:id="rId55"/>
    <p:sldId id="690" r:id="rId56"/>
    <p:sldId id="691" r:id="rId57"/>
    <p:sldId id="692" r:id="rId58"/>
    <p:sldId id="696" r:id="rId59"/>
    <p:sldId id="693" r:id="rId60"/>
    <p:sldId id="689" r:id="rId61"/>
    <p:sldId id="751" r:id="rId62"/>
    <p:sldId id="697" r:id="rId63"/>
    <p:sldId id="699" r:id="rId64"/>
    <p:sldId id="700" r:id="rId65"/>
    <p:sldId id="701" r:id="rId66"/>
    <p:sldId id="703" r:id="rId67"/>
    <p:sldId id="702" r:id="rId68"/>
    <p:sldId id="704" r:id="rId69"/>
    <p:sldId id="705" r:id="rId70"/>
    <p:sldId id="351" r:id="rId71"/>
    <p:sldId id="1012" r:id="rId72"/>
    <p:sldId id="534" r:id="rId73"/>
    <p:sldId id="716" r:id="rId74"/>
    <p:sldId id="717" r:id="rId75"/>
    <p:sldId id="719" r:id="rId76"/>
    <p:sldId id="720" r:id="rId77"/>
    <p:sldId id="718" r:id="rId78"/>
    <p:sldId id="721" r:id="rId79"/>
    <p:sldId id="722" r:id="rId80"/>
    <p:sldId id="724" r:id="rId81"/>
    <p:sldId id="723" r:id="rId82"/>
    <p:sldId id="725" r:id="rId83"/>
    <p:sldId id="726" r:id="rId84"/>
    <p:sldId id="615" r:id="rId85"/>
    <p:sldId id="727" r:id="rId86"/>
    <p:sldId id="728" r:id="rId87"/>
    <p:sldId id="1018" r:id="rId88"/>
    <p:sldId id="1020" r:id="rId89"/>
    <p:sldId id="618" r:id="rId90"/>
    <p:sldId id="617" r:id="rId91"/>
    <p:sldId id="1021" r:id="rId92"/>
    <p:sldId id="729" r:id="rId93"/>
    <p:sldId id="730" r:id="rId94"/>
    <p:sldId id="731" r:id="rId95"/>
    <p:sldId id="732" r:id="rId96"/>
    <p:sldId id="733" r:id="rId97"/>
    <p:sldId id="734" r:id="rId98"/>
    <p:sldId id="737" r:id="rId99"/>
    <p:sldId id="736" r:id="rId100"/>
    <p:sldId id="738" r:id="rId101"/>
    <p:sldId id="742" r:id="rId102"/>
    <p:sldId id="741" r:id="rId103"/>
    <p:sldId id="740" r:id="rId104"/>
    <p:sldId id="629" r:id="rId105"/>
    <p:sldId id="752" r:id="rId106"/>
  </p:sldIdLst>
  <p:sldSz cx="9144000" cy="6858000" type="screen4x3"/>
  <p:notesSz cx="6858000" cy="9144000"/>
  <p:custDataLst>
    <p:tags r:id="rId111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2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FF3399"/>
    <a:srgbClr val="CC99FF"/>
    <a:srgbClr val="CCFFFF"/>
    <a:srgbClr val="CCCCFF"/>
    <a:srgbClr val="CCECFF"/>
    <a:srgbClr val="FFCC99"/>
    <a:srgbClr val="CC3300"/>
    <a:srgbClr val="FF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14" autoAdjust="0"/>
    <p:restoredTop sz="95669" autoAdjust="0"/>
  </p:normalViewPr>
  <p:slideViewPr>
    <p:cSldViewPr showGuides="1">
      <p:cViewPr>
        <p:scale>
          <a:sx n="70" d="100"/>
          <a:sy n="70" d="100"/>
        </p:scale>
        <p:origin x="-859" y="-216"/>
      </p:cViewPr>
      <p:guideLst>
        <p:guide orient="horz" pos="1972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51"/>
    </p:cViewPr>
  </p:sorterViewPr>
  <p:notesViewPr>
    <p:cSldViewPr>
      <p:cViewPr varScale="1">
        <p:scale>
          <a:sx n="61" d="100"/>
          <a:sy n="61" d="100"/>
        </p:scale>
        <p:origin x="-2592" y="-72"/>
      </p:cViewPr>
      <p:guideLst>
        <p:guide orient="horz" pos="2630"/>
        <p:guide pos="21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1" Type="http://schemas.openxmlformats.org/officeDocument/2006/relationships/tags" Target="tags/tag4107.xml"/><Relationship Id="rId110" Type="http://schemas.openxmlformats.org/officeDocument/2006/relationships/tableStyles" Target="tableStyles.xml"/><Relationship Id="rId11" Type="http://schemas.openxmlformats.org/officeDocument/2006/relationships/slide" Target="slides/slide8.xml"/><Relationship Id="rId109" Type="http://schemas.openxmlformats.org/officeDocument/2006/relationships/viewProps" Target="viewProps.xml"/><Relationship Id="rId108" Type="http://schemas.openxmlformats.org/officeDocument/2006/relationships/presProps" Target="presProps.xml"/><Relationship Id="rId107" Type="http://schemas.openxmlformats.org/officeDocument/2006/relationships/handoutMaster" Target="handoutMasters/handoutMaster1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263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263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B6F26E7-574D-4CA8-975B-8F51F23828A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35278BF-B3A1-4F44-8B36-56B73E962EC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CPU</a:t>
            </a:r>
            <a:r>
              <a:rPr lang="zh-CN" altLang="en-US" dirty="0" smtClean="0"/>
              <a:t>由</a:t>
            </a:r>
            <a:r>
              <a:rPr lang="en-US" altLang="zh-CN" dirty="0" smtClean="0"/>
              <a:t>DP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CU(</a:t>
            </a:r>
            <a:r>
              <a:rPr lang="zh-CN" altLang="en-US" dirty="0" smtClean="0"/>
              <a:t>含中断机构等</a:t>
            </a:r>
            <a:r>
              <a:rPr lang="en-US" altLang="zh-CN" dirty="0" smtClean="0"/>
              <a:t>)</a:t>
            </a:r>
            <a:r>
              <a:rPr lang="zh-CN" altLang="en-US" dirty="0" smtClean="0"/>
              <a:t>组成，</a:t>
            </a:r>
            <a:r>
              <a:rPr lang="en-US" altLang="zh-CN" dirty="0" smtClean="0"/>
              <a:t>DP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CU</a:t>
            </a:r>
            <a:r>
              <a:rPr lang="zh-CN" altLang="en-US" dirty="0" smtClean="0"/>
              <a:t>的组成取决于指令系统；</a:t>
            </a:r>
            <a:endParaRPr lang="en-US" altLang="zh-CN" dirty="0" smtClean="0"/>
          </a:p>
          <a:p>
            <a:r>
              <a:rPr lang="en-US" altLang="zh-CN" dirty="0" smtClean="0"/>
              <a:t>CPU</a:t>
            </a:r>
            <a:r>
              <a:rPr lang="zh-CN" altLang="en-US" dirty="0" smtClean="0"/>
              <a:t>的工作原理是</a:t>
            </a:r>
            <a:r>
              <a:rPr lang="en-US" altLang="zh-CN" dirty="0" smtClean="0"/>
              <a:t>DP</a:t>
            </a:r>
            <a:r>
              <a:rPr lang="zh-CN" altLang="en-US" dirty="0" smtClean="0"/>
              <a:t>实现指令执行过程的操作，</a:t>
            </a:r>
            <a:r>
              <a:rPr lang="en-US" altLang="zh-CN" dirty="0" smtClean="0"/>
              <a:t>CU</a:t>
            </a:r>
            <a:r>
              <a:rPr lang="zh-CN" altLang="en-US" dirty="0" smtClean="0"/>
              <a:t>负责产生数据通路所需的操作控制信号。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MMU</a:t>
            </a:r>
            <a:r>
              <a:rPr lang="zh-CN" altLang="en-US" dirty="0" smtClean="0"/>
              <a:t>可看作存储管理部件，属于存储系统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思考：中断处理与指令执行过程无关，简化实现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dirty="0" smtClean="0"/>
              <a:t>P4-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CU</a:t>
            </a:r>
            <a:r>
              <a:rPr lang="zh-CN" altLang="en-US" dirty="0" smtClean="0"/>
              <a:t>与数据通路的关系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思考：立即寻址</a:t>
            </a:r>
            <a:r>
              <a:rPr lang="en-US" altLang="zh-CN" dirty="0" smtClean="0"/>
              <a:t>/</a:t>
            </a:r>
            <a:r>
              <a:rPr lang="zh-CN" altLang="en-US" dirty="0" smtClean="0"/>
              <a:t>寄存器寻址</a:t>
            </a:r>
            <a:r>
              <a:rPr lang="en-US" altLang="zh-CN" dirty="0" smtClean="0"/>
              <a:t>/</a:t>
            </a:r>
            <a:r>
              <a:rPr lang="zh-CN" altLang="en-US" dirty="0" smtClean="0"/>
              <a:t>直接寻址时，可以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P4-</a:t>
            </a:r>
            <a:r>
              <a:rPr lang="zh-CN" altLang="en-US" dirty="0" smtClean="0"/>
              <a:t>看数据通路组成，</a:t>
            </a:r>
            <a:r>
              <a:rPr lang="en-US" altLang="zh-CN" dirty="0" smtClean="0"/>
              <a:t>P5-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GPR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PSR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P12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P13-</a:t>
            </a:r>
            <a:r>
              <a:rPr lang="zh-CN" altLang="en-US" dirty="0" smtClean="0"/>
              <a:t>看基本操作的类型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P4-</a:t>
            </a:r>
            <a:r>
              <a:rPr lang="zh-CN" altLang="en-US" dirty="0" smtClean="0"/>
              <a:t>看数据通路部件的组成要求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66700" indent="-266700" algn="l">
              <a:lnSpc>
                <a:spcPct val="90000"/>
              </a:lnSpc>
              <a:spcBef>
                <a:spcPts val="0"/>
              </a:spcBef>
            </a:pPr>
            <a:r>
              <a:rPr lang="zh-CN" altLang="en-US" dirty="0"/>
              <a:t>思考④：</a:t>
            </a:r>
            <a:r>
              <a:rPr lang="en-US" altLang="zh-CN" dirty="0"/>
              <a:t>3</a:t>
            </a:r>
            <a:r>
              <a:rPr lang="zh-CN" altLang="en-US" dirty="0"/>
              <a:t>个。</a:t>
            </a:r>
            <a:r>
              <a:rPr lang="en-US" altLang="zh-CN" dirty="0">
                <a:latin typeface="+mn-ea"/>
                <a:ea typeface="+mn-ea"/>
                <a:sym typeface="+mn-ea"/>
              </a:rPr>
              <a:t>(R0)</a:t>
            </a:r>
            <a:r>
              <a:rPr lang="zh-CN" altLang="en-US" dirty="0">
                <a:latin typeface="+mn-ea"/>
                <a:ea typeface="+mn-ea"/>
                <a:sym typeface="+mn-ea"/>
              </a:rPr>
              <a:t>→</a:t>
            </a:r>
            <a:r>
              <a:rPr lang="en-US" altLang="zh-CN" dirty="0" smtClean="0">
                <a:latin typeface="+mn-ea"/>
                <a:ea typeface="+mn-ea"/>
                <a:sym typeface="+mn-ea"/>
              </a:rPr>
              <a:t>Y</a:t>
            </a:r>
            <a:r>
              <a:rPr lang="zh-CN" altLang="en-US" dirty="0" smtClean="0">
                <a:latin typeface="+mn-ea"/>
                <a:ea typeface="+mn-ea"/>
                <a:sym typeface="+mn-ea"/>
              </a:rPr>
              <a:t>，</a:t>
            </a:r>
            <a:r>
              <a:rPr lang="en-US" altLang="zh-CN" dirty="0" smtClean="0">
                <a:latin typeface="+mn-ea"/>
                <a:ea typeface="+mn-ea"/>
                <a:sym typeface="+mn-ea"/>
              </a:rPr>
              <a:t>(Y</a:t>
            </a:r>
            <a:r>
              <a:rPr lang="en-US" altLang="zh-CN" dirty="0">
                <a:latin typeface="+mn-ea"/>
                <a:ea typeface="+mn-ea"/>
                <a:sym typeface="+mn-ea"/>
              </a:rPr>
              <a:t>)+(R1)</a:t>
            </a:r>
            <a:r>
              <a:rPr lang="zh-CN" altLang="en-US" dirty="0">
                <a:latin typeface="+mn-ea"/>
                <a:ea typeface="+mn-ea"/>
                <a:sym typeface="+mn-ea"/>
              </a:rPr>
              <a:t>→</a:t>
            </a:r>
            <a:r>
              <a:rPr lang="en-US" altLang="zh-CN" dirty="0" smtClean="0">
                <a:latin typeface="+mn-ea"/>
                <a:ea typeface="+mn-ea"/>
                <a:sym typeface="+mn-ea"/>
              </a:rPr>
              <a:t>Z</a:t>
            </a:r>
            <a:r>
              <a:rPr lang="zh-CN" altLang="en-US" dirty="0">
                <a:latin typeface="+mn-ea"/>
                <a:ea typeface="+mn-ea"/>
                <a:sym typeface="+mn-ea"/>
              </a:rPr>
              <a:t>，</a:t>
            </a:r>
            <a:r>
              <a:rPr lang="en-US" altLang="zh-CN" dirty="0" smtClean="0">
                <a:latin typeface="+mn-ea"/>
                <a:ea typeface="+mn-ea"/>
                <a:sym typeface="+mn-ea"/>
              </a:rPr>
              <a:t>(</a:t>
            </a:r>
            <a:r>
              <a:rPr lang="en-US" altLang="zh-CN" dirty="0">
                <a:latin typeface="+mn-ea"/>
                <a:ea typeface="+mn-ea"/>
                <a:sym typeface="+mn-ea"/>
              </a:rPr>
              <a:t>Z)</a:t>
            </a:r>
            <a:r>
              <a:rPr lang="zh-CN" altLang="en-US" dirty="0">
                <a:latin typeface="+mn-ea"/>
                <a:ea typeface="+mn-ea"/>
                <a:sym typeface="+mn-ea"/>
              </a:rPr>
              <a:t>→</a:t>
            </a:r>
            <a:r>
              <a:rPr lang="en-US" altLang="zh-CN" dirty="0">
                <a:latin typeface="+mn-ea"/>
                <a:ea typeface="+mn-ea"/>
                <a:sym typeface="+mn-ea"/>
              </a:rPr>
              <a:t>R2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              </a:t>
            </a:r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看部件需求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P17-</a:t>
            </a:r>
            <a:r>
              <a:rPr lang="zh-CN" altLang="en-US"/>
              <a:t>看同步</a:t>
            </a:r>
            <a:r>
              <a:rPr lang="en-US" altLang="zh-CN"/>
              <a:t>MEM</a:t>
            </a:r>
            <a:r>
              <a:rPr lang="zh-CN" altLang="en-US"/>
              <a:t>、异步</a:t>
            </a:r>
            <a:r>
              <a:rPr lang="en-US" altLang="zh-CN"/>
              <a:t>MEM</a:t>
            </a:r>
            <a:r>
              <a:rPr lang="zh-CN" altLang="en-US"/>
              <a:t>的接口</a:t>
            </a:r>
            <a:r>
              <a:rPr lang="en-US" altLang="zh-CN"/>
              <a:t>&amp;</a:t>
            </a:r>
            <a:r>
              <a:rPr lang="zh-CN" altLang="en-US"/>
              <a:t>操作时序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思考：非共用连接，无需三态门控制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思考①：</a:t>
            </a:r>
            <a:r>
              <a:rPr lang="en-US" altLang="zh-CN" dirty="0" smtClean="0"/>
              <a:t>IR.RD</a:t>
            </a:r>
            <a:r>
              <a:rPr lang="zh-CN" altLang="en-US" dirty="0" smtClean="0"/>
              <a:t>连接在</a:t>
            </a:r>
            <a:r>
              <a:rPr lang="en-US" altLang="zh-CN" dirty="0" smtClean="0"/>
              <a:t>MUX</a:t>
            </a:r>
            <a:r>
              <a:rPr lang="zh-CN" altLang="en-US" dirty="0" smtClean="0"/>
              <a:t>的</a:t>
            </a:r>
            <a:r>
              <a:rPr lang="en-US" altLang="zh-CN" dirty="0" smtClean="0"/>
              <a:t>0#</a:t>
            </a:r>
            <a:r>
              <a:rPr lang="zh-CN" altLang="en-US" dirty="0" smtClean="0"/>
              <a:t>入端 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思考②：</a:t>
            </a:r>
            <a:r>
              <a:rPr lang="en-US" altLang="zh-CN" dirty="0" smtClean="0"/>
              <a:t>WMFC=0</a:t>
            </a:r>
            <a:r>
              <a:rPr lang="zh-CN" altLang="en-US" dirty="0" smtClean="0"/>
              <a:t>的所有行     </a:t>
            </a:r>
            <a:r>
              <a:rPr lang="en-US" altLang="zh-CN" dirty="0" smtClean="0"/>
              <a:t>P6-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End</a:t>
            </a:r>
            <a:r>
              <a:rPr lang="zh-CN" altLang="en-US" dirty="0" smtClean="0"/>
              <a:t>的作用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思考：</a:t>
            </a:r>
            <a:r>
              <a:rPr lang="en-US" altLang="zh-CN" dirty="0" smtClean="0"/>
              <a:t>CU</a:t>
            </a:r>
            <a:r>
              <a:rPr lang="zh-CN" altLang="en-US" dirty="0" smtClean="0"/>
              <a:t>的</a:t>
            </a:r>
            <a:r>
              <a:rPr lang="en-US" altLang="zh-CN" sz="1200" b="0" dirty="0" err="1" smtClean="0"/>
              <a:t>μ</a:t>
            </a:r>
            <a:r>
              <a:rPr lang="en-US" altLang="zh-CN" sz="1200" b="0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1200" b="0" dirty="0" smtClean="0">
                <a:latin typeface="宋体" panose="02010600030101010101" pitchFamily="2" charset="-122"/>
              </a:rPr>
              <a:t>控制信号形成电路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PSR</a:t>
            </a:r>
            <a:r>
              <a:rPr lang="zh-CN" altLang="en-US" dirty="0" smtClean="0"/>
              <a:t>→</a:t>
            </a:r>
            <a:r>
              <a:rPr lang="en-US" altLang="zh-CN" sz="1200" b="0" dirty="0" err="1" smtClean="0"/>
              <a:t>μ</a:t>
            </a:r>
            <a:r>
              <a:rPr lang="en-US" altLang="zh-CN" sz="1200" b="0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1200" b="0" dirty="0" smtClean="0">
                <a:latin typeface="宋体" panose="02010600030101010101" pitchFamily="2" charset="-122"/>
              </a:rPr>
              <a:t>控制信号形成电路     </a:t>
            </a:r>
            <a:r>
              <a:rPr lang="en-US" altLang="zh-CN" dirty="0" smtClean="0">
                <a:sym typeface="+mn-ea"/>
              </a:rPr>
              <a:t>P13-</a:t>
            </a:r>
            <a:r>
              <a:rPr lang="zh-CN" altLang="en-US" dirty="0" smtClean="0">
                <a:sym typeface="+mn-ea"/>
              </a:rPr>
              <a:t>看双字长指令取指方法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P24-</a:t>
            </a:r>
            <a:r>
              <a:rPr lang="zh-CN" altLang="en-US" dirty="0" smtClean="0">
                <a:sym typeface="+mn-ea"/>
              </a:rPr>
              <a:t>与单总线通路对比取指令</a:t>
            </a:r>
            <a:r>
              <a:rPr lang="en-US" altLang="zh-CN" dirty="0" err="1" smtClean="0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dirty="0" err="1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P25-</a:t>
            </a:r>
            <a:r>
              <a:rPr lang="zh-CN" altLang="en-US" dirty="0" smtClean="0">
                <a:sym typeface="+mn-ea"/>
              </a:rPr>
              <a:t>与单总线通路对比减法指令</a:t>
            </a:r>
            <a:r>
              <a:rPr lang="en-US" altLang="zh-CN" dirty="0" err="1" smtClean="0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dirty="0" err="1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endParaRPr lang="en-US" altLang="zh-CN" b="0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P27-</a:t>
            </a:r>
            <a:r>
              <a:rPr lang="zh-CN" altLang="en-US" sz="1200" b="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对比状态转换图</a:t>
            </a:r>
            <a:endParaRPr lang="zh-CN" altLang="en-US" sz="1200" b="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P4-</a:t>
            </a:r>
            <a:r>
              <a:rPr lang="zh-CN" altLang="en-US" dirty="0" smtClean="0"/>
              <a:t>看特殊寄存器的组成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看分析结果包含的内容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 smtClean="0"/>
              <a:t>P31-</a:t>
            </a:r>
            <a:r>
              <a:rPr lang="zh-CN" altLang="en-US" b="0" dirty="0" smtClean="0"/>
              <a:t>看部件设计包含的内容，上页</a:t>
            </a:r>
            <a:r>
              <a:rPr lang="en-US" altLang="zh-CN" b="0" dirty="0" smtClean="0"/>
              <a:t>-</a:t>
            </a:r>
            <a:r>
              <a:rPr lang="zh-CN" altLang="en-US" b="0" dirty="0" smtClean="0"/>
              <a:t>看设计需求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P32-</a:t>
            </a:r>
            <a:r>
              <a:rPr lang="zh-CN" altLang="en-US" dirty="0" smtClean="0"/>
              <a:t>看设计需求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P32-</a:t>
            </a:r>
            <a:r>
              <a:rPr lang="zh-CN" altLang="en-US" dirty="0" smtClean="0"/>
              <a:t>看设计需求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P32-</a:t>
            </a:r>
            <a:r>
              <a:rPr lang="zh-CN" altLang="en-US" dirty="0" smtClean="0"/>
              <a:t>看设计需求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看已有通路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看已有通路，</a:t>
            </a:r>
            <a:r>
              <a:rPr lang="en-US" altLang="zh-CN" dirty="0" smtClean="0"/>
              <a:t>P35-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ALU</a:t>
            </a:r>
            <a:r>
              <a:rPr lang="zh-CN" altLang="en-US" dirty="0" smtClean="0"/>
              <a:t>在前半周期完成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看已有通路，</a:t>
            </a:r>
            <a:r>
              <a:rPr lang="en-US" altLang="zh-CN" dirty="0" smtClean="0"/>
              <a:t>P34-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ACU</a:t>
            </a:r>
            <a:r>
              <a:rPr lang="zh-CN" altLang="en-US" dirty="0" smtClean="0"/>
              <a:t>结构与引脚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看控制信号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P23-</a:t>
            </a:r>
            <a:r>
              <a:rPr lang="zh-CN" altLang="en-US" dirty="0" smtClean="0"/>
              <a:t>看异步</a:t>
            </a:r>
            <a:r>
              <a:rPr lang="en-US" altLang="zh-CN" dirty="0" smtClean="0"/>
              <a:t>/</a:t>
            </a:r>
            <a:r>
              <a:rPr lang="zh-CN" altLang="en-US" dirty="0" smtClean="0"/>
              <a:t>同步控制方式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P40-</a:t>
            </a:r>
            <a:r>
              <a:rPr lang="zh-CN" altLang="en-US" dirty="0" smtClean="0"/>
              <a:t>看单周期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P40-</a:t>
            </a:r>
            <a:r>
              <a:rPr lang="zh-CN" altLang="en-US" dirty="0" smtClean="0"/>
              <a:t>看单周期</a:t>
            </a:r>
            <a:r>
              <a:rPr lang="en-US" altLang="zh-CN" dirty="0" smtClean="0"/>
              <a:t>DP</a:t>
            </a:r>
            <a:r>
              <a:rPr lang="zh-CN" altLang="en-US" dirty="0" smtClean="0"/>
              <a:t>，上页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看附加寄存器方案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看多周期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P44-</a:t>
            </a:r>
            <a:r>
              <a:rPr lang="zh-CN" altLang="en-US" dirty="0" smtClean="0"/>
              <a:t>看多周期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P49-</a:t>
            </a:r>
            <a:r>
              <a:rPr lang="zh-CN" altLang="en-US" dirty="0" smtClean="0"/>
              <a:t>看多周期</a:t>
            </a:r>
            <a:r>
              <a:rPr lang="en-US" altLang="zh-CN" dirty="0" smtClean="0"/>
              <a:t>DP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程序状态：如单步跟踪标志</a:t>
            </a:r>
            <a:r>
              <a:rPr lang="en-US" altLang="zh-CN" dirty="0" smtClean="0"/>
              <a:t>TF</a:t>
            </a:r>
            <a:r>
              <a:rPr lang="zh-CN" altLang="en-US" dirty="0" smtClean="0"/>
              <a:t>，结果标志</a:t>
            </a:r>
            <a:r>
              <a:rPr lang="en-US" altLang="zh-CN" dirty="0" smtClean="0"/>
              <a:t>CF/ZF</a:t>
            </a:r>
            <a:r>
              <a:rPr lang="zh-CN" altLang="en-US" dirty="0" smtClean="0"/>
              <a:t>等（可选），机器状态：如中断</a:t>
            </a:r>
            <a:r>
              <a:rPr lang="en-US" altLang="zh-CN" dirty="0" smtClean="0"/>
              <a:t>/</a:t>
            </a:r>
            <a:r>
              <a:rPr lang="zh-CN" altLang="en-US" dirty="0" smtClean="0"/>
              <a:t>异常类型号，操作状态：如完成位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mfc</a:t>
            </a:r>
            <a:r>
              <a:rPr lang="en-US" altLang="zh-CN" dirty="0" smtClean="0"/>
              <a:t>)</a:t>
            </a:r>
            <a:r>
              <a:rPr lang="zh-CN" altLang="en-US" dirty="0" smtClean="0"/>
              <a:t>、就绪位等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P47-</a:t>
            </a:r>
            <a:r>
              <a:rPr lang="zh-CN" altLang="en-US" dirty="0" smtClean="0"/>
              <a:t>看状态转换图构成有限状态机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P53-</a:t>
            </a:r>
            <a:r>
              <a:rPr lang="zh-CN" altLang="en-US" dirty="0" smtClean="0"/>
              <a:t>看各指令写</a:t>
            </a:r>
            <a:r>
              <a:rPr lang="en-US" altLang="zh-CN" dirty="0" smtClean="0"/>
              <a:t>GPRs</a:t>
            </a:r>
            <a:r>
              <a:rPr lang="zh-CN" altLang="en-US" dirty="0" smtClean="0"/>
              <a:t>的时刻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P47-</a:t>
            </a:r>
            <a:r>
              <a:rPr lang="zh-CN" altLang="en-US" dirty="0" smtClean="0"/>
              <a:t>看各指令的步骤数，</a:t>
            </a:r>
            <a:r>
              <a:rPr lang="en-US" altLang="zh-CN" dirty="0" smtClean="0"/>
              <a:t>P44-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DP</a:t>
            </a:r>
            <a:r>
              <a:rPr lang="zh-CN" altLang="en-US" dirty="0" smtClean="0"/>
              <a:t>的脉冲信号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sym typeface="+mn-ea"/>
              </a:rPr>
              <a:t>变长参数</a:t>
            </a:r>
            <a:r>
              <a:rPr lang="en-US" altLang="zh-CN" dirty="0" smtClean="0">
                <a:sym typeface="+mn-ea"/>
              </a:rPr>
              <a:t>—</a:t>
            </a:r>
            <a:r>
              <a:rPr lang="zh-CN" altLang="en-US" dirty="0" smtClean="0">
                <a:sym typeface="+mn-ea"/>
              </a:rPr>
              <a:t>如操作码、寻址方式、中断请求等。</a:t>
            </a:r>
            <a:r>
              <a:rPr lang="en-US" altLang="zh-CN" dirty="0" smtClean="0">
                <a:sym typeface="+mn-ea"/>
              </a:rPr>
              <a:t>  </a:t>
            </a:r>
            <a:r>
              <a:rPr lang="zh-CN" altLang="en-US" dirty="0" smtClean="0">
                <a:sym typeface="+mn-ea"/>
              </a:rPr>
              <a:t>思考：</a:t>
            </a:r>
            <a:r>
              <a:rPr lang="en-US" altLang="zh-CN" dirty="0" smtClean="0">
                <a:sym typeface="+mn-ea"/>
              </a:rPr>
              <a:t>D1=S•T</a:t>
            </a:r>
            <a:r>
              <a:rPr lang="en-US" altLang="zh-CN" baseline="-25000" dirty="0" smtClean="0">
                <a:sym typeface="+mn-ea"/>
              </a:rPr>
              <a:t>0</a:t>
            </a:r>
            <a:r>
              <a:rPr lang="zh-CN" altLang="en-US" dirty="0" smtClean="0">
                <a:sym typeface="+mn-ea"/>
              </a:rPr>
              <a:t>，</a:t>
            </a:r>
            <a:r>
              <a:rPr lang="en-US" altLang="zh-CN" dirty="0" smtClean="0">
                <a:sym typeface="+mn-ea"/>
              </a:rPr>
              <a:t>D2=</a:t>
            </a:r>
            <a:r>
              <a:rPr lang="en-US" altLang="zh-CN" dirty="0" smtClean="0">
                <a:sym typeface="+mn-ea"/>
              </a:rPr>
              <a:t>S•T</a:t>
            </a:r>
            <a:r>
              <a:rPr lang="en-US" altLang="zh-CN" baseline="-25000" dirty="0" smtClean="0">
                <a:sym typeface="+mn-ea"/>
              </a:rPr>
              <a:t>1</a:t>
            </a:r>
            <a:r>
              <a:rPr lang="en-US" altLang="zh-CN" dirty="0" smtClean="0">
                <a:sym typeface="+mn-ea"/>
              </a:rPr>
              <a:t>+~S•T</a:t>
            </a:r>
            <a:r>
              <a:rPr lang="en-US" altLang="zh-CN" baseline="-25000" dirty="0" smtClean="0">
                <a:sym typeface="+mn-ea"/>
              </a:rPr>
              <a:t>0</a:t>
            </a:r>
            <a:r>
              <a:rPr lang="en-US" altLang="zh-CN" dirty="0" smtClean="0">
                <a:sym typeface="+mn-ea"/>
              </a:rPr>
              <a:t>    </a:t>
            </a:r>
            <a:r>
              <a:rPr lang="en-US" altLang="zh-CN" dirty="0" smtClean="0"/>
              <a:t>P42-</a:t>
            </a:r>
            <a:r>
              <a:rPr lang="zh-CN" altLang="en-US" dirty="0" smtClean="0"/>
              <a:t>看</a:t>
            </a:r>
            <a:r>
              <a:rPr lang="en-US" altLang="zh-CN" dirty="0" err="1" smtClean="0"/>
              <a:t>uOP</a:t>
            </a:r>
            <a:r>
              <a:rPr lang="en-US" altLang="zh-CN" dirty="0" smtClean="0"/>
              <a:t>=1</a:t>
            </a:r>
            <a:r>
              <a:rPr lang="zh-CN" altLang="en-US" dirty="0" smtClean="0"/>
              <a:t>～</a:t>
            </a:r>
            <a:r>
              <a:rPr lang="en-US" altLang="zh-CN" dirty="0" smtClean="0"/>
              <a:t>p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CLK</a:t>
            </a:r>
            <a:r>
              <a:rPr lang="en-US" altLang="zh-CN" dirty="0" smtClean="0">
                <a:sym typeface="+mn-ea"/>
              </a:rPr>
              <a:t>=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P24-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MEM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mfc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P54-</a:t>
            </a:r>
            <a:r>
              <a:rPr lang="zh-CN" altLang="en-US" dirty="0" smtClean="0"/>
              <a:t>看定时逻辑电路的输入信号与时序信号形成电路的关系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P50-</a:t>
            </a:r>
            <a:r>
              <a:rPr lang="zh-CN" altLang="en-US" dirty="0" smtClean="0"/>
              <a:t>看控制器类型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P50-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看硬布线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CU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P47-</a:t>
            </a:r>
            <a:r>
              <a:rPr lang="zh-CN" altLang="en-US" dirty="0" smtClean="0">
                <a:sym typeface="+mn-ea"/>
              </a:rPr>
              <a:t>看状态转换图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P54-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看时序电路的组成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P40-</a:t>
            </a:r>
            <a:r>
              <a:rPr lang="zh-CN" altLang="en-US" dirty="0" smtClean="0"/>
              <a:t>看单周期</a:t>
            </a:r>
            <a:r>
              <a:rPr lang="en-US" altLang="zh-CN" dirty="0" smtClean="0"/>
              <a:t>DP</a:t>
            </a:r>
            <a:r>
              <a:rPr lang="zh-CN" altLang="en-US" dirty="0" smtClean="0"/>
              <a:t>的工作脉冲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P41-</a:t>
            </a:r>
            <a:r>
              <a:rPr lang="zh-CN" altLang="en-US" dirty="0" smtClean="0"/>
              <a:t>看状态转换图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P47-</a:t>
            </a:r>
            <a:r>
              <a:rPr lang="zh-CN" altLang="en-US" dirty="0" smtClean="0"/>
              <a:t>看多周期数据通路状态转换图，</a:t>
            </a:r>
            <a:r>
              <a:rPr lang="en-US" altLang="zh-CN" dirty="0" smtClean="0"/>
              <a:t>P60-</a:t>
            </a:r>
            <a:r>
              <a:rPr lang="zh-CN" altLang="en-US" dirty="0" smtClean="0"/>
              <a:t>看设计步骤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P67-</a:t>
            </a:r>
            <a:r>
              <a:rPr lang="zh-CN" altLang="en-US" dirty="0" smtClean="0"/>
              <a:t>看设计步骤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P67-</a:t>
            </a:r>
            <a:r>
              <a:rPr lang="zh-CN" altLang="en-US" dirty="0" smtClean="0"/>
              <a:t>看设计步骤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P63-</a:t>
            </a:r>
            <a:r>
              <a:rPr lang="zh-CN" altLang="en-US" dirty="0" smtClean="0"/>
              <a:t>看状态转换图的时间戳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P65-</a:t>
            </a:r>
            <a:r>
              <a:rPr lang="zh-CN" altLang="en-US" dirty="0" smtClean="0"/>
              <a:t>看时序电路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P49-</a:t>
            </a:r>
            <a:r>
              <a:rPr lang="zh-CN" altLang="en-US" dirty="0" smtClean="0"/>
              <a:t>看控制器的基本组成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看中断与异常的产生部件不同，</a:t>
            </a:r>
            <a:r>
              <a:rPr lang="en-US" altLang="zh-CN" dirty="0" smtClean="0"/>
              <a:t>P6-</a:t>
            </a:r>
            <a:r>
              <a:rPr lang="zh-CN" altLang="en-US" dirty="0" smtClean="0"/>
              <a:t>看中断周期在指令周期之间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思考；异常</a:t>
            </a:r>
            <a:r>
              <a:rPr lang="en-US" altLang="zh-CN" dirty="0" smtClean="0"/>
              <a:t>=</a:t>
            </a:r>
            <a:r>
              <a:rPr lang="zh-CN" altLang="en-US" dirty="0" smtClean="0"/>
              <a:t>当前</a:t>
            </a:r>
            <a:r>
              <a:rPr lang="en-US" altLang="zh-CN" dirty="0" smtClean="0"/>
              <a:t>/</a:t>
            </a:r>
            <a:r>
              <a:rPr lang="zh-CN" altLang="en-US" dirty="0" smtClean="0"/>
              <a:t>下条指令，中断</a:t>
            </a:r>
            <a:r>
              <a:rPr lang="en-US" altLang="zh-CN" dirty="0" smtClean="0"/>
              <a:t>=</a:t>
            </a:r>
            <a:r>
              <a:rPr lang="zh-CN" altLang="en-US" dirty="0" smtClean="0"/>
              <a:t>下条指令</a:t>
            </a:r>
            <a:r>
              <a:rPr lang="zh-CN" altLang="en-US" baseline="0" dirty="0" smtClean="0"/>
              <a:t>      </a:t>
            </a:r>
            <a:r>
              <a:rPr lang="en-US" altLang="zh-CN" dirty="0" smtClean="0"/>
              <a:t>P72-</a:t>
            </a:r>
            <a:r>
              <a:rPr lang="zh-CN" altLang="en-US" dirty="0" smtClean="0"/>
              <a:t>看异常的返回方式</a:t>
            </a:r>
            <a:r>
              <a:rPr lang="en-US" altLang="zh-CN" dirty="0" smtClean="0"/>
              <a:t>    </a:t>
            </a:r>
            <a:r>
              <a:rPr lang="en-US" altLang="zh-CN" dirty="0" smtClean="0">
                <a:sym typeface="+mn-ea"/>
              </a:rPr>
              <a:t>P25-</a:t>
            </a:r>
            <a:r>
              <a:rPr lang="zh-CN" altLang="en-US" dirty="0" smtClean="0">
                <a:sym typeface="+mn-ea"/>
              </a:rPr>
              <a:t>看</a:t>
            </a:r>
            <a:r>
              <a:rPr lang="en-US" altLang="zh-CN" dirty="0" smtClean="0">
                <a:sym typeface="+mn-ea"/>
              </a:rPr>
              <a:t>End</a:t>
            </a:r>
            <a:r>
              <a:rPr lang="zh-CN" altLang="en-US" dirty="0" smtClean="0">
                <a:sym typeface="+mn-ea"/>
              </a:rPr>
              <a:t>的应用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思考③：不可以，</a:t>
            </a:r>
            <a:r>
              <a:rPr lang="en-US" altLang="zh-CN" dirty="0" smtClean="0"/>
              <a:t>IF</a:t>
            </a:r>
            <a:r>
              <a:rPr lang="zh-CN" altLang="en-US" dirty="0" smtClean="0"/>
              <a:t>∈</a:t>
            </a:r>
            <a:r>
              <a:rPr lang="en-US" altLang="zh-CN" dirty="0" smtClean="0"/>
              <a:t>PSW</a:t>
            </a:r>
            <a:r>
              <a:rPr lang="zh-CN" altLang="en-US" dirty="0" smtClean="0"/>
              <a:t>，对调后返回的</a:t>
            </a:r>
            <a:r>
              <a:rPr lang="en-US" altLang="zh-CN" dirty="0" smtClean="0"/>
              <a:t>IF=0</a:t>
            </a:r>
            <a:r>
              <a:rPr lang="zh-CN" altLang="en-US" dirty="0" smtClean="0"/>
              <a:t>（≠原</a:t>
            </a:r>
            <a:r>
              <a:rPr lang="en-US" altLang="zh-CN" dirty="0" smtClean="0"/>
              <a:t>IF</a:t>
            </a:r>
            <a:r>
              <a:rPr lang="zh-CN" altLang="en-US" dirty="0" smtClean="0"/>
              <a:t>值） 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思考①：</a:t>
            </a:r>
            <a:r>
              <a:rPr lang="en-US" altLang="zh-CN" dirty="0" smtClean="0"/>
              <a:t>A</a:t>
            </a:r>
            <a:r>
              <a:rPr lang="zh-CN" altLang="en-US" dirty="0" smtClean="0"/>
              <a:t>最高、</a:t>
            </a:r>
            <a:r>
              <a:rPr lang="en-US" altLang="zh-CN" dirty="0" smtClean="0"/>
              <a:t>Z</a:t>
            </a:r>
            <a:r>
              <a:rPr lang="zh-CN" altLang="en-US" dirty="0" smtClean="0"/>
              <a:t>最低，对应于查询次序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看向量方式的响应过程，</a:t>
            </a:r>
            <a:r>
              <a:rPr lang="en-US" altLang="zh-CN" dirty="0" smtClean="0"/>
              <a:t>P76-</a:t>
            </a:r>
            <a:r>
              <a:rPr lang="zh-CN" altLang="en-US" dirty="0" smtClean="0"/>
              <a:t>看非向量方式的响应过程</a:t>
            </a:r>
            <a:endParaRPr lang="en-US" altLang="zh-CN" dirty="0" smtClean="0"/>
          </a:p>
          <a:p>
            <a:r>
              <a:rPr lang="zh-CN" altLang="en-US" dirty="0" smtClean="0"/>
              <a:t>思考：无③④，增设异常类型</a:t>
            </a:r>
            <a:r>
              <a:rPr lang="en-US" altLang="zh-CN" dirty="0" smtClean="0"/>
              <a:t>REG</a:t>
            </a:r>
            <a:r>
              <a:rPr lang="zh-CN" altLang="en-US" dirty="0" smtClean="0"/>
              <a:t>，入口地址固定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P76-</a:t>
            </a:r>
            <a:r>
              <a:rPr lang="zh-CN" altLang="en-US" dirty="0" smtClean="0"/>
              <a:t>看非向量方式处理过程，下页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看原数据通路</a:t>
            </a:r>
            <a:r>
              <a:rPr lang="en-US" altLang="zh-CN" dirty="0" smtClean="0"/>
              <a:t>    P90-</a:t>
            </a:r>
            <a:r>
              <a:rPr lang="zh-CN" altLang="en-US" dirty="0" smtClean="0"/>
              <a:t>看原状态转换图</a:t>
            </a:r>
            <a:r>
              <a:rPr lang="en-US" altLang="zh-CN" dirty="0" smtClean="0"/>
              <a:t>-</a:t>
            </a:r>
            <a:r>
              <a:rPr lang="zh-CN" altLang="en-US" dirty="0" smtClean="0"/>
              <a:t>检测时间，上页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看响应部件及过程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思考：</a:t>
            </a:r>
            <a:r>
              <a:rPr lang="zh-CN" altLang="en-US" sz="1200" dirty="0" smtClean="0">
                <a:solidFill>
                  <a:schemeClr val="tx1"/>
                </a:solidFill>
              </a:rPr>
              <a:t>数据</a:t>
            </a:r>
            <a:r>
              <a:rPr lang="en-US" altLang="zh-CN" sz="1200" dirty="0" smtClean="0">
                <a:solidFill>
                  <a:schemeClr val="tx1"/>
                </a:solidFill>
              </a:rPr>
              <a:t>/</a:t>
            </a:r>
            <a:r>
              <a:rPr lang="zh-CN" altLang="en-US" sz="1200" dirty="0" smtClean="0">
                <a:solidFill>
                  <a:schemeClr val="tx1"/>
                </a:solidFill>
              </a:rPr>
              <a:t>地址</a:t>
            </a:r>
            <a:r>
              <a:rPr lang="en-US" altLang="zh-CN" sz="1200" dirty="0" smtClean="0">
                <a:solidFill>
                  <a:schemeClr val="tx1"/>
                </a:solidFill>
              </a:rPr>
              <a:t>/</a:t>
            </a:r>
            <a:r>
              <a:rPr lang="zh-CN" altLang="en-US" sz="1200" dirty="0" smtClean="0">
                <a:solidFill>
                  <a:schemeClr val="tx1"/>
                </a:solidFill>
              </a:rPr>
              <a:t>命令，</a:t>
            </a:r>
            <a:r>
              <a:rPr lang="zh-CN" altLang="en-US" sz="1200" u="sng" dirty="0" smtClean="0">
                <a:solidFill>
                  <a:schemeClr val="tx1"/>
                </a:solidFill>
              </a:rPr>
              <a:t>产生</a:t>
            </a:r>
            <a:r>
              <a:rPr lang="en-US" altLang="zh-CN" sz="1200" u="sng" dirty="0" smtClean="0">
                <a:solidFill>
                  <a:schemeClr val="tx1"/>
                </a:solidFill>
              </a:rPr>
              <a:t>-</a:t>
            </a:r>
            <a:r>
              <a:rPr lang="zh-CN" altLang="en-US" sz="1200" u="sng" dirty="0" smtClean="0">
                <a:solidFill>
                  <a:schemeClr val="tx1"/>
                </a:solidFill>
              </a:rPr>
              <a:t>使用之间</a:t>
            </a:r>
            <a:r>
              <a:rPr lang="zh-CN" altLang="en-US" sz="1200" dirty="0" smtClean="0">
                <a:solidFill>
                  <a:schemeClr val="tx1"/>
                </a:solidFill>
              </a:rPr>
              <a:t>的</a:t>
            </a:r>
            <a:r>
              <a:rPr lang="zh-CN" altLang="en-US" sz="1200" dirty="0" smtClean="0">
                <a:solidFill>
                  <a:srgbClr val="0070C0"/>
                </a:solidFill>
              </a:rPr>
              <a:t>所有段，寄存器采用边沿触发</a:t>
            </a:r>
            <a:r>
              <a:rPr lang="zh-CN" altLang="en-US" sz="1200" baseline="0" dirty="0" smtClean="0">
                <a:solidFill>
                  <a:schemeClr val="tx1"/>
                </a:solidFill>
              </a:rPr>
              <a:t>           </a:t>
            </a:r>
            <a:r>
              <a:rPr lang="en-US" altLang="zh-CN" dirty="0" smtClean="0"/>
              <a:t>P44-</a:t>
            </a:r>
            <a:r>
              <a:rPr lang="zh-CN" altLang="en-US" dirty="0" smtClean="0"/>
              <a:t>看数据通路组成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P80-</a:t>
            </a:r>
            <a:r>
              <a:rPr lang="zh-CN" altLang="en-US"/>
              <a:t>看多周期数据通路组成</a:t>
            </a:r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P90-</a:t>
            </a:r>
            <a:r>
              <a:rPr lang="zh-CN" altLang="en-US" dirty="0" smtClean="0"/>
              <a:t>看时空图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P84-</a:t>
            </a:r>
            <a:r>
              <a:rPr lang="zh-CN" altLang="en-US" dirty="0" smtClean="0"/>
              <a:t>看冒险处理与流水线组成的关系，</a:t>
            </a:r>
            <a:r>
              <a:rPr lang="en-US" altLang="zh-CN" dirty="0" smtClean="0"/>
              <a:t>P85-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PC+4</a:t>
            </a:r>
            <a:r>
              <a:rPr lang="zh-CN" altLang="en-US" dirty="0" smtClean="0"/>
              <a:t>等现象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P97-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RAW</a:t>
            </a:r>
            <a:r>
              <a:rPr lang="zh-CN" altLang="en-US" dirty="0" smtClean="0"/>
              <a:t>冒险最多在几条指令之间，上页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看自动消除、隔条冲突停顿拍数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</a:t>
            </a:r>
            <a:r>
              <a:rPr lang="en-US" altLang="zh-CN" dirty="0" smtClean="0"/>
              <a:t>CU</a:t>
            </a:r>
            <a:r>
              <a:rPr lang="zh-CN" altLang="en-US" dirty="0" smtClean="0"/>
              <a:t>。    </a:t>
            </a:r>
            <a:r>
              <a:rPr lang="en-US" altLang="zh-CN" dirty="0" smtClean="0"/>
              <a:t>P92-</a:t>
            </a:r>
            <a:r>
              <a:rPr lang="zh-CN" altLang="en-US" dirty="0" smtClean="0"/>
              <a:t>看阻塞法的实现机制（暂停</a:t>
            </a:r>
            <a:r>
              <a:rPr lang="en-US" altLang="zh-CN" dirty="0" smtClean="0"/>
              <a:t>IF</a:t>
            </a:r>
            <a:r>
              <a:rPr lang="zh-CN" altLang="en-US" dirty="0" smtClean="0"/>
              <a:t>段、</a:t>
            </a:r>
            <a:r>
              <a:rPr lang="en-US" altLang="zh-CN" dirty="0" smtClean="0"/>
              <a:t>ID</a:t>
            </a:r>
            <a:r>
              <a:rPr lang="zh-CN" altLang="en-US" dirty="0" smtClean="0"/>
              <a:t>段产生气泡）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200" b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kumimoji="0" lang="zh-CN" altLang="en-US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＝</a:t>
            </a:r>
            <a:r>
              <a:rPr kumimoji="0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[5</a:t>
            </a:r>
            <a:r>
              <a:rPr kumimoji="1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+(5-1)</a:t>
            </a:r>
            <a:r>
              <a:rPr kumimoji="1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t]</a:t>
            </a:r>
            <a:r>
              <a:rPr kumimoji="0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+(0+2+0+2)</a:t>
            </a:r>
            <a:r>
              <a:rPr kumimoji="1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＝</a:t>
            </a:r>
            <a:r>
              <a:rPr lang="en-US" altLang="zh-CN" sz="1200" b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13t</a:t>
            </a:r>
            <a:r>
              <a:rPr lang="zh-CN" altLang="en-US" sz="1200" b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，思考②：</a:t>
            </a:r>
            <a:r>
              <a:rPr lang="en-US" altLang="zh-CN" sz="1200" b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kumimoji="0" lang="zh-CN" altLang="en-US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＝</a:t>
            </a:r>
            <a:r>
              <a:rPr kumimoji="0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[5</a:t>
            </a:r>
            <a:r>
              <a:rPr kumimoji="1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+(5-1)</a:t>
            </a:r>
            <a:r>
              <a:rPr kumimoji="1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t]</a:t>
            </a:r>
            <a:r>
              <a:rPr kumimoji="0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+(0+2+0+1)</a:t>
            </a:r>
            <a:r>
              <a:rPr kumimoji="1" lang="en-US" altLang="zh-CN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＝</a:t>
            </a:r>
            <a:r>
              <a:rPr lang="en-US" altLang="zh-CN" sz="1200" b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12t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P91-</a:t>
            </a:r>
            <a:r>
              <a:rPr lang="zh-CN" altLang="en-US" dirty="0" smtClean="0"/>
              <a:t>小结数据冒险的处理方法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P92-</a:t>
            </a:r>
            <a:r>
              <a:rPr lang="zh-CN" altLang="en-US" dirty="0" smtClean="0"/>
              <a:t>看数据冒险的阻塞法的不同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P105-</a:t>
            </a:r>
            <a:r>
              <a:rPr lang="zh-CN" altLang="en-US" dirty="0" smtClean="0"/>
              <a:t>看阻塞法停顿拍数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P97-</a:t>
            </a:r>
            <a:r>
              <a:rPr lang="zh-CN" altLang="en-US" dirty="0" smtClean="0"/>
              <a:t>小结控制冒险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P82-</a:t>
            </a:r>
            <a:r>
              <a:rPr lang="zh-CN" altLang="en-US" dirty="0" smtClean="0"/>
              <a:t>看流水线基本思想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278BF-B3A1-4F44-8B36-56B73E962E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7F11A5-702D-4259-924C-A338DC96A3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B6CE0F-E368-4619-973C-B3EF7012EF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9E0806-4AE2-4094-AA46-20AA093919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E4A4BA-C34C-4D99-A1F2-B12F128DD2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21E9F-FFC4-4FF6-9F32-548575A856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2E4083-08A8-466D-9E7D-E14BAA745C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C8ED17-9A3A-4F92-8B6C-970C0EE496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A21311-FED6-41ED-9CD5-F7CBA8ED98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ADA4DE-3F6A-4B5F-9434-6DAC35E00C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84A3A-370F-49C5-BBB3-6671E09735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AC1D7547-9981-45AA-BF56-AB1C88BED00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slide" Target="slide71.xml"/><Relationship Id="rId4" Type="http://schemas.openxmlformats.org/officeDocument/2006/relationships/slide" Target="slide68.xml"/><Relationship Id="rId3" Type="http://schemas.openxmlformats.org/officeDocument/2006/relationships/slide" Target="slide60.xml"/><Relationship Id="rId2" Type="http://schemas.openxmlformats.org/officeDocument/2006/relationships/slide" Target="slide49.xml"/><Relationship Id="rId1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8" Type="http://schemas.openxmlformats.org/officeDocument/2006/relationships/notesSlide" Target="../notesSlides/notesSlide2.xml"/><Relationship Id="rId37" Type="http://schemas.openxmlformats.org/officeDocument/2006/relationships/slideLayout" Target="../slideLayouts/slideLayout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5" Type="http://schemas.openxmlformats.org/officeDocument/2006/relationships/notesSlide" Target="../notesSlides/notesSlide3.xml"/><Relationship Id="rId84" Type="http://schemas.openxmlformats.org/officeDocument/2006/relationships/slideLayout" Target="../slideLayouts/slideLayout7.xml"/><Relationship Id="rId83" Type="http://schemas.openxmlformats.org/officeDocument/2006/relationships/tags" Target="../tags/tag117.xml"/><Relationship Id="rId82" Type="http://schemas.openxmlformats.org/officeDocument/2006/relationships/tags" Target="../tags/tag116.xml"/><Relationship Id="rId81" Type="http://schemas.openxmlformats.org/officeDocument/2006/relationships/tags" Target="../tags/tag115.xml"/><Relationship Id="rId80" Type="http://schemas.openxmlformats.org/officeDocument/2006/relationships/tags" Target="../tags/tag114.xml"/><Relationship Id="rId8" Type="http://schemas.openxmlformats.org/officeDocument/2006/relationships/tags" Target="../tags/tag42.xml"/><Relationship Id="rId79" Type="http://schemas.openxmlformats.org/officeDocument/2006/relationships/tags" Target="../tags/tag113.xml"/><Relationship Id="rId78" Type="http://schemas.openxmlformats.org/officeDocument/2006/relationships/tags" Target="../tags/tag112.xml"/><Relationship Id="rId77" Type="http://schemas.openxmlformats.org/officeDocument/2006/relationships/tags" Target="../tags/tag111.xml"/><Relationship Id="rId76" Type="http://schemas.openxmlformats.org/officeDocument/2006/relationships/tags" Target="../tags/tag110.xml"/><Relationship Id="rId75" Type="http://schemas.openxmlformats.org/officeDocument/2006/relationships/tags" Target="../tags/tag109.xml"/><Relationship Id="rId74" Type="http://schemas.openxmlformats.org/officeDocument/2006/relationships/tags" Target="../tags/tag108.xml"/><Relationship Id="rId73" Type="http://schemas.openxmlformats.org/officeDocument/2006/relationships/tags" Target="../tags/tag107.xml"/><Relationship Id="rId72" Type="http://schemas.openxmlformats.org/officeDocument/2006/relationships/tags" Target="../tags/tag106.xml"/><Relationship Id="rId71" Type="http://schemas.openxmlformats.org/officeDocument/2006/relationships/tags" Target="../tags/tag105.xml"/><Relationship Id="rId70" Type="http://schemas.openxmlformats.org/officeDocument/2006/relationships/tags" Target="../tags/tag104.xml"/><Relationship Id="rId7" Type="http://schemas.openxmlformats.org/officeDocument/2006/relationships/tags" Target="../tags/tag41.xml"/><Relationship Id="rId69" Type="http://schemas.openxmlformats.org/officeDocument/2006/relationships/tags" Target="../tags/tag103.xml"/><Relationship Id="rId68" Type="http://schemas.openxmlformats.org/officeDocument/2006/relationships/tags" Target="../tags/tag102.xml"/><Relationship Id="rId67" Type="http://schemas.openxmlformats.org/officeDocument/2006/relationships/tags" Target="../tags/tag101.xml"/><Relationship Id="rId66" Type="http://schemas.openxmlformats.org/officeDocument/2006/relationships/tags" Target="../tags/tag100.xml"/><Relationship Id="rId65" Type="http://schemas.openxmlformats.org/officeDocument/2006/relationships/tags" Target="../tags/tag99.xml"/><Relationship Id="rId64" Type="http://schemas.openxmlformats.org/officeDocument/2006/relationships/tags" Target="../tags/tag98.xml"/><Relationship Id="rId63" Type="http://schemas.openxmlformats.org/officeDocument/2006/relationships/tags" Target="../tags/tag97.xml"/><Relationship Id="rId62" Type="http://schemas.openxmlformats.org/officeDocument/2006/relationships/tags" Target="../tags/tag96.xml"/><Relationship Id="rId61" Type="http://schemas.openxmlformats.org/officeDocument/2006/relationships/tags" Target="../tags/tag95.xml"/><Relationship Id="rId60" Type="http://schemas.openxmlformats.org/officeDocument/2006/relationships/tags" Target="../tags/tag94.xml"/><Relationship Id="rId6" Type="http://schemas.openxmlformats.org/officeDocument/2006/relationships/tags" Target="../tags/tag40.xml"/><Relationship Id="rId59" Type="http://schemas.openxmlformats.org/officeDocument/2006/relationships/tags" Target="../tags/tag93.xml"/><Relationship Id="rId58" Type="http://schemas.openxmlformats.org/officeDocument/2006/relationships/tags" Target="../tags/tag92.xml"/><Relationship Id="rId57" Type="http://schemas.openxmlformats.org/officeDocument/2006/relationships/tags" Target="../tags/tag91.xml"/><Relationship Id="rId56" Type="http://schemas.openxmlformats.org/officeDocument/2006/relationships/tags" Target="../tags/tag90.xml"/><Relationship Id="rId55" Type="http://schemas.openxmlformats.org/officeDocument/2006/relationships/tags" Target="../tags/tag89.xml"/><Relationship Id="rId54" Type="http://schemas.openxmlformats.org/officeDocument/2006/relationships/tags" Target="../tags/tag88.xml"/><Relationship Id="rId53" Type="http://schemas.openxmlformats.org/officeDocument/2006/relationships/tags" Target="../tags/tag87.xml"/><Relationship Id="rId52" Type="http://schemas.openxmlformats.org/officeDocument/2006/relationships/tags" Target="../tags/tag86.xml"/><Relationship Id="rId51" Type="http://schemas.openxmlformats.org/officeDocument/2006/relationships/tags" Target="../tags/tag85.xml"/><Relationship Id="rId50" Type="http://schemas.openxmlformats.org/officeDocument/2006/relationships/tags" Target="../tags/tag84.xml"/><Relationship Id="rId5" Type="http://schemas.openxmlformats.org/officeDocument/2006/relationships/tags" Target="../tags/tag39.xml"/><Relationship Id="rId49" Type="http://schemas.openxmlformats.org/officeDocument/2006/relationships/tags" Target="../tags/tag83.xml"/><Relationship Id="rId48" Type="http://schemas.openxmlformats.org/officeDocument/2006/relationships/tags" Target="../tags/tag82.xml"/><Relationship Id="rId47" Type="http://schemas.openxmlformats.org/officeDocument/2006/relationships/tags" Target="../tags/tag81.xml"/><Relationship Id="rId46" Type="http://schemas.openxmlformats.org/officeDocument/2006/relationships/tags" Target="../tags/tag80.xml"/><Relationship Id="rId45" Type="http://schemas.openxmlformats.org/officeDocument/2006/relationships/tags" Target="../tags/tag79.xml"/><Relationship Id="rId44" Type="http://schemas.openxmlformats.org/officeDocument/2006/relationships/tags" Target="../tags/tag78.xml"/><Relationship Id="rId43" Type="http://schemas.openxmlformats.org/officeDocument/2006/relationships/tags" Target="../tags/tag77.xml"/><Relationship Id="rId42" Type="http://schemas.openxmlformats.org/officeDocument/2006/relationships/tags" Target="../tags/tag76.xml"/><Relationship Id="rId41" Type="http://schemas.openxmlformats.org/officeDocument/2006/relationships/tags" Target="../tags/tag75.xml"/><Relationship Id="rId40" Type="http://schemas.openxmlformats.org/officeDocument/2006/relationships/tags" Target="../tags/tag74.xml"/><Relationship Id="rId4" Type="http://schemas.openxmlformats.org/officeDocument/2006/relationships/tags" Target="../tags/tag38.xml"/><Relationship Id="rId39" Type="http://schemas.openxmlformats.org/officeDocument/2006/relationships/tags" Target="../tags/tag73.xml"/><Relationship Id="rId38" Type="http://schemas.openxmlformats.org/officeDocument/2006/relationships/tags" Target="../tags/tag72.xml"/><Relationship Id="rId37" Type="http://schemas.openxmlformats.org/officeDocument/2006/relationships/tags" Target="../tags/tag71.xml"/><Relationship Id="rId36" Type="http://schemas.openxmlformats.org/officeDocument/2006/relationships/tags" Target="../tags/tag70.xml"/><Relationship Id="rId35" Type="http://schemas.openxmlformats.org/officeDocument/2006/relationships/tags" Target="../tags/tag69.xml"/><Relationship Id="rId34" Type="http://schemas.openxmlformats.org/officeDocument/2006/relationships/tags" Target="../tags/tag68.xml"/><Relationship Id="rId33" Type="http://schemas.openxmlformats.org/officeDocument/2006/relationships/tags" Target="../tags/tag67.xml"/><Relationship Id="rId32" Type="http://schemas.openxmlformats.org/officeDocument/2006/relationships/tags" Target="../tags/tag66.xml"/><Relationship Id="rId31" Type="http://schemas.openxmlformats.org/officeDocument/2006/relationships/tags" Target="../tags/tag65.xml"/><Relationship Id="rId30" Type="http://schemas.openxmlformats.org/officeDocument/2006/relationships/tags" Target="../tags/tag64.xml"/><Relationship Id="rId3" Type="http://schemas.openxmlformats.org/officeDocument/2006/relationships/slide" Target="slide6.xml"/><Relationship Id="rId29" Type="http://schemas.openxmlformats.org/officeDocument/2006/relationships/tags" Target="../tags/tag63.xml"/><Relationship Id="rId28" Type="http://schemas.openxmlformats.org/officeDocument/2006/relationships/tags" Target="../tags/tag62.xml"/><Relationship Id="rId27" Type="http://schemas.openxmlformats.org/officeDocument/2006/relationships/tags" Target="../tags/tag61.xml"/><Relationship Id="rId26" Type="http://schemas.openxmlformats.org/officeDocument/2006/relationships/tags" Target="../tags/tag60.xml"/><Relationship Id="rId25" Type="http://schemas.openxmlformats.org/officeDocument/2006/relationships/tags" Target="../tags/tag59.xml"/><Relationship Id="rId24" Type="http://schemas.openxmlformats.org/officeDocument/2006/relationships/tags" Target="../tags/tag58.xml"/><Relationship Id="rId23" Type="http://schemas.openxmlformats.org/officeDocument/2006/relationships/tags" Target="../tags/tag57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slide" Target="slide8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150.xml"/><Relationship Id="rId33" Type="http://schemas.openxmlformats.org/officeDocument/2006/relationships/slide" Target="slide8.xml"/><Relationship Id="rId32" Type="http://schemas.openxmlformats.org/officeDocument/2006/relationships/tags" Target="../tags/tag149.xml"/><Relationship Id="rId31" Type="http://schemas.openxmlformats.org/officeDocument/2006/relationships/tags" Target="../tags/tag148.xml"/><Relationship Id="rId30" Type="http://schemas.openxmlformats.org/officeDocument/2006/relationships/tags" Target="../tags/tag147.xml"/><Relationship Id="rId3" Type="http://schemas.openxmlformats.org/officeDocument/2006/relationships/tags" Target="../tags/tag120.xml"/><Relationship Id="rId29" Type="http://schemas.openxmlformats.org/officeDocument/2006/relationships/tags" Target="../tags/tag146.xml"/><Relationship Id="rId28" Type="http://schemas.openxmlformats.org/officeDocument/2006/relationships/tags" Target="../tags/tag145.xml"/><Relationship Id="rId27" Type="http://schemas.openxmlformats.org/officeDocument/2006/relationships/tags" Target="../tags/tag144.xml"/><Relationship Id="rId26" Type="http://schemas.openxmlformats.org/officeDocument/2006/relationships/tags" Target="../tags/tag143.xml"/><Relationship Id="rId25" Type="http://schemas.openxmlformats.org/officeDocument/2006/relationships/tags" Target="../tags/tag142.xml"/><Relationship Id="rId24" Type="http://schemas.openxmlformats.org/officeDocument/2006/relationships/tags" Target="../tags/tag141.xml"/><Relationship Id="rId23" Type="http://schemas.openxmlformats.org/officeDocument/2006/relationships/tags" Target="../tags/tag140.xml"/><Relationship Id="rId22" Type="http://schemas.openxmlformats.org/officeDocument/2006/relationships/tags" Target="../tags/tag139.xml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tags" Target="../tags/tag119.xml"/><Relationship Id="rId19" Type="http://schemas.openxmlformats.org/officeDocument/2006/relationships/tags" Target="../tags/tag136.xml"/><Relationship Id="rId18" Type="http://schemas.openxmlformats.org/officeDocument/2006/relationships/tags" Target="../tags/tag135.xml"/><Relationship Id="rId17" Type="http://schemas.openxmlformats.org/officeDocument/2006/relationships/tags" Target="../tags/tag134.xml"/><Relationship Id="rId16" Type="http://schemas.openxmlformats.org/officeDocument/2006/relationships/tags" Target="../tags/tag133.xml"/><Relationship Id="rId15" Type="http://schemas.openxmlformats.org/officeDocument/2006/relationships/tags" Target="../tags/tag132.xml"/><Relationship Id="rId14" Type="http://schemas.openxmlformats.org/officeDocument/2006/relationships/tags" Target="../tags/tag131.xml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tags" Target="../tags/tag1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6" Type="http://schemas.openxmlformats.org/officeDocument/2006/relationships/notesSlide" Target="../notesSlides/notesSlide4.xml"/><Relationship Id="rId45" Type="http://schemas.openxmlformats.org/officeDocument/2006/relationships/slideLayout" Target="../slideLayouts/slideLayout7.xml"/><Relationship Id="rId44" Type="http://schemas.openxmlformats.org/officeDocument/2006/relationships/tags" Target="../tags/tag191.xml"/><Relationship Id="rId43" Type="http://schemas.openxmlformats.org/officeDocument/2006/relationships/tags" Target="../tags/tag190.xml"/><Relationship Id="rId42" Type="http://schemas.openxmlformats.org/officeDocument/2006/relationships/tags" Target="../tags/tag189.xml"/><Relationship Id="rId41" Type="http://schemas.openxmlformats.org/officeDocument/2006/relationships/tags" Target="../tags/tag188.xml"/><Relationship Id="rId40" Type="http://schemas.openxmlformats.org/officeDocument/2006/relationships/tags" Target="../tags/tag187.xml"/><Relationship Id="rId4" Type="http://schemas.openxmlformats.org/officeDocument/2006/relationships/tags" Target="../tags/tag151.xml"/><Relationship Id="rId39" Type="http://schemas.openxmlformats.org/officeDocument/2006/relationships/tags" Target="../tags/tag186.xml"/><Relationship Id="rId38" Type="http://schemas.openxmlformats.org/officeDocument/2006/relationships/tags" Target="../tags/tag185.xml"/><Relationship Id="rId37" Type="http://schemas.openxmlformats.org/officeDocument/2006/relationships/tags" Target="../tags/tag184.xml"/><Relationship Id="rId36" Type="http://schemas.openxmlformats.org/officeDocument/2006/relationships/tags" Target="../tags/tag183.xml"/><Relationship Id="rId35" Type="http://schemas.openxmlformats.org/officeDocument/2006/relationships/tags" Target="../tags/tag182.xml"/><Relationship Id="rId34" Type="http://schemas.openxmlformats.org/officeDocument/2006/relationships/tags" Target="../tags/tag181.xml"/><Relationship Id="rId33" Type="http://schemas.openxmlformats.org/officeDocument/2006/relationships/tags" Target="../tags/tag180.xml"/><Relationship Id="rId32" Type="http://schemas.openxmlformats.org/officeDocument/2006/relationships/tags" Target="../tags/tag179.xml"/><Relationship Id="rId31" Type="http://schemas.openxmlformats.org/officeDocument/2006/relationships/tags" Target="../tags/tag178.xml"/><Relationship Id="rId30" Type="http://schemas.openxmlformats.org/officeDocument/2006/relationships/tags" Target="../tags/tag177.xml"/><Relationship Id="rId3" Type="http://schemas.openxmlformats.org/officeDocument/2006/relationships/slide" Target="slide4.xml"/><Relationship Id="rId29" Type="http://schemas.openxmlformats.org/officeDocument/2006/relationships/tags" Target="../tags/tag176.xml"/><Relationship Id="rId28" Type="http://schemas.openxmlformats.org/officeDocument/2006/relationships/tags" Target="../tags/tag175.xml"/><Relationship Id="rId27" Type="http://schemas.openxmlformats.org/officeDocument/2006/relationships/tags" Target="../tags/tag174.xml"/><Relationship Id="rId26" Type="http://schemas.openxmlformats.org/officeDocument/2006/relationships/tags" Target="../tags/tag173.xml"/><Relationship Id="rId25" Type="http://schemas.openxmlformats.org/officeDocument/2006/relationships/tags" Target="../tags/tag172.xml"/><Relationship Id="rId24" Type="http://schemas.openxmlformats.org/officeDocument/2006/relationships/tags" Target="../tags/tag171.xml"/><Relationship Id="rId23" Type="http://schemas.openxmlformats.org/officeDocument/2006/relationships/tags" Target="../tags/tag170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slide" Target="slide73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slide" Target="slide2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4" Type="http://schemas.openxmlformats.org/officeDocument/2006/relationships/notesSlide" Target="../notesSlides/notesSlide5.xml"/><Relationship Id="rId53" Type="http://schemas.openxmlformats.org/officeDocument/2006/relationships/slideLayout" Target="../slideLayouts/slideLayout7.xml"/><Relationship Id="rId52" Type="http://schemas.openxmlformats.org/officeDocument/2006/relationships/tags" Target="../tags/tag242.xml"/><Relationship Id="rId51" Type="http://schemas.openxmlformats.org/officeDocument/2006/relationships/tags" Target="../tags/tag241.xml"/><Relationship Id="rId50" Type="http://schemas.openxmlformats.org/officeDocument/2006/relationships/tags" Target="../tags/tag240.xml"/><Relationship Id="rId5" Type="http://schemas.openxmlformats.org/officeDocument/2006/relationships/tags" Target="../tags/tag195.xml"/><Relationship Id="rId49" Type="http://schemas.openxmlformats.org/officeDocument/2006/relationships/tags" Target="../tags/tag239.xml"/><Relationship Id="rId48" Type="http://schemas.openxmlformats.org/officeDocument/2006/relationships/tags" Target="../tags/tag238.xml"/><Relationship Id="rId47" Type="http://schemas.openxmlformats.org/officeDocument/2006/relationships/tags" Target="../tags/tag237.xml"/><Relationship Id="rId46" Type="http://schemas.openxmlformats.org/officeDocument/2006/relationships/tags" Target="../tags/tag236.xml"/><Relationship Id="rId45" Type="http://schemas.openxmlformats.org/officeDocument/2006/relationships/tags" Target="../tags/tag235.xml"/><Relationship Id="rId44" Type="http://schemas.openxmlformats.org/officeDocument/2006/relationships/tags" Target="../tags/tag234.xml"/><Relationship Id="rId43" Type="http://schemas.openxmlformats.org/officeDocument/2006/relationships/tags" Target="../tags/tag233.xml"/><Relationship Id="rId42" Type="http://schemas.openxmlformats.org/officeDocument/2006/relationships/tags" Target="../tags/tag232.xml"/><Relationship Id="rId41" Type="http://schemas.openxmlformats.org/officeDocument/2006/relationships/tags" Target="../tags/tag231.xml"/><Relationship Id="rId40" Type="http://schemas.openxmlformats.org/officeDocument/2006/relationships/tags" Target="../tags/tag230.xml"/><Relationship Id="rId4" Type="http://schemas.openxmlformats.org/officeDocument/2006/relationships/tags" Target="../tags/tag194.xml"/><Relationship Id="rId39" Type="http://schemas.openxmlformats.org/officeDocument/2006/relationships/tags" Target="../tags/tag229.xml"/><Relationship Id="rId38" Type="http://schemas.openxmlformats.org/officeDocument/2006/relationships/tags" Target="../tags/tag228.xml"/><Relationship Id="rId37" Type="http://schemas.openxmlformats.org/officeDocument/2006/relationships/tags" Target="../tags/tag227.xml"/><Relationship Id="rId36" Type="http://schemas.openxmlformats.org/officeDocument/2006/relationships/tags" Target="../tags/tag226.xml"/><Relationship Id="rId35" Type="http://schemas.openxmlformats.org/officeDocument/2006/relationships/tags" Target="../tags/tag225.xml"/><Relationship Id="rId34" Type="http://schemas.openxmlformats.org/officeDocument/2006/relationships/tags" Target="../tags/tag224.xml"/><Relationship Id="rId33" Type="http://schemas.openxmlformats.org/officeDocument/2006/relationships/tags" Target="../tags/tag223.xml"/><Relationship Id="rId32" Type="http://schemas.openxmlformats.org/officeDocument/2006/relationships/tags" Target="../tags/tag222.xml"/><Relationship Id="rId31" Type="http://schemas.openxmlformats.org/officeDocument/2006/relationships/tags" Target="../tags/tag221.xml"/><Relationship Id="rId30" Type="http://schemas.openxmlformats.org/officeDocument/2006/relationships/tags" Target="../tags/tag220.xml"/><Relationship Id="rId3" Type="http://schemas.openxmlformats.org/officeDocument/2006/relationships/tags" Target="../tags/tag193.xml"/><Relationship Id="rId29" Type="http://schemas.openxmlformats.org/officeDocument/2006/relationships/tags" Target="../tags/tag219.xml"/><Relationship Id="rId28" Type="http://schemas.openxmlformats.org/officeDocument/2006/relationships/tags" Target="../tags/tag218.xml"/><Relationship Id="rId27" Type="http://schemas.openxmlformats.org/officeDocument/2006/relationships/tags" Target="../tags/tag217.xml"/><Relationship Id="rId26" Type="http://schemas.openxmlformats.org/officeDocument/2006/relationships/tags" Target="../tags/tag216.xml"/><Relationship Id="rId25" Type="http://schemas.openxmlformats.org/officeDocument/2006/relationships/tags" Target="../tags/tag215.xml"/><Relationship Id="rId24" Type="http://schemas.openxmlformats.org/officeDocument/2006/relationships/tags" Target="../tags/tag214.xml"/><Relationship Id="rId23" Type="http://schemas.openxmlformats.org/officeDocument/2006/relationships/tags" Target="../tags/tag213.xml"/><Relationship Id="rId22" Type="http://schemas.openxmlformats.org/officeDocument/2006/relationships/tags" Target="../tags/tag212.xml"/><Relationship Id="rId21" Type="http://schemas.openxmlformats.org/officeDocument/2006/relationships/tags" Target="../tags/tag211.xml"/><Relationship Id="rId20" Type="http://schemas.openxmlformats.org/officeDocument/2006/relationships/tags" Target="../tags/tag210.xml"/><Relationship Id="rId2" Type="http://schemas.openxmlformats.org/officeDocument/2006/relationships/tags" Target="../tags/tag192.xml"/><Relationship Id="rId19" Type="http://schemas.openxmlformats.org/officeDocument/2006/relationships/tags" Target="../tags/tag209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7" Type="http://schemas.openxmlformats.org/officeDocument/2006/relationships/notesSlide" Target="../notesSlides/notesSlide6.xml"/><Relationship Id="rId86" Type="http://schemas.openxmlformats.org/officeDocument/2006/relationships/slideLayout" Target="../slideLayouts/slideLayout7.xml"/><Relationship Id="rId85" Type="http://schemas.openxmlformats.org/officeDocument/2006/relationships/tags" Target="../tags/tag321.xml"/><Relationship Id="rId84" Type="http://schemas.openxmlformats.org/officeDocument/2006/relationships/slide" Target="slide18.xml"/><Relationship Id="rId83" Type="http://schemas.openxmlformats.org/officeDocument/2006/relationships/tags" Target="../tags/tag320.xml"/><Relationship Id="rId82" Type="http://schemas.openxmlformats.org/officeDocument/2006/relationships/slide" Target="slide12.xml"/><Relationship Id="rId81" Type="http://schemas.openxmlformats.org/officeDocument/2006/relationships/tags" Target="../tags/tag319.xml"/><Relationship Id="rId80" Type="http://schemas.openxmlformats.org/officeDocument/2006/relationships/tags" Target="../tags/tag318.xml"/><Relationship Id="rId8" Type="http://schemas.openxmlformats.org/officeDocument/2006/relationships/tags" Target="../tags/tag246.xml"/><Relationship Id="rId79" Type="http://schemas.openxmlformats.org/officeDocument/2006/relationships/tags" Target="../tags/tag317.xml"/><Relationship Id="rId78" Type="http://schemas.openxmlformats.org/officeDocument/2006/relationships/tags" Target="../tags/tag316.xml"/><Relationship Id="rId77" Type="http://schemas.openxmlformats.org/officeDocument/2006/relationships/tags" Target="../tags/tag315.xml"/><Relationship Id="rId76" Type="http://schemas.openxmlformats.org/officeDocument/2006/relationships/tags" Target="../tags/tag314.xml"/><Relationship Id="rId75" Type="http://schemas.openxmlformats.org/officeDocument/2006/relationships/tags" Target="../tags/tag313.xml"/><Relationship Id="rId74" Type="http://schemas.openxmlformats.org/officeDocument/2006/relationships/tags" Target="../tags/tag312.xml"/><Relationship Id="rId73" Type="http://schemas.openxmlformats.org/officeDocument/2006/relationships/tags" Target="../tags/tag311.xml"/><Relationship Id="rId72" Type="http://schemas.openxmlformats.org/officeDocument/2006/relationships/tags" Target="../tags/tag310.xml"/><Relationship Id="rId71" Type="http://schemas.openxmlformats.org/officeDocument/2006/relationships/tags" Target="../tags/tag309.xml"/><Relationship Id="rId70" Type="http://schemas.openxmlformats.org/officeDocument/2006/relationships/tags" Target="../tags/tag308.xml"/><Relationship Id="rId7" Type="http://schemas.openxmlformats.org/officeDocument/2006/relationships/tags" Target="../tags/tag245.xml"/><Relationship Id="rId69" Type="http://schemas.openxmlformats.org/officeDocument/2006/relationships/tags" Target="../tags/tag307.xml"/><Relationship Id="rId68" Type="http://schemas.openxmlformats.org/officeDocument/2006/relationships/tags" Target="../tags/tag306.xml"/><Relationship Id="rId67" Type="http://schemas.openxmlformats.org/officeDocument/2006/relationships/tags" Target="../tags/tag305.xml"/><Relationship Id="rId66" Type="http://schemas.openxmlformats.org/officeDocument/2006/relationships/tags" Target="../tags/tag304.xml"/><Relationship Id="rId65" Type="http://schemas.openxmlformats.org/officeDocument/2006/relationships/tags" Target="../tags/tag303.xml"/><Relationship Id="rId64" Type="http://schemas.openxmlformats.org/officeDocument/2006/relationships/tags" Target="../tags/tag302.xml"/><Relationship Id="rId63" Type="http://schemas.openxmlformats.org/officeDocument/2006/relationships/tags" Target="../tags/tag301.xml"/><Relationship Id="rId62" Type="http://schemas.openxmlformats.org/officeDocument/2006/relationships/tags" Target="../tags/tag300.xml"/><Relationship Id="rId61" Type="http://schemas.openxmlformats.org/officeDocument/2006/relationships/tags" Target="../tags/tag299.xml"/><Relationship Id="rId60" Type="http://schemas.openxmlformats.org/officeDocument/2006/relationships/tags" Target="../tags/tag298.xml"/><Relationship Id="rId6" Type="http://schemas.openxmlformats.org/officeDocument/2006/relationships/tags" Target="../tags/tag244.xml"/><Relationship Id="rId59" Type="http://schemas.openxmlformats.org/officeDocument/2006/relationships/tags" Target="../tags/tag297.xml"/><Relationship Id="rId58" Type="http://schemas.openxmlformats.org/officeDocument/2006/relationships/tags" Target="../tags/tag296.xml"/><Relationship Id="rId57" Type="http://schemas.openxmlformats.org/officeDocument/2006/relationships/tags" Target="../tags/tag295.xml"/><Relationship Id="rId56" Type="http://schemas.openxmlformats.org/officeDocument/2006/relationships/tags" Target="../tags/tag294.xml"/><Relationship Id="rId55" Type="http://schemas.openxmlformats.org/officeDocument/2006/relationships/tags" Target="../tags/tag293.xml"/><Relationship Id="rId54" Type="http://schemas.openxmlformats.org/officeDocument/2006/relationships/tags" Target="../tags/tag292.xml"/><Relationship Id="rId53" Type="http://schemas.openxmlformats.org/officeDocument/2006/relationships/tags" Target="../tags/tag291.xml"/><Relationship Id="rId52" Type="http://schemas.openxmlformats.org/officeDocument/2006/relationships/tags" Target="../tags/tag290.xml"/><Relationship Id="rId51" Type="http://schemas.openxmlformats.org/officeDocument/2006/relationships/tags" Target="../tags/tag289.xml"/><Relationship Id="rId50" Type="http://schemas.openxmlformats.org/officeDocument/2006/relationships/tags" Target="../tags/tag288.xml"/><Relationship Id="rId5" Type="http://schemas.openxmlformats.org/officeDocument/2006/relationships/tags" Target="../tags/tag243.xml"/><Relationship Id="rId49" Type="http://schemas.openxmlformats.org/officeDocument/2006/relationships/tags" Target="../tags/tag287.xml"/><Relationship Id="rId48" Type="http://schemas.openxmlformats.org/officeDocument/2006/relationships/tags" Target="../tags/tag286.xml"/><Relationship Id="rId47" Type="http://schemas.openxmlformats.org/officeDocument/2006/relationships/tags" Target="../tags/tag285.xml"/><Relationship Id="rId46" Type="http://schemas.openxmlformats.org/officeDocument/2006/relationships/tags" Target="../tags/tag284.xml"/><Relationship Id="rId45" Type="http://schemas.openxmlformats.org/officeDocument/2006/relationships/tags" Target="../tags/tag283.xml"/><Relationship Id="rId44" Type="http://schemas.openxmlformats.org/officeDocument/2006/relationships/tags" Target="../tags/tag282.xml"/><Relationship Id="rId43" Type="http://schemas.openxmlformats.org/officeDocument/2006/relationships/tags" Target="../tags/tag281.xml"/><Relationship Id="rId42" Type="http://schemas.openxmlformats.org/officeDocument/2006/relationships/tags" Target="../tags/tag280.xml"/><Relationship Id="rId41" Type="http://schemas.openxmlformats.org/officeDocument/2006/relationships/tags" Target="../tags/tag279.xml"/><Relationship Id="rId40" Type="http://schemas.openxmlformats.org/officeDocument/2006/relationships/tags" Target="../tags/tag278.xml"/><Relationship Id="rId4" Type="http://schemas.openxmlformats.org/officeDocument/2006/relationships/slide" Target="slide5.xml"/><Relationship Id="rId39" Type="http://schemas.openxmlformats.org/officeDocument/2006/relationships/tags" Target="../tags/tag277.xml"/><Relationship Id="rId38" Type="http://schemas.openxmlformats.org/officeDocument/2006/relationships/tags" Target="../tags/tag276.xml"/><Relationship Id="rId37" Type="http://schemas.openxmlformats.org/officeDocument/2006/relationships/tags" Target="../tags/tag275.xml"/><Relationship Id="rId36" Type="http://schemas.openxmlformats.org/officeDocument/2006/relationships/tags" Target="../tags/tag274.xml"/><Relationship Id="rId35" Type="http://schemas.openxmlformats.org/officeDocument/2006/relationships/tags" Target="../tags/tag273.xml"/><Relationship Id="rId34" Type="http://schemas.openxmlformats.org/officeDocument/2006/relationships/tags" Target="../tags/tag272.xml"/><Relationship Id="rId33" Type="http://schemas.openxmlformats.org/officeDocument/2006/relationships/tags" Target="../tags/tag271.xml"/><Relationship Id="rId32" Type="http://schemas.openxmlformats.org/officeDocument/2006/relationships/tags" Target="../tags/tag270.xml"/><Relationship Id="rId31" Type="http://schemas.openxmlformats.org/officeDocument/2006/relationships/tags" Target="../tags/tag269.xml"/><Relationship Id="rId30" Type="http://schemas.openxmlformats.org/officeDocument/2006/relationships/tags" Target="../tags/tag268.xml"/><Relationship Id="rId3" Type="http://schemas.openxmlformats.org/officeDocument/2006/relationships/slide" Target="slide11.xml"/><Relationship Id="rId29" Type="http://schemas.openxmlformats.org/officeDocument/2006/relationships/tags" Target="../tags/tag267.xml"/><Relationship Id="rId28" Type="http://schemas.openxmlformats.org/officeDocument/2006/relationships/tags" Target="../tags/tag266.xml"/><Relationship Id="rId27" Type="http://schemas.openxmlformats.org/officeDocument/2006/relationships/tags" Target="../tags/tag265.xml"/><Relationship Id="rId26" Type="http://schemas.openxmlformats.org/officeDocument/2006/relationships/tags" Target="../tags/tag264.xml"/><Relationship Id="rId25" Type="http://schemas.openxmlformats.org/officeDocument/2006/relationships/tags" Target="../tags/tag263.xml"/><Relationship Id="rId24" Type="http://schemas.openxmlformats.org/officeDocument/2006/relationships/tags" Target="../tags/tag262.xml"/><Relationship Id="rId23" Type="http://schemas.openxmlformats.org/officeDocument/2006/relationships/tags" Target="../tags/tag261.xml"/><Relationship Id="rId22" Type="http://schemas.openxmlformats.org/officeDocument/2006/relationships/tags" Target="../tags/tag260.xml"/><Relationship Id="rId21" Type="http://schemas.openxmlformats.org/officeDocument/2006/relationships/tags" Target="../tags/tag259.xml"/><Relationship Id="rId20" Type="http://schemas.openxmlformats.org/officeDocument/2006/relationships/tags" Target="../tags/tag258.xml"/><Relationship Id="rId2" Type="http://schemas.openxmlformats.org/officeDocument/2006/relationships/slide" Target="slide4.xml"/><Relationship Id="rId19" Type="http://schemas.openxmlformats.org/officeDocument/2006/relationships/tags" Target="../tags/tag257.xml"/><Relationship Id="rId18" Type="http://schemas.openxmlformats.org/officeDocument/2006/relationships/tags" Target="../tags/tag256.xml"/><Relationship Id="rId17" Type="http://schemas.openxmlformats.org/officeDocument/2006/relationships/tags" Target="../tags/tag255.xml"/><Relationship Id="rId16" Type="http://schemas.openxmlformats.org/officeDocument/2006/relationships/tags" Target="../tags/tag254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95" Type="http://schemas.openxmlformats.org/officeDocument/2006/relationships/notesSlide" Target="../notesSlides/notesSlide7.xml"/><Relationship Id="rId94" Type="http://schemas.openxmlformats.org/officeDocument/2006/relationships/slideLayout" Target="../slideLayouts/slideLayout7.xml"/><Relationship Id="rId93" Type="http://schemas.openxmlformats.org/officeDocument/2006/relationships/tags" Target="../tags/tag412.xml"/><Relationship Id="rId92" Type="http://schemas.openxmlformats.org/officeDocument/2006/relationships/tags" Target="../tags/tag411.xml"/><Relationship Id="rId91" Type="http://schemas.openxmlformats.org/officeDocument/2006/relationships/slide" Target="slide11.xml"/><Relationship Id="rId90" Type="http://schemas.openxmlformats.org/officeDocument/2006/relationships/tags" Target="../tags/tag410.xml"/><Relationship Id="rId9" Type="http://schemas.openxmlformats.org/officeDocument/2006/relationships/tags" Target="../tags/tag330.xml"/><Relationship Id="rId89" Type="http://schemas.openxmlformats.org/officeDocument/2006/relationships/slide" Target="slide12.xml"/><Relationship Id="rId88" Type="http://schemas.openxmlformats.org/officeDocument/2006/relationships/tags" Target="../tags/tag409.xml"/><Relationship Id="rId87" Type="http://schemas.openxmlformats.org/officeDocument/2006/relationships/tags" Target="../tags/tag408.xml"/><Relationship Id="rId86" Type="http://schemas.openxmlformats.org/officeDocument/2006/relationships/tags" Target="../tags/tag407.xml"/><Relationship Id="rId85" Type="http://schemas.openxmlformats.org/officeDocument/2006/relationships/tags" Target="../tags/tag406.xml"/><Relationship Id="rId84" Type="http://schemas.openxmlformats.org/officeDocument/2006/relationships/tags" Target="../tags/tag405.xml"/><Relationship Id="rId83" Type="http://schemas.openxmlformats.org/officeDocument/2006/relationships/tags" Target="../tags/tag404.xml"/><Relationship Id="rId82" Type="http://schemas.openxmlformats.org/officeDocument/2006/relationships/tags" Target="../tags/tag403.xml"/><Relationship Id="rId81" Type="http://schemas.openxmlformats.org/officeDocument/2006/relationships/tags" Target="../tags/tag402.xml"/><Relationship Id="rId80" Type="http://schemas.openxmlformats.org/officeDocument/2006/relationships/tags" Target="../tags/tag401.xml"/><Relationship Id="rId8" Type="http://schemas.openxmlformats.org/officeDocument/2006/relationships/tags" Target="../tags/tag329.xml"/><Relationship Id="rId79" Type="http://schemas.openxmlformats.org/officeDocument/2006/relationships/tags" Target="../tags/tag400.xml"/><Relationship Id="rId78" Type="http://schemas.openxmlformats.org/officeDocument/2006/relationships/tags" Target="../tags/tag399.xml"/><Relationship Id="rId77" Type="http://schemas.openxmlformats.org/officeDocument/2006/relationships/tags" Target="../tags/tag398.xml"/><Relationship Id="rId76" Type="http://schemas.openxmlformats.org/officeDocument/2006/relationships/tags" Target="../tags/tag397.xml"/><Relationship Id="rId75" Type="http://schemas.openxmlformats.org/officeDocument/2006/relationships/tags" Target="../tags/tag396.xml"/><Relationship Id="rId74" Type="http://schemas.openxmlformats.org/officeDocument/2006/relationships/tags" Target="../tags/tag395.xml"/><Relationship Id="rId73" Type="http://schemas.openxmlformats.org/officeDocument/2006/relationships/tags" Target="../tags/tag394.xml"/><Relationship Id="rId72" Type="http://schemas.openxmlformats.org/officeDocument/2006/relationships/tags" Target="../tags/tag393.xml"/><Relationship Id="rId71" Type="http://schemas.openxmlformats.org/officeDocument/2006/relationships/tags" Target="../tags/tag392.xml"/><Relationship Id="rId70" Type="http://schemas.openxmlformats.org/officeDocument/2006/relationships/tags" Target="../tags/tag391.xml"/><Relationship Id="rId7" Type="http://schemas.openxmlformats.org/officeDocument/2006/relationships/tags" Target="../tags/tag328.xml"/><Relationship Id="rId69" Type="http://schemas.openxmlformats.org/officeDocument/2006/relationships/tags" Target="../tags/tag390.xml"/><Relationship Id="rId68" Type="http://schemas.openxmlformats.org/officeDocument/2006/relationships/tags" Target="../tags/tag389.xml"/><Relationship Id="rId67" Type="http://schemas.openxmlformats.org/officeDocument/2006/relationships/tags" Target="../tags/tag388.xml"/><Relationship Id="rId66" Type="http://schemas.openxmlformats.org/officeDocument/2006/relationships/tags" Target="../tags/tag387.xml"/><Relationship Id="rId65" Type="http://schemas.openxmlformats.org/officeDocument/2006/relationships/tags" Target="../tags/tag386.xml"/><Relationship Id="rId64" Type="http://schemas.openxmlformats.org/officeDocument/2006/relationships/tags" Target="../tags/tag385.xml"/><Relationship Id="rId63" Type="http://schemas.openxmlformats.org/officeDocument/2006/relationships/tags" Target="../tags/tag384.xml"/><Relationship Id="rId62" Type="http://schemas.openxmlformats.org/officeDocument/2006/relationships/tags" Target="../tags/tag383.xml"/><Relationship Id="rId61" Type="http://schemas.openxmlformats.org/officeDocument/2006/relationships/tags" Target="../tags/tag382.xml"/><Relationship Id="rId60" Type="http://schemas.openxmlformats.org/officeDocument/2006/relationships/tags" Target="../tags/tag381.xml"/><Relationship Id="rId6" Type="http://schemas.openxmlformats.org/officeDocument/2006/relationships/tags" Target="../tags/tag327.xml"/><Relationship Id="rId59" Type="http://schemas.openxmlformats.org/officeDocument/2006/relationships/tags" Target="../tags/tag380.xml"/><Relationship Id="rId58" Type="http://schemas.openxmlformats.org/officeDocument/2006/relationships/tags" Target="../tags/tag379.xml"/><Relationship Id="rId57" Type="http://schemas.openxmlformats.org/officeDocument/2006/relationships/tags" Target="../tags/tag378.xml"/><Relationship Id="rId56" Type="http://schemas.openxmlformats.org/officeDocument/2006/relationships/tags" Target="../tags/tag377.xml"/><Relationship Id="rId55" Type="http://schemas.openxmlformats.org/officeDocument/2006/relationships/tags" Target="../tags/tag376.xml"/><Relationship Id="rId54" Type="http://schemas.openxmlformats.org/officeDocument/2006/relationships/tags" Target="../tags/tag375.xml"/><Relationship Id="rId53" Type="http://schemas.openxmlformats.org/officeDocument/2006/relationships/tags" Target="../tags/tag374.xml"/><Relationship Id="rId52" Type="http://schemas.openxmlformats.org/officeDocument/2006/relationships/tags" Target="../tags/tag373.xml"/><Relationship Id="rId51" Type="http://schemas.openxmlformats.org/officeDocument/2006/relationships/tags" Target="../tags/tag372.xml"/><Relationship Id="rId50" Type="http://schemas.openxmlformats.org/officeDocument/2006/relationships/tags" Target="../tags/tag371.xml"/><Relationship Id="rId5" Type="http://schemas.openxmlformats.org/officeDocument/2006/relationships/tags" Target="../tags/tag326.xml"/><Relationship Id="rId49" Type="http://schemas.openxmlformats.org/officeDocument/2006/relationships/tags" Target="../tags/tag370.xml"/><Relationship Id="rId48" Type="http://schemas.openxmlformats.org/officeDocument/2006/relationships/tags" Target="../tags/tag369.xml"/><Relationship Id="rId47" Type="http://schemas.openxmlformats.org/officeDocument/2006/relationships/tags" Target="../tags/tag368.xml"/><Relationship Id="rId46" Type="http://schemas.openxmlformats.org/officeDocument/2006/relationships/tags" Target="../tags/tag367.xml"/><Relationship Id="rId45" Type="http://schemas.openxmlformats.org/officeDocument/2006/relationships/tags" Target="../tags/tag366.xml"/><Relationship Id="rId44" Type="http://schemas.openxmlformats.org/officeDocument/2006/relationships/tags" Target="../tags/tag365.xml"/><Relationship Id="rId43" Type="http://schemas.openxmlformats.org/officeDocument/2006/relationships/tags" Target="../tags/tag364.xml"/><Relationship Id="rId42" Type="http://schemas.openxmlformats.org/officeDocument/2006/relationships/tags" Target="../tags/tag363.xml"/><Relationship Id="rId41" Type="http://schemas.openxmlformats.org/officeDocument/2006/relationships/tags" Target="../tags/tag362.xml"/><Relationship Id="rId40" Type="http://schemas.openxmlformats.org/officeDocument/2006/relationships/tags" Target="../tags/tag361.xml"/><Relationship Id="rId4" Type="http://schemas.openxmlformats.org/officeDocument/2006/relationships/tags" Target="../tags/tag325.xml"/><Relationship Id="rId39" Type="http://schemas.openxmlformats.org/officeDocument/2006/relationships/tags" Target="../tags/tag360.xml"/><Relationship Id="rId38" Type="http://schemas.openxmlformats.org/officeDocument/2006/relationships/tags" Target="../tags/tag359.xml"/><Relationship Id="rId37" Type="http://schemas.openxmlformats.org/officeDocument/2006/relationships/tags" Target="../tags/tag358.xml"/><Relationship Id="rId36" Type="http://schemas.openxmlformats.org/officeDocument/2006/relationships/tags" Target="../tags/tag357.xml"/><Relationship Id="rId35" Type="http://schemas.openxmlformats.org/officeDocument/2006/relationships/tags" Target="../tags/tag356.xml"/><Relationship Id="rId34" Type="http://schemas.openxmlformats.org/officeDocument/2006/relationships/tags" Target="../tags/tag355.xml"/><Relationship Id="rId33" Type="http://schemas.openxmlformats.org/officeDocument/2006/relationships/tags" Target="../tags/tag354.xml"/><Relationship Id="rId32" Type="http://schemas.openxmlformats.org/officeDocument/2006/relationships/tags" Target="../tags/tag353.xml"/><Relationship Id="rId31" Type="http://schemas.openxmlformats.org/officeDocument/2006/relationships/tags" Target="../tags/tag352.xml"/><Relationship Id="rId30" Type="http://schemas.openxmlformats.org/officeDocument/2006/relationships/tags" Target="../tags/tag351.xml"/><Relationship Id="rId3" Type="http://schemas.openxmlformats.org/officeDocument/2006/relationships/tags" Target="../tags/tag324.xml"/><Relationship Id="rId29" Type="http://schemas.openxmlformats.org/officeDocument/2006/relationships/tags" Target="../tags/tag350.xml"/><Relationship Id="rId28" Type="http://schemas.openxmlformats.org/officeDocument/2006/relationships/tags" Target="../tags/tag349.xml"/><Relationship Id="rId27" Type="http://schemas.openxmlformats.org/officeDocument/2006/relationships/tags" Target="../tags/tag348.xml"/><Relationship Id="rId26" Type="http://schemas.openxmlformats.org/officeDocument/2006/relationships/tags" Target="../tags/tag347.xml"/><Relationship Id="rId25" Type="http://schemas.openxmlformats.org/officeDocument/2006/relationships/tags" Target="../tags/tag346.xml"/><Relationship Id="rId24" Type="http://schemas.openxmlformats.org/officeDocument/2006/relationships/tags" Target="../tags/tag345.xml"/><Relationship Id="rId23" Type="http://schemas.openxmlformats.org/officeDocument/2006/relationships/tags" Target="../tags/tag344.xml"/><Relationship Id="rId22" Type="http://schemas.openxmlformats.org/officeDocument/2006/relationships/tags" Target="../tags/tag343.xml"/><Relationship Id="rId21" Type="http://schemas.openxmlformats.org/officeDocument/2006/relationships/tags" Target="../tags/tag342.xml"/><Relationship Id="rId20" Type="http://schemas.openxmlformats.org/officeDocument/2006/relationships/tags" Target="../tags/tag341.xml"/><Relationship Id="rId2" Type="http://schemas.openxmlformats.org/officeDocument/2006/relationships/tags" Target="../tags/tag323.xml"/><Relationship Id="rId19" Type="http://schemas.openxmlformats.org/officeDocument/2006/relationships/tags" Target="../tags/tag340.xml"/><Relationship Id="rId18" Type="http://schemas.openxmlformats.org/officeDocument/2006/relationships/tags" Target="../tags/tag339.xml"/><Relationship Id="rId17" Type="http://schemas.openxmlformats.org/officeDocument/2006/relationships/tags" Target="../tags/tag338.xml"/><Relationship Id="rId16" Type="http://schemas.openxmlformats.org/officeDocument/2006/relationships/tags" Target="../tags/tag337.xml"/><Relationship Id="rId15" Type="http://schemas.openxmlformats.org/officeDocument/2006/relationships/tags" Target="../tags/tag336.xml"/><Relationship Id="rId14" Type="http://schemas.openxmlformats.org/officeDocument/2006/relationships/tags" Target="../tags/tag335.xml"/><Relationship Id="rId13" Type="http://schemas.openxmlformats.org/officeDocument/2006/relationships/tags" Target="../tags/tag334.xml"/><Relationship Id="rId12" Type="http://schemas.openxmlformats.org/officeDocument/2006/relationships/tags" Target="../tags/tag333.xml"/><Relationship Id="rId11" Type="http://schemas.openxmlformats.org/officeDocument/2006/relationships/tags" Target="../tags/tag332.xml"/><Relationship Id="rId10" Type="http://schemas.openxmlformats.org/officeDocument/2006/relationships/tags" Target="../tags/tag331.xml"/><Relationship Id="rId1" Type="http://schemas.openxmlformats.org/officeDocument/2006/relationships/tags" Target="../tags/tag32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21.xml"/><Relationship Id="rId8" Type="http://schemas.openxmlformats.org/officeDocument/2006/relationships/tags" Target="../tags/tag420.xml"/><Relationship Id="rId7" Type="http://schemas.openxmlformats.org/officeDocument/2006/relationships/tags" Target="../tags/tag419.xml"/><Relationship Id="rId69" Type="http://schemas.openxmlformats.org/officeDocument/2006/relationships/slideLayout" Target="../slideLayouts/slideLayout7.xml"/><Relationship Id="rId68" Type="http://schemas.openxmlformats.org/officeDocument/2006/relationships/tags" Target="../tags/tag479.xml"/><Relationship Id="rId67" Type="http://schemas.openxmlformats.org/officeDocument/2006/relationships/slide" Target="slide8.xml"/><Relationship Id="rId66" Type="http://schemas.openxmlformats.org/officeDocument/2006/relationships/tags" Target="../tags/tag478.xml"/><Relationship Id="rId65" Type="http://schemas.openxmlformats.org/officeDocument/2006/relationships/tags" Target="../tags/tag477.xml"/><Relationship Id="rId64" Type="http://schemas.openxmlformats.org/officeDocument/2006/relationships/tags" Target="../tags/tag476.xml"/><Relationship Id="rId63" Type="http://schemas.openxmlformats.org/officeDocument/2006/relationships/tags" Target="../tags/tag475.xml"/><Relationship Id="rId62" Type="http://schemas.openxmlformats.org/officeDocument/2006/relationships/tags" Target="../tags/tag474.xml"/><Relationship Id="rId61" Type="http://schemas.openxmlformats.org/officeDocument/2006/relationships/tags" Target="../tags/tag473.xml"/><Relationship Id="rId60" Type="http://schemas.openxmlformats.org/officeDocument/2006/relationships/tags" Target="../tags/tag472.xml"/><Relationship Id="rId6" Type="http://schemas.openxmlformats.org/officeDocument/2006/relationships/tags" Target="../tags/tag418.xml"/><Relationship Id="rId59" Type="http://schemas.openxmlformats.org/officeDocument/2006/relationships/tags" Target="../tags/tag471.xml"/><Relationship Id="rId58" Type="http://schemas.openxmlformats.org/officeDocument/2006/relationships/tags" Target="../tags/tag470.xml"/><Relationship Id="rId57" Type="http://schemas.openxmlformats.org/officeDocument/2006/relationships/tags" Target="../tags/tag469.xml"/><Relationship Id="rId56" Type="http://schemas.openxmlformats.org/officeDocument/2006/relationships/tags" Target="../tags/tag468.xml"/><Relationship Id="rId55" Type="http://schemas.openxmlformats.org/officeDocument/2006/relationships/tags" Target="../tags/tag467.xml"/><Relationship Id="rId54" Type="http://schemas.openxmlformats.org/officeDocument/2006/relationships/tags" Target="../tags/tag466.xml"/><Relationship Id="rId53" Type="http://schemas.openxmlformats.org/officeDocument/2006/relationships/tags" Target="../tags/tag465.xml"/><Relationship Id="rId52" Type="http://schemas.openxmlformats.org/officeDocument/2006/relationships/tags" Target="../tags/tag464.xml"/><Relationship Id="rId51" Type="http://schemas.openxmlformats.org/officeDocument/2006/relationships/tags" Target="../tags/tag463.xml"/><Relationship Id="rId50" Type="http://schemas.openxmlformats.org/officeDocument/2006/relationships/tags" Target="../tags/tag462.xml"/><Relationship Id="rId5" Type="http://schemas.openxmlformats.org/officeDocument/2006/relationships/tags" Target="../tags/tag417.xml"/><Relationship Id="rId49" Type="http://schemas.openxmlformats.org/officeDocument/2006/relationships/tags" Target="../tags/tag461.xml"/><Relationship Id="rId48" Type="http://schemas.openxmlformats.org/officeDocument/2006/relationships/tags" Target="../tags/tag460.xml"/><Relationship Id="rId47" Type="http://schemas.openxmlformats.org/officeDocument/2006/relationships/tags" Target="../tags/tag459.xml"/><Relationship Id="rId46" Type="http://schemas.openxmlformats.org/officeDocument/2006/relationships/tags" Target="../tags/tag458.xml"/><Relationship Id="rId45" Type="http://schemas.openxmlformats.org/officeDocument/2006/relationships/tags" Target="../tags/tag457.xml"/><Relationship Id="rId44" Type="http://schemas.openxmlformats.org/officeDocument/2006/relationships/tags" Target="../tags/tag456.xml"/><Relationship Id="rId43" Type="http://schemas.openxmlformats.org/officeDocument/2006/relationships/tags" Target="../tags/tag455.xml"/><Relationship Id="rId42" Type="http://schemas.openxmlformats.org/officeDocument/2006/relationships/tags" Target="../tags/tag454.xml"/><Relationship Id="rId41" Type="http://schemas.openxmlformats.org/officeDocument/2006/relationships/tags" Target="../tags/tag453.xml"/><Relationship Id="rId40" Type="http://schemas.openxmlformats.org/officeDocument/2006/relationships/tags" Target="../tags/tag452.xml"/><Relationship Id="rId4" Type="http://schemas.openxmlformats.org/officeDocument/2006/relationships/tags" Target="../tags/tag416.xml"/><Relationship Id="rId39" Type="http://schemas.openxmlformats.org/officeDocument/2006/relationships/tags" Target="../tags/tag451.xml"/><Relationship Id="rId38" Type="http://schemas.openxmlformats.org/officeDocument/2006/relationships/tags" Target="../tags/tag450.xml"/><Relationship Id="rId37" Type="http://schemas.openxmlformats.org/officeDocument/2006/relationships/tags" Target="../tags/tag449.xml"/><Relationship Id="rId36" Type="http://schemas.openxmlformats.org/officeDocument/2006/relationships/tags" Target="../tags/tag448.xml"/><Relationship Id="rId35" Type="http://schemas.openxmlformats.org/officeDocument/2006/relationships/tags" Target="../tags/tag447.xml"/><Relationship Id="rId34" Type="http://schemas.openxmlformats.org/officeDocument/2006/relationships/tags" Target="../tags/tag446.xml"/><Relationship Id="rId33" Type="http://schemas.openxmlformats.org/officeDocument/2006/relationships/tags" Target="../tags/tag445.xml"/><Relationship Id="rId32" Type="http://schemas.openxmlformats.org/officeDocument/2006/relationships/tags" Target="../tags/tag444.xml"/><Relationship Id="rId31" Type="http://schemas.openxmlformats.org/officeDocument/2006/relationships/tags" Target="../tags/tag443.xml"/><Relationship Id="rId30" Type="http://schemas.openxmlformats.org/officeDocument/2006/relationships/tags" Target="../tags/tag442.xml"/><Relationship Id="rId3" Type="http://schemas.openxmlformats.org/officeDocument/2006/relationships/tags" Target="../tags/tag415.xml"/><Relationship Id="rId29" Type="http://schemas.openxmlformats.org/officeDocument/2006/relationships/tags" Target="../tags/tag441.xml"/><Relationship Id="rId28" Type="http://schemas.openxmlformats.org/officeDocument/2006/relationships/tags" Target="../tags/tag440.xml"/><Relationship Id="rId27" Type="http://schemas.openxmlformats.org/officeDocument/2006/relationships/tags" Target="../tags/tag439.xml"/><Relationship Id="rId26" Type="http://schemas.openxmlformats.org/officeDocument/2006/relationships/tags" Target="../tags/tag438.xml"/><Relationship Id="rId25" Type="http://schemas.openxmlformats.org/officeDocument/2006/relationships/tags" Target="../tags/tag437.xml"/><Relationship Id="rId24" Type="http://schemas.openxmlformats.org/officeDocument/2006/relationships/tags" Target="../tags/tag436.xml"/><Relationship Id="rId23" Type="http://schemas.openxmlformats.org/officeDocument/2006/relationships/tags" Target="../tags/tag435.xml"/><Relationship Id="rId22" Type="http://schemas.openxmlformats.org/officeDocument/2006/relationships/tags" Target="../tags/tag434.xml"/><Relationship Id="rId21" Type="http://schemas.openxmlformats.org/officeDocument/2006/relationships/tags" Target="../tags/tag433.xml"/><Relationship Id="rId20" Type="http://schemas.openxmlformats.org/officeDocument/2006/relationships/tags" Target="../tags/tag432.xml"/><Relationship Id="rId2" Type="http://schemas.openxmlformats.org/officeDocument/2006/relationships/tags" Target="../tags/tag414.xml"/><Relationship Id="rId19" Type="http://schemas.openxmlformats.org/officeDocument/2006/relationships/tags" Target="../tags/tag431.xml"/><Relationship Id="rId18" Type="http://schemas.openxmlformats.org/officeDocument/2006/relationships/tags" Target="../tags/tag430.xml"/><Relationship Id="rId17" Type="http://schemas.openxmlformats.org/officeDocument/2006/relationships/tags" Target="../tags/tag429.xml"/><Relationship Id="rId16" Type="http://schemas.openxmlformats.org/officeDocument/2006/relationships/tags" Target="../tags/tag428.xml"/><Relationship Id="rId15" Type="http://schemas.openxmlformats.org/officeDocument/2006/relationships/tags" Target="../tags/tag427.xml"/><Relationship Id="rId14" Type="http://schemas.openxmlformats.org/officeDocument/2006/relationships/tags" Target="../tags/tag426.xml"/><Relationship Id="rId13" Type="http://schemas.openxmlformats.org/officeDocument/2006/relationships/tags" Target="../tags/tag425.xml"/><Relationship Id="rId12" Type="http://schemas.openxmlformats.org/officeDocument/2006/relationships/tags" Target="../tags/tag424.xml"/><Relationship Id="rId11" Type="http://schemas.openxmlformats.org/officeDocument/2006/relationships/tags" Target="../tags/tag423.xml"/><Relationship Id="rId10" Type="http://schemas.openxmlformats.org/officeDocument/2006/relationships/tags" Target="../tags/tag422.xml"/><Relationship Id="rId1" Type="http://schemas.openxmlformats.org/officeDocument/2006/relationships/tags" Target="../tags/tag41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tags" Target="../tags/tag487.xml"/><Relationship Id="rId73" Type="http://schemas.openxmlformats.org/officeDocument/2006/relationships/slideLayout" Target="../slideLayouts/slideLayout7.xml"/><Relationship Id="rId72" Type="http://schemas.openxmlformats.org/officeDocument/2006/relationships/tags" Target="../tags/tag549.xml"/><Relationship Id="rId71" Type="http://schemas.openxmlformats.org/officeDocument/2006/relationships/slide" Target="slide8.xml"/><Relationship Id="rId70" Type="http://schemas.openxmlformats.org/officeDocument/2006/relationships/tags" Target="../tags/tag548.xml"/><Relationship Id="rId7" Type="http://schemas.openxmlformats.org/officeDocument/2006/relationships/tags" Target="../tags/tag486.xml"/><Relationship Id="rId69" Type="http://schemas.openxmlformats.org/officeDocument/2006/relationships/slide" Target="slide9.xml"/><Relationship Id="rId68" Type="http://schemas.openxmlformats.org/officeDocument/2006/relationships/tags" Target="../tags/tag547.xml"/><Relationship Id="rId67" Type="http://schemas.openxmlformats.org/officeDocument/2006/relationships/tags" Target="../tags/tag546.xml"/><Relationship Id="rId66" Type="http://schemas.openxmlformats.org/officeDocument/2006/relationships/tags" Target="../tags/tag545.xml"/><Relationship Id="rId65" Type="http://schemas.openxmlformats.org/officeDocument/2006/relationships/tags" Target="../tags/tag544.xml"/><Relationship Id="rId64" Type="http://schemas.openxmlformats.org/officeDocument/2006/relationships/tags" Target="../tags/tag543.xml"/><Relationship Id="rId63" Type="http://schemas.openxmlformats.org/officeDocument/2006/relationships/tags" Target="../tags/tag542.xml"/><Relationship Id="rId62" Type="http://schemas.openxmlformats.org/officeDocument/2006/relationships/tags" Target="../tags/tag541.xml"/><Relationship Id="rId61" Type="http://schemas.openxmlformats.org/officeDocument/2006/relationships/tags" Target="../tags/tag540.xml"/><Relationship Id="rId60" Type="http://schemas.openxmlformats.org/officeDocument/2006/relationships/tags" Target="../tags/tag539.xml"/><Relationship Id="rId6" Type="http://schemas.openxmlformats.org/officeDocument/2006/relationships/tags" Target="../tags/tag485.xml"/><Relationship Id="rId59" Type="http://schemas.openxmlformats.org/officeDocument/2006/relationships/tags" Target="../tags/tag538.xml"/><Relationship Id="rId58" Type="http://schemas.openxmlformats.org/officeDocument/2006/relationships/tags" Target="../tags/tag537.xml"/><Relationship Id="rId57" Type="http://schemas.openxmlformats.org/officeDocument/2006/relationships/tags" Target="../tags/tag536.xml"/><Relationship Id="rId56" Type="http://schemas.openxmlformats.org/officeDocument/2006/relationships/tags" Target="../tags/tag535.xml"/><Relationship Id="rId55" Type="http://schemas.openxmlformats.org/officeDocument/2006/relationships/tags" Target="../tags/tag534.xml"/><Relationship Id="rId54" Type="http://schemas.openxmlformats.org/officeDocument/2006/relationships/tags" Target="../tags/tag533.xml"/><Relationship Id="rId53" Type="http://schemas.openxmlformats.org/officeDocument/2006/relationships/tags" Target="../tags/tag532.xml"/><Relationship Id="rId52" Type="http://schemas.openxmlformats.org/officeDocument/2006/relationships/tags" Target="../tags/tag531.xml"/><Relationship Id="rId51" Type="http://schemas.openxmlformats.org/officeDocument/2006/relationships/tags" Target="../tags/tag530.xml"/><Relationship Id="rId50" Type="http://schemas.openxmlformats.org/officeDocument/2006/relationships/tags" Target="../tags/tag529.xml"/><Relationship Id="rId5" Type="http://schemas.openxmlformats.org/officeDocument/2006/relationships/tags" Target="../tags/tag484.xml"/><Relationship Id="rId49" Type="http://schemas.openxmlformats.org/officeDocument/2006/relationships/tags" Target="../tags/tag528.xml"/><Relationship Id="rId48" Type="http://schemas.openxmlformats.org/officeDocument/2006/relationships/tags" Target="../tags/tag527.xml"/><Relationship Id="rId47" Type="http://schemas.openxmlformats.org/officeDocument/2006/relationships/tags" Target="../tags/tag526.xml"/><Relationship Id="rId46" Type="http://schemas.openxmlformats.org/officeDocument/2006/relationships/tags" Target="../tags/tag525.xml"/><Relationship Id="rId45" Type="http://schemas.openxmlformats.org/officeDocument/2006/relationships/tags" Target="../tags/tag524.xml"/><Relationship Id="rId44" Type="http://schemas.openxmlformats.org/officeDocument/2006/relationships/tags" Target="../tags/tag523.xml"/><Relationship Id="rId43" Type="http://schemas.openxmlformats.org/officeDocument/2006/relationships/tags" Target="../tags/tag522.xml"/><Relationship Id="rId42" Type="http://schemas.openxmlformats.org/officeDocument/2006/relationships/tags" Target="../tags/tag521.xml"/><Relationship Id="rId41" Type="http://schemas.openxmlformats.org/officeDocument/2006/relationships/tags" Target="../tags/tag520.xml"/><Relationship Id="rId40" Type="http://schemas.openxmlformats.org/officeDocument/2006/relationships/tags" Target="../tags/tag519.xml"/><Relationship Id="rId4" Type="http://schemas.openxmlformats.org/officeDocument/2006/relationships/tags" Target="../tags/tag483.xml"/><Relationship Id="rId39" Type="http://schemas.openxmlformats.org/officeDocument/2006/relationships/tags" Target="../tags/tag518.xml"/><Relationship Id="rId38" Type="http://schemas.openxmlformats.org/officeDocument/2006/relationships/tags" Target="../tags/tag517.xml"/><Relationship Id="rId37" Type="http://schemas.openxmlformats.org/officeDocument/2006/relationships/tags" Target="../tags/tag516.xml"/><Relationship Id="rId36" Type="http://schemas.openxmlformats.org/officeDocument/2006/relationships/tags" Target="../tags/tag515.xml"/><Relationship Id="rId35" Type="http://schemas.openxmlformats.org/officeDocument/2006/relationships/tags" Target="../tags/tag514.xml"/><Relationship Id="rId34" Type="http://schemas.openxmlformats.org/officeDocument/2006/relationships/tags" Target="../tags/tag513.xml"/><Relationship Id="rId33" Type="http://schemas.openxmlformats.org/officeDocument/2006/relationships/tags" Target="../tags/tag512.xml"/><Relationship Id="rId32" Type="http://schemas.openxmlformats.org/officeDocument/2006/relationships/tags" Target="../tags/tag511.xml"/><Relationship Id="rId31" Type="http://schemas.openxmlformats.org/officeDocument/2006/relationships/tags" Target="../tags/tag510.xml"/><Relationship Id="rId30" Type="http://schemas.openxmlformats.org/officeDocument/2006/relationships/tags" Target="../tags/tag509.xml"/><Relationship Id="rId3" Type="http://schemas.openxmlformats.org/officeDocument/2006/relationships/tags" Target="../tags/tag482.xml"/><Relationship Id="rId29" Type="http://schemas.openxmlformats.org/officeDocument/2006/relationships/tags" Target="../tags/tag508.xml"/><Relationship Id="rId28" Type="http://schemas.openxmlformats.org/officeDocument/2006/relationships/tags" Target="../tags/tag507.xml"/><Relationship Id="rId27" Type="http://schemas.openxmlformats.org/officeDocument/2006/relationships/tags" Target="../tags/tag506.xml"/><Relationship Id="rId26" Type="http://schemas.openxmlformats.org/officeDocument/2006/relationships/tags" Target="../tags/tag505.xml"/><Relationship Id="rId25" Type="http://schemas.openxmlformats.org/officeDocument/2006/relationships/tags" Target="../tags/tag504.xml"/><Relationship Id="rId24" Type="http://schemas.openxmlformats.org/officeDocument/2006/relationships/tags" Target="../tags/tag503.xml"/><Relationship Id="rId23" Type="http://schemas.openxmlformats.org/officeDocument/2006/relationships/tags" Target="../tags/tag502.xml"/><Relationship Id="rId22" Type="http://schemas.openxmlformats.org/officeDocument/2006/relationships/tags" Target="../tags/tag501.xml"/><Relationship Id="rId21" Type="http://schemas.openxmlformats.org/officeDocument/2006/relationships/tags" Target="../tags/tag500.xml"/><Relationship Id="rId20" Type="http://schemas.openxmlformats.org/officeDocument/2006/relationships/tags" Target="../tags/tag499.xml"/><Relationship Id="rId2" Type="http://schemas.openxmlformats.org/officeDocument/2006/relationships/tags" Target="../tags/tag481.xml"/><Relationship Id="rId19" Type="http://schemas.openxmlformats.org/officeDocument/2006/relationships/tags" Target="../tags/tag498.xml"/><Relationship Id="rId18" Type="http://schemas.openxmlformats.org/officeDocument/2006/relationships/tags" Target="../tags/tag497.xml"/><Relationship Id="rId17" Type="http://schemas.openxmlformats.org/officeDocument/2006/relationships/tags" Target="../tags/tag496.xml"/><Relationship Id="rId16" Type="http://schemas.openxmlformats.org/officeDocument/2006/relationships/tags" Target="../tags/tag495.xml"/><Relationship Id="rId15" Type="http://schemas.openxmlformats.org/officeDocument/2006/relationships/tags" Target="../tags/tag494.xml"/><Relationship Id="rId14" Type="http://schemas.openxmlformats.org/officeDocument/2006/relationships/tags" Target="../tags/tag493.xml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tags" Target="../tags/tag490.xml"/><Relationship Id="rId10" Type="http://schemas.openxmlformats.org/officeDocument/2006/relationships/tags" Target="../tags/tag489.xml"/><Relationship Id="rId1" Type="http://schemas.openxmlformats.org/officeDocument/2006/relationships/tags" Target="../tags/tag48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58.xml"/><Relationship Id="rId8" Type="http://schemas.openxmlformats.org/officeDocument/2006/relationships/tags" Target="../tags/tag557.xml"/><Relationship Id="rId7" Type="http://schemas.openxmlformats.org/officeDocument/2006/relationships/tags" Target="../tags/tag556.xml"/><Relationship Id="rId69" Type="http://schemas.openxmlformats.org/officeDocument/2006/relationships/slideLayout" Target="../slideLayouts/slideLayout7.xml"/><Relationship Id="rId68" Type="http://schemas.openxmlformats.org/officeDocument/2006/relationships/tags" Target="../tags/tag615.xml"/><Relationship Id="rId67" Type="http://schemas.openxmlformats.org/officeDocument/2006/relationships/slide" Target="slide9.xml"/><Relationship Id="rId66" Type="http://schemas.openxmlformats.org/officeDocument/2006/relationships/tags" Target="../tags/tag614.xml"/><Relationship Id="rId65" Type="http://schemas.openxmlformats.org/officeDocument/2006/relationships/slide" Target="slide8.xml"/><Relationship Id="rId64" Type="http://schemas.openxmlformats.org/officeDocument/2006/relationships/tags" Target="../tags/tag613.xml"/><Relationship Id="rId63" Type="http://schemas.openxmlformats.org/officeDocument/2006/relationships/tags" Target="../tags/tag612.xml"/><Relationship Id="rId62" Type="http://schemas.openxmlformats.org/officeDocument/2006/relationships/tags" Target="../tags/tag611.xml"/><Relationship Id="rId61" Type="http://schemas.openxmlformats.org/officeDocument/2006/relationships/tags" Target="../tags/tag610.xml"/><Relationship Id="rId60" Type="http://schemas.openxmlformats.org/officeDocument/2006/relationships/tags" Target="../tags/tag609.xml"/><Relationship Id="rId6" Type="http://schemas.openxmlformats.org/officeDocument/2006/relationships/tags" Target="../tags/tag555.xml"/><Relationship Id="rId59" Type="http://schemas.openxmlformats.org/officeDocument/2006/relationships/tags" Target="../tags/tag608.xml"/><Relationship Id="rId58" Type="http://schemas.openxmlformats.org/officeDocument/2006/relationships/tags" Target="../tags/tag607.xml"/><Relationship Id="rId57" Type="http://schemas.openxmlformats.org/officeDocument/2006/relationships/tags" Target="../tags/tag606.xml"/><Relationship Id="rId56" Type="http://schemas.openxmlformats.org/officeDocument/2006/relationships/tags" Target="../tags/tag605.xml"/><Relationship Id="rId55" Type="http://schemas.openxmlformats.org/officeDocument/2006/relationships/tags" Target="../tags/tag604.xml"/><Relationship Id="rId54" Type="http://schemas.openxmlformats.org/officeDocument/2006/relationships/tags" Target="../tags/tag603.xml"/><Relationship Id="rId53" Type="http://schemas.openxmlformats.org/officeDocument/2006/relationships/tags" Target="../tags/tag602.xml"/><Relationship Id="rId52" Type="http://schemas.openxmlformats.org/officeDocument/2006/relationships/tags" Target="../tags/tag601.xml"/><Relationship Id="rId51" Type="http://schemas.openxmlformats.org/officeDocument/2006/relationships/tags" Target="../tags/tag600.xml"/><Relationship Id="rId50" Type="http://schemas.openxmlformats.org/officeDocument/2006/relationships/tags" Target="../tags/tag599.xml"/><Relationship Id="rId5" Type="http://schemas.openxmlformats.org/officeDocument/2006/relationships/tags" Target="../tags/tag554.xml"/><Relationship Id="rId49" Type="http://schemas.openxmlformats.org/officeDocument/2006/relationships/tags" Target="../tags/tag598.xml"/><Relationship Id="rId48" Type="http://schemas.openxmlformats.org/officeDocument/2006/relationships/tags" Target="../tags/tag597.xml"/><Relationship Id="rId47" Type="http://schemas.openxmlformats.org/officeDocument/2006/relationships/tags" Target="../tags/tag596.xml"/><Relationship Id="rId46" Type="http://schemas.openxmlformats.org/officeDocument/2006/relationships/tags" Target="../tags/tag595.xml"/><Relationship Id="rId45" Type="http://schemas.openxmlformats.org/officeDocument/2006/relationships/tags" Target="../tags/tag594.xml"/><Relationship Id="rId44" Type="http://schemas.openxmlformats.org/officeDocument/2006/relationships/tags" Target="../tags/tag593.xml"/><Relationship Id="rId43" Type="http://schemas.openxmlformats.org/officeDocument/2006/relationships/tags" Target="../tags/tag592.xml"/><Relationship Id="rId42" Type="http://schemas.openxmlformats.org/officeDocument/2006/relationships/tags" Target="../tags/tag591.xml"/><Relationship Id="rId41" Type="http://schemas.openxmlformats.org/officeDocument/2006/relationships/tags" Target="../tags/tag590.xml"/><Relationship Id="rId40" Type="http://schemas.openxmlformats.org/officeDocument/2006/relationships/tags" Target="../tags/tag589.xml"/><Relationship Id="rId4" Type="http://schemas.openxmlformats.org/officeDocument/2006/relationships/tags" Target="../tags/tag553.xml"/><Relationship Id="rId39" Type="http://schemas.openxmlformats.org/officeDocument/2006/relationships/tags" Target="../tags/tag588.xml"/><Relationship Id="rId38" Type="http://schemas.openxmlformats.org/officeDocument/2006/relationships/tags" Target="../tags/tag587.xml"/><Relationship Id="rId37" Type="http://schemas.openxmlformats.org/officeDocument/2006/relationships/tags" Target="../tags/tag586.xml"/><Relationship Id="rId36" Type="http://schemas.openxmlformats.org/officeDocument/2006/relationships/tags" Target="../tags/tag585.xml"/><Relationship Id="rId35" Type="http://schemas.openxmlformats.org/officeDocument/2006/relationships/tags" Target="../tags/tag584.xml"/><Relationship Id="rId34" Type="http://schemas.openxmlformats.org/officeDocument/2006/relationships/tags" Target="../tags/tag583.xml"/><Relationship Id="rId33" Type="http://schemas.openxmlformats.org/officeDocument/2006/relationships/tags" Target="../tags/tag582.xml"/><Relationship Id="rId32" Type="http://schemas.openxmlformats.org/officeDocument/2006/relationships/tags" Target="../tags/tag581.xml"/><Relationship Id="rId31" Type="http://schemas.openxmlformats.org/officeDocument/2006/relationships/tags" Target="../tags/tag580.xml"/><Relationship Id="rId30" Type="http://schemas.openxmlformats.org/officeDocument/2006/relationships/tags" Target="../tags/tag579.xml"/><Relationship Id="rId3" Type="http://schemas.openxmlformats.org/officeDocument/2006/relationships/tags" Target="../tags/tag552.xml"/><Relationship Id="rId29" Type="http://schemas.openxmlformats.org/officeDocument/2006/relationships/tags" Target="../tags/tag578.xml"/><Relationship Id="rId28" Type="http://schemas.openxmlformats.org/officeDocument/2006/relationships/tags" Target="../tags/tag577.xml"/><Relationship Id="rId27" Type="http://schemas.openxmlformats.org/officeDocument/2006/relationships/tags" Target="../tags/tag576.xml"/><Relationship Id="rId26" Type="http://schemas.openxmlformats.org/officeDocument/2006/relationships/tags" Target="../tags/tag575.xml"/><Relationship Id="rId25" Type="http://schemas.openxmlformats.org/officeDocument/2006/relationships/tags" Target="../tags/tag574.xml"/><Relationship Id="rId24" Type="http://schemas.openxmlformats.org/officeDocument/2006/relationships/tags" Target="../tags/tag573.xml"/><Relationship Id="rId23" Type="http://schemas.openxmlformats.org/officeDocument/2006/relationships/tags" Target="../tags/tag572.xml"/><Relationship Id="rId22" Type="http://schemas.openxmlformats.org/officeDocument/2006/relationships/tags" Target="../tags/tag571.xml"/><Relationship Id="rId21" Type="http://schemas.openxmlformats.org/officeDocument/2006/relationships/tags" Target="../tags/tag570.xml"/><Relationship Id="rId20" Type="http://schemas.openxmlformats.org/officeDocument/2006/relationships/tags" Target="../tags/tag569.xml"/><Relationship Id="rId2" Type="http://schemas.openxmlformats.org/officeDocument/2006/relationships/tags" Target="../tags/tag551.xml"/><Relationship Id="rId19" Type="http://schemas.openxmlformats.org/officeDocument/2006/relationships/tags" Target="../tags/tag568.xml"/><Relationship Id="rId18" Type="http://schemas.openxmlformats.org/officeDocument/2006/relationships/tags" Target="../tags/tag567.xml"/><Relationship Id="rId17" Type="http://schemas.openxmlformats.org/officeDocument/2006/relationships/tags" Target="../tags/tag566.xml"/><Relationship Id="rId16" Type="http://schemas.openxmlformats.org/officeDocument/2006/relationships/tags" Target="../tags/tag565.xml"/><Relationship Id="rId15" Type="http://schemas.openxmlformats.org/officeDocument/2006/relationships/tags" Target="../tags/tag564.xml"/><Relationship Id="rId14" Type="http://schemas.openxmlformats.org/officeDocument/2006/relationships/tags" Target="../tags/tag563.xml"/><Relationship Id="rId13" Type="http://schemas.openxmlformats.org/officeDocument/2006/relationships/tags" Target="../tags/tag562.xml"/><Relationship Id="rId12" Type="http://schemas.openxmlformats.org/officeDocument/2006/relationships/tags" Target="../tags/tag561.xml"/><Relationship Id="rId11" Type="http://schemas.openxmlformats.org/officeDocument/2006/relationships/tags" Target="../tags/tag560.xml"/><Relationship Id="rId10" Type="http://schemas.openxmlformats.org/officeDocument/2006/relationships/tags" Target="../tags/tag559.xml"/><Relationship Id="rId1" Type="http://schemas.openxmlformats.org/officeDocument/2006/relationships/tags" Target="../tags/tag55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24.xml"/><Relationship Id="rId8" Type="http://schemas.openxmlformats.org/officeDocument/2006/relationships/tags" Target="../tags/tag623.xml"/><Relationship Id="rId7" Type="http://schemas.openxmlformats.org/officeDocument/2006/relationships/tags" Target="../tags/tag622.xml"/><Relationship Id="rId6" Type="http://schemas.openxmlformats.org/officeDocument/2006/relationships/tags" Target="../tags/tag621.xml"/><Relationship Id="rId5" Type="http://schemas.openxmlformats.org/officeDocument/2006/relationships/tags" Target="../tags/tag620.xml"/><Relationship Id="rId4" Type="http://schemas.openxmlformats.org/officeDocument/2006/relationships/tags" Target="../tags/tag619.xml"/><Relationship Id="rId3" Type="http://schemas.openxmlformats.org/officeDocument/2006/relationships/tags" Target="../tags/tag618.xml"/><Relationship Id="rId2" Type="http://schemas.openxmlformats.org/officeDocument/2006/relationships/tags" Target="../tags/tag617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31.xml"/><Relationship Id="rId16" Type="http://schemas.openxmlformats.org/officeDocument/2006/relationships/slide" Target="slide26.xml"/><Relationship Id="rId15" Type="http://schemas.openxmlformats.org/officeDocument/2006/relationships/tags" Target="../tags/tag630.xml"/><Relationship Id="rId14" Type="http://schemas.openxmlformats.org/officeDocument/2006/relationships/tags" Target="../tags/tag629.xml"/><Relationship Id="rId13" Type="http://schemas.openxmlformats.org/officeDocument/2006/relationships/tags" Target="../tags/tag628.xml"/><Relationship Id="rId12" Type="http://schemas.openxmlformats.org/officeDocument/2006/relationships/tags" Target="../tags/tag627.xml"/><Relationship Id="rId11" Type="http://schemas.openxmlformats.org/officeDocument/2006/relationships/tags" Target="../tags/tag626.xml"/><Relationship Id="rId10" Type="http://schemas.openxmlformats.org/officeDocument/2006/relationships/tags" Target="../tags/tag625.xml"/><Relationship Id="rId1" Type="http://schemas.openxmlformats.org/officeDocument/2006/relationships/tags" Target="../tags/tag616.xml"/></Relationships>
</file>

<file path=ppt/slides/_rels/slide14.xml.rels><?xml version="1.0" encoding="UTF-8" standalone="yes"?>
<Relationships xmlns="http://schemas.openxmlformats.org/package/2006/relationships"><Relationship Id="rId97" Type="http://schemas.openxmlformats.org/officeDocument/2006/relationships/notesSlide" Target="../notesSlides/notesSlide8.xml"/><Relationship Id="rId96" Type="http://schemas.openxmlformats.org/officeDocument/2006/relationships/slideLayout" Target="../slideLayouts/slideLayout7.xml"/><Relationship Id="rId95" Type="http://schemas.openxmlformats.org/officeDocument/2006/relationships/tags" Target="../tags/tag725.xml"/><Relationship Id="rId94" Type="http://schemas.openxmlformats.org/officeDocument/2006/relationships/tags" Target="../tags/tag724.xml"/><Relationship Id="rId93" Type="http://schemas.openxmlformats.org/officeDocument/2006/relationships/tags" Target="../tags/tag723.xml"/><Relationship Id="rId92" Type="http://schemas.openxmlformats.org/officeDocument/2006/relationships/tags" Target="../tags/tag722.xml"/><Relationship Id="rId91" Type="http://schemas.openxmlformats.org/officeDocument/2006/relationships/tags" Target="../tags/tag721.xml"/><Relationship Id="rId90" Type="http://schemas.openxmlformats.org/officeDocument/2006/relationships/tags" Target="../tags/tag720.xml"/><Relationship Id="rId9" Type="http://schemas.openxmlformats.org/officeDocument/2006/relationships/tags" Target="../tags/tag639.xml"/><Relationship Id="rId89" Type="http://schemas.openxmlformats.org/officeDocument/2006/relationships/tags" Target="../tags/tag719.xml"/><Relationship Id="rId88" Type="http://schemas.openxmlformats.org/officeDocument/2006/relationships/tags" Target="../tags/tag718.xml"/><Relationship Id="rId87" Type="http://schemas.openxmlformats.org/officeDocument/2006/relationships/tags" Target="../tags/tag717.xml"/><Relationship Id="rId86" Type="http://schemas.openxmlformats.org/officeDocument/2006/relationships/tags" Target="../tags/tag716.xml"/><Relationship Id="rId85" Type="http://schemas.openxmlformats.org/officeDocument/2006/relationships/tags" Target="../tags/tag715.xml"/><Relationship Id="rId84" Type="http://schemas.openxmlformats.org/officeDocument/2006/relationships/tags" Target="../tags/tag714.xml"/><Relationship Id="rId83" Type="http://schemas.openxmlformats.org/officeDocument/2006/relationships/tags" Target="../tags/tag713.xml"/><Relationship Id="rId82" Type="http://schemas.openxmlformats.org/officeDocument/2006/relationships/tags" Target="../tags/tag712.xml"/><Relationship Id="rId81" Type="http://schemas.openxmlformats.org/officeDocument/2006/relationships/tags" Target="../tags/tag711.xml"/><Relationship Id="rId80" Type="http://schemas.openxmlformats.org/officeDocument/2006/relationships/tags" Target="../tags/tag710.xml"/><Relationship Id="rId8" Type="http://schemas.openxmlformats.org/officeDocument/2006/relationships/tags" Target="../tags/tag638.xml"/><Relationship Id="rId79" Type="http://schemas.openxmlformats.org/officeDocument/2006/relationships/tags" Target="../tags/tag709.xml"/><Relationship Id="rId78" Type="http://schemas.openxmlformats.org/officeDocument/2006/relationships/tags" Target="../tags/tag708.xml"/><Relationship Id="rId77" Type="http://schemas.openxmlformats.org/officeDocument/2006/relationships/tags" Target="../tags/tag707.xml"/><Relationship Id="rId76" Type="http://schemas.openxmlformats.org/officeDocument/2006/relationships/tags" Target="../tags/tag706.xml"/><Relationship Id="rId75" Type="http://schemas.openxmlformats.org/officeDocument/2006/relationships/tags" Target="../tags/tag705.xml"/><Relationship Id="rId74" Type="http://schemas.openxmlformats.org/officeDocument/2006/relationships/tags" Target="../tags/tag704.xml"/><Relationship Id="rId73" Type="http://schemas.openxmlformats.org/officeDocument/2006/relationships/tags" Target="../tags/tag703.xml"/><Relationship Id="rId72" Type="http://schemas.openxmlformats.org/officeDocument/2006/relationships/tags" Target="../tags/tag702.xml"/><Relationship Id="rId71" Type="http://schemas.openxmlformats.org/officeDocument/2006/relationships/tags" Target="../tags/tag701.xml"/><Relationship Id="rId70" Type="http://schemas.openxmlformats.org/officeDocument/2006/relationships/tags" Target="../tags/tag700.xml"/><Relationship Id="rId7" Type="http://schemas.openxmlformats.org/officeDocument/2006/relationships/tags" Target="../tags/tag637.xml"/><Relationship Id="rId69" Type="http://schemas.openxmlformats.org/officeDocument/2006/relationships/tags" Target="../tags/tag699.xml"/><Relationship Id="rId68" Type="http://schemas.openxmlformats.org/officeDocument/2006/relationships/tags" Target="../tags/tag698.xml"/><Relationship Id="rId67" Type="http://schemas.openxmlformats.org/officeDocument/2006/relationships/tags" Target="../tags/tag697.xml"/><Relationship Id="rId66" Type="http://schemas.openxmlformats.org/officeDocument/2006/relationships/tags" Target="../tags/tag696.xml"/><Relationship Id="rId65" Type="http://schemas.openxmlformats.org/officeDocument/2006/relationships/tags" Target="../tags/tag695.xml"/><Relationship Id="rId64" Type="http://schemas.openxmlformats.org/officeDocument/2006/relationships/tags" Target="../tags/tag694.xml"/><Relationship Id="rId63" Type="http://schemas.openxmlformats.org/officeDocument/2006/relationships/tags" Target="../tags/tag693.xml"/><Relationship Id="rId62" Type="http://schemas.openxmlformats.org/officeDocument/2006/relationships/tags" Target="../tags/tag692.xml"/><Relationship Id="rId61" Type="http://schemas.openxmlformats.org/officeDocument/2006/relationships/tags" Target="../tags/tag691.xml"/><Relationship Id="rId60" Type="http://schemas.openxmlformats.org/officeDocument/2006/relationships/tags" Target="../tags/tag690.xml"/><Relationship Id="rId6" Type="http://schemas.openxmlformats.org/officeDocument/2006/relationships/tags" Target="../tags/tag636.xml"/><Relationship Id="rId59" Type="http://schemas.openxmlformats.org/officeDocument/2006/relationships/tags" Target="../tags/tag689.xml"/><Relationship Id="rId58" Type="http://schemas.openxmlformats.org/officeDocument/2006/relationships/tags" Target="../tags/tag688.xml"/><Relationship Id="rId57" Type="http://schemas.openxmlformats.org/officeDocument/2006/relationships/tags" Target="../tags/tag687.xml"/><Relationship Id="rId56" Type="http://schemas.openxmlformats.org/officeDocument/2006/relationships/tags" Target="../tags/tag686.xml"/><Relationship Id="rId55" Type="http://schemas.openxmlformats.org/officeDocument/2006/relationships/tags" Target="../tags/tag685.xml"/><Relationship Id="rId54" Type="http://schemas.openxmlformats.org/officeDocument/2006/relationships/tags" Target="../tags/tag684.xml"/><Relationship Id="rId53" Type="http://schemas.openxmlformats.org/officeDocument/2006/relationships/tags" Target="../tags/tag683.xml"/><Relationship Id="rId52" Type="http://schemas.openxmlformats.org/officeDocument/2006/relationships/tags" Target="../tags/tag682.xml"/><Relationship Id="rId51" Type="http://schemas.openxmlformats.org/officeDocument/2006/relationships/tags" Target="../tags/tag681.xml"/><Relationship Id="rId50" Type="http://schemas.openxmlformats.org/officeDocument/2006/relationships/tags" Target="../tags/tag680.xml"/><Relationship Id="rId5" Type="http://schemas.openxmlformats.org/officeDocument/2006/relationships/tags" Target="../tags/tag635.xml"/><Relationship Id="rId49" Type="http://schemas.openxmlformats.org/officeDocument/2006/relationships/tags" Target="../tags/tag679.xml"/><Relationship Id="rId48" Type="http://schemas.openxmlformats.org/officeDocument/2006/relationships/tags" Target="../tags/tag678.xml"/><Relationship Id="rId47" Type="http://schemas.openxmlformats.org/officeDocument/2006/relationships/tags" Target="../tags/tag677.xml"/><Relationship Id="rId46" Type="http://schemas.openxmlformats.org/officeDocument/2006/relationships/tags" Target="../tags/tag676.xml"/><Relationship Id="rId45" Type="http://schemas.openxmlformats.org/officeDocument/2006/relationships/tags" Target="../tags/tag675.xml"/><Relationship Id="rId44" Type="http://schemas.openxmlformats.org/officeDocument/2006/relationships/tags" Target="../tags/tag674.xml"/><Relationship Id="rId43" Type="http://schemas.openxmlformats.org/officeDocument/2006/relationships/tags" Target="../tags/tag673.xml"/><Relationship Id="rId42" Type="http://schemas.openxmlformats.org/officeDocument/2006/relationships/tags" Target="../tags/tag672.xml"/><Relationship Id="rId41" Type="http://schemas.openxmlformats.org/officeDocument/2006/relationships/tags" Target="../tags/tag671.xml"/><Relationship Id="rId40" Type="http://schemas.openxmlformats.org/officeDocument/2006/relationships/tags" Target="../tags/tag670.xml"/><Relationship Id="rId4" Type="http://schemas.openxmlformats.org/officeDocument/2006/relationships/tags" Target="../tags/tag634.xml"/><Relationship Id="rId39" Type="http://schemas.openxmlformats.org/officeDocument/2006/relationships/tags" Target="../tags/tag669.xml"/><Relationship Id="rId38" Type="http://schemas.openxmlformats.org/officeDocument/2006/relationships/tags" Target="../tags/tag668.xml"/><Relationship Id="rId37" Type="http://schemas.openxmlformats.org/officeDocument/2006/relationships/tags" Target="../tags/tag667.xml"/><Relationship Id="rId36" Type="http://schemas.openxmlformats.org/officeDocument/2006/relationships/tags" Target="../tags/tag666.xml"/><Relationship Id="rId35" Type="http://schemas.openxmlformats.org/officeDocument/2006/relationships/tags" Target="../tags/tag665.xml"/><Relationship Id="rId34" Type="http://schemas.openxmlformats.org/officeDocument/2006/relationships/tags" Target="../tags/tag664.xml"/><Relationship Id="rId33" Type="http://schemas.openxmlformats.org/officeDocument/2006/relationships/tags" Target="../tags/tag663.xml"/><Relationship Id="rId32" Type="http://schemas.openxmlformats.org/officeDocument/2006/relationships/tags" Target="../tags/tag662.xml"/><Relationship Id="rId31" Type="http://schemas.openxmlformats.org/officeDocument/2006/relationships/tags" Target="../tags/tag661.xml"/><Relationship Id="rId30" Type="http://schemas.openxmlformats.org/officeDocument/2006/relationships/tags" Target="../tags/tag660.xml"/><Relationship Id="rId3" Type="http://schemas.openxmlformats.org/officeDocument/2006/relationships/tags" Target="../tags/tag633.xml"/><Relationship Id="rId29" Type="http://schemas.openxmlformats.org/officeDocument/2006/relationships/tags" Target="../tags/tag659.xml"/><Relationship Id="rId28" Type="http://schemas.openxmlformats.org/officeDocument/2006/relationships/tags" Target="../tags/tag658.xml"/><Relationship Id="rId27" Type="http://schemas.openxmlformats.org/officeDocument/2006/relationships/tags" Target="../tags/tag657.xml"/><Relationship Id="rId26" Type="http://schemas.openxmlformats.org/officeDocument/2006/relationships/tags" Target="../tags/tag656.xml"/><Relationship Id="rId25" Type="http://schemas.openxmlformats.org/officeDocument/2006/relationships/tags" Target="../tags/tag655.xml"/><Relationship Id="rId24" Type="http://schemas.openxmlformats.org/officeDocument/2006/relationships/tags" Target="../tags/tag654.xml"/><Relationship Id="rId23" Type="http://schemas.openxmlformats.org/officeDocument/2006/relationships/tags" Target="../tags/tag653.xml"/><Relationship Id="rId22" Type="http://schemas.openxmlformats.org/officeDocument/2006/relationships/tags" Target="../tags/tag652.xml"/><Relationship Id="rId21" Type="http://schemas.openxmlformats.org/officeDocument/2006/relationships/tags" Target="../tags/tag651.xml"/><Relationship Id="rId20" Type="http://schemas.openxmlformats.org/officeDocument/2006/relationships/tags" Target="../tags/tag650.xml"/><Relationship Id="rId2" Type="http://schemas.openxmlformats.org/officeDocument/2006/relationships/tags" Target="../tags/tag632.xml"/><Relationship Id="rId19" Type="http://schemas.openxmlformats.org/officeDocument/2006/relationships/tags" Target="../tags/tag649.xml"/><Relationship Id="rId18" Type="http://schemas.openxmlformats.org/officeDocument/2006/relationships/tags" Target="../tags/tag648.xml"/><Relationship Id="rId17" Type="http://schemas.openxmlformats.org/officeDocument/2006/relationships/tags" Target="../tags/tag647.xml"/><Relationship Id="rId16" Type="http://schemas.openxmlformats.org/officeDocument/2006/relationships/tags" Target="../tags/tag646.xml"/><Relationship Id="rId15" Type="http://schemas.openxmlformats.org/officeDocument/2006/relationships/tags" Target="../tags/tag645.xml"/><Relationship Id="rId14" Type="http://schemas.openxmlformats.org/officeDocument/2006/relationships/tags" Target="../tags/tag644.xml"/><Relationship Id="rId13" Type="http://schemas.openxmlformats.org/officeDocument/2006/relationships/tags" Target="../tags/tag643.xml"/><Relationship Id="rId12" Type="http://schemas.openxmlformats.org/officeDocument/2006/relationships/tags" Target="../tags/tag642.xml"/><Relationship Id="rId11" Type="http://schemas.openxmlformats.org/officeDocument/2006/relationships/tags" Target="../tags/tag641.xml"/><Relationship Id="rId10" Type="http://schemas.openxmlformats.org/officeDocument/2006/relationships/tags" Target="../tags/tag640.xml"/><Relationship Id="rId1" Type="http://schemas.openxmlformats.org/officeDocument/2006/relationships/slide" Target="slide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32.xml"/><Relationship Id="rId8" Type="http://schemas.openxmlformats.org/officeDocument/2006/relationships/tags" Target="../tags/tag731.xml"/><Relationship Id="rId7" Type="http://schemas.openxmlformats.org/officeDocument/2006/relationships/tags" Target="../tags/tag730.xml"/><Relationship Id="rId6" Type="http://schemas.openxmlformats.org/officeDocument/2006/relationships/tags" Target="../tags/tag729.xml"/><Relationship Id="rId5" Type="http://schemas.openxmlformats.org/officeDocument/2006/relationships/tags" Target="../tags/tag728.xml"/><Relationship Id="rId4" Type="http://schemas.openxmlformats.org/officeDocument/2006/relationships/tags" Target="../tags/tag727.xml"/><Relationship Id="rId3" Type="http://schemas.openxmlformats.org/officeDocument/2006/relationships/tags" Target="../tags/tag726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744.xml"/><Relationship Id="rId20" Type="http://schemas.openxmlformats.org/officeDocument/2006/relationships/tags" Target="../tags/tag743.xml"/><Relationship Id="rId2" Type="http://schemas.openxmlformats.org/officeDocument/2006/relationships/slide" Target="slide4.xml"/><Relationship Id="rId19" Type="http://schemas.openxmlformats.org/officeDocument/2006/relationships/tags" Target="../tags/tag742.xml"/><Relationship Id="rId18" Type="http://schemas.openxmlformats.org/officeDocument/2006/relationships/tags" Target="../tags/tag741.xml"/><Relationship Id="rId17" Type="http://schemas.openxmlformats.org/officeDocument/2006/relationships/tags" Target="../tags/tag740.xml"/><Relationship Id="rId16" Type="http://schemas.openxmlformats.org/officeDocument/2006/relationships/tags" Target="../tags/tag739.xml"/><Relationship Id="rId15" Type="http://schemas.openxmlformats.org/officeDocument/2006/relationships/tags" Target="../tags/tag738.xml"/><Relationship Id="rId14" Type="http://schemas.openxmlformats.org/officeDocument/2006/relationships/tags" Target="../tags/tag737.xml"/><Relationship Id="rId13" Type="http://schemas.openxmlformats.org/officeDocument/2006/relationships/tags" Target="../tags/tag736.xml"/><Relationship Id="rId12" Type="http://schemas.openxmlformats.org/officeDocument/2006/relationships/tags" Target="../tags/tag735.xml"/><Relationship Id="rId11" Type="http://schemas.openxmlformats.org/officeDocument/2006/relationships/tags" Target="../tags/tag734.xml"/><Relationship Id="rId10" Type="http://schemas.openxmlformats.org/officeDocument/2006/relationships/tags" Target="../tags/tag733.xml"/><Relationship Id="rId1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99" Type="http://schemas.openxmlformats.org/officeDocument/2006/relationships/tags" Target="../tags/tag843.xml"/><Relationship Id="rId98" Type="http://schemas.openxmlformats.org/officeDocument/2006/relationships/tags" Target="../tags/tag842.xml"/><Relationship Id="rId97" Type="http://schemas.openxmlformats.org/officeDocument/2006/relationships/tags" Target="../tags/tag841.xml"/><Relationship Id="rId96" Type="http://schemas.openxmlformats.org/officeDocument/2006/relationships/tags" Target="../tags/tag840.xml"/><Relationship Id="rId95" Type="http://schemas.openxmlformats.org/officeDocument/2006/relationships/tags" Target="../tags/tag839.xml"/><Relationship Id="rId94" Type="http://schemas.openxmlformats.org/officeDocument/2006/relationships/tags" Target="../tags/tag838.xml"/><Relationship Id="rId93" Type="http://schemas.openxmlformats.org/officeDocument/2006/relationships/tags" Target="../tags/tag837.xml"/><Relationship Id="rId92" Type="http://schemas.openxmlformats.org/officeDocument/2006/relationships/tags" Target="../tags/tag836.xml"/><Relationship Id="rId91" Type="http://schemas.openxmlformats.org/officeDocument/2006/relationships/tags" Target="../tags/tag835.xml"/><Relationship Id="rId90" Type="http://schemas.openxmlformats.org/officeDocument/2006/relationships/tags" Target="../tags/tag834.xml"/><Relationship Id="rId9" Type="http://schemas.openxmlformats.org/officeDocument/2006/relationships/tags" Target="../tags/tag753.xml"/><Relationship Id="rId89" Type="http://schemas.openxmlformats.org/officeDocument/2006/relationships/tags" Target="../tags/tag833.xml"/><Relationship Id="rId88" Type="http://schemas.openxmlformats.org/officeDocument/2006/relationships/tags" Target="../tags/tag832.xml"/><Relationship Id="rId87" Type="http://schemas.openxmlformats.org/officeDocument/2006/relationships/tags" Target="../tags/tag831.xml"/><Relationship Id="rId86" Type="http://schemas.openxmlformats.org/officeDocument/2006/relationships/tags" Target="../tags/tag830.xml"/><Relationship Id="rId85" Type="http://schemas.openxmlformats.org/officeDocument/2006/relationships/tags" Target="../tags/tag829.xml"/><Relationship Id="rId84" Type="http://schemas.openxmlformats.org/officeDocument/2006/relationships/tags" Target="../tags/tag828.xml"/><Relationship Id="rId83" Type="http://schemas.openxmlformats.org/officeDocument/2006/relationships/tags" Target="../tags/tag827.xml"/><Relationship Id="rId82" Type="http://schemas.openxmlformats.org/officeDocument/2006/relationships/tags" Target="../tags/tag826.xml"/><Relationship Id="rId81" Type="http://schemas.openxmlformats.org/officeDocument/2006/relationships/tags" Target="../tags/tag825.xml"/><Relationship Id="rId80" Type="http://schemas.openxmlformats.org/officeDocument/2006/relationships/tags" Target="../tags/tag824.xml"/><Relationship Id="rId8" Type="http://schemas.openxmlformats.org/officeDocument/2006/relationships/tags" Target="../tags/tag752.xml"/><Relationship Id="rId79" Type="http://schemas.openxmlformats.org/officeDocument/2006/relationships/tags" Target="../tags/tag823.xml"/><Relationship Id="rId78" Type="http://schemas.openxmlformats.org/officeDocument/2006/relationships/tags" Target="../tags/tag822.xml"/><Relationship Id="rId77" Type="http://schemas.openxmlformats.org/officeDocument/2006/relationships/tags" Target="../tags/tag821.xml"/><Relationship Id="rId76" Type="http://schemas.openxmlformats.org/officeDocument/2006/relationships/tags" Target="../tags/tag820.xml"/><Relationship Id="rId75" Type="http://schemas.openxmlformats.org/officeDocument/2006/relationships/tags" Target="../tags/tag819.xml"/><Relationship Id="rId74" Type="http://schemas.openxmlformats.org/officeDocument/2006/relationships/tags" Target="../tags/tag818.xml"/><Relationship Id="rId73" Type="http://schemas.openxmlformats.org/officeDocument/2006/relationships/tags" Target="../tags/tag817.xml"/><Relationship Id="rId72" Type="http://schemas.openxmlformats.org/officeDocument/2006/relationships/tags" Target="../tags/tag816.xml"/><Relationship Id="rId71" Type="http://schemas.openxmlformats.org/officeDocument/2006/relationships/tags" Target="../tags/tag815.xml"/><Relationship Id="rId70" Type="http://schemas.openxmlformats.org/officeDocument/2006/relationships/tags" Target="../tags/tag814.xml"/><Relationship Id="rId7" Type="http://schemas.openxmlformats.org/officeDocument/2006/relationships/tags" Target="../tags/tag751.xml"/><Relationship Id="rId69" Type="http://schemas.openxmlformats.org/officeDocument/2006/relationships/tags" Target="../tags/tag813.xml"/><Relationship Id="rId68" Type="http://schemas.openxmlformats.org/officeDocument/2006/relationships/tags" Target="../tags/tag812.xml"/><Relationship Id="rId67" Type="http://schemas.openxmlformats.org/officeDocument/2006/relationships/tags" Target="../tags/tag811.xml"/><Relationship Id="rId66" Type="http://schemas.openxmlformats.org/officeDocument/2006/relationships/tags" Target="../tags/tag810.xml"/><Relationship Id="rId65" Type="http://schemas.openxmlformats.org/officeDocument/2006/relationships/tags" Target="../tags/tag809.xml"/><Relationship Id="rId64" Type="http://schemas.openxmlformats.org/officeDocument/2006/relationships/tags" Target="../tags/tag808.xml"/><Relationship Id="rId63" Type="http://schemas.openxmlformats.org/officeDocument/2006/relationships/tags" Target="../tags/tag807.xml"/><Relationship Id="rId62" Type="http://schemas.openxmlformats.org/officeDocument/2006/relationships/tags" Target="../tags/tag806.xml"/><Relationship Id="rId61" Type="http://schemas.openxmlformats.org/officeDocument/2006/relationships/tags" Target="../tags/tag805.xml"/><Relationship Id="rId60" Type="http://schemas.openxmlformats.org/officeDocument/2006/relationships/tags" Target="../tags/tag804.xml"/><Relationship Id="rId6" Type="http://schemas.openxmlformats.org/officeDocument/2006/relationships/tags" Target="../tags/tag750.xml"/><Relationship Id="rId59" Type="http://schemas.openxmlformats.org/officeDocument/2006/relationships/tags" Target="../tags/tag803.xml"/><Relationship Id="rId58" Type="http://schemas.openxmlformats.org/officeDocument/2006/relationships/tags" Target="../tags/tag802.xml"/><Relationship Id="rId57" Type="http://schemas.openxmlformats.org/officeDocument/2006/relationships/tags" Target="../tags/tag801.xml"/><Relationship Id="rId56" Type="http://schemas.openxmlformats.org/officeDocument/2006/relationships/tags" Target="../tags/tag800.xml"/><Relationship Id="rId55" Type="http://schemas.openxmlformats.org/officeDocument/2006/relationships/tags" Target="../tags/tag799.xml"/><Relationship Id="rId54" Type="http://schemas.openxmlformats.org/officeDocument/2006/relationships/tags" Target="../tags/tag798.xml"/><Relationship Id="rId53" Type="http://schemas.openxmlformats.org/officeDocument/2006/relationships/tags" Target="../tags/tag797.xml"/><Relationship Id="rId52" Type="http://schemas.openxmlformats.org/officeDocument/2006/relationships/tags" Target="../tags/tag796.xml"/><Relationship Id="rId51" Type="http://schemas.openxmlformats.org/officeDocument/2006/relationships/tags" Target="../tags/tag795.xml"/><Relationship Id="rId50" Type="http://schemas.openxmlformats.org/officeDocument/2006/relationships/tags" Target="../tags/tag794.xml"/><Relationship Id="rId5" Type="http://schemas.openxmlformats.org/officeDocument/2006/relationships/tags" Target="../tags/tag749.xml"/><Relationship Id="rId49" Type="http://schemas.openxmlformats.org/officeDocument/2006/relationships/tags" Target="../tags/tag793.xml"/><Relationship Id="rId48" Type="http://schemas.openxmlformats.org/officeDocument/2006/relationships/tags" Target="../tags/tag792.xml"/><Relationship Id="rId47" Type="http://schemas.openxmlformats.org/officeDocument/2006/relationships/tags" Target="../tags/tag791.xml"/><Relationship Id="rId46" Type="http://schemas.openxmlformats.org/officeDocument/2006/relationships/tags" Target="../tags/tag790.xml"/><Relationship Id="rId45" Type="http://schemas.openxmlformats.org/officeDocument/2006/relationships/tags" Target="../tags/tag789.xml"/><Relationship Id="rId44" Type="http://schemas.openxmlformats.org/officeDocument/2006/relationships/tags" Target="../tags/tag788.xml"/><Relationship Id="rId43" Type="http://schemas.openxmlformats.org/officeDocument/2006/relationships/tags" Target="../tags/tag787.xml"/><Relationship Id="rId42" Type="http://schemas.openxmlformats.org/officeDocument/2006/relationships/tags" Target="../tags/tag786.xml"/><Relationship Id="rId41" Type="http://schemas.openxmlformats.org/officeDocument/2006/relationships/tags" Target="../tags/tag785.xml"/><Relationship Id="rId40" Type="http://schemas.openxmlformats.org/officeDocument/2006/relationships/tags" Target="../tags/tag784.xml"/><Relationship Id="rId4" Type="http://schemas.openxmlformats.org/officeDocument/2006/relationships/tags" Target="../tags/tag748.xml"/><Relationship Id="rId39" Type="http://schemas.openxmlformats.org/officeDocument/2006/relationships/tags" Target="../tags/tag783.xml"/><Relationship Id="rId38" Type="http://schemas.openxmlformats.org/officeDocument/2006/relationships/tags" Target="../tags/tag782.xml"/><Relationship Id="rId37" Type="http://schemas.openxmlformats.org/officeDocument/2006/relationships/tags" Target="../tags/tag781.xml"/><Relationship Id="rId36" Type="http://schemas.openxmlformats.org/officeDocument/2006/relationships/tags" Target="../tags/tag780.xml"/><Relationship Id="rId35" Type="http://schemas.openxmlformats.org/officeDocument/2006/relationships/tags" Target="../tags/tag779.xml"/><Relationship Id="rId34" Type="http://schemas.openxmlformats.org/officeDocument/2006/relationships/tags" Target="../tags/tag778.xml"/><Relationship Id="rId33" Type="http://schemas.openxmlformats.org/officeDocument/2006/relationships/tags" Target="../tags/tag777.xml"/><Relationship Id="rId32" Type="http://schemas.openxmlformats.org/officeDocument/2006/relationships/tags" Target="../tags/tag776.xml"/><Relationship Id="rId31" Type="http://schemas.openxmlformats.org/officeDocument/2006/relationships/tags" Target="../tags/tag775.xml"/><Relationship Id="rId30" Type="http://schemas.openxmlformats.org/officeDocument/2006/relationships/tags" Target="../tags/tag774.xml"/><Relationship Id="rId3" Type="http://schemas.openxmlformats.org/officeDocument/2006/relationships/tags" Target="../tags/tag747.xml"/><Relationship Id="rId29" Type="http://schemas.openxmlformats.org/officeDocument/2006/relationships/tags" Target="../tags/tag773.xml"/><Relationship Id="rId28" Type="http://schemas.openxmlformats.org/officeDocument/2006/relationships/tags" Target="../tags/tag772.xml"/><Relationship Id="rId27" Type="http://schemas.openxmlformats.org/officeDocument/2006/relationships/tags" Target="../tags/tag771.xml"/><Relationship Id="rId26" Type="http://schemas.openxmlformats.org/officeDocument/2006/relationships/tags" Target="../tags/tag770.xml"/><Relationship Id="rId251" Type="http://schemas.openxmlformats.org/officeDocument/2006/relationships/slideLayout" Target="../slideLayouts/slideLayout7.xml"/><Relationship Id="rId250" Type="http://schemas.openxmlformats.org/officeDocument/2006/relationships/tags" Target="../tags/tag993.xml"/><Relationship Id="rId25" Type="http://schemas.openxmlformats.org/officeDocument/2006/relationships/tags" Target="../tags/tag769.xml"/><Relationship Id="rId249" Type="http://schemas.openxmlformats.org/officeDocument/2006/relationships/slide" Target="slide23.xml"/><Relationship Id="rId248" Type="http://schemas.openxmlformats.org/officeDocument/2006/relationships/tags" Target="../tags/tag992.xml"/><Relationship Id="rId247" Type="http://schemas.openxmlformats.org/officeDocument/2006/relationships/tags" Target="../tags/tag991.xml"/><Relationship Id="rId246" Type="http://schemas.openxmlformats.org/officeDocument/2006/relationships/tags" Target="../tags/tag990.xml"/><Relationship Id="rId245" Type="http://schemas.openxmlformats.org/officeDocument/2006/relationships/tags" Target="../tags/tag989.xml"/><Relationship Id="rId244" Type="http://schemas.openxmlformats.org/officeDocument/2006/relationships/tags" Target="../tags/tag988.xml"/><Relationship Id="rId243" Type="http://schemas.openxmlformats.org/officeDocument/2006/relationships/tags" Target="../tags/tag987.xml"/><Relationship Id="rId242" Type="http://schemas.openxmlformats.org/officeDocument/2006/relationships/tags" Target="../tags/tag986.xml"/><Relationship Id="rId241" Type="http://schemas.openxmlformats.org/officeDocument/2006/relationships/tags" Target="../tags/tag985.xml"/><Relationship Id="rId240" Type="http://schemas.openxmlformats.org/officeDocument/2006/relationships/tags" Target="../tags/tag984.xml"/><Relationship Id="rId24" Type="http://schemas.openxmlformats.org/officeDocument/2006/relationships/tags" Target="../tags/tag768.xml"/><Relationship Id="rId239" Type="http://schemas.openxmlformats.org/officeDocument/2006/relationships/tags" Target="../tags/tag983.xml"/><Relationship Id="rId238" Type="http://schemas.openxmlformats.org/officeDocument/2006/relationships/tags" Target="../tags/tag982.xml"/><Relationship Id="rId237" Type="http://schemas.openxmlformats.org/officeDocument/2006/relationships/tags" Target="../tags/tag981.xml"/><Relationship Id="rId236" Type="http://schemas.openxmlformats.org/officeDocument/2006/relationships/tags" Target="../tags/tag980.xml"/><Relationship Id="rId235" Type="http://schemas.openxmlformats.org/officeDocument/2006/relationships/tags" Target="../tags/tag979.xml"/><Relationship Id="rId234" Type="http://schemas.openxmlformats.org/officeDocument/2006/relationships/tags" Target="../tags/tag978.xml"/><Relationship Id="rId233" Type="http://schemas.openxmlformats.org/officeDocument/2006/relationships/tags" Target="../tags/tag977.xml"/><Relationship Id="rId232" Type="http://schemas.openxmlformats.org/officeDocument/2006/relationships/tags" Target="../tags/tag976.xml"/><Relationship Id="rId231" Type="http://schemas.openxmlformats.org/officeDocument/2006/relationships/tags" Target="../tags/tag975.xml"/><Relationship Id="rId230" Type="http://schemas.openxmlformats.org/officeDocument/2006/relationships/tags" Target="../tags/tag974.xml"/><Relationship Id="rId23" Type="http://schemas.openxmlformats.org/officeDocument/2006/relationships/tags" Target="../tags/tag767.xml"/><Relationship Id="rId229" Type="http://schemas.openxmlformats.org/officeDocument/2006/relationships/tags" Target="../tags/tag973.xml"/><Relationship Id="rId228" Type="http://schemas.openxmlformats.org/officeDocument/2006/relationships/tags" Target="../tags/tag972.xml"/><Relationship Id="rId227" Type="http://schemas.openxmlformats.org/officeDocument/2006/relationships/tags" Target="../tags/tag971.xml"/><Relationship Id="rId226" Type="http://schemas.openxmlformats.org/officeDocument/2006/relationships/tags" Target="../tags/tag970.xml"/><Relationship Id="rId225" Type="http://schemas.openxmlformats.org/officeDocument/2006/relationships/tags" Target="../tags/tag969.xml"/><Relationship Id="rId224" Type="http://schemas.openxmlformats.org/officeDocument/2006/relationships/tags" Target="../tags/tag968.xml"/><Relationship Id="rId223" Type="http://schemas.openxmlformats.org/officeDocument/2006/relationships/tags" Target="../tags/tag967.xml"/><Relationship Id="rId222" Type="http://schemas.openxmlformats.org/officeDocument/2006/relationships/tags" Target="../tags/tag966.xml"/><Relationship Id="rId221" Type="http://schemas.openxmlformats.org/officeDocument/2006/relationships/tags" Target="../tags/tag965.xml"/><Relationship Id="rId220" Type="http://schemas.openxmlformats.org/officeDocument/2006/relationships/tags" Target="../tags/tag964.xml"/><Relationship Id="rId22" Type="http://schemas.openxmlformats.org/officeDocument/2006/relationships/tags" Target="../tags/tag766.xml"/><Relationship Id="rId219" Type="http://schemas.openxmlformats.org/officeDocument/2006/relationships/tags" Target="../tags/tag963.xml"/><Relationship Id="rId218" Type="http://schemas.openxmlformats.org/officeDocument/2006/relationships/tags" Target="../tags/tag962.xml"/><Relationship Id="rId217" Type="http://schemas.openxmlformats.org/officeDocument/2006/relationships/tags" Target="../tags/tag961.xml"/><Relationship Id="rId216" Type="http://schemas.openxmlformats.org/officeDocument/2006/relationships/tags" Target="../tags/tag960.xml"/><Relationship Id="rId215" Type="http://schemas.openxmlformats.org/officeDocument/2006/relationships/tags" Target="../tags/tag959.xml"/><Relationship Id="rId214" Type="http://schemas.openxmlformats.org/officeDocument/2006/relationships/tags" Target="../tags/tag958.xml"/><Relationship Id="rId213" Type="http://schemas.openxmlformats.org/officeDocument/2006/relationships/tags" Target="../tags/tag957.xml"/><Relationship Id="rId212" Type="http://schemas.openxmlformats.org/officeDocument/2006/relationships/tags" Target="../tags/tag956.xml"/><Relationship Id="rId211" Type="http://schemas.openxmlformats.org/officeDocument/2006/relationships/tags" Target="../tags/tag955.xml"/><Relationship Id="rId210" Type="http://schemas.openxmlformats.org/officeDocument/2006/relationships/tags" Target="../tags/tag954.xml"/><Relationship Id="rId21" Type="http://schemas.openxmlformats.org/officeDocument/2006/relationships/tags" Target="../tags/tag765.xml"/><Relationship Id="rId209" Type="http://schemas.openxmlformats.org/officeDocument/2006/relationships/tags" Target="../tags/tag953.xml"/><Relationship Id="rId208" Type="http://schemas.openxmlformats.org/officeDocument/2006/relationships/tags" Target="../tags/tag952.xml"/><Relationship Id="rId207" Type="http://schemas.openxmlformats.org/officeDocument/2006/relationships/tags" Target="../tags/tag951.xml"/><Relationship Id="rId206" Type="http://schemas.openxmlformats.org/officeDocument/2006/relationships/tags" Target="../tags/tag950.xml"/><Relationship Id="rId205" Type="http://schemas.openxmlformats.org/officeDocument/2006/relationships/tags" Target="../tags/tag949.xml"/><Relationship Id="rId204" Type="http://schemas.openxmlformats.org/officeDocument/2006/relationships/tags" Target="../tags/tag948.xml"/><Relationship Id="rId203" Type="http://schemas.openxmlformats.org/officeDocument/2006/relationships/tags" Target="../tags/tag947.xml"/><Relationship Id="rId202" Type="http://schemas.openxmlformats.org/officeDocument/2006/relationships/tags" Target="../tags/tag946.xml"/><Relationship Id="rId201" Type="http://schemas.openxmlformats.org/officeDocument/2006/relationships/tags" Target="../tags/tag945.xml"/><Relationship Id="rId200" Type="http://schemas.openxmlformats.org/officeDocument/2006/relationships/tags" Target="../tags/tag944.xml"/><Relationship Id="rId20" Type="http://schemas.openxmlformats.org/officeDocument/2006/relationships/tags" Target="../tags/tag764.xml"/><Relationship Id="rId2" Type="http://schemas.openxmlformats.org/officeDocument/2006/relationships/tags" Target="../tags/tag746.xml"/><Relationship Id="rId199" Type="http://schemas.openxmlformats.org/officeDocument/2006/relationships/tags" Target="../tags/tag943.xml"/><Relationship Id="rId198" Type="http://schemas.openxmlformats.org/officeDocument/2006/relationships/tags" Target="../tags/tag942.xml"/><Relationship Id="rId197" Type="http://schemas.openxmlformats.org/officeDocument/2006/relationships/tags" Target="../tags/tag941.xml"/><Relationship Id="rId196" Type="http://schemas.openxmlformats.org/officeDocument/2006/relationships/tags" Target="../tags/tag940.xml"/><Relationship Id="rId195" Type="http://schemas.openxmlformats.org/officeDocument/2006/relationships/tags" Target="../tags/tag939.xml"/><Relationship Id="rId194" Type="http://schemas.openxmlformats.org/officeDocument/2006/relationships/tags" Target="../tags/tag938.xml"/><Relationship Id="rId193" Type="http://schemas.openxmlformats.org/officeDocument/2006/relationships/tags" Target="../tags/tag937.xml"/><Relationship Id="rId192" Type="http://schemas.openxmlformats.org/officeDocument/2006/relationships/tags" Target="../tags/tag936.xml"/><Relationship Id="rId191" Type="http://schemas.openxmlformats.org/officeDocument/2006/relationships/tags" Target="../tags/tag935.xml"/><Relationship Id="rId190" Type="http://schemas.openxmlformats.org/officeDocument/2006/relationships/tags" Target="../tags/tag934.xml"/><Relationship Id="rId19" Type="http://schemas.openxmlformats.org/officeDocument/2006/relationships/tags" Target="../tags/tag763.xml"/><Relationship Id="rId189" Type="http://schemas.openxmlformats.org/officeDocument/2006/relationships/tags" Target="../tags/tag933.xml"/><Relationship Id="rId188" Type="http://schemas.openxmlformats.org/officeDocument/2006/relationships/tags" Target="../tags/tag932.xml"/><Relationship Id="rId187" Type="http://schemas.openxmlformats.org/officeDocument/2006/relationships/tags" Target="../tags/tag931.xml"/><Relationship Id="rId186" Type="http://schemas.openxmlformats.org/officeDocument/2006/relationships/tags" Target="../tags/tag930.xml"/><Relationship Id="rId185" Type="http://schemas.openxmlformats.org/officeDocument/2006/relationships/tags" Target="../tags/tag929.xml"/><Relationship Id="rId184" Type="http://schemas.openxmlformats.org/officeDocument/2006/relationships/tags" Target="../tags/tag928.xml"/><Relationship Id="rId183" Type="http://schemas.openxmlformats.org/officeDocument/2006/relationships/tags" Target="../tags/tag927.xml"/><Relationship Id="rId182" Type="http://schemas.openxmlformats.org/officeDocument/2006/relationships/tags" Target="../tags/tag926.xml"/><Relationship Id="rId181" Type="http://schemas.openxmlformats.org/officeDocument/2006/relationships/tags" Target="../tags/tag925.xml"/><Relationship Id="rId180" Type="http://schemas.openxmlformats.org/officeDocument/2006/relationships/tags" Target="../tags/tag924.xml"/><Relationship Id="rId18" Type="http://schemas.openxmlformats.org/officeDocument/2006/relationships/tags" Target="../tags/tag762.xml"/><Relationship Id="rId179" Type="http://schemas.openxmlformats.org/officeDocument/2006/relationships/tags" Target="../tags/tag923.xml"/><Relationship Id="rId178" Type="http://schemas.openxmlformats.org/officeDocument/2006/relationships/tags" Target="../tags/tag922.xml"/><Relationship Id="rId177" Type="http://schemas.openxmlformats.org/officeDocument/2006/relationships/tags" Target="../tags/tag921.xml"/><Relationship Id="rId176" Type="http://schemas.openxmlformats.org/officeDocument/2006/relationships/tags" Target="../tags/tag920.xml"/><Relationship Id="rId175" Type="http://schemas.openxmlformats.org/officeDocument/2006/relationships/tags" Target="../tags/tag919.xml"/><Relationship Id="rId174" Type="http://schemas.openxmlformats.org/officeDocument/2006/relationships/tags" Target="../tags/tag918.xml"/><Relationship Id="rId173" Type="http://schemas.openxmlformats.org/officeDocument/2006/relationships/tags" Target="../tags/tag917.xml"/><Relationship Id="rId172" Type="http://schemas.openxmlformats.org/officeDocument/2006/relationships/tags" Target="../tags/tag916.xml"/><Relationship Id="rId171" Type="http://schemas.openxmlformats.org/officeDocument/2006/relationships/tags" Target="../tags/tag915.xml"/><Relationship Id="rId170" Type="http://schemas.openxmlformats.org/officeDocument/2006/relationships/tags" Target="../tags/tag914.xml"/><Relationship Id="rId17" Type="http://schemas.openxmlformats.org/officeDocument/2006/relationships/tags" Target="../tags/tag761.xml"/><Relationship Id="rId169" Type="http://schemas.openxmlformats.org/officeDocument/2006/relationships/tags" Target="../tags/tag913.xml"/><Relationship Id="rId168" Type="http://schemas.openxmlformats.org/officeDocument/2006/relationships/tags" Target="../tags/tag912.xml"/><Relationship Id="rId167" Type="http://schemas.openxmlformats.org/officeDocument/2006/relationships/tags" Target="../tags/tag911.xml"/><Relationship Id="rId166" Type="http://schemas.openxmlformats.org/officeDocument/2006/relationships/tags" Target="../tags/tag910.xml"/><Relationship Id="rId165" Type="http://schemas.openxmlformats.org/officeDocument/2006/relationships/tags" Target="../tags/tag909.xml"/><Relationship Id="rId164" Type="http://schemas.openxmlformats.org/officeDocument/2006/relationships/tags" Target="../tags/tag908.xml"/><Relationship Id="rId163" Type="http://schemas.openxmlformats.org/officeDocument/2006/relationships/tags" Target="../tags/tag907.xml"/><Relationship Id="rId162" Type="http://schemas.openxmlformats.org/officeDocument/2006/relationships/tags" Target="../tags/tag906.xml"/><Relationship Id="rId161" Type="http://schemas.openxmlformats.org/officeDocument/2006/relationships/tags" Target="../tags/tag905.xml"/><Relationship Id="rId160" Type="http://schemas.openxmlformats.org/officeDocument/2006/relationships/tags" Target="../tags/tag904.xml"/><Relationship Id="rId16" Type="http://schemas.openxmlformats.org/officeDocument/2006/relationships/tags" Target="../tags/tag760.xml"/><Relationship Id="rId159" Type="http://schemas.openxmlformats.org/officeDocument/2006/relationships/tags" Target="../tags/tag903.xml"/><Relationship Id="rId158" Type="http://schemas.openxmlformats.org/officeDocument/2006/relationships/tags" Target="../tags/tag902.xml"/><Relationship Id="rId157" Type="http://schemas.openxmlformats.org/officeDocument/2006/relationships/tags" Target="../tags/tag901.xml"/><Relationship Id="rId156" Type="http://schemas.openxmlformats.org/officeDocument/2006/relationships/tags" Target="../tags/tag900.xml"/><Relationship Id="rId155" Type="http://schemas.openxmlformats.org/officeDocument/2006/relationships/tags" Target="../tags/tag899.xml"/><Relationship Id="rId154" Type="http://schemas.openxmlformats.org/officeDocument/2006/relationships/tags" Target="../tags/tag898.xml"/><Relationship Id="rId153" Type="http://schemas.openxmlformats.org/officeDocument/2006/relationships/tags" Target="../tags/tag897.xml"/><Relationship Id="rId152" Type="http://schemas.openxmlformats.org/officeDocument/2006/relationships/tags" Target="../tags/tag896.xml"/><Relationship Id="rId151" Type="http://schemas.openxmlformats.org/officeDocument/2006/relationships/tags" Target="../tags/tag895.xml"/><Relationship Id="rId150" Type="http://schemas.openxmlformats.org/officeDocument/2006/relationships/tags" Target="../tags/tag894.xml"/><Relationship Id="rId15" Type="http://schemas.openxmlformats.org/officeDocument/2006/relationships/tags" Target="../tags/tag759.xml"/><Relationship Id="rId149" Type="http://schemas.openxmlformats.org/officeDocument/2006/relationships/tags" Target="../tags/tag893.xml"/><Relationship Id="rId148" Type="http://schemas.openxmlformats.org/officeDocument/2006/relationships/tags" Target="../tags/tag892.xml"/><Relationship Id="rId147" Type="http://schemas.openxmlformats.org/officeDocument/2006/relationships/tags" Target="../tags/tag891.xml"/><Relationship Id="rId146" Type="http://schemas.openxmlformats.org/officeDocument/2006/relationships/tags" Target="../tags/tag890.xml"/><Relationship Id="rId145" Type="http://schemas.openxmlformats.org/officeDocument/2006/relationships/tags" Target="../tags/tag889.xml"/><Relationship Id="rId144" Type="http://schemas.openxmlformats.org/officeDocument/2006/relationships/tags" Target="../tags/tag888.xml"/><Relationship Id="rId143" Type="http://schemas.openxmlformats.org/officeDocument/2006/relationships/tags" Target="../tags/tag887.xml"/><Relationship Id="rId142" Type="http://schemas.openxmlformats.org/officeDocument/2006/relationships/tags" Target="../tags/tag886.xml"/><Relationship Id="rId141" Type="http://schemas.openxmlformats.org/officeDocument/2006/relationships/tags" Target="../tags/tag885.xml"/><Relationship Id="rId140" Type="http://schemas.openxmlformats.org/officeDocument/2006/relationships/tags" Target="../tags/tag884.xml"/><Relationship Id="rId14" Type="http://schemas.openxmlformats.org/officeDocument/2006/relationships/tags" Target="../tags/tag758.xml"/><Relationship Id="rId139" Type="http://schemas.openxmlformats.org/officeDocument/2006/relationships/tags" Target="../tags/tag883.xml"/><Relationship Id="rId138" Type="http://schemas.openxmlformats.org/officeDocument/2006/relationships/tags" Target="../tags/tag882.xml"/><Relationship Id="rId137" Type="http://schemas.openxmlformats.org/officeDocument/2006/relationships/tags" Target="../tags/tag881.xml"/><Relationship Id="rId136" Type="http://schemas.openxmlformats.org/officeDocument/2006/relationships/tags" Target="../tags/tag880.xml"/><Relationship Id="rId135" Type="http://schemas.openxmlformats.org/officeDocument/2006/relationships/tags" Target="../tags/tag879.xml"/><Relationship Id="rId134" Type="http://schemas.openxmlformats.org/officeDocument/2006/relationships/tags" Target="../tags/tag878.xml"/><Relationship Id="rId133" Type="http://schemas.openxmlformats.org/officeDocument/2006/relationships/tags" Target="../tags/tag877.xml"/><Relationship Id="rId132" Type="http://schemas.openxmlformats.org/officeDocument/2006/relationships/tags" Target="../tags/tag876.xml"/><Relationship Id="rId131" Type="http://schemas.openxmlformats.org/officeDocument/2006/relationships/tags" Target="../tags/tag875.xml"/><Relationship Id="rId130" Type="http://schemas.openxmlformats.org/officeDocument/2006/relationships/tags" Target="../tags/tag874.xml"/><Relationship Id="rId13" Type="http://schemas.openxmlformats.org/officeDocument/2006/relationships/tags" Target="../tags/tag757.xml"/><Relationship Id="rId129" Type="http://schemas.openxmlformats.org/officeDocument/2006/relationships/tags" Target="../tags/tag873.xml"/><Relationship Id="rId128" Type="http://schemas.openxmlformats.org/officeDocument/2006/relationships/tags" Target="../tags/tag872.xml"/><Relationship Id="rId127" Type="http://schemas.openxmlformats.org/officeDocument/2006/relationships/tags" Target="../tags/tag871.xml"/><Relationship Id="rId126" Type="http://schemas.openxmlformats.org/officeDocument/2006/relationships/tags" Target="../tags/tag870.xml"/><Relationship Id="rId125" Type="http://schemas.openxmlformats.org/officeDocument/2006/relationships/tags" Target="../tags/tag869.xml"/><Relationship Id="rId124" Type="http://schemas.openxmlformats.org/officeDocument/2006/relationships/tags" Target="../tags/tag868.xml"/><Relationship Id="rId123" Type="http://schemas.openxmlformats.org/officeDocument/2006/relationships/tags" Target="../tags/tag867.xml"/><Relationship Id="rId122" Type="http://schemas.openxmlformats.org/officeDocument/2006/relationships/tags" Target="../tags/tag866.xml"/><Relationship Id="rId121" Type="http://schemas.openxmlformats.org/officeDocument/2006/relationships/tags" Target="../tags/tag865.xml"/><Relationship Id="rId120" Type="http://schemas.openxmlformats.org/officeDocument/2006/relationships/tags" Target="../tags/tag864.xml"/><Relationship Id="rId12" Type="http://schemas.openxmlformats.org/officeDocument/2006/relationships/tags" Target="../tags/tag756.xml"/><Relationship Id="rId119" Type="http://schemas.openxmlformats.org/officeDocument/2006/relationships/tags" Target="../tags/tag863.xml"/><Relationship Id="rId118" Type="http://schemas.openxmlformats.org/officeDocument/2006/relationships/tags" Target="../tags/tag862.xml"/><Relationship Id="rId117" Type="http://schemas.openxmlformats.org/officeDocument/2006/relationships/tags" Target="../tags/tag861.xml"/><Relationship Id="rId116" Type="http://schemas.openxmlformats.org/officeDocument/2006/relationships/tags" Target="../tags/tag860.xml"/><Relationship Id="rId115" Type="http://schemas.openxmlformats.org/officeDocument/2006/relationships/tags" Target="../tags/tag859.xml"/><Relationship Id="rId114" Type="http://schemas.openxmlformats.org/officeDocument/2006/relationships/tags" Target="../tags/tag858.xml"/><Relationship Id="rId113" Type="http://schemas.openxmlformats.org/officeDocument/2006/relationships/tags" Target="../tags/tag857.xml"/><Relationship Id="rId112" Type="http://schemas.openxmlformats.org/officeDocument/2006/relationships/tags" Target="../tags/tag856.xml"/><Relationship Id="rId111" Type="http://schemas.openxmlformats.org/officeDocument/2006/relationships/tags" Target="../tags/tag855.xml"/><Relationship Id="rId110" Type="http://schemas.openxmlformats.org/officeDocument/2006/relationships/tags" Target="../tags/tag854.xml"/><Relationship Id="rId11" Type="http://schemas.openxmlformats.org/officeDocument/2006/relationships/tags" Target="../tags/tag755.xml"/><Relationship Id="rId109" Type="http://schemas.openxmlformats.org/officeDocument/2006/relationships/tags" Target="../tags/tag853.xml"/><Relationship Id="rId108" Type="http://schemas.openxmlformats.org/officeDocument/2006/relationships/tags" Target="../tags/tag852.xml"/><Relationship Id="rId107" Type="http://schemas.openxmlformats.org/officeDocument/2006/relationships/tags" Target="../tags/tag851.xml"/><Relationship Id="rId106" Type="http://schemas.openxmlformats.org/officeDocument/2006/relationships/tags" Target="../tags/tag850.xml"/><Relationship Id="rId105" Type="http://schemas.openxmlformats.org/officeDocument/2006/relationships/tags" Target="../tags/tag849.xml"/><Relationship Id="rId104" Type="http://schemas.openxmlformats.org/officeDocument/2006/relationships/tags" Target="../tags/tag848.xml"/><Relationship Id="rId103" Type="http://schemas.openxmlformats.org/officeDocument/2006/relationships/tags" Target="../tags/tag847.xml"/><Relationship Id="rId102" Type="http://schemas.openxmlformats.org/officeDocument/2006/relationships/tags" Target="../tags/tag846.xml"/><Relationship Id="rId101" Type="http://schemas.openxmlformats.org/officeDocument/2006/relationships/tags" Target="../tags/tag845.xml"/><Relationship Id="rId100" Type="http://schemas.openxmlformats.org/officeDocument/2006/relationships/tags" Target="../tags/tag844.xml"/><Relationship Id="rId10" Type="http://schemas.openxmlformats.org/officeDocument/2006/relationships/tags" Target="../tags/tag754.xml"/><Relationship Id="rId1" Type="http://schemas.openxmlformats.org/officeDocument/2006/relationships/tags" Target="../tags/tag74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002.xml"/><Relationship Id="rId8" Type="http://schemas.openxmlformats.org/officeDocument/2006/relationships/tags" Target="../tags/tag1001.xml"/><Relationship Id="rId79" Type="http://schemas.openxmlformats.org/officeDocument/2006/relationships/notesSlide" Target="../notesSlides/notesSlide11.xml"/><Relationship Id="rId78" Type="http://schemas.openxmlformats.org/officeDocument/2006/relationships/slideLayout" Target="../slideLayouts/slideLayout7.xml"/><Relationship Id="rId77" Type="http://schemas.openxmlformats.org/officeDocument/2006/relationships/tags" Target="../tags/tag1070.xml"/><Relationship Id="rId76" Type="http://schemas.openxmlformats.org/officeDocument/2006/relationships/tags" Target="../tags/tag1069.xml"/><Relationship Id="rId75" Type="http://schemas.openxmlformats.org/officeDocument/2006/relationships/tags" Target="../tags/tag1068.xml"/><Relationship Id="rId74" Type="http://schemas.openxmlformats.org/officeDocument/2006/relationships/tags" Target="../tags/tag1067.xml"/><Relationship Id="rId73" Type="http://schemas.openxmlformats.org/officeDocument/2006/relationships/tags" Target="../tags/tag1066.xml"/><Relationship Id="rId72" Type="http://schemas.openxmlformats.org/officeDocument/2006/relationships/tags" Target="../tags/tag1065.xml"/><Relationship Id="rId71" Type="http://schemas.openxmlformats.org/officeDocument/2006/relationships/tags" Target="../tags/tag1064.xml"/><Relationship Id="rId70" Type="http://schemas.openxmlformats.org/officeDocument/2006/relationships/tags" Target="../tags/tag1063.xml"/><Relationship Id="rId7" Type="http://schemas.openxmlformats.org/officeDocument/2006/relationships/tags" Target="../tags/tag1000.xml"/><Relationship Id="rId69" Type="http://schemas.openxmlformats.org/officeDocument/2006/relationships/tags" Target="../tags/tag1062.xml"/><Relationship Id="rId68" Type="http://schemas.openxmlformats.org/officeDocument/2006/relationships/tags" Target="../tags/tag1061.xml"/><Relationship Id="rId67" Type="http://schemas.openxmlformats.org/officeDocument/2006/relationships/tags" Target="../tags/tag1060.xml"/><Relationship Id="rId66" Type="http://schemas.openxmlformats.org/officeDocument/2006/relationships/tags" Target="../tags/tag1059.xml"/><Relationship Id="rId65" Type="http://schemas.openxmlformats.org/officeDocument/2006/relationships/tags" Target="../tags/tag1058.xml"/><Relationship Id="rId64" Type="http://schemas.openxmlformats.org/officeDocument/2006/relationships/tags" Target="../tags/tag1057.xml"/><Relationship Id="rId63" Type="http://schemas.openxmlformats.org/officeDocument/2006/relationships/tags" Target="../tags/tag1056.xml"/><Relationship Id="rId62" Type="http://schemas.openxmlformats.org/officeDocument/2006/relationships/tags" Target="../tags/tag1055.xml"/><Relationship Id="rId61" Type="http://schemas.openxmlformats.org/officeDocument/2006/relationships/tags" Target="../tags/tag1054.xml"/><Relationship Id="rId60" Type="http://schemas.openxmlformats.org/officeDocument/2006/relationships/tags" Target="../tags/tag1053.xml"/><Relationship Id="rId6" Type="http://schemas.openxmlformats.org/officeDocument/2006/relationships/tags" Target="../tags/tag999.xml"/><Relationship Id="rId59" Type="http://schemas.openxmlformats.org/officeDocument/2006/relationships/tags" Target="../tags/tag1052.xml"/><Relationship Id="rId58" Type="http://schemas.openxmlformats.org/officeDocument/2006/relationships/tags" Target="../tags/tag1051.xml"/><Relationship Id="rId57" Type="http://schemas.openxmlformats.org/officeDocument/2006/relationships/tags" Target="../tags/tag1050.xml"/><Relationship Id="rId56" Type="http://schemas.openxmlformats.org/officeDocument/2006/relationships/tags" Target="../tags/tag1049.xml"/><Relationship Id="rId55" Type="http://schemas.openxmlformats.org/officeDocument/2006/relationships/tags" Target="../tags/tag1048.xml"/><Relationship Id="rId54" Type="http://schemas.openxmlformats.org/officeDocument/2006/relationships/tags" Target="../tags/tag1047.xml"/><Relationship Id="rId53" Type="http://schemas.openxmlformats.org/officeDocument/2006/relationships/tags" Target="../tags/tag1046.xml"/><Relationship Id="rId52" Type="http://schemas.openxmlformats.org/officeDocument/2006/relationships/tags" Target="../tags/tag1045.xml"/><Relationship Id="rId51" Type="http://schemas.openxmlformats.org/officeDocument/2006/relationships/tags" Target="../tags/tag1044.xml"/><Relationship Id="rId50" Type="http://schemas.openxmlformats.org/officeDocument/2006/relationships/tags" Target="../tags/tag1043.xml"/><Relationship Id="rId5" Type="http://schemas.openxmlformats.org/officeDocument/2006/relationships/tags" Target="../tags/tag998.xml"/><Relationship Id="rId49" Type="http://schemas.openxmlformats.org/officeDocument/2006/relationships/tags" Target="../tags/tag1042.xml"/><Relationship Id="rId48" Type="http://schemas.openxmlformats.org/officeDocument/2006/relationships/tags" Target="../tags/tag1041.xml"/><Relationship Id="rId47" Type="http://schemas.openxmlformats.org/officeDocument/2006/relationships/tags" Target="../tags/tag1040.xml"/><Relationship Id="rId46" Type="http://schemas.openxmlformats.org/officeDocument/2006/relationships/tags" Target="../tags/tag1039.xml"/><Relationship Id="rId45" Type="http://schemas.openxmlformats.org/officeDocument/2006/relationships/tags" Target="../tags/tag1038.xml"/><Relationship Id="rId44" Type="http://schemas.openxmlformats.org/officeDocument/2006/relationships/tags" Target="../tags/tag1037.xml"/><Relationship Id="rId43" Type="http://schemas.openxmlformats.org/officeDocument/2006/relationships/tags" Target="../tags/tag1036.xml"/><Relationship Id="rId42" Type="http://schemas.openxmlformats.org/officeDocument/2006/relationships/tags" Target="../tags/tag1035.xml"/><Relationship Id="rId41" Type="http://schemas.openxmlformats.org/officeDocument/2006/relationships/tags" Target="../tags/tag1034.xml"/><Relationship Id="rId40" Type="http://schemas.openxmlformats.org/officeDocument/2006/relationships/tags" Target="../tags/tag1033.xml"/><Relationship Id="rId4" Type="http://schemas.openxmlformats.org/officeDocument/2006/relationships/tags" Target="../tags/tag997.xml"/><Relationship Id="rId39" Type="http://schemas.openxmlformats.org/officeDocument/2006/relationships/tags" Target="../tags/tag1032.xml"/><Relationship Id="rId38" Type="http://schemas.openxmlformats.org/officeDocument/2006/relationships/tags" Target="../tags/tag1031.xml"/><Relationship Id="rId37" Type="http://schemas.openxmlformats.org/officeDocument/2006/relationships/tags" Target="../tags/tag1030.xml"/><Relationship Id="rId36" Type="http://schemas.openxmlformats.org/officeDocument/2006/relationships/tags" Target="../tags/tag1029.xml"/><Relationship Id="rId35" Type="http://schemas.openxmlformats.org/officeDocument/2006/relationships/tags" Target="../tags/tag1028.xml"/><Relationship Id="rId34" Type="http://schemas.openxmlformats.org/officeDocument/2006/relationships/tags" Target="../tags/tag1027.xml"/><Relationship Id="rId33" Type="http://schemas.openxmlformats.org/officeDocument/2006/relationships/tags" Target="../tags/tag1026.xml"/><Relationship Id="rId32" Type="http://schemas.openxmlformats.org/officeDocument/2006/relationships/tags" Target="../tags/tag1025.xml"/><Relationship Id="rId31" Type="http://schemas.openxmlformats.org/officeDocument/2006/relationships/tags" Target="../tags/tag1024.xml"/><Relationship Id="rId30" Type="http://schemas.openxmlformats.org/officeDocument/2006/relationships/tags" Target="../tags/tag1023.xml"/><Relationship Id="rId3" Type="http://schemas.openxmlformats.org/officeDocument/2006/relationships/tags" Target="../tags/tag996.xml"/><Relationship Id="rId29" Type="http://schemas.openxmlformats.org/officeDocument/2006/relationships/tags" Target="../tags/tag1022.xml"/><Relationship Id="rId28" Type="http://schemas.openxmlformats.org/officeDocument/2006/relationships/tags" Target="../tags/tag1021.xml"/><Relationship Id="rId27" Type="http://schemas.openxmlformats.org/officeDocument/2006/relationships/tags" Target="../tags/tag1020.xml"/><Relationship Id="rId26" Type="http://schemas.openxmlformats.org/officeDocument/2006/relationships/tags" Target="../tags/tag1019.xml"/><Relationship Id="rId25" Type="http://schemas.openxmlformats.org/officeDocument/2006/relationships/tags" Target="../tags/tag1018.xml"/><Relationship Id="rId24" Type="http://schemas.openxmlformats.org/officeDocument/2006/relationships/tags" Target="../tags/tag1017.xml"/><Relationship Id="rId23" Type="http://schemas.openxmlformats.org/officeDocument/2006/relationships/tags" Target="../tags/tag1016.xml"/><Relationship Id="rId22" Type="http://schemas.openxmlformats.org/officeDocument/2006/relationships/tags" Target="../tags/tag1015.xml"/><Relationship Id="rId21" Type="http://schemas.openxmlformats.org/officeDocument/2006/relationships/tags" Target="../tags/tag1014.xml"/><Relationship Id="rId20" Type="http://schemas.openxmlformats.org/officeDocument/2006/relationships/tags" Target="../tags/tag1013.xml"/><Relationship Id="rId2" Type="http://schemas.openxmlformats.org/officeDocument/2006/relationships/tags" Target="../tags/tag995.xml"/><Relationship Id="rId19" Type="http://schemas.openxmlformats.org/officeDocument/2006/relationships/tags" Target="../tags/tag1012.xml"/><Relationship Id="rId18" Type="http://schemas.openxmlformats.org/officeDocument/2006/relationships/tags" Target="../tags/tag1011.xml"/><Relationship Id="rId17" Type="http://schemas.openxmlformats.org/officeDocument/2006/relationships/tags" Target="../tags/tag1010.xml"/><Relationship Id="rId16" Type="http://schemas.openxmlformats.org/officeDocument/2006/relationships/tags" Target="../tags/tag1009.xml"/><Relationship Id="rId15" Type="http://schemas.openxmlformats.org/officeDocument/2006/relationships/tags" Target="../tags/tag1008.xml"/><Relationship Id="rId14" Type="http://schemas.openxmlformats.org/officeDocument/2006/relationships/tags" Target="../tags/tag1007.xml"/><Relationship Id="rId13" Type="http://schemas.openxmlformats.org/officeDocument/2006/relationships/tags" Target="../tags/tag1006.xml"/><Relationship Id="rId12" Type="http://schemas.openxmlformats.org/officeDocument/2006/relationships/tags" Target="../tags/tag1005.xml"/><Relationship Id="rId11" Type="http://schemas.openxmlformats.org/officeDocument/2006/relationships/tags" Target="../tags/tag1004.xml"/><Relationship Id="rId10" Type="http://schemas.openxmlformats.org/officeDocument/2006/relationships/tags" Target="../tags/tag1003.xml"/><Relationship Id="rId1" Type="http://schemas.openxmlformats.org/officeDocument/2006/relationships/tags" Target="../tags/tag99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079.xml"/><Relationship Id="rId80" Type="http://schemas.openxmlformats.org/officeDocument/2006/relationships/notesSlide" Target="../notesSlides/notesSlide12.xml"/><Relationship Id="rId8" Type="http://schemas.openxmlformats.org/officeDocument/2006/relationships/tags" Target="../tags/tag1078.xml"/><Relationship Id="rId79" Type="http://schemas.openxmlformats.org/officeDocument/2006/relationships/slideLayout" Target="../slideLayouts/slideLayout7.xml"/><Relationship Id="rId78" Type="http://schemas.openxmlformats.org/officeDocument/2006/relationships/tags" Target="../tags/tag1147.xml"/><Relationship Id="rId77" Type="http://schemas.openxmlformats.org/officeDocument/2006/relationships/tags" Target="../tags/tag1146.xml"/><Relationship Id="rId76" Type="http://schemas.openxmlformats.org/officeDocument/2006/relationships/slide" Target="slide1.xml"/><Relationship Id="rId75" Type="http://schemas.openxmlformats.org/officeDocument/2006/relationships/tags" Target="../tags/tag1145.xml"/><Relationship Id="rId74" Type="http://schemas.openxmlformats.org/officeDocument/2006/relationships/tags" Target="../tags/tag1144.xml"/><Relationship Id="rId73" Type="http://schemas.openxmlformats.org/officeDocument/2006/relationships/tags" Target="../tags/tag1143.xml"/><Relationship Id="rId72" Type="http://schemas.openxmlformats.org/officeDocument/2006/relationships/tags" Target="../tags/tag1142.xml"/><Relationship Id="rId71" Type="http://schemas.openxmlformats.org/officeDocument/2006/relationships/tags" Target="../tags/tag1141.xml"/><Relationship Id="rId70" Type="http://schemas.openxmlformats.org/officeDocument/2006/relationships/tags" Target="../tags/tag1140.xml"/><Relationship Id="rId7" Type="http://schemas.openxmlformats.org/officeDocument/2006/relationships/tags" Target="../tags/tag1077.xml"/><Relationship Id="rId69" Type="http://schemas.openxmlformats.org/officeDocument/2006/relationships/tags" Target="../tags/tag1139.xml"/><Relationship Id="rId68" Type="http://schemas.openxmlformats.org/officeDocument/2006/relationships/tags" Target="../tags/tag1138.xml"/><Relationship Id="rId67" Type="http://schemas.openxmlformats.org/officeDocument/2006/relationships/tags" Target="../tags/tag1137.xml"/><Relationship Id="rId66" Type="http://schemas.openxmlformats.org/officeDocument/2006/relationships/tags" Target="../tags/tag1136.xml"/><Relationship Id="rId65" Type="http://schemas.openxmlformats.org/officeDocument/2006/relationships/tags" Target="../tags/tag1135.xml"/><Relationship Id="rId64" Type="http://schemas.openxmlformats.org/officeDocument/2006/relationships/tags" Target="../tags/tag1134.xml"/><Relationship Id="rId63" Type="http://schemas.openxmlformats.org/officeDocument/2006/relationships/tags" Target="../tags/tag1133.xml"/><Relationship Id="rId62" Type="http://schemas.openxmlformats.org/officeDocument/2006/relationships/tags" Target="../tags/tag1132.xml"/><Relationship Id="rId61" Type="http://schemas.openxmlformats.org/officeDocument/2006/relationships/tags" Target="../tags/tag1131.xml"/><Relationship Id="rId60" Type="http://schemas.openxmlformats.org/officeDocument/2006/relationships/tags" Target="../tags/tag1130.xml"/><Relationship Id="rId6" Type="http://schemas.openxmlformats.org/officeDocument/2006/relationships/tags" Target="../tags/tag1076.xml"/><Relationship Id="rId59" Type="http://schemas.openxmlformats.org/officeDocument/2006/relationships/tags" Target="../tags/tag1129.xml"/><Relationship Id="rId58" Type="http://schemas.openxmlformats.org/officeDocument/2006/relationships/tags" Target="../tags/tag1128.xml"/><Relationship Id="rId57" Type="http://schemas.openxmlformats.org/officeDocument/2006/relationships/tags" Target="../tags/tag1127.xml"/><Relationship Id="rId56" Type="http://schemas.openxmlformats.org/officeDocument/2006/relationships/tags" Target="../tags/tag1126.xml"/><Relationship Id="rId55" Type="http://schemas.openxmlformats.org/officeDocument/2006/relationships/tags" Target="../tags/tag1125.xml"/><Relationship Id="rId54" Type="http://schemas.openxmlformats.org/officeDocument/2006/relationships/tags" Target="../tags/tag1124.xml"/><Relationship Id="rId53" Type="http://schemas.openxmlformats.org/officeDocument/2006/relationships/tags" Target="../tags/tag1123.xml"/><Relationship Id="rId52" Type="http://schemas.openxmlformats.org/officeDocument/2006/relationships/tags" Target="../tags/tag1122.xml"/><Relationship Id="rId51" Type="http://schemas.openxmlformats.org/officeDocument/2006/relationships/tags" Target="../tags/tag1121.xml"/><Relationship Id="rId50" Type="http://schemas.openxmlformats.org/officeDocument/2006/relationships/tags" Target="../tags/tag1120.xml"/><Relationship Id="rId5" Type="http://schemas.openxmlformats.org/officeDocument/2006/relationships/tags" Target="../tags/tag1075.xml"/><Relationship Id="rId49" Type="http://schemas.openxmlformats.org/officeDocument/2006/relationships/tags" Target="../tags/tag1119.xml"/><Relationship Id="rId48" Type="http://schemas.openxmlformats.org/officeDocument/2006/relationships/tags" Target="../tags/tag1118.xml"/><Relationship Id="rId47" Type="http://schemas.openxmlformats.org/officeDocument/2006/relationships/tags" Target="../tags/tag1117.xml"/><Relationship Id="rId46" Type="http://schemas.openxmlformats.org/officeDocument/2006/relationships/tags" Target="../tags/tag1116.xml"/><Relationship Id="rId45" Type="http://schemas.openxmlformats.org/officeDocument/2006/relationships/tags" Target="../tags/tag1115.xml"/><Relationship Id="rId44" Type="http://schemas.openxmlformats.org/officeDocument/2006/relationships/tags" Target="../tags/tag1114.xml"/><Relationship Id="rId43" Type="http://schemas.openxmlformats.org/officeDocument/2006/relationships/tags" Target="../tags/tag1113.xml"/><Relationship Id="rId42" Type="http://schemas.openxmlformats.org/officeDocument/2006/relationships/tags" Target="../tags/tag1112.xml"/><Relationship Id="rId41" Type="http://schemas.openxmlformats.org/officeDocument/2006/relationships/tags" Target="../tags/tag1111.xml"/><Relationship Id="rId40" Type="http://schemas.openxmlformats.org/officeDocument/2006/relationships/tags" Target="../tags/tag1110.xml"/><Relationship Id="rId4" Type="http://schemas.openxmlformats.org/officeDocument/2006/relationships/tags" Target="../tags/tag1074.xml"/><Relationship Id="rId39" Type="http://schemas.openxmlformats.org/officeDocument/2006/relationships/tags" Target="../tags/tag1109.xml"/><Relationship Id="rId38" Type="http://schemas.openxmlformats.org/officeDocument/2006/relationships/tags" Target="../tags/tag1108.xml"/><Relationship Id="rId37" Type="http://schemas.openxmlformats.org/officeDocument/2006/relationships/tags" Target="../tags/tag1107.xml"/><Relationship Id="rId36" Type="http://schemas.openxmlformats.org/officeDocument/2006/relationships/tags" Target="../tags/tag1106.xml"/><Relationship Id="rId35" Type="http://schemas.openxmlformats.org/officeDocument/2006/relationships/tags" Target="../tags/tag1105.xml"/><Relationship Id="rId34" Type="http://schemas.openxmlformats.org/officeDocument/2006/relationships/tags" Target="../tags/tag1104.xml"/><Relationship Id="rId33" Type="http://schemas.openxmlformats.org/officeDocument/2006/relationships/tags" Target="../tags/tag1103.xml"/><Relationship Id="rId32" Type="http://schemas.openxmlformats.org/officeDocument/2006/relationships/tags" Target="../tags/tag1102.xml"/><Relationship Id="rId31" Type="http://schemas.openxmlformats.org/officeDocument/2006/relationships/tags" Target="../tags/tag1101.xml"/><Relationship Id="rId30" Type="http://schemas.openxmlformats.org/officeDocument/2006/relationships/tags" Target="../tags/tag1100.xml"/><Relationship Id="rId3" Type="http://schemas.openxmlformats.org/officeDocument/2006/relationships/tags" Target="../tags/tag1073.xml"/><Relationship Id="rId29" Type="http://schemas.openxmlformats.org/officeDocument/2006/relationships/tags" Target="../tags/tag1099.xml"/><Relationship Id="rId28" Type="http://schemas.openxmlformats.org/officeDocument/2006/relationships/tags" Target="../tags/tag1098.xml"/><Relationship Id="rId27" Type="http://schemas.openxmlformats.org/officeDocument/2006/relationships/tags" Target="../tags/tag1097.xml"/><Relationship Id="rId26" Type="http://schemas.openxmlformats.org/officeDocument/2006/relationships/tags" Target="../tags/tag1096.xml"/><Relationship Id="rId25" Type="http://schemas.openxmlformats.org/officeDocument/2006/relationships/tags" Target="../tags/tag1095.xml"/><Relationship Id="rId24" Type="http://schemas.openxmlformats.org/officeDocument/2006/relationships/tags" Target="../tags/tag1094.xml"/><Relationship Id="rId23" Type="http://schemas.openxmlformats.org/officeDocument/2006/relationships/tags" Target="../tags/tag1093.xml"/><Relationship Id="rId22" Type="http://schemas.openxmlformats.org/officeDocument/2006/relationships/tags" Target="../tags/tag1092.xml"/><Relationship Id="rId21" Type="http://schemas.openxmlformats.org/officeDocument/2006/relationships/tags" Target="../tags/tag1091.xml"/><Relationship Id="rId20" Type="http://schemas.openxmlformats.org/officeDocument/2006/relationships/tags" Target="../tags/tag1090.xml"/><Relationship Id="rId2" Type="http://schemas.openxmlformats.org/officeDocument/2006/relationships/tags" Target="../tags/tag1072.xml"/><Relationship Id="rId19" Type="http://schemas.openxmlformats.org/officeDocument/2006/relationships/tags" Target="../tags/tag1089.xml"/><Relationship Id="rId18" Type="http://schemas.openxmlformats.org/officeDocument/2006/relationships/tags" Target="../tags/tag1088.xml"/><Relationship Id="rId17" Type="http://schemas.openxmlformats.org/officeDocument/2006/relationships/tags" Target="../tags/tag1087.xml"/><Relationship Id="rId16" Type="http://schemas.openxmlformats.org/officeDocument/2006/relationships/tags" Target="../tags/tag1086.xml"/><Relationship Id="rId15" Type="http://schemas.openxmlformats.org/officeDocument/2006/relationships/tags" Target="../tags/tag1085.xml"/><Relationship Id="rId14" Type="http://schemas.openxmlformats.org/officeDocument/2006/relationships/tags" Target="../tags/tag1084.xml"/><Relationship Id="rId13" Type="http://schemas.openxmlformats.org/officeDocument/2006/relationships/tags" Target="../tags/tag1083.xml"/><Relationship Id="rId12" Type="http://schemas.openxmlformats.org/officeDocument/2006/relationships/tags" Target="../tags/tag1082.xml"/><Relationship Id="rId11" Type="http://schemas.openxmlformats.org/officeDocument/2006/relationships/tags" Target="../tags/tag1081.xml"/><Relationship Id="rId10" Type="http://schemas.openxmlformats.org/officeDocument/2006/relationships/tags" Target="../tags/tag1080.xml"/><Relationship Id="rId1" Type="http://schemas.openxmlformats.org/officeDocument/2006/relationships/tags" Target="../tags/tag1071.xml"/></Relationships>
</file>

<file path=ppt/slides/_rels/slide20.xml.rels><?xml version="1.0" encoding="UTF-8" standalone="yes"?>
<Relationships xmlns="http://schemas.openxmlformats.org/package/2006/relationships"><Relationship Id="rId90" Type="http://schemas.openxmlformats.org/officeDocument/2006/relationships/notesSlide" Target="../notesSlides/notesSlide13.xml"/><Relationship Id="rId9" Type="http://schemas.openxmlformats.org/officeDocument/2006/relationships/tags" Target="../tags/tag1155.xml"/><Relationship Id="rId89" Type="http://schemas.openxmlformats.org/officeDocument/2006/relationships/slideLayout" Target="../slideLayouts/slideLayout7.xml"/><Relationship Id="rId88" Type="http://schemas.openxmlformats.org/officeDocument/2006/relationships/tags" Target="../tags/tag1234.xml"/><Relationship Id="rId87" Type="http://schemas.openxmlformats.org/officeDocument/2006/relationships/tags" Target="../tags/tag1233.xml"/><Relationship Id="rId86" Type="http://schemas.openxmlformats.org/officeDocument/2006/relationships/tags" Target="../tags/tag1232.xml"/><Relationship Id="rId85" Type="http://schemas.openxmlformats.org/officeDocument/2006/relationships/tags" Target="../tags/tag1231.xml"/><Relationship Id="rId84" Type="http://schemas.openxmlformats.org/officeDocument/2006/relationships/tags" Target="../tags/tag1230.xml"/><Relationship Id="rId83" Type="http://schemas.openxmlformats.org/officeDocument/2006/relationships/tags" Target="../tags/tag1229.xml"/><Relationship Id="rId82" Type="http://schemas.openxmlformats.org/officeDocument/2006/relationships/tags" Target="../tags/tag1228.xml"/><Relationship Id="rId81" Type="http://schemas.openxmlformats.org/officeDocument/2006/relationships/tags" Target="../tags/tag1227.xml"/><Relationship Id="rId80" Type="http://schemas.openxmlformats.org/officeDocument/2006/relationships/tags" Target="../tags/tag1226.xml"/><Relationship Id="rId8" Type="http://schemas.openxmlformats.org/officeDocument/2006/relationships/tags" Target="../tags/tag1154.xml"/><Relationship Id="rId79" Type="http://schemas.openxmlformats.org/officeDocument/2006/relationships/tags" Target="../tags/tag1225.xml"/><Relationship Id="rId78" Type="http://schemas.openxmlformats.org/officeDocument/2006/relationships/tags" Target="../tags/tag1224.xml"/><Relationship Id="rId77" Type="http://schemas.openxmlformats.org/officeDocument/2006/relationships/tags" Target="../tags/tag1223.xml"/><Relationship Id="rId76" Type="http://schemas.openxmlformats.org/officeDocument/2006/relationships/tags" Target="../tags/tag1222.xml"/><Relationship Id="rId75" Type="http://schemas.openxmlformats.org/officeDocument/2006/relationships/tags" Target="../tags/tag1221.xml"/><Relationship Id="rId74" Type="http://schemas.openxmlformats.org/officeDocument/2006/relationships/tags" Target="../tags/tag1220.xml"/><Relationship Id="rId73" Type="http://schemas.openxmlformats.org/officeDocument/2006/relationships/tags" Target="../tags/tag1219.xml"/><Relationship Id="rId72" Type="http://schemas.openxmlformats.org/officeDocument/2006/relationships/tags" Target="../tags/tag1218.xml"/><Relationship Id="rId71" Type="http://schemas.openxmlformats.org/officeDocument/2006/relationships/tags" Target="../tags/tag1217.xml"/><Relationship Id="rId70" Type="http://schemas.openxmlformats.org/officeDocument/2006/relationships/tags" Target="../tags/tag1216.xml"/><Relationship Id="rId7" Type="http://schemas.openxmlformats.org/officeDocument/2006/relationships/tags" Target="../tags/tag1153.xml"/><Relationship Id="rId69" Type="http://schemas.openxmlformats.org/officeDocument/2006/relationships/tags" Target="../tags/tag1215.xml"/><Relationship Id="rId68" Type="http://schemas.openxmlformats.org/officeDocument/2006/relationships/tags" Target="../tags/tag1214.xml"/><Relationship Id="rId67" Type="http://schemas.openxmlformats.org/officeDocument/2006/relationships/tags" Target="../tags/tag1213.xml"/><Relationship Id="rId66" Type="http://schemas.openxmlformats.org/officeDocument/2006/relationships/tags" Target="../tags/tag1212.xml"/><Relationship Id="rId65" Type="http://schemas.openxmlformats.org/officeDocument/2006/relationships/tags" Target="../tags/tag1211.xml"/><Relationship Id="rId64" Type="http://schemas.openxmlformats.org/officeDocument/2006/relationships/tags" Target="../tags/tag1210.xml"/><Relationship Id="rId63" Type="http://schemas.openxmlformats.org/officeDocument/2006/relationships/tags" Target="../tags/tag1209.xml"/><Relationship Id="rId62" Type="http://schemas.openxmlformats.org/officeDocument/2006/relationships/tags" Target="../tags/tag1208.xml"/><Relationship Id="rId61" Type="http://schemas.openxmlformats.org/officeDocument/2006/relationships/tags" Target="../tags/tag1207.xml"/><Relationship Id="rId60" Type="http://schemas.openxmlformats.org/officeDocument/2006/relationships/tags" Target="../tags/tag1206.xml"/><Relationship Id="rId6" Type="http://schemas.openxmlformats.org/officeDocument/2006/relationships/tags" Target="../tags/tag1152.xml"/><Relationship Id="rId59" Type="http://schemas.openxmlformats.org/officeDocument/2006/relationships/tags" Target="../tags/tag1205.xml"/><Relationship Id="rId58" Type="http://schemas.openxmlformats.org/officeDocument/2006/relationships/tags" Target="../tags/tag1204.xml"/><Relationship Id="rId57" Type="http://schemas.openxmlformats.org/officeDocument/2006/relationships/tags" Target="../tags/tag1203.xml"/><Relationship Id="rId56" Type="http://schemas.openxmlformats.org/officeDocument/2006/relationships/tags" Target="../tags/tag1202.xml"/><Relationship Id="rId55" Type="http://schemas.openxmlformats.org/officeDocument/2006/relationships/tags" Target="../tags/tag1201.xml"/><Relationship Id="rId54" Type="http://schemas.openxmlformats.org/officeDocument/2006/relationships/tags" Target="../tags/tag1200.xml"/><Relationship Id="rId53" Type="http://schemas.openxmlformats.org/officeDocument/2006/relationships/tags" Target="../tags/tag1199.xml"/><Relationship Id="rId52" Type="http://schemas.openxmlformats.org/officeDocument/2006/relationships/tags" Target="../tags/tag1198.xml"/><Relationship Id="rId51" Type="http://schemas.openxmlformats.org/officeDocument/2006/relationships/tags" Target="../tags/tag1197.xml"/><Relationship Id="rId50" Type="http://schemas.openxmlformats.org/officeDocument/2006/relationships/tags" Target="../tags/tag1196.xml"/><Relationship Id="rId5" Type="http://schemas.openxmlformats.org/officeDocument/2006/relationships/tags" Target="../tags/tag1151.xml"/><Relationship Id="rId49" Type="http://schemas.openxmlformats.org/officeDocument/2006/relationships/tags" Target="../tags/tag1195.xml"/><Relationship Id="rId48" Type="http://schemas.openxmlformats.org/officeDocument/2006/relationships/tags" Target="../tags/tag1194.xml"/><Relationship Id="rId47" Type="http://schemas.openxmlformats.org/officeDocument/2006/relationships/tags" Target="../tags/tag1193.xml"/><Relationship Id="rId46" Type="http://schemas.openxmlformats.org/officeDocument/2006/relationships/tags" Target="../tags/tag1192.xml"/><Relationship Id="rId45" Type="http://schemas.openxmlformats.org/officeDocument/2006/relationships/tags" Target="../tags/tag1191.xml"/><Relationship Id="rId44" Type="http://schemas.openxmlformats.org/officeDocument/2006/relationships/tags" Target="../tags/tag1190.xml"/><Relationship Id="rId43" Type="http://schemas.openxmlformats.org/officeDocument/2006/relationships/tags" Target="../tags/tag1189.xml"/><Relationship Id="rId42" Type="http://schemas.openxmlformats.org/officeDocument/2006/relationships/tags" Target="../tags/tag1188.xml"/><Relationship Id="rId41" Type="http://schemas.openxmlformats.org/officeDocument/2006/relationships/tags" Target="../tags/tag1187.xml"/><Relationship Id="rId40" Type="http://schemas.openxmlformats.org/officeDocument/2006/relationships/tags" Target="../tags/tag1186.xml"/><Relationship Id="rId4" Type="http://schemas.openxmlformats.org/officeDocument/2006/relationships/tags" Target="../tags/tag1150.xml"/><Relationship Id="rId39" Type="http://schemas.openxmlformats.org/officeDocument/2006/relationships/tags" Target="../tags/tag1185.xml"/><Relationship Id="rId38" Type="http://schemas.openxmlformats.org/officeDocument/2006/relationships/tags" Target="../tags/tag1184.xml"/><Relationship Id="rId37" Type="http://schemas.openxmlformats.org/officeDocument/2006/relationships/tags" Target="../tags/tag1183.xml"/><Relationship Id="rId36" Type="http://schemas.openxmlformats.org/officeDocument/2006/relationships/tags" Target="../tags/tag1182.xml"/><Relationship Id="rId35" Type="http://schemas.openxmlformats.org/officeDocument/2006/relationships/tags" Target="../tags/tag1181.xml"/><Relationship Id="rId34" Type="http://schemas.openxmlformats.org/officeDocument/2006/relationships/tags" Target="../tags/tag1180.xml"/><Relationship Id="rId33" Type="http://schemas.openxmlformats.org/officeDocument/2006/relationships/tags" Target="../tags/tag1179.xml"/><Relationship Id="rId32" Type="http://schemas.openxmlformats.org/officeDocument/2006/relationships/tags" Target="../tags/tag1178.xml"/><Relationship Id="rId31" Type="http://schemas.openxmlformats.org/officeDocument/2006/relationships/tags" Target="../tags/tag1177.xml"/><Relationship Id="rId30" Type="http://schemas.openxmlformats.org/officeDocument/2006/relationships/tags" Target="../tags/tag1176.xml"/><Relationship Id="rId3" Type="http://schemas.openxmlformats.org/officeDocument/2006/relationships/tags" Target="../tags/tag1149.xml"/><Relationship Id="rId29" Type="http://schemas.openxmlformats.org/officeDocument/2006/relationships/tags" Target="../tags/tag1175.xml"/><Relationship Id="rId28" Type="http://schemas.openxmlformats.org/officeDocument/2006/relationships/tags" Target="../tags/tag1174.xml"/><Relationship Id="rId27" Type="http://schemas.openxmlformats.org/officeDocument/2006/relationships/tags" Target="../tags/tag1173.xml"/><Relationship Id="rId26" Type="http://schemas.openxmlformats.org/officeDocument/2006/relationships/tags" Target="../tags/tag1172.xml"/><Relationship Id="rId25" Type="http://schemas.openxmlformats.org/officeDocument/2006/relationships/tags" Target="../tags/tag1171.xml"/><Relationship Id="rId24" Type="http://schemas.openxmlformats.org/officeDocument/2006/relationships/tags" Target="../tags/tag1170.xml"/><Relationship Id="rId23" Type="http://schemas.openxmlformats.org/officeDocument/2006/relationships/tags" Target="../tags/tag1169.xml"/><Relationship Id="rId22" Type="http://schemas.openxmlformats.org/officeDocument/2006/relationships/tags" Target="../tags/tag1168.xml"/><Relationship Id="rId21" Type="http://schemas.openxmlformats.org/officeDocument/2006/relationships/tags" Target="../tags/tag1167.xml"/><Relationship Id="rId20" Type="http://schemas.openxmlformats.org/officeDocument/2006/relationships/tags" Target="../tags/tag1166.xml"/><Relationship Id="rId2" Type="http://schemas.openxmlformats.org/officeDocument/2006/relationships/tags" Target="../tags/tag1148.xml"/><Relationship Id="rId19" Type="http://schemas.openxmlformats.org/officeDocument/2006/relationships/tags" Target="../tags/tag1165.xml"/><Relationship Id="rId18" Type="http://schemas.openxmlformats.org/officeDocument/2006/relationships/tags" Target="../tags/tag1164.xml"/><Relationship Id="rId17" Type="http://schemas.openxmlformats.org/officeDocument/2006/relationships/tags" Target="../tags/tag1163.xml"/><Relationship Id="rId16" Type="http://schemas.openxmlformats.org/officeDocument/2006/relationships/tags" Target="../tags/tag1162.xml"/><Relationship Id="rId15" Type="http://schemas.openxmlformats.org/officeDocument/2006/relationships/tags" Target="../tags/tag1161.xml"/><Relationship Id="rId14" Type="http://schemas.openxmlformats.org/officeDocument/2006/relationships/tags" Target="../tags/tag1160.xml"/><Relationship Id="rId13" Type="http://schemas.openxmlformats.org/officeDocument/2006/relationships/tags" Target="../tags/tag1159.xml"/><Relationship Id="rId12" Type="http://schemas.openxmlformats.org/officeDocument/2006/relationships/tags" Target="../tags/tag1158.xml"/><Relationship Id="rId11" Type="http://schemas.openxmlformats.org/officeDocument/2006/relationships/tags" Target="../tags/tag1157.xml"/><Relationship Id="rId10" Type="http://schemas.openxmlformats.org/officeDocument/2006/relationships/tags" Target="../tags/tag1156.xml"/><Relationship Id="rId1" Type="http://schemas.openxmlformats.org/officeDocument/2006/relationships/slide" Target="slide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243.xml"/><Relationship Id="rId8" Type="http://schemas.openxmlformats.org/officeDocument/2006/relationships/tags" Target="../tags/tag1242.xml"/><Relationship Id="rId7" Type="http://schemas.openxmlformats.org/officeDocument/2006/relationships/tags" Target="../tags/tag1241.xml"/><Relationship Id="rId6" Type="http://schemas.openxmlformats.org/officeDocument/2006/relationships/tags" Target="../tags/tag1240.xml"/><Relationship Id="rId55" Type="http://schemas.openxmlformats.org/officeDocument/2006/relationships/slideLayout" Target="../slideLayouts/slideLayout7.xml"/><Relationship Id="rId54" Type="http://schemas.openxmlformats.org/officeDocument/2006/relationships/tags" Target="../tags/tag1288.xml"/><Relationship Id="rId53" Type="http://schemas.openxmlformats.org/officeDocument/2006/relationships/tags" Target="../tags/tag1287.xml"/><Relationship Id="rId52" Type="http://schemas.openxmlformats.org/officeDocument/2006/relationships/tags" Target="../tags/tag1286.xml"/><Relationship Id="rId51" Type="http://schemas.openxmlformats.org/officeDocument/2006/relationships/tags" Target="../tags/tag1285.xml"/><Relationship Id="rId50" Type="http://schemas.openxmlformats.org/officeDocument/2006/relationships/tags" Target="../tags/tag1284.xml"/><Relationship Id="rId5" Type="http://schemas.openxmlformats.org/officeDocument/2006/relationships/tags" Target="../tags/tag1239.xml"/><Relationship Id="rId49" Type="http://schemas.openxmlformats.org/officeDocument/2006/relationships/tags" Target="../tags/tag1283.xml"/><Relationship Id="rId48" Type="http://schemas.openxmlformats.org/officeDocument/2006/relationships/tags" Target="../tags/tag1282.xml"/><Relationship Id="rId47" Type="http://schemas.openxmlformats.org/officeDocument/2006/relationships/tags" Target="../tags/tag1281.xml"/><Relationship Id="rId46" Type="http://schemas.openxmlformats.org/officeDocument/2006/relationships/tags" Target="../tags/tag1280.xml"/><Relationship Id="rId45" Type="http://schemas.openxmlformats.org/officeDocument/2006/relationships/tags" Target="../tags/tag1279.xml"/><Relationship Id="rId44" Type="http://schemas.openxmlformats.org/officeDocument/2006/relationships/tags" Target="../tags/tag1278.xml"/><Relationship Id="rId43" Type="http://schemas.openxmlformats.org/officeDocument/2006/relationships/tags" Target="../tags/tag1277.xml"/><Relationship Id="rId42" Type="http://schemas.openxmlformats.org/officeDocument/2006/relationships/tags" Target="../tags/tag1276.xml"/><Relationship Id="rId41" Type="http://schemas.openxmlformats.org/officeDocument/2006/relationships/tags" Target="../tags/tag1275.xml"/><Relationship Id="rId40" Type="http://schemas.openxmlformats.org/officeDocument/2006/relationships/tags" Target="../tags/tag1274.xml"/><Relationship Id="rId4" Type="http://schemas.openxmlformats.org/officeDocument/2006/relationships/tags" Target="../tags/tag1238.xml"/><Relationship Id="rId39" Type="http://schemas.openxmlformats.org/officeDocument/2006/relationships/tags" Target="../tags/tag1273.xml"/><Relationship Id="rId38" Type="http://schemas.openxmlformats.org/officeDocument/2006/relationships/tags" Target="../tags/tag1272.xml"/><Relationship Id="rId37" Type="http://schemas.openxmlformats.org/officeDocument/2006/relationships/tags" Target="../tags/tag1271.xml"/><Relationship Id="rId36" Type="http://schemas.openxmlformats.org/officeDocument/2006/relationships/tags" Target="../tags/tag1270.xml"/><Relationship Id="rId35" Type="http://schemas.openxmlformats.org/officeDocument/2006/relationships/tags" Target="../tags/tag1269.xml"/><Relationship Id="rId34" Type="http://schemas.openxmlformats.org/officeDocument/2006/relationships/tags" Target="../tags/tag1268.xml"/><Relationship Id="rId33" Type="http://schemas.openxmlformats.org/officeDocument/2006/relationships/tags" Target="../tags/tag1267.xml"/><Relationship Id="rId32" Type="http://schemas.openxmlformats.org/officeDocument/2006/relationships/tags" Target="../tags/tag1266.xml"/><Relationship Id="rId31" Type="http://schemas.openxmlformats.org/officeDocument/2006/relationships/tags" Target="../tags/tag1265.xml"/><Relationship Id="rId30" Type="http://schemas.openxmlformats.org/officeDocument/2006/relationships/tags" Target="../tags/tag1264.xml"/><Relationship Id="rId3" Type="http://schemas.openxmlformats.org/officeDocument/2006/relationships/tags" Target="../tags/tag1237.xml"/><Relationship Id="rId29" Type="http://schemas.openxmlformats.org/officeDocument/2006/relationships/tags" Target="../tags/tag1263.xml"/><Relationship Id="rId28" Type="http://schemas.openxmlformats.org/officeDocument/2006/relationships/tags" Target="../tags/tag1262.xml"/><Relationship Id="rId27" Type="http://schemas.openxmlformats.org/officeDocument/2006/relationships/tags" Target="../tags/tag1261.xml"/><Relationship Id="rId26" Type="http://schemas.openxmlformats.org/officeDocument/2006/relationships/tags" Target="../tags/tag1260.xml"/><Relationship Id="rId25" Type="http://schemas.openxmlformats.org/officeDocument/2006/relationships/tags" Target="../tags/tag1259.xml"/><Relationship Id="rId24" Type="http://schemas.openxmlformats.org/officeDocument/2006/relationships/tags" Target="../tags/tag1258.xml"/><Relationship Id="rId23" Type="http://schemas.openxmlformats.org/officeDocument/2006/relationships/tags" Target="../tags/tag1257.xml"/><Relationship Id="rId22" Type="http://schemas.openxmlformats.org/officeDocument/2006/relationships/tags" Target="../tags/tag1256.xml"/><Relationship Id="rId21" Type="http://schemas.openxmlformats.org/officeDocument/2006/relationships/tags" Target="../tags/tag1255.xml"/><Relationship Id="rId20" Type="http://schemas.openxmlformats.org/officeDocument/2006/relationships/tags" Target="../tags/tag1254.xml"/><Relationship Id="rId2" Type="http://schemas.openxmlformats.org/officeDocument/2006/relationships/tags" Target="../tags/tag1236.xml"/><Relationship Id="rId19" Type="http://schemas.openxmlformats.org/officeDocument/2006/relationships/tags" Target="../tags/tag1253.xml"/><Relationship Id="rId18" Type="http://schemas.openxmlformats.org/officeDocument/2006/relationships/tags" Target="../tags/tag1252.xml"/><Relationship Id="rId17" Type="http://schemas.openxmlformats.org/officeDocument/2006/relationships/tags" Target="../tags/tag1251.xml"/><Relationship Id="rId16" Type="http://schemas.openxmlformats.org/officeDocument/2006/relationships/tags" Target="../tags/tag1250.xml"/><Relationship Id="rId15" Type="http://schemas.openxmlformats.org/officeDocument/2006/relationships/tags" Target="../tags/tag1249.xml"/><Relationship Id="rId14" Type="http://schemas.openxmlformats.org/officeDocument/2006/relationships/tags" Target="../tags/tag1248.xml"/><Relationship Id="rId13" Type="http://schemas.openxmlformats.org/officeDocument/2006/relationships/tags" Target="../tags/tag1247.xml"/><Relationship Id="rId12" Type="http://schemas.openxmlformats.org/officeDocument/2006/relationships/tags" Target="../tags/tag1246.xml"/><Relationship Id="rId11" Type="http://schemas.openxmlformats.org/officeDocument/2006/relationships/tags" Target="../tags/tag1245.xml"/><Relationship Id="rId10" Type="http://schemas.openxmlformats.org/officeDocument/2006/relationships/tags" Target="../tags/tag1244.xml"/><Relationship Id="rId1" Type="http://schemas.openxmlformats.org/officeDocument/2006/relationships/tags" Target="../tags/tag123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297.xml"/><Relationship Id="rId82" Type="http://schemas.openxmlformats.org/officeDocument/2006/relationships/slideLayout" Target="../slideLayouts/slideLayout7.xml"/><Relationship Id="rId81" Type="http://schemas.openxmlformats.org/officeDocument/2006/relationships/tags" Target="../tags/tag1369.xml"/><Relationship Id="rId80" Type="http://schemas.openxmlformats.org/officeDocument/2006/relationships/tags" Target="../tags/tag1368.xml"/><Relationship Id="rId8" Type="http://schemas.openxmlformats.org/officeDocument/2006/relationships/tags" Target="../tags/tag1296.xml"/><Relationship Id="rId79" Type="http://schemas.openxmlformats.org/officeDocument/2006/relationships/tags" Target="../tags/tag1367.xml"/><Relationship Id="rId78" Type="http://schemas.openxmlformats.org/officeDocument/2006/relationships/tags" Target="../tags/tag1366.xml"/><Relationship Id="rId77" Type="http://schemas.openxmlformats.org/officeDocument/2006/relationships/tags" Target="../tags/tag1365.xml"/><Relationship Id="rId76" Type="http://schemas.openxmlformats.org/officeDocument/2006/relationships/tags" Target="../tags/tag1364.xml"/><Relationship Id="rId75" Type="http://schemas.openxmlformats.org/officeDocument/2006/relationships/tags" Target="../tags/tag1363.xml"/><Relationship Id="rId74" Type="http://schemas.openxmlformats.org/officeDocument/2006/relationships/tags" Target="../tags/tag1362.xml"/><Relationship Id="rId73" Type="http://schemas.openxmlformats.org/officeDocument/2006/relationships/tags" Target="../tags/tag1361.xml"/><Relationship Id="rId72" Type="http://schemas.openxmlformats.org/officeDocument/2006/relationships/tags" Target="../tags/tag1360.xml"/><Relationship Id="rId71" Type="http://schemas.openxmlformats.org/officeDocument/2006/relationships/tags" Target="../tags/tag1359.xml"/><Relationship Id="rId70" Type="http://schemas.openxmlformats.org/officeDocument/2006/relationships/tags" Target="../tags/tag1358.xml"/><Relationship Id="rId7" Type="http://schemas.openxmlformats.org/officeDocument/2006/relationships/tags" Target="../tags/tag1295.xml"/><Relationship Id="rId69" Type="http://schemas.openxmlformats.org/officeDocument/2006/relationships/tags" Target="../tags/tag1357.xml"/><Relationship Id="rId68" Type="http://schemas.openxmlformats.org/officeDocument/2006/relationships/tags" Target="../tags/tag1356.xml"/><Relationship Id="rId67" Type="http://schemas.openxmlformats.org/officeDocument/2006/relationships/tags" Target="../tags/tag1355.xml"/><Relationship Id="rId66" Type="http://schemas.openxmlformats.org/officeDocument/2006/relationships/tags" Target="../tags/tag1354.xml"/><Relationship Id="rId65" Type="http://schemas.openxmlformats.org/officeDocument/2006/relationships/tags" Target="../tags/tag1353.xml"/><Relationship Id="rId64" Type="http://schemas.openxmlformats.org/officeDocument/2006/relationships/tags" Target="../tags/tag1352.xml"/><Relationship Id="rId63" Type="http://schemas.openxmlformats.org/officeDocument/2006/relationships/tags" Target="../tags/tag1351.xml"/><Relationship Id="rId62" Type="http://schemas.openxmlformats.org/officeDocument/2006/relationships/tags" Target="../tags/tag1350.xml"/><Relationship Id="rId61" Type="http://schemas.openxmlformats.org/officeDocument/2006/relationships/tags" Target="../tags/tag1349.xml"/><Relationship Id="rId60" Type="http://schemas.openxmlformats.org/officeDocument/2006/relationships/tags" Target="../tags/tag1348.xml"/><Relationship Id="rId6" Type="http://schemas.openxmlformats.org/officeDocument/2006/relationships/tags" Target="../tags/tag1294.xml"/><Relationship Id="rId59" Type="http://schemas.openxmlformats.org/officeDocument/2006/relationships/tags" Target="../tags/tag1347.xml"/><Relationship Id="rId58" Type="http://schemas.openxmlformats.org/officeDocument/2006/relationships/tags" Target="../tags/tag1346.xml"/><Relationship Id="rId57" Type="http://schemas.openxmlformats.org/officeDocument/2006/relationships/tags" Target="../tags/tag1345.xml"/><Relationship Id="rId56" Type="http://schemas.openxmlformats.org/officeDocument/2006/relationships/tags" Target="../tags/tag1344.xml"/><Relationship Id="rId55" Type="http://schemas.openxmlformats.org/officeDocument/2006/relationships/tags" Target="../tags/tag1343.xml"/><Relationship Id="rId54" Type="http://schemas.openxmlformats.org/officeDocument/2006/relationships/tags" Target="../tags/tag1342.xml"/><Relationship Id="rId53" Type="http://schemas.openxmlformats.org/officeDocument/2006/relationships/tags" Target="../tags/tag1341.xml"/><Relationship Id="rId52" Type="http://schemas.openxmlformats.org/officeDocument/2006/relationships/tags" Target="../tags/tag1340.xml"/><Relationship Id="rId51" Type="http://schemas.openxmlformats.org/officeDocument/2006/relationships/tags" Target="../tags/tag1339.xml"/><Relationship Id="rId50" Type="http://schemas.openxmlformats.org/officeDocument/2006/relationships/tags" Target="../tags/tag1338.xml"/><Relationship Id="rId5" Type="http://schemas.openxmlformats.org/officeDocument/2006/relationships/tags" Target="../tags/tag1293.xml"/><Relationship Id="rId49" Type="http://schemas.openxmlformats.org/officeDocument/2006/relationships/tags" Target="../tags/tag1337.xml"/><Relationship Id="rId48" Type="http://schemas.openxmlformats.org/officeDocument/2006/relationships/tags" Target="../tags/tag1336.xml"/><Relationship Id="rId47" Type="http://schemas.openxmlformats.org/officeDocument/2006/relationships/tags" Target="../tags/tag1335.xml"/><Relationship Id="rId46" Type="http://schemas.openxmlformats.org/officeDocument/2006/relationships/tags" Target="../tags/tag1334.xml"/><Relationship Id="rId45" Type="http://schemas.openxmlformats.org/officeDocument/2006/relationships/tags" Target="../tags/tag1333.xml"/><Relationship Id="rId44" Type="http://schemas.openxmlformats.org/officeDocument/2006/relationships/tags" Target="../tags/tag1332.xml"/><Relationship Id="rId43" Type="http://schemas.openxmlformats.org/officeDocument/2006/relationships/tags" Target="../tags/tag1331.xml"/><Relationship Id="rId42" Type="http://schemas.openxmlformats.org/officeDocument/2006/relationships/tags" Target="../tags/tag1330.xml"/><Relationship Id="rId41" Type="http://schemas.openxmlformats.org/officeDocument/2006/relationships/tags" Target="../tags/tag1329.xml"/><Relationship Id="rId40" Type="http://schemas.openxmlformats.org/officeDocument/2006/relationships/tags" Target="../tags/tag1328.xml"/><Relationship Id="rId4" Type="http://schemas.openxmlformats.org/officeDocument/2006/relationships/tags" Target="../tags/tag1292.xml"/><Relationship Id="rId39" Type="http://schemas.openxmlformats.org/officeDocument/2006/relationships/tags" Target="../tags/tag1327.xml"/><Relationship Id="rId38" Type="http://schemas.openxmlformats.org/officeDocument/2006/relationships/tags" Target="../tags/tag1326.xml"/><Relationship Id="rId37" Type="http://schemas.openxmlformats.org/officeDocument/2006/relationships/tags" Target="../tags/tag1325.xml"/><Relationship Id="rId36" Type="http://schemas.openxmlformats.org/officeDocument/2006/relationships/tags" Target="../tags/tag1324.xml"/><Relationship Id="rId35" Type="http://schemas.openxmlformats.org/officeDocument/2006/relationships/tags" Target="../tags/tag1323.xml"/><Relationship Id="rId34" Type="http://schemas.openxmlformats.org/officeDocument/2006/relationships/tags" Target="../tags/tag1322.xml"/><Relationship Id="rId33" Type="http://schemas.openxmlformats.org/officeDocument/2006/relationships/tags" Target="../tags/tag1321.xml"/><Relationship Id="rId32" Type="http://schemas.openxmlformats.org/officeDocument/2006/relationships/tags" Target="../tags/tag1320.xml"/><Relationship Id="rId31" Type="http://schemas.openxmlformats.org/officeDocument/2006/relationships/tags" Target="../tags/tag1319.xml"/><Relationship Id="rId30" Type="http://schemas.openxmlformats.org/officeDocument/2006/relationships/tags" Target="../tags/tag1318.xml"/><Relationship Id="rId3" Type="http://schemas.openxmlformats.org/officeDocument/2006/relationships/tags" Target="../tags/tag1291.xml"/><Relationship Id="rId29" Type="http://schemas.openxmlformats.org/officeDocument/2006/relationships/tags" Target="../tags/tag1317.xml"/><Relationship Id="rId28" Type="http://schemas.openxmlformats.org/officeDocument/2006/relationships/tags" Target="../tags/tag1316.xml"/><Relationship Id="rId27" Type="http://schemas.openxmlformats.org/officeDocument/2006/relationships/tags" Target="../tags/tag1315.xml"/><Relationship Id="rId26" Type="http://schemas.openxmlformats.org/officeDocument/2006/relationships/tags" Target="../tags/tag1314.xml"/><Relationship Id="rId25" Type="http://schemas.openxmlformats.org/officeDocument/2006/relationships/tags" Target="../tags/tag1313.xml"/><Relationship Id="rId24" Type="http://schemas.openxmlformats.org/officeDocument/2006/relationships/tags" Target="../tags/tag1312.xml"/><Relationship Id="rId23" Type="http://schemas.openxmlformats.org/officeDocument/2006/relationships/tags" Target="../tags/tag1311.xml"/><Relationship Id="rId22" Type="http://schemas.openxmlformats.org/officeDocument/2006/relationships/tags" Target="../tags/tag1310.xml"/><Relationship Id="rId21" Type="http://schemas.openxmlformats.org/officeDocument/2006/relationships/tags" Target="../tags/tag1309.xml"/><Relationship Id="rId20" Type="http://schemas.openxmlformats.org/officeDocument/2006/relationships/tags" Target="../tags/tag1308.xml"/><Relationship Id="rId2" Type="http://schemas.openxmlformats.org/officeDocument/2006/relationships/tags" Target="../tags/tag1290.xml"/><Relationship Id="rId19" Type="http://schemas.openxmlformats.org/officeDocument/2006/relationships/tags" Target="../tags/tag1307.xml"/><Relationship Id="rId18" Type="http://schemas.openxmlformats.org/officeDocument/2006/relationships/tags" Target="../tags/tag1306.xml"/><Relationship Id="rId17" Type="http://schemas.openxmlformats.org/officeDocument/2006/relationships/tags" Target="../tags/tag1305.xml"/><Relationship Id="rId16" Type="http://schemas.openxmlformats.org/officeDocument/2006/relationships/tags" Target="../tags/tag1304.xml"/><Relationship Id="rId15" Type="http://schemas.openxmlformats.org/officeDocument/2006/relationships/tags" Target="../tags/tag1303.xml"/><Relationship Id="rId14" Type="http://schemas.openxmlformats.org/officeDocument/2006/relationships/tags" Target="../tags/tag1302.xml"/><Relationship Id="rId13" Type="http://schemas.openxmlformats.org/officeDocument/2006/relationships/tags" Target="../tags/tag1301.xml"/><Relationship Id="rId12" Type="http://schemas.openxmlformats.org/officeDocument/2006/relationships/tags" Target="../tags/tag1300.xml"/><Relationship Id="rId11" Type="http://schemas.openxmlformats.org/officeDocument/2006/relationships/tags" Target="../tags/tag1299.xml"/><Relationship Id="rId10" Type="http://schemas.openxmlformats.org/officeDocument/2006/relationships/tags" Target="../tags/tag1298.xml"/><Relationship Id="rId1" Type="http://schemas.openxmlformats.org/officeDocument/2006/relationships/tags" Target="../tags/tag128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378.xml"/><Relationship Id="rId8" Type="http://schemas.openxmlformats.org/officeDocument/2006/relationships/tags" Target="../tags/tag1377.xml"/><Relationship Id="rId76" Type="http://schemas.openxmlformats.org/officeDocument/2006/relationships/notesSlide" Target="../notesSlides/notesSlide14.xml"/><Relationship Id="rId75" Type="http://schemas.openxmlformats.org/officeDocument/2006/relationships/slideLayout" Target="../slideLayouts/slideLayout7.xml"/><Relationship Id="rId74" Type="http://schemas.openxmlformats.org/officeDocument/2006/relationships/tags" Target="../tags/tag1440.xml"/><Relationship Id="rId73" Type="http://schemas.openxmlformats.org/officeDocument/2006/relationships/tags" Target="../tags/tag1439.xml"/><Relationship Id="rId72" Type="http://schemas.openxmlformats.org/officeDocument/2006/relationships/tags" Target="../tags/tag1438.xml"/><Relationship Id="rId71" Type="http://schemas.openxmlformats.org/officeDocument/2006/relationships/slide" Target="slide42.xml"/><Relationship Id="rId70" Type="http://schemas.openxmlformats.org/officeDocument/2006/relationships/tags" Target="../tags/tag1437.xml"/><Relationship Id="rId7" Type="http://schemas.openxmlformats.org/officeDocument/2006/relationships/tags" Target="../tags/tag1376.xml"/><Relationship Id="rId69" Type="http://schemas.openxmlformats.org/officeDocument/2006/relationships/slide" Target="slide57.xml"/><Relationship Id="rId68" Type="http://schemas.openxmlformats.org/officeDocument/2006/relationships/tags" Target="../tags/tag1436.xml"/><Relationship Id="rId67" Type="http://schemas.openxmlformats.org/officeDocument/2006/relationships/slide" Target="slide17.xml"/><Relationship Id="rId66" Type="http://schemas.openxmlformats.org/officeDocument/2006/relationships/tags" Target="../tags/tag1435.xml"/><Relationship Id="rId65" Type="http://schemas.openxmlformats.org/officeDocument/2006/relationships/tags" Target="../tags/tag1434.xml"/><Relationship Id="rId64" Type="http://schemas.openxmlformats.org/officeDocument/2006/relationships/tags" Target="../tags/tag1433.xml"/><Relationship Id="rId63" Type="http://schemas.openxmlformats.org/officeDocument/2006/relationships/tags" Target="../tags/tag1432.xml"/><Relationship Id="rId62" Type="http://schemas.openxmlformats.org/officeDocument/2006/relationships/tags" Target="../tags/tag1431.xml"/><Relationship Id="rId61" Type="http://schemas.openxmlformats.org/officeDocument/2006/relationships/tags" Target="../tags/tag1430.xml"/><Relationship Id="rId60" Type="http://schemas.openxmlformats.org/officeDocument/2006/relationships/tags" Target="../tags/tag1429.xml"/><Relationship Id="rId6" Type="http://schemas.openxmlformats.org/officeDocument/2006/relationships/tags" Target="../tags/tag1375.xml"/><Relationship Id="rId59" Type="http://schemas.openxmlformats.org/officeDocument/2006/relationships/tags" Target="../tags/tag1428.xml"/><Relationship Id="rId58" Type="http://schemas.openxmlformats.org/officeDocument/2006/relationships/tags" Target="../tags/tag1427.xml"/><Relationship Id="rId57" Type="http://schemas.openxmlformats.org/officeDocument/2006/relationships/tags" Target="../tags/tag1426.xml"/><Relationship Id="rId56" Type="http://schemas.openxmlformats.org/officeDocument/2006/relationships/tags" Target="../tags/tag1425.xml"/><Relationship Id="rId55" Type="http://schemas.openxmlformats.org/officeDocument/2006/relationships/tags" Target="../tags/tag1424.xml"/><Relationship Id="rId54" Type="http://schemas.openxmlformats.org/officeDocument/2006/relationships/tags" Target="../tags/tag1423.xml"/><Relationship Id="rId53" Type="http://schemas.openxmlformats.org/officeDocument/2006/relationships/tags" Target="../tags/tag1422.xml"/><Relationship Id="rId52" Type="http://schemas.openxmlformats.org/officeDocument/2006/relationships/tags" Target="../tags/tag1421.xml"/><Relationship Id="rId51" Type="http://schemas.openxmlformats.org/officeDocument/2006/relationships/tags" Target="../tags/tag1420.xml"/><Relationship Id="rId50" Type="http://schemas.openxmlformats.org/officeDocument/2006/relationships/tags" Target="../tags/tag1419.xml"/><Relationship Id="rId5" Type="http://schemas.openxmlformats.org/officeDocument/2006/relationships/tags" Target="../tags/tag1374.xml"/><Relationship Id="rId49" Type="http://schemas.openxmlformats.org/officeDocument/2006/relationships/tags" Target="../tags/tag1418.xml"/><Relationship Id="rId48" Type="http://schemas.openxmlformats.org/officeDocument/2006/relationships/tags" Target="../tags/tag1417.xml"/><Relationship Id="rId47" Type="http://schemas.openxmlformats.org/officeDocument/2006/relationships/tags" Target="../tags/tag1416.xml"/><Relationship Id="rId46" Type="http://schemas.openxmlformats.org/officeDocument/2006/relationships/tags" Target="../tags/tag1415.xml"/><Relationship Id="rId45" Type="http://schemas.openxmlformats.org/officeDocument/2006/relationships/tags" Target="../tags/tag1414.xml"/><Relationship Id="rId44" Type="http://schemas.openxmlformats.org/officeDocument/2006/relationships/tags" Target="../tags/tag1413.xml"/><Relationship Id="rId43" Type="http://schemas.openxmlformats.org/officeDocument/2006/relationships/tags" Target="../tags/tag1412.xml"/><Relationship Id="rId42" Type="http://schemas.openxmlformats.org/officeDocument/2006/relationships/tags" Target="../tags/tag1411.xml"/><Relationship Id="rId41" Type="http://schemas.openxmlformats.org/officeDocument/2006/relationships/tags" Target="../tags/tag1410.xml"/><Relationship Id="rId40" Type="http://schemas.openxmlformats.org/officeDocument/2006/relationships/tags" Target="../tags/tag1409.xml"/><Relationship Id="rId4" Type="http://schemas.openxmlformats.org/officeDocument/2006/relationships/tags" Target="../tags/tag1373.xml"/><Relationship Id="rId39" Type="http://schemas.openxmlformats.org/officeDocument/2006/relationships/tags" Target="../tags/tag1408.xml"/><Relationship Id="rId38" Type="http://schemas.openxmlformats.org/officeDocument/2006/relationships/tags" Target="../tags/tag1407.xml"/><Relationship Id="rId37" Type="http://schemas.openxmlformats.org/officeDocument/2006/relationships/tags" Target="../tags/tag1406.xml"/><Relationship Id="rId36" Type="http://schemas.openxmlformats.org/officeDocument/2006/relationships/tags" Target="../tags/tag1405.xml"/><Relationship Id="rId35" Type="http://schemas.openxmlformats.org/officeDocument/2006/relationships/tags" Target="../tags/tag1404.xml"/><Relationship Id="rId34" Type="http://schemas.openxmlformats.org/officeDocument/2006/relationships/tags" Target="../tags/tag1403.xml"/><Relationship Id="rId33" Type="http://schemas.openxmlformats.org/officeDocument/2006/relationships/tags" Target="../tags/tag1402.xml"/><Relationship Id="rId32" Type="http://schemas.openxmlformats.org/officeDocument/2006/relationships/tags" Target="../tags/tag1401.xml"/><Relationship Id="rId31" Type="http://schemas.openxmlformats.org/officeDocument/2006/relationships/tags" Target="../tags/tag1400.xml"/><Relationship Id="rId30" Type="http://schemas.openxmlformats.org/officeDocument/2006/relationships/tags" Target="../tags/tag1399.xml"/><Relationship Id="rId3" Type="http://schemas.openxmlformats.org/officeDocument/2006/relationships/tags" Target="../tags/tag1372.xml"/><Relationship Id="rId29" Type="http://schemas.openxmlformats.org/officeDocument/2006/relationships/tags" Target="../tags/tag1398.xml"/><Relationship Id="rId28" Type="http://schemas.openxmlformats.org/officeDocument/2006/relationships/tags" Target="../tags/tag1397.xml"/><Relationship Id="rId27" Type="http://schemas.openxmlformats.org/officeDocument/2006/relationships/tags" Target="../tags/tag1396.xml"/><Relationship Id="rId26" Type="http://schemas.openxmlformats.org/officeDocument/2006/relationships/tags" Target="../tags/tag1395.xml"/><Relationship Id="rId25" Type="http://schemas.openxmlformats.org/officeDocument/2006/relationships/tags" Target="../tags/tag1394.xml"/><Relationship Id="rId24" Type="http://schemas.openxmlformats.org/officeDocument/2006/relationships/tags" Target="../tags/tag1393.xml"/><Relationship Id="rId23" Type="http://schemas.openxmlformats.org/officeDocument/2006/relationships/tags" Target="../tags/tag1392.xml"/><Relationship Id="rId22" Type="http://schemas.openxmlformats.org/officeDocument/2006/relationships/tags" Target="../tags/tag1391.xml"/><Relationship Id="rId21" Type="http://schemas.openxmlformats.org/officeDocument/2006/relationships/tags" Target="../tags/tag1390.xml"/><Relationship Id="rId20" Type="http://schemas.openxmlformats.org/officeDocument/2006/relationships/tags" Target="../tags/tag1389.xml"/><Relationship Id="rId2" Type="http://schemas.openxmlformats.org/officeDocument/2006/relationships/tags" Target="../tags/tag1371.xml"/><Relationship Id="rId19" Type="http://schemas.openxmlformats.org/officeDocument/2006/relationships/tags" Target="../tags/tag1388.xml"/><Relationship Id="rId18" Type="http://schemas.openxmlformats.org/officeDocument/2006/relationships/tags" Target="../tags/tag1387.xml"/><Relationship Id="rId17" Type="http://schemas.openxmlformats.org/officeDocument/2006/relationships/tags" Target="../tags/tag1386.xml"/><Relationship Id="rId16" Type="http://schemas.openxmlformats.org/officeDocument/2006/relationships/tags" Target="../tags/tag1385.xml"/><Relationship Id="rId15" Type="http://schemas.openxmlformats.org/officeDocument/2006/relationships/tags" Target="../tags/tag1384.xml"/><Relationship Id="rId14" Type="http://schemas.openxmlformats.org/officeDocument/2006/relationships/tags" Target="../tags/tag1383.xml"/><Relationship Id="rId13" Type="http://schemas.openxmlformats.org/officeDocument/2006/relationships/tags" Target="../tags/tag1382.xml"/><Relationship Id="rId12" Type="http://schemas.openxmlformats.org/officeDocument/2006/relationships/tags" Target="../tags/tag1381.xml"/><Relationship Id="rId11" Type="http://schemas.openxmlformats.org/officeDocument/2006/relationships/tags" Target="../tags/tag1380.xml"/><Relationship Id="rId10" Type="http://schemas.openxmlformats.org/officeDocument/2006/relationships/tags" Target="../tags/tag1379.xml"/><Relationship Id="rId1" Type="http://schemas.openxmlformats.org/officeDocument/2006/relationships/tags" Target="../tags/tag1370.xml"/></Relationships>
</file>

<file path=ppt/slides/_rels/slide24.xml.rels><?xml version="1.0" encoding="UTF-8" standalone="yes"?>
<Relationships xmlns="http://schemas.openxmlformats.org/package/2006/relationships"><Relationship Id="rId99" Type="http://schemas.openxmlformats.org/officeDocument/2006/relationships/tags" Target="../tags/tag1537.xml"/><Relationship Id="rId98" Type="http://schemas.openxmlformats.org/officeDocument/2006/relationships/tags" Target="../tags/tag1536.xml"/><Relationship Id="rId97" Type="http://schemas.openxmlformats.org/officeDocument/2006/relationships/tags" Target="../tags/tag1535.xml"/><Relationship Id="rId96" Type="http://schemas.openxmlformats.org/officeDocument/2006/relationships/tags" Target="../tags/tag1534.xml"/><Relationship Id="rId95" Type="http://schemas.openxmlformats.org/officeDocument/2006/relationships/tags" Target="../tags/tag1533.xml"/><Relationship Id="rId94" Type="http://schemas.openxmlformats.org/officeDocument/2006/relationships/tags" Target="../tags/tag1532.xml"/><Relationship Id="rId93" Type="http://schemas.openxmlformats.org/officeDocument/2006/relationships/tags" Target="../tags/tag1531.xml"/><Relationship Id="rId92" Type="http://schemas.openxmlformats.org/officeDocument/2006/relationships/tags" Target="../tags/tag1530.xml"/><Relationship Id="rId91" Type="http://schemas.openxmlformats.org/officeDocument/2006/relationships/tags" Target="../tags/tag1529.xml"/><Relationship Id="rId90" Type="http://schemas.openxmlformats.org/officeDocument/2006/relationships/tags" Target="../tags/tag1528.xml"/><Relationship Id="rId9" Type="http://schemas.openxmlformats.org/officeDocument/2006/relationships/tags" Target="../tags/tag1447.xml"/><Relationship Id="rId89" Type="http://schemas.openxmlformats.org/officeDocument/2006/relationships/tags" Target="../tags/tag1527.xml"/><Relationship Id="rId88" Type="http://schemas.openxmlformats.org/officeDocument/2006/relationships/tags" Target="../tags/tag1526.xml"/><Relationship Id="rId87" Type="http://schemas.openxmlformats.org/officeDocument/2006/relationships/tags" Target="../tags/tag1525.xml"/><Relationship Id="rId86" Type="http://schemas.openxmlformats.org/officeDocument/2006/relationships/tags" Target="../tags/tag1524.xml"/><Relationship Id="rId85" Type="http://schemas.openxmlformats.org/officeDocument/2006/relationships/tags" Target="../tags/tag1523.xml"/><Relationship Id="rId84" Type="http://schemas.openxmlformats.org/officeDocument/2006/relationships/tags" Target="../tags/tag1522.xml"/><Relationship Id="rId83" Type="http://schemas.openxmlformats.org/officeDocument/2006/relationships/tags" Target="../tags/tag1521.xml"/><Relationship Id="rId82" Type="http://schemas.openxmlformats.org/officeDocument/2006/relationships/tags" Target="../tags/tag1520.xml"/><Relationship Id="rId81" Type="http://schemas.openxmlformats.org/officeDocument/2006/relationships/tags" Target="../tags/tag1519.xml"/><Relationship Id="rId80" Type="http://schemas.openxmlformats.org/officeDocument/2006/relationships/tags" Target="../tags/tag1518.xml"/><Relationship Id="rId8" Type="http://schemas.openxmlformats.org/officeDocument/2006/relationships/tags" Target="../tags/tag1446.xml"/><Relationship Id="rId79" Type="http://schemas.openxmlformats.org/officeDocument/2006/relationships/tags" Target="../tags/tag1517.xml"/><Relationship Id="rId78" Type="http://schemas.openxmlformats.org/officeDocument/2006/relationships/tags" Target="../tags/tag1516.xml"/><Relationship Id="rId77" Type="http://schemas.openxmlformats.org/officeDocument/2006/relationships/tags" Target="../tags/tag1515.xml"/><Relationship Id="rId76" Type="http://schemas.openxmlformats.org/officeDocument/2006/relationships/tags" Target="../tags/tag1514.xml"/><Relationship Id="rId75" Type="http://schemas.openxmlformats.org/officeDocument/2006/relationships/tags" Target="../tags/tag1513.xml"/><Relationship Id="rId74" Type="http://schemas.openxmlformats.org/officeDocument/2006/relationships/tags" Target="../tags/tag1512.xml"/><Relationship Id="rId73" Type="http://schemas.openxmlformats.org/officeDocument/2006/relationships/tags" Target="../tags/tag1511.xml"/><Relationship Id="rId72" Type="http://schemas.openxmlformats.org/officeDocument/2006/relationships/tags" Target="../tags/tag1510.xml"/><Relationship Id="rId71" Type="http://schemas.openxmlformats.org/officeDocument/2006/relationships/tags" Target="../tags/tag1509.xml"/><Relationship Id="rId70" Type="http://schemas.openxmlformats.org/officeDocument/2006/relationships/tags" Target="../tags/tag1508.xml"/><Relationship Id="rId7" Type="http://schemas.openxmlformats.org/officeDocument/2006/relationships/tags" Target="../tags/tag1445.xml"/><Relationship Id="rId69" Type="http://schemas.openxmlformats.org/officeDocument/2006/relationships/tags" Target="../tags/tag1507.xml"/><Relationship Id="rId68" Type="http://schemas.openxmlformats.org/officeDocument/2006/relationships/tags" Target="../tags/tag1506.xml"/><Relationship Id="rId67" Type="http://schemas.openxmlformats.org/officeDocument/2006/relationships/tags" Target="../tags/tag1505.xml"/><Relationship Id="rId66" Type="http://schemas.openxmlformats.org/officeDocument/2006/relationships/tags" Target="../tags/tag1504.xml"/><Relationship Id="rId65" Type="http://schemas.openxmlformats.org/officeDocument/2006/relationships/tags" Target="../tags/tag1503.xml"/><Relationship Id="rId64" Type="http://schemas.openxmlformats.org/officeDocument/2006/relationships/tags" Target="../tags/tag1502.xml"/><Relationship Id="rId63" Type="http://schemas.openxmlformats.org/officeDocument/2006/relationships/tags" Target="../tags/tag1501.xml"/><Relationship Id="rId62" Type="http://schemas.openxmlformats.org/officeDocument/2006/relationships/tags" Target="../tags/tag1500.xml"/><Relationship Id="rId61" Type="http://schemas.openxmlformats.org/officeDocument/2006/relationships/tags" Target="../tags/tag1499.xml"/><Relationship Id="rId60" Type="http://schemas.openxmlformats.org/officeDocument/2006/relationships/tags" Target="../tags/tag1498.xml"/><Relationship Id="rId6" Type="http://schemas.openxmlformats.org/officeDocument/2006/relationships/tags" Target="../tags/tag1444.xml"/><Relationship Id="rId59" Type="http://schemas.openxmlformats.org/officeDocument/2006/relationships/tags" Target="../tags/tag1497.xml"/><Relationship Id="rId58" Type="http://schemas.openxmlformats.org/officeDocument/2006/relationships/tags" Target="../tags/tag1496.xml"/><Relationship Id="rId57" Type="http://schemas.openxmlformats.org/officeDocument/2006/relationships/tags" Target="../tags/tag1495.xml"/><Relationship Id="rId56" Type="http://schemas.openxmlformats.org/officeDocument/2006/relationships/tags" Target="../tags/tag1494.xml"/><Relationship Id="rId55" Type="http://schemas.openxmlformats.org/officeDocument/2006/relationships/tags" Target="../tags/tag1493.xml"/><Relationship Id="rId54" Type="http://schemas.openxmlformats.org/officeDocument/2006/relationships/tags" Target="../tags/tag1492.xml"/><Relationship Id="rId53" Type="http://schemas.openxmlformats.org/officeDocument/2006/relationships/tags" Target="../tags/tag1491.xml"/><Relationship Id="rId52" Type="http://schemas.openxmlformats.org/officeDocument/2006/relationships/tags" Target="../tags/tag1490.xml"/><Relationship Id="rId51" Type="http://schemas.openxmlformats.org/officeDocument/2006/relationships/tags" Target="../tags/tag1489.xml"/><Relationship Id="rId50" Type="http://schemas.openxmlformats.org/officeDocument/2006/relationships/tags" Target="../tags/tag1488.xml"/><Relationship Id="rId5" Type="http://schemas.openxmlformats.org/officeDocument/2006/relationships/tags" Target="../tags/tag1443.xml"/><Relationship Id="rId49" Type="http://schemas.openxmlformats.org/officeDocument/2006/relationships/tags" Target="../tags/tag1487.xml"/><Relationship Id="rId48" Type="http://schemas.openxmlformats.org/officeDocument/2006/relationships/tags" Target="../tags/tag1486.xml"/><Relationship Id="rId47" Type="http://schemas.openxmlformats.org/officeDocument/2006/relationships/tags" Target="../tags/tag1485.xml"/><Relationship Id="rId46" Type="http://schemas.openxmlformats.org/officeDocument/2006/relationships/tags" Target="../tags/tag1484.xml"/><Relationship Id="rId45" Type="http://schemas.openxmlformats.org/officeDocument/2006/relationships/tags" Target="../tags/tag1483.xml"/><Relationship Id="rId44" Type="http://schemas.openxmlformats.org/officeDocument/2006/relationships/tags" Target="../tags/tag1482.xml"/><Relationship Id="rId43" Type="http://schemas.openxmlformats.org/officeDocument/2006/relationships/tags" Target="../tags/tag1481.xml"/><Relationship Id="rId42" Type="http://schemas.openxmlformats.org/officeDocument/2006/relationships/tags" Target="../tags/tag1480.xml"/><Relationship Id="rId41" Type="http://schemas.openxmlformats.org/officeDocument/2006/relationships/tags" Target="../tags/tag1479.xml"/><Relationship Id="rId40" Type="http://schemas.openxmlformats.org/officeDocument/2006/relationships/tags" Target="../tags/tag1478.xml"/><Relationship Id="rId4" Type="http://schemas.openxmlformats.org/officeDocument/2006/relationships/tags" Target="../tags/tag1442.xml"/><Relationship Id="rId39" Type="http://schemas.openxmlformats.org/officeDocument/2006/relationships/tags" Target="../tags/tag1477.xml"/><Relationship Id="rId38" Type="http://schemas.openxmlformats.org/officeDocument/2006/relationships/tags" Target="../tags/tag1476.xml"/><Relationship Id="rId37" Type="http://schemas.openxmlformats.org/officeDocument/2006/relationships/tags" Target="../tags/tag1475.xml"/><Relationship Id="rId36" Type="http://schemas.openxmlformats.org/officeDocument/2006/relationships/tags" Target="../tags/tag1474.xml"/><Relationship Id="rId35" Type="http://schemas.openxmlformats.org/officeDocument/2006/relationships/tags" Target="../tags/tag1473.xml"/><Relationship Id="rId34" Type="http://schemas.openxmlformats.org/officeDocument/2006/relationships/tags" Target="../tags/tag1472.xml"/><Relationship Id="rId33" Type="http://schemas.openxmlformats.org/officeDocument/2006/relationships/tags" Target="../tags/tag1471.xml"/><Relationship Id="rId32" Type="http://schemas.openxmlformats.org/officeDocument/2006/relationships/tags" Target="../tags/tag1470.xml"/><Relationship Id="rId31" Type="http://schemas.openxmlformats.org/officeDocument/2006/relationships/tags" Target="../tags/tag1469.xml"/><Relationship Id="rId30" Type="http://schemas.openxmlformats.org/officeDocument/2006/relationships/tags" Target="../tags/tag1468.xml"/><Relationship Id="rId3" Type="http://schemas.openxmlformats.org/officeDocument/2006/relationships/tags" Target="../tags/tag1441.xml"/><Relationship Id="rId29" Type="http://schemas.openxmlformats.org/officeDocument/2006/relationships/tags" Target="../tags/tag1467.xml"/><Relationship Id="rId28" Type="http://schemas.openxmlformats.org/officeDocument/2006/relationships/tags" Target="../tags/tag1466.xml"/><Relationship Id="rId27" Type="http://schemas.openxmlformats.org/officeDocument/2006/relationships/tags" Target="../tags/tag1465.xml"/><Relationship Id="rId26" Type="http://schemas.openxmlformats.org/officeDocument/2006/relationships/tags" Target="../tags/tag1464.xml"/><Relationship Id="rId25" Type="http://schemas.openxmlformats.org/officeDocument/2006/relationships/tags" Target="../tags/tag1463.xml"/><Relationship Id="rId24" Type="http://schemas.openxmlformats.org/officeDocument/2006/relationships/tags" Target="../tags/tag1462.xml"/><Relationship Id="rId23" Type="http://schemas.openxmlformats.org/officeDocument/2006/relationships/tags" Target="../tags/tag1461.xml"/><Relationship Id="rId22" Type="http://schemas.openxmlformats.org/officeDocument/2006/relationships/tags" Target="../tags/tag1460.xml"/><Relationship Id="rId21" Type="http://schemas.openxmlformats.org/officeDocument/2006/relationships/tags" Target="../tags/tag1459.xml"/><Relationship Id="rId20" Type="http://schemas.openxmlformats.org/officeDocument/2006/relationships/tags" Target="../tags/tag1458.xml"/><Relationship Id="rId2" Type="http://schemas.openxmlformats.org/officeDocument/2006/relationships/slide" Target="slide73.xml"/><Relationship Id="rId19" Type="http://schemas.openxmlformats.org/officeDocument/2006/relationships/tags" Target="../tags/tag1457.xml"/><Relationship Id="rId18" Type="http://schemas.openxmlformats.org/officeDocument/2006/relationships/tags" Target="../tags/tag1456.xml"/><Relationship Id="rId17" Type="http://schemas.openxmlformats.org/officeDocument/2006/relationships/tags" Target="../tags/tag1455.xml"/><Relationship Id="rId16" Type="http://schemas.openxmlformats.org/officeDocument/2006/relationships/tags" Target="../tags/tag1454.xml"/><Relationship Id="rId15" Type="http://schemas.openxmlformats.org/officeDocument/2006/relationships/tags" Target="../tags/tag1453.xml"/><Relationship Id="rId14" Type="http://schemas.openxmlformats.org/officeDocument/2006/relationships/tags" Target="../tags/tag1452.xml"/><Relationship Id="rId13" Type="http://schemas.openxmlformats.org/officeDocument/2006/relationships/tags" Target="../tags/tag1451.xml"/><Relationship Id="rId12" Type="http://schemas.openxmlformats.org/officeDocument/2006/relationships/tags" Target="../tags/tag1450.xml"/><Relationship Id="rId11" Type="http://schemas.openxmlformats.org/officeDocument/2006/relationships/tags" Target="../tags/tag1449.xml"/><Relationship Id="rId103" Type="http://schemas.openxmlformats.org/officeDocument/2006/relationships/notesSlide" Target="../notesSlides/notesSlide15.xml"/><Relationship Id="rId102" Type="http://schemas.openxmlformats.org/officeDocument/2006/relationships/slideLayout" Target="../slideLayouts/slideLayout7.xml"/><Relationship Id="rId101" Type="http://schemas.openxmlformats.org/officeDocument/2006/relationships/tags" Target="../tags/tag1538.xml"/><Relationship Id="rId100" Type="http://schemas.openxmlformats.org/officeDocument/2006/relationships/slide" Target="slide28.xml"/><Relationship Id="rId10" Type="http://schemas.openxmlformats.org/officeDocument/2006/relationships/tags" Target="../tags/tag1448.xml"/><Relationship Id="rId1" Type="http://schemas.openxmlformats.org/officeDocument/2006/relationships/slide" Target="slide72.xml"/></Relationships>
</file>

<file path=ppt/slides/_rels/slide25.xml.rels><?xml version="1.0" encoding="UTF-8" standalone="yes"?>
<Relationships xmlns="http://schemas.openxmlformats.org/package/2006/relationships"><Relationship Id="rId99" Type="http://schemas.openxmlformats.org/officeDocument/2006/relationships/slideLayout" Target="../slideLayouts/slideLayout7.xml"/><Relationship Id="rId98" Type="http://schemas.openxmlformats.org/officeDocument/2006/relationships/tags" Target="../tags/tag1632.xml"/><Relationship Id="rId97" Type="http://schemas.openxmlformats.org/officeDocument/2006/relationships/slide" Target="slide74.xml"/><Relationship Id="rId96" Type="http://schemas.openxmlformats.org/officeDocument/2006/relationships/tags" Target="../tags/tag1631.xml"/><Relationship Id="rId95" Type="http://schemas.openxmlformats.org/officeDocument/2006/relationships/slide" Target="slide28.xml"/><Relationship Id="rId94" Type="http://schemas.openxmlformats.org/officeDocument/2006/relationships/tags" Target="../tags/tag1630.xml"/><Relationship Id="rId93" Type="http://schemas.openxmlformats.org/officeDocument/2006/relationships/tags" Target="../tags/tag1629.xml"/><Relationship Id="rId92" Type="http://schemas.openxmlformats.org/officeDocument/2006/relationships/tags" Target="../tags/tag1628.xml"/><Relationship Id="rId91" Type="http://schemas.openxmlformats.org/officeDocument/2006/relationships/tags" Target="../tags/tag1627.xml"/><Relationship Id="rId90" Type="http://schemas.openxmlformats.org/officeDocument/2006/relationships/tags" Target="../tags/tag1626.xml"/><Relationship Id="rId9" Type="http://schemas.openxmlformats.org/officeDocument/2006/relationships/tags" Target="../tags/tag1545.xml"/><Relationship Id="rId89" Type="http://schemas.openxmlformats.org/officeDocument/2006/relationships/tags" Target="../tags/tag1625.xml"/><Relationship Id="rId88" Type="http://schemas.openxmlformats.org/officeDocument/2006/relationships/tags" Target="../tags/tag1624.xml"/><Relationship Id="rId87" Type="http://schemas.openxmlformats.org/officeDocument/2006/relationships/tags" Target="../tags/tag1623.xml"/><Relationship Id="rId86" Type="http://schemas.openxmlformats.org/officeDocument/2006/relationships/tags" Target="../tags/tag1622.xml"/><Relationship Id="rId85" Type="http://schemas.openxmlformats.org/officeDocument/2006/relationships/tags" Target="../tags/tag1621.xml"/><Relationship Id="rId84" Type="http://schemas.openxmlformats.org/officeDocument/2006/relationships/tags" Target="../tags/tag1620.xml"/><Relationship Id="rId83" Type="http://schemas.openxmlformats.org/officeDocument/2006/relationships/tags" Target="../tags/tag1619.xml"/><Relationship Id="rId82" Type="http://schemas.openxmlformats.org/officeDocument/2006/relationships/tags" Target="../tags/tag1618.xml"/><Relationship Id="rId81" Type="http://schemas.openxmlformats.org/officeDocument/2006/relationships/tags" Target="../tags/tag1617.xml"/><Relationship Id="rId80" Type="http://schemas.openxmlformats.org/officeDocument/2006/relationships/tags" Target="../tags/tag1616.xml"/><Relationship Id="rId8" Type="http://schemas.openxmlformats.org/officeDocument/2006/relationships/tags" Target="../tags/tag1544.xml"/><Relationship Id="rId79" Type="http://schemas.openxmlformats.org/officeDocument/2006/relationships/tags" Target="../tags/tag1615.xml"/><Relationship Id="rId78" Type="http://schemas.openxmlformats.org/officeDocument/2006/relationships/tags" Target="../tags/tag1614.xml"/><Relationship Id="rId77" Type="http://schemas.openxmlformats.org/officeDocument/2006/relationships/tags" Target="../tags/tag1613.xml"/><Relationship Id="rId76" Type="http://schemas.openxmlformats.org/officeDocument/2006/relationships/tags" Target="../tags/tag1612.xml"/><Relationship Id="rId75" Type="http://schemas.openxmlformats.org/officeDocument/2006/relationships/tags" Target="../tags/tag1611.xml"/><Relationship Id="rId74" Type="http://schemas.openxmlformats.org/officeDocument/2006/relationships/tags" Target="../tags/tag1610.xml"/><Relationship Id="rId73" Type="http://schemas.openxmlformats.org/officeDocument/2006/relationships/tags" Target="../tags/tag1609.xml"/><Relationship Id="rId72" Type="http://schemas.openxmlformats.org/officeDocument/2006/relationships/tags" Target="../tags/tag1608.xml"/><Relationship Id="rId71" Type="http://schemas.openxmlformats.org/officeDocument/2006/relationships/tags" Target="../tags/tag1607.xml"/><Relationship Id="rId70" Type="http://schemas.openxmlformats.org/officeDocument/2006/relationships/tags" Target="../tags/tag1606.xml"/><Relationship Id="rId7" Type="http://schemas.openxmlformats.org/officeDocument/2006/relationships/tags" Target="../tags/tag1543.xml"/><Relationship Id="rId69" Type="http://schemas.openxmlformats.org/officeDocument/2006/relationships/tags" Target="../tags/tag1605.xml"/><Relationship Id="rId68" Type="http://schemas.openxmlformats.org/officeDocument/2006/relationships/tags" Target="../tags/tag1604.xml"/><Relationship Id="rId67" Type="http://schemas.openxmlformats.org/officeDocument/2006/relationships/tags" Target="../tags/tag1603.xml"/><Relationship Id="rId66" Type="http://schemas.openxmlformats.org/officeDocument/2006/relationships/tags" Target="../tags/tag1602.xml"/><Relationship Id="rId65" Type="http://schemas.openxmlformats.org/officeDocument/2006/relationships/tags" Target="../tags/tag1601.xml"/><Relationship Id="rId64" Type="http://schemas.openxmlformats.org/officeDocument/2006/relationships/tags" Target="../tags/tag1600.xml"/><Relationship Id="rId63" Type="http://schemas.openxmlformats.org/officeDocument/2006/relationships/tags" Target="../tags/tag1599.xml"/><Relationship Id="rId62" Type="http://schemas.openxmlformats.org/officeDocument/2006/relationships/tags" Target="../tags/tag1598.xml"/><Relationship Id="rId61" Type="http://schemas.openxmlformats.org/officeDocument/2006/relationships/tags" Target="../tags/tag1597.xml"/><Relationship Id="rId60" Type="http://schemas.openxmlformats.org/officeDocument/2006/relationships/tags" Target="../tags/tag1596.xml"/><Relationship Id="rId6" Type="http://schemas.openxmlformats.org/officeDocument/2006/relationships/tags" Target="../tags/tag1542.xml"/><Relationship Id="rId59" Type="http://schemas.openxmlformats.org/officeDocument/2006/relationships/tags" Target="../tags/tag1595.xml"/><Relationship Id="rId58" Type="http://schemas.openxmlformats.org/officeDocument/2006/relationships/tags" Target="../tags/tag1594.xml"/><Relationship Id="rId57" Type="http://schemas.openxmlformats.org/officeDocument/2006/relationships/tags" Target="../tags/tag1593.xml"/><Relationship Id="rId56" Type="http://schemas.openxmlformats.org/officeDocument/2006/relationships/tags" Target="../tags/tag1592.xml"/><Relationship Id="rId55" Type="http://schemas.openxmlformats.org/officeDocument/2006/relationships/tags" Target="../tags/tag1591.xml"/><Relationship Id="rId54" Type="http://schemas.openxmlformats.org/officeDocument/2006/relationships/tags" Target="../tags/tag1590.xml"/><Relationship Id="rId53" Type="http://schemas.openxmlformats.org/officeDocument/2006/relationships/tags" Target="../tags/tag1589.xml"/><Relationship Id="rId52" Type="http://schemas.openxmlformats.org/officeDocument/2006/relationships/tags" Target="../tags/tag1588.xml"/><Relationship Id="rId51" Type="http://schemas.openxmlformats.org/officeDocument/2006/relationships/tags" Target="../tags/tag1587.xml"/><Relationship Id="rId50" Type="http://schemas.openxmlformats.org/officeDocument/2006/relationships/tags" Target="../tags/tag1586.xml"/><Relationship Id="rId5" Type="http://schemas.openxmlformats.org/officeDocument/2006/relationships/tags" Target="../tags/tag1541.xml"/><Relationship Id="rId49" Type="http://schemas.openxmlformats.org/officeDocument/2006/relationships/tags" Target="../tags/tag1585.xml"/><Relationship Id="rId48" Type="http://schemas.openxmlformats.org/officeDocument/2006/relationships/tags" Target="../tags/tag1584.xml"/><Relationship Id="rId47" Type="http://schemas.openxmlformats.org/officeDocument/2006/relationships/tags" Target="../tags/tag1583.xml"/><Relationship Id="rId46" Type="http://schemas.openxmlformats.org/officeDocument/2006/relationships/tags" Target="../tags/tag1582.xml"/><Relationship Id="rId45" Type="http://schemas.openxmlformats.org/officeDocument/2006/relationships/tags" Target="../tags/tag1581.xml"/><Relationship Id="rId44" Type="http://schemas.openxmlformats.org/officeDocument/2006/relationships/tags" Target="../tags/tag1580.xml"/><Relationship Id="rId43" Type="http://schemas.openxmlformats.org/officeDocument/2006/relationships/tags" Target="../tags/tag1579.xml"/><Relationship Id="rId42" Type="http://schemas.openxmlformats.org/officeDocument/2006/relationships/tags" Target="../tags/tag1578.xml"/><Relationship Id="rId41" Type="http://schemas.openxmlformats.org/officeDocument/2006/relationships/tags" Target="../tags/tag1577.xml"/><Relationship Id="rId40" Type="http://schemas.openxmlformats.org/officeDocument/2006/relationships/tags" Target="../tags/tag1576.xml"/><Relationship Id="rId4" Type="http://schemas.openxmlformats.org/officeDocument/2006/relationships/tags" Target="../tags/tag1540.xml"/><Relationship Id="rId39" Type="http://schemas.openxmlformats.org/officeDocument/2006/relationships/tags" Target="../tags/tag1575.xml"/><Relationship Id="rId38" Type="http://schemas.openxmlformats.org/officeDocument/2006/relationships/tags" Target="../tags/tag1574.xml"/><Relationship Id="rId37" Type="http://schemas.openxmlformats.org/officeDocument/2006/relationships/tags" Target="../tags/tag1573.xml"/><Relationship Id="rId36" Type="http://schemas.openxmlformats.org/officeDocument/2006/relationships/tags" Target="../tags/tag1572.xml"/><Relationship Id="rId35" Type="http://schemas.openxmlformats.org/officeDocument/2006/relationships/tags" Target="../tags/tag1571.xml"/><Relationship Id="rId34" Type="http://schemas.openxmlformats.org/officeDocument/2006/relationships/tags" Target="../tags/tag1570.xml"/><Relationship Id="rId33" Type="http://schemas.openxmlformats.org/officeDocument/2006/relationships/tags" Target="../tags/tag1569.xml"/><Relationship Id="rId32" Type="http://schemas.openxmlformats.org/officeDocument/2006/relationships/tags" Target="../tags/tag1568.xml"/><Relationship Id="rId31" Type="http://schemas.openxmlformats.org/officeDocument/2006/relationships/tags" Target="../tags/tag1567.xml"/><Relationship Id="rId30" Type="http://schemas.openxmlformats.org/officeDocument/2006/relationships/tags" Target="../tags/tag1566.xml"/><Relationship Id="rId3" Type="http://schemas.openxmlformats.org/officeDocument/2006/relationships/tags" Target="../tags/tag1539.xml"/><Relationship Id="rId29" Type="http://schemas.openxmlformats.org/officeDocument/2006/relationships/tags" Target="../tags/tag1565.xml"/><Relationship Id="rId28" Type="http://schemas.openxmlformats.org/officeDocument/2006/relationships/tags" Target="../tags/tag1564.xml"/><Relationship Id="rId27" Type="http://schemas.openxmlformats.org/officeDocument/2006/relationships/tags" Target="../tags/tag1563.xml"/><Relationship Id="rId26" Type="http://schemas.openxmlformats.org/officeDocument/2006/relationships/tags" Target="../tags/tag1562.xml"/><Relationship Id="rId25" Type="http://schemas.openxmlformats.org/officeDocument/2006/relationships/tags" Target="../tags/tag1561.xml"/><Relationship Id="rId24" Type="http://schemas.openxmlformats.org/officeDocument/2006/relationships/tags" Target="../tags/tag1560.xml"/><Relationship Id="rId23" Type="http://schemas.openxmlformats.org/officeDocument/2006/relationships/tags" Target="../tags/tag1559.xml"/><Relationship Id="rId22" Type="http://schemas.openxmlformats.org/officeDocument/2006/relationships/tags" Target="../tags/tag1558.xml"/><Relationship Id="rId21" Type="http://schemas.openxmlformats.org/officeDocument/2006/relationships/tags" Target="../tags/tag1557.xml"/><Relationship Id="rId20" Type="http://schemas.openxmlformats.org/officeDocument/2006/relationships/tags" Target="../tags/tag1556.xml"/><Relationship Id="rId2" Type="http://schemas.openxmlformats.org/officeDocument/2006/relationships/slide" Target="slide6.xml"/><Relationship Id="rId19" Type="http://schemas.openxmlformats.org/officeDocument/2006/relationships/tags" Target="../tags/tag1555.xml"/><Relationship Id="rId18" Type="http://schemas.openxmlformats.org/officeDocument/2006/relationships/tags" Target="../tags/tag1554.xml"/><Relationship Id="rId17" Type="http://schemas.openxmlformats.org/officeDocument/2006/relationships/tags" Target="../tags/tag1553.xml"/><Relationship Id="rId16" Type="http://schemas.openxmlformats.org/officeDocument/2006/relationships/tags" Target="../tags/tag1552.xml"/><Relationship Id="rId15" Type="http://schemas.openxmlformats.org/officeDocument/2006/relationships/tags" Target="../tags/tag1551.xml"/><Relationship Id="rId14" Type="http://schemas.openxmlformats.org/officeDocument/2006/relationships/tags" Target="../tags/tag1550.xml"/><Relationship Id="rId13" Type="http://schemas.openxmlformats.org/officeDocument/2006/relationships/tags" Target="../tags/tag1549.xml"/><Relationship Id="rId12" Type="http://schemas.openxmlformats.org/officeDocument/2006/relationships/tags" Target="../tags/tag1548.xml"/><Relationship Id="rId11" Type="http://schemas.openxmlformats.org/officeDocument/2006/relationships/tags" Target="../tags/tag1547.xml"/><Relationship Id="rId100" Type="http://schemas.openxmlformats.org/officeDocument/2006/relationships/notesSlide" Target="../notesSlides/notesSlide16.xml"/><Relationship Id="rId10" Type="http://schemas.openxmlformats.org/officeDocument/2006/relationships/tags" Target="../tags/tag1546.xml"/><Relationship Id="rId1" Type="http://schemas.openxmlformats.org/officeDocument/2006/relationships/slide" Target="slide72.xml"/></Relationships>
</file>

<file path=ppt/slides/_rels/slide26.xml.rels><?xml version="1.0" encoding="UTF-8" standalone="yes"?>
<Relationships xmlns="http://schemas.openxmlformats.org/package/2006/relationships"><Relationship Id="rId99" Type="http://schemas.openxmlformats.org/officeDocument/2006/relationships/tags" Target="../tags/tag1731.xml"/><Relationship Id="rId98" Type="http://schemas.openxmlformats.org/officeDocument/2006/relationships/tags" Target="../tags/tag1730.xml"/><Relationship Id="rId97" Type="http://schemas.openxmlformats.org/officeDocument/2006/relationships/tags" Target="../tags/tag1729.xml"/><Relationship Id="rId96" Type="http://schemas.openxmlformats.org/officeDocument/2006/relationships/tags" Target="../tags/tag1728.xml"/><Relationship Id="rId95" Type="http://schemas.openxmlformats.org/officeDocument/2006/relationships/tags" Target="../tags/tag1727.xml"/><Relationship Id="rId94" Type="http://schemas.openxmlformats.org/officeDocument/2006/relationships/tags" Target="../tags/tag1726.xml"/><Relationship Id="rId93" Type="http://schemas.openxmlformats.org/officeDocument/2006/relationships/tags" Target="../tags/tag1725.xml"/><Relationship Id="rId92" Type="http://schemas.openxmlformats.org/officeDocument/2006/relationships/tags" Target="../tags/tag1724.xml"/><Relationship Id="rId91" Type="http://schemas.openxmlformats.org/officeDocument/2006/relationships/tags" Target="../tags/tag1723.xml"/><Relationship Id="rId90" Type="http://schemas.openxmlformats.org/officeDocument/2006/relationships/tags" Target="../tags/tag1722.xml"/><Relationship Id="rId9" Type="http://schemas.openxmlformats.org/officeDocument/2006/relationships/tags" Target="../tags/tag1641.xml"/><Relationship Id="rId89" Type="http://schemas.openxmlformats.org/officeDocument/2006/relationships/tags" Target="../tags/tag1721.xml"/><Relationship Id="rId88" Type="http://schemas.openxmlformats.org/officeDocument/2006/relationships/tags" Target="../tags/tag1720.xml"/><Relationship Id="rId87" Type="http://schemas.openxmlformats.org/officeDocument/2006/relationships/tags" Target="../tags/tag1719.xml"/><Relationship Id="rId86" Type="http://schemas.openxmlformats.org/officeDocument/2006/relationships/tags" Target="../tags/tag1718.xml"/><Relationship Id="rId85" Type="http://schemas.openxmlformats.org/officeDocument/2006/relationships/tags" Target="../tags/tag1717.xml"/><Relationship Id="rId84" Type="http://schemas.openxmlformats.org/officeDocument/2006/relationships/tags" Target="../tags/tag1716.xml"/><Relationship Id="rId83" Type="http://schemas.openxmlformats.org/officeDocument/2006/relationships/tags" Target="../tags/tag1715.xml"/><Relationship Id="rId82" Type="http://schemas.openxmlformats.org/officeDocument/2006/relationships/tags" Target="../tags/tag1714.xml"/><Relationship Id="rId81" Type="http://schemas.openxmlformats.org/officeDocument/2006/relationships/tags" Target="../tags/tag1713.xml"/><Relationship Id="rId80" Type="http://schemas.openxmlformats.org/officeDocument/2006/relationships/tags" Target="../tags/tag1712.xml"/><Relationship Id="rId8" Type="http://schemas.openxmlformats.org/officeDocument/2006/relationships/tags" Target="../tags/tag1640.xml"/><Relationship Id="rId79" Type="http://schemas.openxmlformats.org/officeDocument/2006/relationships/tags" Target="../tags/tag1711.xml"/><Relationship Id="rId78" Type="http://schemas.openxmlformats.org/officeDocument/2006/relationships/tags" Target="../tags/tag1710.xml"/><Relationship Id="rId77" Type="http://schemas.openxmlformats.org/officeDocument/2006/relationships/tags" Target="../tags/tag1709.xml"/><Relationship Id="rId76" Type="http://schemas.openxmlformats.org/officeDocument/2006/relationships/tags" Target="../tags/tag1708.xml"/><Relationship Id="rId75" Type="http://schemas.openxmlformats.org/officeDocument/2006/relationships/tags" Target="../tags/tag1707.xml"/><Relationship Id="rId74" Type="http://schemas.openxmlformats.org/officeDocument/2006/relationships/tags" Target="../tags/tag1706.xml"/><Relationship Id="rId73" Type="http://schemas.openxmlformats.org/officeDocument/2006/relationships/tags" Target="../tags/tag1705.xml"/><Relationship Id="rId72" Type="http://schemas.openxmlformats.org/officeDocument/2006/relationships/tags" Target="../tags/tag1704.xml"/><Relationship Id="rId71" Type="http://schemas.openxmlformats.org/officeDocument/2006/relationships/tags" Target="../tags/tag1703.xml"/><Relationship Id="rId70" Type="http://schemas.openxmlformats.org/officeDocument/2006/relationships/tags" Target="../tags/tag1702.xml"/><Relationship Id="rId7" Type="http://schemas.openxmlformats.org/officeDocument/2006/relationships/tags" Target="../tags/tag1639.xml"/><Relationship Id="rId69" Type="http://schemas.openxmlformats.org/officeDocument/2006/relationships/tags" Target="../tags/tag1701.xml"/><Relationship Id="rId68" Type="http://schemas.openxmlformats.org/officeDocument/2006/relationships/tags" Target="../tags/tag1700.xml"/><Relationship Id="rId67" Type="http://schemas.openxmlformats.org/officeDocument/2006/relationships/tags" Target="../tags/tag1699.xml"/><Relationship Id="rId66" Type="http://schemas.openxmlformats.org/officeDocument/2006/relationships/tags" Target="../tags/tag1698.xml"/><Relationship Id="rId65" Type="http://schemas.openxmlformats.org/officeDocument/2006/relationships/tags" Target="../tags/tag1697.xml"/><Relationship Id="rId64" Type="http://schemas.openxmlformats.org/officeDocument/2006/relationships/tags" Target="../tags/tag1696.xml"/><Relationship Id="rId63" Type="http://schemas.openxmlformats.org/officeDocument/2006/relationships/tags" Target="../tags/tag1695.xml"/><Relationship Id="rId62" Type="http://schemas.openxmlformats.org/officeDocument/2006/relationships/tags" Target="../tags/tag1694.xml"/><Relationship Id="rId61" Type="http://schemas.openxmlformats.org/officeDocument/2006/relationships/tags" Target="../tags/tag1693.xml"/><Relationship Id="rId60" Type="http://schemas.openxmlformats.org/officeDocument/2006/relationships/tags" Target="../tags/tag1692.xml"/><Relationship Id="rId6" Type="http://schemas.openxmlformats.org/officeDocument/2006/relationships/tags" Target="../tags/tag1638.xml"/><Relationship Id="rId59" Type="http://schemas.openxmlformats.org/officeDocument/2006/relationships/tags" Target="../tags/tag1691.xml"/><Relationship Id="rId58" Type="http://schemas.openxmlformats.org/officeDocument/2006/relationships/tags" Target="../tags/tag1690.xml"/><Relationship Id="rId57" Type="http://schemas.openxmlformats.org/officeDocument/2006/relationships/tags" Target="../tags/tag1689.xml"/><Relationship Id="rId56" Type="http://schemas.openxmlformats.org/officeDocument/2006/relationships/tags" Target="../tags/tag1688.xml"/><Relationship Id="rId55" Type="http://schemas.openxmlformats.org/officeDocument/2006/relationships/tags" Target="../tags/tag1687.xml"/><Relationship Id="rId54" Type="http://schemas.openxmlformats.org/officeDocument/2006/relationships/tags" Target="../tags/tag1686.xml"/><Relationship Id="rId53" Type="http://schemas.openxmlformats.org/officeDocument/2006/relationships/tags" Target="../tags/tag1685.xml"/><Relationship Id="rId52" Type="http://schemas.openxmlformats.org/officeDocument/2006/relationships/tags" Target="../tags/tag1684.xml"/><Relationship Id="rId51" Type="http://schemas.openxmlformats.org/officeDocument/2006/relationships/tags" Target="../tags/tag1683.xml"/><Relationship Id="rId50" Type="http://schemas.openxmlformats.org/officeDocument/2006/relationships/tags" Target="../tags/tag1682.xml"/><Relationship Id="rId5" Type="http://schemas.openxmlformats.org/officeDocument/2006/relationships/tags" Target="../tags/tag1637.xml"/><Relationship Id="rId49" Type="http://schemas.openxmlformats.org/officeDocument/2006/relationships/tags" Target="../tags/tag1681.xml"/><Relationship Id="rId48" Type="http://schemas.openxmlformats.org/officeDocument/2006/relationships/tags" Target="../tags/tag1680.xml"/><Relationship Id="rId47" Type="http://schemas.openxmlformats.org/officeDocument/2006/relationships/tags" Target="../tags/tag1679.xml"/><Relationship Id="rId46" Type="http://schemas.openxmlformats.org/officeDocument/2006/relationships/tags" Target="../tags/tag1678.xml"/><Relationship Id="rId45" Type="http://schemas.openxmlformats.org/officeDocument/2006/relationships/tags" Target="../tags/tag1677.xml"/><Relationship Id="rId44" Type="http://schemas.openxmlformats.org/officeDocument/2006/relationships/tags" Target="../tags/tag1676.xml"/><Relationship Id="rId43" Type="http://schemas.openxmlformats.org/officeDocument/2006/relationships/tags" Target="../tags/tag1675.xml"/><Relationship Id="rId42" Type="http://schemas.openxmlformats.org/officeDocument/2006/relationships/tags" Target="../tags/tag1674.xml"/><Relationship Id="rId41" Type="http://schemas.openxmlformats.org/officeDocument/2006/relationships/tags" Target="../tags/tag1673.xml"/><Relationship Id="rId40" Type="http://schemas.openxmlformats.org/officeDocument/2006/relationships/tags" Target="../tags/tag1672.xml"/><Relationship Id="rId4" Type="http://schemas.openxmlformats.org/officeDocument/2006/relationships/tags" Target="../tags/tag1636.xml"/><Relationship Id="rId39" Type="http://schemas.openxmlformats.org/officeDocument/2006/relationships/tags" Target="../tags/tag1671.xml"/><Relationship Id="rId38" Type="http://schemas.openxmlformats.org/officeDocument/2006/relationships/tags" Target="../tags/tag1670.xml"/><Relationship Id="rId37" Type="http://schemas.openxmlformats.org/officeDocument/2006/relationships/tags" Target="../tags/tag1669.xml"/><Relationship Id="rId36" Type="http://schemas.openxmlformats.org/officeDocument/2006/relationships/tags" Target="../tags/tag1668.xml"/><Relationship Id="rId35" Type="http://schemas.openxmlformats.org/officeDocument/2006/relationships/tags" Target="../tags/tag1667.xml"/><Relationship Id="rId34" Type="http://schemas.openxmlformats.org/officeDocument/2006/relationships/tags" Target="../tags/tag1666.xml"/><Relationship Id="rId33" Type="http://schemas.openxmlformats.org/officeDocument/2006/relationships/tags" Target="../tags/tag1665.xml"/><Relationship Id="rId32" Type="http://schemas.openxmlformats.org/officeDocument/2006/relationships/tags" Target="../tags/tag1664.xml"/><Relationship Id="rId31" Type="http://schemas.openxmlformats.org/officeDocument/2006/relationships/tags" Target="../tags/tag1663.xml"/><Relationship Id="rId30" Type="http://schemas.openxmlformats.org/officeDocument/2006/relationships/tags" Target="../tags/tag1662.xml"/><Relationship Id="rId3" Type="http://schemas.openxmlformats.org/officeDocument/2006/relationships/tags" Target="../tags/tag1635.xml"/><Relationship Id="rId29" Type="http://schemas.openxmlformats.org/officeDocument/2006/relationships/tags" Target="../tags/tag1661.xml"/><Relationship Id="rId28" Type="http://schemas.openxmlformats.org/officeDocument/2006/relationships/tags" Target="../tags/tag1660.xml"/><Relationship Id="rId27" Type="http://schemas.openxmlformats.org/officeDocument/2006/relationships/tags" Target="../tags/tag1659.xml"/><Relationship Id="rId26" Type="http://schemas.openxmlformats.org/officeDocument/2006/relationships/tags" Target="../tags/tag1658.xml"/><Relationship Id="rId25" Type="http://schemas.openxmlformats.org/officeDocument/2006/relationships/tags" Target="../tags/tag1657.xml"/><Relationship Id="rId24" Type="http://schemas.openxmlformats.org/officeDocument/2006/relationships/tags" Target="../tags/tag1656.xml"/><Relationship Id="rId23" Type="http://schemas.openxmlformats.org/officeDocument/2006/relationships/tags" Target="../tags/tag1655.xml"/><Relationship Id="rId22" Type="http://schemas.openxmlformats.org/officeDocument/2006/relationships/tags" Target="../tags/tag1654.xml"/><Relationship Id="rId21" Type="http://schemas.openxmlformats.org/officeDocument/2006/relationships/tags" Target="../tags/tag1653.xml"/><Relationship Id="rId20" Type="http://schemas.openxmlformats.org/officeDocument/2006/relationships/tags" Target="../tags/tag1652.xml"/><Relationship Id="rId2" Type="http://schemas.openxmlformats.org/officeDocument/2006/relationships/tags" Target="../tags/tag1634.xml"/><Relationship Id="rId19" Type="http://schemas.openxmlformats.org/officeDocument/2006/relationships/tags" Target="../tags/tag1651.xml"/><Relationship Id="rId18" Type="http://schemas.openxmlformats.org/officeDocument/2006/relationships/tags" Target="../tags/tag1650.xml"/><Relationship Id="rId17" Type="http://schemas.openxmlformats.org/officeDocument/2006/relationships/tags" Target="../tags/tag1649.xml"/><Relationship Id="rId16" Type="http://schemas.openxmlformats.org/officeDocument/2006/relationships/tags" Target="../tags/tag1648.xml"/><Relationship Id="rId15" Type="http://schemas.openxmlformats.org/officeDocument/2006/relationships/tags" Target="../tags/tag1647.xml"/><Relationship Id="rId14" Type="http://schemas.openxmlformats.org/officeDocument/2006/relationships/tags" Target="../tags/tag1646.xml"/><Relationship Id="rId13" Type="http://schemas.openxmlformats.org/officeDocument/2006/relationships/tags" Target="../tags/tag1645.xml"/><Relationship Id="rId12" Type="http://schemas.openxmlformats.org/officeDocument/2006/relationships/tags" Target="../tags/tag1644.xml"/><Relationship Id="rId110" Type="http://schemas.openxmlformats.org/officeDocument/2006/relationships/notesSlide" Target="../notesSlides/notesSlide17.xml"/><Relationship Id="rId11" Type="http://schemas.openxmlformats.org/officeDocument/2006/relationships/tags" Target="../tags/tag1643.xml"/><Relationship Id="rId109" Type="http://schemas.openxmlformats.org/officeDocument/2006/relationships/slideLayout" Target="../slideLayouts/slideLayout7.xml"/><Relationship Id="rId108" Type="http://schemas.openxmlformats.org/officeDocument/2006/relationships/tags" Target="../tags/tag1739.xml"/><Relationship Id="rId107" Type="http://schemas.openxmlformats.org/officeDocument/2006/relationships/slide" Target="slide13.xml"/><Relationship Id="rId106" Type="http://schemas.openxmlformats.org/officeDocument/2006/relationships/tags" Target="../tags/tag1738.xml"/><Relationship Id="rId105" Type="http://schemas.openxmlformats.org/officeDocument/2006/relationships/tags" Target="../tags/tag1737.xml"/><Relationship Id="rId104" Type="http://schemas.openxmlformats.org/officeDocument/2006/relationships/tags" Target="../tags/tag1736.xml"/><Relationship Id="rId103" Type="http://schemas.openxmlformats.org/officeDocument/2006/relationships/tags" Target="../tags/tag1735.xml"/><Relationship Id="rId102" Type="http://schemas.openxmlformats.org/officeDocument/2006/relationships/tags" Target="../tags/tag1734.xml"/><Relationship Id="rId101" Type="http://schemas.openxmlformats.org/officeDocument/2006/relationships/tags" Target="../tags/tag1733.xml"/><Relationship Id="rId100" Type="http://schemas.openxmlformats.org/officeDocument/2006/relationships/tags" Target="../tags/tag1732.xml"/><Relationship Id="rId10" Type="http://schemas.openxmlformats.org/officeDocument/2006/relationships/tags" Target="../tags/tag1642.xml"/><Relationship Id="rId1" Type="http://schemas.openxmlformats.org/officeDocument/2006/relationships/tags" Target="../tags/tag1633.xml"/></Relationships>
</file>

<file path=ppt/slides/_rels/slide27.xml.rels><?xml version="1.0" encoding="UTF-8" standalone="yes"?>
<Relationships xmlns="http://schemas.openxmlformats.org/package/2006/relationships"><Relationship Id="rId99" Type="http://schemas.openxmlformats.org/officeDocument/2006/relationships/notesSlide" Target="../notesSlides/notesSlide18.xml"/><Relationship Id="rId98" Type="http://schemas.openxmlformats.org/officeDocument/2006/relationships/slideLayout" Target="../slideLayouts/slideLayout7.xml"/><Relationship Id="rId97" Type="http://schemas.openxmlformats.org/officeDocument/2006/relationships/tags" Target="../tags/tag1835.xml"/><Relationship Id="rId96" Type="http://schemas.openxmlformats.org/officeDocument/2006/relationships/slide" Target="slide29.xml"/><Relationship Id="rId95" Type="http://schemas.openxmlformats.org/officeDocument/2006/relationships/tags" Target="../tags/tag1834.xml"/><Relationship Id="rId94" Type="http://schemas.openxmlformats.org/officeDocument/2006/relationships/tags" Target="../tags/tag1833.xml"/><Relationship Id="rId93" Type="http://schemas.openxmlformats.org/officeDocument/2006/relationships/tags" Target="../tags/tag1832.xml"/><Relationship Id="rId92" Type="http://schemas.openxmlformats.org/officeDocument/2006/relationships/tags" Target="../tags/tag1831.xml"/><Relationship Id="rId91" Type="http://schemas.openxmlformats.org/officeDocument/2006/relationships/tags" Target="../tags/tag1830.xml"/><Relationship Id="rId90" Type="http://schemas.openxmlformats.org/officeDocument/2006/relationships/tags" Target="../tags/tag1829.xml"/><Relationship Id="rId9" Type="http://schemas.openxmlformats.org/officeDocument/2006/relationships/tags" Target="../tags/tag1748.xml"/><Relationship Id="rId89" Type="http://schemas.openxmlformats.org/officeDocument/2006/relationships/tags" Target="../tags/tag1828.xml"/><Relationship Id="rId88" Type="http://schemas.openxmlformats.org/officeDocument/2006/relationships/tags" Target="../tags/tag1827.xml"/><Relationship Id="rId87" Type="http://schemas.openxmlformats.org/officeDocument/2006/relationships/tags" Target="../tags/tag1826.xml"/><Relationship Id="rId86" Type="http://schemas.openxmlformats.org/officeDocument/2006/relationships/tags" Target="../tags/tag1825.xml"/><Relationship Id="rId85" Type="http://schemas.openxmlformats.org/officeDocument/2006/relationships/tags" Target="../tags/tag1824.xml"/><Relationship Id="rId84" Type="http://schemas.openxmlformats.org/officeDocument/2006/relationships/tags" Target="../tags/tag1823.xml"/><Relationship Id="rId83" Type="http://schemas.openxmlformats.org/officeDocument/2006/relationships/tags" Target="../tags/tag1822.xml"/><Relationship Id="rId82" Type="http://schemas.openxmlformats.org/officeDocument/2006/relationships/tags" Target="../tags/tag1821.xml"/><Relationship Id="rId81" Type="http://schemas.openxmlformats.org/officeDocument/2006/relationships/tags" Target="../tags/tag1820.xml"/><Relationship Id="rId80" Type="http://schemas.openxmlformats.org/officeDocument/2006/relationships/tags" Target="../tags/tag1819.xml"/><Relationship Id="rId8" Type="http://schemas.openxmlformats.org/officeDocument/2006/relationships/tags" Target="../tags/tag1747.xml"/><Relationship Id="rId79" Type="http://schemas.openxmlformats.org/officeDocument/2006/relationships/tags" Target="../tags/tag1818.xml"/><Relationship Id="rId78" Type="http://schemas.openxmlformats.org/officeDocument/2006/relationships/tags" Target="../tags/tag1817.xml"/><Relationship Id="rId77" Type="http://schemas.openxmlformats.org/officeDocument/2006/relationships/tags" Target="../tags/tag1816.xml"/><Relationship Id="rId76" Type="http://schemas.openxmlformats.org/officeDocument/2006/relationships/tags" Target="../tags/tag1815.xml"/><Relationship Id="rId75" Type="http://schemas.openxmlformats.org/officeDocument/2006/relationships/tags" Target="../tags/tag1814.xml"/><Relationship Id="rId74" Type="http://schemas.openxmlformats.org/officeDocument/2006/relationships/tags" Target="../tags/tag1813.xml"/><Relationship Id="rId73" Type="http://schemas.openxmlformats.org/officeDocument/2006/relationships/tags" Target="../tags/tag1812.xml"/><Relationship Id="rId72" Type="http://schemas.openxmlformats.org/officeDocument/2006/relationships/tags" Target="../tags/tag1811.xml"/><Relationship Id="rId71" Type="http://schemas.openxmlformats.org/officeDocument/2006/relationships/tags" Target="../tags/tag1810.xml"/><Relationship Id="rId70" Type="http://schemas.openxmlformats.org/officeDocument/2006/relationships/tags" Target="../tags/tag1809.xml"/><Relationship Id="rId7" Type="http://schemas.openxmlformats.org/officeDocument/2006/relationships/tags" Target="../tags/tag1746.xml"/><Relationship Id="rId69" Type="http://schemas.openxmlformats.org/officeDocument/2006/relationships/tags" Target="../tags/tag1808.xml"/><Relationship Id="rId68" Type="http://schemas.openxmlformats.org/officeDocument/2006/relationships/tags" Target="../tags/tag1807.xml"/><Relationship Id="rId67" Type="http://schemas.openxmlformats.org/officeDocument/2006/relationships/tags" Target="../tags/tag1806.xml"/><Relationship Id="rId66" Type="http://schemas.openxmlformats.org/officeDocument/2006/relationships/tags" Target="../tags/tag1805.xml"/><Relationship Id="rId65" Type="http://schemas.openxmlformats.org/officeDocument/2006/relationships/tags" Target="../tags/tag1804.xml"/><Relationship Id="rId64" Type="http://schemas.openxmlformats.org/officeDocument/2006/relationships/tags" Target="../tags/tag1803.xml"/><Relationship Id="rId63" Type="http://schemas.openxmlformats.org/officeDocument/2006/relationships/tags" Target="../tags/tag1802.xml"/><Relationship Id="rId62" Type="http://schemas.openxmlformats.org/officeDocument/2006/relationships/tags" Target="../tags/tag1801.xml"/><Relationship Id="rId61" Type="http://schemas.openxmlformats.org/officeDocument/2006/relationships/tags" Target="../tags/tag1800.xml"/><Relationship Id="rId60" Type="http://schemas.openxmlformats.org/officeDocument/2006/relationships/tags" Target="../tags/tag1799.xml"/><Relationship Id="rId6" Type="http://schemas.openxmlformats.org/officeDocument/2006/relationships/tags" Target="../tags/tag1745.xml"/><Relationship Id="rId59" Type="http://schemas.openxmlformats.org/officeDocument/2006/relationships/tags" Target="../tags/tag1798.xml"/><Relationship Id="rId58" Type="http://schemas.openxmlformats.org/officeDocument/2006/relationships/tags" Target="../tags/tag1797.xml"/><Relationship Id="rId57" Type="http://schemas.openxmlformats.org/officeDocument/2006/relationships/tags" Target="../tags/tag1796.xml"/><Relationship Id="rId56" Type="http://schemas.openxmlformats.org/officeDocument/2006/relationships/tags" Target="../tags/tag1795.xml"/><Relationship Id="rId55" Type="http://schemas.openxmlformats.org/officeDocument/2006/relationships/tags" Target="../tags/tag1794.xml"/><Relationship Id="rId54" Type="http://schemas.openxmlformats.org/officeDocument/2006/relationships/tags" Target="../tags/tag1793.xml"/><Relationship Id="rId53" Type="http://schemas.openxmlformats.org/officeDocument/2006/relationships/tags" Target="../tags/tag1792.xml"/><Relationship Id="rId52" Type="http://schemas.openxmlformats.org/officeDocument/2006/relationships/tags" Target="../tags/tag1791.xml"/><Relationship Id="rId51" Type="http://schemas.openxmlformats.org/officeDocument/2006/relationships/tags" Target="../tags/tag1790.xml"/><Relationship Id="rId50" Type="http://schemas.openxmlformats.org/officeDocument/2006/relationships/tags" Target="../tags/tag1789.xml"/><Relationship Id="rId5" Type="http://schemas.openxmlformats.org/officeDocument/2006/relationships/tags" Target="../tags/tag1744.xml"/><Relationship Id="rId49" Type="http://schemas.openxmlformats.org/officeDocument/2006/relationships/tags" Target="../tags/tag1788.xml"/><Relationship Id="rId48" Type="http://schemas.openxmlformats.org/officeDocument/2006/relationships/tags" Target="../tags/tag1787.xml"/><Relationship Id="rId47" Type="http://schemas.openxmlformats.org/officeDocument/2006/relationships/tags" Target="../tags/tag1786.xml"/><Relationship Id="rId46" Type="http://schemas.openxmlformats.org/officeDocument/2006/relationships/tags" Target="../tags/tag1785.xml"/><Relationship Id="rId45" Type="http://schemas.openxmlformats.org/officeDocument/2006/relationships/tags" Target="../tags/tag1784.xml"/><Relationship Id="rId44" Type="http://schemas.openxmlformats.org/officeDocument/2006/relationships/tags" Target="../tags/tag1783.xml"/><Relationship Id="rId43" Type="http://schemas.openxmlformats.org/officeDocument/2006/relationships/tags" Target="../tags/tag1782.xml"/><Relationship Id="rId42" Type="http://schemas.openxmlformats.org/officeDocument/2006/relationships/tags" Target="../tags/tag1781.xml"/><Relationship Id="rId41" Type="http://schemas.openxmlformats.org/officeDocument/2006/relationships/tags" Target="../tags/tag1780.xml"/><Relationship Id="rId40" Type="http://schemas.openxmlformats.org/officeDocument/2006/relationships/tags" Target="../tags/tag1779.xml"/><Relationship Id="rId4" Type="http://schemas.openxmlformats.org/officeDocument/2006/relationships/tags" Target="../tags/tag1743.xml"/><Relationship Id="rId39" Type="http://schemas.openxmlformats.org/officeDocument/2006/relationships/tags" Target="../tags/tag1778.xml"/><Relationship Id="rId38" Type="http://schemas.openxmlformats.org/officeDocument/2006/relationships/tags" Target="../tags/tag1777.xml"/><Relationship Id="rId37" Type="http://schemas.openxmlformats.org/officeDocument/2006/relationships/tags" Target="../tags/tag1776.xml"/><Relationship Id="rId36" Type="http://schemas.openxmlformats.org/officeDocument/2006/relationships/tags" Target="../tags/tag1775.xml"/><Relationship Id="rId35" Type="http://schemas.openxmlformats.org/officeDocument/2006/relationships/tags" Target="../tags/tag1774.xml"/><Relationship Id="rId34" Type="http://schemas.openxmlformats.org/officeDocument/2006/relationships/tags" Target="../tags/tag1773.xml"/><Relationship Id="rId33" Type="http://schemas.openxmlformats.org/officeDocument/2006/relationships/tags" Target="../tags/tag1772.xml"/><Relationship Id="rId32" Type="http://schemas.openxmlformats.org/officeDocument/2006/relationships/tags" Target="../tags/tag1771.xml"/><Relationship Id="rId31" Type="http://schemas.openxmlformats.org/officeDocument/2006/relationships/tags" Target="../tags/tag1770.xml"/><Relationship Id="rId30" Type="http://schemas.openxmlformats.org/officeDocument/2006/relationships/tags" Target="../tags/tag1769.xml"/><Relationship Id="rId3" Type="http://schemas.openxmlformats.org/officeDocument/2006/relationships/tags" Target="../tags/tag1742.xml"/><Relationship Id="rId29" Type="http://schemas.openxmlformats.org/officeDocument/2006/relationships/tags" Target="../tags/tag1768.xml"/><Relationship Id="rId28" Type="http://schemas.openxmlformats.org/officeDocument/2006/relationships/tags" Target="../tags/tag1767.xml"/><Relationship Id="rId27" Type="http://schemas.openxmlformats.org/officeDocument/2006/relationships/tags" Target="../tags/tag1766.xml"/><Relationship Id="rId26" Type="http://schemas.openxmlformats.org/officeDocument/2006/relationships/tags" Target="../tags/tag1765.xml"/><Relationship Id="rId25" Type="http://schemas.openxmlformats.org/officeDocument/2006/relationships/tags" Target="../tags/tag1764.xml"/><Relationship Id="rId24" Type="http://schemas.openxmlformats.org/officeDocument/2006/relationships/tags" Target="../tags/tag1763.xml"/><Relationship Id="rId23" Type="http://schemas.openxmlformats.org/officeDocument/2006/relationships/tags" Target="../tags/tag1762.xml"/><Relationship Id="rId22" Type="http://schemas.openxmlformats.org/officeDocument/2006/relationships/tags" Target="../tags/tag1761.xml"/><Relationship Id="rId21" Type="http://schemas.openxmlformats.org/officeDocument/2006/relationships/tags" Target="../tags/tag1760.xml"/><Relationship Id="rId20" Type="http://schemas.openxmlformats.org/officeDocument/2006/relationships/tags" Target="../tags/tag1759.xml"/><Relationship Id="rId2" Type="http://schemas.openxmlformats.org/officeDocument/2006/relationships/tags" Target="../tags/tag1741.xml"/><Relationship Id="rId19" Type="http://schemas.openxmlformats.org/officeDocument/2006/relationships/tags" Target="../tags/tag1758.xml"/><Relationship Id="rId18" Type="http://schemas.openxmlformats.org/officeDocument/2006/relationships/tags" Target="../tags/tag1757.xml"/><Relationship Id="rId17" Type="http://schemas.openxmlformats.org/officeDocument/2006/relationships/tags" Target="../tags/tag1756.xml"/><Relationship Id="rId16" Type="http://schemas.openxmlformats.org/officeDocument/2006/relationships/tags" Target="../tags/tag1755.xml"/><Relationship Id="rId15" Type="http://schemas.openxmlformats.org/officeDocument/2006/relationships/tags" Target="../tags/tag1754.xml"/><Relationship Id="rId14" Type="http://schemas.openxmlformats.org/officeDocument/2006/relationships/tags" Target="../tags/tag1753.xml"/><Relationship Id="rId13" Type="http://schemas.openxmlformats.org/officeDocument/2006/relationships/tags" Target="../tags/tag1752.xml"/><Relationship Id="rId12" Type="http://schemas.openxmlformats.org/officeDocument/2006/relationships/tags" Target="../tags/tag1751.xml"/><Relationship Id="rId11" Type="http://schemas.openxmlformats.org/officeDocument/2006/relationships/tags" Target="../tags/tag1750.xml"/><Relationship Id="rId10" Type="http://schemas.openxmlformats.org/officeDocument/2006/relationships/tags" Target="../tags/tag1749.xml"/><Relationship Id="rId1" Type="http://schemas.openxmlformats.org/officeDocument/2006/relationships/tags" Target="../tags/tag1740.xml"/></Relationships>
</file>

<file path=ppt/slides/_rels/slide28.xml.rels><?xml version="1.0" encoding="UTF-8" standalone="yes"?>
<Relationships xmlns="http://schemas.openxmlformats.org/package/2006/relationships"><Relationship Id="rId99" Type="http://schemas.openxmlformats.org/officeDocument/2006/relationships/tags" Target="../tags/tag1933.xml"/><Relationship Id="rId98" Type="http://schemas.openxmlformats.org/officeDocument/2006/relationships/tags" Target="../tags/tag1932.xml"/><Relationship Id="rId97" Type="http://schemas.openxmlformats.org/officeDocument/2006/relationships/tags" Target="../tags/tag1931.xml"/><Relationship Id="rId96" Type="http://schemas.openxmlformats.org/officeDocument/2006/relationships/tags" Target="../tags/tag1930.xml"/><Relationship Id="rId95" Type="http://schemas.openxmlformats.org/officeDocument/2006/relationships/tags" Target="../tags/tag1929.xml"/><Relationship Id="rId94" Type="http://schemas.openxmlformats.org/officeDocument/2006/relationships/tags" Target="../tags/tag1928.xml"/><Relationship Id="rId93" Type="http://schemas.openxmlformats.org/officeDocument/2006/relationships/tags" Target="../tags/tag1927.xml"/><Relationship Id="rId92" Type="http://schemas.openxmlformats.org/officeDocument/2006/relationships/tags" Target="../tags/tag1926.xml"/><Relationship Id="rId91" Type="http://schemas.openxmlformats.org/officeDocument/2006/relationships/tags" Target="../tags/tag1925.xml"/><Relationship Id="rId90" Type="http://schemas.openxmlformats.org/officeDocument/2006/relationships/tags" Target="../tags/tag1924.xml"/><Relationship Id="rId9" Type="http://schemas.openxmlformats.org/officeDocument/2006/relationships/tags" Target="../tags/tag1843.xml"/><Relationship Id="rId89" Type="http://schemas.openxmlformats.org/officeDocument/2006/relationships/tags" Target="../tags/tag1923.xml"/><Relationship Id="rId88" Type="http://schemas.openxmlformats.org/officeDocument/2006/relationships/tags" Target="../tags/tag1922.xml"/><Relationship Id="rId87" Type="http://schemas.openxmlformats.org/officeDocument/2006/relationships/tags" Target="../tags/tag1921.xml"/><Relationship Id="rId86" Type="http://schemas.openxmlformats.org/officeDocument/2006/relationships/tags" Target="../tags/tag1920.xml"/><Relationship Id="rId85" Type="http://schemas.openxmlformats.org/officeDocument/2006/relationships/tags" Target="../tags/tag1919.xml"/><Relationship Id="rId84" Type="http://schemas.openxmlformats.org/officeDocument/2006/relationships/tags" Target="../tags/tag1918.xml"/><Relationship Id="rId83" Type="http://schemas.openxmlformats.org/officeDocument/2006/relationships/tags" Target="../tags/tag1917.xml"/><Relationship Id="rId82" Type="http://schemas.openxmlformats.org/officeDocument/2006/relationships/tags" Target="../tags/tag1916.xml"/><Relationship Id="rId81" Type="http://schemas.openxmlformats.org/officeDocument/2006/relationships/tags" Target="../tags/tag1915.xml"/><Relationship Id="rId80" Type="http://schemas.openxmlformats.org/officeDocument/2006/relationships/tags" Target="../tags/tag1914.xml"/><Relationship Id="rId8" Type="http://schemas.openxmlformats.org/officeDocument/2006/relationships/tags" Target="../tags/tag1842.xml"/><Relationship Id="rId79" Type="http://schemas.openxmlformats.org/officeDocument/2006/relationships/tags" Target="../tags/tag1913.xml"/><Relationship Id="rId78" Type="http://schemas.openxmlformats.org/officeDocument/2006/relationships/tags" Target="../tags/tag1912.xml"/><Relationship Id="rId77" Type="http://schemas.openxmlformats.org/officeDocument/2006/relationships/tags" Target="../tags/tag1911.xml"/><Relationship Id="rId76" Type="http://schemas.openxmlformats.org/officeDocument/2006/relationships/tags" Target="../tags/tag1910.xml"/><Relationship Id="rId75" Type="http://schemas.openxmlformats.org/officeDocument/2006/relationships/tags" Target="../tags/tag1909.xml"/><Relationship Id="rId74" Type="http://schemas.openxmlformats.org/officeDocument/2006/relationships/tags" Target="../tags/tag1908.xml"/><Relationship Id="rId73" Type="http://schemas.openxmlformats.org/officeDocument/2006/relationships/tags" Target="../tags/tag1907.xml"/><Relationship Id="rId72" Type="http://schemas.openxmlformats.org/officeDocument/2006/relationships/tags" Target="../tags/tag1906.xml"/><Relationship Id="rId71" Type="http://schemas.openxmlformats.org/officeDocument/2006/relationships/tags" Target="../tags/tag1905.xml"/><Relationship Id="rId70" Type="http://schemas.openxmlformats.org/officeDocument/2006/relationships/tags" Target="../tags/tag1904.xml"/><Relationship Id="rId7" Type="http://schemas.openxmlformats.org/officeDocument/2006/relationships/tags" Target="../tags/tag1841.xml"/><Relationship Id="rId69" Type="http://schemas.openxmlformats.org/officeDocument/2006/relationships/tags" Target="../tags/tag1903.xml"/><Relationship Id="rId68" Type="http://schemas.openxmlformats.org/officeDocument/2006/relationships/tags" Target="../tags/tag1902.xml"/><Relationship Id="rId67" Type="http://schemas.openxmlformats.org/officeDocument/2006/relationships/tags" Target="../tags/tag1901.xml"/><Relationship Id="rId66" Type="http://schemas.openxmlformats.org/officeDocument/2006/relationships/tags" Target="../tags/tag1900.xml"/><Relationship Id="rId65" Type="http://schemas.openxmlformats.org/officeDocument/2006/relationships/tags" Target="../tags/tag1899.xml"/><Relationship Id="rId64" Type="http://schemas.openxmlformats.org/officeDocument/2006/relationships/tags" Target="../tags/tag1898.xml"/><Relationship Id="rId63" Type="http://schemas.openxmlformats.org/officeDocument/2006/relationships/tags" Target="../tags/tag1897.xml"/><Relationship Id="rId62" Type="http://schemas.openxmlformats.org/officeDocument/2006/relationships/tags" Target="../tags/tag1896.xml"/><Relationship Id="rId61" Type="http://schemas.openxmlformats.org/officeDocument/2006/relationships/tags" Target="../tags/tag1895.xml"/><Relationship Id="rId60" Type="http://schemas.openxmlformats.org/officeDocument/2006/relationships/tags" Target="../tags/tag1894.xml"/><Relationship Id="rId6" Type="http://schemas.openxmlformats.org/officeDocument/2006/relationships/tags" Target="../tags/tag1840.xml"/><Relationship Id="rId59" Type="http://schemas.openxmlformats.org/officeDocument/2006/relationships/tags" Target="../tags/tag1893.xml"/><Relationship Id="rId58" Type="http://schemas.openxmlformats.org/officeDocument/2006/relationships/tags" Target="../tags/tag1892.xml"/><Relationship Id="rId57" Type="http://schemas.openxmlformats.org/officeDocument/2006/relationships/tags" Target="../tags/tag1891.xml"/><Relationship Id="rId56" Type="http://schemas.openxmlformats.org/officeDocument/2006/relationships/tags" Target="../tags/tag1890.xml"/><Relationship Id="rId55" Type="http://schemas.openxmlformats.org/officeDocument/2006/relationships/tags" Target="../tags/tag1889.xml"/><Relationship Id="rId54" Type="http://schemas.openxmlformats.org/officeDocument/2006/relationships/tags" Target="../tags/tag1888.xml"/><Relationship Id="rId53" Type="http://schemas.openxmlformats.org/officeDocument/2006/relationships/tags" Target="../tags/tag1887.xml"/><Relationship Id="rId52" Type="http://schemas.openxmlformats.org/officeDocument/2006/relationships/tags" Target="../tags/tag1886.xml"/><Relationship Id="rId51" Type="http://schemas.openxmlformats.org/officeDocument/2006/relationships/tags" Target="../tags/tag1885.xml"/><Relationship Id="rId50" Type="http://schemas.openxmlformats.org/officeDocument/2006/relationships/tags" Target="../tags/tag1884.xml"/><Relationship Id="rId5" Type="http://schemas.openxmlformats.org/officeDocument/2006/relationships/tags" Target="../tags/tag1839.xml"/><Relationship Id="rId49" Type="http://schemas.openxmlformats.org/officeDocument/2006/relationships/tags" Target="../tags/tag1883.xml"/><Relationship Id="rId48" Type="http://schemas.openxmlformats.org/officeDocument/2006/relationships/tags" Target="../tags/tag1882.xml"/><Relationship Id="rId47" Type="http://schemas.openxmlformats.org/officeDocument/2006/relationships/tags" Target="../tags/tag1881.xml"/><Relationship Id="rId46" Type="http://schemas.openxmlformats.org/officeDocument/2006/relationships/tags" Target="../tags/tag1880.xml"/><Relationship Id="rId45" Type="http://schemas.openxmlformats.org/officeDocument/2006/relationships/tags" Target="../tags/tag1879.xml"/><Relationship Id="rId44" Type="http://schemas.openxmlformats.org/officeDocument/2006/relationships/tags" Target="../tags/tag1878.xml"/><Relationship Id="rId43" Type="http://schemas.openxmlformats.org/officeDocument/2006/relationships/tags" Target="../tags/tag1877.xml"/><Relationship Id="rId42" Type="http://schemas.openxmlformats.org/officeDocument/2006/relationships/tags" Target="../tags/tag1876.xml"/><Relationship Id="rId41" Type="http://schemas.openxmlformats.org/officeDocument/2006/relationships/tags" Target="../tags/tag1875.xml"/><Relationship Id="rId40" Type="http://schemas.openxmlformats.org/officeDocument/2006/relationships/tags" Target="../tags/tag1874.xml"/><Relationship Id="rId4" Type="http://schemas.openxmlformats.org/officeDocument/2006/relationships/tags" Target="../tags/tag1838.xml"/><Relationship Id="rId39" Type="http://schemas.openxmlformats.org/officeDocument/2006/relationships/tags" Target="../tags/tag1873.xml"/><Relationship Id="rId38" Type="http://schemas.openxmlformats.org/officeDocument/2006/relationships/tags" Target="../tags/tag1872.xml"/><Relationship Id="rId37" Type="http://schemas.openxmlformats.org/officeDocument/2006/relationships/tags" Target="../tags/tag1871.xml"/><Relationship Id="rId36" Type="http://schemas.openxmlformats.org/officeDocument/2006/relationships/tags" Target="../tags/tag1870.xml"/><Relationship Id="rId35" Type="http://schemas.openxmlformats.org/officeDocument/2006/relationships/tags" Target="../tags/tag1869.xml"/><Relationship Id="rId34" Type="http://schemas.openxmlformats.org/officeDocument/2006/relationships/tags" Target="../tags/tag1868.xml"/><Relationship Id="rId33" Type="http://schemas.openxmlformats.org/officeDocument/2006/relationships/tags" Target="../tags/tag1867.xml"/><Relationship Id="rId32" Type="http://schemas.openxmlformats.org/officeDocument/2006/relationships/tags" Target="../tags/tag1866.xml"/><Relationship Id="rId31" Type="http://schemas.openxmlformats.org/officeDocument/2006/relationships/tags" Target="../tags/tag1865.xml"/><Relationship Id="rId30" Type="http://schemas.openxmlformats.org/officeDocument/2006/relationships/tags" Target="../tags/tag1864.xml"/><Relationship Id="rId3" Type="http://schemas.openxmlformats.org/officeDocument/2006/relationships/tags" Target="../tags/tag1837.xml"/><Relationship Id="rId29" Type="http://schemas.openxmlformats.org/officeDocument/2006/relationships/tags" Target="../tags/tag1863.xml"/><Relationship Id="rId28" Type="http://schemas.openxmlformats.org/officeDocument/2006/relationships/tags" Target="../tags/tag1862.xml"/><Relationship Id="rId27" Type="http://schemas.openxmlformats.org/officeDocument/2006/relationships/tags" Target="../tags/tag1861.xml"/><Relationship Id="rId26" Type="http://schemas.openxmlformats.org/officeDocument/2006/relationships/tags" Target="../tags/tag1860.xml"/><Relationship Id="rId25" Type="http://schemas.openxmlformats.org/officeDocument/2006/relationships/tags" Target="../tags/tag1859.xml"/><Relationship Id="rId24" Type="http://schemas.openxmlformats.org/officeDocument/2006/relationships/tags" Target="../tags/tag1858.xml"/><Relationship Id="rId23" Type="http://schemas.openxmlformats.org/officeDocument/2006/relationships/tags" Target="../tags/tag1857.xml"/><Relationship Id="rId22" Type="http://schemas.openxmlformats.org/officeDocument/2006/relationships/tags" Target="../tags/tag1856.xml"/><Relationship Id="rId21" Type="http://schemas.openxmlformats.org/officeDocument/2006/relationships/tags" Target="../tags/tag1855.xml"/><Relationship Id="rId20" Type="http://schemas.openxmlformats.org/officeDocument/2006/relationships/tags" Target="../tags/tag1854.xml"/><Relationship Id="rId2" Type="http://schemas.openxmlformats.org/officeDocument/2006/relationships/tags" Target="../tags/tag1836.xml"/><Relationship Id="rId19" Type="http://schemas.openxmlformats.org/officeDocument/2006/relationships/tags" Target="../tags/tag1853.xml"/><Relationship Id="rId18" Type="http://schemas.openxmlformats.org/officeDocument/2006/relationships/tags" Target="../tags/tag1852.xml"/><Relationship Id="rId17" Type="http://schemas.openxmlformats.org/officeDocument/2006/relationships/tags" Target="../tags/tag1851.xml"/><Relationship Id="rId16" Type="http://schemas.openxmlformats.org/officeDocument/2006/relationships/tags" Target="../tags/tag1850.xml"/><Relationship Id="rId15" Type="http://schemas.openxmlformats.org/officeDocument/2006/relationships/tags" Target="../tags/tag1849.xml"/><Relationship Id="rId14" Type="http://schemas.openxmlformats.org/officeDocument/2006/relationships/tags" Target="../tags/tag1848.xml"/><Relationship Id="rId13" Type="http://schemas.openxmlformats.org/officeDocument/2006/relationships/tags" Target="../tags/tag1847.xml"/><Relationship Id="rId12" Type="http://schemas.openxmlformats.org/officeDocument/2006/relationships/tags" Target="../tags/tag1846.xml"/><Relationship Id="rId112" Type="http://schemas.openxmlformats.org/officeDocument/2006/relationships/notesSlide" Target="../notesSlides/notesSlide19.xml"/><Relationship Id="rId111" Type="http://schemas.openxmlformats.org/officeDocument/2006/relationships/slideLayout" Target="../slideLayouts/slideLayout7.xml"/><Relationship Id="rId110" Type="http://schemas.openxmlformats.org/officeDocument/2006/relationships/tags" Target="../tags/tag1943.xml"/><Relationship Id="rId11" Type="http://schemas.openxmlformats.org/officeDocument/2006/relationships/tags" Target="../tags/tag1845.xml"/><Relationship Id="rId109" Type="http://schemas.openxmlformats.org/officeDocument/2006/relationships/slide" Target="slide25.xml"/><Relationship Id="rId108" Type="http://schemas.openxmlformats.org/officeDocument/2006/relationships/tags" Target="../tags/tag1942.xml"/><Relationship Id="rId107" Type="http://schemas.openxmlformats.org/officeDocument/2006/relationships/tags" Target="../tags/tag1941.xml"/><Relationship Id="rId106" Type="http://schemas.openxmlformats.org/officeDocument/2006/relationships/tags" Target="../tags/tag1940.xml"/><Relationship Id="rId105" Type="http://schemas.openxmlformats.org/officeDocument/2006/relationships/tags" Target="../tags/tag1939.xml"/><Relationship Id="rId104" Type="http://schemas.openxmlformats.org/officeDocument/2006/relationships/tags" Target="../tags/tag1938.xml"/><Relationship Id="rId103" Type="http://schemas.openxmlformats.org/officeDocument/2006/relationships/tags" Target="../tags/tag1937.xml"/><Relationship Id="rId102" Type="http://schemas.openxmlformats.org/officeDocument/2006/relationships/tags" Target="../tags/tag1936.xml"/><Relationship Id="rId101" Type="http://schemas.openxmlformats.org/officeDocument/2006/relationships/tags" Target="../tags/tag1935.xml"/><Relationship Id="rId100" Type="http://schemas.openxmlformats.org/officeDocument/2006/relationships/tags" Target="../tags/tag1934.xml"/><Relationship Id="rId10" Type="http://schemas.openxmlformats.org/officeDocument/2006/relationships/tags" Target="../tags/tag1844.xml"/><Relationship Id="rId1" Type="http://schemas.openxmlformats.org/officeDocument/2006/relationships/slide" Target="slide2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945.xml"/><Relationship Id="rId2" Type="http://schemas.openxmlformats.org/officeDocument/2006/relationships/tags" Target="../tags/tag1944.xml"/><Relationship Id="rId1" Type="http://schemas.openxmlformats.org/officeDocument/2006/relationships/slide" Target="slide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3.xml"/><Relationship Id="rId1" Type="http://schemas.openxmlformats.org/officeDocument/2006/relationships/slide" Target="slide4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7.xml"/><Relationship Id="rId4" Type="http://schemas.openxmlformats.org/officeDocument/2006/relationships/slide" Target="slide36.xml"/><Relationship Id="rId3" Type="http://schemas.openxmlformats.org/officeDocument/2006/relationships/slide" Target="slide35.xml"/><Relationship Id="rId2" Type="http://schemas.openxmlformats.org/officeDocument/2006/relationships/slide" Target="slide34.xml"/><Relationship Id="rId1" Type="http://schemas.openxmlformats.org/officeDocument/2006/relationships/tags" Target="../tags/tag1946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948.xml"/><Relationship Id="rId2" Type="http://schemas.openxmlformats.org/officeDocument/2006/relationships/slide" Target="slide31.xml"/><Relationship Id="rId1" Type="http://schemas.openxmlformats.org/officeDocument/2006/relationships/tags" Target="../tags/tag1947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2.xml"/><Relationship Id="rId1" Type="http://schemas.openxmlformats.org/officeDocument/2006/relationships/slide" Target="slide3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slide" Target="slid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slide" Target="slide3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slide" Target="slide34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7.xml"/><Relationship Id="rId3" Type="http://schemas.openxmlformats.org/officeDocument/2006/relationships/slide" Target="slide44.xml"/><Relationship Id="rId2" Type="http://schemas.openxmlformats.org/officeDocument/2006/relationships/slide" Target="slide43.xml"/><Relationship Id="rId1" Type="http://schemas.openxmlformats.org/officeDocument/2006/relationships/slide" Target="slide61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49.xml"/><Relationship Id="rId1" Type="http://schemas.openxmlformats.org/officeDocument/2006/relationships/slide" Target="slide62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951.xml"/><Relationship Id="rId3" Type="http://schemas.openxmlformats.org/officeDocument/2006/relationships/tags" Target="../tags/tag1950.xml"/><Relationship Id="rId2" Type="http://schemas.openxmlformats.org/officeDocument/2006/relationships/slide" Target="slide54.xml"/><Relationship Id="rId1" Type="http://schemas.openxmlformats.org/officeDocument/2006/relationships/slide" Target="slide23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52.xml"/><Relationship Id="rId1" Type="http://schemas.openxmlformats.org/officeDocument/2006/relationships/slide" Target="slide40.xml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953.xml"/><Relationship Id="rId4" Type="http://schemas.openxmlformats.org/officeDocument/2006/relationships/slide" Target="slide46.xml"/><Relationship Id="rId3" Type="http://schemas.openxmlformats.org/officeDocument/2006/relationships/slide" Target="slide83.xml"/><Relationship Id="rId2" Type="http://schemas.openxmlformats.org/officeDocument/2006/relationships/slide" Target="slide40.xml"/><Relationship Id="rId1" Type="http://schemas.openxmlformats.org/officeDocument/2006/relationships/slide" Target="slide5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955.xml"/><Relationship Id="rId2" Type="http://schemas.openxmlformats.org/officeDocument/2006/relationships/slide" Target="slide44.xml"/><Relationship Id="rId1" Type="http://schemas.openxmlformats.org/officeDocument/2006/relationships/tags" Target="../tags/tag1954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1961.xml"/><Relationship Id="rId8" Type="http://schemas.openxmlformats.org/officeDocument/2006/relationships/tags" Target="../tags/tag1960.xml"/><Relationship Id="rId74" Type="http://schemas.openxmlformats.org/officeDocument/2006/relationships/notesSlide" Target="../notesSlides/notesSlide37.xml"/><Relationship Id="rId73" Type="http://schemas.openxmlformats.org/officeDocument/2006/relationships/slideLayout" Target="../slideLayouts/slideLayout7.xml"/><Relationship Id="rId72" Type="http://schemas.openxmlformats.org/officeDocument/2006/relationships/tags" Target="../tags/tag2023.xml"/><Relationship Id="rId71" Type="http://schemas.openxmlformats.org/officeDocument/2006/relationships/slide" Target="slide63.xml"/><Relationship Id="rId70" Type="http://schemas.openxmlformats.org/officeDocument/2006/relationships/tags" Target="../tags/tag2022.xml"/><Relationship Id="rId7" Type="http://schemas.openxmlformats.org/officeDocument/2006/relationships/tags" Target="../tags/tag1959.xml"/><Relationship Id="rId69" Type="http://schemas.openxmlformats.org/officeDocument/2006/relationships/tags" Target="../tags/tag2021.xml"/><Relationship Id="rId68" Type="http://schemas.openxmlformats.org/officeDocument/2006/relationships/tags" Target="../tags/tag2020.xml"/><Relationship Id="rId67" Type="http://schemas.openxmlformats.org/officeDocument/2006/relationships/tags" Target="../tags/tag2019.xml"/><Relationship Id="rId66" Type="http://schemas.openxmlformats.org/officeDocument/2006/relationships/tags" Target="../tags/tag2018.xml"/><Relationship Id="rId65" Type="http://schemas.openxmlformats.org/officeDocument/2006/relationships/tags" Target="../tags/tag2017.xml"/><Relationship Id="rId64" Type="http://schemas.openxmlformats.org/officeDocument/2006/relationships/tags" Target="../tags/tag2016.xml"/><Relationship Id="rId63" Type="http://schemas.openxmlformats.org/officeDocument/2006/relationships/tags" Target="../tags/tag2015.xml"/><Relationship Id="rId62" Type="http://schemas.openxmlformats.org/officeDocument/2006/relationships/tags" Target="../tags/tag2014.xml"/><Relationship Id="rId61" Type="http://schemas.openxmlformats.org/officeDocument/2006/relationships/tags" Target="../tags/tag2013.xml"/><Relationship Id="rId60" Type="http://schemas.openxmlformats.org/officeDocument/2006/relationships/tags" Target="../tags/tag2012.xml"/><Relationship Id="rId6" Type="http://schemas.openxmlformats.org/officeDocument/2006/relationships/tags" Target="../tags/tag1958.xml"/><Relationship Id="rId59" Type="http://schemas.openxmlformats.org/officeDocument/2006/relationships/tags" Target="../tags/tag2011.xml"/><Relationship Id="rId58" Type="http://schemas.openxmlformats.org/officeDocument/2006/relationships/tags" Target="../tags/tag2010.xml"/><Relationship Id="rId57" Type="http://schemas.openxmlformats.org/officeDocument/2006/relationships/tags" Target="../tags/tag2009.xml"/><Relationship Id="rId56" Type="http://schemas.openxmlformats.org/officeDocument/2006/relationships/tags" Target="../tags/tag2008.xml"/><Relationship Id="rId55" Type="http://schemas.openxmlformats.org/officeDocument/2006/relationships/tags" Target="../tags/tag2007.xml"/><Relationship Id="rId54" Type="http://schemas.openxmlformats.org/officeDocument/2006/relationships/tags" Target="../tags/tag2006.xml"/><Relationship Id="rId53" Type="http://schemas.openxmlformats.org/officeDocument/2006/relationships/tags" Target="../tags/tag2005.xml"/><Relationship Id="rId52" Type="http://schemas.openxmlformats.org/officeDocument/2006/relationships/tags" Target="../tags/tag2004.xml"/><Relationship Id="rId51" Type="http://schemas.openxmlformats.org/officeDocument/2006/relationships/tags" Target="../tags/tag2003.xml"/><Relationship Id="rId50" Type="http://schemas.openxmlformats.org/officeDocument/2006/relationships/tags" Target="../tags/tag2002.xml"/><Relationship Id="rId5" Type="http://schemas.openxmlformats.org/officeDocument/2006/relationships/tags" Target="../tags/tag1957.xml"/><Relationship Id="rId49" Type="http://schemas.openxmlformats.org/officeDocument/2006/relationships/tags" Target="../tags/tag2001.xml"/><Relationship Id="rId48" Type="http://schemas.openxmlformats.org/officeDocument/2006/relationships/tags" Target="../tags/tag2000.xml"/><Relationship Id="rId47" Type="http://schemas.openxmlformats.org/officeDocument/2006/relationships/tags" Target="../tags/tag1999.xml"/><Relationship Id="rId46" Type="http://schemas.openxmlformats.org/officeDocument/2006/relationships/tags" Target="../tags/tag1998.xml"/><Relationship Id="rId45" Type="http://schemas.openxmlformats.org/officeDocument/2006/relationships/tags" Target="../tags/tag1997.xml"/><Relationship Id="rId44" Type="http://schemas.openxmlformats.org/officeDocument/2006/relationships/tags" Target="../tags/tag1996.xml"/><Relationship Id="rId43" Type="http://schemas.openxmlformats.org/officeDocument/2006/relationships/tags" Target="../tags/tag1995.xml"/><Relationship Id="rId42" Type="http://schemas.openxmlformats.org/officeDocument/2006/relationships/tags" Target="../tags/tag1994.xml"/><Relationship Id="rId41" Type="http://schemas.openxmlformats.org/officeDocument/2006/relationships/tags" Target="../tags/tag1993.xml"/><Relationship Id="rId40" Type="http://schemas.openxmlformats.org/officeDocument/2006/relationships/tags" Target="../tags/tag1992.xml"/><Relationship Id="rId4" Type="http://schemas.openxmlformats.org/officeDocument/2006/relationships/tags" Target="../tags/tag1956.xml"/><Relationship Id="rId39" Type="http://schemas.openxmlformats.org/officeDocument/2006/relationships/tags" Target="../tags/tag1991.xml"/><Relationship Id="rId38" Type="http://schemas.openxmlformats.org/officeDocument/2006/relationships/tags" Target="../tags/tag1990.xml"/><Relationship Id="rId37" Type="http://schemas.openxmlformats.org/officeDocument/2006/relationships/tags" Target="../tags/tag1989.xml"/><Relationship Id="rId36" Type="http://schemas.openxmlformats.org/officeDocument/2006/relationships/tags" Target="../tags/tag1988.xml"/><Relationship Id="rId35" Type="http://schemas.openxmlformats.org/officeDocument/2006/relationships/tags" Target="../tags/tag1987.xml"/><Relationship Id="rId34" Type="http://schemas.openxmlformats.org/officeDocument/2006/relationships/tags" Target="../tags/tag1986.xml"/><Relationship Id="rId33" Type="http://schemas.openxmlformats.org/officeDocument/2006/relationships/tags" Target="../tags/tag1985.xml"/><Relationship Id="rId32" Type="http://schemas.openxmlformats.org/officeDocument/2006/relationships/tags" Target="../tags/tag1984.xml"/><Relationship Id="rId31" Type="http://schemas.openxmlformats.org/officeDocument/2006/relationships/tags" Target="../tags/tag1983.xml"/><Relationship Id="rId30" Type="http://schemas.openxmlformats.org/officeDocument/2006/relationships/tags" Target="../tags/tag1982.xml"/><Relationship Id="rId3" Type="http://schemas.openxmlformats.org/officeDocument/2006/relationships/slide" Target="slide60.xml"/><Relationship Id="rId29" Type="http://schemas.openxmlformats.org/officeDocument/2006/relationships/tags" Target="../tags/tag1981.xml"/><Relationship Id="rId28" Type="http://schemas.openxmlformats.org/officeDocument/2006/relationships/tags" Target="../tags/tag1980.xml"/><Relationship Id="rId27" Type="http://schemas.openxmlformats.org/officeDocument/2006/relationships/tags" Target="../tags/tag1979.xml"/><Relationship Id="rId26" Type="http://schemas.openxmlformats.org/officeDocument/2006/relationships/tags" Target="../tags/tag1978.xml"/><Relationship Id="rId25" Type="http://schemas.openxmlformats.org/officeDocument/2006/relationships/tags" Target="../tags/tag1977.xml"/><Relationship Id="rId24" Type="http://schemas.openxmlformats.org/officeDocument/2006/relationships/tags" Target="../tags/tag1976.xml"/><Relationship Id="rId23" Type="http://schemas.openxmlformats.org/officeDocument/2006/relationships/tags" Target="../tags/tag1975.xml"/><Relationship Id="rId22" Type="http://schemas.openxmlformats.org/officeDocument/2006/relationships/tags" Target="../tags/tag1974.xml"/><Relationship Id="rId21" Type="http://schemas.openxmlformats.org/officeDocument/2006/relationships/tags" Target="../tags/tag1973.xml"/><Relationship Id="rId20" Type="http://schemas.openxmlformats.org/officeDocument/2006/relationships/tags" Target="../tags/tag1972.xml"/><Relationship Id="rId2" Type="http://schemas.openxmlformats.org/officeDocument/2006/relationships/slide" Target="slide53.xml"/><Relationship Id="rId19" Type="http://schemas.openxmlformats.org/officeDocument/2006/relationships/tags" Target="../tags/tag1971.xml"/><Relationship Id="rId18" Type="http://schemas.openxmlformats.org/officeDocument/2006/relationships/tags" Target="../tags/tag1970.xml"/><Relationship Id="rId17" Type="http://schemas.openxmlformats.org/officeDocument/2006/relationships/tags" Target="../tags/tag1969.xml"/><Relationship Id="rId16" Type="http://schemas.openxmlformats.org/officeDocument/2006/relationships/tags" Target="../tags/tag1968.xml"/><Relationship Id="rId15" Type="http://schemas.openxmlformats.org/officeDocument/2006/relationships/tags" Target="../tags/tag1967.xml"/><Relationship Id="rId14" Type="http://schemas.openxmlformats.org/officeDocument/2006/relationships/tags" Target="../tags/tag1966.xml"/><Relationship Id="rId13" Type="http://schemas.openxmlformats.org/officeDocument/2006/relationships/tags" Target="../tags/tag1965.xml"/><Relationship Id="rId12" Type="http://schemas.openxmlformats.org/officeDocument/2006/relationships/tags" Target="../tags/tag1964.xml"/><Relationship Id="rId11" Type="http://schemas.openxmlformats.org/officeDocument/2006/relationships/tags" Target="../tags/tag1963.xml"/><Relationship Id="rId10" Type="http://schemas.openxmlformats.org/officeDocument/2006/relationships/tags" Target="../tags/tag1962.xml"/><Relationship Id="rId1" Type="http://schemas.openxmlformats.org/officeDocument/2006/relationships/slide" Target="slide5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024.xml"/><Relationship Id="rId1" Type="http://schemas.openxmlformats.org/officeDocument/2006/relationships/slide" Target="slide2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2032.xml"/><Relationship Id="rId8" Type="http://schemas.openxmlformats.org/officeDocument/2006/relationships/tags" Target="../tags/tag2031.xml"/><Relationship Id="rId7" Type="http://schemas.openxmlformats.org/officeDocument/2006/relationships/tags" Target="../tags/tag2030.xml"/><Relationship Id="rId6" Type="http://schemas.openxmlformats.org/officeDocument/2006/relationships/tags" Target="../tags/tag2029.xml"/><Relationship Id="rId55" Type="http://schemas.openxmlformats.org/officeDocument/2006/relationships/notesSlide" Target="../notesSlides/notesSlide38.xml"/><Relationship Id="rId54" Type="http://schemas.openxmlformats.org/officeDocument/2006/relationships/slideLayout" Target="../slideLayouts/slideLayout7.xml"/><Relationship Id="rId53" Type="http://schemas.openxmlformats.org/officeDocument/2006/relationships/tags" Target="../tags/tag2076.xml"/><Relationship Id="rId52" Type="http://schemas.openxmlformats.org/officeDocument/2006/relationships/tags" Target="../tags/tag2075.xml"/><Relationship Id="rId51" Type="http://schemas.openxmlformats.org/officeDocument/2006/relationships/tags" Target="../tags/tag2074.xml"/><Relationship Id="rId50" Type="http://schemas.openxmlformats.org/officeDocument/2006/relationships/tags" Target="../tags/tag2073.xml"/><Relationship Id="rId5" Type="http://schemas.openxmlformats.org/officeDocument/2006/relationships/tags" Target="../tags/tag2028.xml"/><Relationship Id="rId49" Type="http://schemas.openxmlformats.org/officeDocument/2006/relationships/tags" Target="../tags/tag2072.xml"/><Relationship Id="rId48" Type="http://schemas.openxmlformats.org/officeDocument/2006/relationships/tags" Target="../tags/tag2071.xml"/><Relationship Id="rId47" Type="http://schemas.openxmlformats.org/officeDocument/2006/relationships/tags" Target="../tags/tag2070.xml"/><Relationship Id="rId46" Type="http://schemas.openxmlformats.org/officeDocument/2006/relationships/tags" Target="../tags/tag2069.xml"/><Relationship Id="rId45" Type="http://schemas.openxmlformats.org/officeDocument/2006/relationships/tags" Target="../tags/tag2068.xml"/><Relationship Id="rId44" Type="http://schemas.openxmlformats.org/officeDocument/2006/relationships/tags" Target="../tags/tag2067.xml"/><Relationship Id="rId43" Type="http://schemas.openxmlformats.org/officeDocument/2006/relationships/tags" Target="../tags/tag2066.xml"/><Relationship Id="rId42" Type="http://schemas.openxmlformats.org/officeDocument/2006/relationships/tags" Target="../tags/tag2065.xml"/><Relationship Id="rId41" Type="http://schemas.openxmlformats.org/officeDocument/2006/relationships/tags" Target="../tags/tag2064.xml"/><Relationship Id="rId40" Type="http://schemas.openxmlformats.org/officeDocument/2006/relationships/tags" Target="../tags/tag2063.xml"/><Relationship Id="rId4" Type="http://schemas.openxmlformats.org/officeDocument/2006/relationships/tags" Target="../tags/tag2027.xml"/><Relationship Id="rId39" Type="http://schemas.openxmlformats.org/officeDocument/2006/relationships/tags" Target="../tags/tag2062.xml"/><Relationship Id="rId38" Type="http://schemas.openxmlformats.org/officeDocument/2006/relationships/tags" Target="../tags/tag2061.xml"/><Relationship Id="rId37" Type="http://schemas.openxmlformats.org/officeDocument/2006/relationships/tags" Target="../tags/tag2060.xml"/><Relationship Id="rId36" Type="http://schemas.openxmlformats.org/officeDocument/2006/relationships/tags" Target="../tags/tag2059.xml"/><Relationship Id="rId35" Type="http://schemas.openxmlformats.org/officeDocument/2006/relationships/tags" Target="../tags/tag2058.xml"/><Relationship Id="rId34" Type="http://schemas.openxmlformats.org/officeDocument/2006/relationships/tags" Target="../tags/tag2057.xml"/><Relationship Id="rId33" Type="http://schemas.openxmlformats.org/officeDocument/2006/relationships/tags" Target="../tags/tag2056.xml"/><Relationship Id="rId32" Type="http://schemas.openxmlformats.org/officeDocument/2006/relationships/tags" Target="../tags/tag2055.xml"/><Relationship Id="rId31" Type="http://schemas.openxmlformats.org/officeDocument/2006/relationships/tags" Target="../tags/tag2054.xml"/><Relationship Id="rId30" Type="http://schemas.openxmlformats.org/officeDocument/2006/relationships/tags" Target="../tags/tag2053.xml"/><Relationship Id="rId3" Type="http://schemas.openxmlformats.org/officeDocument/2006/relationships/tags" Target="../tags/tag2026.xml"/><Relationship Id="rId29" Type="http://schemas.openxmlformats.org/officeDocument/2006/relationships/tags" Target="../tags/tag2052.xml"/><Relationship Id="rId28" Type="http://schemas.openxmlformats.org/officeDocument/2006/relationships/tags" Target="../tags/tag2051.xml"/><Relationship Id="rId27" Type="http://schemas.openxmlformats.org/officeDocument/2006/relationships/tags" Target="../tags/tag2050.xml"/><Relationship Id="rId26" Type="http://schemas.openxmlformats.org/officeDocument/2006/relationships/tags" Target="../tags/tag2049.xml"/><Relationship Id="rId25" Type="http://schemas.openxmlformats.org/officeDocument/2006/relationships/tags" Target="../tags/tag2048.xml"/><Relationship Id="rId24" Type="http://schemas.openxmlformats.org/officeDocument/2006/relationships/tags" Target="../tags/tag2047.xml"/><Relationship Id="rId23" Type="http://schemas.openxmlformats.org/officeDocument/2006/relationships/tags" Target="../tags/tag2046.xml"/><Relationship Id="rId22" Type="http://schemas.openxmlformats.org/officeDocument/2006/relationships/tags" Target="../tags/tag2045.xml"/><Relationship Id="rId21" Type="http://schemas.openxmlformats.org/officeDocument/2006/relationships/tags" Target="../tags/tag2044.xml"/><Relationship Id="rId20" Type="http://schemas.openxmlformats.org/officeDocument/2006/relationships/tags" Target="../tags/tag2043.xml"/><Relationship Id="rId2" Type="http://schemas.openxmlformats.org/officeDocument/2006/relationships/tags" Target="../tags/tag2025.xml"/><Relationship Id="rId19" Type="http://schemas.openxmlformats.org/officeDocument/2006/relationships/tags" Target="../tags/tag2042.xml"/><Relationship Id="rId18" Type="http://schemas.openxmlformats.org/officeDocument/2006/relationships/tags" Target="../tags/tag2041.xml"/><Relationship Id="rId17" Type="http://schemas.openxmlformats.org/officeDocument/2006/relationships/tags" Target="../tags/tag2040.xml"/><Relationship Id="rId16" Type="http://schemas.openxmlformats.org/officeDocument/2006/relationships/tags" Target="../tags/tag2039.xml"/><Relationship Id="rId15" Type="http://schemas.openxmlformats.org/officeDocument/2006/relationships/tags" Target="../tags/tag2038.xml"/><Relationship Id="rId14" Type="http://schemas.openxmlformats.org/officeDocument/2006/relationships/tags" Target="../tags/tag2037.xml"/><Relationship Id="rId13" Type="http://schemas.openxmlformats.org/officeDocument/2006/relationships/tags" Target="../tags/tag2036.xml"/><Relationship Id="rId12" Type="http://schemas.openxmlformats.org/officeDocument/2006/relationships/tags" Target="../tags/tag2035.xml"/><Relationship Id="rId11" Type="http://schemas.openxmlformats.org/officeDocument/2006/relationships/tags" Target="../tags/tag2034.xml"/><Relationship Id="rId10" Type="http://schemas.openxmlformats.org/officeDocument/2006/relationships/tags" Target="../tags/tag2033.xml"/><Relationship Id="rId1" Type="http://schemas.openxmlformats.org/officeDocument/2006/relationships/slide" Target="slide70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2080.xml"/><Relationship Id="rId8" Type="http://schemas.openxmlformats.org/officeDocument/2006/relationships/tags" Target="../tags/tag2079.xml"/><Relationship Id="rId7" Type="http://schemas.openxmlformats.org/officeDocument/2006/relationships/tags" Target="../tags/tag2078.xml"/><Relationship Id="rId6" Type="http://schemas.openxmlformats.org/officeDocument/2006/relationships/tags" Target="../tags/tag2077.xml"/><Relationship Id="rId5" Type="http://schemas.openxmlformats.org/officeDocument/2006/relationships/slide" Target="slide60.xml"/><Relationship Id="rId4" Type="http://schemas.openxmlformats.org/officeDocument/2006/relationships/image" Target="../media/image2.emf"/><Relationship Id="rId3" Type="http://schemas.openxmlformats.org/officeDocument/2006/relationships/oleObject" Target="../embeddings/oleObject1.bin"/><Relationship Id="rId21" Type="http://schemas.openxmlformats.org/officeDocument/2006/relationships/notesSlide" Target="../notesSlides/notesSlide39.xml"/><Relationship Id="rId20" Type="http://schemas.openxmlformats.org/officeDocument/2006/relationships/vmlDrawing" Target="../drawings/vmlDrawing1.vml"/><Relationship Id="rId2" Type="http://schemas.openxmlformats.org/officeDocument/2006/relationships/slide" Target="slide4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088.xml"/><Relationship Id="rId17" Type="http://schemas.openxmlformats.org/officeDocument/2006/relationships/slide" Target="slide68.xml"/><Relationship Id="rId16" Type="http://schemas.openxmlformats.org/officeDocument/2006/relationships/tags" Target="../tags/tag2087.xml"/><Relationship Id="rId15" Type="http://schemas.openxmlformats.org/officeDocument/2006/relationships/tags" Target="../tags/tag2086.xml"/><Relationship Id="rId14" Type="http://schemas.openxmlformats.org/officeDocument/2006/relationships/tags" Target="../tags/tag2085.xml"/><Relationship Id="rId13" Type="http://schemas.openxmlformats.org/officeDocument/2006/relationships/tags" Target="../tags/tag2084.xml"/><Relationship Id="rId12" Type="http://schemas.openxmlformats.org/officeDocument/2006/relationships/tags" Target="../tags/tag2083.xml"/><Relationship Id="rId11" Type="http://schemas.openxmlformats.org/officeDocument/2006/relationships/tags" Target="../tags/tag2082.xml"/><Relationship Id="rId10" Type="http://schemas.openxmlformats.org/officeDocument/2006/relationships/tags" Target="../tags/tag2081.xml"/><Relationship Id="rId1" Type="http://schemas.openxmlformats.org/officeDocument/2006/relationships/slide" Target="slide58.xml"/></Relationships>
</file>

<file path=ppt/slides/_rels/slide51.xml.rels><?xml version="1.0" encoding="UTF-8" standalone="yes"?>
<Relationships xmlns="http://schemas.openxmlformats.org/package/2006/relationships"><Relationship Id="rId99" Type="http://schemas.openxmlformats.org/officeDocument/2006/relationships/tags" Target="../tags/tag2187.xml"/><Relationship Id="rId98" Type="http://schemas.openxmlformats.org/officeDocument/2006/relationships/tags" Target="../tags/tag2186.xml"/><Relationship Id="rId97" Type="http://schemas.openxmlformats.org/officeDocument/2006/relationships/tags" Target="../tags/tag2185.xml"/><Relationship Id="rId96" Type="http://schemas.openxmlformats.org/officeDocument/2006/relationships/tags" Target="../tags/tag2184.xml"/><Relationship Id="rId95" Type="http://schemas.openxmlformats.org/officeDocument/2006/relationships/tags" Target="../tags/tag2183.xml"/><Relationship Id="rId94" Type="http://schemas.openxmlformats.org/officeDocument/2006/relationships/tags" Target="../tags/tag2182.xml"/><Relationship Id="rId93" Type="http://schemas.openxmlformats.org/officeDocument/2006/relationships/tags" Target="../tags/tag2181.xml"/><Relationship Id="rId92" Type="http://schemas.openxmlformats.org/officeDocument/2006/relationships/tags" Target="../tags/tag2180.xml"/><Relationship Id="rId91" Type="http://schemas.openxmlformats.org/officeDocument/2006/relationships/tags" Target="../tags/tag2179.xml"/><Relationship Id="rId90" Type="http://schemas.openxmlformats.org/officeDocument/2006/relationships/tags" Target="../tags/tag2178.xml"/><Relationship Id="rId9" Type="http://schemas.openxmlformats.org/officeDocument/2006/relationships/tags" Target="../tags/tag2097.xml"/><Relationship Id="rId89" Type="http://schemas.openxmlformats.org/officeDocument/2006/relationships/tags" Target="../tags/tag2177.xml"/><Relationship Id="rId88" Type="http://schemas.openxmlformats.org/officeDocument/2006/relationships/tags" Target="../tags/tag2176.xml"/><Relationship Id="rId87" Type="http://schemas.openxmlformats.org/officeDocument/2006/relationships/tags" Target="../tags/tag2175.xml"/><Relationship Id="rId86" Type="http://schemas.openxmlformats.org/officeDocument/2006/relationships/tags" Target="../tags/tag2174.xml"/><Relationship Id="rId85" Type="http://schemas.openxmlformats.org/officeDocument/2006/relationships/tags" Target="../tags/tag2173.xml"/><Relationship Id="rId84" Type="http://schemas.openxmlformats.org/officeDocument/2006/relationships/tags" Target="../tags/tag2172.xml"/><Relationship Id="rId83" Type="http://schemas.openxmlformats.org/officeDocument/2006/relationships/tags" Target="../tags/tag2171.xml"/><Relationship Id="rId82" Type="http://schemas.openxmlformats.org/officeDocument/2006/relationships/tags" Target="../tags/tag2170.xml"/><Relationship Id="rId81" Type="http://schemas.openxmlformats.org/officeDocument/2006/relationships/tags" Target="../tags/tag2169.xml"/><Relationship Id="rId80" Type="http://schemas.openxmlformats.org/officeDocument/2006/relationships/tags" Target="../tags/tag2168.xml"/><Relationship Id="rId8" Type="http://schemas.openxmlformats.org/officeDocument/2006/relationships/tags" Target="../tags/tag2096.xml"/><Relationship Id="rId79" Type="http://schemas.openxmlformats.org/officeDocument/2006/relationships/tags" Target="../tags/tag2167.xml"/><Relationship Id="rId78" Type="http://schemas.openxmlformats.org/officeDocument/2006/relationships/tags" Target="../tags/tag2166.xml"/><Relationship Id="rId77" Type="http://schemas.openxmlformats.org/officeDocument/2006/relationships/tags" Target="../tags/tag2165.xml"/><Relationship Id="rId76" Type="http://schemas.openxmlformats.org/officeDocument/2006/relationships/tags" Target="../tags/tag2164.xml"/><Relationship Id="rId75" Type="http://schemas.openxmlformats.org/officeDocument/2006/relationships/tags" Target="../tags/tag2163.xml"/><Relationship Id="rId74" Type="http://schemas.openxmlformats.org/officeDocument/2006/relationships/tags" Target="../tags/tag2162.xml"/><Relationship Id="rId73" Type="http://schemas.openxmlformats.org/officeDocument/2006/relationships/tags" Target="../tags/tag2161.xml"/><Relationship Id="rId72" Type="http://schemas.openxmlformats.org/officeDocument/2006/relationships/tags" Target="../tags/tag2160.xml"/><Relationship Id="rId71" Type="http://schemas.openxmlformats.org/officeDocument/2006/relationships/tags" Target="../tags/tag2159.xml"/><Relationship Id="rId70" Type="http://schemas.openxmlformats.org/officeDocument/2006/relationships/tags" Target="../tags/tag2158.xml"/><Relationship Id="rId7" Type="http://schemas.openxmlformats.org/officeDocument/2006/relationships/tags" Target="../tags/tag2095.xml"/><Relationship Id="rId69" Type="http://schemas.openxmlformats.org/officeDocument/2006/relationships/tags" Target="../tags/tag2157.xml"/><Relationship Id="rId68" Type="http://schemas.openxmlformats.org/officeDocument/2006/relationships/tags" Target="../tags/tag2156.xml"/><Relationship Id="rId67" Type="http://schemas.openxmlformats.org/officeDocument/2006/relationships/tags" Target="../tags/tag2155.xml"/><Relationship Id="rId66" Type="http://schemas.openxmlformats.org/officeDocument/2006/relationships/tags" Target="../tags/tag2154.xml"/><Relationship Id="rId65" Type="http://schemas.openxmlformats.org/officeDocument/2006/relationships/tags" Target="../tags/tag2153.xml"/><Relationship Id="rId64" Type="http://schemas.openxmlformats.org/officeDocument/2006/relationships/tags" Target="../tags/tag2152.xml"/><Relationship Id="rId63" Type="http://schemas.openxmlformats.org/officeDocument/2006/relationships/tags" Target="../tags/tag2151.xml"/><Relationship Id="rId62" Type="http://schemas.openxmlformats.org/officeDocument/2006/relationships/tags" Target="../tags/tag2150.xml"/><Relationship Id="rId61" Type="http://schemas.openxmlformats.org/officeDocument/2006/relationships/tags" Target="../tags/tag2149.xml"/><Relationship Id="rId60" Type="http://schemas.openxmlformats.org/officeDocument/2006/relationships/tags" Target="../tags/tag2148.xml"/><Relationship Id="rId6" Type="http://schemas.openxmlformats.org/officeDocument/2006/relationships/tags" Target="../tags/tag2094.xml"/><Relationship Id="rId59" Type="http://schemas.openxmlformats.org/officeDocument/2006/relationships/tags" Target="../tags/tag2147.xml"/><Relationship Id="rId58" Type="http://schemas.openxmlformats.org/officeDocument/2006/relationships/tags" Target="../tags/tag2146.xml"/><Relationship Id="rId57" Type="http://schemas.openxmlformats.org/officeDocument/2006/relationships/tags" Target="../tags/tag2145.xml"/><Relationship Id="rId56" Type="http://schemas.openxmlformats.org/officeDocument/2006/relationships/tags" Target="../tags/tag2144.xml"/><Relationship Id="rId55" Type="http://schemas.openxmlformats.org/officeDocument/2006/relationships/tags" Target="../tags/tag2143.xml"/><Relationship Id="rId54" Type="http://schemas.openxmlformats.org/officeDocument/2006/relationships/tags" Target="../tags/tag2142.xml"/><Relationship Id="rId53" Type="http://schemas.openxmlformats.org/officeDocument/2006/relationships/tags" Target="../tags/tag2141.xml"/><Relationship Id="rId52" Type="http://schemas.openxmlformats.org/officeDocument/2006/relationships/tags" Target="../tags/tag2140.xml"/><Relationship Id="rId51" Type="http://schemas.openxmlformats.org/officeDocument/2006/relationships/tags" Target="../tags/tag2139.xml"/><Relationship Id="rId50" Type="http://schemas.openxmlformats.org/officeDocument/2006/relationships/tags" Target="../tags/tag2138.xml"/><Relationship Id="rId5" Type="http://schemas.openxmlformats.org/officeDocument/2006/relationships/tags" Target="../tags/tag2093.xml"/><Relationship Id="rId49" Type="http://schemas.openxmlformats.org/officeDocument/2006/relationships/tags" Target="../tags/tag2137.xml"/><Relationship Id="rId48" Type="http://schemas.openxmlformats.org/officeDocument/2006/relationships/tags" Target="../tags/tag2136.xml"/><Relationship Id="rId47" Type="http://schemas.openxmlformats.org/officeDocument/2006/relationships/tags" Target="../tags/tag2135.xml"/><Relationship Id="rId46" Type="http://schemas.openxmlformats.org/officeDocument/2006/relationships/tags" Target="../tags/tag2134.xml"/><Relationship Id="rId45" Type="http://schemas.openxmlformats.org/officeDocument/2006/relationships/tags" Target="../tags/tag2133.xml"/><Relationship Id="rId44" Type="http://schemas.openxmlformats.org/officeDocument/2006/relationships/tags" Target="../tags/tag2132.xml"/><Relationship Id="rId43" Type="http://schemas.openxmlformats.org/officeDocument/2006/relationships/tags" Target="../tags/tag2131.xml"/><Relationship Id="rId42" Type="http://schemas.openxmlformats.org/officeDocument/2006/relationships/tags" Target="../tags/tag2130.xml"/><Relationship Id="rId41" Type="http://schemas.openxmlformats.org/officeDocument/2006/relationships/tags" Target="../tags/tag2129.xml"/><Relationship Id="rId40" Type="http://schemas.openxmlformats.org/officeDocument/2006/relationships/tags" Target="../tags/tag2128.xml"/><Relationship Id="rId4" Type="http://schemas.openxmlformats.org/officeDocument/2006/relationships/tags" Target="../tags/tag2092.xml"/><Relationship Id="rId39" Type="http://schemas.openxmlformats.org/officeDocument/2006/relationships/tags" Target="../tags/tag2127.xml"/><Relationship Id="rId38" Type="http://schemas.openxmlformats.org/officeDocument/2006/relationships/tags" Target="../tags/tag2126.xml"/><Relationship Id="rId37" Type="http://schemas.openxmlformats.org/officeDocument/2006/relationships/tags" Target="../tags/tag2125.xml"/><Relationship Id="rId36" Type="http://schemas.openxmlformats.org/officeDocument/2006/relationships/tags" Target="../tags/tag2124.xml"/><Relationship Id="rId35" Type="http://schemas.openxmlformats.org/officeDocument/2006/relationships/tags" Target="../tags/tag2123.xml"/><Relationship Id="rId34" Type="http://schemas.openxmlformats.org/officeDocument/2006/relationships/tags" Target="../tags/tag2122.xml"/><Relationship Id="rId33" Type="http://schemas.openxmlformats.org/officeDocument/2006/relationships/tags" Target="../tags/tag2121.xml"/><Relationship Id="rId32" Type="http://schemas.openxmlformats.org/officeDocument/2006/relationships/tags" Target="../tags/tag2120.xml"/><Relationship Id="rId31" Type="http://schemas.openxmlformats.org/officeDocument/2006/relationships/tags" Target="../tags/tag2119.xml"/><Relationship Id="rId30" Type="http://schemas.openxmlformats.org/officeDocument/2006/relationships/tags" Target="../tags/tag2118.xml"/><Relationship Id="rId3" Type="http://schemas.openxmlformats.org/officeDocument/2006/relationships/tags" Target="../tags/tag2091.xml"/><Relationship Id="rId29" Type="http://schemas.openxmlformats.org/officeDocument/2006/relationships/tags" Target="../tags/tag2117.xml"/><Relationship Id="rId28" Type="http://schemas.openxmlformats.org/officeDocument/2006/relationships/tags" Target="../tags/tag2116.xml"/><Relationship Id="rId27" Type="http://schemas.openxmlformats.org/officeDocument/2006/relationships/tags" Target="../tags/tag2115.xml"/><Relationship Id="rId26" Type="http://schemas.openxmlformats.org/officeDocument/2006/relationships/tags" Target="../tags/tag2114.xml"/><Relationship Id="rId25" Type="http://schemas.openxmlformats.org/officeDocument/2006/relationships/tags" Target="../tags/tag2113.xml"/><Relationship Id="rId24" Type="http://schemas.openxmlformats.org/officeDocument/2006/relationships/tags" Target="../tags/tag2112.xml"/><Relationship Id="rId23" Type="http://schemas.openxmlformats.org/officeDocument/2006/relationships/tags" Target="../tags/tag2111.xml"/><Relationship Id="rId22" Type="http://schemas.openxmlformats.org/officeDocument/2006/relationships/tags" Target="../tags/tag2110.xml"/><Relationship Id="rId211" Type="http://schemas.openxmlformats.org/officeDocument/2006/relationships/slideLayout" Target="../slideLayouts/slideLayout7.xml"/><Relationship Id="rId210" Type="http://schemas.openxmlformats.org/officeDocument/2006/relationships/tags" Target="../tags/tag2298.xml"/><Relationship Id="rId21" Type="http://schemas.openxmlformats.org/officeDocument/2006/relationships/tags" Target="../tags/tag2109.xml"/><Relationship Id="rId209" Type="http://schemas.openxmlformats.org/officeDocument/2006/relationships/tags" Target="../tags/tag2297.xml"/><Relationship Id="rId208" Type="http://schemas.openxmlformats.org/officeDocument/2006/relationships/tags" Target="../tags/tag2296.xml"/><Relationship Id="rId207" Type="http://schemas.openxmlformats.org/officeDocument/2006/relationships/tags" Target="../tags/tag2295.xml"/><Relationship Id="rId206" Type="http://schemas.openxmlformats.org/officeDocument/2006/relationships/tags" Target="../tags/tag2294.xml"/><Relationship Id="rId205" Type="http://schemas.openxmlformats.org/officeDocument/2006/relationships/tags" Target="../tags/tag2293.xml"/><Relationship Id="rId204" Type="http://schemas.openxmlformats.org/officeDocument/2006/relationships/tags" Target="../tags/tag2292.xml"/><Relationship Id="rId203" Type="http://schemas.openxmlformats.org/officeDocument/2006/relationships/tags" Target="../tags/tag2291.xml"/><Relationship Id="rId202" Type="http://schemas.openxmlformats.org/officeDocument/2006/relationships/tags" Target="../tags/tag2290.xml"/><Relationship Id="rId201" Type="http://schemas.openxmlformats.org/officeDocument/2006/relationships/tags" Target="../tags/tag2289.xml"/><Relationship Id="rId200" Type="http://schemas.openxmlformats.org/officeDocument/2006/relationships/tags" Target="../tags/tag2288.xml"/><Relationship Id="rId20" Type="http://schemas.openxmlformats.org/officeDocument/2006/relationships/tags" Target="../tags/tag2108.xml"/><Relationship Id="rId2" Type="http://schemas.openxmlformats.org/officeDocument/2006/relationships/tags" Target="../tags/tag2090.xml"/><Relationship Id="rId199" Type="http://schemas.openxmlformats.org/officeDocument/2006/relationships/tags" Target="../tags/tag2287.xml"/><Relationship Id="rId198" Type="http://schemas.openxmlformats.org/officeDocument/2006/relationships/tags" Target="../tags/tag2286.xml"/><Relationship Id="rId197" Type="http://schemas.openxmlformats.org/officeDocument/2006/relationships/tags" Target="../tags/tag2285.xml"/><Relationship Id="rId196" Type="http://schemas.openxmlformats.org/officeDocument/2006/relationships/tags" Target="../tags/tag2284.xml"/><Relationship Id="rId195" Type="http://schemas.openxmlformats.org/officeDocument/2006/relationships/tags" Target="../tags/tag2283.xml"/><Relationship Id="rId194" Type="http://schemas.openxmlformats.org/officeDocument/2006/relationships/tags" Target="../tags/tag2282.xml"/><Relationship Id="rId193" Type="http://schemas.openxmlformats.org/officeDocument/2006/relationships/tags" Target="../tags/tag2281.xml"/><Relationship Id="rId192" Type="http://schemas.openxmlformats.org/officeDocument/2006/relationships/tags" Target="../tags/tag2280.xml"/><Relationship Id="rId191" Type="http://schemas.openxmlformats.org/officeDocument/2006/relationships/tags" Target="../tags/tag2279.xml"/><Relationship Id="rId190" Type="http://schemas.openxmlformats.org/officeDocument/2006/relationships/tags" Target="../tags/tag2278.xml"/><Relationship Id="rId19" Type="http://schemas.openxmlformats.org/officeDocument/2006/relationships/tags" Target="../tags/tag2107.xml"/><Relationship Id="rId189" Type="http://schemas.openxmlformats.org/officeDocument/2006/relationships/tags" Target="../tags/tag2277.xml"/><Relationship Id="rId188" Type="http://schemas.openxmlformats.org/officeDocument/2006/relationships/tags" Target="../tags/tag2276.xml"/><Relationship Id="rId187" Type="http://schemas.openxmlformats.org/officeDocument/2006/relationships/tags" Target="../tags/tag2275.xml"/><Relationship Id="rId186" Type="http://schemas.openxmlformats.org/officeDocument/2006/relationships/tags" Target="../tags/tag2274.xml"/><Relationship Id="rId185" Type="http://schemas.openxmlformats.org/officeDocument/2006/relationships/tags" Target="../tags/tag2273.xml"/><Relationship Id="rId184" Type="http://schemas.openxmlformats.org/officeDocument/2006/relationships/tags" Target="../tags/tag2272.xml"/><Relationship Id="rId183" Type="http://schemas.openxmlformats.org/officeDocument/2006/relationships/tags" Target="../tags/tag2271.xml"/><Relationship Id="rId182" Type="http://schemas.openxmlformats.org/officeDocument/2006/relationships/tags" Target="../tags/tag2270.xml"/><Relationship Id="rId181" Type="http://schemas.openxmlformats.org/officeDocument/2006/relationships/tags" Target="../tags/tag2269.xml"/><Relationship Id="rId180" Type="http://schemas.openxmlformats.org/officeDocument/2006/relationships/tags" Target="../tags/tag2268.xml"/><Relationship Id="rId18" Type="http://schemas.openxmlformats.org/officeDocument/2006/relationships/tags" Target="../tags/tag2106.xml"/><Relationship Id="rId179" Type="http://schemas.openxmlformats.org/officeDocument/2006/relationships/tags" Target="../tags/tag2267.xml"/><Relationship Id="rId178" Type="http://schemas.openxmlformats.org/officeDocument/2006/relationships/tags" Target="../tags/tag2266.xml"/><Relationship Id="rId177" Type="http://schemas.openxmlformats.org/officeDocument/2006/relationships/tags" Target="../tags/tag2265.xml"/><Relationship Id="rId176" Type="http://schemas.openxmlformats.org/officeDocument/2006/relationships/tags" Target="../tags/tag2264.xml"/><Relationship Id="rId175" Type="http://schemas.openxmlformats.org/officeDocument/2006/relationships/tags" Target="../tags/tag2263.xml"/><Relationship Id="rId174" Type="http://schemas.openxmlformats.org/officeDocument/2006/relationships/tags" Target="../tags/tag2262.xml"/><Relationship Id="rId173" Type="http://schemas.openxmlformats.org/officeDocument/2006/relationships/tags" Target="../tags/tag2261.xml"/><Relationship Id="rId172" Type="http://schemas.openxmlformats.org/officeDocument/2006/relationships/tags" Target="../tags/tag2260.xml"/><Relationship Id="rId171" Type="http://schemas.openxmlformats.org/officeDocument/2006/relationships/tags" Target="../tags/tag2259.xml"/><Relationship Id="rId170" Type="http://schemas.openxmlformats.org/officeDocument/2006/relationships/tags" Target="../tags/tag2258.xml"/><Relationship Id="rId17" Type="http://schemas.openxmlformats.org/officeDocument/2006/relationships/tags" Target="../tags/tag2105.xml"/><Relationship Id="rId169" Type="http://schemas.openxmlformats.org/officeDocument/2006/relationships/tags" Target="../tags/tag2257.xml"/><Relationship Id="rId168" Type="http://schemas.openxmlformats.org/officeDocument/2006/relationships/tags" Target="../tags/tag2256.xml"/><Relationship Id="rId167" Type="http://schemas.openxmlformats.org/officeDocument/2006/relationships/tags" Target="../tags/tag2255.xml"/><Relationship Id="rId166" Type="http://schemas.openxmlformats.org/officeDocument/2006/relationships/tags" Target="../tags/tag2254.xml"/><Relationship Id="rId165" Type="http://schemas.openxmlformats.org/officeDocument/2006/relationships/tags" Target="../tags/tag2253.xml"/><Relationship Id="rId164" Type="http://schemas.openxmlformats.org/officeDocument/2006/relationships/tags" Target="../tags/tag2252.xml"/><Relationship Id="rId163" Type="http://schemas.openxmlformats.org/officeDocument/2006/relationships/tags" Target="../tags/tag2251.xml"/><Relationship Id="rId162" Type="http://schemas.openxmlformats.org/officeDocument/2006/relationships/tags" Target="../tags/tag2250.xml"/><Relationship Id="rId161" Type="http://schemas.openxmlformats.org/officeDocument/2006/relationships/tags" Target="../tags/tag2249.xml"/><Relationship Id="rId160" Type="http://schemas.openxmlformats.org/officeDocument/2006/relationships/tags" Target="../tags/tag2248.xml"/><Relationship Id="rId16" Type="http://schemas.openxmlformats.org/officeDocument/2006/relationships/tags" Target="../tags/tag2104.xml"/><Relationship Id="rId159" Type="http://schemas.openxmlformats.org/officeDocument/2006/relationships/tags" Target="../tags/tag2247.xml"/><Relationship Id="rId158" Type="http://schemas.openxmlformats.org/officeDocument/2006/relationships/tags" Target="../tags/tag2246.xml"/><Relationship Id="rId157" Type="http://schemas.openxmlformats.org/officeDocument/2006/relationships/tags" Target="../tags/tag2245.xml"/><Relationship Id="rId156" Type="http://schemas.openxmlformats.org/officeDocument/2006/relationships/tags" Target="../tags/tag2244.xml"/><Relationship Id="rId155" Type="http://schemas.openxmlformats.org/officeDocument/2006/relationships/tags" Target="../tags/tag2243.xml"/><Relationship Id="rId154" Type="http://schemas.openxmlformats.org/officeDocument/2006/relationships/tags" Target="../tags/tag2242.xml"/><Relationship Id="rId153" Type="http://schemas.openxmlformats.org/officeDocument/2006/relationships/tags" Target="../tags/tag2241.xml"/><Relationship Id="rId152" Type="http://schemas.openxmlformats.org/officeDocument/2006/relationships/tags" Target="../tags/tag2240.xml"/><Relationship Id="rId151" Type="http://schemas.openxmlformats.org/officeDocument/2006/relationships/tags" Target="../tags/tag2239.xml"/><Relationship Id="rId150" Type="http://schemas.openxmlformats.org/officeDocument/2006/relationships/tags" Target="../tags/tag2238.xml"/><Relationship Id="rId15" Type="http://schemas.openxmlformats.org/officeDocument/2006/relationships/tags" Target="../tags/tag2103.xml"/><Relationship Id="rId149" Type="http://schemas.openxmlformats.org/officeDocument/2006/relationships/tags" Target="../tags/tag2237.xml"/><Relationship Id="rId148" Type="http://schemas.openxmlformats.org/officeDocument/2006/relationships/tags" Target="../tags/tag2236.xml"/><Relationship Id="rId147" Type="http://schemas.openxmlformats.org/officeDocument/2006/relationships/tags" Target="../tags/tag2235.xml"/><Relationship Id="rId146" Type="http://schemas.openxmlformats.org/officeDocument/2006/relationships/tags" Target="../tags/tag2234.xml"/><Relationship Id="rId145" Type="http://schemas.openxmlformats.org/officeDocument/2006/relationships/tags" Target="../tags/tag2233.xml"/><Relationship Id="rId144" Type="http://schemas.openxmlformats.org/officeDocument/2006/relationships/tags" Target="../tags/tag2232.xml"/><Relationship Id="rId143" Type="http://schemas.openxmlformats.org/officeDocument/2006/relationships/tags" Target="../tags/tag2231.xml"/><Relationship Id="rId142" Type="http://schemas.openxmlformats.org/officeDocument/2006/relationships/tags" Target="../tags/tag2230.xml"/><Relationship Id="rId141" Type="http://schemas.openxmlformats.org/officeDocument/2006/relationships/tags" Target="../tags/tag2229.xml"/><Relationship Id="rId140" Type="http://schemas.openxmlformats.org/officeDocument/2006/relationships/tags" Target="../tags/tag2228.xml"/><Relationship Id="rId14" Type="http://schemas.openxmlformats.org/officeDocument/2006/relationships/tags" Target="../tags/tag2102.xml"/><Relationship Id="rId139" Type="http://schemas.openxmlformats.org/officeDocument/2006/relationships/tags" Target="../tags/tag2227.xml"/><Relationship Id="rId138" Type="http://schemas.openxmlformats.org/officeDocument/2006/relationships/tags" Target="../tags/tag2226.xml"/><Relationship Id="rId137" Type="http://schemas.openxmlformats.org/officeDocument/2006/relationships/tags" Target="../tags/tag2225.xml"/><Relationship Id="rId136" Type="http://schemas.openxmlformats.org/officeDocument/2006/relationships/tags" Target="../tags/tag2224.xml"/><Relationship Id="rId135" Type="http://schemas.openxmlformats.org/officeDocument/2006/relationships/tags" Target="../tags/tag2223.xml"/><Relationship Id="rId134" Type="http://schemas.openxmlformats.org/officeDocument/2006/relationships/tags" Target="../tags/tag2222.xml"/><Relationship Id="rId133" Type="http://schemas.openxmlformats.org/officeDocument/2006/relationships/tags" Target="../tags/tag2221.xml"/><Relationship Id="rId132" Type="http://schemas.openxmlformats.org/officeDocument/2006/relationships/tags" Target="../tags/tag2220.xml"/><Relationship Id="rId131" Type="http://schemas.openxmlformats.org/officeDocument/2006/relationships/tags" Target="../tags/tag2219.xml"/><Relationship Id="rId130" Type="http://schemas.openxmlformats.org/officeDocument/2006/relationships/tags" Target="../tags/tag2218.xml"/><Relationship Id="rId13" Type="http://schemas.openxmlformats.org/officeDocument/2006/relationships/tags" Target="../tags/tag2101.xml"/><Relationship Id="rId129" Type="http://schemas.openxmlformats.org/officeDocument/2006/relationships/tags" Target="../tags/tag2217.xml"/><Relationship Id="rId128" Type="http://schemas.openxmlformats.org/officeDocument/2006/relationships/tags" Target="../tags/tag2216.xml"/><Relationship Id="rId127" Type="http://schemas.openxmlformats.org/officeDocument/2006/relationships/tags" Target="../tags/tag2215.xml"/><Relationship Id="rId126" Type="http://schemas.openxmlformats.org/officeDocument/2006/relationships/tags" Target="../tags/tag2214.xml"/><Relationship Id="rId125" Type="http://schemas.openxmlformats.org/officeDocument/2006/relationships/tags" Target="../tags/tag2213.xml"/><Relationship Id="rId124" Type="http://schemas.openxmlformats.org/officeDocument/2006/relationships/tags" Target="../tags/tag2212.xml"/><Relationship Id="rId123" Type="http://schemas.openxmlformats.org/officeDocument/2006/relationships/tags" Target="../tags/tag2211.xml"/><Relationship Id="rId122" Type="http://schemas.openxmlformats.org/officeDocument/2006/relationships/tags" Target="../tags/tag2210.xml"/><Relationship Id="rId121" Type="http://schemas.openxmlformats.org/officeDocument/2006/relationships/tags" Target="../tags/tag2209.xml"/><Relationship Id="rId120" Type="http://schemas.openxmlformats.org/officeDocument/2006/relationships/tags" Target="../tags/tag2208.xml"/><Relationship Id="rId12" Type="http://schemas.openxmlformats.org/officeDocument/2006/relationships/tags" Target="../tags/tag2100.xml"/><Relationship Id="rId119" Type="http://schemas.openxmlformats.org/officeDocument/2006/relationships/tags" Target="../tags/tag2207.xml"/><Relationship Id="rId118" Type="http://schemas.openxmlformats.org/officeDocument/2006/relationships/tags" Target="../tags/tag2206.xml"/><Relationship Id="rId117" Type="http://schemas.openxmlformats.org/officeDocument/2006/relationships/tags" Target="../tags/tag2205.xml"/><Relationship Id="rId116" Type="http://schemas.openxmlformats.org/officeDocument/2006/relationships/tags" Target="../tags/tag2204.xml"/><Relationship Id="rId115" Type="http://schemas.openxmlformats.org/officeDocument/2006/relationships/tags" Target="../tags/tag2203.xml"/><Relationship Id="rId114" Type="http://schemas.openxmlformats.org/officeDocument/2006/relationships/tags" Target="../tags/tag2202.xml"/><Relationship Id="rId113" Type="http://schemas.openxmlformats.org/officeDocument/2006/relationships/tags" Target="../tags/tag2201.xml"/><Relationship Id="rId112" Type="http://schemas.openxmlformats.org/officeDocument/2006/relationships/tags" Target="../tags/tag2200.xml"/><Relationship Id="rId111" Type="http://schemas.openxmlformats.org/officeDocument/2006/relationships/tags" Target="../tags/tag2199.xml"/><Relationship Id="rId110" Type="http://schemas.openxmlformats.org/officeDocument/2006/relationships/tags" Target="../tags/tag2198.xml"/><Relationship Id="rId11" Type="http://schemas.openxmlformats.org/officeDocument/2006/relationships/tags" Target="../tags/tag2099.xml"/><Relationship Id="rId109" Type="http://schemas.openxmlformats.org/officeDocument/2006/relationships/tags" Target="../tags/tag2197.xml"/><Relationship Id="rId108" Type="http://schemas.openxmlformats.org/officeDocument/2006/relationships/tags" Target="../tags/tag2196.xml"/><Relationship Id="rId107" Type="http://schemas.openxmlformats.org/officeDocument/2006/relationships/tags" Target="../tags/tag2195.xml"/><Relationship Id="rId106" Type="http://schemas.openxmlformats.org/officeDocument/2006/relationships/tags" Target="../tags/tag2194.xml"/><Relationship Id="rId105" Type="http://schemas.openxmlformats.org/officeDocument/2006/relationships/tags" Target="../tags/tag2193.xml"/><Relationship Id="rId104" Type="http://schemas.openxmlformats.org/officeDocument/2006/relationships/tags" Target="../tags/tag2192.xml"/><Relationship Id="rId103" Type="http://schemas.openxmlformats.org/officeDocument/2006/relationships/tags" Target="../tags/tag2191.xml"/><Relationship Id="rId102" Type="http://schemas.openxmlformats.org/officeDocument/2006/relationships/tags" Target="../tags/tag2190.xml"/><Relationship Id="rId101" Type="http://schemas.openxmlformats.org/officeDocument/2006/relationships/tags" Target="../tags/tag2189.xml"/><Relationship Id="rId100" Type="http://schemas.openxmlformats.org/officeDocument/2006/relationships/tags" Target="../tags/tag2188.xml"/><Relationship Id="rId10" Type="http://schemas.openxmlformats.org/officeDocument/2006/relationships/tags" Target="../tags/tag2098.xml"/><Relationship Id="rId1" Type="http://schemas.openxmlformats.org/officeDocument/2006/relationships/tags" Target="../tags/tag208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1" Type="http://schemas.openxmlformats.org/officeDocument/2006/relationships/slide" Target="slide47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2304.xml"/><Relationship Id="rId8" Type="http://schemas.openxmlformats.org/officeDocument/2006/relationships/tags" Target="../tags/tag2303.xml"/><Relationship Id="rId7" Type="http://schemas.openxmlformats.org/officeDocument/2006/relationships/tags" Target="../tags/tag2302.xml"/><Relationship Id="rId6" Type="http://schemas.openxmlformats.org/officeDocument/2006/relationships/tags" Target="../tags/tag2301.xml"/><Relationship Id="rId50" Type="http://schemas.openxmlformats.org/officeDocument/2006/relationships/notesSlide" Target="../notesSlides/notesSlide42.xml"/><Relationship Id="rId5" Type="http://schemas.openxmlformats.org/officeDocument/2006/relationships/tags" Target="../tags/tag2300.xml"/><Relationship Id="rId49" Type="http://schemas.openxmlformats.org/officeDocument/2006/relationships/slideLayout" Target="../slideLayouts/slideLayout7.xml"/><Relationship Id="rId48" Type="http://schemas.openxmlformats.org/officeDocument/2006/relationships/tags" Target="../tags/tag2342.xml"/><Relationship Id="rId47" Type="http://schemas.openxmlformats.org/officeDocument/2006/relationships/image" Target="../media/image3.png"/><Relationship Id="rId46" Type="http://schemas.openxmlformats.org/officeDocument/2006/relationships/tags" Target="../tags/tag2341.xml"/><Relationship Id="rId45" Type="http://schemas.openxmlformats.org/officeDocument/2006/relationships/tags" Target="../tags/tag2340.xml"/><Relationship Id="rId44" Type="http://schemas.openxmlformats.org/officeDocument/2006/relationships/tags" Target="../tags/tag2339.xml"/><Relationship Id="rId43" Type="http://schemas.openxmlformats.org/officeDocument/2006/relationships/tags" Target="../tags/tag2338.xml"/><Relationship Id="rId42" Type="http://schemas.openxmlformats.org/officeDocument/2006/relationships/tags" Target="../tags/tag2337.xml"/><Relationship Id="rId41" Type="http://schemas.openxmlformats.org/officeDocument/2006/relationships/tags" Target="../tags/tag2336.xml"/><Relationship Id="rId40" Type="http://schemas.openxmlformats.org/officeDocument/2006/relationships/tags" Target="../tags/tag2335.xml"/><Relationship Id="rId4" Type="http://schemas.openxmlformats.org/officeDocument/2006/relationships/tags" Target="../tags/tag2299.xml"/><Relationship Id="rId39" Type="http://schemas.openxmlformats.org/officeDocument/2006/relationships/tags" Target="../tags/tag2334.xml"/><Relationship Id="rId38" Type="http://schemas.openxmlformats.org/officeDocument/2006/relationships/tags" Target="../tags/tag2333.xml"/><Relationship Id="rId37" Type="http://schemas.openxmlformats.org/officeDocument/2006/relationships/tags" Target="../tags/tag2332.xml"/><Relationship Id="rId36" Type="http://schemas.openxmlformats.org/officeDocument/2006/relationships/tags" Target="../tags/tag2331.xml"/><Relationship Id="rId35" Type="http://schemas.openxmlformats.org/officeDocument/2006/relationships/tags" Target="../tags/tag2330.xml"/><Relationship Id="rId34" Type="http://schemas.openxmlformats.org/officeDocument/2006/relationships/tags" Target="../tags/tag2329.xml"/><Relationship Id="rId33" Type="http://schemas.openxmlformats.org/officeDocument/2006/relationships/tags" Target="../tags/tag2328.xml"/><Relationship Id="rId32" Type="http://schemas.openxmlformats.org/officeDocument/2006/relationships/tags" Target="../tags/tag2327.xml"/><Relationship Id="rId31" Type="http://schemas.openxmlformats.org/officeDocument/2006/relationships/tags" Target="../tags/tag2326.xml"/><Relationship Id="rId30" Type="http://schemas.openxmlformats.org/officeDocument/2006/relationships/tags" Target="../tags/tag2325.xml"/><Relationship Id="rId3" Type="http://schemas.openxmlformats.org/officeDocument/2006/relationships/slide" Target="slide42.xml"/><Relationship Id="rId29" Type="http://schemas.openxmlformats.org/officeDocument/2006/relationships/tags" Target="../tags/tag2324.xml"/><Relationship Id="rId28" Type="http://schemas.openxmlformats.org/officeDocument/2006/relationships/tags" Target="../tags/tag2323.xml"/><Relationship Id="rId27" Type="http://schemas.openxmlformats.org/officeDocument/2006/relationships/tags" Target="../tags/tag2322.xml"/><Relationship Id="rId26" Type="http://schemas.openxmlformats.org/officeDocument/2006/relationships/tags" Target="../tags/tag2321.xml"/><Relationship Id="rId25" Type="http://schemas.openxmlformats.org/officeDocument/2006/relationships/tags" Target="../tags/tag2320.xml"/><Relationship Id="rId24" Type="http://schemas.openxmlformats.org/officeDocument/2006/relationships/tags" Target="../tags/tag2319.xml"/><Relationship Id="rId23" Type="http://schemas.openxmlformats.org/officeDocument/2006/relationships/tags" Target="../tags/tag2318.xml"/><Relationship Id="rId22" Type="http://schemas.openxmlformats.org/officeDocument/2006/relationships/tags" Target="../tags/tag2317.xml"/><Relationship Id="rId21" Type="http://schemas.openxmlformats.org/officeDocument/2006/relationships/tags" Target="../tags/tag2316.xml"/><Relationship Id="rId20" Type="http://schemas.openxmlformats.org/officeDocument/2006/relationships/tags" Target="../tags/tag2315.xml"/><Relationship Id="rId2" Type="http://schemas.openxmlformats.org/officeDocument/2006/relationships/slide" Target="slide57.xml"/><Relationship Id="rId19" Type="http://schemas.openxmlformats.org/officeDocument/2006/relationships/tags" Target="../tags/tag2314.xml"/><Relationship Id="rId18" Type="http://schemas.openxmlformats.org/officeDocument/2006/relationships/tags" Target="../tags/tag2313.xml"/><Relationship Id="rId17" Type="http://schemas.openxmlformats.org/officeDocument/2006/relationships/tags" Target="../tags/tag2312.xml"/><Relationship Id="rId16" Type="http://schemas.openxmlformats.org/officeDocument/2006/relationships/tags" Target="../tags/tag2311.xml"/><Relationship Id="rId15" Type="http://schemas.openxmlformats.org/officeDocument/2006/relationships/tags" Target="../tags/tag2310.xml"/><Relationship Id="rId14" Type="http://schemas.openxmlformats.org/officeDocument/2006/relationships/tags" Target="../tags/tag2309.xml"/><Relationship Id="rId13" Type="http://schemas.openxmlformats.org/officeDocument/2006/relationships/tags" Target="../tags/tag2308.xml"/><Relationship Id="rId12" Type="http://schemas.openxmlformats.org/officeDocument/2006/relationships/tags" Target="../tags/tag2307.xml"/><Relationship Id="rId11" Type="http://schemas.openxmlformats.org/officeDocument/2006/relationships/tags" Target="../tags/tag2306.xml"/><Relationship Id="rId10" Type="http://schemas.openxmlformats.org/officeDocument/2006/relationships/tags" Target="../tags/tag2305.xml"/><Relationship Id="rId1" Type="http://schemas.openxmlformats.org/officeDocument/2006/relationships/slide" Target="slide60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2351.xml"/><Relationship Id="rId8" Type="http://schemas.openxmlformats.org/officeDocument/2006/relationships/tags" Target="../tags/tag2350.xml"/><Relationship Id="rId7" Type="http://schemas.openxmlformats.org/officeDocument/2006/relationships/tags" Target="../tags/tag2349.xml"/><Relationship Id="rId64" Type="http://schemas.openxmlformats.org/officeDocument/2006/relationships/notesSlide" Target="../notesSlides/notesSlide43.xml"/><Relationship Id="rId63" Type="http://schemas.openxmlformats.org/officeDocument/2006/relationships/slideLayout" Target="../slideLayouts/slideLayout7.xml"/><Relationship Id="rId62" Type="http://schemas.openxmlformats.org/officeDocument/2006/relationships/tags" Target="../tags/tag2404.xml"/><Relationship Id="rId61" Type="http://schemas.openxmlformats.org/officeDocument/2006/relationships/tags" Target="../tags/tag2403.xml"/><Relationship Id="rId60" Type="http://schemas.openxmlformats.org/officeDocument/2006/relationships/tags" Target="../tags/tag2402.xml"/><Relationship Id="rId6" Type="http://schemas.openxmlformats.org/officeDocument/2006/relationships/tags" Target="../tags/tag2348.xml"/><Relationship Id="rId59" Type="http://schemas.openxmlformats.org/officeDocument/2006/relationships/tags" Target="../tags/tag2401.xml"/><Relationship Id="rId58" Type="http://schemas.openxmlformats.org/officeDocument/2006/relationships/tags" Target="../tags/tag2400.xml"/><Relationship Id="rId57" Type="http://schemas.openxmlformats.org/officeDocument/2006/relationships/tags" Target="../tags/tag2399.xml"/><Relationship Id="rId56" Type="http://schemas.openxmlformats.org/officeDocument/2006/relationships/tags" Target="../tags/tag2398.xml"/><Relationship Id="rId55" Type="http://schemas.openxmlformats.org/officeDocument/2006/relationships/tags" Target="../tags/tag2397.xml"/><Relationship Id="rId54" Type="http://schemas.openxmlformats.org/officeDocument/2006/relationships/tags" Target="../tags/tag2396.xml"/><Relationship Id="rId53" Type="http://schemas.openxmlformats.org/officeDocument/2006/relationships/tags" Target="../tags/tag2395.xml"/><Relationship Id="rId52" Type="http://schemas.openxmlformats.org/officeDocument/2006/relationships/tags" Target="../tags/tag2394.xml"/><Relationship Id="rId51" Type="http://schemas.openxmlformats.org/officeDocument/2006/relationships/tags" Target="../tags/tag2393.xml"/><Relationship Id="rId50" Type="http://schemas.openxmlformats.org/officeDocument/2006/relationships/tags" Target="../tags/tag2392.xml"/><Relationship Id="rId5" Type="http://schemas.openxmlformats.org/officeDocument/2006/relationships/tags" Target="../tags/tag2347.xml"/><Relationship Id="rId49" Type="http://schemas.openxmlformats.org/officeDocument/2006/relationships/tags" Target="../tags/tag2391.xml"/><Relationship Id="rId48" Type="http://schemas.openxmlformats.org/officeDocument/2006/relationships/tags" Target="../tags/tag2390.xml"/><Relationship Id="rId47" Type="http://schemas.openxmlformats.org/officeDocument/2006/relationships/tags" Target="../tags/tag2389.xml"/><Relationship Id="rId46" Type="http://schemas.openxmlformats.org/officeDocument/2006/relationships/tags" Target="../tags/tag2388.xml"/><Relationship Id="rId45" Type="http://schemas.openxmlformats.org/officeDocument/2006/relationships/tags" Target="../tags/tag2387.xml"/><Relationship Id="rId44" Type="http://schemas.openxmlformats.org/officeDocument/2006/relationships/tags" Target="../tags/tag2386.xml"/><Relationship Id="rId43" Type="http://schemas.openxmlformats.org/officeDocument/2006/relationships/tags" Target="../tags/tag2385.xml"/><Relationship Id="rId42" Type="http://schemas.openxmlformats.org/officeDocument/2006/relationships/tags" Target="../tags/tag2384.xml"/><Relationship Id="rId41" Type="http://schemas.openxmlformats.org/officeDocument/2006/relationships/tags" Target="../tags/tag2383.xml"/><Relationship Id="rId40" Type="http://schemas.openxmlformats.org/officeDocument/2006/relationships/tags" Target="../tags/tag2382.xml"/><Relationship Id="rId4" Type="http://schemas.openxmlformats.org/officeDocument/2006/relationships/tags" Target="../tags/tag2346.xml"/><Relationship Id="rId39" Type="http://schemas.openxmlformats.org/officeDocument/2006/relationships/tags" Target="../tags/tag2381.xml"/><Relationship Id="rId38" Type="http://schemas.openxmlformats.org/officeDocument/2006/relationships/tags" Target="../tags/tag2380.xml"/><Relationship Id="rId37" Type="http://schemas.openxmlformats.org/officeDocument/2006/relationships/tags" Target="../tags/tag2379.xml"/><Relationship Id="rId36" Type="http://schemas.openxmlformats.org/officeDocument/2006/relationships/tags" Target="../tags/tag2378.xml"/><Relationship Id="rId35" Type="http://schemas.openxmlformats.org/officeDocument/2006/relationships/tags" Target="../tags/tag2377.xml"/><Relationship Id="rId34" Type="http://schemas.openxmlformats.org/officeDocument/2006/relationships/tags" Target="../tags/tag2376.xml"/><Relationship Id="rId33" Type="http://schemas.openxmlformats.org/officeDocument/2006/relationships/tags" Target="../tags/tag2375.xml"/><Relationship Id="rId32" Type="http://schemas.openxmlformats.org/officeDocument/2006/relationships/tags" Target="../tags/tag2374.xml"/><Relationship Id="rId31" Type="http://schemas.openxmlformats.org/officeDocument/2006/relationships/tags" Target="../tags/tag2373.xml"/><Relationship Id="rId30" Type="http://schemas.openxmlformats.org/officeDocument/2006/relationships/tags" Target="../tags/tag2372.xml"/><Relationship Id="rId3" Type="http://schemas.openxmlformats.org/officeDocument/2006/relationships/tags" Target="../tags/tag2345.xml"/><Relationship Id="rId29" Type="http://schemas.openxmlformats.org/officeDocument/2006/relationships/tags" Target="../tags/tag2371.xml"/><Relationship Id="rId28" Type="http://schemas.openxmlformats.org/officeDocument/2006/relationships/tags" Target="../tags/tag2370.xml"/><Relationship Id="rId27" Type="http://schemas.openxmlformats.org/officeDocument/2006/relationships/tags" Target="../tags/tag2369.xml"/><Relationship Id="rId26" Type="http://schemas.openxmlformats.org/officeDocument/2006/relationships/tags" Target="../tags/tag2368.xml"/><Relationship Id="rId25" Type="http://schemas.openxmlformats.org/officeDocument/2006/relationships/tags" Target="../tags/tag2367.xml"/><Relationship Id="rId24" Type="http://schemas.openxmlformats.org/officeDocument/2006/relationships/tags" Target="../tags/tag2366.xml"/><Relationship Id="rId23" Type="http://schemas.openxmlformats.org/officeDocument/2006/relationships/tags" Target="../tags/tag2365.xml"/><Relationship Id="rId22" Type="http://schemas.openxmlformats.org/officeDocument/2006/relationships/tags" Target="../tags/tag2364.xml"/><Relationship Id="rId21" Type="http://schemas.openxmlformats.org/officeDocument/2006/relationships/tags" Target="../tags/tag2363.xml"/><Relationship Id="rId20" Type="http://schemas.openxmlformats.org/officeDocument/2006/relationships/tags" Target="../tags/tag2362.xml"/><Relationship Id="rId2" Type="http://schemas.openxmlformats.org/officeDocument/2006/relationships/tags" Target="../tags/tag2344.xml"/><Relationship Id="rId19" Type="http://schemas.openxmlformats.org/officeDocument/2006/relationships/tags" Target="../tags/tag2361.xml"/><Relationship Id="rId18" Type="http://schemas.openxmlformats.org/officeDocument/2006/relationships/tags" Target="../tags/tag2360.xml"/><Relationship Id="rId17" Type="http://schemas.openxmlformats.org/officeDocument/2006/relationships/tags" Target="../tags/tag2359.xml"/><Relationship Id="rId16" Type="http://schemas.openxmlformats.org/officeDocument/2006/relationships/tags" Target="../tags/tag2358.xml"/><Relationship Id="rId15" Type="http://schemas.openxmlformats.org/officeDocument/2006/relationships/tags" Target="../tags/tag2357.xml"/><Relationship Id="rId14" Type="http://schemas.openxmlformats.org/officeDocument/2006/relationships/tags" Target="../tags/tag2356.xml"/><Relationship Id="rId13" Type="http://schemas.openxmlformats.org/officeDocument/2006/relationships/tags" Target="../tags/tag2355.xml"/><Relationship Id="rId12" Type="http://schemas.openxmlformats.org/officeDocument/2006/relationships/tags" Target="../tags/tag2354.xml"/><Relationship Id="rId11" Type="http://schemas.openxmlformats.org/officeDocument/2006/relationships/tags" Target="../tags/tag2353.xml"/><Relationship Id="rId10" Type="http://schemas.openxmlformats.org/officeDocument/2006/relationships/tags" Target="../tags/tag2352.xml"/><Relationship Id="rId1" Type="http://schemas.openxmlformats.org/officeDocument/2006/relationships/tags" Target="../tags/tag2343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2413.xml"/><Relationship Id="rId8" Type="http://schemas.openxmlformats.org/officeDocument/2006/relationships/tags" Target="../tags/tag2412.xml"/><Relationship Id="rId78" Type="http://schemas.openxmlformats.org/officeDocument/2006/relationships/slideLayout" Target="../slideLayouts/slideLayout7.xml"/><Relationship Id="rId77" Type="http://schemas.openxmlformats.org/officeDocument/2006/relationships/tags" Target="../tags/tag2481.xml"/><Relationship Id="rId76" Type="http://schemas.openxmlformats.org/officeDocument/2006/relationships/tags" Target="../tags/tag2480.xml"/><Relationship Id="rId75" Type="http://schemas.openxmlformats.org/officeDocument/2006/relationships/tags" Target="../tags/tag2479.xml"/><Relationship Id="rId74" Type="http://schemas.openxmlformats.org/officeDocument/2006/relationships/tags" Target="../tags/tag2478.xml"/><Relationship Id="rId73" Type="http://schemas.openxmlformats.org/officeDocument/2006/relationships/tags" Target="../tags/tag2477.xml"/><Relationship Id="rId72" Type="http://schemas.openxmlformats.org/officeDocument/2006/relationships/tags" Target="../tags/tag2476.xml"/><Relationship Id="rId71" Type="http://schemas.openxmlformats.org/officeDocument/2006/relationships/tags" Target="../tags/tag2475.xml"/><Relationship Id="rId70" Type="http://schemas.openxmlformats.org/officeDocument/2006/relationships/tags" Target="../tags/tag2474.xml"/><Relationship Id="rId7" Type="http://schemas.openxmlformats.org/officeDocument/2006/relationships/tags" Target="../tags/tag2411.xml"/><Relationship Id="rId69" Type="http://schemas.openxmlformats.org/officeDocument/2006/relationships/tags" Target="../tags/tag2473.xml"/><Relationship Id="rId68" Type="http://schemas.openxmlformats.org/officeDocument/2006/relationships/tags" Target="../tags/tag2472.xml"/><Relationship Id="rId67" Type="http://schemas.openxmlformats.org/officeDocument/2006/relationships/tags" Target="../tags/tag2471.xml"/><Relationship Id="rId66" Type="http://schemas.openxmlformats.org/officeDocument/2006/relationships/tags" Target="../tags/tag2470.xml"/><Relationship Id="rId65" Type="http://schemas.openxmlformats.org/officeDocument/2006/relationships/tags" Target="../tags/tag2469.xml"/><Relationship Id="rId64" Type="http://schemas.openxmlformats.org/officeDocument/2006/relationships/tags" Target="../tags/tag2468.xml"/><Relationship Id="rId63" Type="http://schemas.openxmlformats.org/officeDocument/2006/relationships/tags" Target="../tags/tag2467.xml"/><Relationship Id="rId62" Type="http://schemas.openxmlformats.org/officeDocument/2006/relationships/tags" Target="../tags/tag2466.xml"/><Relationship Id="rId61" Type="http://schemas.openxmlformats.org/officeDocument/2006/relationships/tags" Target="../tags/tag2465.xml"/><Relationship Id="rId60" Type="http://schemas.openxmlformats.org/officeDocument/2006/relationships/tags" Target="../tags/tag2464.xml"/><Relationship Id="rId6" Type="http://schemas.openxmlformats.org/officeDocument/2006/relationships/tags" Target="../tags/tag2410.xml"/><Relationship Id="rId59" Type="http://schemas.openxmlformats.org/officeDocument/2006/relationships/tags" Target="../tags/tag2463.xml"/><Relationship Id="rId58" Type="http://schemas.openxmlformats.org/officeDocument/2006/relationships/tags" Target="../tags/tag2462.xml"/><Relationship Id="rId57" Type="http://schemas.openxmlformats.org/officeDocument/2006/relationships/tags" Target="../tags/tag2461.xml"/><Relationship Id="rId56" Type="http://schemas.openxmlformats.org/officeDocument/2006/relationships/tags" Target="../tags/tag2460.xml"/><Relationship Id="rId55" Type="http://schemas.openxmlformats.org/officeDocument/2006/relationships/tags" Target="../tags/tag2459.xml"/><Relationship Id="rId54" Type="http://schemas.openxmlformats.org/officeDocument/2006/relationships/tags" Target="../tags/tag2458.xml"/><Relationship Id="rId53" Type="http://schemas.openxmlformats.org/officeDocument/2006/relationships/tags" Target="../tags/tag2457.xml"/><Relationship Id="rId52" Type="http://schemas.openxmlformats.org/officeDocument/2006/relationships/tags" Target="../tags/tag2456.xml"/><Relationship Id="rId51" Type="http://schemas.openxmlformats.org/officeDocument/2006/relationships/tags" Target="../tags/tag2455.xml"/><Relationship Id="rId50" Type="http://schemas.openxmlformats.org/officeDocument/2006/relationships/tags" Target="../tags/tag2454.xml"/><Relationship Id="rId5" Type="http://schemas.openxmlformats.org/officeDocument/2006/relationships/tags" Target="../tags/tag2409.xml"/><Relationship Id="rId49" Type="http://schemas.openxmlformats.org/officeDocument/2006/relationships/tags" Target="../tags/tag2453.xml"/><Relationship Id="rId48" Type="http://schemas.openxmlformats.org/officeDocument/2006/relationships/tags" Target="../tags/tag2452.xml"/><Relationship Id="rId47" Type="http://schemas.openxmlformats.org/officeDocument/2006/relationships/tags" Target="../tags/tag2451.xml"/><Relationship Id="rId46" Type="http://schemas.openxmlformats.org/officeDocument/2006/relationships/tags" Target="../tags/tag2450.xml"/><Relationship Id="rId45" Type="http://schemas.openxmlformats.org/officeDocument/2006/relationships/tags" Target="../tags/tag2449.xml"/><Relationship Id="rId44" Type="http://schemas.openxmlformats.org/officeDocument/2006/relationships/tags" Target="../tags/tag2448.xml"/><Relationship Id="rId43" Type="http://schemas.openxmlformats.org/officeDocument/2006/relationships/tags" Target="../tags/tag2447.xml"/><Relationship Id="rId42" Type="http://schemas.openxmlformats.org/officeDocument/2006/relationships/tags" Target="../tags/tag2446.xml"/><Relationship Id="rId41" Type="http://schemas.openxmlformats.org/officeDocument/2006/relationships/tags" Target="../tags/tag2445.xml"/><Relationship Id="rId40" Type="http://schemas.openxmlformats.org/officeDocument/2006/relationships/tags" Target="../tags/tag2444.xml"/><Relationship Id="rId4" Type="http://schemas.openxmlformats.org/officeDocument/2006/relationships/tags" Target="../tags/tag2408.xml"/><Relationship Id="rId39" Type="http://schemas.openxmlformats.org/officeDocument/2006/relationships/tags" Target="../tags/tag2443.xml"/><Relationship Id="rId38" Type="http://schemas.openxmlformats.org/officeDocument/2006/relationships/tags" Target="../tags/tag2442.xml"/><Relationship Id="rId37" Type="http://schemas.openxmlformats.org/officeDocument/2006/relationships/tags" Target="../tags/tag2441.xml"/><Relationship Id="rId36" Type="http://schemas.openxmlformats.org/officeDocument/2006/relationships/tags" Target="../tags/tag2440.xml"/><Relationship Id="rId35" Type="http://schemas.openxmlformats.org/officeDocument/2006/relationships/tags" Target="../tags/tag2439.xml"/><Relationship Id="rId34" Type="http://schemas.openxmlformats.org/officeDocument/2006/relationships/tags" Target="../tags/tag2438.xml"/><Relationship Id="rId33" Type="http://schemas.openxmlformats.org/officeDocument/2006/relationships/tags" Target="../tags/tag2437.xml"/><Relationship Id="rId32" Type="http://schemas.openxmlformats.org/officeDocument/2006/relationships/tags" Target="../tags/tag2436.xml"/><Relationship Id="rId31" Type="http://schemas.openxmlformats.org/officeDocument/2006/relationships/tags" Target="../tags/tag2435.xml"/><Relationship Id="rId30" Type="http://schemas.openxmlformats.org/officeDocument/2006/relationships/tags" Target="../tags/tag2434.xml"/><Relationship Id="rId3" Type="http://schemas.openxmlformats.org/officeDocument/2006/relationships/tags" Target="../tags/tag2407.xml"/><Relationship Id="rId29" Type="http://schemas.openxmlformats.org/officeDocument/2006/relationships/tags" Target="../tags/tag2433.xml"/><Relationship Id="rId28" Type="http://schemas.openxmlformats.org/officeDocument/2006/relationships/tags" Target="../tags/tag2432.xml"/><Relationship Id="rId27" Type="http://schemas.openxmlformats.org/officeDocument/2006/relationships/tags" Target="../tags/tag2431.xml"/><Relationship Id="rId26" Type="http://schemas.openxmlformats.org/officeDocument/2006/relationships/tags" Target="../tags/tag2430.xml"/><Relationship Id="rId25" Type="http://schemas.openxmlformats.org/officeDocument/2006/relationships/tags" Target="../tags/tag2429.xml"/><Relationship Id="rId24" Type="http://schemas.openxmlformats.org/officeDocument/2006/relationships/tags" Target="../tags/tag2428.xml"/><Relationship Id="rId23" Type="http://schemas.openxmlformats.org/officeDocument/2006/relationships/tags" Target="../tags/tag2427.xml"/><Relationship Id="rId22" Type="http://schemas.openxmlformats.org/officeDocument/2006/relationships/tags" Target="../tags/tag2426.xml"/><Relationship Id="rId21" Type="http://schemas.openxmlformats.org/officeDocument/2006/relationships/tags" Target="../tags/tag2425.xml"/><Relationship Id="rId20" Type="http://schemas.openxmlformats.org/officeDocument/2006/relationships/tags" Target="../tags/tag2424.xml"/><Relationship Id="rId2" Type="http://schemas.openxmlformats.org/officeDocument/2006/relationships/tags" Target="../tags/tag2406.xml"/><Relationship Id="rId19" Type="http://schemas.openxmlformats.org/officeDocument/2006/relationships/tags" Target="../tags/tag2423.xml"/><Relationship Id="rId18" Type="http://schemas.openxmlformats.org/officeDocument/2006/relationships/tags" Target="../tags/tag2422.xml"/><Relationship Id="rId17" Type="http://schemas.openxmlformats.org/officeDocument/2006/relationships/tags" Target="../tags/tag2421.xml"/><Relationship Id="rId16" Type="http://schemas.openxmlformats.org/officeDocument/2006/relationships/tags" Target="../tags/tag2420.xml"/><Relationship Id="rId15" Type="http://schemas.openxmlformats.org/officeDocument/2006/relationships/tags" Target="../tags/tag2419.xml"/><Relationship Id="rId14" Type="http://schemas.openxmlformats.org/officeDocument/2006/relationships/tags" Target="../tags/tag2418.xml"/><Relationship Id="rId13" Type="http://schemas.openxmlformats.org/officeDocument/2006/relationships/tags" Target="../tags/tag2417.xml"/><Relationship Id="rId12" Type="http://schemas.openxmlformats.org/officeDocument/2006/relationships/tags" Target="../tags/tag2416.xml"/><Relationship Id="rId11" Type="http://schemas.openxmlformats.org/officeDocument/2006/relationships/tags" Target="../tags/tag2415.xml"/><Relationship Id="rId10" Type="http://schemas.openxmlformats.org/officeDocument/2006/relationships/tags" Target="../tags/tag2414.xml"/><Relationship Id="rId1" Type="http://schemas.openxmlformats.org/officeDocument/2006/relationships/tags" Target="../tags/tag2405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7.xml"/><Relationship Id="rId2" Type="http://schemas.openxmlformats.org/officeDocument/2006/relationships/slide" Target="slide54.xml"/><Relationship Id="rId1" Type="http://schemas.openxmlformats.org/officeDocument/2006/relationships/slide" Target="slide23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483.xml"/><Relationship Id="rId2" Type="http://schemas.openxmlformats.org/officeDocument/2006/relationships/tags" Target="../tags/tag2482.xml"/><Relationship Id="rId1" Type="http://schemas.openxmlformats.org/officeDocument/2006/relationships/slide" Target="slide5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tags" Target="../tags/tag2490.xml"/><Relationship Id="rId8" Type="http://schemas.openxmlformats.org/officeDocument/2006/relationships/tags" Target="../tags/tag2489.xml"/><Relationship Id="rId7" Type="http://schemas.openxmlformats.org/officeDocument/2006/relationships/tags" Target="../tags/tag2488.xml"/><Relationship Id="rId6" Type="http://schemas.openxmlformats.org/officeDocument/2006/relationships/tags" Target="../tags/tag2487.xml"/><Relationship Id="rId59" Type="http://schemas.openxmlformats.org/officeDocument/2006/relationships/notesSlide" Target="../notesSlides/notesSlide46.xml"/><Relationship Id="rId58" Type="http://schemas.openxmlformats.org/officeDocument/2006/relationships/slideLayout" Target="../slideLayouts/slideLayout7.xml"/><Relationship Id="rId57" Type="http://schemas.openxmlformats.org/officeDocument/2006/relationships/tags" Target="../tags/tag2536.xml"/><Relationship Id="rId56" Type="http://schemas.openxmlformats.org/officeDocument/2006/relationships/slide" Target="slide63.xml"/><Relationship Id="rId55" Type="http://schemas.openxmlformats.org/officeDocument/2006/relationships/tags" Target="../tags/tag2535.xml"/><Relationship Id="rId54" Type="http://schemas.openxmlformats.org/officeDocument/2006/relationships/slide" Target="slide47.xml"/><Relationship Id="rId53" Type="http://schemas.openxmlformats.org/officeDocument/2006/relationships/tags" Target="../tags/tag2534.xml"/><Relationship Id="rId52" Type="http://schemas.openxmlformats.org/officeDocument/2006/relationships/tags" Target="../tags/tag2533.xml"/><Relationship Id="rId51" Type="http://schemas.openxmlformats.org/officeDocument/2006/relationships/tags" Target="../tags/tag2532.xml"/><Relationship Id="rId50" Type="http://schemas.openxmlformats.org/officeDocument/2006/relationships/tags" Target="../tags/tag2531.xml"/><Relationship Id="rId5" Type="http://schemas.openxmlformats.org/officeDocument/2006/relationships/tags" Target="../tags/tag2486.xml"/><Relationship Id="rId49" Type="http://schemas.openxmlformats.org/officeDocument/2006/relationships/tags" Target="../tags/tag2530.xml"/><Relationship Id="rId48" Type="http://schemas.openxmlformats.org/officeDocument/2006/relationships/tags" Target="../tags/tag2529.xml"/><Relationship Id="rId47" Type="http://schemas.openxmlformats.org/officeDocument/2006/relationships/tags" Target="../tags/tag2528.xml"/><Relationship Id="rId46" Type="http://schemas.openxmlformats.org/officeDocument/2006/relationships/tags" Target="../tags/tag2527.xml"/><Relationship Id="rId45" Type="http://schemas.openxmlformats.org/officeDocument/2006/relationships/tags" Target="../tags/tag2526.xml"/><Relationship Id="rId44" Type="http://schemas.openxmlformats.org/officeDocument/2006/relationships/tags" Target="../tags/tag2525.xml"/><Relationship Id="rId43" Type="http://schemas.openxmlformats.org/officeDocument/2006/relationships/tags" Target="../tags/tag2524.xml"/><Relationship Id="rId42" Type="http://schemas.openxmlformats.org/officeDocument/2006/relationships/tags" Target="../tags/tag2523.xml"/><Relationship Id="rId41" Type="http://schemas.openxmlformats.org/officeDocument/2006/relationships/tags" Target="../tags/tag2522.xml"/><Relationship Id="rId40" Type="http://schemas.openxmlformats.org/officeDocument/2006/relationships/tags" Target="../tags/tag2521.xml"/><Relationship Id="rId4" Type="http://schemas.openxmlformats.org/officeDocument/2006/relationships/tags" Target="../tags/tag2485.xml"/><Relationship Id="rId39" Type="http://schemas.openxmlformats.org/officeDocument/2006/relationships/tags" Target="../tags/tag2520.xml"/><Relationship Id="rId38" Type="http://schemas.openxmlformats.org/officeDocument/2006/relationships/tags" Target="../tags/tag2519.xml"/><Relationship Id="rId37" Type="http://schemas.openxmlformats.org/officeDocument/2006/relationships/tags" Target="../tags/tag2518.xml"/><Relationship Id="rId36" Type="http://schemas.openxmlformats.org/officeDocument/2006/relationships/tags" Target="../tags/tag2517.xml"/><Relationship Id="rId35" Type="http://schemas.openxmlformats.org/officeDocument/2006/relationships/tags" Target="../tags/tag2516.xml"/><Relationship Id="rId34" Type="http://schemas.openxmlformats.org/officeDocument/2006/relationships/tags" Target="../tags/tag2515.xml"/><Relationship Id="rId33" Type="http://schemas.openxmlformats.org/officeDocument/2006/relationships/tags" Target="../tags/tag2514.xml"/><Relationship Id="rId32" Type="http://schemas.openxmlformats.org/officeDocument/2006/relationships/tags" Target="../tags/tag2513.xml"/><Relationship Id="rId31" Type="http://schemas.openxmlformats.org/officeDocument/2006/relationships/tags" Target="../tags/tag2512.xml"/><Relationship Id="rId30" Type="http://schemas.openxmlformats.org/officeDocument/2006/relationships/tags" Target="../tags/tag2511.xml"/><Relationship Id="rId3" Type="http://schemas.openxmlformats.org/officeDocument/2006/relationships/tags" Target="../tags/tag2484.xml"/><Relationship Id="rId29" Type="http://schemas.openxmlformats.org/officeDocument/2006/relationships/tags" Target="../tags/tag2510.xml"/><Relationship Id="rId28" Type="http://schemas.openxmlformats.org/officeDocument/2006/relationships/tags" Target="../tags/tag2509.xml"/><Relationship Id="rId27" Type="http://schemas.openxmlformats.org/officeDocument/2006/relationships/tags" Target="../tags/tag2508.xml"/><Relationship Id="rId26" Type="http://schemas.openxmlformats.org/officeDocument/2006/relationships/tags" Target="../tags/tag2507.xml"/><Relationship Id="rId25" Type="http://schemas.openxmlformats.org/officeDocument/2006/relationships/tags" Target="../tags/tag2506.xml"/><Relationship Id="rId24" Type="http://schemas.openxmlformats.org/officeDocument/2006/relationships/tags" Target="../tags/tag2505.xml"/><Relationship Id="rId23" Type="http://schemas.openxmlformats.org/officeDocument/2006/relationships/tags" Target="../tags/tag2504.xml"/><Relationship Id="rId22" Type="http://schemas.openxmlformats.org/officeDocument/2006/relationships/tags" Target="../tags/tag2503.xml"/><Relationship Id="rId21" Type="http://schemas.openxmlformats.org/officeDocument/2006/relationships/tags" Target="../tags/tag2502.xml"/><Relationship Id="rId20" Type="http://schemas.openxmlformats.org/officeDocument/2006/relationships/tags" Target="../tags/tag2501.xml"/><Relationship Id="rId2" Type="http://schemas.openxmlformats.org/officeDocument/2006/relationships/slide" Target="slide50.xml"/><Relationship Id="rId19" Type="http://schemas.openxmlformats.org/officeDocument/2006/relationships/tags" Target="../tags/tag2500.xml"/><Relationship Id="rId18" Type="http://schemas.openxmlformats.org/officeDocument/2006/relationships/tags" Target="../tags/tag2499.xml"/><Relationship Id="rId17" Type="http://schemas.openxmlformats.org/officeDocument/2006/relationships/tags" Target="../tags/tag2498.xml"/><Relationship Id="rId16" Type="http://schemas.openxmlformats.org/officeDocument/2006/relationships/tags" Target="../tags/tag2497.xml"/><Relationship Id="rId15" Type="http://schemas.openxmlformats.org/officeDocument/2006/relationships/tags" Target="../tags/tag2496.xml"/><Relationship Id="rId14" Type="http://schemas.openxmlformats.org/officeDocument/2006/relationships/tags" Target="../tags/tag2495.xml"/><Relationship Id="rId13" Type="http://schemas.openxmlformats.org/officeDocument/2006/relationships/tags" Target="../tags/tag2494.xml"/><Relationship Id="rId12" Type="http://schemas.openxmlformats.org/officeDocument/2006/relationships/tags" Target="../tags/tag2493.xml"/><Relationship Id="rId11" Type="http://schemas.openxmlformats.org/officeDocument/2006/relationships/tags" Target="../tags/tag2492.xml"/><Relationship Id="rId10" Type="http://schemas.openxmlformats.org/officeDocument/2006/relationships/tags" Target="../tags/tag2491.xml"/><Relationship Id="rId1" Type="http://schemas.openxmlformats.org/officeDocument/2006/relationships/slide" Target="slide5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1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7.xml"/><Relationship Id="rId3" Type="http://schemas.openxmlformats.org/officeDocument/2006/relationships/slide" Target="slide44.xml"/><Relationship Id="rId2" Type="http://schemas.openxmlformats.org/officeDocument/2006/relationships/slide" Target="slide1.xml"/><Relationship Id="rId1" Type="http://schemas.openxmlformats.org/officeDocument/2006/relationships/slide" Target="slide6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7.xml"/><Relationship Id="rId1" Type="http://schemas.openxmlformats.org/officeDocument/2006/relationships/slide" Target="slide63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3.xml"/><Relationship Id="rId4" Type="http://schemas.openxmlformats.org/officeDocument/2006/relationships/slideLayout" Target="../slideLayouts/slideLayout7.xml"/><Relationship Id="rId3" Type="http://schemas.openxmlformats.org/officeDocument/2006/relationships/slide" Target="slide65.xml"/><Relationship Id="rId2" Type="http://schemas.openxmlformats.org/officeDocument/2006/relationships/slide" Target="slide2.xml"/><Relationship Id="rId1" Type="http://schemas.openxmlformats.org/officeDocument/2006/relationships/slide" Target="slide1.xml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tags" Target="../tags/tag2545.xml"/><Relationship Id="rId8" Type="http://schemas.openxmlformats.org/officeDocument/2006/relationships/tags" Target="../tags/tag2544.xml"/><Relationship Id="rId7" Type="http://schemas.openxmlformats.org/officeDocument/2006/relationships/tags" Target="../tags/tag2543.xml"/><Relationship Id="rId6" Type="http://schemas.openxmlformats.org/officeDocument/2006/relationships/tags" Target="../tags/tag2542.xml"/><Relationship Id="rId51" Type="http://schemas.openxmlformats.org/officeDocument/2006/relationships/notesSlide" Target="../notesSlides/notesSlide54.xml"/><Relationship Id="rId50" Type="http://schemas.openxmlformats.org/officeDocument/2006/relationships/slideLayout" Target="../slideLayouts/slideLayout7.xml"/><Relationship Id="rId5" Type="http://schemas.openxmlformats.org/officeDocument/2006/relationships/tags" Target="../tags/tag2541.xml"/><Relationship Id="rId49" Type="http://schemas.openxmlformats.org/officeDocument/2006/relationships/tags" Target="../tags/tag2584.xml"/><Relationship Id="rId48" Type="http://schemas.openxmlformats.org/officeDocument/2006/relationships/tags" Target="../tags/tag2583.xml"/><Relationship Id="rId47" Type="http://schemas.openxmlformats.org/officeDocument/2006/relationships/slide" Target="slide50.xml"/><Relationship Id="rId46" Type="http://schemas.openxmlformats.org/officeDocument/2006/relationships/tags" Target="../tags/tag2582.xml"/><Relationship Id="rId45" Type="http://schemas.openxmlformats.org/officeDocument/2006/relationships/tags" Target="../tags/tag2581.xml"/><Relationship Id="rId44" Type="http://schemas.openxmlformats.org/officeDocument/2006/relationships/tags" Target="../tags/tag2580.xml"/><Relationship Id="rId43" Type="http://schemas.openxmlformats.org/officeDocument/2006/relationships/tags" Target="../tags/tag2579.xml"/><Relationship Id="rId42" Type="http://schemas.openxmlformats.org/officeDocument/2006/relationships/tags" Target="../tags/tag2578.xml"/><Relationship Id="rId41" Type="http://schemas.openxmlformats.org/officeDocument/2006/relationships/tags" Target="../tags/tag2577.xml"/><Relationship Id="rId40" Type="http://schemas.openxmlformats.org/officeDocument/2006/relationships/tags" Target="../tags/tag2576.xml"/><Relationship Id="rId4" Type="http://schemas.openxmlformats.org/officeDocument/2006/relationships/tags" Target="../tags/tag2540.xml"/><Relationship Id="rId39" Type="http://schemas.openxmlformats.org/officeDocument/2006/relationships/tags" Target="../tags/tag2575.xml"/><Relationship Id="rId38" Type="http://schemas.openxmlformats.org/officeDocument/2006/relationships/tags" Target="../tags/tag2574.xml"/><Relationship Id="rId37" Type="http://schemas.openxmlformats.org/officeDocument/2006/relationships/tags" Target="../tags/tag2573.xml"/><Relationship Id="rId36" Type="http://schemas.openxmlformats.org/officeDocument/2006/relationships/tags" Target="../tags/tag2572.xml"/><Relationship Id="rId35" Type="http://schemas.openxmlformats.org/officeDocument/2006/relationships/tags" Target="../tags/tag2571.xml"/><Relationship Id="rId34" Type="http://schemas.openxmlformats.org/officeDocument/2006/relationships/tags" Target="../tags/tag2570.xml"/><Relationship Id="rId33" Type="http://schemas.openxmlformats.org/officeDocument/2006/relationships/tags" Target="../tags/tag2569.xml"/><Relationship Id="rId32" Type="http://schemas.openxmlformats.org/officeDocument/2006/relationships/tags" Target="../tags/tag2568.xml"/><Relationship Id="rId31" Type="http://schemas.openxmlformats.org/officeDocument/2006/relationships/tags" Target="../tags/tag2567.xml"/><Relationship Id="rId30" Type="http://schemas.openxmlformats.org/officeDocument/2006/relationships/tags" Target="../tags/tag2566.xml"/><Relationship Id="rId3" Type="http://schemas.openxmlformats.org/officeDocument/2006/relationships/tags" Target="../tags/tag2539.xml"/><Relationship Id="rId29" Type="http://schemas.openxmlformats.org/officeDocument/2006/relationships/tags" Target="../tags/tag2565.xml"/><Relationship Id="rId28" Type="http://schemas.openxmlformats.org/officeDocument/2006/relationships/tags" Target="../tags/tag2564.xml"/><Relationship Id="rId27" Type="http://schemas.openxmlformats.org/officeDocument/2006/relationships/tags" Target="../tags/tag2563.xml"/><Relationship Id="rId26" Type="http://schemas.openxmlformats.org/officeDocument/2006/relationships/tags" Target="../tags/tag2562.xml"/><Relationship Id="rId25" Type="http://schemas.openxmlformats.org/officeDocument/2006/relationships/tags" Target="../tags/tag2561.xml"/><Relationship Id="rId24" Type="http://schemas.openxmlformats.org/officeDocument/2006/relationships/tags" Target="../tags/tag2560.xml"/><Relationship Id="rId23" Type="http://schemas.openxmlformats.org/officeDocument/2006/relationships/tags" Target="../tags/tag2559.xml"/><Relationship Id="rId22" Type="http://schemas.openxmlformats.org/officeDocument/2006/relationships/tags" Target="../tags/tag2558.xml"/><Relationship Id="rId21" Type="http://schemas.openxmlformats.org/officeDocument/2006/relationships/tags" Target="../tags/tag2557.xml"/><Relationship Id="rId20" Type="http://schemas.openxmlformats.org/officeDocument/2006/relationships/tags" Target="../tags/tag2556.xml"/><Relationship Id="rId2" Type="http://schemas.openxmlformats.org/officeDocument/2006/relationships/tags" Target="../tags/tag2538.xml"/><Relationship Id="rId19" Type="http://schemas.openxmlformats.org/officeDocument/2006/relationships/tags" Target="../tags/tag2555.xml"/><Relationship Id="rId18" Type="http://schemas.openxmlformats.org/officeDocument/2006/relationships/tags" Target="../tags/tag2554.xml"/><Relationship Id="rId17" Type="http://schemas.openxmlformats.org/officeDocument/2006/relationships/tags" Target="../tags/tag2553.xml"/><Relationship Id="rId16" Type="http://schemas.openxmlformats.org/officeDocument/2006/relationships/tags" Target="../tags/tag2552.xml"/><Relationship Id="rId15" Type="http://schemas.openxmlformats.org/officeDocument/2006/relationships/tags" Target="../tags/tag2551.xml"/><Relationship Id="rId14" Type="http://schemas.openxmlformats.org/officeDocument/2006/relationships/tags" Target="../tags/tag2550.xml"/><Relationship Id="rId13" Type="http://schemas.openxmlformats.org/officeDocument/2006/relationships/tags" Target="../tags/tag2549.xml"/><Relationship Id="rId12" Type="http://schemas.openxmlformats.org/officeDocument/2006/relationships/tags" Target="../tags/tag2548.xml"/><Relationship Id="rId11" Type="http://schemas.openxmlformats.org/officeDocument/2006/relationships/tags" Target="../tags/tag2547.xml"/><Relationship Id="rId10" Type="http://schemas.openxmlformats.org/officeDocument/2006/relationships/tags" Target="../tags/tag2546.xml"/><Relationship Id="rId1" Type="http://schemas.openxmlformats.org/officeDocument/2006/relationships/tags" Target="../tags/tag2537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tags" Target="../tags/tag2593.xml"/><Relationship Id="rId89" Type="http://schemas.openxmlformats.org/officeDocument/2006/relationships/slideLayout" Target="../slideLayouts/slideLayout7.xml"/><Relationship Id="rId88" Type="http://schemas.openxmlformats.org/officeDocument/2006/relationships/tags" Target="../tags/tag2672.xml"/><Relationship Id="rId87" Type="http://schemas.openxmlformats.org/officeDocument/2006/relationships/tags" Target="../tags/tag2671.xml"/><Relationship Id="rId86" Type="http://schemas.openxmlformats.org/officeDocument/2006/relationships/tags" Target="../tags/tag2670.xml"/><Relationship Id="rId85" Type="http://schemas.openxmlformats.org/officeDocument/2006/relationships/tags" Target="../tags/tag2669.xml"/><Relationship Id="rId84" Type="http://schemas.openxmlformats.org/officeDocument/2006/relationships/tags" Target="../tags/tag2668.xml"/><Relationship Id="rId83" Type="http://schemas.openxmlformats.org/officeDocument/2006/relationships/tags" Target="../tags/tag2667.xml"/><Relationship Id="rId82" Type="http://schemas.openxmlformats.org/officeDocument/2006/relationships/tags" Target="../tags/tag2666.xml"/><Relationship Id="rId81" Type="http://schemas.openxmlformats.org/officeDocument/2006/relationships/tags" Target="../tags/tag2665.xml"/><Relationship Id="rId80" Type="http://schemas.openxmlformats.org/officeDocument/2006/relationships/tags" Target="../tags/tag2664.xml"/><Relationship Id="rId8" Type="http://schemas.openxmlformats.org/officeDocument/2006/relationships/tags" Target="../tags/tag2592.xml"/><Relationship Id="rId79" Type="http://schemas.openxmlformats.org/officeDocument/2006/relationships/tags" Target="../tags/tag2663.xml"/><Relationship Id="rId78" Type="http://schemas.openxmlformats.org/officeDocument/2006/relationships/tags" Target="../tags/tag2662.xml"/><Relationship Id="rId77" Type="http://schemas.openxmlformats.org/officeDocument/2006/relationships/tags" Target="../tags/tag2661.xml"/><Relationship Id="rId76" Type="http://schemas.openxmlformats.org/officeDocument/2006/relationships/tags" Target="../tags/tag2660.xml"/><Relationship Id="rId75" Type="http://schemas.openxmlformats.org/officeDocument/2006/relationships/tags" Target="../tags/tag2659.xml"/><Relationship Id="rId74" Type="http://schemas.openxmlformats.org/officeDocument/2006/relationships/tags" Target="../tags/tag2658.xml"/><Relationship Id="rId73" Type="http://schemas.openxmlformats.org/officeDocument/2006/relationships/tags" Target="../tags/tag2657.xml"/><Relationship Id="rId72" Type="http://schemas.openxmlformats.org/officeDocument/2006/relationships/tags" Target="../tags/tag2656.xml"/><Relationship Id="rId71" Type="http://schemas.openxmlformats.org/officeDocument/2006/relationships/tags" Target="../tags/tag2655.xml"/><Relationship Id="rId70" Type="http://schemas.openxmlformats.org/officeDocument/2006/relationships/tags" Target="../tags/tag2654.xml"/><Relationship Id="rId7" Type="http://schemas.openxmlformats.org/officeDocument/2006/relationships/tags" Target="../tags/tag2591.xml"/><Relationship Id="rId69" Type="http://schemas.openxmlformats.org/officeDocument/2006/relationships/tags" Target="../tags/tag2653.xml"/><Relationship Id="rId68" Type="http://schemas.openxmlformats.org/officeDocument/2006/relationships/tags" Target="../tags/tag2652.xml"/><Relationship Id="rId67" Type="http://schemas.openxmlformats.org/officeDocument/2006/relationships/tags" Target="../tags/tag2651.xml"/><Relationship Id="rId66" Type="http://schemas.openxmlformats.org/officeDocument/2006/relationships/tags" Target="../tags/tag2650.xml"/><Relationship Id="rId65" Type="http://schemas.openxmlformats.org/officeDocument/2006/relationships/tags" Target="../tags/tag2649.xml"/><Relationship Id="rId64" Type="http://schemas.openxmlformats.org/officeDocument/2006/relationships/tags" Target="../tags/tag2648.xml"/><Relationship Id="rId63" Type="http://schemas.openxmlformats.org/officeDocument/2006/relationships/tags" Target="../tags/tag2647.xml"/><Relationship Id="rId62" Type="http://schemas.openxmlformats.org/officeDocument/2006/relationships/tags" Target="../tags/tag2646.xml"/><Relationship Id="rId61" Type="http://schemas.openxmlformats.org/officeDocument/2006/relationships/tags" Target="../tags/tag2645.xml"/><Relationship Id="rId60" Type="http://schemas.openxmlformats.org/officeDocument/2006/relationships/tags" Target="../tags/tag2644.xml"/><Relationship Id="rId6" Type="http://schemas.openxmlformats.org/officeDocument/2006/relationships/tags" Target="../tags/tag2590.xml"/><Relationship Id="rId59" Type="http://schemas.openxmlformats.org/officeDocument/2006/relationships/tags" Target="../tags/tag2643.xml"/><Relationship Id="rId58" Type="http://schemas.openxmlformats.org/officeDocument/2006/relationships/tags" Target="../tags/tag2642.xml"/><Relationship Id="rId57" Type="http://schemas.openxmlformats.org/officeDocument/2006/relationships/tags" Target="../tags/tag2641.xml"/><Relationship Id="rId56" Type="http://schemas.openxmlformats.org/officeDocument/2006/relationships/tags" Target="../tags/tag2640.xml"/><Relationship Id="rId55" Type="http://schemas.openxmlformats.org/officeDocument/2006/relationships/tags" Target="../tags/tag2639.xml"/><Relationship Id="rId54" Type="http://schemas.openxmlformats.org/officeDocument/2006/relationships/tags" Target="../tags/tag2638.xml"/><Relationship Id="rId53" Type="http://schemas.openxmlformats.org/officeDocument/2006/relationships/tags" Target="../tags/tag2637.xml"/><Relationship Id="rId52" Type="http://schemas.openxmlformats.org/officeDocument/2006/relationships/tags" Target="../tags/tag2636.xml"/><Relationship Id="rId51" Type="http://schemas.openxmlformats.org/officeDocument/2006/relationships/tags" Target="../tags/tag2635.xml"/><Relationship Id="rId50" Type="http://schemas.openxmlformats.org/officeDocument/2006/relationships/tags" Target="../tags/tag2634.xml"/><Relationship Id="rId5" Type="http://schemas.openxmlformats.org/officeDocument/2006/relationships/tags" Target="../tags/tag2589.xml"/><Relationship Id="rId49" Type="http://schemas.openxmlformats.org/officeDocument/2006/relationships/tags" Target="../tags/tag2633.xml"/><Relationship Id="rId48" Type="http://schemas.openxmlformats.org/officeDocument/2006/relationships/tags" Target="../tags/tag2632.xml"/><Relationship Id="rId47" Type="http://schemas.openxmlformats.org/officeDocument/2006/relationships/tags" Target="../tags/tag2631.xml"/><Relationship Id="rId46" Type="http://schemas.openxmlformats.org/officeDocument/2006/relationships/tags" Target="../tags/tag2630.xml"/><Relationship Id="rId45" Type="http://schemas.openxmlformats.org/officeDocument/2006/relationships/tags" Target="../tags/tag2629.xml"/><Relationship Id="rId44" Type="http://schemas.openxmlformats.org/officeDocument/2006/relationships/tags" Target="../tags/tag2628.xml"/><Relationship Id="rId43" Type="http://schemas.openxmlformats.org/officeDocument/2006/relationships/tags" Target="../tags/tag2627.xml"/><Relationship Id="rId42" Type="http://schemas.openxmlformats.org/officeDocument/2006/relationships/tags" Target="../tags/tag2626.xml"/><Relationship Id="rId41" Type="http://schemas.openxmlformats.org/officeDocument/2006/relationships/tags" Target="../tags/tag2625.xml"/><Relationship Id="rId40" Type="http://schemas.openxmlformats.org/officeDocument/2006/relationships/tags" Target="../tags/tag2624.xml"/><Relationship Id="rId4" Type="http://schemas.openxmlformats.org/officeDocument/2006/relationships/tags" Target="../tags/tag2588.xml"/><Relationship Id="rId39" Type="http://schemas.openxmlformats.org/officeDocument/2006/relationships/tags" Target="../tags/tag2623.xml"/><Relationship Id="rId38" Type="http://schemas.openxmlformats.org/officeDocument/2006/relationships/tags" Target="../tags/tag2622.xml"/><Relationship Id="rId37" Type="http://schemas.openxmlformats.org/officeDocument/2006/relationships/tags" Target="../tags/tag2621.xml"/><Relationship Id="rId36" Type="http://schemas.openxmlformats.org/officeDocument/2006/relationships/tags" Target="../tags/tag2620.xml"/><Relationship Id="rId35" Type="http://schemas.openxmlformats.org/officeDocument/2006/relationships/tags" Target="../tags/tag2619.xml"/><Relationship Id="rId34" Type="http://schemas.openxmlformats.org/officeDocument/2006/relationships/tags" Target="../tags/tag2618.xml"/><Relationship Id="rId33" Type="http://schemas.openxmlformats.org/officeDocument/2006/relationships/tags" Target="../tags/tag2617.xml"/><Relationship Id="rId32" Type="http://schemas.openxmlformats.org/officeDocument/2006/relationships/tags" Target="../tags/tag2616.xml"/><Relationship Id="rId31" Type="http://schemas.openxmlformats.org/officeDocument/2006/relationships/tags" Target="../tags/tag2615.xml"/><Relationship Id="rId30" Type="http://schemas.openxmlformats.org/officeDocument/2006/relationships/tags" Target="../tags/tag2614.xml"/><Relationship Id="rId3" Type="http://schemas.openxmlformats.org/officeDocument/2006/relationships/tags" Target="../tags/tag2587.xml"/><Relationship Id="rId29" Type="http://schemas.openxmlformats.org/officeDocument/2006/relationships/tags" Target="../tags/tag2613.xml"/><Relationship Id="rId28" Type="http://schemas.openxmlformats.org/officeDocument/2006/relationships/tags" Target="../tags/tag2612.xml"/><Relationship Id="rId27" Type="http://schemas.openxmlformats.org/officeDocument/2006/relationships/tags" Target="../tags/tag2611.xml"/><Relationship Id="rId26" Type="http://schemas.openxmlformats.org/officeDocument/2006/relationships/tags" Target="../tags/tag2610.xml"/><Relationship Id="rId25" Type="http://schemas.openxmlformats.org/officeDocument/2006/relationships/tags" Target="../tags/tag2609.xml"/><Relationship Id="rId24" Type="http://schemas.openxmlformats.org/officeDocument/2006/relationships/tags" Target="../tags/tag2608.xml"/><Relationship Id="rId23" Type="http://schemas.openxmlformats.org/officeDocument/2006/relationships/tags" Target="../tags/tag2607.xml"/><Relationship Id="rId22" Type="http://schemas.openxmlformats.org/officeDocument/2006/relationships/tags" Target="../tags/tag2606.xml"/><Relationship Id="rId21" Type="http://schemas.openxmlformats.org/officeDocument/2006/relationships/tags" Target="../tags/tag2605.xml"/><Relationship Id="rId20" Type="http://schemas.openxmlformats.org/officeDocument/2006/relationships/tags" Target="../tags/tag2604.xml"/><Relationship Id="rId2" Type="http://schemas.openxmlformats.org/officeDocument/2006/relationships/tags" Target="../tags/tag2586.xml"/><Relationship Id="rId19" Type="http://schemas.openxmlformats.org/officeDocument/2006/relationships/tags" Target="../tags/tag2603.xml"/><Relationship Id="rId18" Type="http://schemas.openxmlformats.org/officeDocument/2006/relationships/tags" Target="../tags/tag2602.xml"/><Relationship Id="rId17" Type="http://schemas.openxmlformats.org/officeDocument/2006/relationships/tags" Target="../tags/tag2601.xml"/><Relationship Id="rId16" Type="http://schemas.openxmlformats.org/officeDocument/2006/relationships/tags" Target="../tags/tag2600.xml"/><Relationship Id="rId15" Type="http://schemas.openxmlformats.org/officeDocument/2006/relationships/tags" Target="../tags/tag2599.xml"/><Relationship Id="rId14" Type="http://schemas.openxmlformats.org/officeDocument/2006/relationships/tags" Target="../tags/tag2598.xml"/><Relationship Id="rId13" Type="http://schemas.openxmlformats.org/officeDocument/2006/relationships/tags" Target="../tags/tag2597.xml"/><Relationship Id="rId12" Type="http://schemas.openxmlformats.org/officeDocument/2006/relationships/tags" Target="../tags/tag2596.xml"/><Relationship Id="rId11" Type="http://schemas.openxmlformats.org/officeDocument/2006/relationships/tags" Target="../tags/tag2595.xml"/><Relationship Id="rId10" Type="http://schemas.openxmlformats.org/officeDocument/2006/relationships/tags" Target="../tags/tag2594.xml"/><Relationship Id="rId1" Type="http://schemas.openxmlformats.org/officeDocument/2006/relationships/tags" Target="../tags/tag2585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slide" Target="slide49.xml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2681.xml"/><Relationship Id="rId8" Type="http://schemas.openxmlformats.org/officeDocument/2006/relationships/tags" Target="../tags/tag2680.xml"/><Relationship Id="rId7" Type="http://schemas.openxmlformats.org/officeDocument/2006/relationships/tags" Target="../tags/tag2679.xml"/><Relationship Id="rId6" Type="http://schemas.openxmlformats.org/officeDocument/2006/relationships/tags" Target="../tags/tag2678.xml"/><Relationship Id="rId5" Type="http://schemas.openxmlformats.org/officeDocument/2006/relationships/tags" Target="../tags/tag2677.xml"/><Relationship Id="rId4" Type="http://schemas.openxmlformats.org/officeDocument/2006/relationships/tags" Target="../tags/tag2676.xml"/><Relationship Id="rId3" Type="http://schemas.openxmlformats.org/officeDocument/2006/relationships/tags" Target="../tags/tag2675.xml"/><Relationship Id="rId21" Type="http://schemas.openxmlformats.org/officeDocument/2006/relationships/notesSlide" Target="../notesSlides/notesSlide56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674.xml"/><Relationship Id="rId19" Type="http://schemas.openxmlformats.org/officeDocument/2006/relationships/tags" Target="../tags/tag2691.xml"/><Relationship Id="rId18" Type="http://schemas.openxmlformats.org/officeDocument/2006/relationships/tags" Target="../tags/tag2690.xml"/><Relationship Id="rId17" Type="http://schemas.openxmlformats.org/officeDocument/2006/relationships/tags" Target="../tags/tag2689.xml"/><Relationship Id="rId16" Type="http://schemas.openxmlformats.org/officeDocument/2006/relationships/tags" Target="../tags/tag2688.xml"/><Relationship Id="rId15" Type="http://schemas.openxmlformats.org/officeDocument/2006/relationships/tags" Target="../tags/tag2687.xml"/><Relationship Id="rId14" Type="http://schemas.openxmlformats.org/officeDocument/2006/relationships/tags" Target="../tags/tag2686.xml"/><Relationship Id="rId13" Type="http://schemas.openxmlformats.org/officeDocument/2006/relationships/tags" Target="../tags/tag2685.xml"/><Relationship Id="rId12" Type="http://schemas.openxmlformats.org/officeDocument/2006/relationships/tags" Target="../tags/tag2684.xml"/><Relationship Id="rId11" Type="http://schemas.openxmlformats.org/officeDocument/2006/relationships/tags" Target="../tags/tag2683.xml"/><Relationship Id="rId10" Type="http://schemas.openxmlformats.org/officeDocument/2006/relationships/tags" Target="../tags/tag2682.xml"/><Relationship Id="rId1" Type="http://schemas.openxmlformats.org/officeDocument/2006/relationships/tags" Target="../tags/tag267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slide" Target="slide74.xml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693.xml"/><Relationship Id="rId2" Type="http://schemas.openxmlformats.org/officeDocument/2006/relationships/slide" Target="slide6.xml"/><Relationship Id="rId1" Type="http://schemas.openxmlformats.org/officeDocument/2006/relationships/tags" Target="../tags/tag2692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tags" Target="../tags/tag2701.xml"/><Relationship Id="rId8" Type="http://schemas.openxmlformats.org/officeDocument/2006/relationships/tags" Target="../tags/tag2700.xml"/><Relationship Id="rId7" Type="http://schemas.openxmlformats.org/officeDocument/2006/relationships/tags" Target="../tags/tag2699.xml"/><Relationship Id="rId61" Type="http://schemas.openxmlformats.org/officeDocument/2006/relationships/notesSlide" Target="../notesSlides/notesSlide59.xml"/><Relationship Id="rId60" Type="http://schemas.openxmlformats.org/officeDocument/2006/relationships/slideLayout" Target="../slideLayouts/slideLayout7.xml"/><Relationship Id="rId6" Type="http://schemas.openxmlformats.org/officeDocument/2006/relationships/tags" Target="../tags/tag2698.xml"/><Relationship Id="rId59" Type="http://schemas.openxmlformats.org/officeDocument/2006/relationships/tags" Target="../tags/tag2750.xml"/><Relationship Id="rId58" Type="http://schemas.openxmlformats.org/officeDocument/2006/relationships/tags" Target="../tags/tag2749.xml"/><Relationship Id="rId57" Type="http://schemas.openxmlformats.org/officeDocument/2006/relationships/tags" Target="../tags/tag2748.xml"/><Relationship Id="rId56" Type="http://schemas.openxmlformats.org/officeDocument/2006/relationships/slide" Target="slide25.xml"/><Relationship Id="rId55" Type="http://schemas.openxmlformats.org/officeDocument/2006/relationships/tags" Target="../tags/tag2747.xml"/><Relationship Id="rId54" Type="http://schemas.openxmlformats.org/officeDocument/2006/relationships/tags" Target="../tags/tag2746.xml"/><Relationship Id="rId53" Type="http://schemas.openxmlformats.org/officeDocument/2006/relationships/tags" Target="../tags/tag2745.xml"/><Relationship Id="rId52" Type="http://schemas.openxmlformats.org/officeDocument/2006/relationships/tags" Target="../tags/tag2744.xml"/><Relationship Id="rId51" Type="http://schemas.openxmlformats.org/officeDocument/2006/relationships/tags" Target="../tags/tag2743.xml"/><Relationship Id="rId50" Type="http://schemas.openxmlformats.org/officeDocument/2006/relationships/tags" Target="../tags/tag2742.xml"/><Relationship Id="rId5" Type="http://schemas.openxmlformats.org/officeDocument/2006/relationships/tags" Target="../tags/tag2697.xml"/><Relationship Id="rId49" Type="http://schemas.openxmlformats.org/officeDocument/2006/relationships/tags" Target="../tags/tag2741.xml"/><Relationship Id="rId48" Type="http://schemas.openxmlformats.org/officeDocument/2006/relationships/tags" Target="../tags/tag2740.xml"/><Relationship Id="rId47" Type="http://schemas.openxmlformats.org/officeDocument/2006/relationships/tags" Target="../tags/tag2739.xml"/><Relationship Id="rId46" Type="http://schemas.openxmlformats.org/officeDocument/2006/relationships/tags" Target="../tags/tag2738.xml"/><Relationship Id="rId45" Type="http://schemas.openxmlformats.org/officeDocument/2006/relationships/tags" Target="../tags/tag2737.xml"/><Relationship Id="rId44" Type="http://schemas.openxmlformats.org/officeDocument/2006/relationships/tags" Target="../tags/tag2736.xml"/><Relationship Id="rId43" Type="http://schemas.openxmlformats.org/officeDocument/2006/relationships/tags" Target="../tags/tag2735.xml"/><Relationship Id="rId42" Type="http://schemas.openxmlformats.org/officeDocument/2006/relationships/tags" Target="../tags/tag2734.xml"/><Relationship Id="rId41" Type="http://schemas.openxmlformats.org/officeDocument/2006/relationships/tags" Target="../tags/tag2733.xml"/><Relationship Id="rId40" Type="http://schemas.openxmlformats.org/officeDocument/2006/relationships/tags" Target="../tags/tag2732.xml"/><Relationship Id="rId4" Type="http://schemas.openxmlformats.org/officeDocument/2006/relationships/tags" Target="../tags/tag2696.xml"/><Relationship Id="rId39" Type="http://schemas.openxmlformats.org/officeDocument/2006/relationships/tags" Target="../tags/tag2731.xml"/><Relationship Id="rId38" Type="http://schemas.openxmlformats.org/officeDocument/2006/relationships/tags" Target="../tags/tag2730.xml"/><Relationship Id="rId37" Type="http://schemas.openxmlformats.org/officeDocument/2006/relationships/tags" Target="../tags/tag2729.xml"/><Relationship Id="rId36" Type="http://schemas.openxmlformats.org/officeDocument/2006/relationships/tags" Target="../tags/tag2728.xml"/><Relationship Id="rId35" Type="http://schemas.openxmlformats.org/officeDocument/2006/relationships/tags" Target="../tags/tag2727.xml"/><Relationship Id="rId34" Type="http://schemas.openxmlformats.org/officeDocument/2006/relationships/tags" Target="../tags/tag2726.xml"/><Relationship Id="rId33" Type="http://schemas.openxmlformats.org/officeDocument/2006/relationships/tags" Target="../tags/tag2725.xml"/><Relationship Id="rId32" Type="http://schemas.openxmlformats.org/officeDocument/2006/relationships/tags" Target="../tags/tag2724.xml"/><Relationship Id="rId31" Type="http://schemas.openxmlformats.org/officeDocument/2006/relationships/tags" Target="../tags/tag2723.xml"/><Relationship Id="rId30" Type="http://schemas.openxmlformats.org/officeDocument/2006/relationships/tags" Target="../tags/tag2722.xml"/><Relationship Id="rId3" Type="http://schemas.openxmlformats.org/officeDocument/2006/relationships/tags" Target="../tags/tag2695.xml"/><Relationship Id="rId29" Type="http://schemas.openxmlformats.org/officeDocument/2006/relationships/tags" Target="../tags/tag2721.xml"/><Relationship Id="rId28" Type="http://schemas.openxmlformats.org/officeDocument/2006/relationships/tags" Target="../tags/tag2720.xml"/><Relationship Id="rId27" Type="http://schemas.openxmlformats.org/officeDocument/2006/relationships/tags" Target="../tags/tag2719.xml"/><Relationship Id="rId26" Type="http://schemas.openxmlformats.org/officeDocument/2006/relationships/tags" Target="../tags/tag2718.xml"/><Relationship Id="rId25" Type="http://schemas.openxmlformats.org/officeDocument/2006/relationships/tags" Target="../tags/tag2717.xml"/><Relationship Id="rId24" Type="http://schemas.openxmlformats.org/officeDocument/2006/relationships/tags" Target="../tags/tag2716.xml"/><Relationship Id="rId23" Type="http://schemas.openxmlformats.org/officeDocument/2006/relationships/tags" Target="../tags/tag2715.xml"/><Relationship Id="rId22" Type="http://schemas.openxmlformats.org/officeDocument/2006/relationships/tags" Target="../tags/tag2714.xml"/><Relationship Id="rId21" Type="http://schemas.openxmlformats.org/officeDocument/2006/relationships/tags" Target="../tags/tag2713.xml"/><Relationship Id="rId20" Type="http://schemas.openxmlformats.org/officeDocument/2006/relationships/tags" Target="../tags/tag2712.xml"/><Relationship Id="rId2" Type="http://schemas.openxmlformats.org/officeDocument/2006/relationships/tags" Target="../tags/tag2694.xml"/><Relationship Id="rId19" Type="http://schemas.openxmlformats.org/officeDocument/2006/relationships/tags" Target="../tags/tag2711.xml"/><Relationship Id="rId18" Type="http://schemas.openxmlformats.org/officeDocument/2006/relationships/tags" Target="../tags/tag2710.xml"/><Relationship Id="rId17" Type="http://schemas.openxmlformats.org/officeDocument/2006/relationships/tags" Target="../tags/tag2709.xml"/><Relationship Id="rId16" Type="http://schemas.openxmlformats.org/officeDocument/2006/relationships/tags" Target="../tags/tag2708.xml"/><Relationship Id="rId15" Type="http://schemas.openxmlformats.org/officeDocument/2006/relationships/tags" Target="../tags/tag2707.xml"/><Relationship Id="rId14" Type="http://schemas.openxmlformats.org/officeDocument/2006/relationships/tags" Target="../tags/tag2706.xml"/><Relationship Id="rId13" Type="http://schemas.openxmlformats.org/officeDocument/2006/relationships/tags" Target="../tags/tag2705.xml"/><Relationship Id="rId12" Type="http://schemas.openxmlformats.org/officeDocument/2006/relationships/tags" Target="../tags/tag2704.xml"/><Relationship Id="rId11" Type="http://schemas.openxmlformats.org/officeDocument/2006/relationships/tags" Target="../tags/tag2703.xml"/><Relationship Id="rId10" Type="http://schemas.openxmlformats.org/officeDocument/2006/relationships/tags" Target="../tags/tag2702.xml"/><Relationship Id="rId1" Type="http://schemas.openxmlformats.org/officeDocument/2006/relationships/slide" Target="slide72.xml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tags" Target="../tags/tag2759.xml"/><Relationship Id="rId8" Type="http://schemas.openxmlformats.org/officeDocument/2006/relationships/tags" Target="../tags/tag2758.xml"/><Relationship Id="rId7" Type="http://schemas.openxmlformats.org/officeDocument/2006/relationships/tags" Target="../tags/tag2757.xml"/><Relationship Id="rId6" Type="http://schemas.openxmlformats.org/officeDocument/2006/relationships/tags" Target="../tags/tag2756.xml"/><Relationship Id="rId5" Type="http://schemas.openxmlformats.org/officeDocument/2006/relationships/tags" Target="../tags/tag2755.xml"/><Relationship Id="rId4" Type="http://schemas.openxmlformats.org/officeDocument/2006/relationships/tags" Target="../tags/tag2754.xml"/><Relationship Id="rId3" Type="http://schemas.openxmlformats.org/officeDocument/2006/relationships/tags" Target="../tags/tag2753.xml"/><Relationship Id="rId2" Type="http://schemas.openxmlformats.org/officeDocument/2006/relationships/tags" Target="../tags/tag2752.xml"/><Relationship Id="rId13" Type="http://schemas.openxmlformats.org/officeDocument/2006/relationships/notesSlide" Target="../notesSlides/notesSlide60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761.xml"/><Relationship Id="rId10" Type="http://schemas.openxmlformats.org/officeDocument/2006/relationships/tags" Target="../tags/tag2760.xml"/><Relationship Id="rId1" Type="http://schemas.openxmlformats.org/officeDocument/2006/relationships/tags" Target="../tags/tag2751.xml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1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765.xml"/><Relationship Id="rId6" Type="http://schemas.openxmlformats.org/officeDocument/2006/relationships/tags" Target="../tags/tag2764.xml"/><Relationship Id="rId5" Type="http://schemas.openxmlformats.org/officeDocument/2006/relationships/tags" Target="../tags/tag2763.xml"/><Relationship Id="rId4" Type="http://schemas.openxmlformats.org/officeDocument/2006/relationships/slide" Target="slide78.xml"/><Relationship Id="rId3" Type="http://schemas.openxmlformats.org/officeDocument/2006/relationships/hyperlink" Target="&#35745;&#31639;&#26426;&#32452;&#25104;&#21407;&#29702;&#31532;7&#31456;.pptx#-1,45,PowerPoint%20&#28436;&#31034;&#25991;&#31295;" TargetMode="External"/><Relationship Id="rId2" Type="http://schemas.openxmlformats.org/officeDocument/2006/relationships/slide" Target="slide79.xml"/><Relationship Id="rId1" Type="http://schemas.openxmlformats.org/officeDocument/2006/relationships/tags" Target="../tags/tag2762.xml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tags" Target="../tags/tag2774.xml"/><Relationship Id="rId8" Type="http://schemas.openxmlformats.org/officeDocument/2006/relationships/tags" Target="../tags/tag2773.xml"/><Relationship Id="rId7" Type="http://schemas.openxmlformats.org/officeDocument/2006/relationships/tags" Target="../tags/tag2772.xml"/><Relationship Id="rId6" Type="http://schemas.openxmlformats.org/officeDocument/2006/relationships/tags" Target="../tags/tag2771.xml"/><Relationship Id="rId5" Type="http://schemas.openxmlformats.org/officeDocument/2006/relationships/tags" Target="../tags/tag2770.xml"/><Relationship Id="rId4" Type="http://schemas.openxmlformats.org/officeDocument/2006/relationships/tags" Target="../tags/tag2769.xml"/><Relationship Id="rId3" Type="http://schemas.openxmlformats.org/officeDocument/2006/relationships/tags" Target="../tags/tag2768.xml"/><Relationship Id="rId25" Type="http://schemas.openxmlformats.org/officeDocument/2006/relationships/notesSlide" Target="../notesSlides/notesSlide62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2788.xml"/><Relationship Id="rId22" Type="http://schemas.openxmlformats.org/officeDocument/2006/relationships/tags" Target="../tags/tag2787.xml"/><Relationship Id="rId21" Type="http://schemas.openxmlformats.org/officeDocument/2006/relationships/tags" Target="../tags/tag2786.xml"/><Relationship Id="rId20" Type="http://schemas.openxmlformats.org/officeDocument/2006/relationships/tags" Target="../tags/tag2785.xml"/><Relationship Id="rId2" Type="http://schemas.openxmlformats.org/officeDocument/2006/relationships/tags" Target="../tags/tag2767.xml"/><Relationship Id="rId19" Type="http://schemas.openxmlformats.org/officeDocument/2006/relationships/tags" Target="../tags/tag2784.xml"/><Relationship Id="rId18" Type="http://schemas.openxmlformats.org/officeDocument/2006/relationships/tags" Target="../tags/tag2783.xml"/><Relationship Id="rId17" Type="http://schemas.openxmlformats.org/officeDocument/2006/relationships/tags" Target="../tags/tag2782.xml"/><Relationship Id="rId16" Type="http://schemas.openxmlformats.org/officeDocument/2006/relationships/tags" Target="../tags/tag2781.xml"/><Relationship Id="rId15" Type="http://schemas.openxmlformats.org/officeDocument/2006/relationships/tags" Target="../tags/tag2780.xml"/><Relationship Id="rId14" Type="http://schemas.openxmlformats.org/officeDocument/2006/relationships/tags" Target="../tags/tag2779.xml"/><Relationship Id="rId13" Type="http://schemas.openxmlformats.org/officeDocument/2006/relationships/tags" Target="../tags/tag2778.xml"/><Relationship Id="rId12" Type="http://schemas.openxmlformats.org/officeDocument/2006/relationships/tags" Target="../tags/tag2777.xml"/><Relationship Id="rId11" Type="http://schemas.openxmlformats.org/officeDocument/2006/relationships/tags" Target="../tags/tag2776.xml"/><Relationship Id="rId10" Type="http://schemas.openxmlformats.org/officeDocument/2006/relationships/tags" Target="../tags/tag2775.xml"/><Relationship Id="rId1" Type="http://schemas.openxmlformats.org/officeDocument/2006/relationships/tags" Target="../tags/tag2766.xml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tags" Target="../tags/tag2796.xml"/><Relationship Id="rId8" Type="http://schemas.openxmlformats.org/officeDocument/2006/relationships/tags" Target="../tags/tag2795.xml"/><Relationship Id="rId72" Type="http://schemas.openxmlformats.org/officeDocument/2006/relationships/notesSlide" Target="../notesSlides/notesSlide63.xml"/><Relationship Id="rId71" Type="http://schemas.openxmlformats.org/officeDocument/2006/relationships/slideLayout" Target="../slideLayouts/slideLayout7.xml"/><Relationship Id="rId70" Type="http://schemas.openxmlformats.org/officeDocument/2006/relationships/tags" Target="../tags/tag2857.xml"/><Relationship Id="rId7" Type="http://schemas.openxmlformats.org/officeDocument/2006/relationships/tags" Target="../tags/tag2794.xml"/><Relationship Id="rId69" Type="http://schemas.openxmlformats.org/officeDocument/2006/relationships/tags" Target="../tags/tag2856.xml"/><Relationship Id="rId68" Type="http://schemas.openxmlformats.org/officeDocument/2006/relationships/tags" Target="../tags/tag2855.xml"/><Relationship Id="rId67" Type="http://schemas.openxmlformats.org/officeDocument/2006/relationships/tags" Target="../tags/tag2854.xml"/><Relationship Id="rId66" Type="http://schemas.openxmlformats.org/officeDocument/2006/relationships/tags" Target="../tags/tag2853.xml"/><Relationship Id="rId65" Type="http://schemas.openxmlformats.org/officeDocument/2006/relationships/tags" Target="../tags/tag2852.xml"/><Relationship Id="rId64" Type="http://schemas.openxmlformats.org/officeDocument/2006/relationships/tags" Target="../tags/tag2851.xml"/><Relationship Id="rId63" Type="http://schemas.openxmlformats.org/officeDocument/2006/relationships/tags" Target="../tags/tag2850.xml"/><Relationship Id="rId62" Type="http://schemas.openxmlformats.org/officeDocument/2006/relationships/tags" Target="../tags/tag2849.xml"/><Relationship Id="rId61" Type="http://schemas.openxmlformats.org/officeDocument/2006/relationships/tags" Target="../tags/tag2848.xml"/><Relationship Id="rId60" Type="http://schemas.openxmlformats.org/officeDocument/2006/relationships/tags" Target="../tags/tag2847.xml"/><Relationship Id="rId6" Type="http://schemas.openxmlformats.org/officeDocument/2006/relationships/tags" Target="../tags/tag2793.xml"/><Relationship Id="rId59" Type="http://schemas.openxmlformats.org/officeDocument/2006/relationships/tags" Target="../tags/tag2846.xml"/><Relationship Id="rId58" Type="http://schemas.openxmlformats.org/officeDocument/2006/relationships/tags" Target="../tags/tag2845.xml"/><Relationship Id="rId57" Type="http://schemas.openxmlformats.org/officeDocument/2006/relationships/tags" Target="../tags/tag2844.xml"/><Relationship Id="rId56" Type="http://schemas.openxmlformats.org/officeDocument/2006/relationships/tags" Target="../tags/tag2843.xml"/><Relationship Id="rId55" Type="http://schemas.openxmlformats.org/officeDocument/2006/relationships/tags" Target="../tags/tag2842.xml"/><Relationship Id="rId54" Type="http://schemas.openxmlformats.org/officeDocument/2006/relationships/tags" Target="../tags/tag2841.xml"/><Relationship Id="rId53" Type="http://schemas.openxmlformats.org/officeDocument/2006/relationships/tags" Target="../tags/tag2840.xml"/><Relationship Id="rId52" Type="http://schemas.openxmlformats.org/officeDocument/2006/relationships/tags" Target="../tags/tag2839.xml"/><Relationship Id="rId51" Type="http://schemas.openxmlformats.org/officeDocument/2006/relationships/tags" Target="../tags/tag2838.xml"/><Relationship Id="rId50" Type="http://schemas.openxmlformats.org/officeDocument/2006/relationships/tags" Target="../tags/tag2837.xml"/><Relationship Id="rId5" Type="http://schemas.openxmlformats.org/officeDocument/2006/relationships/tags" Target="../tags/tag2792.xml"/><Relationship Id="rId49" Type="http://schemas.openxmlformats.org/officeDocument/2006/relationships/tags" Target="../tags/tag2836.xml"/><Relationship Id="rId48" Type="http://schemas.openxmlformats.org/officeDocument/2006/relationships/tags" Target="../tags/tag2835.xml"/><Relationship Id="rId47" Type="http://schemas.openxmlformats.org/officeDocument/2006/relationships/tags" Target="../tags/tag2834.xml"/><Relationship Id="rId46" Type="http://schemas.openxmlformats.org/officeDocument/2006/relationships/tags" Target="../tags/tag2833.xml"/><Relationship Id="rId45" Type="http://schemas.openxmlformats.org/officeDocument/2006/relationships/tags" Target="../tags/tag2832.xml"/><Relationship Id="rId44" Type="http://schemas.openxmlformats.org/officeDocument/2006/relationships/tags" Target="../tags/tag2831.xml"/><Relationship Id="rId43" Type="http://schemas.openxmlformats.org/officeDocument/2006/relationships/tags" Target="../tags/tag2830.xml"/><Relationship Id="rId42" Type="http://schemas.openxmlformats.org/officeDocument/2006/relationships/tags" Target="../tags/tag2829.xml"/><Relationship Id="rId41" Type="http://schemas.openxmlformats.org/officeDocument/2006/relationships/tags" Target="../tags/tag2828.xml"/><Relationship Id="rId40" Type="http://schemas.openxmlformats.org/officeDocument/2006/relationships/tags" Target="../tags/tag2827.xml"/><Relationship Id="rId4" Type="http://schemas.openxmlformats.org/officeDocument/2006/relationships/tags" Target="../tags/tag2791.xml"/><Relationship Id="rId39" Type="http://schemas.openxmlformats.org/officeDocument/2006/relationships/tags" Target="../tags/tag2826.xml"/><Relationship Id="rId38" Type="http://schemas.openxmlformats.org/officeDocument/2006/relationships/tags" Target="../tags/tag2825.xml"/><Relationship Id="rId37" Type="http://schemas.openxmlformats.org/officeDocument/2006/relationships/tags" Target="../tags/tag2824.xml"/><Relationship Id="rId36" Type="http://schemas.openxmlformats.org/officeDocument/2006/relationships/tags" Target="../tags/tag2823.xml"/><Relationship Id="rId35" Type="http://schemas.openxmlformats.org/officeDocument/2006/relationships/tags" Target="../tags/tag2822.xml"/><Relationship Id="rId34" Type="http://schemas.openxmlformats.org/officeDocument/2006/relationships/tags" Target="../tags/tag2821.xml"/><Relationship Id="rId33" Type="http://schemas.openxmlformats.org/officeDocument/2006/relationships/tags" Target="../tags/tag2820.xml"/><Relationship Id="rId32" Type="http://schemas.openxmlformats.org/officeDocument/2006/relationships/tags" Target="../tags/tag2819.xml"/><Relationship Id="rId31" Type="http://schemas.openxmlformats.org/officeDocument/2006/relationships/tags" Target="../tags/tag2818.xml"/><Relationship Id="rId30" Type="http://schemas.openxmlformats.org/officeDocument/2006/relationships/tags" Target="../tags/tag2817.xml"/><Relationship Id="rId3" Type="http://schemas.openxmlformats.org/officeDocument/2006/relationships/tags" Target="../tags/tag2790.xml"/><Relationship Id="rId29" Type="http://schemas.openxmlformats.org/officeDocument/2006/relationships/tags" Target="../tags/tag2816.xml"/><Relationship Id="rId28" Type="http://schemas.openxmlformats.org/officeDocument/2006/relationships/tags" Target="../tags/tag2815.xml"/><Relationship Id="rId27" Type="http://schemas.openxmlformats.org/officeDocument/2006/relationships/tags" Target="../tags/tag2814.xml"/><Relationship Id="rId26" Type="http://schemas.openxmlformats.org/officeDocument/2006/relationships/tags" Target="../tags/tag2813.xml"/><Relationship Id="rId25" Type="http://schemas.openxmlformats.org/officeDocument/2006/relationships/tags" Target="../tags/tag2812.xml"/><Relationship Id="rId24" Type="http://schemas.openxmlformats.org/officeDocument/2006/relationships/tags" Target="../tags/tag2811.xml"/><Relationship Id="rId23" Type="http://schemas.openxmlformats.org/officeDocument/2006/relationships/tags" Target="../tags/tag2810.xml"/><Relationship Id="rId22" Type="http://schemas.openxmlformats.org/officeDocument/2006/relationships/tags" Target="../tags/tag2809.xml"/><Relationship Id="rId21" Type="http://schemas.openxmlformats.org/officeDocument/2006/relationships/tags" Target="../tags/tag2808.xml"/><Relationship Id="rId20" Type="http://schemas.openxmlformats.org/officeDocument/2006/relationships/tags" Target="../tags/tag2807.xml"/><Relationship Id="rId2" Type="http://schemas.openxmlformats.org/officeDocument/2006/relationships/tags" Target="../tags/tag2789.xml"/><Relationship Id="rId19" Type="http://schemas.openxmlformats.org/officeDocument/2006/relationships/tags" Target="../tags/tag2806.xml"/><Relationship Id="rId18" Type="http://schemas.openxmlformats.org/officeDocument/2006/relationships/tags" Target="../tags/tag2805.xml"/><Relationship Id="rId17" Type="http://schemas.openxmlformats.org/officeDocument/2006/relationships/tags" Target="../tags/tag2804.xml"/><Relationship Id="rId16" Type="http://schemas.openxmlformats.org/officeDocument/2006/relationships/tags" Target="../tags/tag2803.xml"/><Relationship Id="rId15" Type="http://schemas.openxmlformats.org/officeDocument/2006/relationships/tags" Target="../tags/tag2802.xml"/><Relationship Id="rId14" Type="http://schemas.openxmlformats.org/officeDocument/2006/relationships/tags" Target="../tags/tag2801.xml"/><Relationship Id="rId13" Type="http://schemas.openxmlformats.org/officeDocument/2006/relationships/tags" Target="../tags/tag2800.xml"/><Relationship Id="rId12" Type="http://schemas.openxmlformats.org/officeDocument/2006/relationships/tags" Target="../tags/tag2799.xml"/><Relationship Id="rId11" Type="http://schemas.openxmlformats.org/officeDocument/2006/relationships/tags" Target="../tags/tag2798.xml"/><Relationship Id="rId10" Type="http://schemas.openxmlformats.org/officeDocument/2006/relationships/tags" Target="../tags/tag2797.xml"/><Relationship Id="rId1" Type="http://schemas.openxmlformats.org/officeDocument/2006/relationships/slide" Target="slide76.xml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858.xml"/><Relationship Id="rId2" Type="http://schemas.openxmlformats.org/officeDocument/2006/relationships/slide" Target="slide81.xml"/><Relationship Id="rId1" Type="http://schemas.openxmlformats.org/officeDocument/2006/relationships/slide" Target="slide76.xml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860.xml"/><Relationship Id="rId3" Type="http://schemas.openxmlformats.org/officeDocument/2006/relationships/slide" Target="slide85.xml"/><Relationship Id="rId2" Type="http://schemas.openxmlformats.org/officeDocument/2006/relationships/tags" Target="../tags/tag2859.xml"/><Relationship Id="rId1" Type="http://schemas.openxmlformats.org/officeDocument/2006/relationships/slide" Target="slide90.xml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862.xml"/><Relationship Id="rId3" Type="http://schemas.openxmlformats.org/officeDocument/2006/relationships/tags" Target="../tags/tag2861.xml"/><Relationship Id="rId2" Type="http://schemas.openxmlformats.org/officeDocument/2006/relationships/slide" Target="slide79.xml"/><Relationship Id="rId1" Type="http://schemas.openxmlformats.org/officeDocument/2006/relationships/slide" Target="slide2.xml"/></Relationships>
</file>

<file path=ppt/slides/_rels/slide82.xml.rels><?xml version="1.0" encoding="UTF-8" standalone="yes"?>
<Relationships xmlns="http://schemas.openxmlformats.org/package/2006/relationships"><Relationship Id="rId99" Type="http://schemas.openxmlformats.org/officeDocument/2006/relationships/notesSlide" Target="../notesSlides/notesSlide66.xml"/><Relationship Id="rId98" Type="http://schemas.openxmlformats.org/officeDocument/2006/relationships/slideLayout" Target="../slideLayouts/slideLayout7.xml"/><Relationship Id="rId97" Type="http://schemas.openxmlformats.org/officeDocument/2006/relationships/tags" Target="../tags/tag2957.xml"/><Relationship Id="rId96" Type="http://schemas.openxmlformats.org/officeDocument/2006/relationships/tags" Target="../tags/tag2956.xml"/><Relationship Id="rId95" Type="http://schemas.openxmlformats.org/officeDocument/2006/relationships/tags" Target="../tags/tag2955.xml"/><Relationship Id="rId94" Type="http://schemas.openxmlformats.org/officeDocument/2006/relationships/tags" Target="../tags/tag2954.xml"/><Relationship Id="rId93" Type="http://schemas.openxmlformats.org/officeDocument/2006/relationships/tags" Target="../tags/tag2953.xml"/><Relationship Id="rId92" Type="http://schemas.openxmlformats.org/officeDocument/2006/relationships/tags" Target="../tags/tag2952.xml"/><Relationship Id="rId91" Type="http://schemas.openxmlformats.org/officeDocument/2006/relationships/tags" Target="../tags/tag2951.xml"/><Relationship Id="rId90" Type="http://schemas.openxmlformats.org/officeDocument/2006/relationships/tags" Target="../tags/tag2950.xml"/><Relationship Id="rId9" Type="http://schemas.openxmlformats.org/officeDocument/2006/relationships/tags" Target="../tags/tag2869.xml"/><Relationship Id="rId89" Type="http://schemas.openxmlformats.org/officeDocument/2006/relationships/tags" Target="../tags/tag2949.xml"/><Relationship Id="rId88" Type="http://schemas.openxmlformats.org/officeDocument/2006/relationships/tags" Target="../tags/tag2948.xml"/><Relationship Id="rId87" Type="http://schemas.openxmlformats.org/officeDocument/2006/relationships/tags" Target="../tags/tag2947.xml"/><Relationship Id="rId86" Type="http://schemas.openxmlformats.org/officeDocument/2006/relationships/tags" Target="../tags/tag2946.xml"/><Relationship Id="rId85" Type="http://schemas.openxmlformats.org/officeDocument/2006/relationships/tags" Target="../tags/tag2945.xml"/><Relationship Id="rId84" Type="http://schemas.openxmlformats.org/officeDocument/2006/relationships/tags" Target="../tags/tag2944.xml"/><Relationship Id="rId83" Type="http://schemas.openxmlformats.org/officeDocument/2006/relationships/tags" Target="../tags/tag2943.xml"/><Relationship Id="rId82" Type="http://schemas.openxmlformats.org/officeDocument/2006/relationships/tags" Target="../tags/tag2942.xml"/><Relationship Id="rId81" Type="http://schemas.openxmlformats.org/officeDocument/2006/relationships/tags" Target="../tags/tag2941.xml"/><Relationship Id="rId80" Type="http://schemas.openxmlformats.org/officeDocument/2006/relationships/tags" Target="../tags/tag2940.xml"/><Relationship Id="rId8" Type="http://schemas.openxmlformats.org/officeDocument/2006/relationships/tags" Target="../tags/tag2868.xml"/><Relationship Id="rId79" Type="http://schemas.openxmlformats.org/officeDocument/2006/relationships/tags" Target="../tags/tag2939.xml"/><Relationship Id="rId78" Type="http://schemas.openxmlformats.org/officeDocument/2006/relationships/tags" Target="../tags/tag2938.xml"/><Relationship Id="rId77" Type="http://schemas.openxmlformats.org/officeDocument/2006/relationships/tags" Target="../tags/tag2937.xml"/><Relationship Id="rId76" Type="http://schemas.openxmlformats.org/officeDocument/2006/relationships/tags" Target="../tags/tag2936.xml"/><Relationship Id="rId75" Type="http://schemas.openxmlformats.org/officeDocument/2006/relationships/tags" Target="../tags/tag2935.xml"/><Relationship Id="rId74" Type="http://schemas.openxmlformats.org/officeDocument/2006/relationships/tags" Target="../tags/tag2934.xml"/><Relationship Id="rId73" Type="http://schemas.openxmlformats.org/officeDocument/2006/relationships/tags" Target="../tags/tag2933.xml"/><Relationship Id="rId72" Type="http://schemas.openxmlformats.org/officeDocument/2006/relationships/tags" Target="../tags/tag2932.xml"/><Relationship Id="rId71" Type="http://schemas.openxmlformats.org/officeDocument/2006/relationships/tags" Target="../tags/tag2931.xml"/><Relationship Id="rId70" Type="http://schemas.openxmlformats.org/officeDocument/2006/relationships/tags" Target="../tags/tag2930.xml"/><Relationship Id="rId7" Type="http://schemas.openxmlformats.org/officeDocument/2006/relationships/tags" Target="../tags/tag2867.xml"/><Relationship Id="rId69" Type="http://schemas.openxmlformats.org/officeDocument/2006/relationships/tags" Target="../tags/tag2929.xml"/><Relationship Id="rId68" Type="http://schemas.openxmlformats.org/officeDocument/2006/relationships/tags" Target="../tags/tag2928.xml"/><Relationship Id="rId67" Type="http://schemas.openxmlformats.org/officeDocument/2006/relationships/tags" Target="../tags/tag2927.xml"/><Relationship Id="rId66" Type="http://schemas.openxmlformats.org/officeDocument/2006/relationships/tags" Target="../tags/tag2926.xml"/><Relationship Id="rId65" Type="http://schemas.openxmlformats.org/officeDocument/2006/relationships/tags" Target="../tags/tag2925.xml"/><Relationship Id="rId64" Type="http://schemas.openxmlformats.org/officeDocument/2006/relationships/tags" Target="../tags/tag2924.xml"/><Relationship Id="rId63" Type="http://schemas.openxmlformats.org/officeDocument/2006/relationships/tags" Target="../tags/tag2923.xml"/><Relationship Id="rId62" Type="http://schemas.openxmlformats.org/officeDocument/2006/relationships/tags" Target="../tags/tag2922.xml"/><Relationship Id="rId61" Type="http://schemas.openxmlformats.org/officeDocument/2006/relationships/tags" Target="../tags/tag2921.xml"/><Relationship Id="rId60" Type="http://schemas.openxmlformats.org/officeDocument/2006/relationships/tags" Target="../tags/tag2920.xml"/><Relationship Id="rId6" Type="http://schemas.openxmlformats.org/officeDocument/2006/relationships/tags" Target="../tags/tag2866.xml"/><Relationship Id="rId59" Type="http://schemas.openxmlformats.org/officeDocument/2006/relationships/tags" Target="../tags/tag2919.xml"/><Relationship Id="rId58" Type="http://schemas.openxmlformats.org/officeDocument/2006/relationships/tags" Target="../tags/tag2918.xml"/><Relationship Id="rId57" Type="http://schemas.openxmlformats.org/officeDocument/2006/relationships/tags" Target="../tags/tag2917.xml"/><Relationship Id="rId56" Type="http://schemas.openxmlformats.org/officeDocument/2006/relationships/tags" Target="../tags/tag2916.xml"/><Relationship Id="rId55" Type="http://schemas.openxmlformats.org/officeDocument/2006/relationships/tags" Target="../tags/tag2915.xml"/><Relationship Id="rId54" Type="http://schemas.openxmlformats.org/officeDocument/2006/relationships/tags" Target="../tags/tag2914.xml"/><Relationship Id="rId53" Type="http://schemas.openxmlformats.org/officeDocument/2006/relationships/tags" Target="../tags/tag2913.xml"/><Relationship Id="rId52" Type="http://schemas.openxmlformats.org/officeDocument/2006/relationships/tags" Target="../tags/tag2912.xml"/><Relationship Id="rId51" Type="http://schemas.openxmlformats.org/officeDocument/2006/relationships/tags" Target="../tags/tag2911.xml"/><Relationship Id="rId50" Type="http://schemas.openxmlformats.org/officeDocument/2006/relationships/tags" Target="../tags/tag2910.xml"/><Relationship Id="rId5" Type="http://schemas.openxmlformats.org/officeDocument/2006/relationships/tags" Target="../tags/tag2865.xml"/><Relationship Id="rId49" Type="http://schemas.openxmlformats.org/officeDocument/2006/relationships/tags" Target="../tags/tag2909.xml"/><Relationship Id="rId48" Type="http://schemas.openxmlformats.org/officeDocument/2006/relationships/tags" Target="../tags/tag2908.xml"/><Relationship Id="rId47" Type="http://schemas.openxmlformats.org/officeDocument/2006/relationships/tags" Target="../tags/tag2907.xml"/><Relationship Id="rId46" Type="http://schemas.openxmlformats.org/officeDocument/2006/relationships/tags" Target="../tags/tag2906.xml"/><Relationship Id="rId45" Type="http://schemas.openxmlformats.org/officeDocument/2006/relationships/tags" Target="../tags/tag2905.xml"/><Relationship Id="rId44" Type="http://schemas.openxmlformats.org/officeDocument/2006/relationships/tags" Target="../tags/tag2904.xml"/><Relationship Id="rId43" Type="http://schemas.openxmlformats.org/officeDocument/2006/relationships/tags" Target="../tags/tag2903.xml"/><Relationship Id="rId42" Type="http://schemas.openxmlformats.org/officeDocument/2006/relationships/tags" Target="../tags/tag2902.xml"/><Relationship Id="rId41" Type="http://schemas.openxmlformats.org/officeDocument/2006/relationships/tags" Target="../tags/tag2901.xml"/><Relationship Id="rId40" Type="http://schemas.openxmlformats.org/officeDocument/2006/relationships/tags" Target="../tags/tag2900.xml"/><Relationship Id="rId4" Type="http://schemas.openxmlformats.org/officeDocument/2006/relationships/tags" Target="../tags/tag2864.xml"/><Relationship Id="rId39" Type="http://schemas.openxmlformats.org/officeDocument/2006/relationships/tags" Target="../tags/tag2899.xml"/><Relationship Id="rId38" Type="http://schemas.openxmlformats.org/officeDocument/2006/relationships/tags" Target="../tags/tag2898.xml"/><Relationship Id="rId37" Type="http://schemas.openxmlformats.org/officeDocument/2006/relationships/tags" Target="../tags/tag2897.xml"/><Relationship Id="rId36" Type="http://schemas.openxmlformats.org/officeDocument/2006/relationships/tags" Target="../tags/tag2896.xml"/><Relationship Id="rId35" Type="http://schemas.openxmlformats.org/officeDocument/2006/relationships/tags" Target="../tags/tag2895.xml"/><Relationship Id="rId34" Type="http://schemas.openxmlformats.org/officeDocument/2006/relationships/tags" Target="../tags/tag2894.xml"/><Relationship Id="rId33" Type="http://schemas.openxmlformats.org/officeDocument/2006/relationships/tags" Target="../tags/tag2893.xml"/><Relationship Id="rId32" Type="http://schemas.openxmlformats.org/officeDocument/2006/relationships/tags" Target="../tags/tag2892.xml"/><Relationship Id="rId31" Type="http://schemas.openxmlformats.org/officeDocument/2006/relationships/tags" Target="../tags/tag2891.xml"/><Relationship Id="rId30" Type="http://schemas.openxmlformats.org/officeDocument/2006/relationships/tags" Target="../tags/tag2890.xml"/><Relationship Id="rId3" Type="http://schemas.openxmlformats.org/officeDocument/2006/relationships/tags" Target="../tags/tag2863.xml"/><Relationship Id="rId29" Type="http://schemas.openxmlformats.org/officeDocument/2006/relationships/tags" Target="../tags/tag2889.xml"/><Relationship Id="rId28" Type="http://schemas.openxmlformats.org/officeDocument/2006/relationships/tags" Target="../tags/tag2888.xml"/><Relationship Id="rId27" Type="http://schemas.openxmlformats.org/officeDocument/2006/relationships/tags" Target="../tags/tag2887.xml"/><Relationship Id="rId26" Type="http://schemas.openxmlformats.org/officeDocument/2006/relationships/tags" Target="../tags/tag2886.xml"/><Relationship Id="rId25" Type="http://schemas.openxmlformats.org/officeDocument/2006/relationships/tags" Target="../tags/tag2885.xml"/><Relationship Id="rId24" Type="http://schemas.openxmlformats.org/officeDocument/2006/relationships/tags" Target="../tags/tag2884.xml"/><Relationship Id="rId23" Type="http://schemas.openxmlformats.org/officeDocument/2006/relationships/tags" Target="../tags/tag2883.xml"/><Relationship Id="rId22" Type="http://schemas.openxmlformats.org/officeDocument/2006/relationships/tags" Target="../tags/tag2882.xml"/><Relationship Id="rId21" Type="http://schemas.openxmlformats.org/officeDocument/2006/relationships/tags" Target="../tags/tag2881.xml"/><Relationship Id="rId20" Type="http://schemas.openxmlformats.org/officeDocument/2006/relationships/tags" Target="../tags/tag2880.xml"/><Relationship Id="rId2" Type="http://schemas.openxmlformats.org/officeDocument/2006/relationships/slide" Target="slide102.xml"/><Relationship Id="rId19" Type="http://schemas.openxmlformats.org/officeDocument/2006/relationships/tags" Target="../tags/tag2879.xml"/><Relationship Id="rId18" Type="http://schemas.openxmlformats.org/officeDocument/2006/relationships/tags" Target="../tags/tag2878.xml"/><Relationship Id="rId17" Type="http://schemas.openxmlformats.org/officeDocument/2006/relationships/tags" Target="../tags/tag2877.xml"/><Relationship Id="rId16" Type="http://schemas.openxmlformats.org/officeDocument/2006/relationships/tags" Target="../tags/tag2876.xml"/><Relationship Id="rId15" Type="http://schemas.openxmlformats.org/officeDocument/2006/relationships/tags" Target="../tags/tag2875.xml"/><Relationship Id="rId14" Type="http://schemas.openxmlformats.org/officeDocument/2006/relationships/tags" Target="../tags/tag2874.xml"/><Relationship Id="rId13" Type="http://schemas.openxmlformats.org/officeDocument/2006/relationships/tags" Target="../tags/tag2873.xml"/><Relationship Id="rId12" Type="http://schemas.openxmlformats.org/officeDocument/2006/relationships/tags" Target="../tags/tag2872.xml"/><Relationship Id="rId11" Type="http://schemas.openxmlformats.org/officeDocument/2006/relationships/tags" Target="../tags/tag2871.xml"/><Relationship Id="rId10" Type="http://schemas.openxmlformats.org/officeDocument/2006/relationships/tags" Target="../tags/tag2870.xml"/><Relationship Id="rId1" Type="http://schemas.openxmlformats.org/officeDocument/2006/relationships/slide" Target="slide87.xml"/></Relationships>
</file>

<file path=ppt/slides/_rels/slide83.xml.rels><?xml version="1.0" encoding="UTF-8" standalone="yes"?>
<Relationships xmlns="http://schemas.openxmlformats.org/package/2006/relationships"><Relationship Id="rId99" Type="http://schemas.openxmlformats.org/officeDocument/2006/relationships/tags" Target="../tags/tag3055.xml"/><Relationship Id="rId98" Type="http://schemas.openxmlformats.org/officeDocument/2006/relationships/tags" Target="../tags/tag3054.xml"/><Relationship Id="rId97" Type="http://schemas.openxmlformats.org/officeDocument/2006/relationships/tags" Target="../tags/tag3053.xml"/><Relationship Id="rId96" Type="http://schemas.openxmlformats.org/officeDocument/2006/relationships/tags" Target="../tags/tag3052.xml"/><Relationship Id="rId95" Type="http://schemas.openxmlformats.org/officeDocument/2006/relationships/tags" Target="../tags/tag3051.xml"/><Relationship Id="rId94" Type="http://schemas.openxmlformats.org/officeDocument/2006/relationships/tags" Target="../tags/tag3050.xml"/><Relationship Id="rId93" Type="http://schemas.openxmlformats.org/officeDocument/2006/relationships/tags" Target="../tags/tag3049.xml"/><Relationship Id="rId92" Type="http://schemas.openxmlformats.org/officeDocument/2006/relationships/tags" Target="../tags/tag3048.xml"/><Relationship Id="rId91" Type="http://schemas.openxmlformats.org/officeDocument/2006/relationships/tags" Target="../tags/tag3047.xml"/><Relationship Id="rId90" Type="http://schemas.openxmlformats.org/officeDocument/2006/relationships/tags" Target="../tags/tag3046.xml"/><Relationship Id="rId9" Type="http://schemas.openxmlformats.org/officeDocument/2006/relationships/tags" Target="../tags/tag2965.xml"/><Relationship Id="rId89" Type="http://schemas.openxmlformats.org/officeDocument/2006/relationships/tags" Target="../tags/tag3045.xml"/><Relationship Id="rId88" Type="http://schemas.openxmlformats.org/officeDocument/2006/relationships/tags" Target="../tags/tag3044.xml"/><Relationship Id="rId87" Type="http://schemas.openxmlformats.org/officeDocument/2006/relationships/tags" Target="../tags/tag3043.xml"/><Relationship Id="rId86" Type="http://schemas.openxmlformats.org/officeDocument/2006/relationships/tags" Target="../tags/tag3042.xml"/><Relationship Id="rId85" Type="http://schemas.openxmlformats.org/officeDocument/2006/relationships/tags" Target="../tags/tag3041.xml"/><Relationship Id="rId84" Type="http://schemas.openxmlformats.org/officeDocument/2006/relationships/tags" Target="../tags/tag3040.xml"/><Relationship Id="rId83" Type="http://schemas.openxmlformats.org/officeDocument/2006/relationships/tags" Target="../tags/tag3039.xml"/><Relationship Id="rId82" Type="http://schemas.openxmlformats.org/officeDocument/2006/relationships/tags" Target="../tags/tag3038.xml"/><Relationship Id="rId81" Type="http://schemas.openxmlformats.org/officeDocument/2006/relationships/tags" Target="../tags/tag3037.xml"/><Relationship Id="rId80" Type="http://schemas.openxmlformats.org/officeDocument/2006/relationships/tags" Target="../tags/tag3036.xml"/><Relationship Id="rId8" Type="http://schemas.openxmlformats.org/officeDocument/2006/relationships/tags" Target="../tags/tag2964.xml"/><Relationship Id="rId79" Type="http://schemas.openxmlformats.org/officeDocument/2006/relationships/tags" Target="../tags/tag3035.xml"/><Relationship Id="rId78" Type="http://schemas.openxmlformats.org/officeDocument/2006/relationships/tags" Target="../tags/tag3034.xml"/><Relationship Id="rId77" Type="http://schemas.openxmlformats.org/officeDocument/2006/relationships/tags" Target="../tags/tag3033.xml"/><Relationship Id="rId76" Type="http://schemas.openxmlformats.org/officeDocument/2006/relationships/tags" Target="../tags/tag3032.xml"/><Relationship Id="rId75" Type="http://schemas.openxmlformats.org/officeDocument/2006/relationships/tags" Target="../tags/tag3031.xml"/><Relationship Id="rId74" Type="http://schemas.openxmlformats.org/officeDocument/2006/relationships/tags" Target="../tags/tag3030.xml"/><Relationship Id="rId73" Type="http://schemas.openxmlformats.org/officeDocument/2006/relationships/tags" Target="../tags/tag3029.xml"/><Relationship Id="rId72" Type="http://schemas.openxmlformats.org/officeDocument/2006/relationships/tags" Target="../tags/tag3028.xml"/><Relationship Id="rId71" Type="http://schemas.openxmlformats.org/officeDocument/2006/relationships/tags" Target="../tags/tag3027.xml"/><Relationship Id="rId70" Type="http://schemas.openxmlformats.org/officeDocument/2006/relationships/tags" Target="../tags/tag3026.xml"/><Relationship Id="rId7" Type="http://schemas.openxmlformats.org/officeDocument/2006/relationships/tags" Target="../tags/tag2963.xml"/><Relationship Id="rId69" Type="http://schemas.openxmlformats.org/officeDocument/2006/relationships/tags" Target="../tags/tag3025.xml"/><Relationship Id="rId68" Type="http://schemas.openxmlformats.org/officeDocument/2006/relationships/tags" Target="../tags/tag3024.xml"/><Relationship Id="rId67" Type="http://schemas.openxmlformats.org/officeDocument/2006/relationships/tags" Target="../tags/tag3023.xml"/><Relationship Id="rId66" Type="http://schemas.openxmlformats.org/officeDocument/2006/relationships/tags" Target="../tags/tag3022.xml"/><Relationship Id="rId65" Type="http://schemas.openxmlformats.org/officeDocument/2006/relationships/tags" Target="../tags/tag3021.xml"/><Relationship Id="rId64" Type="http://schemas.openxmlformats.org/officeDocument/2006/relationships/tags" Target="../tags/tag3020.xml"/><Relationship Id="rId63" Type="http://schemas.openxmlformats.org/officeDocument/2006/relationships/tags" Target="../tags/tag3019.xml"/><Relationship Id="rId62" Type="http://schemas.openxmlformats.org/officeDocument/2006/relationships/tags" Target="../tags/tag3018.xml"/><Relationship Id="rId61" Type="http://schemas.openxmlformats.org/officeDocument/2006/relationships/tags" Target="../tags/tag3017.xml"/><Relationship Id="rId60" Type="http://schemas.openxmlformats.org/officeDocument/2006/relationships/tags" Target="../tags/tag3016.xml"/><Relationship Id="rId6" Type="http://schemas.openxmlformats.org/officeDocument/2006/relationships/tags" Target="../tags/tag2962.xml"/><Relationship Id="rId59" Type="http://schemas.openxmlformats.org/officeDocument/2006/relationships/tags" Target="../tags/tag3015.xml"/><Relationship Id="rId58" Type="http://schemas.openxmlformats.org/officeDocument/2006/relationships/tags" Target="../tags/tag3014.xml"/><Relationship Id="rId57" Type="http://schemas.openxmlformats.org/officeDocument/2006/relationships/tags" Target="../tags/tag3013.xml"/><Relationship Id="rId56" Type="http://schemas.openxmlformats.org/officeDocument/2006/relationships/tags" Target="../tags/tag3012.xml"/><Relationship Id="rId55" Type="http://schemas.openxmlformats.org/officeDocument/2006/relationships/tags" Target="../tags/tag3011.xml"/><Relationship Id="rId54" Type="http://schemas.openxmlformats.org/officeDocument/2006/relationships/tags" Target="../tags/tag3010.xml"/><Relationship Id="rId53" Type="http://schemas.openxmlformats.org/officeDocument/2006/relationships/tags" Target="../tags/tag3009.xml"/><Relationship Id="rId52" Type="http://schemas.openxmlformats.org/officeDocument/2006/relationships/tags" Target="../tags/tag3008.xml"/><Relationship Id="rId51" Type="http://schemas.openxmlformats.org/officeDocument/2006/relationships/tags" Target="../tags/tag3007.xml"/><Relationship Id="rId50" Type="http://schemas.openxmlformats.org/officeDocument/2006/relationships/tags" Target="../tags/tag3006.xml"/><Relationship Id="rId5" Type="http://schemas.openxmlformats.org/officeDocument/2006/relationships/tags" Target="../tags/tag2961.xml"/><Relationship Id="rId49" Type="http://schemas.openxmlformats.org/officeDocument/2006/relationships/tags" Target="../tags/tag3005.xml"/><Relationship Id="rId48" Type="http://schemas.openxmlformats.org/officeDocument/2006/relationships/tags" Target="../tags/tag3004.xml"/><Relationship Id="rId47" Type="http://schemas.openxmlformats.org/officeDocument/2006/relationships/tags" Target="../tags/tag3003.xml"/><Relationship Id="rId46" Type="http://schemas.openxmlformats.org/officeDocument/2006/relationships/tags" Target="../tags/tag3002.xml"/><Relationship Id="rId45" Type="http://schemas.openxmlformats.org/officeDocument/2006/relationships/tags" Target="../tags/tag3001.xml"/><Relationship Id="rId44" Type="http://schemas.openxmlformats.org/officeDocument/2006/relationships/tags" Target="../tags/tag3000.xml"/><Relationship Id="rId43" Type="http://schemas.openxmlformats.org/officeDocument/2006/relationships/tags" Target="../tags/tag2999.xml"/><Relationship Id="rId42" Type="http://schemas.openxmlformats.org/officeDocument/2006/relationships/tags" Target="../tags/tag2998.xml"/><Relationship Id="rId41" Type="http://schemas.openxmlformats.org/officeDocument/2006/relationships/tags" Target="../tags/tag2997.xml"/><Relationship Id="rId40" Type="http://schemas.openxmlformats.org/officeDocument/2006/relationships/tags" Target="../tags/tag2996.xml"/><Relationship Id="rId4" Type="http://schemas.openxmlformats.org/officeDocument/2006/relationships/tags" Target="../tags/tag2960.xml"/><Relationship Id="rId39" Type="http://schemas.openxmlformats.org/officeDocument/2006/relationships/tags" Target="../tags/tag2995.xml"/><Relationship Id="rId38" Type="http://schemas.openxmlformats.org/officeDocument/2006/relationships/tags" Target="../tags/tag2994.xml"/><Relationship Id="rId37" Type="http://schemas.openxmlformats.org/officeDocument/2006/relationships/tags" Target="../tags/tag2993.xml"/><Relationship Id="rId36" Type="http://schemas.openxmlformats.org/officeDocument/2006/relationships/tags" Target="../tags/tag2992.xml"/><Relationship Id="rId35" Type="http://schemas.openxmlformats.org/officeDocument/2006/relationships/tags" Target="../tags/tag2991.xml"/><Relationship Id="rId34" Type="http://schemas.openxmlformats.org/officeDocument/2006/relationships/tags" Target="../tags/tag2990.xml"/><Relationship Id="rId33" Type="http://schemas.openxmlformats.org/officeDocument/2006/relationships/tags" Target="../tags/tag2989.xml"/><Relationship Id="rId32" Type="http://schemas.openxmlformats.org/officeDocument/2006/relationships/tags" Target="../tags/tag2988.xml"/><Relationship Id="rId31" Type="http://schemas.openxmlformats.org/officeDocument/2006/relationships/tags" Target="../tags/tag2987.xml"/><Relationship Id="rId30" Type="http://schemas.openxmlformats.org/officeDocument/2006/relationships/tags" Target="../tags/tag2986.xml"/><Relationship Id="rId3" Type="http://schemas.openxmlformats.org/officeDocument/2006/relationships/tags" Target="../tags/tag2959.xml"/><Relationship Id="rId29" Type="http://schemas.openxmlformats.org/officeDocument/2006/relationships/tags" Target="../tags/tag2985.xml"/><Relationship Id="rId28" Type="http://schemas.openxmlformats.org/officeDocument/2006/relationships/tags" Target="../tags/tag2984.xml"/><Relationship Id="rId27" Type="http://schemas.openxmlformats.org/officeDocument/2006/relationships/tags" Target="../tags/tag2983.xml"/><Relationship Id="rId26" Type="http://schemas.openxmlformats.org/officeDocument/2006/relationships/tags" Target="../tags/tag2982.xml"/><Relationship Id="rId25" Type="http://schemas.openxmlformats.org/officeDocument/2006/relationships/tags" Target="../tags/tag2981.xml"/><Relationship Id="rId24" Type="http://schemas.openxmlformats.org/officeDocument/2006/relationships/tags" Target="../tags/tag2980.xml"/><Relationship Id="rId23" Type="http://schemas.openxmlformats.org/officeDocument/2006/relationships/tags" Target="../tags/tag2979.xml"/><Relationship Id="rId22" Type="http://schemas.openxmlformats.org/officeDocument/2006/relationships/tags" Target="../tags/tag2978.xml"/><Relationship Id="rId21" Type="http://schemas.openxmlformats.org/officeDocument/2006/relationships/tags" Target="../tags/tag2977.xml"/><Relationship Id="rId20" Type="http://schemas.openxmlformats.org/officeDocument/2006/relationships/tags" Target="../tags/tag2976.xml"/><Relationship Id="rId2" Type="http://schemas.openxmlformats.org/officeDocument/2006/relationships/tags" Target="../tags/tag2958.xml"/><Relationship Id="rId19" Type="http://schemas.openxmlformats.org/officeDocument/2006/relationships/tags" Target="../tags/tag2975.xml"/><Relationship Id="rId180" Type="http://schemas.openxmlformats.org/officeDocument/2006/relationships/notesSlide" Target="../notesSlides/notesSlide67.xml"/><Relationship Id="rId18" Type="http://schemas.openxmlformats.org/officeDocument/2006/relationships/tags" Target="../tags/tag2974.xml"/><Relationship Id="rId179" Type="http://schemas.openxmlformats.org/officeDocument/2006/relationships/slideLayout" Target="../slideLayouts/slideLayout7.xml"/><Relationship Id="rId178" Type="http://schemas.openxmlformats.org/officeDocument/2006/relationships/tags" Target="../tags/tag3134.xml"/><Relationship Id="rId177" Type="http://schemas.openxmlformats.org/officeDocument/2006/relationships/tags" Target="../tags/tag3133.xml"/><Relationship Id="rId176" Type="http://schemas.openxmlformats.org/officeDocument/2006/relationships/tags" Target="../tags/tag3132.xml"/><Relationship Id="rId175" Type="http://schemas.openxmlformats.org/officeDocument/2006/relationships/tags" Target="../tags/tag3131.xml"/><Relationship Id="rId174" Type="http://schemas.openxmlformats.org/officeDocument/2006/relationships/tags" Target="../tags/tag3130.xml"/><Relationship Id="rId173" Type="http://schemas.openxmlformats.org/officeDocument/2006/relationships/tags" Target="../tags/tag3129.xml"/><Relationship Id="rId172" Type="http://schemas.openxmlformats.org/officeDocument/2006/relationships/tags" Target="../tags/tag3128.xml"/><Relationship Id="rId171" Type="http://schemas.openxmlformats.org/officeDocument/2006/relationships/tags" Target="../tags/tag3127.xml"/><Relationship Id="rId170" Type="http://schemas.openxmlformats.org/officeDocument/2006/relationships/tags" Target="../tags/tag3126.xml"/><Relationship Id="rId17" Type="http://schemas.openxmlformats.org/officeDocument/2006/relationships/tags" Target="../tags/tag2973.xml"/><Relationship Id="rId169" Type="http://schemas.openxmlformats.org/officeDocument/2006/relationships/tags" Target="../tags/tag3125.xml"/><Relationship Id="rId168" Type="http://schemas.openxmlformats.org/officeDocument/2006/relationships/tags" Target="../tags/tag3124.xml"/><Relationship Id="rId167" Type="http://schemas.openxmlformats.org/officeDocument/2006/relationships/tags" Target="../tags/tag3123.xml"/><Relationship Id="rId166" Type="http://schemas.openxmlformats.org/officeDocument/2006/relationships/tags" Target="../tags/tag3122.xml"/><Relationship Id="rId165" Type="http://schemas.openxmlformats.org/officeDocument/2006/relationships/tags" Target="../tags/tag3121.xml"/><Relationship Id="rId164" Type="http://schemas.openxmlformats.org/officeDocument/2006/relationships/tags" Target="../tags/tag3120.xml"/><Relationship Id="rId163" Type="http://schemas.openxmlformats.org/officeDocument/2006/relationships/tags" Target="../tags/tag3119.xml"/><Relationship Id="rId162" Type="http://schemas.openxmlformats.org/officeDocument/2006/relationships/tags" Target="../tags/tag3118.xml"/><Relationship Id="rId161" Type="http://schemas.openxmlformats.org/officeDocument/2006/relationships/tags" Target="../tags/tag3117.xml"/><Relationship Id="rId160" Type="http://schemas.openxmlformats.org/officeDocument/2006/relationships/tags" Target="../tags/tag3116.xml"/><Relationship Id="rId16" Type="http://schemas.openxmlformats.org/officeDocument/2006/relationships/tags" Target="../tags/tag2972.xml"/><Relationship Id="rId159" Type="http://schemas.openxmlformats.org/officeDocument/2006/relationships/tags" Target="../tags/tag3115.xml"/><Relationship Id="rId158" Type="http://schemas.openxmlformats.org/officeDocument/2006/relationships/tags" Target="../tags/tag3114.xml"/><Relationship Id="rId157" Type="http://schemas.openxmlformats.org/officeDocument/2006/relationships/tags" Target="../tags/tag3113.xml"/><Relationship Id="rId156" Type="http://schemas.openxmlformats.org/officeDocument/2006/relationships/tags" Target="../tags/tag3112.xml"/><Relationship Id="rId155" Type="http://schemas.openxmlformats.org/officeDocument/2006/relationships/tags" Target="../tags/tag3111.xml"/><Relationship Id="rId154" Type="http://schemas.openxmlformats.org/officeDocument/2006/relationships/tags" Target="../tags/tag3110.xml"/><Relationship Id="rId153" Type="http://schemas.openxmlformats.org/officeDocument/2006/relationships/tags" Target="../tags/tag3109.xml"/><Relationship Id="rId152" Type="http://schemas.openxmlformats.org/officeDocument/2006/relationships/tags" Target="../tags/tag3108.xml"/><Relationship Id="rId151" Type="http://schemas.openxmlformats.org/officeDocument/2006/relationships/tags" Target="../tags/tag3107.xml"/><Relationship Id="rId150" Type="http://schemas.openxmlformats.org/officeDocument/2006/relationships/tags" Target="../tags/tag3106.xml"/><Relationship Id="rId15" Type="http://schemas.openxmlformats.org/officeDocument/2006/relationships/tags" Target="../tags/tag2971.xml"/><Relationship Id="rId149" Type="http://schemas.openxmlformats.org/officeDocument/2006/relationships/tags" Target="../tags/tag3105.xml"/><Relationship Id="rId148" Type="http://schemas.openxmlformats.org/officeDocument/2006/relationships/tags" Target="../tags/tag3104.xml"/><Relationship Id="rId147" Type="http://schemas.openxmlformats.org/officeDocument/2006/relationships/tags" Target="../tags/tag3103.xml"/><Relationship Id="rId146" Type="http://schemas.openxmlformats.org/officeDocument/2006/relationships/tags" Target="../tags/tag3102.xml"/><Relationship Id="rId145" Type="http://schemas.openxmlformats.org/officeDocument/2006/relationships/tags" Target="../tags/tag3101.xml"/><Relationship Id="rId144" Type="http://schemas.openxmlformats.org/officeDocument/2006/relationships/tags" Target="../tags/tag3100.xml"/><Relationship Id="rId143" Type="http://schemas.openxmlformats.org/officeDocument/2006/relationships/tags" Target="../tags/tag3099.xml"/><Relationship Id="rId142" Type="http://schemas.openxmlformats.org/officeDocument/2006/relationships/tags" Target="../tags/tag3098.xml"/><Relationship Id="rId141" Type="http://schemas.openxmlformats.org/officeDocument/2006/relationships/tags" Target="../tags/tag3097.xml"/><Relationship Id="rId140" Type="http://schemas.openxmlformats.org/officeDocument/2006/relationships/tags" Target="../tags/tag3096.xml"/><Relationship Id="rId14" Type="http://schemas.openxmlformats.org/officeDocument/2006/relationships/tags" Target="../tags/tag2970.xml"/><Relationship Id="rId139" Type="http://schemas.openxmlformats.org/officeDocument/2006/relationships/tags" Target="../tags/tag3095.xml"/><Relationship Id="rId138" Type="http://schemas.openxmlformats.org/officeDocument/2006/relationships/tags" Target="../tags/tag3094.xml"/><Relationship Id="rId137" Type="http://schemas.openxmlformats.org/officeDocument/2006/relationships/tags" Target="../tags/tag3093.xml"/><Relationship Id="rId136" Type="http://schemas.openxmlformats.org/officeDocument/2006/relationships/tags" Target="../tags/tag3092.xml"/><Relationship Id="rId135" Type="http://schemas.openxmlformats.org/officeDocument/2006/relationships/tags" Target="../tags/tag3091.xml"/><Relationship Id="rId134" Type="http://schemas.openxmlformats.org/officeDocument/2006/relationships/tags" Target="../tags/tag3090.xml"/><Relationship Id="rId133" Type="http://schemas.openxmlformats.org/officeDocument/2006/relationships/tags" Target="../tags/tag3089.xml"/><Relationship Id="rId132" Type="http://schemas.openxmlformats.org/officeDocument/2006/relationships/tags" Target="../tags/tag3088.xml"/><Relationship Id="rId131" Type="http://schemas.openxmlformats.org/officeDocument/2006/relationships/tags" Target="../tags/tag3087.xml"/><Relationship Id="rId130" Type="http://schemas.openxmlformats.org/officeDocument/2006/relationships/tags" Target="../tags/tag3086.xml"/><Relationship Id="rId13" Type="http://schemas.openxmlformats.org/officeDocument/2006/relationships/tags" Target="../tags/tag2969.xml"/><Relationship Id="rId129" Type="http://schemas.openxmlformats.org/officeDocument/2006/relationships/tags" Target="../tags/tag3085.xml"/><Relationship Id="rId128" Type="http://schemas.openxmlformats.org/officeDocument/2006/relationships/tags" Target="../tags/tag3084.xml"/><Relationship Id="rId127" Type="http://schemas.openxmlformats.org/officeDocument/2006/relationships/tags" Target="../tags/tag3083.xml"/><Relationship Id="rId126" Type="http://schemas.openxmlformats.org/officeDocument/2006/relationships/tags" Target="../tags/tag3082.xml"/><Relationship Id="rId125" Type="http://schemas.openxmlformats.org/officeDocument/2006/relationships/tags" Target="../tags/tag3081.xml"/><Relationship Id="rId124" Type="http://schemas.openxmlformats.org/officeDocument/2006/relationships/tags" Target="../tags/tag3080.xml"/><Relationship Id="rId123" Type="http://schemas.openxmlformats.org/officeDocument/2006/relationships/tags" Target="../tags/tag3079.xml"/><Relationship Id="rId122" Type="http://schemas.openxmlformats.org/officeDocument/2006/relationships/tags" Target="../tags/tag3078.xml"/><Relationship Id="rId121" Type="http://schemas.openxmlformats.org/officeDocument/2006/relationships/tags" Target="../tags/tag3077.xml"/><Relationship Id="rId120" Type="http://schemas.openxmlformats.org/officeDocument/2006/relationships/tags" Target="../tags/tag3076.xml"/><Relationship Id="rId12" Type="http://schemas.openxmlformats.org/officeDocument/2006/relationships/tags" Target="../tags/tag2968.xml"/><Relationship Id="rId119" Type="http://schemas.openxmlformats.org/officeDocument/2006/relationships/tags" Target="../tags/tag3075.xml"/><Relationship Id="rId118" Type="http://schemas.openxmlformats.org/officeDocument/2006/relationships/tags" Target="../tags/tag3074.xml"/><Relationship Id="rId117" Type="http://schemas.openxmlformats.org/officeDocument/2006/relationships/tags" Target="../tags/tag3073.xml"/><Relationship Id="rId116" Type="http://schemas.openxmlformats.org/officeDocument/2006/relationships/tags" Target="../tags/tag3072.xml"/><Relationship Id="rId115" Type="http://schemas.openxmlformats.org/officeDocument/2006/relationships/tags" Target="../tags/tag3071.xml"/><Relationship Id="rId114" Type="http://schemas.openxmlformats.org/officeDocument/2006/relationships/tags" Target="../tags/tag3070.xml"/><Relationship Id="rId113" Type="http://schemas.openxmlformats.org/officeDocument/2006/relationships/tags" Target="../tags/tag3069.xml"/><Relationship Id="rId112" Type="http://schemas.openxmlformats.org/officeDocument/2006/relationships/tags" Target="../tags/tag3068.xml"/><Relationship Id="rId111" Type="http://schemas.openxmlformats.org/officeDocument/2006/relationships/tags" Target="../tags/tag3067.xml"/><Relationship Id="rId110" Type="http://schemas.openxmlformats.org/officeDocument/2006/relationships/tags" Target="../tags/tag3066.xml"/><Relationship Id="rId11" Type="http://schemas.openxmlformats.org/officeDocument/2006/relationships/tags" Target="../tags/tag2967.xml"/><Relationship Id="rId109" Type="http://schemas.openxmlformats.org/officeDocument/2006/relationships/tags" Target="../tags/tag3065.xml"/><Relationship Id="rId108" Type="http://schemas.openxmlformats.org/officeDocument/2006/relationships/tags" Target="../tags/tag3064.xml"/><Relationship Id="rId107" Type="http://schemas.openxmlformats.org/officeDocument/2006/relationships/tags" Target="../tags/tag3063.xml"/><Relationship Id="rId106" Type="http://schemas.openxmlformats.org/officeDocument/2006/relationships/tags" Target="../tags/tag3062.xml"/><Relationship Id="rId105" Type="http://schemas.openxmlformats.org/officeDocument/2006/relationships/tags" Target="../tags/tag3061.xml"/><Relationship Id="rId104" Type="http://schemas.openxmlformats.org/officeDocument/2006/relationships/tags" Target="../tags/tag3060.xml"/><Relationship Id="rId103" Type="http://schemas.openxmlformats.org/officeDocument/2006/relationships/tags" Target="../tags/tag3059.xml"/><Relationship Id="rId102" Type="http://schemas.openxmlformats.org/officeDocument/2006/relationships/tags" Target="../tags/tag3058.xml"/><Relationship Id="rId101" Type="http://schemas.openxmlformats.org/officeDocument/2006/relationships/tags" Target="../tags/tag3057.xml"/><Relationship Id="rId100" Type="http://schemas.openxmlformats.org/officeDocument/2006/relationships/tags" Target="../tags/tag3056.xml"/><Relationship Id="rId10" Type="http://schemas.openxmlformats.org/officeDocument/2006/relationships/tags" Target="../tags/tag2966.xml"/><Relationship Id="rId1" Type="http://schemas.openxmlformats.org/officeDocument/2006/relationships/slide" Target="slide44.xml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tags" Target="../tags/tag3142.xml"/><Relationship Id="rId8" Type="http://schemas.openxmlformats.org/officeDocument/2006/relationships/tags" Target="../tags/tag3141.xml"/><Relationship Id="rId7" Type="http://schemas.openxmlformats.org/officeDocument/2006/relationships/tags" Target="../tags/tag3140.xml"/><Relationship Id="rId69" Type="http://schemas.openxmlformats.org/officeDocument/2006/relationships/notesSlide" Target="../notesSlides/notesSlide68.xml"/><Relationship Id="rId68" Type="http://schemas.openxmlformats.org/officeDocument/2006/relationships/slideLayout" Target="../slideLayouts/slideLayout7.xml"/><Relationship Id="rId67" Type="http://schemas.openxmlformats.org/officeDocument/2006/relationships/tags" Target="../tags/tag3200.xml"/><Relationship Id="rId66" Type="http://schemas.openxmlformats.org/officeDocument/2006/relationships/tags" Target="../tags/tag3199.xml"/><Relationship Id="rId65" Type="http://schemas.openxmlformats.org/officeDocument/2006/relationships/tags" Target="../tags/tag3198.xml"/><Relationship Id="rId64" Type="http://schemas.openxmlformats.org/officeDocument/2006/relationships/tags" Target="../tags/tag3197.xml"/><Relationship Id="rId63" Type="http://schemas.openxmlformats.org/officeDocument/2006/relationships/tags" Target="../tags/tag3196.xml"/><Relationship Id="rId62" Type="http://schemas.openxmlformats.org/officeDocument/2006/relationships/tags" Target="../tags/tag3195.xml"/><Relationship Id="rId61" Type="http://schemas.openxmlformats.org/officeDocument/2006/relationships/tags" Target="../tags/tag3194.xml"/><Relationship Id="rId60" Type="http://schemas.openxmlformats.org/officeDocument/2006/relationships/tags" Target="../tags/tag3193.xml"/><Relationship Id="rId6" Type="http://schemas.openxmlformats.org/officeDocument/2006/relationships/tags" Target="../tags/tag3139.xml"/><Relationship Id="rId59" Type="http://schemas.openxmlformats.org/officeDocument/2006/relationships/tags" Target="../tags/tag3192.xml"/><Relationship Id="rId58" Type="http://schemas.openxmlformats.org/officeDocument/2006/relationships/tags" Target="../tags/tag3191.xml"/><Relationship Id="rId57" Type="http://schemas.openxmlformats.org/officeDocument/2006/relationships/tags" Target="../tags/tag3190.xml"/><Relationship Id="rId56" Type="http://schemas.openxmlformats.org/officeDocument/2006/relationships/tags" Target="../tags/tag3189.xml"/><Relationship Id="rId55" Type="http://schemas.openxmlformats.org/officeDocument/2006/relationships/tags" Target="../tags/tag3188.xml"/><Relationship Id="rId54" Type="http://schemas.openxmlformats.org/officeDocument/2006/relationships/tags" Target="../tags/tag3187.xml"/><Relationship Id="rId53" Type="http://schemas.openxmlformats.org/officeDocument/2006/relationships/tags" Target="../tags/tag3186.xml"/><Relationship Id="rId52" Type="http://schemas.openxmlformats.org/officeDocument/2006/relationships/tags" Target="../tags/tag3185.xml"/><Relationship Id="rId51" Type="http://schemas.openxmlformats.org/officeDocument/2006/relationships/tags" Target="../tags/tag3184.xml"/><Relationship Id="rId50" Type="http://schemas.openxmlformats.org/officeDocument/2006/relationships/tags" Target="../tags/tag3183.xml"/><Relationship Id="rId5" Type="http://schemas.openxmlformats.org/officeDocument/2006/relationships/tags" Target="../tags/tag3138.xml"/><Relationship Id="rId49" Type="http://schemas.openxmlformats.org/officeDocument/2006/relationships/tags" Target="../tags/tag3182.xml"/><Relationship Id="rId48" Type="http://schemas.openxmlformats.org/officeDocument/2006/relationships/tags" Target="../tags/tag3181.xml"/><Relationship Id="rId47" Type="http://schemas.openxmlformats.org/officeDocument/2006/relationships/tags" Target="../tags/tag3180.xml"/><Relationship Id="rId46" Type="http://schemas.openxmlformats.org/officeDocument/2006/relationships/tags" Target="../tags/tag3179.xml"/><Relationship Id="rId45" Type="http://schemas.openxmlformats.org/officeDocument/2006/relationships/tags" Target="../tags/tag3178.xml"/><Relationship Id="rId44" Type="http://schemas.openxmlformats.org/officeDocument/2006/relationships/tags" Target="../tags/tag3177.xml"/><Relationship Id="rId43" Type="http://schemas.openxmlformats.org/officeDocument/2006/relationships/tags" Target="../tags/tag3176.xml"/><Relationship Id="rId42" Type="http://schemas.openxmlformats.org/officeDocument/2006/relationships/tags" Target="../tags/tag3175.xml"/><Relationship Id="rId41" Type="http://schemas.openxmlformats.org/officeDocument/2006/relationships/tags" Target="../tags/tag3174.xml"/><Relationship Id="rId40" Type="http://schemas.openxmlformats.org/officeDocument/2006/relationships/tags" Target="../tags/tag3173.xml"/><Relationship Id="rId4" Type="http://schemas.openxmlformats.org/officeDocument/2006/relationships/tags" Target="../tags/tag3137.xml"/><Relationship Id="rId39" Type="http://schemas.openxmlformats.org/officeDocument/2006/relationships/tags" Target="../tags/tag3172.xml"/><Relationship Id="rId38" Type="http://schemas.openxmlformats.org/officeDocument/2006/relationships/tags" Target="../tags/tag3171.xml"/><Relationship Id="rId37" Type="http://schemas.openxmlformats.org/officeDocument/2006/relationships/tags" Target="../tags/tag3170.xml"/><Relationship Id="rId36" Type="http://schemas.openxmlformats.org/officeDocument/2006/relationships/tags" Target="../tags/tag3169.xml"/><Relationship Id="rId35" Type="http://schemas.openxmlformats.org/officeDocument/2006/relationships/tags" Target="../tags/tag3168.xml"/><Relationship Id="rId34" Type="http://schemas.openxmlformats.org/officeDocument/2006/relationships/tags" Target="../tags/tag3167.xml"/><Relationship Id="rId33" Type="http://schemas.openxmlformats.org/officeDocument/2006/relationships/tags" Target="../tags/tag3166.xml"/><Relationship Id="rId32" Type="http://schemas.openxmlformats.org/officeDocument/2006/relationships/tags" Target="../tags/tag3165.xml"/><Relationship Id="rId31" Type="http://schemas.openxmlformats.org/officeDocument/2006/relationships/tags" Target="../tags/tag3164.xml"/><Relationship Id="rId30" Type="http://schemas.openxmlformats.org/officeDocument/2006/relationships/tags" Target="../tags/tag3163.xml"/><Relationship Id="rId3" Type="http://schemas.openxmlformats.org/officeDocument/2006/relationships/tags" Target="../tags/tag3136.xml"/><Relationship Id="rId29" Type="http://schemas.openxmlformats.org/officeDocument/2006/relationships/tags" Target="../tags/tag3162.xml"/><Relationship Id="rId28" Type="http://schemas.openxmlformats.org/officeDocument/2006/relationships/tags" Target="../tags/tag3161.xml"/><Relationship Id="rId27" Type="http://schemas.openxmlformats.org/officeDocument/2006/relationships/tags" Target="../tags/tag3160.xml"/><Relationship Id="rId26" Type="http://schemas.openxmlformats.org/officeDocument/2006/relationships/tags" Target="../tags/tag3159.xml"/><Relationship Id="rId25" Type="http://schemas.openxmlformats.org/officeDocument/2006/relationships/tags" Target="../tags/tag3158.xml"/><Relationship Id="rId24" Type="http://schemas.openxmlformats.org/officeDocument/2006/relationships/tags" Target="../tags/tag3157.xml"/><Relationship Id="rId23" Type="http://schemas.openxmlformats.org/officeDocument/2006/relationships/tags" Target="../tags/tag3156.xml"/><Relationship Id="rId22" Type="http://schemas.openxmlformats.org/officeDocument/2006/relationships/tags" Target="../tags/tag3155.xml"/><Relationship Id="rId21" Type="http://schemas.openxmlformats.org/officeDocument/2006/relationships/tags" Target="../tags/tag3154.xml"/><Relationship Id="rId20" Type="http://schemas.openxmlformats.org/officeDocument/2006/relationships/tags" Target="../tags/tag3153.xml"/><Relationship Id="rId2" Type="http://schemas.openxmlformats.org/officeDocument/2006/relationships/tags" Target="../tags/tag3135.xml"/><Relationship Id="rId19" Type="http://schemas.openxmlformats.org/officeDocument/2006/relationships/tags" Target="../tags/tag3152.xml"/><Relationship Id="rId18" Type="http://schemas.openxmlformats.org/officeDocument/2006/relationships/tags" Target="../tags/tag3151.xml"/><Relationship Id="rId17" Type="http://schemas.openxmlformats.org/officeDocument/2006/relationships/tags" Target="../tags/tag3150.xml"/><Relationship Id="rId16" Type="http://schemas.openxmlformats.org/officeDocument/2006/relationships/tags" Target="../tags/tag3149.xml"/><Relationship Id="rId15" Type="http://schemas.openxmlformats.org/officeDocument/2006/relationships/tags" Target="../tags/tag3148.xml"/><Relationship Id="rId14" Type="http://schemas.openxmlformats.org/officeDocument/2006/relationships/tags" Target="../tags/tag3147.xml"/><Relationship Id="rId13" Type="http://schemas.openxmlformats.org/officeDocument/2006/relationships/tags" Target="../tags/tag3146.xml"/><Relationship Id="rId12" Type="http://schemas.openxmlformats.org/officeDocument/2006/relationships/tags" Target="../tags/tag3145.xml"/><Relationship Id="rId11" Type="http://schemas.openxmlformats.org/officeDocument/2006/relationships/tags" Target="../tags/tag3144.xml"/><Relationship Id="rId10" Type="http://schemas.openxmlformats.org/officeDocument/2006/relationships/tags" Target="../tags/tag3143.xml"/><Relationship Id="rId1" Type="http://schemas.openxmlformats.org/officeDocument/2006/relationships/slide" Target="slide90.xml"/></Relationships>
</file>

<file path=ppt/slides/_rels/slide85.xml.rels><?xml version="1.0" encoding="UTF-8" standalone="yes"?>
<Relationships xmlns="http://schemas.openxmlformats.org/package/2006/relationships"><Relationship Id="rId99" Type="http://schemas.openxmlformats.org/officeDocument/2006/relationships/tags" Target="../tags/tag3298.xml"/><Relationship Id="rId98" Type="http://schemas.openxmlformats.org/officeDocument/2006/relationships/tags" Target="../tags/tag3297.xml"/><Relationship Id="rId97" Type="http://schemas.openxmlformats.org/officeDocument/2006/relationships/tags" Target="../tags/tag3296.xml"/><Relationship Id="rId96" Type="http://schemas.openxmlformats.org/officeDocument/2006/relationships/tags" Target="../tags/tag3295.xml"/><Relationship Id="rId95" Type="http://schemas.openxmlformats.org/officeDocument/2006/relationships/tags" Target="../tags/tag3294.xml"/><Relationship Id="rId94" Type="http://schemas.openxmlformats.org/officeDocument/2006/relationships/tags" Target="../tags/tag3293.xml"/><Relationship Id="rId93" Type="http://schemas.openxmlformats.org/officeDocument/2006/relationships/tags" Target="../tags/tag3292.xml"/><Relationship Id="rId92" Type="http://schemas.openxmlformats.org/officeDocument/2006/relationships/tags" Target="../tags/tag3291.xml"/><Relationship Id="rId91" Type="http://schemas.openxmlformats.org/officeDocument/2006/relationships/tags" Target="../tags/tag3290.xml"/><Relationship Id="rId90" Type="http://schemas.openxmlformats.org/officeDocument/2006/relationships/tags" Target="../tags/tag3289.xml"/><Relationship Id="rId9" Type="http://schemas.openxmlformats.org/officeDocument/2006/relationships/tags" Target="../tags/tag3209.xml"/><Relationship Id="rId89" Type="http://schemas.openxmlformats.org/officeDocument/2006/relationships/tags" Target="../tags/tag3288.xml"/><Relationship Id="rId88" Type="http://schemas.openxmlformats.org/officeDocument/2006/relationships/tags" Target="../tags/tag3287.xml"/><Relationship Id="rId87" Type="http://schemas.openxmlformats.org/officeDocument/2006/relationships/tags" Target="../tags/tag3286.xml"/><Relationship Id="rId86" Type="http://schemas.openxmlformats.org/officeDocument/2006/relationships/tags" Target="../tags/tag3285.xml"/><Relationship Id="rId85" Type="http://schemas.openxmlformats.org/officeDocument/2006/relationships/tags" Target="../tags/tag3284.xml"/><Relationship Id="rId84" Type="http://schemas.openxmlformats.org/officeDocument/2006/relationships/tags" Target="../tags/tag3283.xml"/><Relationship Id="rId83" Type="http://schemas.openxmlformats.org/officeDocument/2006/relationships/tags" Target="../tags/tag3282.xml"/><Relationship Id="rId82" Type="http://schemas.openxmlformats.org/officeDocument/2006/relationships/tags" Target="../tags/tag3281.xml"/><Relationship Id="rId81" Type="http://schemas.openxmlformats.org/officeDocument/2006/relationships/tags" Target="../tags/tag3280.xml"/><Relationship Id="rId80" Type="http://schemas.openxmlformats.org/officeDocument/2006/relationships/tags" Target="../tags/tag3279.xml"/><Relationship Id="rId8" Type="http://schemas.openxmlformats.org/officeDocument/2006/relationships/tags" Target="../tags/tag3208.xml"/><Relationship Id="rId79" Type="http://schemas.openxmlformats.org/officeDocument/2006/relationships/tags" Target="../tags/tag3278.xml"/><Relationship Id="rId78" Type="http://schemas.openxmlformats.org/officeDocument/2006/relationships/tags" Target="../tags/tag3277.xml"/><Relationship Id="rId77" Type="http://schemas.openxmlformats.org/officeDocument/2006/relationships/tags" Target="../tags/tag3276.xml"/><Relationship Id="rId76" Type="http://schemas.openxmlformats.org/officeDocument/2006/relationships/tags" Target="../tags/tag3275.xml"/><Relationship Id="rId75" Type="http://schemas.openxmlformats.org/officeDocument/2006/relationships/tags" Target="../tags/tag3274.xml"/><Relationship Id="rId74" Type="http://schemas.openxmlformats.org/officeDocument/2006/relationships/tags" Target="../tags/tag3273.xml"/><Relationship Id="rId73" Type="http://schemas.openxmlformats.org/officeDocument/2006/relationships/tags" Target="../tags/tag3272.xml"/><Relationship Id="rId72" Type="http://schemas.openxmlformats.org/officeDocument/2006/relationships/tags" Target="../tags/tag3271.xml"/><Relationship Id="rId71" Type="http://schemas.openxmlformats.org/officeDocument/2006/relationships/tags" Target="../tags/tag3270.xml"/><Relationship Id="rId70" Type="http://schemas.openxmlformats.org/officeDocument/2006/relationships/tags" Target="../tags/tag3269.xml"/><Relationship Id="rId7" Type="http://schemas.openxmlformats.org/officeDocument/2006/relationships/tags" Target="../tags/tag3207.xml"/><Relationship Id="rId69" Type="http://schemas.openxmlformats.org/officeDocument/2006/relationships/tags" Target="../tags/tag3268.xml"/><Relationship Id="rId68" Type="http://schemas.openxmlformats.org/officeDocument/2006/relationships/tags" Target="../tags/tag3267.xml"/><Relationship Id="rId67" Type="http://schemas.openxmlformats.org/officeDocument/2006/relationships/tags" Target="../tags/tag3266.xml"/><Relationship Id="rId66" Type="http://schemas.openxmlformats.org/officeDocument/2006/relationships/tags" Target="../tags/tag3265.xml"/><Relationship Id="rId65" Type="http://schemas.openxmlformats.org/officeDocument/2006/relationships/tags" Target="../tags/tag3264.xml"/><Relationship Id="rId64" Type="http://schemas.openxmlformats.org/officeDocument/2006/relationships/tags" Target="../tags/tag3263.xml"/><Relationship Id="rId63" Type="http://schemas.openxmlformats.org/officeDocument/2006/relationships/tags" Target="../tags/tag3262.xml"/><Relationship Id="rId62" Type="http://schemas.openxmlformats.org/officeDocument/2006/relationships/tags" Target="../tags/tag3261.xml"/><Relationship Id="rId61" Type="http://schemas.openxmlformats.org/officeDocument/2006/relationships/tags" Target="../tags/tag3260.xml"/><Relationship Id="rId60" Type="http://schemas.openxmlformats.org/officeDocument/2006/relationships/tags" Target="../tags/tag3259.xml"/><Relationship Id="rId6" Type="http://schemas.openxmlformats.org/officeDocument/2006/relationships/tags" Target="../tags/tag3206.xml"/><Relationship Id="rId59" Type="http://schemas.openxmlformats.org/officeDocument/2006/relationships/tags" Target="../tags/tag3258.xml"/><Relationship Id="rId58" Type="http://schemas.openxmlformats.org/officeDocument/2006/relationships/tags" Target="../tags/tag3257.xml"/><Relationship Id="rId57" Type="http://schemas.openxmlformats.org/officeDocument/2006/relationships/tags" Target="../tags/tag3256.xml"/><Relationship Id="rId56" Type="http://schemas.openxmlformats.org/officeDocument/2006/relationships/tags" Target="../tags/tag3255.xml"/><Relationship Id="rId55" Type="http://schemas.openxmlformats.org/officeDocument/2006/relationships/tags" Target="../tags/tag3254.xml"/><Relationship Id="rId54" Type="http://schemas.openxmlformats.org/officeDocument/2006/relationships/tags" Target="../tags/tag3253.xml"/><Relationship Id="rId53" Type="http://schemas.openxmlformats.org/officeDocument/2006/relationships/tags" Target="../tags/tag3252.xml"/><Relationship Id="rId52" Type="http://schemas.openxmlformats.org/officeDocument/2006/relationships/tags" Target="../tags/tag3251.xml"/><Relationship Id="rId51" Type="http://schemas.openxmlformats.org/officeDocument/2006/relationships/tags" Target="../tags/tag3250.xml"/><Relationship Id="rId50" Type="http://schemas.openxmlformats.org/officeDocument/2006/relationships/tags" Target="../tags/tag3249.xml"/><Relationship Id="rId5" Type="http://schemas.openxmlformats.org/officeDocument/2006/relationships/tags" Target="../tags/tag3205.xml"/><Relationship Id="rId49" Type="http://schemas.openxmlformats.org/officeDocument/2006/relationships/tags" Target="../tags/tag3248.xml"/><Relationship Id="rId48" Type="http://schemas.openxmlformats.org/officeDocument/2006/relationships/tags" Target="../tags/tag3247.xml"/><Relationship Id="rId47" Type="http://schemas.openxmlformats.org/officeDocument/2006/relationships/tags" Target="../tags/tag3246.xml"/><Relationship Id="rId46" Type="http://schemas.openxmlformats.org/officeDocument/2006/relationships/tags" Target="../tags/tag3245.xml"/><Relationship Id="rId45" Type="http://schemas.openxmlformats.org/officeDocument/2006/relationships/tags" Target="../tags/tag3244.xml"/><Relationship Id="rId44" Type="http://schemas.openxmlformats.org/officeDocument/2006/relationships/tags" Target="../tags/tag3243.xml"/><Relationship Id="rId43" Type="http://schemas.openxmlformats.org/officeDocument/2006/relationships/tags" Target="../tags/tag3242.xml"/><Relationship Id="rId42" Type="http://schemas.openxmlformats.org/officeDocument/2006/relationships/tags" Target="../tags/tag3241.xml"/><Relationship Id="rId41" Type="http://schemas.openxmlformats.org/officeDocument/2006/relationships/tags" Target="../tags/tag3240.xml"/><Relationship Id="rId40" Type="http://schemas.openxmlformats.org/officeDocument/2006/relationships/tags" Target="../tags/tag3239.xml"/><Relationship Id="rId4" Type="http://schemas.openxmlformats.org/officeDocument/2006/relationships/tags" Target="../tags/tag3204.xml"/><Relationship Id="rId39" Type="http://schemas.openxmlformats.org/officeDocument/2006/relationships/tags" Target="../tags/tag3238.xml"/><Relationship Id="rId38" Type="http://schemas.openxmlformats.org/officeDocument/2006/relationships/tags" Target="../tags/tag3237.xml"/><Relationship Id="rId37" Type="http://schemas.openxmlformats.org/officeDocument/2006/relationships/tags" Target="../tags/tag3236.xml"/><Relationship Id="rId36" Type="http://schemas.openxmlformats.org/officeDocument/2006/relationships/tags" Target="../tags/tag3235.xml"/><Relationship Id="rId35" Type="http://schemas.openxmlformats.org/officeDocument/2006/relationships/tags" Target="../tags/tag3234.xml"/><Relationship Id="rId34" Type="http://schemas.openxmlformats.org/officeDocument/2006/relationships/tags" Target="../tags/tag3233.xml"/><Relationship Id="rId33" Type="http://schemas.openxmlformats.org/officeDocument/2006/relationships/tags" Target="../tags/tag3232.xml"/><Relationship Id="rId32" Type="http://schemas.openxmlformats.org/officeDocument/2006/relationships/tags" Target="../tags/tag3231.xml"/><Relationship Id="rId31" Type="http://schemas.openxmlformats.org/officeDocument/2006/relationships/tags" Target="../tags/tag3230.xml"/><Relationship Id="rId30" Type="http://schemas.openxmlformats.org/officeDocument/2006/relationships/tags" Target="../tags/tag3229.xml"/><Relationship Id="rId3" Type="http://schemas.openxmlformats.org/officeDocument/2006/relationships/tags" Target="../tags/tag3203.xml"/><Relationship Id="rId29" Type="http://schemas.openxmlformats.org/officeDocument/2006/relationships/tags" Target="../tags/tag3228.xml"/><Relationship Id="rId28" Type="http://schemas.openxmlformats.org/officeDocument/2006/relationships/tags" Target="../tags/tag3227.xml"/><Relationship Id="rId27" Type="http://schemas.openxmlformats.org/officeDocument/2006/relationships/tags" Target="../tags/tag3226.xml"/><Relationship Id="rId26" Type="http://schemas.openxmlformats.org/officeDocument/2006/relationships/tags" Target="../tags/tag3225.xml"/><Relationship Id="rId25" Type="http://schemas.openxmlformats.org/officeDocument/2006/relationships/tags" Target="../tags/tag3224.xml"/><Relationship Id="rId24" Type="http://schemas.openxmlformats.org/officeDocument/2006/relationships/tags" Target="../tags/tag3223.xml"/><Relationship Id="rId23" Type="http://schemas.openxmlformats.org/officeDocument/2006/relationships/tags" Target="../tags/tag3222.xml"/><Relationship Id="rId22" Type="http://schemas.openxmlformats.org/officeDocument/2006/relationships/tags" Target="../tags/tag3221.xml"/><Relationship Id="rId21" Type="http://schemas.openxmlformats.org/officeDocument/2006/relationships/tags" Target="../tags/tag3220.xml"/><Relationship Id="rId20" Type="http://schemas.openxmlformats.org/officeDocument/2006/relationships/tags" Target="../tags/tag3219.xml"/><Relationship Id="rId2" Type="http://schemas.openxmlformats.org/officeDocument/2006/relationships/tags" Target="../tags/tag3202.xml"/><Relationship Id="rId19" Type="http://schemas.openxmlformats.org/officeDocument/2006/relationships/tags" Target="../tags/tag3218.xml"/><Relationship Id="rId18" Type="http://schemas.openxmlformats.org/officeDocument/2006/relationships/tags" Target="../tags/tag3217.xml"/><Relationship Id="rId17" Type="http://schemas.openxmlformats.org/officeDocument/2006/relationships/tags" Target="../tags/tag3216.xml"/><Relationship Id="rId16" Type="http://schemas.openxmlformats.org/officeDocument/2006/relationships/tags" Target="../tags/tag3215.xml"/><Relationship Id="rId15" Type="http://schemas.openxmlformats.org/officeDocument/2006/relationships/tags" Target="../tags/tag3214.xml"/><Relationship Id="rId14" Type="http://schemas.openxmlformats.org/officeDocument/2006/relationships/tags" Target="../tags/tag3213.xml"/><Relationship Id="rId134" Type="http://schemas.openxmlformats.org/officeDocument/2006/relationships/notesSlide" Target="../notesSlides/notesSlide69.xml"/><Relationship Id="rId133" Type="http://schemas.openxmlformats.org/officeDocument/2006/relationships/slideLayout" Target="../slideLayouts/slideLayout7.xml"/><Relationship Id="rId132" Type="http://schemas.openxmlformats.org/officeDocument/2006/relationships/tags" Target="../tags/tag3330.xml"/><Relationship Id="rId131" Type="http://schemas.openxmlformats.org/officeDocument/2006/relationships/slide" Target="slide90.xml"/><Relationship Id="rId130" Type="http://schemas.openxmlformats.org/officeDocument/2006/relationships/tags" Target="../tags/tag3329.xml"/><Relationship Id="rId13" Type="http://schemas.openxmlformats.org/officeDocument/2006/relationships/slide" Target="slide80.xml"/><Relationship Id="rId129" Type="http://schemas.openxmlformats.org/officeDocument/2006/relationships/tags" Target="../tags/tag3328.xml"/><Relationship Id="rId128" Type="http://schemas.openxmlformats.org/officeDocument/2006/relationships/tags" Target="../tags/tag3327.xml"/><Relationship Id="rId127" Type="http://schemas.openxmlformats.org/officeDocument/2006/relationships/tags" Target="../tags/tag3326.xml"/><Relationship Id="rId126" Type="http://schemas.openxmlformats.org/officeDocument/2006/relationships/tags" Target="../tags/tag3325.xml"/><Relationship Id="rId125" Type="http://schemas.openxmlformats.org/officeDocument/2006/relationships/tags" Target="../tags/tag3324.xml"/><Relationship Id="rId124" Type="http://schemas.openxmlformats.org/officeDocument/2006/relationships/tags" Target="../tags/tag3323.xml"/><Relationship Id="rId123" Type="http://schemas.openxmlformats.org/officeDocument/2006/relationships/tags" Target="../tags/tag3322.xml"/><Relationship Id="rId122" Type="http://schemas.openxmlformats.org/officeDocument/2006/relationships/tags" Target="../tags/tag3321.xml"/><Relationship Id="rId121" Type="http://schemas.openxmlformats.org/officeDocument/2006/relationships/tags" Target="../tags/tag3320.xml"/><Relationship Id="rId120" Type="http://schemas.openxmlformats.org/officeDocument/2006/relationships/tags" Target="../tags/tag3319.xml"/><Relationship Id="rId12" Type="http://schemas.openxmlformats.org/officeDocument/2006/relationships/tags" Target="../tags/tag3212.xml"/><Relationship Id="rId119" Type="http://schemas.openxmlformats.org/officeDocument/2006/relationships/tags" Target="../tags/tag3318.xml"/><Relationship Id="rId118" Type="http://schemas.openxmlformats.org/officeDocument/2006/relationships/tags" Target="../tags/tag3317.xml"/><Relationship Id="rId117" Type="http://schemas.openxmlformats.org/officeDocument/2006/relationships/tags" Target="../tags/tag3316.xml"/><Relationship Id="rId116" Type="http://schemas.openxmlformats.org/officeDocument/2006/relationships/tags" Target="../tags/tag3315.xml"/><Relationship Id="rId115" Type="http://schemas.openxmlformats.org/officeDocument/2006/relationships/tags" Target="../tags/tag3314.xml"/><Relationship Id="rId114" Type="http://schemas.openxmlformats.org/officeDocument/2006/relationships/tags" Target="../tags/tag3313.xml"/><Relationship Id="rId113" Type="http://schemas.openxmlformats.org/officeDocument/2006/relationships/tags" Target="../tags/tag3312.xml"/><Relationship Id="rId112" Type="http://schemas.openxmlformats.org/officeDocument/2006/relationships/tags" Target="../tags/tag3311.xml"/><Relationship Id="rId111" Type="http://schemas.openxmlformats.org/officeDocument/2006/relationships/tags" Target="../tags/tag3310.xml"/><Relationship Id="rId110" Type="http://schemas.openxmlformats.org/officeDocument/2006/relationships/tags" Target="../tags/tag3309.xml"/><Relationship Id="rId11" Type="http://schemas.openxmlformats.org/officeDocument/2006/relationships/tags" Target="../tags/tag3211.xml"/><Relationship Id="rId109" Type="http://schemas.openxmlformats.org/officeDocument/2006/relationships/tags" Target="../tags/tag3308.xml"/><Relationship Id="rId108" Type="http://schemas.openxmlformats.org/officeDocument/2006/relationships/tags" Target="../tags/tag3307.xml"/><Relationship Id="rId107" Type="http://schemas.openxmlformats.org/officeDocument/2006/relationships/tags" Target="../tags/tag3306.xml"/><Relationship Id="rId106" Type="http://schemas.openxmlformats.org/officeDocument/2006/relationships/tags" Target="../tags/tag3305.xml"/><Relationship Id="rId105" Type="http://schemas.openxmlformats.org/officeDocument/2006/relationships/tags" Target="../tags/tag3304.xml"/><Relationship Id="rId104" Type="http://schemas.openxmlformats.org/officeDocument/2006/relationships/tags" Target="../tags/tag3303.xml"/><Relationship Id="rId103" Type="http://schemas.openxmlformats.org/officeDocument/2006/relationships/tags" Target="../tags/tag3302.xml"/><Relationship Id="rId102" Type="http://schemas.openxmlformats.org/officeDocument/2006/relationships/tags" Target="../tags/tag3301.xml"/><Relationship Id="rId101" Type="http://schemas.openxmlformats.org/officeDocument/2006/relationships/tags" Target="../tags/tag3300.xml"/><Relationship Id="rId100" Type="http://schemas.openxmlformats.org/officeDocument/2006/relationships/tags" Target="../tags/tag3299.xml"/><Relationship Id="rId10" Type="http://schemas.openxmlformats.org/officeDocument/2006/relationships/tags" Target="../tags/tag3210.xml"/><Relationship Id="rId1" Type="http://schemas.openxmlformats.org/officeDocument/2006/relationships/tags" Target="../tags/tag3201.xml"/></Relationships>
</file>

<file path=ppt/slides/_rels/slide86.xml.rels><?xml version="1.0" encoding="UTF-8" standalone="yes"?>
<Relationships xmlns="http://schemas.openxmlformats.org/package/2006/relationships"><Relationship Id="rId99" Type="http://schemas.openxmlformats.org/officeDocument/2006/relationships/tags" Target="../tags/tag3429.xml"/><Relationship Id="rId98" Type="http://schemas.openxmlformats.org/officeDocument/2006/relationships/tags" Target="../tags/tag3428.xml"/><Relationship Id="rId97" Type="http://schemas.openxmlformats.org/officeDocument/2006/relationships/tags" Target="../tags/tag3427.xml"/><Relationship Id="rId96" Type="http://schemas.openxmlformats.org/officeDocument/2006/relationships/tags" Target="../tags/tag3426.xml"/><Relationship Id="rId95" Type="http://schemas.openxmlformats.org/officeDocument/2006/relationships/tags" Target="../tags/tag3425.xml"/><Relationship Id="rId94" Type="http://schemas.openxmlformats.org/officeDocument/2006/relationships/tags" Target="../tags/tag3424.xml"/><Relationship Id="rId93" Type="http://schemas.openxmlformats.org/officeDocument/2006/relationships/tags" Target="../tags/tag3423.xml"/><Relationship Id="rId92" Type="http://schemas.openxmlformats.org/officeDocument/2006/relationships/tags" Target="../tags/tag3422.xml"/><Relationship Id="rId91" Type="http://schemas.openxmlformats.org/officeDocument/2006/relationships/tags" Target="../tags/tag3421.xml"/><Relationship Id="rId90" Type="http://schemas.openxmlformats.org/officeDocument/2006/relationships/tags" Target="../tags/tag3420.xml"/><Relationship Id="rId9" Type="http://schemas.openxmlformats.org/officeDocument/2006/relationships/tags" Target="../tags/tag3339.xml"/><Relationship Id="rId89" Type="http://schemas.openxmlformats.org/officeDocument/2006/relationships/tags" Target="../tags/tag3419.xml"/><Relationship Id="rId88" Type="http://schemas.openxmlformats.org/officeDocument/2006/relationships/tags" Target="../tags/tag3418.xml"/><Relationship Id="rId87" Type="http://schemas.openxmlformats.org/officeDocument/2006/relationships/tags" Target="../tags/tag3417.xml"/><Relationship Id="rId86" Type="http://schemas.openxmlformats.org/officeDocument/2006/relationships/tags" Target="../tags/tag3416.xml"/><Relationship Id="rId85" Type="http://schemas.openxmlformats.org/officeDocument/2006/relationships/tags" Target="../tags/tag3415.xml"/><Relationship Id="rId84" Type="http://schemas.openxmlformats.org/officeDocument/2006/relationships/tags" Target="../tags/tag3414.xml"/><Relationship Id="rId83" Type="http://schemas.openxmlformats.org/officeDocument/2006/relationships/tags" Target="../tags/tag3413.xml"/><Relationship Id="rId82" Type="http://schemas.openxmlformats.org/officeDocument/2006/relationships/tags" Target="../tags/tag3412.xml"/><Relationship Id="rId81" Type="http://schemas.openxmlformats.org/officeDocument/2006/relationships/tags" Target="../tags/tag3411.xml"/><Relationship Id="rId80" Type="http://schemas.openxmlformats.org/officeDocument/2006/relationships/tags" Target="../tags/tag3410.xml"/><Relationship Id="rId8" Type="http://schemas.openxmlformats.org/officeDocument/2006/relationships/tags" Target="../tags/tag3338.xml"/><Relationship Id="rId79" Type="http://schemas.openxmlformats.org/officeDocument/2006/relationships/tags" Target="../tags/tag3409.xml"/><Relationship Id="rId78" Type="http://schemas.openxmlformats.org/officeDocument/2006/relationships/tags" Target="../tags/tag3408.xml"/><Relationship Id="rId77" Type="http://schemas.openxmlformats.org/officeDocument/2006/relationships/tags" Target="../tags/tag3407.xml"/><Relationship Id="rId76" Type="http://schemas.openxmlformats.org/officeDocument/2006/relationships/tags" Target="../tags/tag3406.xml"/><Relationship Id="rId75" Type="http://schemas.openxmlformats.org/officeDocument/2006/relationships/tags" Target="../tags/tag3405.xml"/><Relationship Id="rId74" Type="http://schemas.openxmlformats.org/officeDocument/2006/relationships/tags" Target="../tags/tag3404.xml"/><Relationship Id="rId73" Type="http://schemas.openxmlformats.org/officeDocument/2006/relationships/tags" Target="../tags/tag3403.xml"/><Relationship Id="rId72" Type="http://schemas.openxmlformats.org/officeDocument/2006/relationships/tags" Target="../tags/tag3402.xml"/><Relationship Id="rId71" Type="http://schemas.openxmlformats.org/officeDocument/2006/relationships/tags" Target="../tags/tag3401.xml"/><Relationship Id="rId70" Type="http://schemas.openxmlformats.org/officeDocument/2006/relationships/tags" Target="../tags/tag3400.xml"/><Relationship Id="rId7" Type="http://schemas.openxmlformats.org/officeDocument/2006/relationships/tags" Target="../tags/tag3337.xml"/><Relationship Id="rId69" Type="http://schemas.openxmlformats.org/officeDocument/2006/relationships/tags" Target="../tags/tag3399.xml"/><Relationship Id="rId68" Type="http://schemas.openxmlformats.org/officeDocument/2006/relationships/tags" Target="../tags/tag3398.xml"/><Relationship Id="rId67" Type="http://schemas.openxmlformats.org/officeDocument/2006/relationships/tags" Target="../tags/tag3397.xml"/><Relationship Id="rId66" Type="http://schemas.openxmlformats.org/officeDocument/2006/relationships/tags" Target="../tags/tag3396.xml"/><Relationship Id="rId65" Type="http://schemas.openxmlformats.org/officeDocument/2006/relationships/tags" Target="../tags/tag3395.xml"/><Relationship Id="rId64" Type="http://schemas.openxmlformats.org/officeDocument/2006/relationships/tags" Target="../tags/tag3394.xml"/><Relationship Id="rId63" Type="http://schemas.openxmlformats.org/officeDocument/2006/relationships/tags" Target="../tags/tag3393.xml"/><Relationship Id="rId62" Type="http://schemas.openxmlformats.org/officeDocument/2006/relationships/tags" Target="../tags/tag3392.xml"/><Relationship Id="rId61" Type="http://schemas.openxmlformats.org/officeDocument/2006/relationships/tags" Target="../tags/tag3391.xml"/><Relationship Id="rId60" Type="http://schemas.openxmlformats.org/officeDocument/2006/relationships/tags" Target="../tags/tag3390.xml"/><Relationship Id="rId6" Type="http://schemas.openxmlformats.org/officeDocument/2006/relationships/tags" Target="../tags/tag3336.xml"/><Relationship Id="rId59" Type="http://schemas.openxmlformats.org/officeDocument/2006/relationships/tags" Target="../tags/tag3389.xml"/><Relationship Id="rId58" Type="http://schemas.openxmlformats.org/officeDocument/2006/relationships/tags" Target="../tags/tag3388.xml"/><Relationship Id="rId57" Type="http://schemas.openxmlformats.org/officeDocument/2006/relationships/tags" Target="../tags/tag3387.xml"/><Relationship Id="rId56" Type="http://schemas.openxmlformats.org/officeDocument/2006/relationships/tags" Target="../tags/tag3386.xml"/><Relationship Id="rId55" Type="http://schemas.openxmlformats.org/officeDocument/2006/relationships/tags" Target="../tags/tag3385.xml"/><Relationship Id="rId54" Type="http://schemas.openxmlformats.org/officeDocument/2006/relationships/tags" Target="../tags/tag3384.xml"/><Relationship Id="rId53" Type="http://schemas.openxmlformats.org/officeDocument/2006/relationships/tags" Target="../tags/tag3383.xml"/><Relationship Id="rId52" Type="http://schemas.openxmlformats.org/officeDocument/2006/relationships/tags" Target="../tags/tag3382.xml"/><Relationship Id="rId51" Type="http://schemas.openxmlformats.org/officeDocument/2006/relationships/tags" Target="../tags/tag3381.xml"/><Relationship Id="rId50" Type="http://schemas.openxmlformats.org/officeDocument/2006/relationships/tags" Target="../tags/tag3380.xml"/><Relationship Id="rId5" Type="http://schemas.openxmlformats.org/officeDocument/2006/relationships/tags" Target="../tags/tag3335.xml"/><Relationship Id="rId49" Type="http://schemas.openxmlformats.org/officeDocument/2006/relationships/tags" Target="../tags/tag3379.xml"/><Relationship Id="rId48" Type="http://schemas.openxmlformats.org/officeDocument/2006/relationships/tags" Target="../tags/tag3378.xml"/><Relationship Id="rId47" Type="http://schemas.openxmlformats.org/officeDocument/2006/relationships/tags" Target="../tags/tag3377.xml"/><Relationship Id="rId46" Type="http://schemas.openxmlformats.org/officeDocument/2006/relationships/tags" Target="../tags/tag3376.xml"/><Relationship Id="rId45" Type="http://schemas.openxmlformats.org/officeDocument/2006/relationships/tags" Target="../tags/tag3375.xml"/><Relationship Id="rId44" Type="http://schemas.openxmlformats.org/officeDocument/2006/relationships/tags" Target="../tags/tag3374.xml"/><Relationship Id="rId43" Type="http://schemas.openxmlformats.org/officeDocument/2006/relationships/tags" Target="../tags/tag3373.xml"/><Relationship Id="rId42" Type="http://schemas.openxmlformats.org/officeDocument/2006/relationships/tags" Target="../tags/tag3372.xml"/><Relationship Id="rId41" Type="http://schemas.openxmlformats.org/officeDocument/2006/relationships/tags" Target="../tags/tag3371.xml"/><Relationship Id="rId40" Type="http://schemas.openxmlformats.org/officeDocument/2006/relationships/tags" Target="../tags/tag3370.xml"/><Relationship Id="rId4" Type="http://schemas.openxmlformats.org/officeDocument/2006/relationships/tags" Target="../tags/tag3334.xml"/><Relationship Id="rId39" Type="http://schemas.openxmlformats.org/officeDocument/2006/relationships/tags" Target="../tags/tag3369.xml"/><Relationship Id="rId38" Type="http://schemas.openxmlformats.org/officeDocument/2006/relationships/tags" Target="../tags/tag3368.xml"/><Relationship Id="rId37" Type="http://schemas.openxmlformats.org/officeDocument/2006/relationships/tags" Target="../tags/tag3367.xml"/><Relationship Id="rId36" Type="http://schemas.openxmlformats.org/officeDocument/2006/relationships/tags" Target="../tags/tag3366.xml"/><Relationship Id="rId35" Type="http://schemas.openxmlformats.org/officeDocument/2006/relationships/tags" Target="../tags/tag3365.xml"/><Relationship Id="rId34" Type="http://schemas.openxmlformats.org/officeDocument/2006/relationships/tags" Target="../tags/tag3364.xml"/><Relationship Id="rId33" Type="http://schemas.openxmlformats.org/officeDocument/2006/relationships/tags" Target="../tags/tag3363.xml"/><Relationship Id="rId32" Type="http://schemas.openxmlformats.org/officeDocument/2006/relationships/tags" Target="../tags/tag3362.xml"/><Relationship Id="rId31" Type="http://schemas.openxmlformats.org/officeDocument/2006/relationships/tags" Target="../tags/tag3361.xml"/><Relationship Id="rId30" Type="http://schemas.openxmlformats.org/officeDocument/2006/relationships/tags" Target="../tags/tag3360.xml"/><Relationship Id="rId3" Type="http://schemas.openxmlformats.org/officeDocument/2006/relationships/tags" Target="../tags/tag3333.xml"/><Relationship Id="rId29" Type="http://schemas.openxmlformats.org/officeDocument/2006/relationships/tags" Target="../tags/tag3359.xml"/><Relationship Id="rId28" Type="http://schemas.openxmlformats.org/officeDocument/2006/relationships/tags" Target="../tags/tag3358.xml"/><Relationship Id="rId27" Type="http://schemas.openxmlformats.org/officeDocument/2006/relationships/tags" Target="../tags/tag3357.xml"/><Relationship Id="rId26" Type="http://schemas.openxmlformats.org/officeDocument/2006/relationships/tags" Target="../tags/tag3356.xml"/><Relationship Id="rId25" Type="http://schemas.openxmlformats.org/officeDocument/2006/relationships/tags" Target="../tags/tag3355.xml"/><Relationship Id="rId24" Type="http://schemas.openxmlformats.org/officeDocument/2006/relationships/tags" Target="../tags/tag3354.xml"/><Relationship Id="rId23" Type="http://schemas.openxmlformats.org/officeDocument/2006/relationships/tags" Target="../tags/tag3353.xml"/><Relationship Id="rId22" Type="http://schemas.openxmlformats.org/officeDocument/2006/relationships/tags" Target="../tags/tag3352.xml"/><Relationship Id="rId21" Type="http://schemas.openxmlformats.org/officeDocument/2006/relationships/tags" Target="../tags/tag3351.xml"/><Relationship Id="rId20" Type="http://schemas.openxmlformats.org/officeDocument/2006/relationships/tags" Target="../tags/tag3350.xml"/><Relationship Id="rId2" Type="http://schemas.openxmlformats.org/officeDocument/2006/relationships/tags" Target="../tags/tag3332.xml"/><Relationship Id="rId19" Type="http://schemas.openxmlformats.org/officeDocument/2006/relationships/tags" Target="../tags/tag3349.xml"/><Relationship Id="rId18" Type="http://schemas.openxmlformats.org/officeDocument/2006/relationships/tags" Target="../tags/tag3348.xml"/><Relationship Id="rId17" Type="http://schemas.openxmlformats.org/officeDocument/2006/relationships/tags" Target="../tags/tag3347.xml"/><Relationship Id="rId16" Type="http://schemas.openxmlformats.org/officeDocument/2006/relationships/tags" Target="../tags/tag3346.xml"/><Relationship Id="rId15" Type="http://schemas.openxmlformats.org/officeDocument/2006/relationships/tags" Target="../tags/tag3345.xml"/><Relationship Id="rId143" Type="http://schemas.openxmlformats.org/officeDocument/2006/relationships/slideLayout" Target="../slideLayouts/slideLayout7.xml"/><Relationship Id="rId142" Type="http://schemas.openxmlformats.org/officeDocument/2006/relationships/tags" Target="../tags/tag3472.xml"/><Relationship Id="rId141" Type="http://schemas.openxmlformats.org/officeDocument/2006/relationships/tags" Target="../tags/tag3471.xml"/><Relationship Id="rId140" Type="http://schemas.openxmlformats.org/officeDocument/2006/relationships/tags" Target="../tags/tag3470.xml"/><Relationship Id="rId14" Type="http://schemas.openxmlformats.org/officeDocument/2006/relationships/tags" Target="../tags/tag3344.xml"/><Relationship Id="rId139" Type="http://schemas.openxmlformats.org/officeDocument/2006/relationships/tags" Target="../tags/tag3469.xml"/><Relationship Id="rId138" Type="http://schemas.openxmlformats.org/officeDocument/2006/relationships/tags" Target="../tags/tag3468.xml"/><Relationship Id="rId137" Type="http://schemas.openxmlformats.org/officeDocument/2006/relationships/tags" Target="../tags/tag3467.xml"/><Relationship Id="rId136" Type="http://schemas.openxmlformats.org/officeDocument/2006/relationships/tags" Target="../tags/tag3466.xml"/><Relationship Id="rId135" Type="http://schemas.openxmlformats.org/officeDocument/2006/relationships/tags" Target="../tags/tag3465.xml"/><Relationship Id="rId134" Type="http://schemas.openxmlformats.org/officeDocument/2006/relationships/tags" Target="../tags/tag3464.xml"/><Relationship Id="rId133" Type="http://schemas.openxmlformats.org/officeDocument/2006/relationships/tags" Target="../tags/tag3463.xml"/><Relationship Id="rId132" Type="http://schemas.openxmlformats.org/officeDocument/2006/relationships/tags" Target="../tags/tag3462.xml"/><Relationship Id="rId131" Type="http://schemas.openxmlformats.org/officeDocument/2006/relationships/tags" Target="../tags/tag3461.xml"/><Relationship Id="rId130" Type="http://schemas.openxmlformats.org/officeDocument/2006/relationships/tags" Target="../tags/tag3460.xml"/><Relationship Id="rId13" Type="http://schemas.openxmlformats.org/officeDocument/2006/relationships/tags" Target="../tags/tag3343.xml"/><Relationship Id="rId129" Type="http://schemas.openxmlformats.org/officeDocument/2006/relationships/tags" Target="../tags/tag3459.xml"/><Relationship Id="rId128" Type="http://schemas.openxmlformats.org/officeDocument/2006/relationships/tags" Target="../tags/tag3458.xml"/><Relationship Id="rId127" Type="http://schemas.openxmlformats.org/officeDocument/2006/relationships/tags" Target="../tags/tag3457.xml"/><Relationship Id="rId126" Type="http://schemas.openxmlformats.org/officeDocument/2006/relationships/tags" Target="../tags/tag3456.xml"/><Relationship Id="rId125" Type="http://schemas.openxmlformats.org/officeDocument/2006/relationships/tags" Target="../tags/tag3455.xml"/><Relationship Id="rId124" Type="http://schemas.openxmlformats.org/officeDocument/2006/relationships/tags" Target="../tags/tag3454.xml"/><Relationship Id="rId123" Type="http://schemas.openxmlformats.org/officeDocument/2006/relationships/tags" Target="../tags/tag3453.xml"/><Relationship Id="rId122" Type="http://schemas.openxmlformats.org/officeDocument/2006/relationships/tags" Target="../tags/tag3452.xml"/><Relationship Id="rId121" Type="http://schemas.openxmlformats.org/officeDocument/2006/relationships/tags" Target="../tags/tag3451.xml"/><Relationship Id="rId120" Type="http://schemas.openxmlformats.org/officeDocument/2006/relationships/tags" Target="../tags/tag3450.xml"/><Relationship Id="rId12" Type="http://schemas.openxmlformats.org/officeDocument/2006/relationships/tags" Target="../tags/tag3342.xml"/><Relationship Id="rId119" Type="http://schemas.openxmlformats.org/officeDocument/2006/relationships/tags" Target="../tags/tag3449.xml"/><Relationship Id="rId118" Type="http://schemas.openxmlformats.org/officeDocument/2006/relationships/tags" Target="../tags/tag3448.xml"/><Relationship Id="rId117" Type="http://schemas.openxmlformats.org/officeDocument/2006/relationships/tags" Target="../tags/tag3447.xml"/><Relationship Id="rId116" Type="http://schemas.openxmlformats.org/officeDocument/2006/relationships/tags" Target="../tags/tag3446.xml"/><Relationship Id="rId115" Type="http://schemas.openxmlformats.org/officeDocument/2006/relationships/tags" Target="../tags/tag3445.xml"/><Relationship Id="rId114" Type="http://schemas.openxmlformats.org/officeDocument/2006/relationships/tags" Target="../tags/tag3444.xml"/><Relationship Id="rId113" Type="http://schemas.openxmlformats.org/officeDocument/2006/relationships/tags" Target="../tags/tag3443.xml"/><Relationship Id="rId112" Type="http://schemas.openxmlformats.org/officeDocument/2006/relationships/tags" Target="../tags/tag3442.xml"/><Relationship Id="rId111" Type="http://schemas.openxmlformats.org/officeDocument/2006/relationships/tags" Target="../tags/tag3441.xml"/><Relationship Id="rId110" Type="http://schemas.openxmlformats.org/officeDocument/2006/relationships/tags" Target="../tags/tag3440.xml"/><Relationship Id="rId11" Type="http://schemas.openxmlformats.org/officeDocument/2006/relationships/tags" Target="../tags/tag3341.xml"/><Relationship Id="rId109" Type="http://schemas.openxmlformats.org/officeDocument/2006/relationships/tags" Target="../tags/tag3439.xml"/><Relationship Id="rId108" Type="http://schemas.openxmlformats.org/officeDocument/2006/relationships/tags" Target="../tags/tag3438.xml"/><Relationship Id="rId107" Type="http://schemas.openxmlformats.org/officeDocument/2006/relationships/tags" Target="../tags/tag3437.xml"/><Relationship Id="rId106" Type="http://schemas.openxmlformats.org/officeDocument/2006/relationships/tags" Target="../tags/tag3436.xml"/><Relationship Id="rId105" Type="http://schemas.openxmlformats.org/officeDocument/2006/relationships/tags" Target="../tags/tag3435.xml"/><Relationship Id="rId104" Type="http://schemas.openxmlformats.org/officeDocument/2006/relationships/tags" Target="../tags/tag3434.xml"/><Relationship Id="rId103" Type="http://schemas.openxmlformats.org/officeDocument/2006/relationships/tags" Target="../tags/tag3433.xml"/><Relationship Id="rId102" Type="http://schemas.openxmlformats.org/officeDocument/2006/relationships/tags" Target="../tags/tag3432.xml"/><Relationship Id="rId101" Type="http://schemas.openxmlformats.org/officeDocument/2006/relationships/tags" Target="../tags/tag3431.xml"/><Relationship Id="rId100" Type="http://schemas.openxmlformats.org/officeDocument/2006/relationships/tags" Target="../tags/tag3430.xml"/><Relationship Id="rId10" Type="http://schemas.openxmlformats.org/officeDocument/2006/relationships/tags" Target="../tags/tag3340.xml"/><Relationship Id="rId1" Type="http://schemas.openxmlformats.org/officeDocument/2006/relationships/tags" Target="../tags/tag3331.xml"/></Relationships>
</file>

<file path=ppt/slides/_rels/slide8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475.xml"/><Relationship Id="rId3" Type="http://schemas.openxmlformats.org/officeDocument/2006/relationships/tags" Target="../tags/tag3474.xml"/><Relationship Id="rId2" Type="http://schemas.openxmlformats.org/officeDocument/2006/relationships/tags" Target="../tags/tag3473.xml"/><Relationship Id="rId1" Type="http://schemas.openxmlformats.org/officeDocument/2006/relationships/slide" Target="slide82.xml"/></Relationships>
</file>

<file path=ppt/slides/_rels/slide88.xml.rels><?xml version="1.0" encoding="UTF-8" standalone="yes"?>
<Relationships xmlns="http://schemas.openxmlformats.org/package/2006/relationships"><Relationship Id="rId99" Type="http://schemas.openxmlformats.org/officeDocument/2006/relationships/tags" Target="../tags/tag3574.xml"/><Relationship Id="rId98" Type="http://schemas.openxmlformats.org/officeDocument/2006/relationships/tags" Target="../tags/tag3573.xml"/><Relationship Id="rId97" Type="http://schemas.openxmlformats.org/officeDocument/2006/relationships/tags" Target="../tags/tag3572.xml"/><Relationship Id="rId96" Type="http://schemas.openxmlformats.org/officeDocument/2006/relationships/tags" Target="../tags/tag3571.xml"/><Relationship Id="rId95" Type="http://schemas.openxmlformats.org/officeDocument/2006/relationships/tags" Target="../tags/tag3570.xml"/><Relationship Id="rId94" Type="http://schemas.openxmlformats.org/officeDocument/2006/relationships/tags" Target="../tags/tag3569.xml"/><Relationship Id="rId93" Type="http://schemas.openxmlformats.org/officeDocument/2006/relationships/tags" Target="../tags/tag3568.xml"/><Relationship Id="rId92" Type="http://schemas.openxmlformats.org/officeDocument/2006/relationships/tags" Target="../tags/tag3567.xml"/><Relationship Id="rId91" Type="http://schemas.openxmlformats.org/officeDocument/2006/relationships/tags" Target="../tags/tag3566.xml"/><Relationship Id="rId90" Type="http://schemas.openxmlformats.org/officeDocument/2006/relationships/tags" Target="../tags/tag3565.xml"/><Relationship Id="rId9" Type="http://schemas.openxmlformats.org/officeDocument/2006/relationships/tags" Target="../tags/tag3484.xml"/><Relationship Id="rId89" Type="http://schemas.openxmlformats.org/officeDocument/2006/relationships/tags" Target="../tags/tag3564.xml"/><Relationship Id="rId88" Type="http://schemas.openxmlformats.org/officeDocument/2006/relationships/tags" Target="../tags/tag3563.xml"/><Relationship Id="rId87" Type="http://schemas.openxmlformats.org/officeDocument/2006/relationships/tags" Target="../tags/tag3562.xml"/><Relationship Id="rId86" Type="http://schemas.openxmlformats.org/officeDocument/2006/relationships/tags" Target="../tags/tag3561.xml"/><Relationship Id="rId85" Type="http://schemas.openxmlformats.org/officeDocument/2006/relationships/tags" Target="../tags/tag3560.xml"/><Relationship Id="rId84" Type="http://schemas.openxmlformats.org/officeDocument/2006/relationships/tags" Target="../tags/tag3559.xml"/><Relationship Id="rId83" Type="http://schemas.openxmlformats.org/officeDocument/2006/relationships/tags" Target="../tags/tag3558.xml"/><Relationship Id="rId82" Type="http://schemas.openxmlformats.org/officeDocument/2006/relationships/tags" Target="../tags/tag3557.xml"/><Relationship Id="rId81" Type="http://schemas.openxmlformats.org/officeDocument/2006/relationships/tags" Target="../tags/tag3556.xml"/><Relationship Id="rId80" Type="http://schemas.openxmlformats.org/officeDocument/2006/relationships/tags" Target="../tags/tag3555.xml"/><Relationship Id="rId8" Type="http://schemas.openxmlformats.org/officeDocument/2006/relationships/tags" Target="../tags/tag3483.xml"/><Relationship Id="rId79" Type="http://schemas.openxmlformats.org/officeDocument/2006/relationships/tags" Target="../tags/tag3554.xml"/><Relationship Id="rId78" Type="http://schemas.openxmlformats.org/officeDocument/2006/relationships/tags" Target="../tags/tag3553.xml"/><Relationship Id="rId77" Type="http://schemas.openxmlformats.org/officeDocument/2006/relationships/tags" Target="../tags/tag3552.xml"/><Relationship Id="rId76" Type="http://schemas.openxmlformats.org/officeDocument/2006/relationships/tags" Target="../tags/tag3551.xml"/><Relationship Id="rId75" Type="http://schemas.openxmlformats.org/officeDocument/2006/relationships/tags" Target="../tags/tag3550.xml"/><Relationship Id="rId74" Type="http://schemas.openxmlformats.org/officeDocument/2006/relationships/tags" Target="../tags/tag3549.xml"/><Relationship Id="rId73" Type="http://schemas.openxmlformats.org/officeDocument/2006/relationships/tags" Target="../tags/tag3548.xml"/><Relationship Id="rId72" Type="http://schemas.openxmlformats.org/officeDocument/2006/relationships/tags" Target="../tags/tag3547.xml"/><Relationship Id="rId71" Type="http://schemas.openxmlformats.org/officeDocument/2006/relationships/tags" Target="../tags/tag3546.xml"/><Relationship Id="rId70" Type="http://schemas.openxmlformats.org/officeDocument/2006/relationships/tags" Target="../tags/tag3545.xml"/><Relationship Id="rId7" Type="http://schemas.openxmlformats.org/officeDocument/2006/relationships/tags" Target="../tags/tag3482.xml"/><Relationship Id="rId69" Type="http://schemas.openxmlformats.org/officeDocument/2006/relationships/tags" Target="../tags/tag3544.xml"/><Relationship Id="rId68" Type="http://schemas.openxmlformats.org/officeDocument/2006/relationships/tags" Target="../tags/tag3543.xml"/><Relationship Id="rId67" Type="http://schemas.openxmlformats.org/officeDocument/2006/relationships/tags" Target="../tags/tag3542.xml"/><Relationship Id="rId66" Type="http://schemas.openxmlformats.org/officeDocument/2006/relationships/tags" Target="../tags/tag3541.xml"/><Relationship Id="rId65" Type="http://schemas.openxmlformats.org/officeDocument/2006/relationships/tags" Target="../tags/tag3540.xml"/><Relationship Id="rId64" Type="http://schemas.openxmlformats.org/officeDocument/2006/relationships/tags" Target="../tags/tag3539.xml"/><Relationship Id="rId63" Type="http://schemas.openxmlformats.org/officeDocument/2006/relationships/tags" Target="../tags/tag3538.xml"/><Relationship Id="rId62" Type="http://schemas.openxmlformats.org/officeDocument/2006/relationships/tags" Target="../tags/tag3537.xml"/><Relationship Id="rId61" Type="http://schemas.openxmlformats.org/officeDocument/2006/relationships/tags" Target="../tags/tag3536.xml"/><Relationship Id="rId60" Type="http://schemas.openxmlformats.org/officeDocument/2006/relationships/tags" Target="../tags/tag3535.xml"/><Relationship Id="rId6" Type="http://schemas.openxmlformats.org/officeDocument/2006/relationships/tags" Target="../tags/tag3481.xml"/><Relationship Id="rId59" Type="http://schemas.openxmlformats.org/officeDocument/2006/relationships/tags" Target="../tags/tag3534.xml"/><Relationship Id="rId58" Type="http://schemas.openxmlformats.org/officeDocument/2006/relationships/tags" Target="../tags/tag3533.xml"/><Relationship Id="rId57" Type="http://schemas.openxmlformats.org/officeDocument/2006/relationships/tags" Target="../tags/tag3532.xml"/><Relationship Id="rId56" Type="http://schemas.openxmlformats.org/officeDocument/2006/relationships/tags" Target="../tags/tag3531.xml"/><Relationship Id="rId55" Type="http://schemas.openxmlformats.org/officeDocument/2006/relationships/tags" Target="../tags/tag3530.xml"/><Relationship Id="rId54" Type="http://schemas.openxmlformats.org/officeDocument/2006/relationships/tags" Target="../tags/tag3529.xml"/><Relationship Id="rId53" Type="http://schemas.openxmlformats.org/officeDocument/2006/relationships/tags" Target="../tags/tag3528.xml"/><Relationship Id="rId52" Type="http://schemas.openxmlformats.org/officeDocument/2006/relationships/tags" Target="../tags/tag3527.xml"/><Relationship Id="rId51" Type="http://schemas.openxmlformats.org/officeDocument/2006/relationships/tags" Target="../tags/tag3526.xml"/><Relationship Id="rId50" Type="http://schemas.openxmlformats.org/officeDocument/2006/relationships/tags" Target="../tags/tag3525.xml"/><Relationship Id="rId5" Type="http://schemas.openxmlformats.org/officeDocument/2006/relationships/tags" Target="../tags/tag3480.xml"/><Relationship Id="rId49" Type="http://schemas.openxmlformats.org/officeDocument/2006/relationships/tags" Target="../tags/tag3524.xml"/><Relationship Id="rId48" Type="http://schemas.openxmlformats.org/officeDocument/2006/relationships/tags" Target="../tags/tag3523.xml"/><Relationship Id="rId47" Type="http://schemas.openxmlformats.org/officeDocument/2006/relationships/tags" Target="../tags/tag3522.xml"/><Relationship Id="rId46" Type="http://schemas.openxmlformats.org/officeDocument/2006/relationships/tags" Target="../tags/tag3521.xml"/><Relationship Id="rId45" Type="http://schemas.openxmlformats.org/officeDocument/2006/relationships/tags" Target="../tags/tag3520.xml"/><Relationship Id="rId44" Type="http://schemas.openxmlformats.org/officeDocument/2006/relationships/tags" Target="../tags/tag3519.xml"/><Relationship Id="rId43" Type="http://schemas.openxmlformats.org/officeDocument/2006/relationships/tags" Target="../tags/tag3518.xml"/><Relationship Id="rId42" Type="http://schemas.openxmlformats.org/officeDocument/2006/relationships/tags" Target="../tags/tag3517.xml"/><Relationship Id="rId41" Type="http://schemas.openxmlformats.org/officeDocument/2006/relationships/tags" Target="../tags/tag3516.xml"/><Relationship Id="rId40" Type="http://schemas.openxmlformats.org/officeDocument/2006/relationships/tags" Target="../tags/tag3515.xml"/><Relationship Id="rId4" Type="http://schemas.openxmlformats.org/officeDocument/2006/relationships/tags" Target="../tags/tag3479.xml"/><Relationship Id="rId39" Type="http://schemas.openxmlformats.org/officeDocument/2006/relationships/tags" Target="../tags/tag3514.xml"/><Relationship Id="rId38" Type="http://schemas.openxmlformats.org/officeDocument/2006/relationships/tags" Target="../tags/tag3513.xml"/><Relationship Id="rId37" Type="http://schemas.openxmlformats.org/officeDocument/2006/relationships/tags" Target="../tags/tag3512.xml"/><Relationship Id="rId36" Type="http://schemas.openxmlformats.org/officeDocument/2006/relationships/tags" Target="../tags/tag3511.xml"/><Relationship Id="rId35" Type="http://schemas.openxmlformats.org/officeDocument/2006/relationships/tags" Target="../tags/tag3510.xml"/><Relationship Id="rId34" Type="http://schemas.openxmlformats.org/officeDocument/2006/relationships/tags" Target="../tags/tag3509.xml"/><Relationship Id="rId33" Type="http://schemas.openxmlformats.org/officeDocument/2006/relationships/tags" Target="../tags/tag3508.xml"/><Relationship Id="rId32" Type="http://schemas.openxmlformats.org/officeDocument/2006/relationships/tags" Target="../tags/tag3507.xml"/><Relationship Id="rId31" Type="http://schemas.openxmlformats.org/officeDocument/2006/relationships/tags" Target="../tags/tag3506.xml"/><Relationship Id="rId30" Type="http://schemas.openxmlformats.org/officeDocument/2006/relationships/tags" Target="../tags/tag3505.xml"/><Relationship Id="rId3" Type="http://schemas.openxmlformats.org/officeDocument/2006/relationships/tags" Target="../tags/tag3478.xml"/><Relationship Id="rId29" Type="http://schemas.openxmlformats.org/officeDocument/2006/relationships/tags" Target="../tags/tag3504.xml"/><Relationship Id="rId28" Type="http://schemas.openxmlformats.org/officeDocument/2006/relationships/tags" Target="../tags/tag3503.xml"/><Relationship Id="rId27" Type="http://schemas.openxmlformats.org/officeDocument/2006/relationships/tags" Target="../tags/tag3502.xml"/><Relationship Id="rId26" Type="http://schemas.openxmlformats.org/officeDocument/2006/relationships/tags" Target="../tags/tag3501.xml"/><Relationship Id="rId25" Type="http://schemas.openxmlformats.org/officeDocument/2006/relationships/tags" Target="../tags/tag3500.xml"/><Relationship Id="rId24" Type="http://schemas.openxmlformats.org/officeDocument/2006/relationships/tags" Target="../tags/tag3499.xml"/><Relationship Id="rId23" Type="http://schemas.openxmlformats.org/officeDocument/2006/relationships/tags" Target="../tags/tag3498.xml"/><Relationship Id="rId22" Type="http://schemas.openxmlformats.org/officeDocument/2006/relationships/tags" Target="../tags/tag3497.xml"/><Relationship Id="rId21" Type="http://schemas.openxmlformats.org/officeDocument/2006/relationships/tags" Target="../tags/tag3496.xml"/><Relationship Id="rId20" Type="http://schemas.openxmlformats.org/officeDocument/2006/relationships/tags" Target="../tags/tag3495.xml"/><Relationship Id="rId2" Type="http://schemas.openxmlformats.org/officeDocument/2006/relationships/tags" Target="../tags/tag3477.xml"/><Relationship Id="rId19" Type="http://schemas.openxmlformats.org/officeDocument/2006/relationships/tags" Target="../tags/tag3494.xml"/><Relationship Id="rId18" Type="http://schemas.openxmlformats.org/officeDocument/2006/relationships/tags" Target="../tags/tag3493.xml"/><Relationship Id="rId17" Type="http://schemas.openxmlformats.org/officeDocument/2006/relationships/tags" Target="../tags/tag3492.xml"/><Relationship Id="rId16" Type="http://schemas.openxmlformats.org/officeDocument/2006/relationships/tags" Target="../tags/tag3491.xml"/><Relationship Id="rId15" Type="http://schemas.openxmlformats.org/officeDocument/2006/relationships/tags" Target="../tags/tag3490.xml"/><Relationship Id="rId14" Type="http://schemas.openxmlformats.org/officeDocument/2006/relationships/tags" Target="../tags/tag3489.xml"/><Relationship Id="rId13" Type="http://schemas.openxmlformats.org/officeDocument/2006/relationships/tags" Target="../tags/tag3488.xml"/><Relationship Id="rId12" Type="http://schemas.openxmlformats.org/officeDocument/2006/relationships/tags" Target="../tags/tag3487.xml"/><Relationship Id="rId11" Type="http://schemas.openxmlformats.org/officeDocument/2006/relationships/tags" Target="../tags/tag3486.xml"/><Relationship Id="rId103" Type="http://schemas.openxmlformats.org/officeDocument/2006/relationships/notesSlide" Target="../notesSlides/notesSlide71.xml"/><Relationship Id="rId102" Type="http://schemas.openxmlformats.org/officeDocument/2006/relationships/slideLayout" Target="../slideLayouts/slideLayout7.xml"/><Relationship Id="rId101" Type="http://schemas.openxmlformats.org/officeDocument/2006/relationships/tags" Target="../tags/tag3576.xml"/><Relationship Id="rId100" Type="http://schemas.openxmlformats.org/officeDocument/2006/relationships/tags" Target="../tags/tag3575.xml"/><Relationship Id="rId10" Type="http://schemas.openxmlformats.org/officeDocument/2006/relationships/tags" Target="../tags/tag3485.xml"/><Relationship Id="rId1" Type="http://schemas.openxmlformats.org/officeDocument/2006/relationships/tags" Target="../tags/tag3476.xml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tags" Target="../tags/tag3585.xml"/><Relationship Id="rId8" Type="http://schemas.openxmlformats.org/officeDocument/2006/relationships/tags" Target="../tags/tag3584.xml"/><Relationship Id="rId7" Type="http://schemas.openxmlformats.org/officeDocument/2006/relationships/tags" Target="../tags/tag3583.xml"/><Relationship Id="rId62" Type="http://schemas.openxmlformats.org/officeDocument/2006/relationships/slideLayout" Target="../slideLayouts/slideLayout7.xml"/><Relationship Id="rId61" Type="http://schemas.openxmlformats.org/officeDocument/2006/relationships/tags" Target="../tags/tag3637.xml"/><Relationship Id="rId60" Type="http://schemas.openxmlformats.org/officeDocument/2006/relationships/tags" Target="../tags/tag3636.xml"/><Relationship Id="rId6" Type="http://schemas.openxmlformats.org/officeDocument/2006/relationships/tags" Target="../tags/tag3582.xml"/><Relationship Id="rId59" Type="http://schemas.openxmlformats.org/officeDocument/2006/relationships/tags" Target="../tags/tag3635.xml"/><Relationship Id="rId58" Type="http://schemas.openxmlformats.org/officeDocument/2006/relationships/tags" Target="../tags/tag3634.xml"/><Relationship Id="rId57" Type="http://schemas.openxmlformats.org/officeDocument/2006/relationships/tags" Target="../tags/tag3633.xml"/><Relationship Id="rId56" Type="http://schemas.openxmlformats.org/officeDocument/2006/relationships/tags" Target="../tags/tag3632.xml"/><Relationship Id="rId55" Type="http://schemas.openxmlformats.org/officeDocument/2006/relationships/tags" Target="../tags/tag3631.xml"/><Relationship Id="rId54" Type="http://schemas.openxmlformats.org/officeDocument/2006/relationships/tags" Target="../tags/tag3630.xml"/><Relationship Id="rId53" Type="http://schemas.openxmlformats.org/officeDocument/2006/relationships/tags" Target="../tags/tag3629.xml"/><Relationship Id="rId52" Type="http://schemas.openxmlformats.org/officeDocument/2006/relationships/tags" Target="../tags/tag3628.xml"/><Relationship Id="rId51" Type="http://schemas.openxmlformats.org/officeDocument/2006/relationships/tags" Target="../tags/tag3627.xml"/><Relationship Id="rId50" Type="http://schemas.openxmlformats.org/officeDocument/2006/relationships/tags" Target="../tags/tag3626.xml"/><Relationship Id="rId5" Type="http://schemas.openxmlformats.org/officeDocument/2006/relationships/tags" Target="../tags/tag3581.xml"/><Relationship Id="rId49" Type="http://schemas.openxmlformats.org/officeDocument/2006/relationships/tags" Target="../tags/tag3625.xml"/><Relationship Id="rId48" Type="http://schemas.openxmlformats.org/officeDocument/2006/relationships/tags" Target="../tags/tag3624.xml"/><Relationship Id="rId47" Type="http://schemas.openxmlformats.org/officeDocument/2006/relationships/tags" Target="../tags/tag3623.xml"/><Relationship Id="rId46" Type="http://schemas.openxmlformats.org/officeDocument/2006/relationships/tags" Target="../tags/tag3622.xml"/><Relationship Id="rId45" Type="http://schemas.openxmlformats.org/officeDocument/2006/relationships/tags" Target="../tags/tag3621.xml"/><Relationship Id="rId44" Type="http://schemas.openxmlformats.org/officeDocument/2006/relationships/tags" Target="../tags/tag3620.xml"/><Relationship Id="rId43" Type="http://schemas.openxmlformats.org/officeDocument/2006/relationships/tags" Target="../tags/tag3619.xml"/><Relationship Id="rId42" Type="http://schemas.openxmlformats.org/officeDocument/2006/relationships/tags" Target="../tags/tag3618.xml"/><Relationship Id="rId41" Type="http://schemas.openxmlformats.org/officeDocument/2006/relationships/tags" Target="../tags/tag3617.xml"/><Relationship Id="rId40" Type="http://schemas.openxmlformats.org/officeDocument/2006/relationships/tags" Target="../tags/tag3616.xml"/><Relationship Id="rId4" Type="http://schemas.openxmlformats.org/officeDocument/2006/relationships/tags" Target="../tags/tag3580.xml"/><Relationship Id="rId39" Type="http://schemas.openxmlformats.org/officeDocument/2006/relationships/tags" Target="../tags/tag3615.xml"/><Relationship Id="rId38" Type="http://schemas.openxmlformats.org/officeDocument/2006/relationships/tags" Target="../tags/tag3614.xml"/><Relationship Id="rId37" Type="http://schemas.openxmlformats.org/officeDocument/2006/relationships/tags" Target="../tags/tag3613.xml"/><Relationship Id="rId36" Type="http://schemas.openxmlformats.org/officeDocument/2006/relationships/tags" Target="../tags/tag3612.xml"/><Relationship Id="rId35" Type="http://schemas.openxmlformats.org/officeDocument/2006/relationships/tags" Target="../tags/tag3611.xml"/><Relationship Id="rId34" Type="http://schemas.openxmlformats.org/officeDocument/2006/relationships/tags" Target="../tags/tag3610.xml"/><Relationship Id="rId33" Type="http://schemas.openxmlformats.org/officeDocument/2006/relationships/tags" Target="../tags/tag3609.xml"/><Relationship Id="rId32" Type="http://schemas.openxmlformats.org/officeDocument/2006/relationships/tags" Target="../tags/tag3608.xml"/><Relationship Id="rId31" Type="http://schemas.openxmlformats.org/officeDocument/2006/relationships/tags" Target="../tags/tag3607.xml"/><Relationship Id="rId30" Type="http://schemas.openxmlformats.org/officeDocument/2006/relationships/tags" Target="../tags/tag3606.xml"/><Relationship Id="rId3" Type="http://schemas.openxmlformats.org/officeDocument/2006/relationships/tags" Target="../tags/tag3579.xml"/><Relationship Id="rId29" Type="http://schemas.openxmlformats.org/officeDocument/2006/relationships/tags" Target="../tags/tag3605.xml"/><Relationship Id="rId28" Type="http://schemas.openxmlformats.org/officeDocument/2006/relationships/tags" Target="../tags/tag3604.xml"/><Relationship Id="rId27" Type="http://schemas.openxmlformats.org/officeDocument/2006/relationships/tags" Target="../tags/tag3603.xml"/><Relationship Id="rId26" Type="http://schemas.openxmlformats.org/officeDocument/2006/relationships/tags" Target="../tags/tag3602.xml"/><Relationship Id="rId25" Type="http://schemas.openxmlformats.org/officeDocument/2006/relationships/tags" Target="../tags/tag3601.xml"/><Relationship Id="rId24" Type="http://schemas.openxmlformats.org/officeDocument/2006/relationships/tags" Target="../tags/tag3600.xml"/><Relationship Id="rId23" Type="http://schemas.openxmlformats.org/officeDocument/2006/relationships/tags" Target="../tags/tag3599.xml"/><Relationship Id="rId22" Type="http://schemas.openxmlformats.org/officeDocument/2006/relationships/tags" Target="../tags/tag3598.xml"/><Relationship Id="rId21" Type="http://schemas.openxmlformats.org/officeDocument/2006/relationships/tags" Target="../tags/tag3597.xml"/><Relationship Id="rId20" Type="http://schemas.openxmlformats.org/officeDocument/2006/relationships/tags" Target="../tags/tag3596.xml"/><Relationship Id="rId2" Type="http://schemas.openxmlformats.org/officeDocument/2006/relationships/tags" Target="../tags/tag3578.xml"/><Relationship Id="rId19" Type="http://schemas.openxmlformats.org/officeDocument/2006/relationships/tags" Target="../tags/tag3595.xml"/><Relationship Id="rId18" Type="http://schemas.openxmlformats.org/officeDocument/2006/relationships/tags" Target="../tags/tag3594.xml"/><Relationship Id="rId17" Type="http://schemas.openxmlformats.org/officeDocument/2006/relationships/tags" Target="../tags/tag3593.xml"/><Relationship Id="rId16" Type="http://schemas.openxmlformats.org/officeDocument/2006/relationships/tags" Target="../tags/tag3592.xml"/><Relationship Id="rId15" Type="http://schemas.openxmlformats.org/officeDocument/2006/relationships/tags" Target="../tags/tag3591.xml"/><Relationship Id="rId14" Type="http://schemas.openxmlformats.org/officeDocument/2006/relationships/tags" Target="../tags/tag3590.xml"/><Relationship Id="rId13" Type="http://schemas.openxmlformats.org/officeDocument/2006/relationships/tags" Target="../tags/tag3589.xml"/><Relationship Id="rId12" Type="http://schemas.openxmlformats.org/officeDocument/2006/relationships/tags" Target="../tags/tag3588.xml"/><Relationship Id="rId11" Type="http://schemas.openxmlformats.org/officeDocument/2006/relationships/tags" Target="../tags/tag3587.xml"/><Relationship Id="rId10" Type="http://schemas.openxmlformats.org/officeDocument/2006/relationships/tags" Target="../tags/tag3586.xml"/><Relationship Id="rId1" Type="http://schemas.openxmlformats.org/officeDocument/2006/relationships/tags" Target="../tags/tag3577.xml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tags" Target="../tags/tag3644.xml"/><Relationship Id="rId8" Type="http://schemas.openxmlformats.org/officeDocument/2006/relationships/tags" Target="../tags/tag3643.xml"/><Relationship Id="rId7" Type="http://schemas.openxmlformats.org/officeDocument/2006/relationships/tags" Target="../tags/tag3642.xml"/><Relationship Id="rId6" Type="http://schemas.openxmlformats.org/officeDocument/2006/relationships/tags" Target="../tags/tag3641.xml"/><Relationship Id="rId5" Type="http://schemas.openxmlformats.org/officeDocument/2006/relationships/tags" Target="../tags/tag3640.xml"/><Relationship Id="rId4" Type="http://schemas.openxmlformats.org/officeDocument/2006/relationships/tags" Target="../tags/tag3639.xml"/><Relationship Id="rId3" Type="http://schemas.openxmlformats.org/officeDocument/2006/relationships/tags" Target="../tags/tag3638.xml"/><Relationship Id="rId2" Type="http://schemas.openxmlformats.org/officeDocument/2006/relationships/slide" Target="slide84.xml"/><Relationship Id="rId17" Type="http://schemas.openxmlformats.org/officeDocument/2006/relationships/notesSlide" Target="../notesSlides/notesSlide7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650.xml"/><Relationship Id="rId14" Type="http://schemas.openxmlformats.org/officeDocument/2006/relationships/tags" Target="../tags/tag3649.xml"/><Relationship Id="rId13" Type="http://schemas.openxmlformats.org/officeDocument/2006/relationships/tags" Target="../tags/tag3648.xml"/><Relationship Id="rId12" Type="http://schemas.openxmlformats.org/officeDocument/2006/relationships/tags" Target="../tags/tag3647.xml"/><Relationship Id="rId11" Type="http://schemas.openxmlformats.org/officeDocument/2006/relationships/tags" Target="../tags/tag3646.xml"/><Relationship Id="rId10" Type="http://schemas.openxmlformats.org/officeDocument/2006/relationships/tags" Target="../tags/tag3645.xml"/><Relationship Id="rId1" Type="http://schemas.openxmlformats.org/officeDocument/2006/relationships/slide" Target="slide85.xml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tags" Target="../tags/tag3658.xml"/><Relationship Id="rId8" Type="http://schemas.openxmlformats.org/officeDocument/2006/relationships/tags" Target="../tags/tag3657.xml"/><Relationship Id="rId7" Type="http://schemas.openxmlformats.org/officeDocument/2006/relationships/tags" Target="../tags/tag3656.xml"/><Relationship Id="rId6" Type="http://schemas.openxmlformats.org/officeDocument/2006/relationships/tags" Target="../tags/tag3655.xml"/><Relationship Id="rId5" Type="http://schemas.openxmlformats.org/officeDocument/2006/relationships/tags" Target="../tags/tag3654.xml"/><Relationship Id="rId43" Type="http://schemas.openxmlformats.org/officeDocument/2006/relationships/slideLayout" Target="../slideLayouts/slideLayout7.xml"/><Relationship Id="rId42" Type="http://schemas.openxmlformats.org/officeDocument/2006/relationships/tags" Target="../tags/tag3691.xml"/><Relationship Id="rId41" Type="http://schemas.openxmlformats.org/officeDocument/2006/relationships/tags" Target="../tags/tag3690.xml"/><Relationship Id="rId40" Type="http://schemas.openxmlformats.org/officeDocument/2006/relationships/tags" Target="../tags/tag3689.xml"/><Relationship Id="rId4" Type="http://schemas.openxmlformats.org/officeDocument/2006/relationships/tags" Target="../tags/tag3653.xml"/><Relationship Id="rId39" Type="http://schemas.openxmlformats.org/officeDocument/2006/relationships/tags" Target="../tags/tag3688.xml"/><Relationship Id="rId38" Type="http://schemas.openxmlformats.org/officeDocument/2006/relationships/tags" Target="../tags/tag3687.xml"/><Relationship Id="rId37" Type="http://schemas.openxmlformats.org/officeDocument/2006/relationships/tags" Target="../tags/tag3686.xml"/><Relationship Id="rId36" Type="http://schemas.openxmlformats.org/officeDocument/2006/relationships/tags" Target="../tags/tag3685.xml"/><Relationship Id="rId35" Type="http://schemas.openxmlformats.org/officeDocument/2006/relationships/tags" Target="../tags/tag3684.xml"/><Relationship Id="rId34" Type="http://schemas.openxmlformats.org/officeDocument/2006/relationships/tags" Target="../tags/tag3683.xml"/><Relationship Id="rId33" Type="http://schemas.openxmlformats.org/officeDocument/2006/relationships/tags" Target="../tags/tag3682.xml"/><Relationship Id="rId32" Type="http://schemas.openxmlformats.org/officeDocument/2006/relationships/tags" Target="../tags/tag3681.xml"/><Relationship Id="rId31" Type="http://schemas.openxmlformats.org/officeDocument/2006/relationships/tags" Target="../tags/tag3680.xml"/><Relationship Id="rId30" Type="http://schemas.openxmlformats.org/officeDocument/2006/relationships/tags" Target="../tags/tag3679.xml"/><Relationship Id="rId3" Type="http://schemas.openxmlformats.org/officeDocument/2006/relationships/tags" Target="../tags/tag3652.xml"/><Relationship Id="rId29" Type="http://schemas.openxmlformats.org/officeDocument/2006/relationships/tags" Target="../tags/tag3678.xml"/><Relationship Id="rId28" Type="http://schemas.openxmlformats.org/officeDocument/2006/relationships/tags" Target="../tags/tag3677.xml"/><Relationship Id="rId27" Type="http://schemas.openxmlformats.org/officeDocument/2006/relationships/tags" Target="../tags/tag3676.xml"/><Relationship Id="rId26" Type="http://schemas.openxmlformats.org/officeDocument/2006/relationships/tags" Target="../tags/tag3675.xml"/><Relationship Id="rId25" Type="http://schemas.openxmlformats.org/officeDocument/2006/relationships/tags" Target="../tags/tag3674.xml"/><Relationship Id="rId24" Type="http://schemas.openxmlformats.org/officeDocument/2006/relationships/tags" Target="../tags/tag3673.xml"/><Relationship Id="rId23" Type="http://schemas.openxmlformats.org/officeDocument/2006/relationships/tags" Target="../tags/tag3672.xml"/><Relationship Id="rId22" Type="http://schemas.openxmlformats.org/officeDocument/2006/relationships/tags" Target="../tags/tag3671.xml"/><Relationship Id="rId21" Type="http://schemas.openxmlformats.org/officeDocument/2006/relationships/tags" Target="../tags/tag3670.xml"/><Relationship Id="rId20" Type="http://schemas.openxmlformats.org/officeDocument/2006/relationships/tags" Target="../tags/tag3669.xml"/><Relationship Id="rId2" Type="http://schemas.openxmlformats.org/officeDocument/2006/relationships/tags" Target="../tags/tag3651.xml"/><Relationship Id="rId19" Type="http://schemas.openxmlformats.org/officeDocument/2006/relationships/tags" Target="../tags/tag3668.xml"/><Relationship Id="rId18" Type="http://schemas.openxmlformats.org/officeDocument/2006/relationships/tags" Target="../tags/tag3667.xml"/><Relationship Id="rId17" Type="http://schemas.openxmlformats.org/officeDocument/2006/relationships/tags" Target="../tags/tag3666.xml"/><Relationship Id="rId16" Type="http://schemas.openxmlformats.org/officeDocument/2006/relationships/tags" Target="../tags/tag3665.xml"/><Relationship Id="rId15" Type="http://schemas.openxmlformats.org/officeDocument/2006/relationships/tags" Target="../tags/tag3664.xml"/><Relationship Id="rId14" Type="http://schemas.openxmlformats.org/officeDocument/2006/relationships/tags" Target="../tags/tag3663.xml"/><Relationship Id="rId13" Type="http://schemas.openxmlformats.org/officeDocument/2006/relationships/tags" Target="../tags/tag3662.xml"/><Relationship Id="rId12" Type="http://schemas.openxmlformats.org/officeDocument/2006/relationships/tags" Target="../tags/tag3661.xml"/><Relationship Id="rId11" Type="http://schemas.openxmlformats.org/officeDocument/2006/relationships/tags" Target="../tags/tag3660.xml"/><Relationship Id="rId10" Type="http://schemas.openxmlformats.org/officeDocument/2006/relationships/tags" Target="../tags/tag3659.xml"/><Relationship Id="rId1" Type="http://schemas.openxmlformats.org/officeDocument/2006/relationships/slide" Target="slide96.xml"/></Relationships>
</file>

<file path=ppt/slides/_rels/slide92.xml.rels><?xml version="1.0" encoding="UTF-8" standalone="yes"?>
<Relationships xmlns="http://schemas.openxmlformats.org/package/2006/relationships"><Relationship Id="rId99" Type="http://schemas.openxmlformats.org/officeDocument/2006/relationships/tags" Target="../tags/tag3788.xml"/><Relationship Id="rId98" Type="http://schemas.openxmlformats.org/officeDocument/2006/relationships/tags" Target="../tags/tag3787.xml"/><Relationship Id="rId97" Type="http://schemas.openxmlformats.org/officeDocument/2006/relationships/tags" Target="../tags/tag3786.xml"/><Relationship Id="rId96" Type="http://schemas.openxmlformats.org/officeDocument/2006/relationships/tags" Target="../tags/tag3785.xml"/><Relationship Id="rId95" Type="http://schemas.openxmlformats.org/officeDocument/2006/relationships/tags" Target="../tags/tag3784.xml"/><Relationship Id="rId94" Type="http://schemas.openxmlformats.org/officeDocument/2006/relationships/tags" Target="../tags/tag3783.xml"/><Relationship Id="rId93" Type="http://schemas.openxmlformats.org/officeDocument/2006/relationships/tags" Target="../tags/tag3782.xml"/><Relationship Id="rId92" Type="http://schemas.openxmlformats.org/officeDocument/2006/relationships/tags" Target="../tags/tag3781.xml"/><Relationship Id="rId91" Type="http://schemas.openxmlformats.org/officeDocument/2006/relationships/tags" Target="../tags/tag3780.xml"/><Relationship Id="rId90" Type="http://schemas.openxmlformats.org/officeDocument/2006/relationships/tags" Target="../tags/tag3779.xml"/><Relationship Id="rId9" Type="http://schemas.openxmlformats.org/officeDocument/2006/relationships/tags" Target="../tags/tag3698.xml"/><Relationship Id="rId89" Type="http://schemas.openxmlformats.org/officeDocument/2006/relationships/tags" Target="../tags/tag3778.xml"/><Relationship Id="rId88" Type="http://schemas.openxmlformats.org/officeDocument/2006/relationships/tags" Target="../tags/tag3777.xml"/><Relationship Id="rId87" Type="http://schemas.openxmlformats.org/officeDocument/2006/relationships/tags" Target="../tags/tag3776.xml"/><Relationship Id="rId86" Type="http://schemas.openxmlformats.org/officeDocument/2006/relationships/tags" Target="../tags/tag3775.xml"/><Relationship Id="rId85" Type="http://schemas.openxmlformats.org/officeDocument/2006/relationships/tags" Target="../tags/tag3774.xml"/><Relationship Id="rId84" Type="http://schemas.openxmlformats.org/officeDocument/2006/relationships/tags" Target="../tags/tag3773.xml"/><Relationship Id="rId83" Type="http://schemas.openxmlformats.org/officeDocument/2006/relationships/tags" Target="../tags/tag3772.xml"/><Relationship Id="rId82" Type="http://schemas.openxmlformats.org/officeDocument/2006/relationships/tags" Target="../tags/tag3771.xml"/><Relationship Id="rId81" Type="http://schemas.openxmlformats.org/officeDocument/2006/relationships/tags" Target="../tags/tag3770.xml"/><Relationship Id="rId80" Type="http://schemas.openxmlformats.org/officeDocument/2006/relationships/tags" Target="../tags/tag3769.xml"/><Relationship Id="rId8" Type="http://schemas.openxmlformats.org/officeDocument/2006/relationships/tags" Target="../tags/tag3697.xml"/><Relationship Id="rId79" Type="http://schemas.openxmlformats.org/officeDocument/2006/relationships/tags" Target="../tags/tag3768.xml"/><Relationship Id="rId78" Type="http://schemas.openxmlformats.org/officeDocument/2006/relationships/tags" Target="../tags/tag3767.xml"/><Relationship Id="rId77" Type="http://schemas.openxmlformats.org/officeDocument/2006/relationships/tags" Target="../tags/tag3766.xml"/><Relationship Id="rId76" Type="http://schemas.openxmlformats.org/officeDocument/2006/relationships/tags" Target="../tags/tag3765.xml"/><Relationship Id="rId75" Type="http://schemas.openxmlformats.org/officeDocument/2006/relationships/tags" Target="../tags/tag3764.xml"/><Relationship Id="rId74" Type="http://schemas.openxmlformats.org/officeDocument/2006/relationships/tags" Target="../tags/tag3763.xml"/><Relationship Id="rId73" Type="http://schemas.openxmlformats.org/officeDocument/2006/relationships/tags" Target="../tags/tag3762.xml"/><Relationship Id="rId72" Type="http://schemas.openxmlformats.org/officeDocument/2006/relationships/tags" Target="../tags/tag3761.xml"/><Relationship Id="rId71" Type="http://schemas.openxmlformats.org/officeDocument/2006/relationships/tags" Target="../tags/tag3760.xml"/><Relationship Id="rId70" Type="http://schemas.openxmlformats.org/officeDocument/2006/relationships/tags" Target="../tags/tag3759.xml"/><Relationship Id="rId7" Type="http://schemas.openxmlformats.org/officeDocument/2006/relationships/tags" Target="../tags/tag3696.xml"/><Relationship Id="rId69" Type="http://schemas.openxmlformats.org/officeDocument/2006/relationships/tags" Target="../tags/tag3758.xml"/><Relationship Id="rId68" Type="http://schemas.openxmlformats.org/officeDocument/2006/relationships/tags" Target="../tags/tag3757.xml"/><Relationship Id="rId67" Type="http://schemas.openxmlformats.org/officeDocument/2006/relationships/tags" Target="../tags/tag3756.xml"/><Relationship Id="rId66" Type="http://schemas.openxmlformats.org/officeDocument/2006/relationships/tags" Target="../tags/tag3755.xml"/><Relationship Id="rId65" Type="http://schemas.openxmlformats.org/officeDocument/2006/relationships/tags" Target="../tags/tag3754.xml"/><Relationship Id="rId64" Type="http://schemas.openxmlformats.org/officeDocument/2006/relationships/tags" Target="../tags/tag3753.xml"/><Relationship Id="rId63" Type="http://schemas.openxmlformats.org/officeDocument/2006/relationships/tags" Target="../tags/tag3752.xml"/><Relationship Id="rId62" Type="http://schemas.openxmlformats.org/officeDocument/2006/relationships/tags" Target="../tags/tag3751.xml"/><Relationship Id="rId61" Type="http://schemas.openxmlformats.org/officeDocument/2006/relationships/tags" Target="../tags/tag3750.xml"/><Relationship Id="rId60" Type="http://schemas.openxmlformats.org/officeDocument/2006/relationships/tags" Target="../tags/tag3749.xml"/><Relationship Id="rId6" Type="http://schemas.openxmlformats.org/officeDocument/2006/relationships/tags" Target="../tags/tag3695.xml"/><Relationship Id="rId59" Type="http://schemas.openxmlformats.org/officeDocument/2006/relationships/tags" Target="../tags/tag3748.xml"/><Relationship Id="rId58" Type="http://schemas.openxmlformats.org/officeDocument/2006/relationships/tags" Target="../tags/tag3747.xml"/><Relationship Id="rId57" Type="http://schemas.openxmlformats.org/officeDocument/2006/relationships/tags" Target="../tags/tag3746.xml"/><Relationship Id="rId56" Type="http://schemas.openxmlformats.org/officeDocument/2006/relationships/tags" Target="../tags/tag3745.xml"/><Relationship Id="rId55" Type="http://schemas.openxmlformats.org/officeDocument/2006/relationships/tags" Target="../tags/tag3744.xml"/><Relationship Id="rId54" Type="http://schemas.openxmlformats.org/officeDocument/2006/relationships/tags" Target="../tags/tag3743.xml"/><Relationship Id="rId53" Type="http://schemas.openxmlformats.org/officeDocument/2006/relationships/tags" Target="../tags/tag3742.xml"/><Relationship Id="rId52" Type="http://schemas.openxmlformats.org/officeDocument/2006/relationships/tags" Target="../tags/tag3741.xml"/><Relationship Id="rId51" Type="http://schemas.openxmlformats.org/officeDocument/2006/relationships/tags" Target="../tags/tag3740.xml"/><Relationship Id="rId50" Type="http://schemas.openxmlformats.org/officeDocument/2006/relationships/tags" Target="../tags/tag3739.xml"/><Relationship Id="rId5" Type="http://schemas.openxmlformats.org/officeDocument/2006/relationships/tags" Target="../tags/tag3694.xml"/><Relationship Id="rId49" Type="http://schemas.openxmlformats.org/officeDocument/2006/relationships/tags" Target="../tags/tag3738.xml"/><Relationship Id="rId48" Type="http://schemas.openxmlformats.org/officeDocument/2006/relationships/tags" Target="../tags/tag3737.xml"/><Relationship Id="rId47" Type="http://schemas.openxmlformats.org/officeDocument/2006/relationships/tags" Target="../tags/tag3736.xml"/><Relationship Id="rId46" Type="http://schemas.openxmlformats.org/officeDocument/2006/relationships/tags" Target="../tags/tag3735.xml"/><Relationship Id="rId45" Type="http://schemas.openxmlformats.org/officeDocument/2006/relationships/tags" Target="../tags/tag3734.xml"/><Relationship Id="rId44" Type="http://schemas.openxmlformats.org/officeDocument/2006/relationships/tags" Target="../tags/tag3733.xml"/><Relationship Id="rId43" Type="http://schemas.openxmlformats.org/officeDocument/2006/relationships/tags" Target="../tags/tag3732.xml"/><Relationship Id="rId42" Type="http://schemas.openxmlformats.org/officeDocument/2006/relationships/tags" Target="../tags/tag3731.xml"/><Relationship Id="rId41" Type="http://schemas.openxmlformats.org/officeDocument/2006/relationships/tags" Target="../tags/tag3730.xml"/><Relationship Id="rId40" Type="http://schemas.openxmlformats.org/officeDocument/2006/relationships/tags" Target="../tags/tag3729.xml"/><Relationship Id="rId4" Type="http://schemas.openxmlformats.org/officeDocument/2006/relationships/tags" Target="../tags/tag3693.xml"/><Relationship Id="rId39" Type="http://schemas.openxmlformats.org/officeDocument/2006/relationships/tags" Target="../tags/tag3728.xml"/><Relationship Id="rId38" Type="http://schemas.openxmlformats.org/officeDocument/2006/relationships/tags" Target="../tags/tag3727.xml"/><Relationship Id="rId37" Type="http://schemas.openxmlformats.org/officeDocument/2006/relationships/tags" Target="../tags/tag3726.xml"/><Relationship Id="rId36" Type="http://schemas.openxmlformats.org/officeDocument/2006/relationships/tags" Target="../tags/tag3725.xml"/><Relationship Id="rId35" Type="http://schemas.openxmlformats.org/officeDocument/2006/relationships/tags" Target="../tags/tag3724.xml"/><Relationship Id="rId34" Type="http://schemas.openxmlformats.org/officeDocument/2006/relationships/tags" Target="../tags/tag3723.xml"/><Relationship Id="rId33" Type="http://schemas.openxmlformats.org/officeDocument/2006/relationships/tags" Target="../tags/tag3722.xml"/><Relationship Id="rId32" Type="http://schemas.openxmlformats.org/officeDocument/2006/relationships/tags" Target="../tags/tag3721.xml"/><Relationship Id="rId31" Type="http://schemas.openxmlformats.org/officeDocument/2006/relationships/tags" Target="../tags/tag3720.xml"/><Relationship Id="rId30" Type="http://schemas.openxmlformats.org/officeDocument/2006/relationships/tags" Target="../tags/tag3719.xml"/><Relationship Id="rId3" Type="http://schemas.openxmlformats.org/officeDocument/2006/relationships/tags" Target="../tags/tag3692.xml"/><Relationship Id="rId29" Type="http://schemas.openxmlformats.org/officeDocument/2006/relationships/tags" Target="../tags/tag3718.xml"/><Relationship Id="rId28" Type="http://schemas.openxmlformats.org/officeDocument/2006/relationships/tags" Target="../tags/tag3717.xml"/><Relationship Id="rId27" Type="http://schemas.openxmlformats.org/officeDocument/2006/relationships/tags" Target="../tags/tag3716.xml"/><Relationship Id="rId26" Type="http://schemas.openxmlformats.org/officeDocument/2006/relationships/tags" Target="../tags/tag3715.xml"/><Relationship Id="rId25" Type="http://schemas.openxmlformats.org/officeDocument/2006/relationships/tags" Target="../tags/tag3714.xml"/><Relationship Id="rId24" Type="http://schemas.openxmlformats.org/officeDocument/2006/relationships/tags" Target="../tags/tag3713.xml"/><Relationship Id="rId23" Type="http://schemas.openxmlformats.org/officeDocument/2006/relationships/tags" Target="../tags/tag3712.xml"/><Relationship Id="rId22" Type="http://schemas.openxmlformats.org/officeDocument/2006/relationships/tags" Target="../tags/tag3711.xml"/><Relationship Id="rId21" Type="http://schemas.openxmlformats.org/officeDocument/2006/relationships/tags" Target="../tags/tag3710.xml"/><Relationship Id="rId20" Type="http://schemas.openxmlformats.org/officeDocument/2006/relationships/tags" Target="../tags/tag3709.xml"/><Relationship Id="rId2" Type="http://schemas.openxmlformats.org/officeDocument/2006/relationships/slide" Target="slide98.xml"/><Relationship Id="rId19" Type="http://schemas.openxmlformats.org/officeDocument/2006/relationships/tags" Target="../tags/tag3708.xml"/><Relationship Id="rId18" Type="http://schemas.openxmlformats.org/officeDocument/2006/relationships/tags" Target="../tags/tag3707.xml"/><Relationship Id="rId17" Type="http://schemas.openxmlformats.org/officeDocument/2006/relationships/tags" Target="../tags/tag3706.xml"/><Relationship Id="rId16" Type="http://schemas.openxmlformats.org/officeDocument/2006/relationships/tags" Target="../tags/tag3705.xml"/><Relationship Id="rId15" Type="http://schemas.openxmlformats.org/officeDocument/2006/relationships/tags" Target="../tags/tag3704.xml"/><Relationship Id="rId14" Type="http://schemas.openxmlformats.org/officeDocument/2006/relationships/tags" Target="../tags/tag3703.xml"/><Relationship Id="rId13" Type="http://schemas.openxmlformats.org/officeDocument/2006/relationships/tags" Target="../tags/tag3702.xml"/><Relationship Id="rId12" Type="http://schemas.openxmlformats.org/officeDocument/2006/relationships/tags" Target="../tags/tag3701.xml"/><Relationship Id="rId11" Type="http://schemas.openxmlformats.org/officeDocument/2006/relationships/tags" Target="../tags/tag3700.xml"/><Relationship Id="rId107" Type="http://schemas.openxmlformats.org/officeDocument/2006/relationships/notesSlide" Target="../notesSlides/notesSlide73.xml"/><Relationship Id="rId106" Type="http://schemas.openxmlformats.org/officeDocument/2006/relationships/slideLayout" Target="../slideLayouts/slideLayout7.xml"/><Relationship Id="rId105" Type="http://schemas.openxmlformats.org/officeDocument/2006/relationships/tags" Target="../tags/tag3794.xml"/><Relationship Id="rId104" Type="http://schemas.openxmlformats.org/officeDocument/2006/relationships/tags" Target="../tags/tag3793.xml"/><Relationship Id="rId103" Type="http://schemas.openxmlformats.org/officeDocument/2006/relationships/tags" Target="../tags/tag3792.xml"/><Relationship Id="rId102" Type="http://schemas.openxmlformats.org/officeDocument/2006/relationships/tags" Target="../tags/tag3791.xml"/><Relationship Id="rId101" Type="http://schemas.openxmlformats.org/officeDocument/2006/relationships/tags" Target="../tags/tag3790.xml"/><Relationship Id="rId100" Type="http://schemas.openxmlformats.org/officeDocument/2006/relationships/tags" Target="../tags/tag3789.xml"/><Relationship Id="rId10" Type="http://schemas.openxmlformats.org/officeDocument/2006/relationships/tags" Target="../tags/tag3699.xml"/><Relationship Id="rId1" Type="http://schemas.openxmlformats.org/officeDocument/2006/relationships/slide" Target="slide9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7.xml"/><Relationship Id="rId1" Type="http://schemas.openxmlformats.org/officeDocument/2006/relationships/slide" Target="slide95.xml"/></Relationships>
</file>

<file path=ppt/slides/_rels/slide94.xml.rels><?xml version="1.0" encoding="UTF-8" standalone="yes"?>
<Relationships xmlns="http://schemas.openxmlformats.org/package/2006/relationships"><Relationship Id="rId99" Type="http://schemas.openxmlformats.org/officeDocument/2006/relationships/tags" Target="../tags/tag3892.xml"/><Relationship Id="rId98" Type="http://schemas.openxmlformats.org/officeDocument/2006/relationships/tags" Target="../tags/tag3891.xml"/><Relationship Id="rId97" Type="http://schemas.openxmlformats.org/officeDocument/2006/relationships/tags" Target="../tags/tag3890.xml"/><Relationship Id="rId96" Type="http://schemas.openxmlformats.org/officeDocument/2006/relationships/tags" Target="../tags/tag3889.xml"/><Relationship Id="rId95" Type="http://schemas.openxmlformats.org/officeDocument/2006/relationships/tags" Target="../tags/tag3888.xml"/><Relationship Id="rId94" Type="http://schemas.openxmlformats.org/officeDocument/2006/relationships/tags" Target="../tags/tag3887.xml"/><Relationship Id="rId93" Type="http://schemas.openxmlformats.org/officeDocument/2006/relationships/tags" Target="../tags/tag3886.xml"/><Relationship Id="rId92" Type="http://schemas.openxmlformats.org/officeDocument/2006/relationships/tags" Target="../tags/tag3885.xml"/><Relationship Id="rId91" Type="http://schemas.openxmlformats.org/officeDocument/2006/relationships/tags" Target="../tags/tag3884.xml"/><Relationship Id="rId90" Type="http://schemas.openxmlformats.org/officeDocument/2006/relationships/tags" Target="../tags/tag3883.xml"/><Relationship Id="rId9" Type="http://schemas.openxmlformats.org/officeDocument/2006/relationships/tags" Target="../tags/tag3802.xml"/><Relationship Id="rId89" Type="http://schemas.openxmlformats.org/officeDocument/2006/relationships/tags" Target="../tags/tag3882.xml"/><Relationship Id="rId88" Type="http://schemas.openxmlformats.org/officeDocument/2006/relationships/tags" Target="../tags/tag3881.xml"/><Relationship Id="rId87" Type="http://schemas.openxmlformats.org/officeDocument/2006/relationships/tags" Target="../tags/tag3880.xml"/><Relationship Id="rId86" Type="http://schemas.openxmlformats.org/officeDocument/2006/relationships/tags" Target="../tags/tag3879.xml"/><Relationship Id="rId85" Type="http://schemas.openxmlformats.org/officeDocument/2006/relationships/tags" Target="../tags/tag3878.xml"/><Relationship Id="rId84" Type="http://schemas.openxmlformats.org/officeDocument/2006/relationships/tags" Target="../tags/tag3877.xml"/><Relationship Id="rId83" Type="http://schemas.openxmlformats.org/officeDocument/2006/relationships/tags" Target="../tags/tag3876.xml"/><Relationship Id="rId82" Type="http://schemas.openxmlformats.org/officeDocument/2006/relationships/tags" Target="../tags/tag3875.xml"/><Relationship Id="rId81" Type="http://schemas.openxmlformats.org/officeDocument/2006/relationships/tags" Target="../tags/tag3874.xml"/><Relationship Id="rId80" Type="http://schemas.openxmlformats.org/officeDocument/2006/relationships/tags" Target="../tags/tag3873.xml"/><Relationship Id="rId8" Type="http://schemas.openxmlformats.org/officeDocument/2006/relationships/tags" Target="../tags/tag3801.xml"/><Relationship Id="rId79" Type="http://schemas.openxmlformats.org/officeDocument/2006/relationships/tags" Target="../tags/tag3872.xml"/><Relationship Id="rId78" Type="http://schemas.openxmlformats.org/officeDocument/2006/relationships/tags" Target="../tags/tag3871.xml"/><Relationship Id="rId77" Type="http://schemas.openxmlformats.org/officeDocument/2006/relationships/tags" Target="../tags/tag3870.xml"/><Relationship Id="rId76" Type="http://schemas.openxmlformats.org/officeDocument/2006/relationships/tags" Target="../tags/tag3869.xml"/><Relationship Id="rId75" Type="http://schemas.openxmlformats.org/officeDocument/2006/relationships/tags" Target="../tags/tag3868.xml"/><Relationship Id="rId74" Type="http://schemas.openxmlformats.org/officeDocument/2006/relationships/tags" Target="../tags/tag3867.xml"/><Relationship Id="rId73" Type="http://schemas.openxmlformats.org/officeDocument/2006/relationships/tags" Target="../tags/tag3866.xml"/><Relationship Id="rId72" Type="http://schemas.openxmlformats.org/officeDocument/2006/relationships/tags" Target="../tags/tag3865.xml"/><Relationship Id="rId71" Type="http://schemas.openxmlformats.org/officeDocument/2006/relationships/tags" Target="../tags/tag3864.xml"/><Relationship Id="rId70" Type="http://schemas.openxmlformats.org/officeDocument/2006/relationships/tags" Target="../tags/tag3863.xml"/><Relationship Id="rId7" Type="http://schemas.openxmlformats.org/officeDocument/2006/relationships/tags" Target="../tags/tag3800.xml"/><Relationship Id="rId69" Type="http://schemas.openxmlformats.org/officeDocument/2006/relationships/tags" Target="../tags/tag3862.xml"/><Relationship Id="rId68" Type="http://schemas.openxmlformats.org/officeDocument/2006/relationships/tags" Target="../tags/tag3861.xml"/><Relationship Id="rId67" Type="http://schemas.openxmlformats.org/officeDocument/2006/relationships/tags" Target="../tags/tag3860.xml"/><Relationship Id="rId66" Type="http://schemas.openxmlformats.org/officeDocument/2006/relationships/tags" Target="../tags/tag3859.xml"/><Relationship Id="rId65" Type="http://schemas.openxmlformats.org/officeDocument/2006/relationships/tags" Target="../tags/tag3858.xml"/><Relationship Id="rId64" Type="http://schemas.openxmlformats.org/officeDocument/2006/relationships/tags" Target="../tags/tag3857.xml"/><Relationship Id="rId63" Type="http://schemas.openxmlformats.org/officeDocument/2006/relationships/tags" Target="../tags/tag3856.xml"/><Relationship Id="rId62" Type="http://schemas.openxmlformats.org/officeDocument/2006/relationships/tags" Target="../tags/tag3855.xml"/><Relationship Id="rId61" Type="http://schemas.openxmlformats.org/officeDocument/2006/relationships/tags" Target="../tags/tag3854.xml"/><Relationship Id="rId60" Type="http://schemas.openxmlformats.org/officeDocument/2006/relationships/tags" Target="../tags/tag3853.xml"/><Relationship Id="rId6" Type="http://schemas.openxmlformats.org/officeDocument/2006/relationships/tags" Target="../tags/tag3799.xml"/><Relationship Id="rId59" Type="http://schemas.openxmlformats.org/officeDocument/2006/relationships/tags" Target="../tags/tag3852.xml"/><Relationship Id="rId58" Type="http://schemas.openxmlformats.org/officeDocument/2006/relationships/tags" Target="../tags/tag3851.xml"/><Relationship Id="rId57" Type="http://schemas.openxmlformats.org/officeDocument/2006/relationships/tags" Target="../tags/tag3850.xml"/><Relationship Id="rId56" Type="http://schemas.openxmlformats.org/officeDocument/2006/relationships/tags" Target="../tags/tag3849.xml"/><Relationship Id="rId55" Type="http://schemas.openxmlformats.org/officeDocument/2006/relationships/tags" Target="../tags/tag3848.xml"/><Relationship Id="rId54" Type="http://schemas.openxmlformats.org/officeDocument/2006/relationships/tags" Target="../tags/tag3847.xml"/><Relationship Id="rId53" Type="http://schemas.openxmlformats.org/officeDocument/2006/relationships/tags" Target="../tags/tag3846.xml"/><Relationship Id="rId52" Type="http://schemas.openxmlformats.org/officeDocument/2006/relationships/tags" Target="../tags/tag3845.xml"/><Relationship Id="rId51" Type="http://schemas.openxmlformats.org/officeDocument/2006/relationships/tags" Target="../tags/tag3844.xml"/><Relationship Id="rId50" Type="http://schemas.openxmlformats.org/officeDocument/2006/relationships/tags" Target="../tags/tag3843.xml"/><Relationship Id="rId5" Type="http://schemas.openxmlformats.org/officeDocument/2006/relationships/tags" Target="../tags/tag3798.xml"/><Relationship Id="rId49" Type="http://schemas.openxmlformats.org/officeDocument/2006/relationships/tags" Target="../tags/tag3842.xml"/><Relationship Id="rId48" Type="http://schemas.openxmlformats.org/officeDocument/2006/relationships/tags" Target="../tags/tag3841.xml"/><Relationship Id="rId47" Type="http://schemas.openxmlformats.org/officeDocument/2006/relationships/tags" Target="../tags/tag3840.xml"/><Relationship Id="rId46" Type="http://schemas.openxmlformats.org/officeDocument/2006/relationships/tags" Target="../tags/tag3839.xml"/><Relationship Id="rId45" Type="http://schemas.openxmlformats.org/officeDocument/2006/relationships/tags" Target="../tags/tag3838.xml"/><Relationship Id="rId44" Type="http://schemas.openxmlformats.org/officeDocument/2006/relationships/tags" Target="../tags/tag3837.xml"/><Relationship Id="rId43" Type="http://schemas.openxmlformats.org/officeDocument/2006/relationships/tags" Target="../tags/tag3836.xml"/><Relationship Id="rId42" Type="http://schemas.openxmlformats.org/officeDocument/2006/relationships/tags" Target="../tags/tag3835.xml"/><Relationship Id="rId41" Type="http://schemas.openxmlformats.org/officeDocument/2006/relationships/tags" Target="../tags/tag3834.xml"/><Relationship Id="rId40" Type="http://schemas.openxmlformats.org/officeDocument/2006/relationships/tags" Target="../tags/tag3833.xml"/><Relationship Id="rId4" Type="http://schemas.openxmlformats.org/officeDocument/2006/relationships/tags" Target="../tags/tag3797.xml"/><Relationship Id="rId39" Type="http://schemas.openxmlformats.org/officeDocument/2006/relationships/tags" Target="../tags/tag3832.xml"/><Relationship Id="rId38" Type="http://schemas.openxmlformats.org/officeDocument/2006/relationships/tags" Target="../tags/tag3831.xml"/><Relationship Id="rId37" Type="http://schemas.openxmlformats.org/officeDocument/2006/relationships/tags" Target="../tags/tag3830.xml"/><Relationship Id="rId36" Type="http://schemas.openxmlformats.org/officeDocument/2006/relationships/tags" Target="../tags/tag3829.xml"/><Relationship Id="rId35" Type="http://schemas.openxmlformats.org/officeDocument/2006/relationships/tags" Target="../tags/tag3828.xml"/><Relationship Id="rId34" Type="http://schemas.openxmlformats.org/officeDocument/2006/relationships/tags" Target="../tags/tag3827.xml"/><Relationship Id="rId33" Type="http://schemas.openxmlformats.org/officeDocument/2006/relationships/tags" Target="../tags/tag3826.xml"/><Relationship Id="rId32" Type="http://schemas.openxmlformats.org/officeDocument/2006/relationships/tags" Target="../tags/tag3825.xml"/><Relationship Id="rId31" Type="http://schemas.openxmlformats.org/officeDocument/2006/relationships/tags" Target="../tags/tag3824.xml"/><Relationship Id="rId30" Type="http://schemas.openxmlformats.org/officeDocument/2006/relationships/tags" Target="../tags/tag3823.xml"/><Relationship Id="rId3" Type="http://schemas.openxmlformats.org/officeDocument/2006/relationships/tags" Target="../tags/tag3796.xml"/><Relationship Id="rId29" Type="http://schemas.openxmlformats.org/officeDocument/2006/relationships/tags" Target="../tags/tag3822.xml"/><Relationship Id="rId28" Type="http://schemas.openxmlformats.org/officeDocument/2006/relationships/tags" Target="../tags/tag3821.xml"/><Relationship Id="rId27" Type="http://schemas.openxmlformats.org/officeDocument/2006/relationships/tags" Target="../tags/tag3820.xml"/><Relationship Id="rId26" Type="http://schemas.openxmlformats.org/officeDocument/2006/relationships/tags" Target="../tags/tag3819.xml"/><Relationship Id="rId25" Type="http://schemas.openxmlformats.org/officeDocument/2006/relationships/tags" Target="../tags/tag3818.xml"/><Relationship Id="rId24" Type="http://schemas.openxmlformats.org/officeDocument/2006/relationships/tags" Target="../tags/tag3817.xml"/><Relationship Id="rId23" Type="http://schemas.openxmlformats.org/officeDocument/2006/relationships/tags" Target="../tags/tag3816.xml"/><Relationship Id="rId22" Type="http://schemas.openxmlformats.org/officeDocument/2006/relationships/tags" Target="../tags/tag3815.xml"/><Relationship Id="rId21" Type="http://schemas.openxmlformats.org/officeDocument/2006/relationships/tags" Target="../tags/tag3814.xml"/><Relationship Id="rId20" Type="http://schemas.openxmlformats.org/officeDocument/2006/relationships/tags" Target="../tags/tag3813.xml"/><Relationship Id="rId2" Type="http://schemas.openxmlformats.org/officeDocument/2006/relationships/tags" Target="../tags/tag3795.xml"/><Relationship Id="rId19" Type="http://schemas.openxmlformats.org/officeDocument/2006/relationships/tags" Target="../tags/tag3812.xml"/><Relationship Id="rId18" Type="http://schemas.openxmlformats.org/officeDocument/2006/relationships/tags" Target="../tags/tag3811.xml"/><Relationship Id="rId17" Type="http://schemas.openxmlformats.org/officeDocument/2006/relationships/tags" Target="../tags/tag3810.xml"/><Relationship Id="rId16" Type="http://schemas.openxmlformats.org/officeDocument/2006/relationships/tags" Target="../tags/tag3809.xml"/><Relationship Id="rId15" Type="http://schemas.openxmlformats.org/officeDocument/2006/relationships/tags" Target="../tags/tag3808.xml"/><Relationship Id="rId14" Type="http://schemas.openxmlformats.org/officeDocument/2006/relationships/tags" Target="../tags/tag3807.xml"/><Relationship Id="rId13" Type="http://schemas.openxmlformats.org/officeDocument/2006/relationships/tags" Target="../tags/tag3806.xml"/><Relationship Id="rId122" Type="http://schemas.openxmlformats.org/officeDocument/2006/relationships/notesSlide" Target="../notesSlides/notesSlide75.xml"/><Relationship Id="rId121" Type="http://schemas.openxmlformats.org/officeDocument/2006/relationships/slideLayout" Target="../slideLayouts/slideLayout7.xml"/><Relationship Id="rId120" Type="http://schemas.openxmlformats.org/officeDocument/2006/relationships/tags" Target="../tags/tag3913.xml"/><Relationship Id="rId12" Type="http://schemas.openxmlformats.org/officeDocument/2006/relationships/tags" Target="../tags/tag3805.xml"/><Relationship Id="rId119" Type="http://schemas.openxmlformats.org/officeDocument/2006/relationships/tags" Target="../tags/tag3912.xml"/><Relationship Id="rId118" Type="http://schemas.openxmlformats.org/officeDocument/2006/relationships/tags" Target="../tags/tag3911.xml"/><Relationship Id="rId117" Type="http://schemas.openxmlformats.org/officeDocument/2006/relationships/tags" Target="../tags/tag3910.xml"/><Relationship Id="rId116" Type="http://schemas.openxmlformats.org/officeDocument/2006/relationships/tags" Target="../tags/tag3909.xml"/><Relationship Id="rId115" Type="http://schemas.openxmlformats.org/officeDocument/2006/relationships/tags" Target="../tags/tag3908.xml"/><Relationship Id="rId114" Type="http://schemas.openxmlformats.org/officeDocument/2006/relationships/tags" Target="../tags/tag3907.xml"/><Relationship Id="rId113" Type="http://schemas.openxmlformats.org/officeDocument/2006/relationships/tags" Target="../tags/tag3906.xml"/><Relationship Id="rId112" Type="http://schemas.openxmlformats.org/officeDocument/2006/relationships/tags" Target="../tags/tag3905.xml"/><Relationship Id="rId111" Type="http://schemas.openxmlformats.org/officeDocument/2006/relationships/tags" Target="../tags/tag3904.xml"/><Relationship Id="rId110" Type="http://schemas.openxmlformats.org/officeDocument/2006/relationships/tags" Target="../tags/tag3903.xml"/><Relationship Id="rId11" Type="http://schemas.openxmlformats.org/officeDocument/2006/relationships/tags" Target="../tags/tag3804.xml"/><Relationship Id="rId109" Type="http://schemas.openxmlformats.org/officeDocument/2006/relationships/tags" Target="../tags/tag3902.xml"/><Relationship Id="rId108" Type="http://schemas.openxmlformats.org/officeDocument/2006/relationships/tags" Target="../tags/tag3901.xml"/><Relationship Id="rId107" Type="http://schemas.openxmlformats.org/officeDocument/2006/relationships/tags" Target="../tags/tag3900.xml"/><Relationship Id="rId106" Type="http://schemas.openxmlformats.org/officeDocument/2006/relationships/tags" Target="../tags/tag3899.xml"/><Relationship Id="rId105" Type="http://schemas.openxmlformats.org/officeDocument/2006/relationships/tags" Target="../tags/tag3898.xml"/><Relationship Id="rId104" Type="http://schemas.openxmlformats.org/officeDocument/2006/relationships/tags" Target="../tags/tag3897.xml"/><Relationship Id="rId103" Type="http://schemas.openxmlformats.org/officeDocument/2006/relationships/tags" Target="../tags/tag3896.xml"/><Relationship Id="rId102" Type="http://schemas.openxmlformats.org/officeDocument/2006/relationships/tags" Target="../tags/tag3895.xml"/><Relationship Id="rId101" Type="http://schemas.openxmlformats.org/officeDocument/2006/relationships/tags" Target="../tags/tag3894.xml"/><Relationship Id="rId100" Type="http://schemas.openxmlformats.org/officeDocument/2006/relationships/tags" Target="../tags/tag3893.xml"/><Relationship Id="rId10" Type="http://schemas.openxmlformats.org/officeDocument/2006/relationships/tags" Target="../tags/tag3803.xml"/><Relationship Id="rId1" Type="http://schemas.openxmlformats.org/officeDocument/2006/relationships/slide" Target="slide92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3914.xml"/><Relationship Id="rId1" Type="http://schemas.openxmlformats.org/officeDocument/2006/relationships/slide" Target="slide93.xml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tags" Target="../tags/tag3922.xml"/><Relationship Id="rId8" Type="http://schemas.openxmlformats.org/officeDocument/2006/relationships/tags" Target="../tags/tag3921.xml"/><Relationship Id="rId7" Type="http://schemas.openxmlformats.org/officeDocument/2006/relationships/tags" Target="../tags/tag3920.xml"/><Relationship Id="rId6" Type="http://schemas.openxmlformats.org/officeDocument/2006/relationships/tags" Target="../tags/tag3919.xml"/><Relationship Id="rId5" Type="http://schemas.openxmlformats.org/officeDocument/2006/relationships/tags" Target="../tags/tag3918.xml"/><Relationship Id="rId4" Type="http://schemas.openxmlformats.org/officeDocument/2006/relationships/tags" Target="../tags/tag3917.xml"/><Relationship Id="rId3" Type="http://schemas.openxmlformats.org/officeDocument/2006/relationships/tags" Target="../tags/tag3916.xml"/><Relationship Id="rId2" Type="http://schemas.openxmlformats.org/officeDocument/2006/relationships/tags" Target="../tags/tag3915.xml"/><Relationship Id="rId16" Type="http://schemas.openxmlformats.org/officeDocument/2006/relationships/notesSlide" Target="../notesSlides/notesSlide7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927.xml"/><Relationship Id="rId13" Type="http://schemas.openxmlformats.org/officeDocument/2006/relationships/tags" Target="../tags/tag3926.xml"/><Relationship Id="rId12" Type="http://schemas.openxmlformats.org/officeDocument/2006/relationships/tags" Target="../tags/tag3925.xml"/><Relationship Id="rId11" Type="http://schemas.openxmlformats.org/officeDocument/2006/relationships/tags" Target="../tags/tag3924.xml"/><Relationship Id="rId10" Type="http://schemas.openxmlformats.org/officeDocument/2006/relationships/tags" Target="../tags/tag3923.xml"/><Relationship Id="rId1" Type="http://schemas.openxmlformats.org/officeDocument/2006/relationships/slide" Target="slide91.xml"/></Relationships>
</file>

<file path=ppt/slides/_rels/slide97.xml.rels><?xml version="1.0" encoding="UTF-8" standalone="yes"?>
<Relationships xmlns="http://schemas.openxmlformats.org/package/2006/relationships"><Relationship Id="rId9" Type="http://schemas.openxmlformats.org/officeDocument/2006/relationships/tags" Target="../tags/tag3935.xml"/><Relationship Id="rId8" Type="http://schemas.openxmlformats.org/officeDocument/2006/relationships/tags" Target="../tags/tag3934.xml"/><Relationship Id="rId7" Type="http://schemas.openxmlformats.org/officeDocument/2006/relationships/tags" Target="../tags/tag3933.xml"/><Relationship Id="rId6" Type="http://schemas.openxmlformats.org/officeDocument/2006/relationships/tags" Target="../tags/tag3932.xml"/><Relationship Id="rId5" Type="http://schemas.openxmlformats.org/officeDocument/2006/relationships/tags" Target="../tags/tag3931.xml"/><Relationship Id="rId4" Type="http://schemas.openxmlformats.org/officeDocument/2006/relationships/tags" Target="../tags/tag3930.xml"/><Relationship Id="rId3" Type="http://schemas.openxmlformats.org/officeDocument/2006/relationships/tags" Target="../tags/tag3929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3949.xml"/><Relationship Id="rId22" Type="http://schemas.openxmlformats.org/officeDocument/2006/relationships/tags" Target="../tags/tag3948.xml"/><Relationship Id="rId21" Type="http://schemas.openxmlformats.org/officeDocument/2006/relationships/tags" Target="../tags/tag3947.xml"/><Relationship Id="rId20" Type="http://schemas.openxmlformats.org/officeDocument/2006/relationships/tags" Target="../tags/tag3946.xml"/><Relationship Id="rId2" Type="http://schemas.openxmlformats.org/officeDocument/2006/relationships/tags" Target="../tags/tag3928.xml"/><Relationship Id="rId19" Type="http://schemas.openxmlformats.org/officeDocument/2006/relationships/tags" Target="../tags/tag3945.xml"/><Relationship Id="rId18" Type="http://schemas.openxmlformats.org/officeDocument/2006/relationships/tags" Target="../tags/tag3944.xml"/><Relationship Id="rId17" Type="http://schemas.openxmlformats.org/officeDocument/2006/relationships/tags" Target="../tags/tag3943.xml"/><Relationship Id="rId16" Type="http://schemas.openxmlformats.org/officeDocument/2006/relationships/tags" Target="../tags/tag3942.xml"/><Relationship Id="rId15" Type="http://schemas.openxmlformats.org/officeDocument/2006/relationships/tags" Target="../tags/tag3941.xml"/><Relationship Id="rId14" Type="http://schemas.openxmlformats.org/officeDocument/2006/relationships/tags" Target="../tags/tag3940.xml"/><Relationship Id="rId13" Type="http://schemas.openxmlformats.org/officeDocument/2006/relationships/tags" Target="../tags/tag3939.xml"/><Relationship Id="rId12" Type="http://schemas.openxmlformats.org/officeDocument/2006/relationships/tags" Target="../tags/tag3938.xml"/><Relationship Id="rId11" Type="http://schemas.openxmlformats.org/officeDocument/2006/relationships/tags" Target="../tags/tag3937.xml"/><Relationship Id="rId10" Type="http://schemas.openxmlformats.org/officeDocument/2006/relationships/tags" Target="../tags/tag3936.xml"/><Relationship Id="rId1" Type="http://schemas.openxmlformats.org/officeDocument/2006/relationships/slide" Target="slide101.xml"/></Relationships>
</file>

<file path=ppt/slides/_rels/slide98.xml.rels><?xml version="1.0" encoding="UTF-8" standalone="yes"?>
<Relationships xmlns="http://schemas.openxmlformats.org/package/2006/relationships"><Relationship Id="rId9" Type="http://schemas.openxmlformats.org/officeDocument/2006/relationships/tags" Target="../tags/tag3956.xml"/><Relationship Id="rId8" Type="http://schemas.openxmlformats.org/officeDocument/2006/relationships/tags" Target="../tags/tag3955.xml"/><Relationship Id="rId7" Type="http://schemas.openxmlformats.org/officeDocument/2006/relationships/tags" Target="../tags/tag3954.xml"/><Relationship Id="rId6" Type="http://schemas.openxmlformats.org/officeDocument/2006/relationships/tags" Target="../tags/tag3953.xml"/><Relationship Id="rId5" Type="http://schemas.openxmlformats.org/officeDocument/2006/relationships/tags" Target="../tags/tag3952.xml"/><Relationship Id="rId44" Type="http://schemas.openxmlformats.org/officeDocument/2006/relationships/notesSlide" Target="../notesSlides/notesSlide78.xml"/><Relationship Id="rId43" Type="http://schemas.openxmlformats.org/officeDocument/2006/relationships/slideLayout" Target="../slideLayouts/slideLayout7.xml"/><Relationship Id="rId42" Type="http://schemas.openxmlformats.org/officeDocument/2006/relationships/tags" Target="../tags/tag3989.xml"/><Relationship Id="rId41" Type="http://schemas.openxmlformats.org/officeDocument/2006/relationships/tags" Target="../tags/tag3988.xml"/><Relationship Id="rId40" Type="http://schemas.openxmlformats.org/officeDocument/2006/relationships/tags" Target="../tags/tag3987.xml"/><Relationship Id="rId4" Type="http://schemas.openxmlformats.org/officeDocument/2006/relationships/tags" Target="../tags/tag3951.xml"/><Relationship Id="rId39" Type="http://schemas.openxmlformats.org/officeDocument/2006/relationships/tags" Target="../tags/tag3986.xml"/><Relationship Id="rId38" Type="http://schemas.openxmlformats.org/officeDocument/2006/relationships/tags" Target="../tags/tag3985.xml"/><Relationship Id="rId37" Type="http://schemas.openxmlformats.org/officeDocument/2006/relationships/tags" Target="../tags/tag3984.xml"/><Relationship Id="rId36" Type="http://schemas.openxmlformats.org/officeDocument/2006/relationships/tags" Target="../tags/tag3983.xml"/><Relationship Id="rId35" Type="http://schemas.openxmlformats.org/officeDocument/2006/relationships/tags" Target="../tags/tag3982.xml"/><Relationship Id="rId34" Type="http://schemas.openxmlformats.org/officeDocument/2006/relationships/tags" Target="../tags/tag3981.xml"/><Relationship Id="rId33" Type="http://schemas.openxmlformats.org/officeDocument/2006/relationships/tags" Target="../tags/tag3980.xml"/><Relationship Id="rId32" Type="http://schemas.openxmlformats.org/officeDocument/2006/relationships/tags" Target="../tags/tag3979.xml"/><Relationship Id="rId31" Type="http://schemas.openxmlformats.org/officeDocument/2006/relationships/tags" Target="../tags/tag3978.xml"/><Relationship Id="rId30" Type="http://schemas.openxmlformats.org/officeDocument/2006/relationships/tags" Target="../tags/tag3977.xml"/><Relationship Id="rId3" Type="http://schemas.openxmlformats.org/officeDocument/2006/relationships/tags" Target="../tags/tag3950.xml"/><Relationship Id="rId29" Type="http://schemas.openxmlformats.org/officeDocument/2006/relationships/tags" Target="../tags/tag3976.xml"/><Relationship Id="rId28" Type="http://schemas.openxmlformats.org/officeDocument/2006/relationships/tags" Target="../tags/tag3975.xml"/><Relationship Id="rId27" Type="http://schemas.openxmlformats.org/officeDocument/2006/relationships/tags" Target="../tags/tag3974.xml"/><Relationship Id="rId26" Type="http://schemas.openxmlformats.org/officeDocument/2006/relationships/tags" Target="../tags/tag3973.xml"/><Relationship Id="rId25" Type="http://schemas.openxmlformats.org/officeDocument/2006/relationships/tags" Target="../tags/tag3972.xml"/><Relationship Id="rId24" Type="http://schemas.openxmlformats.org/officeDocument/2006/relationships/tags" Target="../tags/tag3971.xml"/><Relationship Id="rId23" Type="http://schemas.openxmlformats.org/officeDocument/2006/relationships/tags" Target="../tags/tag3970.xml"/><Relationship Id="rId22" Type="http://schemas.openxmlformats.org/officeDocument/2006/relationships/tags" Target="../tags/tag3969.xml"/><Relationship Id="rId21" Type="http://schemas.openxmlformats.org/officeDocument/2006/relationships/tags" Target="../tags/tag3968.xml"/><Relationship Id="rId20" Type="http://schemas.openxmlformats.org/officeDocument/2006/relationships/tags" Target="../tags/tag3967.xml"/><Relationship Id="rId2" Type="http://schemas.openxmlformats.org/officeDocument/2006/relationships/slide" Target="slide92.xml"/><Relationship Id="rId19" Type="http://schemas.openxmlformats.org/officeDocument/2006/relationships/tags" Target="../tags/tag3966.xml"/><Relationship Id="rId18" Type="http://schemas.openxmlformats.org/officeDocument/2006/relationships/tags" Target="../tags/tag3965.xml"/><Relationship Id="rId17" Type="http://schemas.openxmlformats.org/officeDocument/2006/relationships/tags" Target="../tags/tag3964.xml"/><Relationship Id="rId16" Type="http://schemas.openxmlformats.org/officeDocument/2006/relationships/tags" Target="../tags/tag3963.xml"/><Relationship Id="rId15" Type="http://schemas.openxmlformats.org/officeDocument/2006/relationships/tags" Target="../tags/tag3962.xml"/><Relationship Id="rId14" Type="http://schemas.openxmlformats.org/officeDocument/2006/relationships/tags" Target="../tags/tag3961.xml"/><Relationship Id="rId13" Type="http://schemas.openxmlformats.org/officeDocument/2006/relationships/tags" Target="../tags/tag3960.xml"/><Relationship Id="rId12" Type="http://schemas.openxmlformats.org/officeDocument/2006/relationships/tags" Target="../tags/tag3959.xml"/><Relationship Id="rId11" Type="http://schemas.openxmlformats.org/officeDocument/2006/relationships/tags" Target="../tags/tag3958.xml"/><Relationship Id="rId10" Type="http://schemas.openxmlformats.org/officeDocument/2006/relationships/tags" Target="../tags/tag3957.xml"/><Relationship Id="rId1" Type="http://schemas.openxmlformats.org/officeDocument/2006/relationships/slide" Target="slide100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9" Type="http://schemas.openxmlformats.org/officeDocument/2006/relationships/tags" Target="../tags/tag3996.xml"/><Relationship Id="rId8" Type="http://schemas.openxmlformats.org/officeDocument/2006/relationships/tags" Target="../tags/tag3995.xml"/><Relationship Id="rId79" Type="http://schemas.openxmlformats.org/officeDocument/2006/relationships/notesSlide" Target="../notesSlides/notesSlide79.xml"/><Relationship Id="rId78" Type="http://schemas.openxmlformats.org/officeDocument/2006/relationships/slideLayout" Target="../slideLayouts/slideLayout7.xml"/><Relationship Id="rId77" Type="http://schemas.openxmlformats.org/officeDocument/2006/relationships/tags" Target="../tags/tag4064.xml"/><Relationship Id="rId76" Type="http://schemas.openxmlformats.org/officeDocument/2006/relationships/tags" Target="../tags/tag4063.xml"/><Relationship Id="rId75" Type="http://schemas.openxmlformats.org/officeDocument/2006/relationships/tags" Target="../tags/tag4062.xml"/><Relationship Id="rId74" Type="http://schemas.openxmlformats.org/officeDocument/2006/relationships/tags" Target="../tags/tag4061.xml"/><Relationship Id="rId73" Type="http://schemas.openxmlformats.org/officeDocument/2006/relationships/tags" Target="../tags/tag4060.xml"/><Relationship Id="rId72" Type="http://schemas.openxmlformats.org/officeDocument/2006/relationships/tags" Target="../tags/tag4059.xml"/><Relationship Id="rId71" Type="http://schemas.openxmlformats.org/officeDocument/2006/relationships/tags" Target="../tags/tag4058.xml"/><Relationship Id="rId70" Type="http://schemas.openxmlformats.org/officeDocument/2006/relationships/tags" Target="../tags/tag4057.xml"/><Relationship Id="rId7" Type="http://schemas.openxmlformats.org/officeDocument/2006/relationships/tags" Target="../tags/tag3994.xml"/><Relationship Id="rId69" Type="http://schemas.openxmlformats.org/officeDocument/2006/relationships/tags" Target="../tags/tag4056.xml"/><Relationship Id="rId68" Type="http://schemas.openxmlformats.org/officeDocument/2006/relationships/tags" Target="../tags/tag4055.xml"/><Relationship Id="rId67" Type="http://schemas.openxmlformats.org/officeDocument/2006/relationships/tags" Target="../tags/tag4054.xml"/><Relationship Id="rId66" Type="http://schemas.openxmlformats.org/officeDocument/2006/relationships/tags" Target="../tags/tag4053.xml"/><Relationship Id="rId65" Type="http://schemas.openxmlformats.org/officeDocument/2006/relationships/tags" Target="../tags/tag4052.xml"/><Relationship Id="rId64" Type="http://schemas.openxmlformats.org/officeDocument/2006/relationships/tags" Target="../tags/tag4051.xml"/><Relationship Id="rId63" Type="http://schemas.openxmlformats.org/officeDocument/2006/relationships/tags" Target="../tags/tag4050.xml"/><Relationship Id="rId62" Type="http://schemas.openxmlformats.org/officeDocument/2006/relationships/tags" Target="../tags/tag4049.xml"/><Relationship Id="rId61" Type="http://schemas.openxmlformats.org/officeDocument/2006/relationships/tags" Target="../tags/tag4048.xml"/><Relationship Id="rId60" Type="http://schemas.openxmlformats.org/officeDocument/2006/relationships/tags" Target="../tags/tag4047.xml"/><Relationship Id="rId6" Type="http://schemas.openxmlformats.org/officeDocument/2006/relationships/tags" Target="../tags/tag3993.xml"/><Relationship Id="rId59" Type="http://schemas.openxmlformats.org/officeDocument/2006/relationships/tags" Target="../tags/tag4046.xml"/><Relationship Id="rId58" Type="http://schemas.openxmlformats.org/officeDocument/2006/relationships/tags" Target="../tags/tag4045.xml"/><Relationship Id="rId57" Type="http://schemas.openxmlformats.org/officeDocument/2006/relationships/tags" Target="../tags/tag4044.xml"/><Relationship Id="rId56" Type="http://schemas.openxmlformats.org/officeDocument/2006/relationships/tags" Target="../tags/tag4043.xml"/><Relationship Id="rId55" Type="http://schemas.openxmlformats.org/officeDocument/2006/relationships/tags" Target="../tags/tag4042.xml"/><Relationship Id="rId54" Type="http://schemas.openxmlformats.org/officeDocument/2006/relationships/tags" Target="../tags/tag4041.xml"/><Relationship Id="rId53" Type="http://schemas.openxmlformats.org/officeDocument/2006/relationships/tags" Target="../tags/tag4040.xml"/><Relationship Id="rId52" Type="http://schemas.openxmlformats.org/officeDocument/2006/relationships/tags" Target="../tags/tag4039.xml"/><Relationship Id="rId51" Type="http://schemas.openxmlformats.org/officeDocument/2006/relationships/tags" Target="../tags/tag4038.xml"/><Relationship Id="rId50" Type="http://schemas.openxmlformats.org/officeDocument/2006/relationships/tags" Target="../tags/tag4037.xml"/><Relationship Id="rId5" Type="http://schemas.openxmlformats.org/officeDocument/2006/relationships/tags" Target="../tags/tag3992.xml"/><Relationship Id="rId49" Type="http://schemas.openxmlformats.org/officeDocument/2006/relationships/tags" Target="../tags/tag4036.xml"/><Relationship Id="rId48" Type="http://schemas.openxmlformats.org/officeDocument/2006/relationships/tags" Target="../tags/tag4035.xml"/><Relationship Id="rId47" Type="http://schemas.openxmlformats.org/officeDocument/2006/relationships/tags" Target="../tags/tag4034.xml"/><Relationship Id="rId46" Type="http://schemas.openxmlformats.org/officeDocument/2006/relationships/tags" Target="../tags/tag4033.xml"/><Relationship Id="rId45" Type="http://schemas.openxmlformats.org/officeDocument/2006/relationships/tags" Target="../tags/tag4032.xml"/><Relationship Id="rId44" Type="http://schemas.openxmlformats.org/officeDocument/2006/relationships/tags" Target="../tags/tag4031.xml"/><Relationship Id="rId43" Type="http://schemas.openxmlformats.org/officeDocument/2006/relationships/tags" Target="../tags/tag4030.xml"/><Relationship Id="rId42" Type="http://schemas.openxmlformats.org/officeDocument/2006/relationships/tags" Target="../tags/tag4029.xml"/><Relationship Id="rId41" Type="http://schemas.openxmlformats.org/officeDocument/2006/relationships/tags" Target="../tags/tag4028.xml"/><Relationship Id="rId40" Type="http://schemas.openxmlformats.org/officeDocument/2006/relationships/tags" Target="../tags/tag4027.xml"/><Relationship Id="rId4" Type="http://schemas.openxmlformats.org/officeDocument/2006/relationships/tags" Target="../tags/tag3991.xml"/><Relationship Id="rId39" Type="http://schemas.openxmlformats.org/officeDocument/2006/relationships/tags" Target="../tags/tag4026.xml"/><Relationship Id="rId38" Type="http://schemas.openxmlformats.org/officeDocument/2006/relationships/tags" Target="../tags/tag4025.xml"/><Relationship Id="rId37" Type="http://schemas.openxmlformats.org/officeDocument/2006/relationships/tags" Target="../tags/tag4024.xml"/><Relationship Id="rId36" Type="http://schemas.openxmlformats.org/officeDocument/2006/relationships/tags" Target="../tags/tag4023.xml"/><Relationship Id="rId35" Type="http://schemas.openxmlformats.org/officeDocument/2006/relationships/tags" Target="../tags/tag4022.xml"/><Relationship Id="rId34" Type="http://schemas.openxmlformats.org/officeDocument/2006/relationships/tags" Target="../tags/tag4021.xml"/><Relationship Id="rId33" Type="http://schemas.openxmlformats.org/officeDocument/2006/relationships/tags" Target="../tags/tag4020.xml"/><Relationship Id="rId32" Type="http://schemas.openxmlformats.org/officeDocument/2006/relationships/tags" Target="../tags/tag4019.xml"/><Relationship Id="rId31" Type="http://schemas.openxmlformats.org/officeDocument/2006/relationships/tags" Target="../tags/tag4018.xml"/><Relationship Id="rId30" Type="http://schemas.openxmlformats.org/officeDocument/2006/relationships/tags" Target="../tags/tag4017.xml"/><Relationship Id="rId3" Type="http://schemas.openxmlformats.org/officeDocument/2006/relationships/tags" Target="../tags/tag3990.xml"/><Relationship Id="rId29" Type="http://schemas.openxmlformats.org/officeDocument/2006/relationships/tags" Target="../tags/tag4016.xml"/><Relationship Id="rId28" Type="http://schemas.openxmlformats.org/officeDocument/2006/relationships/tags" Target="../tags/tag4015.xml"/><Relationship Id="rId27" Type="http://schemas.openxmlformats.org/officeDocument/2006/relationships/tags" Target="../tags/tag4014.xml"/><Relationship Id="rId26" Type="http://schemas.openxmlformats.org/officeDocument/2006/relationships/tags" Target="../tags/tag4013.xml"/><Relationship Id="rId25" Type="http://schemas.openxmlformats.org/officeDocument/2006/relationships/tags" Target="../tags/tag4012.xml"/><Relationship Id="rId24" Type="http://schemas.openxmlformats.org/officeDocument/2006/relationships/tags" Target="../tags/tag4011.xml"/><Relationship Id="rId23" Type="http://schemas.openxmlformats.org/officeDocument/2006/relationships/tags" Target="../tags/tag4010.xml"/><Relationship Id="rId22" Type="http://schemas.openxmlformats.org/officeDocument/2006/relationships/tags" Target="../tags/tag4009.xml"/><Relationship Id="rId21" Type="http://schemas.openxmlformats.org/officeDocument/2006/relationships/tags" Target="../tags/tag4008.xml"/><Relationship Id="rId20" Type="http://schemas.openxmlformats.org/officeDocument/2006/relationships/tags" Target="../tags/tag4007.xml"/><Relationship Id="rId2" Type="http://schemas.openxmlformats.org/officeDocument/2006/relationships/slide" Target="slide98.xml"/><Relationship Id="rId19" Type="http://schemas.openxmlformats.org/officeDocument/2006/relationships/tags" Target="../tags/tag4006.xml"/><Relationship Id="rId18" Type="http://schemas.openxmlformats.org/officeDocument/2006/relationships/tags" Target="../tags/tag4005.xml"/><Relationship Id="rId17" Type="http://schemas.openxmlformats.org/officeDocument/2006/relationships/tags" Target="../tags/tag4004.xml"/><Relationship Id="rId16" Type="http://schemas.openxmlformats.org/officeDocument/2006/relationships/tags" Target="../tags/tag4003.xml"/><Relationship Id="rId15" Type="http://schemas.openxmlformats.org/officeDocument/2006/relationships/tags" Target="../tags/tag4002.xml"/><Relationship Id="rId14" Type="http://schemas.openxmlformats.org/officeDocument/2006/relationships/tags" Target="../tags/tag4001.xml"/><Relationship Id="rId13" Type="http://schemas.openxmlformats.org/officeDocument/2006/relationships/tags" Target="../tags/tag4000.xml"/><Relationship Id="rId12" Type="http://schemas.openxmlformats.org/officeDocument/2006/relationships/tags" Target="../tags/tag3999.xml"/><Relationship Id="rId11" Type="http://schemas.openxmlformats.org/officeDocument/2006/relationships/tags" Target="../tags/tag3998.xml"/><Relationship Id="rId10" Type="http://schemas.openxmlformats.org/officeDocument/2006/relationships/tags" Target="../tags/tag3997.xml"/><Relationship Id="rId1" Type="http://schemas.openxmlformats.org/officeDocument/2006/relationships/slide" Target="slide90.xml"/></Relationships>
</file>

<file path=ppt/slides/_rels/slide101.xml.rels><?xml version="1.0" encoding="UTF-8" standalone="yes"?>
<Relationships xmlns="http://schemas.openxmlformats.org/package/2006/relationships"><Relationship Id="rId9" Type="http://schemas.openxmlformats.org/officeDocument/2006/relationships/tags" Target="../tags/tag4072.xml"/><Relationship Id="rId8" Type="http://schemas.openxmlformats.org/officeDocument/2006/relationships/tags" Target="../tags/tag4071.xml"/><Relationship Id="rId7" Type="http://schemas.openxmlformats.org/officeDocument/2006/relationships/tags" Target="../tags/tag4070.xml"/><Relationship Id="rId6" Type="http://schemas.openxmlformats.org/officeDocument/2006/relationships/tags" Target="../tags/tag4069.xml"/><Relationship Id="rId5" Type="http://schemas.openxmlformats.org/officeDocument/2006/relationships/tags" Target="../tags/tag4068.xml"/><Relationship Id="rId45" Type="http://schemas.openxmlformats.org/officeDocument/2006/relationships/notesSlide" Target="../notesSlides/notesSlide80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4106.xml"/><Relationship Id="rId42" Type="http://schemas.openxmlformats.org/officeDocument/2006/relationships/tags" Target="../tags/tag4105.xml"/><Relationship Id="rId41" Type="http://schemas.openxmlformats.org/officeDocument/2006/relationships/tags" Target="../tags/tag4104.xml"/><Relationship Id="rId40" Type="http://schemas.openxmlformats.org/officeDocument/2006/relationships/tags" Target="../tags/tag4103.xml"/><Relationship Id="rId4" Type="http://schemas.openxmlformats.org/officeDocument/2006/relationships/tags" Target="../tags/tag4067.xml"/><Relationship Id="rId39" Type="http://schemas.openxmlformats.org/officeDocument/2006/relationships/tags" Target="../tags/tag4102.xml"/><Relationship Id="rId38" Type="http://schemas.openxmlformats.org/officeDocument/2006/relationships/tags" Target="../tags/tag4101.xml"/><Relationship Id="rId37" Type="http://schemas.openxmlformats.org/officeDocument/2006/relationships/tags" Target="../tags/tag4100.xml"/><Relationship Id="rId36" Type="http://schemas.openxmlformats.org/officeDocument/2006/relationships/tags" Target="../tags/tag4099.xml"/><Relationship Id="rId35" Type="http://schemas.openxmlformats.org/officeDocument/2006/relationships/tags" Target="../tags/tag4098.xml"/><Relationship Id="rId34" Type="http://schemas.openxmlformats.org/officeDocument/2006/relationships/tags" Target="../tags/tag4097.xml"/><Relationship Id="rId33" Type="http://schemas.openxmlformats.org/officeDocument/2006/relationships/tags" Target="../tags/tag4096.xml"/><Relationship Id="rId32" Type="http://schemas.openxmlformats.org/officeDocument/2006/relationships/tags" Target="../tags/tag4095.xml"/><Relationship Id="rId31" Type="http://schemas.openxmlformats.org/officeDocument/2006/relationships/tags" Target="../tags/tag4094.xml"/><Relationship Id="rId30" Type="http://schemas.openxmlformats.org/officeDocument/2006/relationships/tags" Target="../tags/tag4093.xml"/><Relationship Id="rId3" Type="http://schemas.openxmlformats.org/officeDocument/2006/relationships/tags" Target="../tags/tag4066.xml"/><Relationship Id="rId29" Type="http://schemas.openxmlformats.org/officeDocument/2006/relationships/tags" Target="../tags/tag4092.xml"/><Relationship Id="rId28" Type="http://schemas.openxmlformats.org/officeDocument/2006/relationships/tags" Target="../tags/tag4091.xml"/><Relationship Id="rId27" Type="http://schemas.openxmlformats.org/officeDocument/2006/relationships/tags" Target="../tags/tag4090.xml"/><Relationship Id="rId26" Type="http://schemas.openxmlformats.org/officeDocument/2006/relationships/tags" Target="../tags/tag4089.xml"/><Relationship Id="rId25" Type="http://schemas.openxmlformats.org/officeDocument/2006/relationships/tags" Target="../tags/tag4088.xml"/><Relationship Id="rId24" Type="http://schemas.openxmlformats.org/officeDocument/2006/relationships/tags" Target="../tags/tag4087.xml"/><Relationship Id="rId23" Type="http://schemas.openxmlformats.org/officeDocument/2006/relationships/tags" Target="../tags/tag4086.xml"/><Relationship Id="rId22" Type="http://schemas.openxmlformats.org/officeDocument/2006/relationships/tags" Target="../tags/tag4085.xml"/><Relationship Id="rId21" Type="http://schemas.openxmlformats.org/officeDocument/2006/relationships/tags" Target="../tags/tag4084.xml"/><Relationship Id="rId20" Type="http://schemas.openxmlformats.org/officeDocument/2006/relationships/tags" Target="../tags/tag4083.xml"/><Relationship Id="rId2" Type="http://schemas.openxmlformats.org/officeDocument/2006/relationships/tags" Target="../tags/tag4065.xml"/><Relationship Id="rId19" Type="http://schemas.openxmlformats.org/officeDocument/2006/relationships/tags" Target="../tags/tag4082.xml"/><Relationship Id="rId18" Type="http://schemas.openxmlformats.org/officeDocument/2006/relationships/tags" Target="../tags/tag4081.xml"/><Relationship Id="rId17" Type="http://schemas.openxmlformats.org/officeDocument/2006/relationships/tags" Target="../tags/tag4080.xml"/><Relationship Id="rId16" Type="http://schemas.openxmlformats.org/officeDocument/2006/relationships/tags" Target="../tags/tag4079.xml"/><Relationship Id="rId15" Type="http://schemas.openxmlformats.org/officeDocument/2006/relationships/tags" Target="../tags/tag4078.xml"/><Relationship Id="rId14" Type="http://schemas.openxmlformats.org/officeDocument/2006/relationships/tags" Target="../tags/tag4077.xml"/><Relationship Id="rId13" Type="http://schemas.openxmlformats.org/officeDocument/2006/relationships/tags" Target="../tags/tag4076.xml"/><Relationship Id="rId12" Type="http://schemas.openxmlformats.org/officeDocument/2006/relationships/tags" Target="../tags/tag4075.xml"/><Relationship Id="rId11" Type="http://schemas.openxmlformats.org/officeDocument/2006/relationships/tags" Target="../tags/tag4074.xml"/><Relationship Id="rId10" Type="http://schemas.openxmlformats.org/officeDocument/2006/relationships/tags" Target="../tags/tag4073.xml"/><Relationship Id="rId1" Type="http://schemas.openxmlformats.org/officeDocument/2006/relationships/slide" Target="slide97.xml"/></Relationships>
</file>

<file path=ppt/slides/_rels/slide10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1.xml"/><Relationship Id="rId3" Type="http://schemas.openxmlformats.org/officeDocument/2006/relationships/slideLayout" Target="../slideLayouts/slideLayout7.xml"/><Relationship Id="rId2" Type="http://schemas.openxmlformats.org/officeDocument/2006/relationships/slide" Target="slide1.xml"/><Relationship Id="rId1" Type="http://schemas.openxmlformats.org/officeDocument/2006/relationships/slide" Target="slide8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8223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第五章  中央处理器 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5"/>
          <p:cNvSpPr txBox="1">
            <a:spLocks noChangeArrowheads="1"/>
          </p:cNvSpPr>
          <p:nvPr/>
        </p:nvSpPr>
        <p:spPr bwMode="auto">
          <a:xfrm>
            <a:off x="178183" y="332656"/>
            <a:ext cx="8642289" cy="6131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⑴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的组成与工作流程：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功能，组成，工作流程，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   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指令周期的组织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执行过程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操作需求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定时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⑵数据通路的组织：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数据通路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的组成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部件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互连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dirty="0" err="1" smtClean="0">
                <a:latin typeface="+mn-lt"/>
              </a:rPr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及其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控制，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  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</a:rPr>
              <a:t>执行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过程的组织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操作需求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控制需求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数据通路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的设计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步骤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单周期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多周期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⑶控制器的组成：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基本结构</a:t>
            </a:r>
            <a:r>
              <a:rPr lang="zh-CN" altLang="en-US" sz="2200" b="1" spc="-80" dirty="0" smtClean="0">
                <a:latin typeface="宋体" panose="02010600030101010101" pitchFamily="2" charset="-122"/>
              </a:rPr>
              <a:t>，时序信</a:t>
            </a:r>
            <a:r>
              <a:rPr lang="zh-CN" altLang="en-US" sz="2200" b="1" spc="-80" dirty="0" smtClean="0">
                <a:latin typeface="+mn-ea"/>
                <a:ea typeface="+mn-ea"/>
              </a:rPr>
              <a:t>号的形成</a:t>
            </a:r>
            <a:r>
              <a:rPr lang="en-US" altLang="zh-CN" sz="1800" b="1" spc="-80" dirty="0" smtClean="0">
                <a:latin typeface="+mn-ea"/>
                <a:ea typeface="+mn-ea"/>
              </a:rPr>
              <a:t>(</a:t>
            </a:r>
            <a:r>
              <a:rPr lang="zh-CN" altLang="en-US" sz="1800" b="1" spc="-80" dirty="0" smtClean="0">
                <a:latin typeface="+mn-ea"/>
                <a:ea typeface="+mn-ea"/>
              </a:rPr>
              <a:t>时序系统组织</a:t>
            </a:r>
            <a:r>
              <a:rPr lang="en-US" altLang="zh-CN" sz="1800" b="1" spc="-80" dirty="0" smtClean="0">
                <a:latin typeface="+mn-ea"/>
                <a:ea typeface="+mn-ea"/>
              </a:rPr>
              <a:t>/</a:t>
            </a:r>
            <a:r>
              <a:rPr lang="zh-CN" altLang="en-US" sz="1800" b="1" spc="-80" dirty="0" smtClean="0">
                <a:latin typeface="+mn-ea"/>
                <a:ea typeface="+mn-ea"/>
              </a:rPr>
              <a:t>实现</a:t>
            </a:r>
            <a:r>
              <a:rPr lang="en-US" altLang="zh-CN" sz="1800" b="1" spc="-80" dirty="0" smtClean="0">
                <a:latin typeface="+mn-ea"/>
                <a:ea typeface="+mn-ea"/>
              </a:rPr>
              <a:t>)</a:t>
            </a:r>
            <a:r>
              <a:rPr lang="zh-CN" altLang="en-US" sz="2200" b="1" spc="-80" dirty="0" smtClean="0">
                <a:latin typeface="+mn-ea"/>
                <a:ea typeface="+mn-ea"/>
              </a:rPr>
              <a:t>，</a:t>
            </a:r>
            <a:r>
              <a:rPr lang="en-US" altLang="zh-CN" sz="2200" spc="-80" dirty="0" smtClean="0">
                <a:latin typeface="+mn-ea"/>
                <a:ea typeface="+mn-ea"/>
              </a:rPr>
              <a:t> </a:t>
            </a:r>
            <a:endParaRPr lang="en-US" altLang="zh-CN" sz="2200" spc="-80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spc="-80" dirty="0">
                <a:latin typeface="+mn-ea"/>
                <a:ea typeface="+mn-ea"/>
              </a:rPr>
              <a:t> </a:t>
            </a:r>
            <a:r>
              <a:rPr lang="en-US" altLang="zh-CN" sz="2200" spc="-80" dirty="0" smtClean="0">
                <a:latin typeface="+mn-ea"/>
                <a:ea typeface="+mn-ea"/>
              </a:rPr>
              <a:t>                    </a:t>
            </a:r>
            <a:r>
              <a:rPr lang="en-US" altLang="zh-CN" sz="2200" spc="-80" dirty="0" err="1" smtClean="0"/>
              <a:t>μ</a:t>
            </a:r>
            <a:r>
              <a:rPr lang="en-US" altLang="zh-CN" sz="2200" b="1" spc="-80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spc="-80" dirty="0" smtClean="0">
                <a:latin typeface="宋体" panose="02010600030101010101" pitchFamily="2" charset="-122"/>
              </a:rPr>
              <a:t>控制信号的形成</a:t>
            </a:r>
            <a:r>
              <a:rPr lang="en-US" altLang="zh-CN" sz="1800" b="1" spc="-8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80" dirty="0" smtClean="0">
                <a:latin typeface="宋体" panose="02010600030101010101" pitchFamily="2" charset="-122"/>
              </a:rPr>
              <a:t>接口信号</a:t>
            </a:r>
            <a:r>
              <a:rPr lang="en-US" altLang="zh-CN" sz="1800" b="1" spc="-80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spc="-80" dirty="0">
                <a:latin typeface="宋体" panose="02010600030101010101" pitchFamily="2" charset="-122"/>
              </a:rPr>
              <a:t>内部</a:t>
            </a:r>
            <a:r>
              <a:rPr lang="zh-CN" altLang="en-US" sz="1800" b="1" spc="-80" dirty="0" smtClean="0">
                <a:latin typeface="宋体" panose="02010600030101010101" pitchFamily="2" charset="-122"/>
              </a:rPr>
              <a:t>逻辑</a:t>
            </a:r>
            <a:r>
              <a:rPr lang="en-US" altLang="zh-CN" sz="1800" b="1" spc="-80" dirty="0" smtClean="0">
                <a:latin typeface="宋体" panose="02010600030101010101" pitchFamily="2" charset="-122"/>
              </a:rPr>
              <a:t>)</a:t>
            </a:r>
            <a:endParaRPr lang="en-US" altLang="zh-CN" sz="2200" b="1" spc="-8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硬布线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设计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设计步骤，设计示例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单周期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周期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微程序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设计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微程序控制思想，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组成及工作原理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⑷异常及中断的处理：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基本概念，处理过程，中断机构组成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△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⑸指令流水线技术：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工作原理，组成要求，性能，冒险处理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△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总体要求：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  <a:ea typeface="+mn-ea"/>
              </a:rPr>
              <a:t>掌握</a:t>
            </a:r>
            <a:r>
              <a:rPr lang="en-US" altLang="zh-CN" sz="2200" b="1" dirty="0" smtClean="0">
                <a:latin typeface="+mn-ea"/>
                <a:ea typeface="+mn-ea"/>
              </a:rPr>
              <a:t>CPU</a:t>
            </a:r>
            <a:r>
              <a:rPr lang="zh-CN" altLang="en-US" sz="2200" b="1" dirty="0" smtClean="0">
                <a:latin typeface="+mn-ea"/>
                <a:ea typeface="+mn-ea"/>
              </a:rPr>
              <a:t>的组成、</a:t>
            </a:r>
            <a:r>
              <a:rPr lang="zh-CN" altLang="en-US" sz="2200" b="1" dirty="0">
                <a:latin typeface="+mn-ea"/>
                <a:ea typeface="+mn-ea"/>
              </a:rPr>
              <a:t>工作原理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+mn-ea"/>
                <a:ea typeface="+mn-ea"/>
              </a:rPr>
              <a:t>可设计</a:t>
            </a:r>
            <a:r>
              <a:rPr lang="zh-CN" altLang="en-US" sz="2200" b="1" dirty="0" smtClean="0">
                <a:latin typeface="+mn-ea"/>
                <a:ea typeface="+mn-ea"/>
              </a:rPr>
              <a:t>数据通路及</a:t>
            </a:r>
            <a:r>
              <a:rPr lang="en-US" altLang="zh-CN" sz="2200" b="1" dirty="0" smtClean="0">
                <a:latin typeface="+mn-ea"/>
                <a:ea typeface="+mn-ea"/>
              </a:rPr>
              <a:t>CU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         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+mn-ea"/>
                <a:ea typeface="+mn-ea"/>
              </a:rPr>
              <a:t>理解</a:t>
            </a:r>
            <a:r>
              <a:rPr lang="zh-CN" altLang="en-US" sz="2200" b="1" dirty="0" smtClean="0">
                <a:latin typeface="+mn-ea"/>
                <a:ea typeface="+mn-ea"/>
              </a:rPr>
              <a:t>异常的</a:t>
            </a:r>
            <a:r>
              <a:rPr lang="zh-CN" altLang="en-US" sz="2200" b="1" dirty="0">
                <a:latin typeface="+mn-ea"/>
                <a:ea typeface="+mn-ea"/>
              </a:rPr>
              <a:t>处理过程</a:t>
            </a:r>
            <a:r>
              <a:rPr lang="zh-CN" altLang="en-US" sz="2200" b="1" dirty="0" smtClean="0">
                <a:latin typeface="+mn-ea"/>
                <a:ea typeface="+mn-ea"/>
              </a:rPr>
              <a:t>、流水线的工作原理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AutoShape 39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5400000">
            <a:off x="8605141" y="1074973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398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5142" y="184482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398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5142" y="306896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39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5142" y="3789040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398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5142" y="422108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398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4449" y="4653136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398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5400000">
            <a:off x="8604449" y="508518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62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26"/>
          <p:cNvSpPr txBox="1">
            <a:spLocks noChangeArrowheads="1"/>
          </p:cNvSpPr>
          <p:nvPr/>
        </p:nvSpPr>
        <p:spPr bwMode="auto">
          <a:xfrm>
            <a:off x="179705" y="1701165"/>
            <a:ext cx="3093720" cy="48729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tIns="46800" bIns="18000">
            <a:spAutoFit/>
          </a:bodyPr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基本功能：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功能细化：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⑴指令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⑵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数据加工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⑶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外部访问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⑷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异常及中断处理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⑸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操作控制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⑹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时间控制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EEDC-C539-4C4D-8EC3-729E0236522F}" type="slidenum">
              <a:rPr lang="en-US" altLang="zh-CN"/>
            </a:fld>
            <a:endParaRPr lang="en-US" altLang="zh-CN" dirty="0"/>
          </a:p>
        </p:txBody>
      </p:sp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838200" y="251937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§5.1  CPU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的组成与工作流程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85701" name="Text Box 5"/>
          <p:cNvSpPr txBox="1">
            <a:spLocks noChangeArrowheads="1"/>
          </p:cNvSpPr>
          <p:nvPr/>
        </p:nvSpPr>
        <p:spPr bwMode="auto">
          <a:xfrm>
            <a:off x="179388" y="1296000"/>
            <a:ext cx="8785225" cy="43243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8000" anchor="t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一、</a:t>
            </a:r>
            <a:r>
              <a:rPr lang="en-US" altLang="zh-CN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endParaRPr lang="zh-CN" altLang="en-US" b="1" dirty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5758" name="Text Box 62"/>
          <p:cNvSpPr txBox="1">
            <a:spLocks noChangeArrowheads="1"/>
          </p:cNvSpPr>
          <p:nvPr/>
        </p:nvSpPr>
        <p:spPr bwMode="auto">
          <a:xfrm>
            <a:off x="2160270" y="3600450"/>
            <a:ext cx="6751320" cy="2976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指令的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执行顺序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含执行过程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工作方式需求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指令约定的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数据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运算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对存储器、外设的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访问</a:t>
            </a:r>
            <a:endParaRPr lang="en-US" altLang="zh-CN" sz="2200" b="1" u="sng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异常及中断的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检测及处理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正确性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需求</a:t>
            </a:r>
            <a:endParaRPr lang="zh-CN" altLang="en-US" sz="2200" b="1" u="sng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指令执行所需的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操作控制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信号</a:t>
            </a:r>
            <a:endParaRPr lang="en-US" altLang="zh-CN" sz="2200" b="1" u="sng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控制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操作控制信号的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时序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时长及次序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85848" name="AutoShape 1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Text Box 526"/>
          <p:cNvSpPr txBox="1">
            <a:spLocks noChangeArrowheads="1"/>
          </p:cNvSpPr>
          <p:nvPr/>
        </p:nvSpPr>
        <p:spPr bwMode="auto">
          <a:xfrm>
            <a:off x="179512" y="837873"/>
            <a:ext cx="8785101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000" b="1" dirty="0" smtClean="0">
                <a:latin typeface="+mn-ea"/>
                <a:ea typeface="+mn-ea"/>
              </a:rPr>
              <a:t>CPU</a:t>
            </a:r>
            <a:r>
              <a:rPr lang="zh-CN" altLang="en-US" sz="2000" b="1" dirty="0" smtClean="0">
                <a:latin typeface="+mn-ea"/>
                <a:ea typeface="+mn-ea"/>
              </a:rPr>
              <a:t>的功能、组成、工作流程，指令周期的组织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过程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操作</a:t>
            </a:r>
            <a:r>
              <a:rPr lang="en-US" altLang="zh-CN" sz="1600" b="1" dirty="0">
                <a:latin typeface="+mn-ea"/>
                <a:ea typeface="+mn-ea"/>
              </a:rPr>
              <a:t>&amp;</a:t>
            </a:r>
            <a:r>
              <a:rPr lang="zh-CN" altLang="en-US" sz="1600" b="1" dirty="0">
                <a:latin typeface="+mn-ea"/>
                <a:ea typeface="+mn-ea"/>
              </a:rPr>
              <a:t>定时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</a:endParaRPr>
          </a:p>
        </p:txBody>
      </p:sp>
      <p:sp>
        <p:nvSpPr>
          <p:cNvPr id="65" name="Text Box 526"/>
          <p:cNvSpPr txBox="1">
            <a:spLocks noChangeArrowheads="1"/>
          </p:cNvSpPr>
          <p:nvPr/>
        </p:nvSpPr>
        <p:spPr bwMode="auto">
          <a:xfrm>
            <a:off x="1973580" y="1701165"/>
            <a:ext cx="6991985" cy="909955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tIns="46800" bIns="18000">
            <a:spAutoFit/>
          </a:bodyPr>
          <a:lstStyle/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①循环地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∈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指令系统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←实现工作方式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指令系统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异常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中断请求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←保证执行正确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&amp;I/O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性能</a:t>
            </a:r>
            <a:endParaRPr lang="zh-CN" altLang="en-US" sz="1600" b="1" dirty="0" smtClean="0">
              <a:latin typeface="宋体" panose="02010600030101010101" pitchFamily="2" charset="-122"/>
              <a:ea typeface="+mn-ea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00000" y="5796245"/>
            <a:ext cx="1449829" cy="540000"/>
            <a:chOff x="7550515" y="4097723"/>
            <a:chExt cx="1449829" cy="540000"/>
          </a:xfrm>
        </p:grpSpPr>
        <p:sp>
          <p:nvSpPr>
            <p:cNvPr id="66" name="右大括号 65"/>
            <p:cNvSpPr/>
            <p:nvPr/>
          </p:nvSpPr>
          <p:spPr bwMode="auto">
            <a:xfrm>
              <a:off x="7550515" y="4097723"/>
              <a:ext cx="63375" cy="540000"/>
            </a:xfrm>
            <a:prstGeom prst="rightBrace">
              <a:avLst>
                <a:gd name="adj1" fmla="val 20989"/>
                <a:gd name="adj2" fmla="val 50000"/>
              </a:avLst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rgbClr val="9900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Text Box 137"/>
            <p:cNvSpPr txBox="1">
              <a:spLocks noChangeArrowheads="1"/>
            </p:cNvSpPr>
            <p:nvPr/>
          </p:nvSpPr>
          <p:spPr bwMode="auto">
            <a:xfrm>
              <a:off x="7668344" y="4205723"/>
              <a:ext cx="1332000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功能实现需求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236802" y="4212245"/>
            <a:ext cx="1403198" cy="540000"/>
            <a:chOff x="7668344" y="5360578"/>
            <a:chExt cx="1403198" cy="540000"/>
          </a:xfrm>
        </p:grpSpPr>
        <p:sp>
          <p:nvSpPr>
            <p:cNvPr id="70" name="右大括号 69"/>
            <p:cNvSpPr/>
            <p:nvPr/>
          </p:nvSpPr>
          <p:spPr bwMode="auto">
            <a:xfrm>
              <a:off x="7668344" y="5360578"/>
              <a:ext cx="64341" cy="540000"/>
            </a:xfrm>
            <a:prstGeom prst="rightBrace">
              <a:avLst>
                <a:gd name="adj1" fmla="val 20989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Text Box 137"/>
            <p:cNvSpPr txBox="1">
              <a:spLocks noChangeArrowheads="1"/>
            </p:cNvSpPr>
            <p:nvPr/>
          </p:nvSpPr>
          <p:spPr bwMode="auto">
            <a:xfrm>
              <a:off x="7775542" y="5468578"/>
              <a:ext cx="1296000" cy="2873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指令系统需求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20000" y="2664000"/>
            <a:ext cx="3204210" cy="539750"/>
            <a:chOff x="4762" y="8391"/>
            <a:chExt cx="5046" cy="850"/>
          </a:xfrm>
        </p:grpSpPr>
        <p:sp>
          <p:nvSpPr>
            <p:cNvPr id="10" name="Rectangle 64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4762" y="8391"/>
              <a:ext cx="2891" cy="85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1" name="Text Box 65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824" y="8391"/>
              <a:ext cx="907" cy="3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主存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6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293" y="8504"/>
              <a:ext cx="1247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7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876" y="8504"/>
              <a:ext cx="1247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运算器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7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901" y="8391"/>
              <a:ext cx="907" cy="39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6"/>
              </p:custDataLst>
            </p:nvPr>
          </p:nvCxnSpPr>
          <p:spPr>
            <a:xfrm flipV="1">
              <a:off x="7654" y="8957"/>
              <a:ext cx="2154" cy="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7"/>
              </p:custDataLst>
            </p:nvPr>
          </p:nvCxnSpPr>
          <p:spPr>
            <a:xfrm>
              <a:off x="8334" y="8787"/>
              <a:ext cx="0" cy="17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8"/>
              </p:custDataLst>
            </p:nvPr>
          </p:nvCxnSpPr>
          <p:spPr>
            <a:xfrm>
              <a:off x="9411" y="8787"/>
              <a:ext cx="0" cy="17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" name="组合 29"/>
          <p:cNvGrpSpPr/>
          <p:nvPr/>
        </p:nvGrpSpPr>
        <p:grpSpPr>
          <a:xfrm>
            <a:off x="2556000" y="2772000"/>
            <a:ext cx="2303780" cy="360045"/>
            <a:chOff x="7654" y="8561"/>
            <a:chExt cx="3628" cy="567"/>
          </a:xfrm>
        </p:grpSpPr>
        <p:cxnSp>
          <p:nvCxnSpPr>
            <p:cNvPr id="19" name="直接连接符 18"/>
            <p:cNvCxnSpPr/>
            <p:nvPr>
              <p:custDataLst>
                <p:tags r:id="rId9"/>
              </p:custDataLst>
            </p:nvPr>
          </p:nvCxnSpPr>
          <p:spPr>
            <a:xfrm flipV="1">
              <a:off x="9808" y="8561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" name="Text Box 10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091" y="8674"/>
              <a:ext cx="119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</a:rPr>
                <a:t>中断请求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直接连接符 24"/>
            <p:cNvCxnSpPr/>
            <p:nvPr>
              <p:custDataLst>
                <p:tags r:id="rId11"/>
              </p:custDataLst>
            </p:nvPr>
          </p:nvCxnSpPr>
          <p:spPr>
            <a:xfrm flipH="1">
              <a:off x="7654" y="9128"/>
              <a:ext cx="2381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直接连接符 25"/>
            <p:cNvCxnSpPr/>
            <p:nvPr>
              <p:custDataLst>
                <p:tags r:id="rId12"/>
              </p:custDataLst>
            </p:nvPr>
          </p:nvCxnSpPr>
          <p:spPr>
            <a:xfrm flipH="1">
              <a:off x="10035" y="8561"/>
              <a:ext cx="0" cy="56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8" name="组合 197"/>
          <p:cNvGrpSpPr/>
          <p:nvPr/>
        </p:nvGrpSpPr>
        <p:grpSpPr>
          <a:xfrm>
            <a:off x="4921885" y="2664245"/>
            <a:ext cx="3996055" cy="612140"/>
            <a:chOff x="3005" y="5896"/>
            <a:chExt cx="6293" cy="964"/>
          </a:xfrm>
        </p:grpSpPr>
        <p:sp>
          <p:nvSpPr>
            <p:cNvPr id="185" name="矩形 184"/>
            <p:cNvSpPr/>
            <p:nvPr>
              <p:custDataLst>
                <p:tags r:id="rId13"/>
              </p:custDataLst>
            </p:nvPr>
          </p:nvSpPr>
          <p:spPr bwMode="auto">
            <a:xfrm>
              <a:off x="3174" y="5896"/>
              <a:ext cx="5953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Text Box 31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344" y="5953"/>
              <a:ext cx="119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31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987" y="5953"/>
              <a:ext cx="1474" cy="34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31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917" y="5953"/>
              <a:ext cx="2098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9" name="直接箭头连接符 188"/>
            <p:cNvCxnSpPr/>
            <p:nvPr>
              <p:custDataLst>
                <p:tags r:id="rId17"/>
              </p:custDataLst>
            </p:nvPr>
          </p:nvCxnSpPr>
          <p:spPr bwMode="auto">
            <a:xfrm>
              <a:off x="4534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18"/>
              </p:custDataLst>
            </p:nvPr>
          </p:nvCxnSpPr>
          <p:spPr bwMode="auto">
            <a:xfrm>
              <a:off x="6460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19"/>
              </p:custDataLst>
            </p:nvPr>
          </p:nvCxnSpPr>
          <p:spPr bwMode="auto">
            <a:xfrm>
              <a:off x="9014" y="612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9298" y="6123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21"/>
              </p:custDataLst>
            </p:nvPr>
          </p:nvCxnSpPr>
          <p:spPr bwMode="auto">
            <a:xfrm>
              <a:off x="3005" y="612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3005" y="6123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23"/>
              </p:custDataLst>
            </p:nvPr>
          </p:nvCxnSpPr>
          <p:spPr bwMode="auto">
            <a:xfrm>
              <a:off x="3005" y="6860"/>
              <a:ext cx="629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6" name="Text Box 316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572" y="6350"/>
              <a:ext cx="221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197" name="Text Box 31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917" y="6349"/>
              <a:ext cx="2098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←计算结果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116000" y="2987675"/>
            <a:ext cx="935990" cy="144145"/>
            <a:chOff x="2900" y="5270"/>
            <a:chExt cx="1474" cy="227"/>
          </a:xfrm>
        </p:grpSpPr>
        <p:cxnSp>
          <p:nvCxnSpPr>
            <p:cNvPr id="7" name="直接连接符 6"/>
            <p:cNvCxnSpPr/>
            <p:nvPr>
              <p:custDataLst>
                <p:tags r:id="rId26"/>
              </p:custDataLst>
            </p:nvPr>
          </p:nvCxnSpPr>
          <p:spPr>
            <a:xfrm flipV="1">
              <a:off x="4374" y="5270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直接连接符 8"/>
            <p:cNvCxnSpPr/>
            <p:nvPr>
              <p:custDataLst>
                <p:tags r:id="rId27"/>
              </p:custDataLst>
            </p:nvPr>
          </p:nvCxnSpPr>
          <p:spPr>
            <a:xfrm flipV="1">
              <a:off x="2900" y="5497"/>
              <a:ext cx="1474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直接连接符 11"/>
            <p:cNvCxnSpPr/>
            <p:nvPr>
              <p:custDataLst>
                <p:tags r:id="rId28"/>
              </p:custDataLst>
            </p:nvPr>
          </p:nvCxnSpPr>
          <p:spPr>
            <a:xfrm flipH="1">
              <a:off x="2900" y="5270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Text Box 4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1224000" y="5364480"/>
            <a:ext cx="478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252730" indent="-252730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ALU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完成加法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REG)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7" name="Text Box 8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084000" y="5398040"/>
            <a:ext cx="2628000" cy="25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0" anchor="t" anchorCtr="0">
            <a:noAutofit/>
          </a:bodyPr>
          <a:p>
            <a:pPr algn="l"/>
            <a:r>
              <a: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＝向部件发送数据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控制信号</a:t>
            </a:r>
            <a:endParaRPr lang="zh-CN" sz="16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250180" y="3312135"/>
            <a:ext cx="2957820" cy="305595"/>
            <a:chOff x="8268" y="5386"/>
            <a:chExt cx="4658" cy="481"/>
          </a:xfrm>
        </p:grpSpPr>
        <p:cxnSp>
          <p:nvCxnSpPr>
            <p:cNvPr id="17" name="直接连接符 16"/>
            <p:cNvCxnSpPr/>
            <p:nvPr>
              <p:custDataLst>
                <p:tags r:id="rId31"/>
              </p:custDataLst>
            </p:nvPr>
          </p:nvCxnSpPr>
          <p:spPr>
            <a:xfrm flipV="1">
              <a:off x="8277" y="538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32"/>
              </p:custDataLst>
            </p:nvPr>
          </p:nvCxnSpPr>
          <p:spPr>
            <a:xfrm flipV="1">
              <a:off x="8957" y="538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" name="Text Box 94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420" y="5386"/>
              <a:ext cx="455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</a:t>
              </a:r>
              <a:endParaRPr lang="en-US" altLang="zh-CN" sz="14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34"/>
              </p:custDataLst>
            </p:nvPr>
          </p:nvCxnSpPr>
          <p:spPr>
            <a:xfrm flipV="1">
              <a:off x="12246" y="538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35"/>
              </p:custDataLst>
            </p:nvPr>
          </p:nvCxnSpPr>
          <p:spPr>
            <a:xfrm flipV="1">
              <a:off x="12926" y="538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" name="Text Box 94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359" y="5386"/>
              <a:ext cx="455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</a:t>
              </a:r>
              <a:endParaRPr lang="en-US" altLang="zh-CN" sz="14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右大括号 34"/>
            <p:cNvSpPr/>
            <p:nvPr/>
          </p:nvSpPr>
          <p:spPr>
            <a:xfrm rot="5400000">
              <a:off x="10507" y="3458"/>
              <a:ext cx="170" cy="4649"/>
            </a:xfrm>
            <a:prstGeom prst="rightBrace">
              <a:avLst>
                <a:gd name="adj1" fmla="val 27951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85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85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857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85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85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85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1" grpId="0" bldLvl="0" animBg="1"/>
      <p:bldP spid="32" grpId="0" bldLvl="0" animBg="1"/>
      <p:bldP spid="38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91895" y="5904000"/>
            <a:ext cx="7344000" cy="57594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0" anchor="t" anchorCtr="0">
            <a:noAutofit/>
          </a:bodyPr>
          <a:p>
            <a:pPr algn="l"/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数据通路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Data Path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指令执行过程中</a:t>
            </a:r>
            <a:r>
              <a:rPr lang="zh-CN" altLang="en-US" sz="1800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所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经过的路径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路径上的部件</a:t>
            </a:r>
            <a:endParaRPr lang="zh-CN" altLang="en-US" sz="18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/>
            <a:r>
              <a:rPr lang="zh-CN" altLang="en-US" sz="1800" b="1" dirty="0" smtClean="0">
                <a:solidFill>
                  <a:srgbClr val="C00000"/>
                </a:solidFill>
                <a:uFillTx/>
                <a:latin typeface="宋体" panose="02010600030101010101" pitchFamily="2" charset="-122"/>
              </a:rPr>
              <a:t>控制器</a:t>
            </a:r>
            <a:r>
              <a:rPr lang="en-US" altLang="zh-CN" sz="1600" b="1" dirty="0" smtClean="0">
                <a:solidFill>
                  <a:srgbClr val="C00000"/>
                </a:solidFill>
                <a:uFillTx/>
                <a:latin typeface="宋体" panose="02010600030101010101" pitchFamily="2" charset="-122"/>
              </a:rPr>
              <a:t>(</a:t>
            </a:r>
            <a:r>
              <a:rPr lang="en-US" altLang="zh-CN" sz="1600" dirty="0" smtClean="0">
                <a:solidFill>
                  <a:srgbClr val="C00000"/>
                </a:solidFill>
                <a:uFillTx/>
                <a:cs typeface="Times New Roman" panose="02020603050405020304" pitchFamily="18" charset="0"/>
              </a:rPr>
              <a:t>Control Unit</a:t>
            </a:r>
            <a:r>
              <a:rPr lang="en-US" altLang="zh-CN" sz="1600" b="1" dirty="0" smtClean="0">
                <a:solidFill>
                  <a:srgbClr val="C00000"/>
                </a:solidFill>
                <a:uFillTx/>
                <a:latin typeface="宋体" panose="02010600030101010101" pitchFamily="2" charset="-122"/>
              </a:rPr>
              <a:t>)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进行</a:t>
            </a:r>
            <a:r>
              <a:rPr lang="zh-CN" altLang="en-US" sz="1800" b="1" u="sng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译码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并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执行所需</a:t>
            </a:r>
            <a:r>
              <a:rPr lang="zh-CN" altLang="en-US" sz="1800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控制信号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的部件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1E4CC-94A2-469E-B562-0B3A0175774B}" type="slidenum">
              <a:rPr lang="en-US" altLang="zh-CN"/>
            </a:fld>
            <a:endParaRPr lang="en-US" altLang="zh-CN" dirty="0"/>
          </a:p>
        </p:txBody>
      </p:sp>
      <p:sp>
        <p:nvSpPr>
          <p:cNvPr id="286795" name="Text Box 75"/>
          <p:cNvSpPr txBox="1">
            <a:spLocks noChangeArrowheads="1"/>
          </p:cNvSpPr>
          <p:nvPr/>
        </p:nvSpPr>
        <p:spPr bwMode="auto">
          <a:xfrm>
            <a:off x="179389" y="828000"/>
            <a:ext cx="4680643" cy="49002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基本组成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基本部件：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指令控制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baseline="-250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数据加工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外部访问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异常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中断处理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操作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时间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控制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/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基本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结构划分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87118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22" name="AutoShape 40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25" name="AutoShape 40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3556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27" name="AutoShape 407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 rot="10800000">
            <a:off x="5148263" y="6523556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Text Box 42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的组成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3" name="Text Box 385"/>
          <p:cNvSpPr txBox="1">
            <a:spLocks noChangeArrowheads="1"/>
          </p:cNvSpPr>
          <p:nvPr/>
        </p:nvSpPr>
        <p:spPr bwMode="auto">
          <a:xfrm>
            <a:off x="3168015" y="1296035"/>
            <a:ext cx="5892800" cy="18154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IR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ID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指令译码器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ALU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FPU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浮点处理单元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、寄存器组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状态寄存器等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总线逻辑电路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、缓冲寄存器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内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-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外间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MMU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地址变换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</a:rPr>
              <a:t>     中断机构</a:t>
            </a:r>
            <a:endParaRPr lang="zh-CN" altLang="en-US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     时序信号形成电路、操作控制信号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形成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电路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54" name="AutoShape 40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23699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1" name="组合 90"/>
          <p:cNvGrpSpPr/>
          <p:nvPr/>
        </p:nvGrpSpPr>
        <p:grpSpPr>
          <a:xfrm>
            <a:off x="2123510" y="3130550"/>
            <a:ext cx="5400675" cy="1728470"/>
            <a:chOff x="3345" y="4365"/>
            <a:chExt cx="8505" cy="2722"/>
          </a:xfrm>
        </p:grpSpPr>
        <p:sp>
          <p:nvSpPr>
            <p:cNvPr id="92" name="Rectangle 27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0036" y="4365"/>
              <a:ext cx="1814" cy="102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93" name="Rectangle 27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655" y="4366"/>
              <a:ext cx="2381" cy="454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94" name="Rectangle 27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294" y="4366"/>
              <a:ext cx="1361" cy="102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95" name="Rectangle 27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345" y="4366"/>
              <a:ext cx="2098" cy="2721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96" name="Text Box 29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520" y="4479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7" name="Text Box 29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520" y="4933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8" name="Text Box 29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830" y="4479"/>
              <a:ext cx="1020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9" name="Text Box 3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150" y="4706"/>
              <a:ext cx="567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BIU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0" name="直接箭头连接符 99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7427" y="4706"/>
              <a:ext cx="3402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1" name="直接箭头连接符 100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7427" y="4592"/>
              <a:ext cx="3402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2" name="直接箭头连接符 101"/>
            <p:cNvCxnSpPr/>
            <p:nvPr>
              <p:custDataLst>
                <p:tags r:id="rId14"/>
              </p:custDataLst>
            </p:nvPr>
          </p:nvCxnSpPr>
          <p:spPr bwMode="auto">
            <a:xfrm>
              <a:off x="6066" y="459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3" name="直接箭头连接符 102"/>
            <p:cNvCxnSpPr/>
            <p:nvPr>
              <p:custDataLst>
                <p:tags r:id="rId15"/>
              </p:custDataLst>
            </p:nvPr>
          </p:nvCxnSpPr>
          <p:spPr bwMode="auto">
            <a:xfrm flipH="1" flipV="1">
              <a:off x="6066" y="470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16"/>
              </p:custDataLst>
            </p:nvPr>
          </p:nvCxnSpPr>
          <p:spPr bwMode="auto">
            <a:xfrm>
              <a:off x="6066" y="5158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05" name="Text Box 29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222" y="4933"/>
              <a:ext cx="113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MMU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06" name="直接箭头连接符 105"/>
            <p:cNvCxnSpPr/>
            <p:nvPr>
              <p:custDataLst>
                <p:tags r:id="rId18"/>
              </p:custDataLst>
            </p:nvPr>
          </p:nvCxnSpPr>
          <p:spPr bwMode="auto">
            <a:xfrm>
              <a:off x="5272" y="4592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7" name="直接箭头连接符 106"/>
            <p:cNvCxnSpPr/>
            <p:nvPr>
              <p:custDataLst>
                <p:tags r:id="rId19"/>
              </p:custDataLst>
            </p:nvPr>
          </p:nvCxnSpPr>
          <p:spPr bwMode="auto">
            <a:xfrm flipH="1" flipV="1">
              <a:off x="5272" y="5046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20"/>
              </p:custDataLst>
            </p:nvPr>
          </p:nvCxnSpPr>
          <p:spPr bwMode="auto">
            <a:xfrm>
              <a:off x="5272" y="4818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09" name="AutoShape 189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912" y="5726"/>
              <a:ext cx="1361" cy="454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ALU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10" name="直接箭头连接符 97"/>
            <p:cNvCxnSpPr/>
            <p:nvPr>
              <p:custDataLst>
                <p:tags r:id="rId22"/>
              </p:custDataLst>
            </p:nvPr>
          </p:nvCxnSpPr>
          <p:spPr bwMode="auto">
            <a:xfrm rot="10800000" flipV="1">
              <a:off x="4139" y="5273"/>
              <a:ext cx="1474" cy="455"/>
            </a:xfrm>
            <a:prstGeom prst="bentConnector3">
              <a:avLst>
                <a:gd name="adj1" fmla="val 100000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1" name="直接箭头连接符 98"/>
            <p:cNvCxnSpPr/>
            <p:nvPr>
              <p:custDataLst>
                <p:tags r:id="rId23"/>
              </p:custDataLst>
            </p:nvPr>
          </p:nvCxnSpPr>
          <p:spPr bwMode="auto">
            <a:xfrm rot="10800000" flipV="1">
              <a:off x="5046" y="5499"/>
              <a:ext cx="567" cy="228"/>
            </a:xfrm>
            <a:prstGeom prst="bentConnector3">
              <a:avLst>
                <a:gd name="adj1" fmla="val 99598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2" name="直接箭头连接符 98"/>
            <p:cNvCxnSpPr/>
            <p:nvPr>
              <p:custDataLst>
                <p:tags r:id="rId24"/>
              </p:custDataLst>
            </p:nvPr>
          </p:nvCxnSpPr>
          <p:spPr bwMode="auto">
            <a:xfrm>
              <a:off x="4592" y="6180"/>
              <a:ext cx="1020" cy="227"/>
            </a:xfrm>
            <a:prstGeom prst="bentConnector3">
              <a:avLst>
                <a:gd name="adj1" fmla="val -460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3" name="直接箭头连接符 112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5272" y="686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4" name="直接箭头连接符 113"/>
            <p:cNvCxnSpPr/>
            <p:nvPr>
              <p:custDataLst>
                <p:tags r:id="rId26"/>
              </p:custDataLst>
            </p:nvPr>
          </p:nvCxnSpPr>
          <p:spPr bwMode="auto">
            <a:xfrm>
              <a:off x="5272" y="6746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27"/>
              </p:custDataLst>
            </p:nvPr>
          </p:nvCxnSpPr>
          <p:spPr bwMode="auto">
            <a:xfrm>
              <a:off x="6294" y="4367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6" name="直接箭头连接符 115"/>
            <p:cNvCxnSpPr/>
            <p:nvPr>
              <p:custDataLst>
                <p:tags r:id="rId28"/>
              </p:custDataLst>
            </p:nvPr>
          </p:nvCxnSpPr>
          <p:spPr bwMode="auto">
            <a:xfrm>
              <a:off x="6294" y="5386"/>
              <a:ext cx="136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7655" y="4819"/>
              <a:ext cx="1" cy="56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30"/>
              </p:custDataLst>
            </p:nvPr>
          </p:nvCxnSpPr>
          <p:spPr bwMode="auto">
            <a:xfrm>
              <a:off x="7655" y="4819"/>
              <a:ext cx="238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箭头连接符 118"/>
            <p:cNvCxnSpPr/>
            <p:nvPr>
              <p:custDataLst>
                <p:tags r:id="rId31"/>
              </p:custDataLst>
            </p:nvPr>
          </p:nvCxnSpPr>
          <p:spPr bwMode="auto">
            <a:xfrm>
              <a:off x="10036" y="5386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10036" y="481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1" name="直接箭头连接符 120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7427" y="5159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2" name="直接箭头连接符 121"/>
            <p:cNvCxnSpPr/>
            <p:nvPr>
              <p:custDataLst>
                <p:tags r:id="rId34"/>
              </p:custDataLst>
            </p:nvPr>
          </p:nvCxnSpPr>
          <p:spPr bwMode="auto">
            <a:xfrm>
              <a:off x="9356" y="5159"/>
              <a:ext cx="147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35"/>
              </p:custDataLst>
            </p:nvPr>
          </p:nvCxnSpPr>
          <p:spPr bwMode="auto">
            <a:xfrm>
              <a:off x="4365" y="6180"/>
              <a:ext cx="2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24" name="Text Box 27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572" y="6633"/>
              <a:ext cx="170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spc="-100" dirty="0" smtClean="0">
                  <a:latin typeface="宋体" panose="02010600030101010101" pitchFamily="2" charset="-122"/>
                </a:rPr>
                <a:t>状态寄存器</a:t>
              </a:r>
              <a:endParaRPr lang="zh-CN" altLang="en-US" sz="1600" b="1" spc="-1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31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685" y="4479"/>
              <a:ext cx="1587" cy="68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寄存器组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6" name="Text Box 392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458" y="5159"/>
              <a:ext cx="340" cy="124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spc="3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运算器</a:t>
              </a:r>
              <a:endParaRPr lang="zh-CN" altLang="en-US" sz="1600" b="1" spc="30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2627630" y="4067175"/>
            <a:ext cx="4464685" cy="1116330"/>
            <a:chOff x="3912" y="5840"/>
            <a:chExt cx="7031" cy="1758"/>
          </a:xfrm>
        </p:grpSpPr>
        <p:sp>
          <p:nvSpPr>
            <p:cNvPr id="128" name="Rectangle 274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7655" y="5840"/>
              <a:ext cx="3288" cy="153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29" name="Text Box 257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995" y="5953"/>
              <a:ext cx="2835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25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902" y="6521"/>
              <a:ext cx="1928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cs typeface="Times New Roman" panose="02020603050405020304" pitchFamily="18" charset="0"/>
                </a:rPr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  <a:cs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控制信号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形成电路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1" name="Text Box 27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583" y="7370"/>
              <a:ext cx="794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……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2" name="Text Box 392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655" y="6417"/>
              <a:ext cx="454" cy="33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3" name="直接箭头连接符 117"/>
            <p:cNvCxnSpPr/>
            <p:nvPr>
              <p:custDataLst>
                <p:tags r:id="rId44"/>
              </p:custDataLst>
            </p:nvPr>
          </p:nvCxnSpPr>
          <p:spPr bwMode="auto">
            <a:xfrm rot="16200000" flipH="1">
              <a:off x="6293" y="4592"/>
              <a:ext cx="227" cy="4989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149" y="6307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46"/>
              </p:custDataLst>
            </p:nvPr>
          </p:nvCxnSpPr>
          <p:spPr bwMode="auto">
            <a:xfrm>
              <a:off x="9469" y="629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6" name="Text Box 27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9582" y="6293"/>
              <a:ext cx="454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37" name="直接箭头连接符 136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10489" y="7257"/>
              <a:ext cx="1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49"/>
              </p:custDataLst>
            </p:nvPr>
          </p:nvCxnSpPr>
          <p:spPr bwMode="auto">
            <a:xfrm>
              <a:off x="9469" y="7257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50"/>
              </p:custDataLst>
            </p:nvPr>
          </p:nvCxnSpPr>
          <p:spPr bwMode="auto">
            <a:xfrm>
              <a:off x="8562" y="663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51"/>
              </p:custDataLst>
            </p:nvPr>
          </p:nvCxnSpPr>
          <p:spPr bwMode="auto">
            <a:xfrm>
              <a:off x="8562" y="697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41" name="Text Box 27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 rot="16200000">
              <a:off x="8506" y="6690"/>
              <a:ext cx="340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2123510" y="3131185"/>
            <a:ext cx="6120765" cy="2124075"/>
            <a:chOff x="3118" y="4366"/>
            <a:chExt cx="9639" cy="3345"/>
          </a:xfrm>
        </p:grpSpPr>
        <p:sp>
          <p:nvSpPr>
            <p:cNvPr id="143" name="Rectangle 274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062" y="5839"/>
              <a:ext cx="1361" cy="1247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44" name="Text Box 254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293" y="6180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255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293" y="6633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6" name="Text Box 256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165" y="6520"/>
              <a:ext cx="39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7" name="Rectangle 299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118" y="4366"/>
              <a:ext cx="8504" cy="334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algn="ctr"/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48" name="Text Box 333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386" y="4478"/>
              <a:ext cx="455" cy="260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数据通路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结构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9" name="直接箭头连接符 148"/>
            <p:cNvCxnSpPr/>
            <p:nvPr>
              <p:custDataLst>
                <p:tags r:id="rId59"/>
              </p:custDataLst>
            </p:nvPr>
          </p:nvCxnSpPr>
          <p:spPr bwMode="auto">
            <a:xfrm>
              <a:off x="11629" y="470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60"/>
              </p:custDataLst>
            </p:nvPr>
          </p:nvCxnSpPr>
          <p:spPr bwMode="auto">
            <a:xfrm>
              <a:off x="5839" y="6293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61"/>
              </p:custDataLst>
            </p:nvPr>
          </p:nvCxnSpPr>
          <p:spPr bwMode="auto">
            <a:xfrm flipH="1" flipV="1">
              <a:off x="5839" y="640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5839" y="6859"/>
              <a:ext cx="45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5" name="直接箭头连接符 154"/>
            <p:cNvCxnSpPr/>
            <p:nvPr>
              <p:custDataLst>
                <p:tags r:id="rId63"/>
              </p:custDataLst>
            </p:nvPr>
          </p:nvCxnSpPr>
          <p:spPr bwMode="auto">
            <a:xfrm>
              <a:off x="7200" y="6860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56" name="Text Box 392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6052" y="5839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指令部件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57" name="直接箭头连接符 156"/>
            <p:cNvCxnSpPr/>
            <p:nvPr>
              <p:custDataLst>
                <p:tags r:id="rId65"/>
              </p:custDataLst>
            </p:nvPr>
          </p:nvCxnSpPr>
          <p:spPr bwMode="auto">
            <a:xfrm>
              <a:off x="11624" y="493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66"/>
              </p:custDataLst>
            </p:nvPr>
          </p:nvCxnSpPr>
          <p:spPr bwMode="auto">
            <a:xfrm>
              <a:off x="11629" y="5159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59" name="Text Box 392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2077" y="4592"/>
              <a:ext cx="680" cy="6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70000"/>
                </a:lnSpc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2195195" y="3707130"/>
            <a:ext cx="6049010" cy="1475740"/>
            <a:chOff x="3231" y="5273"/>
            <a:chExt cx="9526" cy="2324"/>
          </a:xfrm>
        </p:grpSpPr>
        <p:sp>
          <p:nvSpPr>
            <p:cNvPr id="161" name="Text Box 227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1169" y="5953"/>
              <a:ext cx="454" cy="136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中断机构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2" name="直接箭头连接符 161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10830" y="691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70"/>
              </p:custDataLst>
            </p:nvPr>
          </p:nvCxnSpPr>
          <p:spPr bwMode="auto">
            <a:xfrm>
              <a:off x="5839" y="5726"/>
              <a:ext cx="5443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64" name="直接箭头连接符 163"/>
            <p:cNvCxnSpPr/>
            <p:nvPr>
              <p:custDataLst>
                <p:tags r:id="rId71"/>
              </p:custDataLst>
            </p:nvPr>
          </p:nvCxnSpPr>
          <p:spPr bwMode="auto">
            <a:xfrm flipH="1">
              <a:off x="5839" y="5613"/>
              <a:ext cx="55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5" name="直接箭头连接符 173"/>
            <p:cNvCxnSpPr/>
            <p:nvPr>
              <p:custDataLst>
                <p:tags r:id="rId72"/>
              </p:custDataLst>
            </p:nvPr>
          </p:nvCxnSpPr>
          <p:spPr bwMode="auto">
            <a:xfrm>
              <a:off x="8562" y="5273"/>
              <a:ext cx="2948" cy="227"/>
            </a:xfrm>
            <a:prstGeom prst="bentConnector3">
              <a:avLst>
                <a:gd name="adj1" fmla="val -328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66" name="直接箭头连接符 165"/>
            <p:cNvCxnSpPr/>
            <p:nvPr>
              <p:custDataLst>
                <p:tags r:id="rId73"/>
              </p:custDataLst>
            </p:nvPr>
          </p:nvCxnSpPr>
          <p:spPr bwMode="auto">
            <a:xfrm>
              <a:off x="11283" y="572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7" name="直接箭头连接符 166"/>
            <p:cNvCxnSpPr/>
            <p:nvPr>
              <p:custDataLst>
                <p:tags r:id="rId74"/>
              </p:custDataLst>
            </p:nvPr>
          </p:nvCxnSpPr>
          <p:spPr bwMode="auto">
            <a:xfrm flipH="1" flipV="1">
              <a:off x="11396" y="5611"/>
              <a:ext cx="1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68" name="直接箭头连接符 167"/>
            <p:cNvCxnSpPr/>
            <p:nvPr>
              <p:custDataLst>
                <p:tags r:id="rId75"/>
              </p:custDataLst>
            </p:nvPr>
          </p:nvCxnSpPr>
          <p:spPr bwMode="auto">
            <a:xfrm>
              <a:off x="11510" y="5499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9" name="直接箭头连接符 168"/>
            <p:cNvCxnSpPr/>
            <p:nvPr>
              <p:custDataLst>
                <p:tags r:id="rId76"/>
              </p:custDataLst>
            </p:nvPr>
          </p:nvCxnSpPr>
          <p:spPr bwMode="auto">
            <a:xfrm flipH="1" flipV="1">
              <a:off x="11395" y="731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0" name="直接箭头连接符 169"/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3231" y="5953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1" name="直接箭头连接符 170"/>
            <p:cNvCxnSpPr/>
            <p:nvPr>
              <p:custDataLst>
                <p:tags r:id="rId78"/>
              </p:custDataLst>
            </p:nvPr>
          </p:nvCxnSpPr>
          <p:spPr bwMode="auto">
            <a:xfrm>
              <a:off x="3231" y="5953"/>
              <a:ext cx="0" cy="164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2" name="直接箭头连接符 171"/>
            <p:cNvCxnSpPr/>
            <p:nvPr>
              <p:custDataLst>
                <p:tags r:id="rId79"/>
              </p:custDataLst>
            </p:nvPr>
          </p:nvCxnSpPr>
          <p:spPr bwMode="auto">
            <a:xfrm>
              <a:off x="3231" y="7597"/>
              <a:ext cx="81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73" name="直接箭头连接符 172"/>
            <p:cNvCxnSpPr/>
            <p:nvPr>
              <p:custDataLst>
                <p:tags r:id="rId80"/>
              </p:custDataLst>
            </p:nvPr>
          </p:nvCxnSpPr>
          <p:spPr bwMode="auto">
            <a:xfrm flipH="1">
              <a:off x="11624" y="663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4" name="直接箭头连接符 173"/>
            <p:cNvCxnSpPr/>
            <p:nvPr>
              <p:custDataLst>
                <p:tags r:id="rId81"/>
              </p:custDataLst>
            </p:nvPr>
          </p:nvCxnSpPr>
          <p:spPr bwMode="auto">
            <a:xfrm>
              <a:off x="11624" y="697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75" name="Text Box 392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2077" y="6520"/>
              <a:ext cx="680" cy="56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请求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响应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176" name="Text Box 96"/>
          <p:cNvSpPr txBox="1"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2157730" y="5256530"/>
            <a:ext cx="6903085" cy="675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/>
            <a:r>
              <a:rPr lang="zh-CN" altLang="en-US" sz="2200" b="1" dirty="0" smtClean="0">
                <a:latin typeface="宋体" panose="02010600030101010101" pitchFamily="2" charset="-122"/>
              </a:rPr>
              <a:t>执行部件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数据通路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＋控制部件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控制器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←基于</a:t>
            </a:r>
            <a:r>
              <a:rPr lang="zh-CN" altLang="en-US" sz="16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操作</a:t>
            </a:r>
            <a:r>
              <a:rPr lang="en-US" altLang="zh-CN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操作</a:t>
            </a:r>
            <a:r>
              <a:rPr lang="zh-CN" altLang="en-US" sz="16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控制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algn="l"/>
            <a:r>
              <a:rPr lang="en-US" altLang="zh-CN" sz="16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含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指令部件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中断机构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仅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含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CU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ldLvl="0" animBg="1"/>
      <p:bldP spid="17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4104005" y="1224280"/>
            <a:ext cx="3709670" cy="2411730"/>
            <a:chOff x="6463" y="1928"/>
            <a:chExt cx="5842" cy="3798"/>
          </a:xfrm>
        </p:grpSpPr>
        <p:sp>
          <p:nvSpPr>
            <p:cNvPr id="3" name="椭圆 2"/>
            <p:cNvSpPr/>
            <p:nvPr>
              <p:custDataLst>
                <p:tags r:id="rId1"/>
              </p:custDataLst>
            </p:nvPr>
          </p:nvSpPr>
          <p:spPr bwMode="auto">
            <a:xfrm>
              <a:off x="11851" y="4706"/>
              <a:ext cx="454" cy="1020"/>
            </a:xfrm>
            <a:prstGeom prst="ellipse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rtlCol="0" anchor="ctr"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/>
            <p:nvPr>
              <p:custDataLst>
                <p:tags r:id="rId2"/>
              </p:custDataLst>
            </p:nvPr>
          </p:nvCxnSpPr>
          <p:spPr>
            <a:xfrm flipH="1" flipV="1">
              <a:off x="6463" y="1928"/>
              <a:ext cx="5500" cy="2792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87979" name="Text Box 2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360045"/>
            <a:ext cx="4599940" cy="6141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寄存器的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组织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用户可见寄存器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程序中使用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REG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地址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REG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通用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REG(GPR)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状态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REG(PSR)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35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3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专用寄存器：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3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PC&amp;IR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MAR&amp;MDR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599055" indent="-2599055" algn="l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系统控制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88062" name="Text Box 3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016125" y="1221105"/>
            <a:ext cx="6967220" cy="2476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599055" indent="-25990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存放</a:t>
            </a:r>
            <a:r>
              <a:rPr lang="en-US" altLang="zh-CN" sz="2200" b="1" u="sng" dirty="0" smtClean="0">
                <a:latin typeface="宋体" panose="02010600030101010101" pitchFamily="2" charset="-122"/>
                <a:sym typeface="+mn-ea"/>
              </a:rPr>
              <a:t>OPD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，整数、浮点数分别设置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长度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机器字长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n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32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存放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OPD/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指令的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MEM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长度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＝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逻辑地址位数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m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≠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i="1" dirty="0" smtClean="0">
                <a:latin typeface="+mn-ea"/>
                <a:ea typeface="+mn-ea"/>
              </a:rPr>
              <a:t> </a:t>
            </a:r>
            <a:endParaRPr lang="en-US" altLang="zh-CN" sz="2200" b="1" i="1" dirty="0" smtClean="0">
              <a:latin typeface="+mn-ea"/>
              <a:ea typeface="+mn-ea"/>
            </a:endParaRPr>
          </a:p>
          <a:p>
            <a:pPr marL="2599055" indent="-25990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用作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2200" b="1" u="sng" dirty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和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地址</a:t>
            </a:r>
            <a:r>
              <a:rPr lang="en-US" altLang="zh-CN" sz="2200" b="1" u="sng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要求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600" b="1" dirty="0" smtClean="0">
                <a:solidFill>
                  <a:srgbClr val="C00000"/>
                </a:solidFill>
                <a:latin typeface="+mn-lt"/>
                <a:sym typeface="+mn-ea"/>
              </a:rPr>
              <a:t>＝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n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←主流方法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存放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程序运行状态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又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称为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PSW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1600" dirty="0" smtClean="0">
                <a:latin typeface="+mn-lt"/>
                <a:sym typeface="+mn-ea"/>
              </a:rPr>
              <a:t>Program Status Word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])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①结果标志：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ZF/CF/OF/SF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等，常用作条件码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可修改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②执行标志：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跟踪标志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TF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、中断允许标志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IF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设置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i="1" dirty="0" smtClean="0">
              <a:latin typeface="+mn-ea"/>
              <a:ea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5688000" y="720000"/>
            <a:ext cx="2700000" cy="504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36195" bIns="0" anchor="ctr" anchorCtr="0">
            <a:noAutofit/>
          </a:bodyPr>
          <a:p>
            <a:pPr>
              <a:lnSpc>
                <a:spcPct val="100000"/>
              </a:lnSpc>
            </a:pPr>
            <a:r>
              <a:rPr lang="en-US" altLang="zh-CN" sz="16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GPR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 smtClean="0">
                <a:latin typeface="+mn-lt"/>
                <a:sym typeface="+mn-ea"/>
              </a:rPr>
              <a:t>General Purpose Register</a:t>
            </a:r>
            <a:endParaRPr lang="zh-CN" altLang="en-US" sz="1600" dirty="0">
              <a:latin typeface="+mn-lt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PSR—</a:t>
            </a:r>
            <a:r>
              <a:rPr lang="en-US" altLang="zh-CN" sz="1600" dirty="0" smtClean="0">
                <a:latin typeface="+mn-lt"/>
                <a:sym typeface="+mn-ea"/>
              </a:rPr>
              <a:t>Program Status Register</a:t>
            </a:r>
            <a:endParaRPr lang="en-US" altLang="zh-CN" sz="1600" b="1" dirty="0" smtClean="0">
              <a:solidFill>
                <a:srgbClr val="FF3399"/>
              </a:solidFill>
              <a:latin typeface="+mn-lt"/>
              <a:ea typeface="+mn-ea"/>
              <a:sym typeface="+mn-ea"/>
            </a:endParaRPr>
          </a:p>
        </p:txBody>
      </p:sp>
      <p:sp>
        <p:nvSpPr>
          <p:cNvPr id="473104" name="Text Box 1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27835" y="3745230"/>
            <a:ext cx="7235825" cy="174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599055" indent="-2599055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存放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指令地址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用作</a:t>
            </a:r>
            <a:r>
              <a:rPr lang="zh-CN" altLang="en-US" sz="1600" b="1" dirty="0">
                <a:latin typeface="宋体" panose="02010600030101010101" pitchFamily="2" charset="-122"/>
              </a:rPr>
              <a:t>循环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变量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，存放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当前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内容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2599055" indent="-2599055" algn="l">
              <a:lnSpc>
                <a:spcPct val="125000"/>
              </a:lnSpc>
            </a:pP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</a:pP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2599055" indent="-2599055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存放外部访问的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部件地址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←内部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外部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操作可并行</a:t>
            </a:r>
            <a:endParaRPr lang="zh-CN" altLang="en-US" sz="1600" b="1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552700" y="4276090"/>
            <a:ext cx="4538345" cy="719455"/>
            <a:chOff x="3003" y="3005"/>
            <a:chExt cx="7147" cy="1133"/>
          </a:xfrm>
        </p:grpSpPr>
        <p:sp>
          <p:nvSpPr>
            <p:cNvPr id="473128" name="Text Box 4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686" y="3458"/>
              <a:ext cx="2381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未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用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上条内容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473109" name="Text Box 2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003" y="3458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IR: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73117" name="Text Box 2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068" y="3458"/>
              <a:ext cx="4082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当前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指令内容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73106" name="Text Box 1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003" y="3005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PC: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73127" name="Text Box 39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86" y="3005"/>
              <a:ext cx="238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当前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73129" name="Text Box 4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365" y="3798"/>
              <a:ext cx="527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    分析指令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执行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73126" name="Text Box 3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068" y="3005"/>
              <a:ext cx="4082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下条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循环所要求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2" name="直接连接符 91"/>
            <p:cNvCxnSpPr/>
            <p:nvPr>
              <p:custDataLst>
                <p:tags r:id="rId14"/>
              </p:custDataLst>
            </p:nvPr>
          </p:nvCxnSpPr>
          <p:spPr>
            <a:xfrm flipH="1">
              <a:off x="3686" y="3969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0" name="直接连接符 129"/>
            <p:cNvCxnSpPr/>
            <p:nvPr>
              <p:custDataLst>
                <p:tags r:id="rId15"/>
              </p:custDataLst>
            </p:nvPr>
          </p:nvCxnSpPr>
          <p:spPr>
            <a:xfrm>
              <a:off x="5443" y="3969"/>
              <a:ext cx="62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直接连接符 43"/>
            <p:cNvCxnSpPr/>
            <p:nvPr>
              <p:custDataLst>
                <p:tags r:id="rId16"/>
              </p:custDataLst>
            </p:nvPr>
          </p:nvCxnSpPr>
          <p:spPr>
            <a:xfrm flipH="1">
              <a:off x="3685" y="385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" name="直接连接符 3"/>
            <p:cNvCxnSpPr/>
            <p:nvPr>
              <p:custDataLst>
                <p:tags r:id="rId17"/>
              </p:custDataLst>
            </p:nvPr>
          </p:nvCxnSpPr>
          <p:spPr>
            <a:xfrm flipH="1">
              <a:off x="6066" y="385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" name="直接连接符 4"/>
            <p:cNvCxnSpPr/>
            <p:nvPr>
              <p:custDataLst>
                <p:tags r:id="rId18"/>
              </p:custDataLst>
            </p:nvPr>
          </p:nvCxnSpPr>
          <p:spPr>
            <a:xfrm flipH="1">
              <a:off x="7597" y="385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直接连接符 5"/>
            <p:cNvCxnSpPr/>
            <p:nvPr>
              <p:custDataLst>
                <p:tags r:id="rId19"/>
              </p:custDataLst>
            </p:nvPr>
          </p:nvCxnSpPr>
          <p:spPr>
            <a:xfrm flipH="1">
              <a:off x="10095" y="3855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>
              <p:custDataLst>
                <p:tags r:id="rId20"/>
              </p:custDataLst>
            </p:nvPr>
          </p:nvCxnSpPr>
          <p:spPr>
            <a:xfrm flipH="1">
              <a:off x="7597" y="3969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" name="直接连接符 8"/>
            <p:cNvCxnSpPr/>
            <p:nvPr>
              <p:custDataLst>
                <p:tags r:id="rId21"/>
              </p:custDataLst>
            </p:nvPr>
          </p:nvCxnSpPr>
          <p:spPr>
            <a:xfrm>
              <a:off x="9585" y="3969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7" name="组合 16"/>
          <p:cNvGrpSpPr/>
          <p:nvPr/>
        </p:nvGrpSpPr>
        <p:grpSpPr>
          <a:xfrm>
            <a:off x="1835785" y="5469890"/>
            <a:ext cx="6911340" cy="720090"/>
            <a:chOff x="2665" y="7597"/>
            <a:chExt cx="10884" cy="1134"/>
          </a:xfrm>
        </p:grpSpPr>
        <p:sp>
          <p:nvSpPr>
            <p:cNvPr id="47" name="Text Box 68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912" y="7597"/>
              <a:ext cx="3175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IR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M[(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)]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682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087" y="7597"/>
              <a:ext cx="2608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p>
              <a:pPr algn="l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PC</a:t>
              </a:r>
              <a:r>
                <a:rPr kumimoji="0"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←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(PC)+4</a:t>
              </a:r>
              <a:r>
                <a:rPr kumimoji="0"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…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0" name="Text Box 68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65" y="7597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l">
                <a:lnSpc>
                  <a:spcPct val="90000"/>
                </a:lnSpc>
              </a:pPr>
              <a:r>
                <a:rPr kumimoji="0" lang="zh-CN" altLang="en-US" sz="1600" b="1" dirty="0" smtClean="0">
                  <a:latin typeface="宋体" panose="02010600030101010101" pitchFamily="2" charset="-122"/>
                </a:rPr>
                <a:t>不设置：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68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912" y="8050"/>
              <a:ext cx="164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p>
              <a:pPr algn="l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MAR</a:t>
              </a:r>
              <a:r>
                <a:rPr kumimoji="0"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←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(PC)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682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556" y="8050"/>
              <a:ext cx="3175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accent2"/>
                  </a:solidFill>
                  <a:latin typeface="宋体" panose="02010600030101010101" pitchFamily="2" charset="-122"/>
                  <a:sym typeface="+mn-ea"/>
                </a:rPr>
                <a:t>MDR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M[(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sym typeface="+mn-ea"/>
                </a:rPr>
                <a:t>MAR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)]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68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731" y="8050"/>
              <a:ext cx="164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p>
              <a:pPr algn="l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IR</a:t>
              </a:r>
              <a:r>
                <a:rPr kumimoji="0"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←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MDR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682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556" y="8391"/>
              <a:ext cx="255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lIns="71755" tIns="0" rIns="0" bIns="0" anchor="ctr"/>
            <a:p>
              <a:pPr algn="l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PC</a:t>
              </a:r>
              <a:r>
                <a:rPr kumimoji="0"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←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PC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)+4</a:t>
              </a:r>
              <a:r>
                <a:rPr kumimoji="0"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，</a:t>
              </a:r>
              <a:r>
                <a:rPr kumimoji="0"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…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682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665" y="8065"/>
              <a:ext cx="124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l">
                <a:lnSpc>
                  <a:spcPct val="90000"/>
                </a:lnSpc>
              </a:pPr>
              <a:r>
                <a:rPr kumimoji="0" lang="zh-CN" altLang="en-US" sz="1600" b="1" dirty="0" smtClean="0">
                  <a:latin typeface="宋体" panose="02010600030101010101" pitchFamily="2" charset="-122"/>
                </a:rPr>
                <a:t>设置时：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68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0545" y="7597"/>
              <a:ext cx="3005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←PC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被占用、需等待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682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0523" y="8277"/>
              <a:ext cx="3005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内外</a:t>
              </a:r>
              <a:r>
                <a:rPr lang="zh-CN" altLang="en-US" sz="1600" b="1" dirty="0">
                  <a:latin typeface="宋体" panose="02010600030101010101" pitchFamily="2" charset="-122"/>
                  <a:sym typeface="+mn-ea"/>
                </a:rPr>
                <a:t>无关，可并行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88065" name="AutoShape 321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 rot="5400000">
            <a:off x="406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15" name="AutoShape 402">
            <a:hlinkClick r:id="rId33" action="ppaction://hlinksldjump" highlightClick="1"/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 rot="10800000">
            <a:off x="6804942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8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8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7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80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80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80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880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73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73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43"/>
          <p:cNvSpPr txBox="1">
            <a:spLocks noChangeArrowheads="1"/>
          </p:cNvSpPr>
          <p:nvPr/>
        </p:nvSpPr>
        <p:spPr bwMode="auto">
          <a:xfrm>
            <a:off x="179513" y="828000"/>
            <a:ext cx="4536504" cy="49002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基本功能分析：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指令执行的过程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异常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中断处理的过程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检测：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响应：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处理：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工作流程：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14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细化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工作原理：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58" name="Text Box 43"/>
          <p:cNvSpPr txBox="1">
            <a:spLocks noChangeArrowheads="1"/>
          </p:cNvSpPr>
          <p:nvPr/>
        </p:nvSpPr>
        <p:spPr bwMode="auto">
          <a:xfrm>
            <a:off x="720090" y="828040"/>
            <a:ext cx="842073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循环</a:t>
            </a:r>
            <a:r>
              <a:rPr lang="zh-CN" altLang="en-US" sz="1800" b="1" dirty="0">
                <a:latin typeface="宋体" panose="02010600030101010101" pitchFamily="2" charset="-122"/>
              </a:rPr>
              <a:t>地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执行指令、</a:t>
            </a:r>
            <a:r>
              <a:rPr lang="zh-CN" altLang="en-US" sz="1800" b="1" dirty="0">
                <a:latin typeface="宋体" panose="02010600030101010101" pitchFamily="2" charset="-122"/>
              </a:rPr>
              <a:t>处理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异常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&amp;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中断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   取</a:t>
            </a:r>
            <a:r>
              <a:rPr lang="zh-CN" altLang="en-US" sz="2200" b="1" dirty="0">
                <a:latin typeface="宋体" panose="02010600030101010101" pitchFamily="2" charset="-122"/>
              </a:rPr>
              <a:t>指</a:t>
            </a:r>
            <a:r>
              <a:rPr lang="en-US" altLang="zh-CN" sz="2200" b="1" dirty="0"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</a:rPr>
              <a:t>分析</a:t>
            </a:r>
            <a:r>
              <a:rPr lang="en-US" altLang="zh-CN" sz="2200" b="1" dirty="0">
                <a:latin typeface="宋体" panose="02010600030101010101" pitchFamily="2" charset="-122"/>
              </a:rPr>
              <a:t>+</a:t>
            </a:r>
            <a:r>
              <a:rPr lang="zh-CN" altLang="en-US" sz="2200" b="1" dirty="0">
                <a:latin typeface="宋体" panose="02010600030101010101" pitchFamily="2" charset="-122"/>
              </a:rPr>
              <a:t>执行，形成下条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指令地址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请求随机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采样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信号线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基于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检测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sz="2200" b="1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保存</a:t>
            </a:r>
            <a:r>
              <a:rPr lang="zh-CN" sz="2200" b="1" spc="-50" dirty="0" smtClean="0">
                <a:latin typeface="宋体" panose="02010600030101010101" pitchFamily="2" charset="-122"/>
                <a:sym typeface="+mn-ea"/>
              </a:rPr>
              <a:t>返回点、请求</a:t>
            </a:r>
            <a:r>
              <a:rPr lang="zh-CN" sz="2200" b="1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判优</a:t>
            </a:r>
            <a:r>
              <a:rPr lang="zh-CN" sz="2200" b="1" spc="-50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spc="-50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en-US" altLang="zh-CN" sz="2200" b="1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2200" b="1" spc="-5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程序入口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软件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灵活性强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执行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处理程序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84EC7-1C56-4464-93D4-BFE47A8250B9}" type="slidenum">
              <a:rPr lang="en-US" altLang="zh-CN"/>
            </a:fld>
            <a:endParaRPr lang="en-US" altLang="zh-CN" dirty="0"/>
          </a:p>
        </p:txBody>
      </p:sp>
      <p:sp>
        <p:nvSpPr>
          <p:cNvPr id="289834" name="Text Box 42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的工作流程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9882" name="AutoShape 9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839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AutoShape 90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AutoShape 9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30865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5616575" y="3634740"/>
            <a:ext cx="2915920" cy="1908175"/>
            <a:chOff x="9071" y="5272"/>
            <a:chExt cx="4592" cy="3005"/>
          </a:xfrm>
        </p:grpSpPr>
        <p:sp>
          <p:nvSpPr>
            <p:cNvPr id="2" name="Text Box 74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0715" y="5953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/>
                <a:t>取</a:t>
              </a:r>
              <a:r>
                <a:rPr lang="zh-CN" altLang="en-US" sz="1600" b="1" dirty="0" smtClean="0"/>
                <a:t>指令</a:t>
              </a:r>
              <a:endParaRPr lang="zh-CN" altLang="en-US" sz="1600" b="1" dirty="0"/>
            </a:p>
          </p:txBody>
        </p:sp>
        <p:sp>
          <p:nvSpPr>
            <p:cNvPr id="4" name="Text Box 7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0715" y="6633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/>
                <a:t>执行</a:t>
              </a:r>
              <a:r>
                <a:rPr lang="zh-CN" altLang="en-US" sz="1600" b="1" dirty="0"/>
                <a:t>指令</a:t>
              </a:r>
              <a:endParaRPr lang="zh-CN" altLang="en-US" sz="1600" b="1" dirty="0"/>
            </a:p>
          </p:txBody>
        </p:sp>
        <p:sp>
          <p:nvSpPr>
            <p:cNvPr id="6" name="Text Box 7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2189" y="7767"/>
              <a:ext cx="1474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/>
                <a:t>中断响应</a:t>
              </a:r>
              <a:endParaRPr lang="zh-CN" altLang="en-US" sz="1600" b="1" dirty="0"/>
            </a:p>
          </p:txBody>
        </p:sp>
        <p:sp>
          <p:nvSpPr>
            <p:cNvPr id="7" name="AutoShape 7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998" y="5272"/>
              <a:ext cx="907" cy="340"/>
            </a:xfrm>
            <a:prstGeom prst="flowChartTerminator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algn="ctr"/>
              <a:r>
                <a:rPr lang="zh-CN" altLang="en-US" sz="1600" b="1" dirty="0" smtClean="0"/>
                <a:t>启动</a:t>
              </a:r>
              <a:endParaRPr lang="zh-CN" altLang="en-US" sz="1600" b="1" dirty="0"/>
            </a:p>
          </p:txBody>
        </p:sp>
        <p:sp>
          <p:nvSpPr>
            <p:cNvPr id="8" name="Text Box 10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2699" y="7200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" name="AutoShape 10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148" y="7314"/>
              <a:ext cx="2608" cy="454"/>
            </a:xfrm>
            <a:prstGeom prst="flowChartDecision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algn="ctr"/>
              <a:r>
                <a:rPr lang="zh-CN" altLang="en-US" sz="1600" b="1" spc="-100" dirty="0" smtClean="0">
                  <a:solidFill>
                    <a:srgbClr val="990099"/>
                  </a:solidFill>
                </a:rPr>
                <a:t>有</a:t>
              </a:r>
              <a:r>
                <a:rPr lang="zh-CN" altLang="en-US" sz="1600" b="1" spc="-100" dirty="0" smtClean="0"/>
                <a:t>中断请求？</a:t>
              </a:r>
              <a:endParaRPr lang="zh-CN" altLang="en-US" sz="1600" b="1" spc="-100" dirty="0"/>
            </a:p>
          </p:txBody>
        </p:sp>
        <p:sp>
          <p:nvSpPr>
            <p:cNvPr id="10" name="Text Box 11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1169" y="776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AutoShape 114"/>
            <p:cNvSpPr/>
            <p:nvPr>
              <p:custDataLst>
                <p:tags r:id="rId11"/>
              </p:custDataLst>
            </p:nvPr>
          </p:nvSpPr>
          <p:spPr bwMode="auto">
            <a:xfrm>
              <a:off x="9865" y="6009"/>
              <a:ext cx="113" cy="907"/>
            </a:xfrm>
            <a:prstGeom prst="leftBrace">
              <a:avLst>
                <a:gd name="adj1" fmla="val 4758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pPr algn="ctr"/>
              <a:endParaRPr lang="zh-CN" altLang="en-US" sz="1600"/>
            </a:p>
          </p:txBody>
        </p:sp>
        <p:sp>
          <p:nvSpPr>
            <p:cNvPr id="12" name="Text Box 11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071" y="6123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AutoShape 117"/>
            <p:cNvSpPr/>
            <p:nvPr>
              <p:custDataLst>
                <p:tags r:id="rId13"/>
              </p:custDataLst>
            </p:nvPr>
          </p:nvSpPr>
          <p:spPr bwMode="auto">
            <a:xfrm>
              <a:off x="9865" y="7767"/>
              <a:ext cx="112" cy="340"/>
            </a:xfrm>
            <a:prstGeom prst="leftBrace">
              <a:avLst>
                <a:gd name="adj1" fmla="val 24714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pPr algn="ctr"/>
              <a:endParaRPr lang="zh-CN" altLang="en-US" sz="1600"/>
            </a:p>
          </p:txBody>
        </p:sp>
        <p:sp>
          <p:nvSpPr>
            <p:cNvPr id="114" name="Text Box 119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071" y="7597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5" name="直接箭头连接符 114"/>
            <p:cNvCxnSpPr>
              <a:stCxn id="2" idx="2"/>
              <a:endCxn id="4" idx="0"/>
            </p:cNvCxnSpPr>
            <p:nvPr>
              <p:custDataLst>
                <p:tags r:id="rId15"/>
              </p:custDataLst>
            </p:nvPr>
          </p:nvCxnSpPr>
          <p:spPr bwMode="auto">
            <a:xfrm>
              <a:off x="11452" y="6293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>
              <a:stCxn id="7" idx="2"/>
              <a:endCxn id="2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11452" y="5613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>
              <p:custDataLst>
                <p:tags r:id="rId17"/>
              </p:custDataLst>
            </p:nvPr>
          </p:nvCxnSpPr>
          <p:spPr bwMode="auto">
            <a:xfrm>
              <a:off x="11452" y="6972"/>
              <a:ext cx="0" cy="3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接箭头连接符 98"/>
            <p:cNvCxnSpPr/>
            <p:nvPr>
              <p:custDataLst>
                <p:tags r:id="rId18"/>
              </p:custDataLst>
            </p:nvPr>
          </p:nvCxnSpPr>
          <p:spPr bwMode="auto">
            <a:xfrm>
              <a:off x="12756" y="7541"/>
              <a:ext cx="283" cy="226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4" name="AutoShape 79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2585" y="5272"/>
              <a:ext cx="907" cy="340"/>
            </a:xfrm>
            <a:prstGeom prst="flowChartTerminator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pPr algn="ctr"/>
              <a:r>
                <a:rPr lang="zh-CN" altLang="en-US" sz="1600" b="1" dirty="0" smtClean="0"/>
                <a:t>停机</a:t>
              </a:r>
              <a:endParaRPr lang="zh-CN" altLang="en-US" sz="1600" b="1" dirty="0"/>
            </a:p>
          </p:txBody>
        </p:sp>
        <p:cxnSp>
          <p:nvCxnSpPr>
            <p:cNvPr id="125" name="直接箭头连接符 98"/>
            <p:cNvCxnSpPr/>
            <p:nvPr>
              <p:custDataLst>
                <p:tags r:id="rId20"/>
              </p:custDataLst>
            </p:nvPr>
          </p:nvCxnSpPr>
          <p:spPr bwMode="auto">
            <a:xfrm rot="5400000" flipH="1" flipV="1">
              <a:off x="12047" y="5754"/>
              <a:ext cx="1191" cy="907"/>
            </a:xfrm>
            <a:prstGeom prst="bentConnector3">
              <a:avLst>
                <a:gd name="adj1" fmla="val -495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6" name="Text Box 119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2359" y="6066"/>
              <a:ext cx="737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停机指令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3" name="直接箭头连接符 132"/>
            <p:cNvCxnSpPr/>
            <p:nvPr>
              <p:custDataLst>
                <p:tags r:id="rId22"/>
              </p:custDataLst>
            </p:nvPr>
          </p:nvCxnSpPr>
          <p:spPr bwMode="auto">
            <a:xfrm>
              <a:off x="11452" y="7767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5" name="直接箭头连接符 134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10035" y="8277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6" name="直接箭头连接符 135"/>
            <p:cNvCxnSpPr/>
            <p:nvPr>
              <p:custDataLst>
                <p:tags r:id="rId24"/>
              </p:custDataLst>
            </p:nvPr>
          </p:nvCxnSpPr>
          <p:spPr bwMode="auto">
            <a:xfrm>
              <a:off x="10035" y="5726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7" name="直接箭头连接符 136"/>
            <p:cNvCxnSpPr/>
            <p:nvPr>
              <p:custDataLst>
                <p:tags r:id="rId25"/>
              </p:custDataLst>
            </p:nvPr>
          </p:nvCxnSpPr>
          <p:spPr bwMode="auto">
            <a:xfrm>
              <a:off x="10035" y="5726"/>
              <a:ext cx="0" cy="255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26"/>
              </p:custDataLst>
            </p:nvPr>
          </p:nvCxnSpPr>
          <p:spPr bwMode="auto">
            <a:xfrm>
              <a:off x="13039" y="8107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/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11452" y="827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9" name="线形标注 2 18"/>
          <p:cNvSpPr/>
          <p:nvPr>
            <p:custDataLst>
              <p:tags r:id="rId28"/>
            </p:custDataLst>
          </p:nvPr>
        </p:nvSpPr>
        <p:spPr bwMode="auto">
          <a:xfrm>
            <a:off x="8279755" y="4570285"/>
            <a:ext cx="792000" cy="468000"/>
          </a:xfrm>
          <a:prstGeom prst="borderCallout2">
            <a:avLst>
              <a:gd name="adj1" fmla="val 53919"/>
              <a:gd name="adj2" fmla="val 321"/>
              <a:gd name="adj3" fmla="val 54462"/>
              <a:gd name="adj4" fmla="val -44176"/>
              <a:gd name="adj5" fmla="val 17326"/>
              <a:gd name="adj6" fmla="val -96932"/>
            </a:avLst>
          </a:prstGeom>
          <a:solidFill>
            <a:srgbClr val="CCFFFF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p>
            <a:pPr algn="ctr">
              <a:lnSpc>
                <a:spcPct val="90000"/>
              </a:lnSpc>
            </a:pPr>
            <a:r>
              <a:rPr lang="zh-CN" sz="1600" b="1" dirty="0" smtClean="0">
                <a:latin typeface="宋体" panose="02010600030101010101" pitchFamily="2" charset="-122"/>
              </a:rPr>
              <a:t>异常检测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&amp;</a:t>
            </a:r>
            <a:r>
              <a:rPr lang="zh-CN" sz="1600" b="1" dirty="0" smtClean="0">
                <a:latin typeface="宋体" panose="02010600030101010101" pitchFamily="2" charset="-122"/>
              </a:rPr>
              <a:t>响应</a:t>
            </a:r>
            <a:endParaRPr 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756285" y="3708000"/>
            <a:ext cx="7576820" cy="278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循环地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执行指令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＋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响应中断</a:t>
            </a:r>
            <a:r>
              <a:rPr lang="en-US" altLang="zh-CN" sz="2200" b="1" u="sng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异常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可缺省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由多个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有序的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操作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组成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885950" indent="-1885950"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+mn-ea"/>
                <a:sym typeface="+mn-ea"/>
              </a:rPr>
              <a:t>CU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sym typeface="+mn-ea"/>
              </a:rPr>
              <a:t>循环地</a:t>
            </a:r>
            <a:r>
              <a:rPr lang="zh-CN" altLang="en-US" sz="2200" b="1" u="sng" dirty="0" smtClean="0">
                <a:solidFill>
                  <a:srgbClr val="FF3399"/>
                </a:solidFill>
                <a:latin typeface="+mn-ea"/>
                <a:sym typeface="+mn-ea"/>
              </a:rPr>
              <a:t>产生</a:t>
            </a:r>
            <a:r>
              <a:rPr lang="zh-CN" altLang="en-US" sz="2200" b="1" dirty="0" smtClean="0">
                <a:latin typeface="+mn-ea"/>
                <a:sym typeface="+mn-ea"/>
              </a:rPr>
              <a:t>工作流程所</a:t>
            </a:r>
            <a:r>
              <a:rPr lang="zh-CN" altLang="en-US" sz="2200" b="1" dirty="0">
                <a:latin typeface="+mn-ea"/>
                <a:sym typeface="+mn-ea"/>
              </a:rPr>
              <a:t>需</a:t>
            </a:r>
            <a:r>
              <a:rPr lang="zh-CN" altLang="en-US" sz="2200" b="1" dirty="0" smtClean="0">
                <a:latin typeface="+mn-ea"/>
                <a:sym typeface="+mn-ea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sym typeface="+mn-ea"/>
              </a:rPr>
              <a:t>操作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控制信号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操作控制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─┐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数据通路</a:t>
            </a:r>
            <a:r>
              <a:rPr lang="zh-CN" altLang="en-US" sz="2200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工作流程所需的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操作功能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操作实现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─┘</a:t>
            </a:r>
            <a:endParaRPr lang="zh-CN" altLang="en-US" sz="1600" u="sng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043295" y="1692000"/>
            <a:ext cx="2468245" cy="864235"/>
            <a:chOff x="7483" y="2494"/>
            <a:chExt cx="3887" cy="1361"/>
          </a:xfrm>
        </p:grpSpPr>
        <p:cxnSp>
          <p:nvCxnSpPr>
            <p:cNvPr id="82" name="直接箭头连接符 81"/>
            <p:cNvCxnSpPr/>
            <p:nvPr>
              <p:custDataLst>
                <p:tags r:id="rId30"/>
              </p:custDataLst>
            </p:nvPr>
          </p:nvCxnSpPr>
          <p:spPr bwMode="auto">
            <a:xfrm>
              <a:off x="7483" y="3288"/>
              <a:ext cx="170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>
              <p:custDataLst>
                <p:tags r:id="rId31"/>
              </p:custDataLst>
            </p:nvPr>
          </p:nvCxnSpPr>
          <p:spPr bwMode="auto">
            <a:xfrm>
              <a:off x="9298" y="3288"/>
              <a:ext cx="204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>
              <p:custDataLst>
                <p:tags r:id="rId32"/>
              </p:custDataLst>
            </p:nvPr>
          </p:nvCxnSpPr>
          <p:spPr bwMode="auto">
            <a:xfrm flipH="1">
              <a:off x="8674" y="3288"/>
              <a:ext cx="51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/>
            <p:nvPr>
              <p:custDataLst>
                <p:tags r:id="rId33"/>
              </p:custDataLst>
            </p:nvPr>
          </p:nvCxnSpPr>
          <p:spPr bwMode="auto">
            <a:xfrm>
              <a:off x="8674" y="3855"/>
              <a:ext cx="124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6" name="直接箭头连接符 85"/>
            <p:cNvCxnSpPr/>
            <p:nvPr>
              <p:custDataLst>
                <p:tags r:id="rId34"/>
              </p:custDataLst>
            </p:nvPr>
          </p:nvCxnSpPr>
          <p:spPr bwMode="auto">
            <a:xfrm flipH="1" flipV="1">
              <a:off x="9298" y="3288"/>
              <a:ext cx="619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8" name="Text Box 10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8107" y="3345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响应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" name="Text Box 10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9638" y="3345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返回</a:t>
              </a:r>
              <a:endPara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0" name="Text Box 102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896" y="3514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处理</a:t>
              </a:r>
              <a:endPara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" name="Text Box 102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7483" y="2835"/>
              <a:ext cx="136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当前程序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102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329" y="2835"/>
              <a:ext cx="204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当前程序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>
              <p:custDataLst>
                <p:tags r:id="rId40"/>
              </p:custDataLst>
            </p:nvPr>
          </p:nvCxnSpPr>
          <p:spPr bwMode="auto">
            <a:xfrm>
              <a:off x="9071" y="289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2" name="Text Box 102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731" y="2494"/>
              <a:ext cx="79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检测</a:t>
              </a:r>
              <a:endPara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5" name="Text Box 80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1259840" y="4248000"/>
            <a:ext cx="3564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18000" tIns="10800" rIns="18000" bIns="10800" anchor="t" anchorCtr="0"/>
          <a:p>
            <a:pPr marL="1162050" indent="-1162050" algn="l">
              <a:lnSpc>
                <a:spcPct val="105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指令周期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取出并执行一条指令的时间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marL="1162050" indent="-1162050" algn="l">
              <a:lnSpc>
                <a:spcPct val="105000"/>
              </a:lnSpc>
            </a:pPr>
            <a:r>
              <a: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响应周期</a:t>
            </a: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响应异常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中断请求的时间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2916000" y="3456000"/>
            <a:ext cx="35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>
            <a:noAutofit/>
          </a:bodyPr>
          <a:p>
            <a:pPr marL="252730" indent="-252730" algn="l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为何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中断可在指令间响应？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线形标注 2 26"/>
          <p:cNvSpPr/>
          <p:nvPr>
            <p:custDataLst>
              <p:tags r:id="rId44"/>
            </p:custDataLst>
          </p:nvPr>
        </p:nvSpPr>
        <p:spPr bwMode="auto">
          <a:xfrm>
            <a:off x="6659880" y="3060000"/>
            <a:ext cx="2016000" cy="252095"/>
          </a:xfrm>
          <a:prstGeom prst="borderCallout2">
            <a:avLst>
              <a:gd name="adj1" fmla="val 50345"/>
              <a:gd name="adj2" fmla="val -306"/>
              <a:gd name="adj3" fmla="val 50563"/>
              <a:gd name="adj4" fmla="val -12148"/>
              <a:gd name="adj5" fmla="val -53652"/>
              <a:gd name="adj6" fmla="val -2141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r>
              <a:rPr lang="zh-CN" sz="1600" b="1" dirty="0" smtClean="0">
                <a:latin typeface="宋体" panose="02010600030101010101" pitchFamily="2" charset="-122"/>
              </a:rPr>
              <a:t>同时可能有多个请求</a:t>
            </a:r>
            <a:endParaRPr 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15" grpId="0" bldLvl="0" animBg="1"/>
      <p:bldP spid="25" grpId="0" bldLvl="0" animBg="1"/>
      <p:bldP spid="2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Box 5"/>
          <p:cNvSpPr txBox="1">
            <a:spLocks noChangeArrowheads="1"/>
          </p:cNvSpPr>
          <p:nvPr/>
        </p:nvSpPr>
        <p:spPr bwMode="auto">
          <a:xfrm>
            <a:off x="179388" y="812170"/>
            <a:ext cx="5489160" cy="57391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指令执行的步骤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*理论方案：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基于指令格式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实际方案：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优化性能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任务分配：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CU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分析指令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4030"/>
            <a:ext cx="1040904" cy="359346"/>
          </a:xfrm>
        </p:spPr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67" name="Text Box 4"/>
          <p:cNvSpPr txBox="1">
            <a:spLocks noChangeArrowheads="1"/>
          </p:cNvSpPr>
          <p:nvPr/>
        </p:nvSpPr>
        <p:spPr bwMode="auto">
          <a:xfrm>
            <a:off x="179388" y="363434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四、指令周期的组织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执行过程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&amp;</a:t>
            </a:r>
            <a:r>
              <a:rPr lang="zh-CN" altLang="en-US" sz="1800" b="1" dirty="0" smtClean="0">
                <a:latin typeface="+mn-ea"/>
                <a:ea typeface="+mn-ea"/>
              </a:rPr>
              <a:t>操作组织</a:t>
            </a:r>
            <a:endParaRPr lang="zh-CN" altLang="en-US" sz="1800" b="1" dirty="0" smtClean="0">
              <a:latin typeface="+mn-ea"/>
              <a:ea typeface="+mn-ea"/>
            </a:endParaRPr>
          </a:p>
        </p:txBody>
      </p:sp>
      <p:sp>
        <p:nvSpPr>
          <p:cNvPr id="5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90839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AutoShape 98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" name="Text Box 523"/>
          <p:cNvSpPr txBox="1">
            <a:spLocks noChangeArrowheads="1"/>
          </p:cNvSpPr>
          <p:nvPr/>
        </p:nvSpPr>
        <p:spPr bwMode="auto">
          <a:xfrm>
            <a:off x="1403648" y="3312000"/>
            <a:ext cx="705678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 marL="271780" indent="-271780" algn="l">
              <a:lnSpc>
                <a:spcPct val="114000"/>
              </a:lnSpc>
              <a:defRPr sz="2000" b="1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800" dirty="0"/>
              <a:t>思考</a:t>
            </a:r>
            <a:r>
              <a:rPr lang="zh-CN" altLang="en-US" sz="1800" dirty="0" smtClean="0"/>
              <a:t>：</a:t>
            </a:r>
            <a:r>
              <a:rPr lang="zh-CN" altLang="en-US" sz="1800" dirty="0" smtClean="0">
                <a:solidFill>
                  <a:schemeClr val="tx1"/>
                </a:solidFill>
              </a:rPr>
              <a:t>哪些寻址方式可缺省</a:t>
            </a:r>
            <a:r>
              <a:rPr lang="en-US" altLang="zh-CN" sz="1800" dirty="0" smtClean="0">
                <a:solidFill>
                  <a:schemeClr val="tx1"/>
                </a:solidFill>
              </a:rPr>
              <a:t>OPD</a:t>
            </a:r>
            <a:r>
              <a:rPr lang="zh-CN" altLang="en-US" sz="1800" dirty="0" smtClean="0">
                <a:solidFill>
                  <a:schemeClr val="tx1"/>
                </a:solidFill>
              </a:rPr>
              <a:t>地址计算？指令地址计算可以提前吗？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124" name="Text Box 523"/>
          <p:cNvSpPr txBox="1">
            <a:spLocks noChangeArrowheads="1"/>
          </p:cNvSpPr>
          <p:nvPr/>
        </p:nvSpPr>
        <p:spPr bwMode="auto">
          <a:xfrm>
            <a:off x="468000" y="5580000"/>
            <a:ext cx="2052000" cy="504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  <a:effectLst/>
        </p:spPr>
        <p:txBody>
          <a:bodyPr wrap="square" lIns="18000" tIns="10800" rIns="18000" bIns="10800">
            <a:noAutofit/>
          </a:bodyPr>
          <a:lstStyle>
            <a:defPPr>
              <a:defRPr lang="zh-CN"/>
            </a:defPPr>
            <a:lvl1pPr marL="271780" indent="-271780" algn="l">
              <a:lnSpc>
                <a:spcPct val="114000"/>
              </a:lnSpc>
              <a:defRPr sz="2000" b="1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 smtClean="0"/>
              <a:t>例</a:t>
            </a:r>
            <a:r>
              <a:rPr lang="en-US" altLang="zh-CN" sz="1600" dirty="0" smtClean="0"/>
              <a:t>:</a:t>
            </a:r>
            <a:r>
              <a:rPr lang="en-US" altLang="zh-CN" sz="1600" dirty="0" smtClean="0">
                <a:solidFill>
                  <a:schemeClr val="tx1"/>
                </a:solidFill>
              </a:rPr>
              <a:t>R2</a:t>
            </a:r>
            <a:r>
              <a:rPr lang="zh-CN" altLang="en-US" sz="1600" dirty="0" smtClean="0">
                <a:solidFill>
                  <a:schemeClr val="tx1"/>
                </a:solidFill>
              </a:rPr>
              <a:t>←</a:t>
            </a:r>
            <a:r>
              <a:rPr lang="en-US" altLang="zh-CN" sz="1600" dirty="0" smtClean="0">
                <a:solidFill>
                  <a:schemeClr val="tx1"/>
                </a:solidFill>
              </a:rPr>
              <a:t>(R2)+(R1)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</a:rPr>
              <a:t>  R2</a:t>
            </a:r>
            <a:r>
              <a:rPr lang="zh-CN" altLang="en-US" sz="1600" dirty="0" smtClean="0">
                <a:solidFill>
                  <a:schemeClr val="tx1"/>
                </a:solidFill>
              </a:rPr>
              <a:t>←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en-US" altLang="zh-CN" sz="1600" dirty="0" smtClean="0">
                <a:solidFill>
                  <a:schemeClr val="tx1"/>
                </a:solidFill>
              </a:rPr>
              <a:t>R2)-M[(R1)]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grpSp>
        <p:nvGrpSpPr>
          <p:cNvPr id="205" name="组合 204"/>
          <p:cNvGrpSpPr/>
          <p:nvPr/>
        </p:nvGrpSpPr>
        <p:grpSpPr>
          <a:xfrm>
            <a:off x="828675" y="1762760"/>
            <a:ext cx="7918450" cy="1475740"/>
            <a:chOff x="1531" y="2098"/>
            <a:chExt cx="12470" cy="2324"/>
          </a:xfrm>
        </p:grpSpPr>
        <p:sp>
          <p:nvSpPr>
            <p:cNvPr id="206" name="Rectangle 27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575" y="2098"/>
              <a:ext cx="7427" cy="2324"/>
            </a:xfrm>
            <a:prstGeom prst="rect">
              <a:avLst/>
            </a:prstGeom>
            <a:noFill/>
            <a:ln w="12700">
              <a:solidFill>
                <a:srgbClr val="CC3300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07" name="Text Box 6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059" y="2551"/>
              <a:ext cx="113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取指令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08" name="Text Box 6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323" y="3515"/>
              <a:ext cx="2041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指令地址计算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09" name="Text Box 6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761" y="3288"/>
              <a:ext cx="1417" cy="794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指令操作译码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0" name="直接箭头连接符 209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3569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1" name="Text Box 8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531" y="3118"/>
              <a:ext cx="204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当前指令地址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2" name="直接箭头连接符 211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6178" y="3685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9"/>
              </p:custDataLst>
            </p:nvPr>
          </p:nvCxnSpPr>
          <p:spPr bwMode="auto">
            <a:xfrm>
              <a:off x="1531" y="3061"/>
              <a:ext cx="1224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箭头连接符 213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3569" y="385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5" name="直接箭头连接符 214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3569" y="4365"/>
              <a:ext cx="317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6" name="直接箭头连接符 215"/>
            <p:cNvCxnSpPr/>
            <p:nvPr>
              <p:custDataLst>
                <p:tags r:id="rId12"/>
              </p:custDataLst>
            </p:nvPr>
          </p:nvCxnSpPr>
          <p:spPr bwMode="auto">
            <a:xfrm>
              <a:off x="5441" y="2721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7" name="直接箭头连接符 216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4193" y="2721"/>
              <a:ext cx="124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18" name="Text Box 8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701" y="3969"/>
              <a:ext cx="158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仅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内部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9" name="Text Box 8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701" y="2098"/>
              <a:ext cx="1928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latin typeface="宋体" panose="02010600030101010101" pitchFamily="2" charset="-122"/>
                </a:rPr>
                <a:t>涉及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外部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0" name="Text Box 8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922" y="2154"/>
              <a:ext cx="141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执行指令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4104640" y="1798320"/>
            <a:ext cx="4572000" cy="1403985"/>
            <a:chOff x="6690" y="2154"/>
            <a:chExt cx="7200" cy="2211"/>
          </a:xfrm>
        </p:grpSpPr>
        <p:sp>
          <p:nvSpPr>
            <p:cNvPr id="222" name="Text Box 6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747" y="3516"/>
              <a:ext cx="1928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地址计算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3" name="Text Box 65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070" y="3516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数据操作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4" name="Text Box 6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1111" y="3516"/>
              <a:ext cx="1928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地址计算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5" name="Text Box 6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087" y="2551"/>
              <a:ext cx="113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取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6" name="Text Box 6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1508" y="2551"/>
              <a:ext cx="113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存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27" name="直接箭头连接符 226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544" y="3685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8" name="直接箭头连接符 227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7767" y="385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9" name="Text Box 8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822" y="3968"/>
              <a:ext cx="21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串或向量指令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0" name="直接箭头连接符 229"/>
            <p:cNvCxnSpPr/>
            <p:nvPr>
              <p:custDataLst>
                <p:tags r:id="rId25"/>
              </p:custDataLst>
            </p:nvPr>
          </p:nvCxnSpPr>
          <p:spPr bwMode="auto">
            <a:xfrm flipH="1" flipV="1">
              <a:off x="12074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1" name="直接箭头连接符 230"/>
            <p:cNvCxnSpPr/>
            <p:nvPr>
              <p:custDataLst>
                <p:tags r:id="rId26"/>
              </p:custDataLst>
            </p:nvPr>
          </p:nvCxnSpPr>
          <p:spPr bwMode="auto">
            <a:xfrm>
              <a:off x="12415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2" name="Text Box 8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049" y="3118"/>
              <a:ext cx="124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多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个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3" name="Text Box 8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2471" y="3118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多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个结果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4" name="Text Box 8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993" y="2154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间接寻址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5" name="直接箭头连接符 234"/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7709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6" name="直接箭头连接符 235"/>
            <p:cNvCxnSpPr/>
            <p:nvPr>
              <p:custDataLst>
                <p:tags r:id="rId31"/>
              </p:custDataLst>
            </p:nvPr>
          </p:nvCxnSpPr>
          <p:spPr bwMode="auto">
            <a:xfrm>
              <a:off x="7993" y="2891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7" name="直接箭头连接符 236"/>
            <p:cNvCxnSpPr/>
            <p:nvPr>
              <p:custDataLst>
                <p:tags r:id="rId32"/>
              </p:custDataLst>
            </p:nvPr>
          </p:nvCxnSpPr>
          <p:spPr bwMode="auto">
            <a:xfrm>
              <a:off x="13889" y="2721"/>
              <a:ext cx="0" cy="164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8" name="直接箭头连接符 237"/>
            <p:cNvCxnSpPr/>
            <p:nvPr>
              <p:custDataLst>
                <p:tags r:id="rId33"/>
              </p:custDataLst>
            </p:nvPr>
          </p:nvCxnSpPr>
          <p:spPr bwMode="auto">
            <a:xfrm>
              <a:off x="12641" y="2721"/>
              <a:ext cx="124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9" name="弧形 238"/>
            <p:cNvSpPr/>
            <p:nvPr>
              <p:custDataLst>
                <p:tags r:id="rId34"/>
              </p:custDataLst>
            </p:nvPr>
          </p:nvSpPr>
          <p:spPr bwMode="auto">
            <a:xfrm>
              <a:off x="7482" y="2154"/>
              <a:ext cx="454" cy="397"/>
            </a:xfrm>
            <a:prstGeom prst="arc">
              <a:avLst>
                <a:gd name="adj1" fmla="val 7139042"/>
                <a:gd name="adj2" fmla="val 3932591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40" name="直接箭头连接符 239"/>
            <p:cNvCxnSpPr/>
            <p:nvPr>
              <p:custDataLst>
                <p:tags r:id="rId35"/>
              </p:custDataLst>
            </p:nvPr>
          </p:nvCxnSpPr>
          <p:spPr bwMode="auto">
            <a:xfrm>
              <a:off x="9752" y="2721"/>
              <a:ext cx="0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1" name="直接箭头连接符 240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8219" y="2722"/>
              <a:ext cx="153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2" name="直接箭头连接符 241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6690" y="4365"/>
              <a:ext cx="72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98" name="组合 197"/>
          <p:cNvGrpSpPr/>
          <p:nvPr/>
        </p:nvGrpSpPr>
        <p:grpSpPr>
          <a:xfrm>
            <a:off x="1837715" y="4100080"/>
            <a:ext cx="3996000" cy="612140"/>
            <a:chOff x="3005" y="5896"/>
            <a:chExt cx="6293" cy="964"/>
          </a:xfrm>
        </p:grpSpPr>
        <p:sp>
          <p:nvSpPr>
            <p:cNvPr id="185" name="矩形 184"/>
            <p:cNvSpPr/>
            <p:nvPr>
              <p:custDataLst>
                <p:tags r:id="rId38"/>
              </p:custDataLst>
            </p:nvPr>
          </p:nvSpPr>
          <p:spPr bwMode="auto">
            <a:xfrm>
              <a:off x="3174" y="5896"/>
              <a:ext cx="5953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Text Box 31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344" y="5953"/>
              <a:ext cx="1191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314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987" y="5953"/>
              <a:ext cx="1474" cy="34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31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917" y="5953"/>
              <a:ext cx="2098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9" name="直接箭头连接符 188"/>
            <p:cNvCxnSpPr/>
            <p:nvPr>
              <p:custDataLst>
                <p:tags r:id="rId42"/>
              </p:custDataLst>
            </p:nvPr>
          </p:nvCxnSpPr>
          <p:spPr bwMode="auto">
            <a:xfrm>
              <a:off x="4534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43"/>
              </p:custDataLst>
            </p:nvPr>
          </p:nvCxnSpPr>
          <p:spPr bwMode="auto">
            <a:xfrm>
              <a:off x="6460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44"/>
              </p:custDataLst>
            </p:nvPr>
          </p:nvCxnSpPr>
          <p:spPr bwMode="auto">
            <a:xfrm>
              <a:off x="9014" y="612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9298" y="6123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46"/>
              </p:custDataLst>
            </p:nvPr>
          </p:nvCxnSpPr>
          <p:spPr bwMode="auto">
            <a:xfrm>
              <a:off x="3005" y="612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3005" y="6123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48"/>
              </p:custDataLst>
            </p:nvPr>
          </p:nvCxnSpPr>
          <p:spPr bwMode="auto">
            <a:xfrm>
              <a:off x="3005" y="6860"/>
              <a:ext cx="629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6" name="Text Box 316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3572" y="6350"/>
              <a:ext cx="221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197" name="Text Box 316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917" y="6349"/>
              <a:ext cx="2098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←计算结果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199" name="线形标注 2 198"/>
          <p:cNvSpPr/>
          <p:nvPr>
            <p:custDataLst>
              <p:tags r:id="rId51"/>
            </p:custDataLst>
          </p:nvPr>
        </p:nvSpPr>
        <p:spPr bwMode="auto">
          <a:xfrm>
            <a:off x="3745069" y="4785550"/>
            <a:ext cx="3240000" cy="252000"/>
          </a:xfrm>
          <a:prstGeom prst="borderCallout2">
            <a:avLst>
              <a:gd name="adj1" fmla="val 50026"/>
              <a:gd name="adj2" fmla="val -119"/>
              <a:gd name="adj3" fmla="val 49336"/>
              <a:gd name="adj4" fmla="val -9286"/>
              <a:gd name="adj5" fmla="val -95577"/>
              <a:gd name="adj6" fmla="val -1406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称作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增量操作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放在取指阶段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200" name="Text Box 47"/>
          <p:cNvSpPr txBox="1"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1836000" y="5076000"/>
            <a:ext cx="6732905" cy="1416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数据通路</a:t>
            </a:r>
            <a:r>
              <a:rPr lang="zh-CN" altLang="en-US" sz="2200" b="1" dirty="0">
                <a:latin typeface="宋体" panose="02010600030101010101" pitchFamily="2" charset="-122"/>
              </a:rPr>
              <a:t>实现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取指令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执行指令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的操作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│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←不同指令的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操作不同</a:t>
            </a:r>
            <a:endParaRPr lang="en-US" altLang="zh-CN" sz="16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←所有指令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操作相同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     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无操作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产生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相应的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操作控制信号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ldLvl="0" animBg="1"/>
      <p:bldP spid="124" grpId="0" bldLvl="0" animBg="1"/>
      <p:bldP spid="19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34" name="AutoShape 9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730830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179705" y="360045"/>
            <a:ext cx="6378575" cy="52590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、指令执行的过程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*指令系统示例：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Demo_IS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指令系统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下图为部分指令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数据通路示例：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基本操作的组成要求：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9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37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7" name="AutoShape 9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6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4030"/>
            <a:ext cx="1040904" cy="359346"/>
          </a:xfrm>
        </p:spPr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91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6804595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764000" y="1224000"/>
            <a:ext cx="6361430" cy="2231390"/>
            <a:chOff x="2721" y="1361"/>
            <a:chExt cx="10018" cy="3514"/>
          </a:xfrm>
        </p:grpSpPr>
        <p:sp>
          <p:nvSpPr>
            <p:cNvPr id="32" name="Text Box 13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39" y="232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" name="Text Box 13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839" y="2780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6" name="Text Box 14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293" y="2780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14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839" y="4141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Disp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88" name="Text Box 15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839" y="187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RD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89" name="Text Box 15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293" y="187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90" name="Text Box 15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293" y="232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15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987" y="1363"/>
              <a:ext cx="1757" cy="4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105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指令格式</a:t>
              </a:r>
              <a:endPara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2" name="Text Box 1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990" y="1873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0010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15" name="Text Box 16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990" y="2326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0011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16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990" y="2780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8" name="Text Box 16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990" y="4141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1100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16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839" y="32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168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293" y="32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21" name="Text Box 16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990" y="3234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010</a:t>
              </a:r>
              <a:endParaRPr lang="en-US" altLang="zh-CN" sz="1600" b="1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2" name="Text Box 17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612" y="3234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17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612" y="2780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14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839" y="3687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14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293" y="3687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64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989" y="3687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0110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16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721" y="1363"/>
              <a:ext cx="5272" cy="311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 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指令功能</a:t>
              </a:r>
              <a:endPara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(LD) : 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←M</a:t>
              </a:r>
              <a:r>
                <a:rPr lang="en-US" altLang="zh-CN" sz="1600" b="1" spc="-200" dirty="0" smtClean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(ST) :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(RS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]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RD)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加法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(ADD): RD←(RD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或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RD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spc="-300" dirty="0" smtClean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减法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(SUB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): RD←(RD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分支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JNZ):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ZF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138" name="Text Box 135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9635" y="1361"/>
              <a:ext cx="3105" cy="351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 指令寻址方式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相对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或隐含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139" name="Text Box 5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753110" y="3384000"/>
            <a:ext cx="7867015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运算器由</a:t>
            </a:r>
            <a:r>
              <a:rPr lang="en-US" altLang="zh-CN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ALU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en-US" altLang="zh-CN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ExtU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位扩展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GPRs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en-US" altLang="zh-CN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PSR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组成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   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操作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具有独立性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不依赖于其他操作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]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①源数据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结果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放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时序逻辑部件</a:t>
            </a:r>
            <a:r>
              <a:rPr lang="zh-CN" altLang="en-US" sz="2200" b="1" dirty="0">
                <a:latin typeface="宋体" panose="02010600030101010101" pitchFamily="2" charset="-122"/>
              </a:rPr>
              <a:t>中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如</a:t>
            </a:r>
            <a:r>
              <a:rPr lang="en-US" altLang="zh-CN" sz="1600" b="1" dirty="0">
                <a:latin typeface="宋体" panose="02010600030101010101" pitchFamily="2" charset="-122"/>
              </a:rPr>
              <a:t>REG)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←否则依赖其它操作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②操作功能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具有原子性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如</a:t>
            </a:r>
            <a:r>
              <a:rPr lang="en-US" altLang="zh-CN" sz="1600" b="1" dirty="0">
                <a:latin typeface="宋体" panose="02010600030101010101" pitchFamily="2" charset="-122"/>
              </a:rPr>
              <a:t>REG</a:t>
            </a:r>
            <a:r>
              <a:rPr lang="zh-CN" altLang="en-US" sz="1600" b="1" dirty="0">
                <a:latin typeface="宋体" panose="02010600030101010101" pitchFamily="2" charset="-122"/>
              </a:rPr>
              <a:t>→</a:t>
            </a:r>
            <a:r>
              <a:rPr lang="en-US" altLang="zh-CN" sz="1600" b="1" dirty="0">
                <a:latin typeface="宋体" panose="02010600030101010101" pitchFamily="2" charset="-122"/>
              </a:rPr>
              <a:t>ALU</a:t>
            </a:r>
            <a:r>
              <a:rPr lang="zh-CN" altLang="en-US" sz="1600" b="1" dirty="0">
                <a:latin typeface="宋体" panose="02010600030101010101" pitchFamily="2" charset="-122"/>
              </a:rPr>
              <a:t>→</a:t>
            </a:r>
            <a:r>
              <a:rPr lang="en-US" altLang="zh-CN" sz="1600" b="1" dirty="0">
                <a:latin typeface="宋体" panose="02010600030101010101" pitchFamily="2" charset="-122"/>
              </a:rPr>
              <a:t>REG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</a:rPr>
              <a:t>←否则不是基本操作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908000" y="3888000"/>
            <a:ext cx="6299200" cy="1188085"/>
            <a:chOff x="1759" y="3912"/>
            <a:chExt cx="9920" cy="1871"/>
          </a:xfrm>
        </p:grpSpPr>
        <p:sp>
          <p:nvSpPr>
            <p:cNvPr id="34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759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5" name="Text Box 18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专用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6" name="直接连接符 35"/>
            <p:cNvCxnSpPr/>
            <p:nvPr>
              <p:custDataLst>
                <p:tags r:id="rId30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 Box 1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/>
            <p:nvPr>
              <p:custDataLst>
                <p:tags r:id="rId34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37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5" name="直接连接符 445"/>
            <p:cNvCxnSpPr/>
            <p:nvPr>
              <p:custDataLst>
                <p:tags r:id="rId38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" name="Text Box 1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49" name="直接连接符 48"/>
            <p:cNvCxnSpPr/>
            <p:nvPr>
              <p:custDataLst>
                <p:tags r:id="rId42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Text Box 1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2" name="直接连接符 51"/>
            <p:cNvCxnSpPr/>
            <p:nvPr>
              <p:custDataLst>
                <p:tags r:id="rId45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46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8789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48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49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7" name="Text Box 1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8" name="Text Box 18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6974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连接符 480"/>
            <p:cNvCxnSpPr/>
            <p:nvPr>
              <p:custDataLst>
                <p:tags r:id="rId52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53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AutoShape 15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62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连接符 62"/>
            <p:cNvCxnSpPr/>
            <p:nvPr>
              <p:custDataLst>
                <p:tags r:id="rId56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直接连接符 445"/>
            <p:cNvCxnSpPr/>
            <p:nvPr>
              <p:custDataLst>
                <p:tags r:id="rId58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445"/>
            <p:cNvCxnSpPr/>
            <p:nvPr>
              <p:custDataLst>
                <p:tags r:id="rId60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62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63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64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65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3" name="Text Box 1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4" name="Text Box 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5" name="Text Box 23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连接符 75"/>
            <p:cNvCxnSpPr/>
            <p:nvPr>
              <p:custDataLst>
                <p:tags r:id="rId69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71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72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73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74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75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76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直接连接符 83"/>
            <p:cNvCxnSpPr/>
            <p:nvPr>
              <p:custDataLst>
                <p:tags r:id="rId77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78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30" name="线形标注 2 29"/>
          <p:cNvSpPr/>
          <p:nvPr>
            <p:custDataLst>
              <p:tags r:id="rId79"/>
            </p:custDataLst>
          </p:nvPr>
        </p:nvSpPr>
        <p:spPr bwMode="auto">
          <a:xfrm>
            <a:off x="394970" y="4137660"/>
            <a:ext cx="1152000" cy="504000"/>
          </a:xfrm>
          <a:prstGeom prst="borderCallout2">
            <a:avLst>
              <a:gd name="adj1" fmla="val 48128"/>
              <a:gd name="adj2" fmla="val 100817"/>
              <a:gd name="adj3" fmla="val 47373"/>
              <a:gd name="adj4" fmla="val 113274"/>
              <a:gd name="adj5" fmla="val 70177"/>
              <a:gd name="adj6" fmla="val 14155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假设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具有</a:t>
            </a:r>
            <a:r>
              <a:rPr lang="zh-CN" altLang="en-US" sz="16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计数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功能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3060000" y="3204000"/>
            <a:ext cx="3815715" cy="289560"/>
            <a:chOff x="6634" y="4479"/>
            <a:chExt cx="6009" cy="456"/>
          </a:xfrm>
        </p:grpSpPr>
        <p:cxnSp>
          <p:nvCxnSpPr>
            <p:cNvPr id="141" name="直接连接符 140"/>
            <p:cNvCxnSpPr/>
            <p:nvPr>
              <p:custDataLst>
                <p:tags r:id="rId80"/>
              </p:custDataLst>
            </p:nvPr>
          </p:nvCxnSpPr>
          <p:spPr bwMode="auto">
            <a:xfrm flipH="1">
              <a:off x="9072" y="4479"/>
              <a:ext cx="340" cy="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81"/>
              </p:custDataLst>
            </p:nvPr>
          </p:nvCxnSpPr>
          <p:spPr bwMode="auto">
            <a:xfrm>
              <a:off x="6634" y="4481"/>
              <a:ext cx="6009" cy="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220" name="AutoShape 499">
            <a:hlinkClick r:id="rId82" action="ppaction://hlinksldjump" highlightClick="1"/>
          </p:cNvPr>
          <p:cNvSpPr>
            <a:spLocks noChangeArrowheads="1"/>
          </p:cNvSpPr>
          <p:nvPr>
            <p:custDataLst>
              <p:tags r:id="rId83"/>
            </p:custDataLst>
          </p:nvPr>
        </p:nvSpPr>
        <p:spPr bwMode="auto">
          <a:xfrm rot="10800000">
            <a:off x="2808000" y="650794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221" name="AutoShape 98">
            <a:hlinkClick r:id="rId84" action="ppaction://hlinksldjump" highlightClick="1"/>
          </p:cNvPr>
          <p:cNvSpPr>
            <a:spLocks noChangeArrowheads="1"/>
          </p:cNvSpPr>
          <p:nvPr>
            <p:custDataLst>
              <p:tags r:id="rId85"/>
            </p:custDataLst>
          </p:nvPr>
        </p:nvSpPr>
        <p:spPr bwMode="auto">
          <a:xfrm rot="10800000">
            <a:off x="5508000" y="651600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3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709200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程序执行环境示例：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假设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(PC)=10H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(R0)=20H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(R2)=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30H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7235031" y="216735"/>
            <a:ext cx="1786261" cy="1512169"/>
            <a:chOff x="7014467" y="260647"/>
            <a:chExt cx="1786261" cy="1512169"/>
          </a:xfrm>
        </p:grpSpPr>
        <p:sp>
          <p:nvSpPr>
            <p:cNvPr id="87" name="Text Box 186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471667" y="260647"/>
              <a:ext cx="1060773" cy="148835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7780" tIns="10800" rIns="17780" bIns="10800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00100100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00111000 01100110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11011110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01001000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8" name="Text Box 18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014467" y="260648"/>
              <a:ext cx="433388" cy="151216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10H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11H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12H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13H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20H</a:t>
              </a:r>
              <a:endPara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" name="Line 188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7470081" y="510013"/>
              <a:ext cx="10623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90" name="Line 189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7470080" y="1004543"/>
              <a:ext cx="10623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91" name="Line 190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7470080" y="1254471"/>
              <a:ext cx="10623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92" name="Line 191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7470080" y="1518125"/>
              <a:ext cx="10623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42" name="Line 192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7471667" y="764704"/>
              <a:ext cx="10607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94" name="Text Box 19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532440" y="790873"/>
              <a:ext cx="268288" cy="542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3" name="Text Box 164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79705" y="843280"/>
            <a:ext cx="6672580" cy="5682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取数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LD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的执行过程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指令译码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为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指令地址计算操作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Text Box 5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592070" y="1263015"/>
            <a:ext cx="6271895" cy="52463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kumimoji="0" lang="zh-CN" altLang="en-US" sz="2000" b="1" u="sng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M[(PC)]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endParaRPr lang="zh-CN" altLang="en-US" sz="2000" b="1" dirty="0">
              <a:uFillTx/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MAR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←(PC)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MDR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←M[(MAR)]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IR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←(MDR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②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←(PC)</a:t>
            </a:r>
            <a:r>
              <a:rPr lang="zh-CN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(IR)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24H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11H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，其余不变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不关注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识别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当前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指令功能、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操作控制信号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←M</a:t>
            </a:r>
            <a:r>
              <a:rPr lang="en-US" altLang="zh-CN" sz="2000" b="1" spc="-200" dirty="0"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000" b="1" spc="-200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]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控制</a:t>
            </a:r>
            <a:r>
              <a:rPr lang="zh-CN" sz="2000" b="1" u="sng" dirty="0" smtClean="0">
                <a:latin typeface="宋体" panose="02010600030101010101" pitchFamily="2" charset="-122"/>
                <a:sym typeface="+mn-ea"/>
              </a:rPr>
              <a:t>信号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为读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REG&amp;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MEM&amp;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GPR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当前指令的约定功能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数据操作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下条指令地址计算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MAR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←(R0)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⑤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←M[(MAR)]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⑥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R1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←(MDR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(R1)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48H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，其余不变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数据传送指令不写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PSR)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无操作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顺序型指令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取指时已完成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728000" y="2487185"/>
            <a:ext cx="6300570" cy="1188085"/>
            <a:chOff x="1757" y="3912"/>
            <a:chExt cx="9922" cy="1871"/>
          </a:xfrm>
        </p:grpSpPr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57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1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专用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6" name="直接连接符 215"/>
            <p:cNvCxnSpPr/>
            <p:nvPr>
              <p:custDataLst>
                <p:tags r:id="rId14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Text Box 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196" name="直接连接符 195"/>
            <p:cNvCxnSpPr/>
            <p:nvPr>
              <p:custDataLst>
                <p:tags r:id="rId18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21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0" name="直接连接符 445"/>
            <p:cNvCxnSpPr/>
            <p:nvPr>
              <p:custDataLst>
                <p:tags r:id="rId22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4" name="Text Box 1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5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17" name="直接连接符 216"/>
            <p:cNvCxnSpPr/>
            <p:nvPr>
              <p:custDataLst>
                <p:tags r:id="rId26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 Box 1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01" name="直接连接符 100"/>
            <p:cNvCxnSpPr/>
            <p:nvPr>
              <p:custDataLst>
                <p:tags r:id="rId29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30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878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32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33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1" name="Text Box 1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18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973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3" name="直接连接符 480"/>
            <p:cNvCxnSpPr/>
            <p:nvPr>
              <p:custDataLst>
                <p:tags r:id="rId36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37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3" name="AutoShape 1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04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40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直接连接符 445"/>
            <p:cNvCxnSpPr/>
            <p:nvPr>
              <p:custDataLst>
                <p:tags r:id="rId42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445"/>
            <p:cNvCxnSpPr/>
            <p:nvPr>
              <p:custDataLst>
                <p:tags r:id="rId44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46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47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48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49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Text Box 1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18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23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" name="直接连接符 15"/>
            <p:cNvCxnSpPr/>
            <p:nvPr>
              <p:custDataLst>
                <p:tags r:id="rId53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55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56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58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59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60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61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62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54" name="组合 53"/>
          <p:cNvGrpSpPr/>
          <p:nvPr/>
        </p:nvGrpSpPr>
        <p:grpSpPr>
          <a:xfrm>
            <a:off x="1728000" y="2595245"/>
            <a:ext cx="5616575" cy="829310"/>
            <a:chOff x="3855" y="5556"/>
            <a:chExt cx="8845" cy="1306"/>
          </a:xfrm>
        </p:grpSpPr>
        <p:sp>
          <p:nvSpPr>
            <p:cNvPr id="55" name="Text Box 197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3855" y="652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CC3300"/>
                  </a:solidFill>
                </a:rPr>
                <a:t>①</a:t>
              </a:r>
              <a:endParaRPr lang="zh-CN" altLang="en-US" sz="1600" b="1" dirty="0" smtClean="0">
                <a:solidFill>
                  <a:srgbClr val="CC3300"/>
                </a:solidFill>
              </a:endParaRPr>
            </a:p>
          </p:txBody>
        </p:sp>
        <p:sp>
          <p:nvSpPr>
            <p:cNvPr id="56" name="Text Box 197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4932" y="6520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chemeClr val="accent2"/>
                  </a:solidFill>
                </a:rPr>
                <a:t>③</a:t>
              </a:r>
              <a:endParaRPr lang="zh-CN" altLang="en-US" sz="1600" b="1" dirty="0" smtClean="0">
                <a:solidFill>
                  <a:schemeClr val="accent2"/>
                </a:solidFill>
              </a:endParaRPr>
            </a:p>
          </p:txBody>
        </p:sp>
        <p:sp>
          <p:nvSpPr>
            <p:cNvPr id="57" name="Text Box 197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2303" y="646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990099"/>
                  </a:solidFill>
                </a:rPr>
                <a:t>②</a:t>
              </a:r>
              <a:endParaRPr lang="zh-CN" altLang="en-US" sz="1600" b="1" dirty="0" smtClean="0">
                <a:solidFill>
                  <a:srgbClr val="990099"/>
                </a:solidFill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66"/>
              </p:custDataLst>
            </p:nvPr>
          </p:nvCxnSpPr>
          <p:spPr bwMode="auto">
            <a:xfrm>
              <a:off x="4422" y="589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9" name="Text Box 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4252" y="5613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7780" rIns="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6000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600" b="1" baseline="-16000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0" name="直接连接符 59"/>
            <p:cNvCxnSpPr/>
            <p:nvPr>
              <p:custDataLst>
                <p:tags r:id="rId68"/>
              </p:custDataLst>
            </p:nvPr>
          </p:nvCxnSpPr>
          <p:spPr bwMode="auto">
            <a:xfrm>
              <a:off x="4252" y="6521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5333" y="6522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70"/>
              </p:custDataLst>
            </p:nvPr>
          </p:nvCxnSpPr>
          <p:spPr bwMode="auto">
            <a:xfrm>
              <a:off x="11792" y="6521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71"/>
              </p:custDataLst>
            </p:nvPr>
          </p:nvCxnSpPr>
          <p:spPr bwMode="auto">
            <a:xfrm>
              <a:off x="12246" y="589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12246" y="640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73"/>
              </p:custDataLst>
            </p:nvPr>
          </p:nvCxnSpPr>
          <p:spPr bwMode="auto">
            <a:xfrm>
              <a:off x="11339" y="5896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74"/>
              </p:custDataLst>
            </p:nvPr>
          </p:nvCxnSpPr>
          <p:spPr bwMode="auto">
            <a:xfrm>
              <a:off x="11339" y="5896"/>
              <a:ext cx="0" cy="96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" name="Text Box 197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969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FF3399"/>
                  </a:solidFill>
                </a:rPr>
                <a:t>②</a:t>
              </a:r>
              <a:endParaRPr lang="zh-CN" altLang="en-US" sz="1600" b="1" dirty="0" smtClean="0">
                <a:solidFill>
                  <a:srgbClr val="FF3399"/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615945" y="2809370"/>
            <a:ext cx="1728470" cy="791845"/>
            <a:chOff x="9978" y="2494"/>
            <a:chExt cx="2722" cy="1247"/>
          </a:xfrm>
        </p:grpSpPr>
        <p:sp>
          <p:nvSpPr>
            <p:cNvPr id="70" name="Text Box 197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9978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CC3300"/>
                  </a:solidFill>
                </a:rPr>
                <a:t>④</a:t>
              </a:r>
              <a:endParaRPr lang="zh-CN" altLang="en-US" sz="1600" b="1" dirty="0" smtClean="0">
                <a:solidFill>
                  <a:srgbClr val="CC3300"/>
                </a:solidFill>
              </a:endParaRPr>
            </a:p>
          </p:txBody>
        </p:sp>
        <p:sp>
          <p:nvSpPr>
            <p:cNvPr id="71" name="Text Box 197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0942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chemeClr val="accent2"/>
                  </a:solidFill>
                </a:rPr>
                <a:t>⑥</a:t>
              </a:r>
              <a:endParaRPr lang="zh-CN" altLang="en-US" sz="1600" b="1" dirty="0" smtClean="0">
                <a:solidFill>
                  <a:schemeClr val="accent2"/>
                </a:solidFill>
              </a:endParaRPr>
            </a:p>
          </p:txBody>
        </p:sp>
        <p:sp>
          <p:nvSpPr>
            <p:cNvPr id="72" name="Text Box 197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2303" y="3401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990099"/>
                  </a:solidFill>
                </a:rPr>
                <a:t>⑤</a:t>
              </a:r>
              <a:endParaRPr lang="zh-CN" altLang="en-US" sz="1600" b="1" dirty="0" smtClean="0">
                <a:solidFill>
                  <a:srgbClr val="990099"/>
                </a:solidFill>
              </a:endParaRPr>
            </a:p>
          </p:txBody>
        </p:sp>
        <p:cxnSp>
          <p:nvCxnSpPr>
            <p:cNvPr id="73" name="直接连接符 72"/>
            <p:cNvCxnSpPr/>
            <p:nvPr>
              <p:custDataLst>
                <p:tags r:id="rId79"/>
              </p:custDataLst>
            </p:nvPr>
          </p:nvCxnSpPr>
          <p:spPr bwMode="auto">
            <a:xfrm>
              <a:off x="10375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0885" y="3132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81"/>
              </p:custDataLst>
            </p:nvPr>
          </p:nvCxnSpPr>
          <p:spPr bwMode="auto">
            <a:xfrm>
              <a:off x="11792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82"/>
              </p:custDataLst>
            </p:nvPr>
          </p:nvCxnSpPr>
          <p:spPr bwMode="auto">
            <a:xfrm>
              <a:off x="12246" y="250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12246" y="301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84"/>
              </p:custDataLst>
            </p:nvPr>
          </p:nvCxnSpPr>
          <p:spPr bwMode="auto">
            <a:xfrm>
              <a:off x="11339" y="2494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85"/>
              </p:custDataLst>
            </p:nvPr>
          </p:nvCxnSpPr>
          <p:spPr bwMode="auto">
            <a:xfrm>
              <a:off x="11339" y="2494"/>
              <a:ext cx="0" cy="96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5040000" y="2593225"/>
            <a:ext cx="719455" cy="756285"/>
            <a:chOff x="8137" y="4849"/>
            <a:chExt cx="1133" cy="1191"/>
          </a:xfrm>
        </p:grpSpPr>
        <p:sp>
          <p:nvSpPr>
            <p:cNvPr id="4" name="Text Box 18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8137" y="5700"/>
              <a:ext cx="850" cy="340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(=00)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" name="Text Box 18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8420" y="4849"/>
              <a:ext cx="850" cy="312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(=01)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 rot="5400000">
            <a:off x="190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10" name="AutoShape 98">
            <a:hlinkClick r:id="rId89" action="ppaction://hlinksldjump" highlightClick="1"/>
          </p:cNvPr>
          <p:cNvSpPr>
            <a:spLocks noChangeArrowheads="1"/>
          </p:cNvSpPr>
          <p:nvPr>
            <p:custDataLst>
              <p:tags r:id="rId90"/>
            </p:custDataLst>
          </p:nvPr>
        </p:nvSpPr>
        <p:spPr bwMode="auto">
          <a:xfrm rot="10800000">
            <a:off x="514806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32" name="AutoShape 98">
            <a:hlinkClick r:id="rId91" action="ppaction://hlinksldjump" highlightClick="1"/>
          </p:cNvPr>
          <p:cNvSpPr>
            <a:spLocks noChangeArrowheads="1"/>
          </p:cNvSpPr>
          <p:nvPr>
            <p:custDataLst>
              <p:tags r:id="rId92"/>
            </p:custDataLst>
          </p:nvPr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99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93"/>
            </p:custDataLst>
          </p:nvPr>
        </p:nvSpPr>
        <p:spPr bwMode="auto">
          <a:xfrm rot="10800000">
            <a:off x="2988000" y="650794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3" name="Text Box 16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00"/>
            <a:ext cx="6672580" cy="5297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存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ST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的执行过程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指令译码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zh-CN" altLang="en-US" sz="2000" b="1" dirty="0">
                <a:solidFill>
                  <a:schemeClr val="tx2"/>
                </a:solidFill>
                <a:latin typeface="宋体" panose="02010600030101010101" pitchFamily="2" charset="-122"/>
                <a:sym typeface="+mn-ea"/>
              </a:rPr>
              <a:t>为</a:t>
            </a:r>
            <a:endParaRPr lang="zh-CN" altLang="en-US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指令地址计算操作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92070" y="791845"/>
            <a:ext cx="6486525" cy="4861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kumimoji="0" lang="zh-CN" altLang="en-US" sz="2000" b="1" u="sng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M[(PC)]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endParaRPr lang="zh-CN" altLang="en-US" sz="2000" b="1" dirty="0">
              <a:uFillTx/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 algn="l">
              <a:lnSpc>
                <a:spcPct val="125000"/>
              </a:lnSpc>
            </a:pP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LD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①</a:t>
            </a:r>
            <a:r>
              <a:rPr lang="en-US" altLang="zh-CN" sz="2000" b="1" dirty="0" smtClean="0">
                <a:latin typeface="+mn-lt"/>
                <a:sym typeface="+mn-ea"/>
              </a:rPr>
              <a:t>~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③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(IR)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38H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12H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，其余不变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不关注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>
                <a:latin typeface="宋体" panose="02010600030101010101" pitchFamily="2" charset="-122"/>
                <a:sym typeface="+mn-ea"/>
              </a:rPr>
              <a:t>识别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当前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指令功能、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操作控制信号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000" b="1" spc="-200" dirty="0"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000" b="1" spc="-200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]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←(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控制</a:t>
            </a:r>
            <a:r>
              <a:rPr lang="zh-CN" sz="2000" b="1" u="sng" dirty="0" smtClean="0">
                <a:latin typeface="宋体" panose="02010600030101010101" pitchFamily="2" charset="-122"/>
                <a:sym typeface="+mn-ea"/>
              </a:rPr>
              <a:t>信号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GPR&amp;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MEM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当前指令的约定功能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数据操作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下条指令地址计算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MAR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←(R0)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⑤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MDR←(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R2)</a:t>
            </a:r>
            <a:r>
              <a:rPr lang="zh-CN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M[(MAR)]←(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MDR)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M[20H]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30H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，其余不变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数据传送指令不写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PSR)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无操作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(ST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顺序型指令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728000" y="3564000"/>
            <a:ext cx="6300570" cy="1188085"/>
            <a:chOff x="1757" y="3912"/>
            <a:chExt cx="9922" cy="1871"/>
          </a:xfrm>
        </p:grpSpPr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757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1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专用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6" name="直接连接符 215"/>
            <p:cNvCxnSpPr/>
            <p:nvPr>
              <p:custDataLst>
                <p:tags r:id="rId5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196" name="直接连接符 195"/>
            <p:cNvCxnSpPr/>
            <p:nvPr>
              <p:custDataLst>
                <p:tags r:id="rId9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12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0" name="直接连接符 445"/>
            <p:cNvCxnSpPr/>
            <p:nvPr>
              <p:custDataLst>
                <p:tags r:id="rId13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4" name="Text Box 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5" name="Text Box 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17" name="直接连接符 216"/>
            <p:cNvCxnSpPr/>
            <p:nvPr>
              <p:custDataLst>
                <p:tags r:id="rId17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 Box 1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01" name="直接连接符 100"/>
            <p:cNvCxnSpPr/>
            <p:nvPr>
              <p:custDataLst>
                <p:tags r:id="rId20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21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878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23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直接连接符 209"/>
            <p:cNvCxnSpPr/>
            <p:nvPr>
              <p:custDataLst>
                <p:tags r:id="rId24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1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973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3" name="直接连接符 480"/>
            <p:cNvCxnSpPr/>
            <p:nvPr>
              <p:custDataLst>
                <p:tags r:id="rId27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28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3" name="AutoShape 15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04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31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" name="直接连接符 12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直接连接符 445"/>
            <p:cNvCxnSpPr/>
            <p:nvPr>
              <p:custDataLst>
                <p:tags r:id="rId33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445"/>
            <p:cNvCxnSpPr/>
            <p:nvPr>
              <p:custDataLst>
                <p:tags r:id="rId35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37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38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39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40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8" name="Text Box 1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1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2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" name="直接连接符 15"/>
            <p:cNvCxnSpPr/>
            <p:nvPr>
              <p:custDataLst>
                <p:tags r:id="rId44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46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47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49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50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>
              <p:custDataLst>
                <p:tags r:id="rId51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52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53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69" name="组合 68"/>
          <p:cNvGrpSpPr/>
          <p:nvPr/>
        </p:nvGrpSpPr>
        <p:grpSpPr>
          <a:xfrm>
            <a:off x="5615945" y="3888000"/>
            <a:ext cx="1728470" cy="612140"/>
            <a:chOff x="9978" y="2494"/>
            <a:chExt cx="2722" cy="964"/>
          </a:xfrm>
        </p:grpSpPr>
        <p:sp>
          <p:nvSpPr>
            <p:cNvPr id="70" name="Text Box 197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9978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CC3300"/>
                  </a:solidFill>
                </a:rPr>
                <a:t>④</a:t>
              </a:r>
              <a:endParaRPr lang="zh-CN" altLang="en-US" sz="1600" b="1" dirty="0" smtClean="0">
                <a:solidFill>
                  <a:srgbClr val="CC3300"/>
                </a:solidFill>
              </a:endParaRPr>
            </a:p>
          </p:txBody>
        </p:sp>
        <p:sp>
          <p:nvSpPr>
            <p:cNvPr id="71" name="Text Box 197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0942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chemeClr val="accent2"/>
                  </a:solidFill>
                </a:rPr>
                <a:t>⑤</a:t>
              </a:r>
              <a:endParaRPr lang="zh-CN" altLang="en-US" sz="1600" b="1" dirty="0" smtClean="0">
                <a:solidFill>
                  <a:schemeClr val="accent2"/>
                </a:solidFill>
              </a:endParaRPr>
            </a:p>
          </p:txBody>
        </p:sp>
        <p:sp>
          <p:nvSpPr>
            <p:cNvPr id="72" name="Text Box 197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2303" y="311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990099"/>
                  </a:solidFill>
                </a:rPr>
                <a:t>⑥</a:t>
              </a:r>
              <a:endParaRPr lang="zh-CN" altLang="en-US" sz="1600" b="1" dirty="0" smtClean="0">
                <a:solidFill>
                  <a:srgbClr val="990099"/>
                </a:solidFill>
              </a:endParaRPr>
            </a:p>
          </p:txBody>
        </p:sp>
        <p:cxnSp>
          <p:nvCxnSpPr>
            <p:cNvPr id="73" name="直接连接符 72"/>
            <p:cNvCxnSpPr/>
            <p:nvPr>
              <p:custDataLst>
                <p:tags r:id="rId57"/>
              </p:custDataLst>
            </p:nvPr>
          </p:nvCxnSpPr>
          <p:spPr bwMode="auto">
            <a:xfrm>
              <a:off x="10375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0602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5" name="直接连接符 74"/>
            <p:cNvCxnSpPr/>
            <p:nvPr>
              <p:custDataLst>
                <p:tags r:id="rId59"/>
              </p:custDataLst>
            </p:nvPr>
          </p:nvCxnSpPr>
          <p:spPr bwMode="auto">
            <a:xfrm>
              <a:off x="12019" y="3118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60"/>
              </p:custDataLst>
            </p:nvPr>
          </p:nvCxnSpPr>
          <p:spPr bwMode="auto">
            <a:xfrm>
              <a:off x="12246" y="2506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12246" y="2891"/>
              <a:ext cx="454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62"/>
              </p:custDataLst>
            </p:nvPr>
          </p:nvCxnSpPr>
          <p:spPr bwMode="auto">
            <a:xfrm>
              <a:off x="11339" y="2494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63"/>
              </p:custDataLst>
            </p:nvPr>
          </p:nvCxnSpPr>
          <p:spPr bwMode="auto">
            <a:xfrm>
              <a:off x="11339" y="2494"/>
              <a:ext cx="0" cy="96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5040000" y="3672000"/>
            <a:ext cx="719455" cy="756285"/>
            <a:chOff x="8137" y="4849"/>
            <a:chExt cx="1133" cy="1191"/>
          </a:xfrm>
        </p:grpSpPr>
        <p:sp>
          <p:nvSpPr>
            <p:cNvPr id="4" name="Text Box 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8137" y="5700"/>
              <a:ext cx="850" cy="340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(=00)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" name="Text Box 18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8420" y="4849"/>
              <a:ext cx="850" cy="312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(=10)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 rot="5400000">
            <a:off x="298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39" name="AutoShape 62">
            <a:hlinkClick r:id="rId67" action="ppaction://hlinksldjump"/>
          </p:cNvPr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 rot="16200000">
            <a:off x="370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5" name="Text Box 16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96000"/>
            <a:ext cx="6672580" cy="45415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减法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SUB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的执行过程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指令译码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数据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指令地址计算操作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56000" y="828000"/>
            <a:ext cx="5936615" cy="4092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kumimoji="0" lang="zh-CN" altLang="en-US" sz="2000" b="1" u="sng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M[(PC)]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endParaRPr lang="zh-CN" altLang="en-US" sz="2000" b="1" dirty="0">
              <a:uFillTx/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LD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(IR)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66H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13H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，其余不变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←(R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－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控制信号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ALU&amp;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GPR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④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R1←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R1)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－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R2)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(R1)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18H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PSR.ZF/CF/SF/OF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0/0/0/0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无操作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(SUB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顺序型指令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728000" y="2844000"/>
            <a:ext cx="6300570" cy="1188085"/>
            <a:chOff x="1757" y="3912"/>
            <a:chExt cx="9922" cy="1871"/>
          </a:xfrm>
        </p:grpSpPr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757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专用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/>
            <p:nvPr>
              <p:custDataLst>
                <p:tags r:id="rId5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>
              <p:custDataLst>
                <p:tags r:id="rId9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12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445"/>
            <p:cNvCxnSpPr/>
            <p:nvPr>
              <p:custDataLst>
                <p:tags r:id="rId13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2" name="Text Box 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连接符 62"/>
            <p:cNvCxnSpPr/>
            <p:nvPr>
              <p:custDataLst>
                <p:tags r:id="rId17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连接符 66"/>
            <p:cNvCxnSpPr/>
            <p:nvPr>
              <p:custDataLst>
                <p:tags r:id="rId20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21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878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23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24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4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5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973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连接符 480"/>
            <p:cNvCxnSpPr/>
            <p:nvPr>
              <p:custDataLst>
                <p:tags r:id="rId27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28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AutoShape 15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79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连接符 79"/>
            <p:cNvCxnSpPr/>
            <p:nvPr>
              <p:custDataLst>
                <p:tags r:id="rId31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445"/>
            <p:cNvCxnSpPr/>
            <p:nvPr>
              <p:custDataLst>
                <p:tags r:id="rId33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445"/>
            <p:cNvCxnSpPr/>
            <p:nvPr>
              <p:custDataLst>
                <p:tags r:id="rId35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37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38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39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40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0" name="Text Box 1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1" name="Text Box 1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2" name="Text Box 2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3" name="直接连接符 92"/>
            <p:cNvCxnSpPr/>
            <p:nvPr>
              <p:custDataLst>
                <p:tags r:id="rId44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46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47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49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50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51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52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53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53" name="Text Box 523"/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1153644" y="4934961"/>
            <a:ext cx="48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 marL="271780" indent="-271780" algn="l">
              <a:lnSpc>
                <a:spcPct val="114000"/>
              </a:lnSpc>
              <a:defRPr sz="2000" b="1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800" dirty="0"/>
              <a:t>思考：</a:t>
            </a:r>
            <a:r>
              <a:rPr lang="zh-CN" altLang="en-US" sz="1800" dirty="0">
                <a:solidFill>
                  <a:schemeClr val="tx1"/>
                </a:solidFill>
              </a:rPr>
              <a:t>若</a:t>
            </a:r>
            <a:r>
              <a:rPr lang="en-US" altLang="zh-CN" sz="1800" dirty="0">
                <a:solidFill>
                  <a:schemeClr val="tx1"/>
                </a:solidFill>
              </a:rPr>
              <a:t>M[12H]=56H</a:t>
            </a:r>
            <a:r>
              <a:rPr lang="zh-CN" altLang="en-US" sz="1800" dirty="0" smtClean="0">
                <a:solidFill>
                  <a:schemeClr val="tx1"/>
                </a:solidFill>
              </a:rPr>
              <a:t>，执行阶段的操作</a:t>
            </a:r>
            <a:r>
              <a:rPr lang="zh-CN" altLang="en-US" sz="1800" dirty="0">
                <a:solidFill>
                  <a:schemeClr val="tx1"/>
                </a:solidFill>
              </a:rPr>
              <a:t>及结果</a:t>
            </a:r>
            <a:r>
              <a:rPr lang="en-US" altLang="zh-CN" sz="1800" dirty="0">
                <a:solidFill>
                  <a:schemeClr val="tx1"/>
                </a:solidFill>
              </a:rPr>
              <a:t>?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3707765" y="3131820"/>
            <a:ext cx="2484120" cy="657225"/>
            <a:chOff x="5839" y="4932"/>
            <a:chExt cx="3912" cy="1035"/>
          </a:xfrm>
        </p:grpSpPr>
        <p:sp>
          <p:nvSpPr>
            <p:cNvPr id="132" name="Text Box 197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066" y="561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C00000"/>
                  </a:solidFill>
                </a:rPr>
                <a:t>④</a:t>
              </a:r>
              <a:endParaRPr lang="zh-CN" altLang="en-US" sz="1600" b="1" dirty="0" smtClean="0">
                <a:solidFill>
                  <a:srgbClr val="C00000"/>
                </a:solidFill>
              </a:endParaRPr>
            </a:p>
          </p:txBody>
        </p:sp>
        <p:cxnSp>
          <p:nvCxnSpPr>
            <p:cNvPr id="133" name="直接连接符 132"/>
            <p:cNvCxnSpPr/>
            <p:nvPr>
              <p:custDataLst>
                <p:tags r:id="rId56"/>
              </p:custDataLst>
            </p:nvPr>
          </p:nvCxnSpPr>
          <p:spPr bwMode="auto">
            <a:xfrm>
              <a:off x="9241" y="5613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直接连接符 133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9751" y="5627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58"/>
              </p:custDataLst>
            </p:nvPr>
          </p:nvCxnSpPr>
          <p:spPr bwMode="auto">
            <a:xfrm>
              <a:off x="6917" y="5216"/>
              <a:ext cx="0" cy="73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8" name="直接连接符 137"/>
            <p:cNvCxnSpPr/>
            <p:nvPr>
              <p:custDataLst>
                <p:tags r:id="rId59"/>
              </p:custDataLst>
            </p:nvPr>
          </p:nvCxnSpPr>
          <p:spPr bwMode="auto">
            <a:xfrm>
              <a:off x="5839" y="4932"/>
              <a:ext cx="39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9" name="直接连接符 138"/>
            <p:cNvCxnSpPr/>
            <p:nvPr>
              <p:custDataLst>
                <p:tags r:id="rId60"/>
              </p:custDataLst>
            </p:nvPr>
          </p:nvCxnSpPr>
          <p:spPr bwMode="auto">
            <a:xfrm>
              <a:off x="5839" y="4932"/>
              <a:ext cx="0" cy="102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61"/>
              </p:custDataLst>
            </p:nvPr>
          </p:nvCxnSpPr>
          <p:spPr bwMode="auto">
            <a:xfrm>
              <a:off x="6009" y="5329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62"/>
              </p:custDataLst>
            </p:nvPr>
          </p:nvCxnSpPr>
          <p:spPr bwMode="auto">
            <a:xfrm>
              <a:off x="6009" y="5329"/>
              <a:ext cx="0" cy="62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连接符 445"/>
            <p:cNvCxnSpPr/>
            <p:nvPr>
              <p:custDataLst>
                <p:tags r:id="rId63"/>
              </p:custDataLst>
            </p:nvPr>
          </p:nvCxnSpPr>
          <p:spPr bwMode="auto">
            <a:xfrm>
              <a:off x="7540" y="504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6690" y="5046"/>
              <a:ext cx="85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6690" y="5216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66"/>
              </p:custDataLst>
            </p:nvPr>
          </p:nvCxnSpPr>
          <p:spPr bwMode="auto">
            <a:xfrm>
              <a:off x="9468" y="5613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6" name="组合 5"/>
          <p:cNvGrpSpPr/>
          <p:nvPr/>
        </p:nvGrpSpPr>
        <p:grpSpPr>
          <a:xfrm>
            <a:off x="5040000" y="2952000"/>
            <a:ext cx="719455" cy="756285"/>
            <a:chOff x="8137" y="4849"/>
            <a:chExt cx="1133" cy="1191"/>
          </a:xfrm>
        </p:grpSpPr>
        <p:sp>
          <p:nvSpPr>
            <p:cNvPr id="4" name="Text Box 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8137" y="5700"/>
              <a:ext cx="850" cy="340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(=10)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" name="Text Box 18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8420" y="4849"/>
              <a:ext cx="850" cy="312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(=01)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" name="AutoShape 62">
            <a:hlinkClick r:id="rId69" action="ppaction://hlinksldjump"/>
          </p:cNvPr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 rot="16200000">
            <a:off x="6228000" y="651600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AutoShape 62">
            <a:hlinkClick r:id="rId71" action="ppaction://hlinksldjump"/>
          </p:cNvPr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 rot="16200000">
            <a:off x="4608000" y="651600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1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5" name="Text Box 16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96000"/>
            <a:ext cx="6672580" cy="52724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JNZ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的执行过程：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指令译码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数据操作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指令地址计算操作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900"/>
              </a:spcBef>
            </a:pPr>
            <a:r>
              <a:rPr lang="en-US" altLang="zh-CN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指令地址计算结果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92070" y="828040"/>
            <a:ext cx="6209030" cy="4823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kumimoji="0" lang="zh-CN" altLang="en-US" sz="2000" b="1" u="sng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en-US" altLang="zh-CN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M[(PC)]</a:t>
            </a:r>
            <a:r>
              <a:rPr kumimoji="0" lang="zh-CN" altLang="en-US" sz="2000" b="1" dirty="0" smtClean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endParaRPr lang="zh-CN" altLang="en-US" sz="2000" b="1" dirty="0">
              <a:uFillTx/>
              <a:latin typeface="宋体" panose="02010600030101010101" pitchFamily="2" charset="-122"/>
              <a:cs typeface="宋体" panose="02010600030101010101" pitchFamily="2" charset="-122"/>
              <a:sym typeface="Symbol" panose="05050102010706020507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SUB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(IR)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DEH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(PC)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14H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，其余不变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JNZ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disp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err="1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1110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控制信号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为相对寻址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&amp;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 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(∵PSR.ZF=0)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无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CU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判断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ZF&amp;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产生控制信号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       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←CU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判断更方便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sz="2000" b="1" dirty="0">
                <a:latin typeface="宋体" panose="02010600030101010101" pitchFamily="2" charset="-122"/>
                <a:sym typeface="+mn-ea"/>
              </a:rPr>
              <a:t>无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④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←(PC)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err="1">
                <a:latin typeface="宋体" panose="02010600030101010101" pitchFamily="2" charset="-122"/>
                <a:sym typeface="+mn-ea"/>
              </a:rPr>
              <a:t>ExtU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    (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PC)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12H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728000" y="3960000"/>
            <a:ext cx="6300570" cy="1188085"/>
            <a:chOff x="1757" y="3912"/>
            <a:chExt cx="9922" cy="1871"/>
          </a:xfrm>
        </p:grpSpPr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757" y="3912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928" y="5388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专用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/>
            <p:nvPr>
              <p:custDataLst>
                <p:tags r:id="rId5"/>
              </p:custDataLst>
            </p:nvPr>
          </p:nvCxnSpPr>
          <p:spPr bwMode="auto">
            <a:xfrm>
              <a:off x="3458" y="4025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92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91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855" y="4708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>
              <p:custDataLst>
                <p:tags r:id="rId9"/>
              </p:custDataLst>
            </p:nvPr>
          </p:nvCxnSpPr>
          <p:spPr bwMode="auto">
            <a:xfrm>
              <a:off x="215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38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235" y="5048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12"/>
              </p:custDataLst>
            </p:nvPr>
          </p:nvCxnSpPr>
          <p:spPr bwMode="auto">
            <a:xfrm>
              <a:off x="4252" y="505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445"/>
            <p:cNvCxnSpPr/>
            <p:nvPr>
              <p:custDataLst>
                <p:tags r:id="rId13"/>
              </p:custDataLst>
            </p:nvPr>
          </p:nvCxnSpPr>
          <p:spPr bwMode="auto">
            <a:xfrm>
              <a:off x="4252" y="4422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061" y="4423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35" y="4139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2" name="Text Box 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572" y="4139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连接符 62"/>
            <p:cNvCxnSpPr/>
            <p:nvPr>
              <p:custDataLst>
                <p:tags r:id="rId17"/>
              </p:custDataLst>
            </p:nvPr>
          </p:nvCxnSpPr>
          <p:spPr bwMode="auto">
            <a:xfrm>
              <a:off x="3458" y="4025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458" y="4422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8164" y="4251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连接符 66"/>
            <p:cNvCxnSpPr/>
            <p:nvPr>
              <p:custDataLst>
                <p:tags r:id="rId20"/>
              </p:custDataLst>
            </p:nvPr>
          </p:nvCxnSpPr>
          <p:spPr bwMode="auto">
            <a:xfrm>
              <a:off x="827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21"/>
              </p:custDataLst>
            </p:nvPr>
          </p:nvCxnSpPr>
          <p:spPr bwMode="auto">
            <a:xfrm>
              <a:off x="8504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8787" y="5045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23"/>
              </p:custDataLst>
            </p:nvPr>
          </p:nvCxnSpPr>
          <p:spPr bwMode="auto">
            <a:xfrm>
              <a:off x="7143" y="4421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24"/>
              </p:custDataLst>
            </p:nvPr>
          </p:nvCxnSpPr>
          <p:spPr bwMode="auto">
            <a:xfrm>
              <a:off x="7143" y="4876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4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200" y="408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5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973" y="4932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连接符 480"/>
            <p:cNvCxnSpPr/>
            <p:nvPr>
              <p:custDataLst>
                <p:tags r:id="rId27"/>
              </p:custDataLst>
            </p:nvPr>
          </p:nvCxnSpPr>
          <p:spPr bwMode="auto">
            <a:xfrm>
              <a:off x="7710" y="4421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28"/>
              </p:custDataLst>
            </p:nvPr>
          </p:nvCxnSpPr>
          <p:spPr bwMode="auto">
            <a:xfrm>
              <a:off x="7143" y="4025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AutoShape 15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 rot="16200000">
              <a:off x="5102" y="4364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79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236" y="470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连接符 79"/>
            <p:cNvCxnSpPr/>
            <p:nvPr>
              <p:custDataLst>
                <p:tags r:id="rId31"/>
              </p:custDataLst>
            </p:nvPr>
          </p:nvCxnSpPr>
          <p:spPr bwMode="auto">
            <a:xfrm>
              <a:off x="6463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690" y="5046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445"/>
            <p:cNvCxnSpPr/>
            <p:nvPr>
              <p:custDataLst>
                <p:tags r:id="rId33"/>
              </p:custDataLst>
            </p:nvPr>
          </p:nvCxnSpPr>
          <p:spPr bwMode="auto">
            <a:xfrm>
              <a:off x="6576" y="4478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726" y="4478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445"/>
            <p:cNvCxnSpPr/>
            <p:nvPr>
              <p:custDataLst>
                <p:tags r:id="rId35"/>
              </p:custDataLst>
            </p:nvPr>
          </p:nvCxnSpPr>
          <p:spPr bwMode="auto">
            <a:xfrm>
              <a:off x="5953" y="4648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726" y="4648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>
              <p:custDataLst>
                <p:tags r:id="rId37"/>
              </p:custDataLst>
            </p:nvPr>
          </p:nvCxnSpPr>
          <p:spPr bwMode="auto">
            <a:xfrm>
              <a:off x="5046" y="476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38"/>
              </p:custDataLst>
            </p:nvPr>
          </p:nvCxnSpPr>
          <p:spPr bwMode="auto">
            <a:xfrm>
              <a:off x="5046" y="4761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39"/>
              </p:custDataLst>
            </p:nvPr>
          </p:nvCxnSpPr>
          <p:spPr bwMode="auto">
            <a:xfrm>
              <a:off x="4876" y="4364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40"/>
              </p:custDataLst>
            </p:nvPr>
          </p:nvCxnSpPr>
          <p:spPr bwMode="auto">
            <a:xfrm>
              <a:off x="4876" y="4364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0" name="Text Box 1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9474" y="42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1" name="Text Box 1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9468" y="470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2" name="Text Box 2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0602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3" name="直接连接符 92"/>
            <p:cNvCxnSpPr/>
            <p:nvPr>
              <p:custDataLst>
                <p:tags r:id="rId44"/>
              </p:custDataLst>
            </p:nvPr>
          </p:nvCxnSpPr>
          <p:spPr bwMode="auto">
            <a:xfrm>
              <a:off x="9694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9921" y="5047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46"/>
              </p:custDataLst>
            </p:nvPr>
          </p:nvCxnSpPr>
          <p:spPr bwMode="auto">
            <a:xfrm>
              <a:off x="10148" y="442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47"/>
              </p:custDataLst>
            </p:nvPr>
          </p:nvCxnSpPr>
          <p:spPr bwMode="auto">
            <a:xfrm>
              <a:off x="10148" y="48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10148" y="493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49"/>
              </p:custDataLst>
            </p:nvPr>
          </p:nvCxnSpPr>
          <p:spPr bwMode="auto">
            <a:xfrm>
              <a:off x="9241" y="442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50"/>
              </p:custDataLst>
            </p:nvPr>
          </p:nvCxnSpPr>
          <p:spPr bwMode="auto">
            <a:xfrm>
              <a:off x="9241" y="4422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51"/>
              </p:custDataLst>
            </p:nvPr>
          </p:nvCxnSpPr>
          <p:spPr bwMode="auto">
            <a:xfrm>
              <a:off x="11339" y="442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52"/>
              </p:custDataLst>
            </p:nvPr>
          </p:nvCxnSpPr>
          <p:spPr bwMode="auto">
            <a:xfrm>
              <a:off x="11339" y="487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53"/>
              </p:custDataLst>
            </p:nvPr>
          </p:nvCxnSpPr>
          <p:spPr bwMode="auto">
            <a:xfrm>
              <a:off x="11339" y="464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55" name="组合 154"/>
          <p:cNvGrpSpPr/>
          <p:nvPr/>
        </p:nvGrpSpPr>
        <p:grpSpPr>
          <a:xfrm>
            <a:off x="1979930" y="4248000"/>
            <a:ext cx="2412365" cy="657225"/>
            <a:chOff x="3118" y="4932"/>
            <a:chExt cx="3799" cy="1035"/>
          </a:xfrm>
        </p:grpSpPr>
        <p:sp>
          <p:nvSpPr>
            <p:cNvPr id="3" name="Text Box 197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066" y="561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17780" rIns="0" bIns="0" anchor="t" anchorCtr="0"/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C00000"/>
                  </a:solidFill>
                </a:rPr>
                <a:t>④</a:t>
              </a:r>
              <a:endParaRPr lang="zh-CN" altLang="en-US" sz="1600" b="1" dirty="0" smtClean="0">
                <a:solidFill>
                  <a:srgbClr val="C00000"/>
                </a:solidFill>
              </a:endParaRPr>
            </a:p>
          </p:txBody>
        </p:sp>
        <p:cxnSp>
          <p:nvCxnSpPr>
            <p:cNvPr id="4" name="直接连接符 3"/>
            <p:cNvCxnSpPr/>
            <p:nvPr>
              <p:custDataLst>
                <p:tags r:id="rId55"/>
              </p:custDataLst>
            </p:nvPr>
          </p:nvCxnSpPr>
          <p:spPr bwMode="auto">
            <a:xfrm>
              <a:off x="3118" y="5613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" name="直接连接符 4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3345" y="5627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57"/>
              </p:custDataLst>
            </p:nvPr>
          </p:nvCxnSpPr>
          <p:spPr bwMode="auto">
            <a:xfrm>
              <a:off x="6917" y="5216"/>
              <a:ext cx="0" cy="737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58"/>
              </p:custDataLst>
            </p:nvPr>
          </p:nvCxnSpPr>
          <p:spPr bwMode="auto">
            <a:xfrm>
              <a:off x="5839" y="4932"/>
              <a:ext cx="39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" name="直接连接符 7"/>
            <p:cNvCxnSpPr/>
            <p:nvPr>
              <p:custDataLst>
                <p:tags r:id="rId59"/>
              </p:custDataLst>
            </p:nvPr>
          </p:nvCxnSpPr>
          <p:spPr bwMode="auto">
            <a:xfrm>
              <a:off x="5839" y="4932"/>
              <a:ext cx="0" cy="102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60"/>
              </p:custDataLst>
            </p:nvPr>
          </p:nvCxnSpPr>
          <p:spPr bwMode="auto">
            <a:xfrm>
              <a:off x="6009" y="5329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" name="直接连接符 11"/>
            <p:cNvCxnSpPr/>
            <p:nvPr>
              <p:custDataLst>
                <p:tags r:id="rId61"/>
              </p:custDataLst>
            </p:nvPr>
          </p:nvCxnSpPr>
          <p:spPr bwMode="auto">
            <a:xfrm>
              <a:off x="6009" y="5329"/>
              <a:ext cx="0" cy="62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6690" y="5216"/>
              <a:ext cx="227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63"/>
              </p:custDataLst>
            </p:nvPr>
          </p:nvCxnSpPr>
          <p:spPr bwMode="auto">
            <a:xfrm>
              <a:off x="5216" y="5613"/>
              <a:ext cx="0" cy="3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68" name="Text Box 523"/>
          <p:cNvSpPr txBox="1"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1171914" y="5662798"/>
            <a:ext cx="583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71780" indent="-271780"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若上条指令结果的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ZF=1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，执行阶段的操作及结果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?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9" name="AutoShape 62">
            <a:hlinkClick r:id="rId65" action="ppaction://hlinksldjump"/>
          </p:cNvPr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 rot="16200000">
            <a:off x="2808000" y="651600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3" name="AutoShape 62">
            <a:hlinkClick r:id="rId67" action="ppaction://hlinksldjump"/>
          </p:cNvPr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 rot="16200000">
            <a:off x="5148000" y="651600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3" name="Text Box 1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0000" y="360045"/>
            <a:ext cx="4088765" cy="4861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指令执行过程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操作特征：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操作的特征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取指令的操作：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执行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指令的操作：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2148205" indent="-214820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基本操作的类型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①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间传送：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②</a:t>
            </a:r>
            <a:r>
              <a:rPr lang="zh-CN" altLang="en-US" sz="2200" b="1" spc="28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存储器读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③</a:t>
            </a:r>
            <a:r>
              <a:rPr lang="zh-CN" altLang="en-US" sz="2200" b="1" spc="28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存储器写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④</a:t>
            </a:r>
            <a:r>
              <a:rPr lang="zh-CN" altLang="en-US" sz="2200" b="1" spc="28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算逻运算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983760" y="1296000"/>
            <a:ext cx="5112160" cy="496520"/>
            <a:chOff x="1403648" y="1556792"/>
            <a:chExt cx="5112160" cy="496520"/>
          </a:xfrm>
        </p:grpSpPr>
        <p:sp>
          <p:nvSpPr>
            <p:cNvPr id="13" name="Text Box 65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403648" y="1557627"/>
              <a:ext cx="158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取指令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序列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" name="Text Box 6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715808" y="1557627"/>
              <a:ext cx="1800000" cy="252000"/>
            </a:xfrm>
            <a:prstGeom prst="rect">
              <a:avLst/>
            </a:prstGeom>
            <a:solidFill>
              <a:srgbClr val="FFCC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执行指令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序列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B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" name="Text Box 6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987808" y="1556792"/>
              <a:ext cx="172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分析指令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无操作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9" name="直接连接符 18"/>
            <p:cNvCxnSpPr/>
            <p:nvPr>
              <p:custDataLst>
                <p:tags r:id="rId5"/>
              </p:custDataLst>
            </p:nvPr>
          </p:nvCxnSpPr>
          <p:spPr bwMode="auto">
            <a:xfrm>
              <a:off x="1403648" y="1845627"/>
              <a:ext cx="0" cy="18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6"/>
              </p:custDataLst>
            </p:nvPr>
          </p:nvCxnSpPr>
          <p:spPr bwMode="auto">
            <a:xfrm>
              <a:off x="6515808" y="1845627"/>
              <a:ext cx="0" cy="180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1403648" y="1917627"/>
              <a:ext cx="208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8"/>
              </p:custDataLst>
            </p:nvPr>
          </p:nvCxnSpPr>
          <p:spPr bwMode="auto">
            <a:xfrm>
              <a:off x="4427808" y="1917627"/>
              <a:ext cx="208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7" name="Text Box 8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491808" y="1837312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指令周期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9" name="Text Box 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407285" y="767715"/>
            <a:ext cx="6492875" cy="4438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由取指令、执行指令阶段的操作组成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900"/>
              </a:spcBef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对所有指令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通用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≤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单字长的指令字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</a:rPr>
              <a:t>      </a:t>
            </a:r>
            <a:r>
              <a:rPr lang="zh-CN" altLang="en-US" sz="2200" b="1" dirty="0" smtClean="0">
                <a:latin typeface="+mn-ea"/>
              </a:rPr>
              <a:t>受</a:t>
            </a:r>
            <a:r>
              <a:rPr lang="zh-CN" altLang="en-US" sz="2200" b="1" u="sng" dirty="0" smtClean="0">
                <a:latin typeface="+mn-ea"/>
              </a:rPr>
              <a:t>操作码、寻址方式、</a:t>
            </a:r>
            <a:r>
              <a:rPr lang="en-US" altLang="zh-CN" sz="2200" b="1" u="sng" dirty="0" smtClean="0">
                <a:latin typeface="+mn-ea"/>
              </a:rPr>
              <a:t>PSW</a:t>
            </a:r>
            <a:r>
              <a:rPr lang="en-US" altLang="zh-CN" sz="1600" b="1" u="sng" dirty="0" smtClean="0">
                <a:latin typeface="+mn-ea"/>
              </a:rPr>
              <a:t>(</a:t>
            </a:r>
            <a:r>
              <a:rPr lang="zh-CN" altLang="en-US" sz="1600" b="1" u="sng" dirty="0" smtClean="0">
                <a:latin typeface="+mn-ea"/>
              </a:rPr>
              <a:t>程序状态字</a:t>
            </a:r>
            <a:r>
              <a:rPr lang="en-US" altLang="zh-CN" sz="1600" b="1" u="sng" dirty="0" smtClean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影响</a:t>
            </a:r>
            <a:endParaRPr lang="zh-CN" altLang="en-US" sz="2200" b="1" dirty="0">
              <a:latin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R</a:t>
            </a:r>
            <a:r>
              <a:rPr lang="en-US" altLang="zh-CN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Y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X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MDR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M[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(MAR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]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(MAR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]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(MDR)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R</a:t>
            </a:r>
            <a:r>
              <a:rPr lang="en-US" altLang="zh-CN" sz="2200" b="1" baseline="-18000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D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(R</a:t>
            </a:r>
            <a:r>
              <a:rPr lang="en-US" altLang="zh-CN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S1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solidFill>
                  <a:schemeClr val="tx1"/>
                </a:solidFill>
                <a:latin typeface="+mn-lt"/>
                <a:sym typeface="+mn-ea"/>
              </a:rPr>
              <a:t> 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>
                <a:solidFill>
                  <a:schemeClr val="tx1"/>
                </a:solidFill>
                <a:latin typeface="+mn-lt"/>
                <a:sym typeface="+mn-ea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R</a:t>
            </a:r>
            <a:r>
              <a:rPr lang="en-US" altLang="zh-CN" sz="22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S2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 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65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248389" y="3357111"/>
            <a:ext cx="3096000" cy="82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54000" tIns="10800" rIns="54000" bIns="10800" anchor="ctr"/>
          <a:p>
            <a:pPr algn="l">
              <a:lnSpc>
                <a:spcPct val="105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基本操作的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组成要求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：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marL="533400" indent="-533400" algn="l">
              <a:lnSpc>
                <a:spcPct val="105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 ①</a:t>
            </a:r>
            <a:r>
              <a:rPr lang="zh-CN" altLang="en-US" sz="1600" b="1" dirty="0">
                <a:latin typeface="宋体" panose="02010600030101010101" pitchFamily="2" charset="-122"/>
              </a:rPr>
              <a:t>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结果放</a:t>
            </a:r>
            <a:r>
              <a:rPr lang="zh-CN" altLang="en-US" sz="1600" b="1" dirty="0">
                <a:latin typeface="宋体" panose="02010600030101010101" pitchFamily="2" charset="-122"/>
              </a:rPr>
              <a:t>在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时序部件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中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 ②操作功能</a:t>
            </a:r>
            <a:r>
              <a:rPr lang="zh-CN" altLang="en-US" sz="1600" b="1" u="sng" dirty="0">
                <a:latin typeface="宋体" panose="02010600030101010101" pitchFamily="2" charset="-122"/>
              </a:rPr>
              <a:t>具有原子性</a:t>
            </a:r>
            <a:endParaRPr lang="zh-CN" altLang="en-US" sz="1600" b="1" u="sng" dirty="0">
              <a:latin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1043305" y="5299710"/>
            <a:ext cx="7128000" cy="61214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36195" bIns="0" anchor="t">
            <a:no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 smtClean="0">
                <a:solidFill>
                  <a:srgbClr val="C00000"/>
                </a:solidFill>
                <a:latin typeface="+mn-lt"/>
                <a:sym typeface="+mn-ea"/>
              </a:rPr>
              <a:t>μ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内部的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原子操作</a:t>
            </a:r>
            <a:endParaRPr lang="zh-CN" altLang="en-US" sz="1800" b="1" u="sng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微操作控制信号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1800" dirty="0" err="1" smtClean="0">
                <a:sym typeface="+mn-ea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部件控制信号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，又称微操作命令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 smtClean="0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cxnSp>
        <p:nvCxnSpPr>
          <p:cNvPr id="277" name="直接箭头连接符 276"/>
          <p:cNvCxnSpPr/>
          <p:nvPr>
            <p:custDataLst>
              <p:tags r:id="rId13"/>
            </p:custDataLst>
          </p:nvPr>
        </p:nvCxnSpPr>
        <p:spPr bwMode="auto">
          <a:xfrm flipH="1">
            <a:off x="5219675" y="4212000"/>
            <a:ext cx="1368425" cy="108013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34" name="Text Box 523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475656" y="2710723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71780" indent="-271780"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多字长指令如何取指</a:t>
            </a:r>
            <a:r>
              <a:rPr lang="zh-CN" altLang="en-US" sz="1800" b="1" dirty="0">
                <a:latin typeface="宋体" panose="02010600030101010101" pitchFamily="2" charset="-122"/>
              </a:rPr>
              <a:t>令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35" name="Text Box 523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932040" y="2638755"/>
            <a:ext cx="4104456" cy="64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71780" indent="-271780" algn="l"/>
            <a:r>
              <a:rPr lang="zh-CN" altLang="en-US" sz="1800" b="1" dirty="0" smtClean="0">
                <a:latin typeface="宋体" panose="02010600030101010101" pitchFamily="2" charset="-122"/>
              </a:rPr>
              <a:t>取指时仅取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首字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其余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字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在执行阶段取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271780" indent="-271780" algn="l"/>
            <a:r>
              <a:rPr lang="en-US" altLang="zh-CN" sz="1600" b="1" dirty="0" smtClean="0">
                <a:latin typeface="宋体" panose="02010600030101010101" pitchFamily="2" charset="-122"/>
              </a:rPr>
              <a:t>         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←需含</a:t>
            </a:r>
            <a:r>
              <a:rPr lang="en-US" altLang="zh-CN" sz="1600" b="1" dirty="0">
                <a:latin typeface="宋体" panose="02010600030101010101" pitchFamily="2" charset="-122"/>
              </a:rPr>
              <a:t>OP/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寻址方式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41" name="AutoShape 98">
            <a:hlinkClick r:id="rId16" action="ppaction://hlinksldjump" highlightClick="1"/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34" grpId="0" bldLvl="0" animBg="1"/>
      <p:bldP spid="3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0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60045"/>
            <a:ext cx="3890010" cy="49002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、指令周期的组织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*指令执行过程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操作定时：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时间基准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操作定时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*指令周期的组织：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单周期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多周期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*程序的执行方式：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串行方式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流水方式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78660" y="1188085"/>
            <a:ext cx="7026275" cy="20529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主时钟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脉冲信号，其宽度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称为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主时钟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周期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(T</a:t>
            </a:r>
            <a:r>
              <a:rPr lang="en-US" altLang="zh-CN" sz="2000" b="1" baseline="-2500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时长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baseline="-25000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kT</a:t>
            </a:r>
            <a:r>
              <a:rPr lang="en-US" altLang="zh-CN" sz="2000" b="1" baseline="-25000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为整数变量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不同操作的时延不同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指令周期＝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1T</a:t>
            </a:r>
            <a:r>
              <a:rPr lang="en-US" altLang="zh-CN" sz="2000" b="1" baseline="-25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baseline="-25000" dirty="0" smtClean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max{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各指令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∑OP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时长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}  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实现简单</a:t>
            </a:r>
            <a:endParaRPr lang="en-US" altLang="zh-CN" sz="20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指令周期＝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nT</a:t>
            </a:r>
            <a:r>
              <a:rPr lang="en-US" altLang="zh-CN" sz="2000" b="1" baseline="-25000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min{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指令中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的各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时长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}   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性能好</a:t>
            </a:r>
            <a:endParaRPr lang="zh-CN" altLang="en-US" sz="16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1259885" y="3240000"/>
            <a:ext cx="2952328" cy="684080"/>
            <a:chOff x="1331640" y="3176968"/>
            <a:chExt cx="2952328" cy="684080"/>
          </a:xfrm>
        </p:grpSpPr>
        <p:sp>
          <p:nvSpPr>
            <p:cNvPr id="124" name="Text Box 6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051784" y="3357016"/>
              <a:ext cx="2232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3975" tIns="17780" rIns="18000" bIns="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OP1 OP2    OP3   OP4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5" name="直接连接符 124"/>
            <p:cNvCxnSpPr/>
            <p:nvPr>
              <p:custDataLst>
                <p:tags r:id="rId5"/>
              </p:custDataLst>
            </p:nvPr>
          </p:nvCxnSpPr>
          <p:spPr bwMode="auto">
            <a:xfrm>
              <a:off x="2051720" y="317696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6"/>
              </p:custDataLst>
            </p:nvPr>
          </p:nvCxnSpPr>
          <p:spPr bwMode="auto">
            <a:xfrm>
              <a:off x="4283968" y="317696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2051720" y="3246884"/>
              <a:ext cx="86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8" name="直接连接符 127"/>
            <p:cNvCxnSpPr/>
            <p:nvPr>
              <p:custDataLst>
                <p:tags r:id="rId8"/>
              </p:custDataLst>
            </p:nvPr>
          </p:nvCxnSpPr>
          <p:spPr bwMode="auto">
            <a:xfrm>
              <a:off x="3419872" y="3246884"/>
              <a:ext cx="86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9" name="Text Box 8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952000" y="3176968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6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347864" y="3645024"/>
              <a:ext cx="864000" cy="216000"/>
            </a:xfrm>
            <a:prstGeom prst="rect">
              <a:avLst/>
            </a:prstGeom>
            <a:solidFill>
              <a:schemeClr val="bg1">
                <a:lumMod val="85000"/>
                <a:alpha val="80000"/>
              </a:scheme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空闲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1" name="Text Box 6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211960" y="3356992"/>
              <a:ext cx="72000" cy="2160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2" name="Text Box 80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331688" y="3356992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a: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8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331640" y="3645048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4" name="直接连接符 133"/>
            <p:cNvCxnSpPr/>
            <p:nvPr>
              <p:custDataLst>
                <p:tags r:id="rId14"/>
              </p:custDataLst>
            </p:nvPr>
          </p:nvCxnSpPr>
          <p:spPr bwMode="auto">
            <a:xfrm>
              <a:off x="2483768" y="3356992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15"/>
              </p:custDataLst>
            </p:nvPr>
          </p:nvCxnSpPr>
          <p:spPr bwMode="auto">
            <a:xfrm>
              <a:off x="2915816" y="3356992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直接连接符 135"/>
            <p:cNvCxnSpPr/>
            <p:nvPr>
              <p:custDataLst>
                <p:tags r:id="rId16"/>
              </p:custDataLst>
            </p:nvPr>
          </p:nvCxnSpPr>
          <p:spPr bwMode="auto">
            <a:xfrm>
              <a:off x="3779912" y="3356992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17"/>
              </p:custDataLst>
            </p:nvPr>
          </p:nvCxnSpPr>
          <p:spPr bwMode="auto">
            <a:xfrm>
              <a:off x="4211960" y="3356992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/>
            <p:cNvCxnSpPr/>
            <p:nvPr>
              <p:custDataLst>
                <p:tags r:id="rId18"/>
              </p:custDataLst>
            </p:nvPr>
          </p:nvCxnSpPr>
          <p:spPr bwMode="auto">
            <a:xfrm>
              <a:off x="4283968" y="3357016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9" name="Text Box 6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51720" y="3645048"/>
              <a:ext cx="129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53975" tIns="17780" rIns="18000" bIns="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OP1   OP3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6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211968" y="3645024"/>
              <a:ext cx="72000" cy="2160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41" name="直接连接符 140"/>
            <p:cNvCxnSpPr/>
            <p:nvPr>
              <p:custDataLst>
                <p:tags r:id="rId21"/>
              </p:custDataLst>
            </p:nvPr>
          </p:nvCxnSpPr>
          <p:spPr bwMode="auto">
            <a:xfrm>
              <a:off x="2483704" y="3645024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22"/>
              </p:custDataLst>
            </p:nvPr>
          </p:nvCxnSpPr>
          <p:spPr bwMode="auto">
            <a:xfrm>
              <a:off x="4211960" y="3645024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连接符 142"/>
            <p:cNvCxnSpPr/>
            <p:nvPr>
              <p:custDataLst>
                <p:tags r:id="rId23"/>
              </p:custDataLst>
            </p:nvPr>
          </p:nvCxnSpPr>
          <p:spPr bwMode="auto">
            <a:xfrm>
              <a:off x="4283968" y="3645048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24"/>
              </p:custDataLst>
            </p:nvPr>
          </p:nvCxnSpPr>
          <p:spPr bwMode="auto">
            <a:xfrm>
              <a:off x="4211960" y="3645024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直接连接符 144"/>
            <p:cNvCxnSpPr/>
            <p:nvPr>
              <p:custDataLst>
                <p:tags r:id="rId25"/>
              </p:custDataLst>
            </p:nvPr>
          </p:nvCxnSpPr>
          <p:spPr bwMode="auto">
            <a:xfrm>
              <a:off x="4211960" y="3861048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直接连接符 145"/>
            <p:cNvCxnSpPr/>
            <p:nvPr>
              <p:custDataLst>
                <p:tags r:id="rId26"/>
              </p:custDataLst>
            </p:nvPr>
          </p:nvCxnSpPr>
          <p:spPr bwMode="auto">
            <a:xfrm>
              <a:off x="4211960" y="3356992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直接连接符 146"/>
            <p:cNvCxnSpPr/>
            <p:nvPr>
              <p:custDataLst>
                <p:tags r:id="rId27"/>
              </p:custDataLst>
            </p:nvPr>
          </p:nvCxnSpPr>
          <p:spPr bwMode="auto">
            <a:xfrm>
              <a:off x="4211960" y="3573016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8" name="组合 147"/>
          <p:cNvGrpSpPr/>
          <p:nvPr/>
        </p:nvGrpSpPr>
        <p:grpSpPr>
          <a:xfrm>
            <a:off x="4788309" y="3240000"/>
            <a:ext cx="3240328" cy="684080"/>
            <a:chOff x="4860064" y="3176968"/>
            <a:chExt cx="3240328" cy="684080"/>
          </a:xfrm>
        </p:grpSpPr>
        <p:sp>
          <p:nvSpPr>
            <p:cNvPr id="149" name="Text Box 6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580176" y="3356992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0" name="Text Box 6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084168" y="3356992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65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588216" y="3356992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65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7596264" y="3356992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OP4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65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580112" y="3645048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65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084168" y="3645048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55" name="直接连接符 154"/>
            <p:cNvCxnSpPr/>
            <p:nvPr>
              <p:custDataLst>
                <p:tags r:id="rId34"/>
              </p:custDataLst>
            </p:nvPr>
          </p:nvCxnSpPr>
          <p:spPr bwMode="auto">
            <a:xfrm>
              <a:off x="5582508" y="317696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35"/>
              </p:custDataLst>
            </p:nvPr>
          </p:nvCxnSpPr>
          <p:spPr bwMode="auto">
            <a:xfrm>
              <a:off x="8100392" y="317696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36"/>
              </p:custDataLst>
            </p:nvPr>
          </p:nvCxnSpPr>
          <p:spPr bwMode="auto">
            <a:xfrm>
              <a:off x="7596328" y="317696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37"/>
              </p:custDataLst>
            </p:nvPr>
          </p:nvCxnSpPr>
          <p:spPr bwMode="auto">
            <a:xfrm>
              <a:off x="6588216" y="317696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38"/>
              </p:custDataLst>
            </p:nvPr>
          </p:nvCxnSpPr>
          <p:spPr bwMode="auto">
            <a:xfrm>
              <a:off x="6084168" y="317696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0" name="Text Box 80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652168" y="3176968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1" name="Text Box 80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156224" y="3176968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80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164328" y="3176968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8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668384" y="3176968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80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860112" y="3356992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a: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80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4860064" y="3645048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6" name="直接连接符 165"/>
            <p:cNvCxnSpPr/>
            <p:nvPr>
              <p:custDataLst>
                <p:tags r:id="rId45"/>
              </p:custDataLst>
            </p:nvPr>
          </p:nvCxnSpPr>
          <p:spPr bwMode="auto">
            <a:xfrm>
              <a:off x="7092280" y="3176968"/>
              <a:ext cx="0" cy="180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7" name="Text Box 80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6660232" y="3176968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1T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C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65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6012160" y="3356992"/>
              <a:ext cx="72000" cy="2160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9" name="直接连接符 168"/>
            <p:cNvCxnSpPr/>
            <p:nvPr>
              <p:custDataLst>
                <p:tags r:id="rId48"/>
              </p:custDataLst>
            </p:nvPr>
          </p:nvCxnSpPr>
          <p:spPr bwMode="auto">
            <a:xfrm>
              <a:off x="6012160" y="3356992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49"/>
              </p:custDataLst>
            </p:nvPr>
          </p:nvCxnSpPr>
          <p:spPr bwMode="auto">
            <a:xfrm>
              <a:off x="6084168" y="3357016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1" name="直接连接符 170"/>
            <p:cNvCxnSpPr/>
            <p:nvPr>
              <p:custDataLst>
                <p:tags r:id="rId50"/>
              </p:custDataLst>
            </p:nvPr>
          </p:nvCxnSpPr>
          <p:spPr bwMode="auto">
            <a:xfrm>
              <a:off x="6012160" y="3356992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2" name="直接连接符 171"/>
            <p:cNvCxnSpPr/>
            <p:nvPr>
              <p:custDataLst>
                <p:tags r:id="rId51"/>
              </p:custDataLst>
            </p:nvPr>
          </p:nvCxnSpPr>
          <p:spPr bwMode="auto">
            <a:xfrm>
              <a:off x="6012160" y="3573016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3" name="Text Box 65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012160" y="3645024"/>
              <a:ext cx="72000" cy="2160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74" name="直接连接符 173"/>
            <p:cNvCxnSpPr/>
            <p:nvPr>
              <p:custDataLst>
                <p:tags r:id="rId53"/>
              </p:custDataLst>
            </p:nvPr>
          </p:nvCxnSpPr>
          <p:spPr bwMode="auto">
            <a:xfrm>
              <a:off x="6012160" y="3645024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54"/>
              </p:custDataLst>
            </p:nvPr>
          </p:nvCxnSpPr>
          <p:spPr bwMode="auto">
            <a:xfrm>
              <a:off x="6084168" y="3645048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>
              <p:custDataLst>
                <p:tags r:id="rId55"/>
              </p:custDataLst>
            </p:nvPr>
          </p:nvCxnSpPr>
          <p:spPr bwMode="auto">
            <a:xfrm>
              <a:off x="6012160" y="3645024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56"/>
              </p:custDataLst>
            </p:nvPr>
          </p:nvCxnSpPr>
          <p:spPr bwMode="auto">
            <a:xfrm>
              <a:off x="6012160" y="3861048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8" name="Text Box 65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6516216" y="3356992"/>
              <a:ext cx="72000" cy="2160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79" name="直接连接符 178"/>
            <p:cNvCxnSpPr/>
            <p:nvPr>
              <p:custDataLst>
                <p:tags r:id="rId58"/>
              </p:custDataLst>
            </p:nvPr>
          </p:nvCxnSpPr>
          <p:spPr bwMode="auto">
            <a:xfrm>
              <a:off x="6516216" y="3356992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59"/>
              </p:custDataLst>
            </p:nvPr>
          </p:nvCxnSpPr>
          <p:spPr bwMode="auto">
            <a:xfrm>
              <a:off x="6588224" y="3357016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60"/>
              </p:custDataLst>
            </p:nvPr>
          </p:nvCxnSpPr>
          <p:spPr bwMode="auto">
            <a:xfrm>
              <a:off x="6516216" y="3356992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2" name="直接连接符 181"/>
            <p:cNvCxnSpPr/>
            <p:nvPr>
              <p:custDataLst>
                <p:tags r:id="rId61"/>
              </p:custDataLst>
            </p:nvPr>
          </p:nvCxnSpPr>
          <p:spPr bwMode="auto">
            <a:xfrm>
              <a:off x="6516216" y="3573016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3" name="Text Box 65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8028384" y="3356992"/>
              <a:ext cx="72000" cy="2160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4" name="直接连接符 183"/>
            <p:cNvCxnSpPr/>
            <p:nvPr>
              <p:custDataLst>
                <p:tags r:id="rId63"/>
              </p:custDataLst>
            </p:nvPr>
          </p:nvCxnSpPr>
          <p:spPr bwMode="auto">
            <a:xfrm>
              <a:off x="8028384" y="3356992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64"/>
              </p:custDataLst>
            </p:nvPr>
          </p:nvCxnSpPr>
          <p:spPr bwMode="auto">
            <a:xfrm>
              <a:off x="8100392" y="3357016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65"/>
              </p:custDataLst>
            </p:nvPr>
          </p:nvCxnSpPr>
          <p:spPr bwMode="auto">
            <a:xfrm>
              <a:off x="8028384" y="3356992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66"/>
              </p:custDataLst>
            </p:nvPr>
          </p:nvCxnSpPr>
          <p:spPr bwMode="auto">
            <a:xfrm>
              <a:off x="8028384" y="3573016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8" name="Text Box 65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020272" y="3645024"/>
              <a:ext cx="72000" cy="216000"/>
            </a:xfrm>
            <a:prstGeom prst="rect">
              <a:avLst/>
            </a:prstGeom>
            <a:solidFill>
              <a:srgbClr val="FFCC99"/>
            </a:solidFill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9" name="直接连接符 188"/>
            <p:cNvCxnSpPr/>
            <p:nvPr>
              <p:custDataLst>
                <p:tags r:id="rId68"/>
              </p:custDataLst>
            </p:nvPr>
          </p:nvCxnSpPr>
          <p:spPr bwMode="auto">
            <a:xfrm>
              <a:off x="7020272" y="3645024"/>
              <a:ext cx="0" cy="21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0" name="直接连接符 189"/>
            <p:cNvCxnSpPr/>
            <p:nvPr>
              <p:custDataLst>
                <p:tags r:id="rId69"/>
              </p:custDataLst>
            </p:nvPr>
          </p:nvCxnSpPr>
          <p:spPr bwMode="auto">
            <a:xfrm>
              <a:off x="7092280" y="3645048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1" name="直接连接符 190"/>
            <p:cNvCxnSpPr/>
            <p:nvPr>
              <p:custDataLst>
                <p:tags r:id="rId70"/>
              </p:custDataLst>
            </p:nvPr>
          </p:nvCxnSpPr>
          <p:spPr bwMode="auto">
            <a:xfrm>
              <a:off x="7020272" y="3645024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2" name="直接连接符 191"/>
            <p:cNvCxnSpPr/>
            <p:nvPr>
              <p:custDataLst>
                <p:tags r:id="rId71"/>
              </p:custDataLst>
            </p:nvPr>
          </p:nvCxnSpPr>
          <p:spPr bwMode="auto">
            <a:xfrm>
              <a:off x="7020272" y="3861048"/>
              <a:ext cx="7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2" name="线形标注 2 121"/>
          <p:cNvSpPr/>
          <p:nvPr>
            <p:custDataLst>
              <p:tags r:id="rId72"/>
            </p:custDataLst>
          </p:nvPr>
        </p:nvSpPr>
        <p:spPr bwMode="auto">
          <a:xfrm>
            <a:off x="4611185" y="4032000"/>
            <a:ext cx="1332000" cy="252000"/>
          </a:xfrm>
          <a:prstGeom prst="borderCallout2">
            <a:avLst>
              <a:gd name="adj1" fmla="val 48951"/>
              <a:gd name="adj2" fmla="val -717"/>
              <a:gd name="adj3" fmla="val 47801"/>
              <a:gd name="adj4" fmla="val -16433"/>
              <a:gd name="adj5" fmla="val -204511"/>
              <a:gd name="adj6" fmla="val -34167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时序逻辑操作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102" name="线形标注 2 101"/>
          <p:cNvSpPr/>
          <p:nvPr>
            <p:custDataLst>
              <p:tags r:id="rId73"/>
            </p:custDataLst>
          </p:nvPr>
        </p:nvSpPr>
        <p:spPr bwMode="auto">
          <a:xfrm>
            <a:off x="7093404" y="4068000"/>
            <a:ext cx="1152016" cy="252000"/>
          </a:xfrm>
          <a:prstGeom prst="borderCallout2">
            <a:avLst>
              <a:gd name="adj1" fmla="val 48951"/>
              <a:gd name="adj2" fmla="val -717"/>
              <a:gd name="adj3" fmla="val 49565"/>
              <a:gd name="adj4" fmla="val -15528"/>
              <a:gd name="adj5" fmla="val -215773"/>
              <a:gd name="adj6" fmla="val -40057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部件可复用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00" name="Text Box 18"/>
          <p:cNvSpPr txBox="1"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1980977" y="4392000"/>
            <a:ext cx="6804248" cy="1637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000" b="1" spc="-50" dirty="0" smtClean="0">
                <a:latin typeface="宋体" panose="02010600030101010101" pitchFamily="2" charset="-122"/>
              </a:rPr>
              <a:t>不同指令</a:t>
            </a:r>
            <a:r>
              <a:rPr lang="zh-CN" altLang="en-US" sz="2000" b="1" u="sng" spc="-5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逐条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执行</a:t>
            </a:r>
            <a:endParaRPr lang="en-US" altLang="zh-CN" sz="2000" b="1" spc="-5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spc="-50" dirty="0" smtClean="0">
                <a:latin typeface="宋体" panose="02010600030101010101" pitchFamily="2" charset="-122"/>
              </a:rPr>
              <a:t>不同指令执行过程</a:t>
            </a:r>
            <a:r>
              <a:rPr lang="zh-CN" altLang="en-US" sz="2000" b="1" u="sng" spc="-5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重叠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spc="-50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spc="-50" dirty="0" smtClean="0">
                <a:latin typeface="宋体" panose="02010600030101010101" pitchFamily="2" charset="-122"/>
                <a:sym typeface="+mn-ea"/>
              </a:rPr>
              <a:t>←相应硬件称为</a:t>
            </a:r>
            <a:r>
              <a:rPr lang="zh-CN" altLang="en-US" sz="1800" b="1" u="sng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指令流水线</a:t>
            </a:r>
            <a:endParaRPr lang="en-US" altLang="zh-CN" sz="2000" b="1" u="sng" spc="-50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                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├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→各个</a:t>
            </a:r>
            <a:r>
              <a:rPr lang="zh-CN" altLang="en-US" sz="1600" b="1" dirty="0">
                <a:latin typeface="宋体" panose="02010600030101010101" pitchFamily="2" charset="-122"/>
              </a:rPr>
              <a:t>阶段的部件</a:t>
            </a:r>
            <a:r>
              <a:rPr lang="zh-CN" altLang="en-US" sz="1600" b="1" dirty="0">
                <a:latin typeface="宋体" panose="02010600030101010101" pitchFamily="2" charset="-122"/>
              </a:rPr>
              <a:t>可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同时处理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不同指令</a:t>
            </a:r>
            <a:r>
              <a:rPr lang="zh-CN" altLang="en-US" sz="1600" b="1" dirty="0">
                <a:latin typeface="宋体" panose="02010600030101010101" pitchFamily="2" charset="-122"/>
              </a:rPr>
              <a:t>的操作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     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│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不复用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                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→</a:t>
            </a:r>
            <a:r>
              <a:rPr lang="zh-CN" altLang="en-US" sz="1600" b="1" dirty="0">
                <a:latin typeface="宋体" panose="02010600030101010101" pitchFamily="2" charset="-122"/>
              </a:rPr>
              <a:t>每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条指令</a:t>
            </a:r>
            <a:r>
              <a:rPr lang="zh-CN" altLang="en-US" sz="16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按序通过</a:t>
            </a:r>
            <a:r>
              <a:rPr lang="zh-CN" altLang="en-US" sz="1600" b="1" dirty="0">
                <a:latin typeface="宋体" panose="02010600030101010101" pitchFamily="2" charset="-122"/>
              </a:rPr>
              <a:t>各个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段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避免部件冲突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1045379" y="5184000"/>
            <a:ext cx="3024056" cy="1152000"/>
            <a:chOff x="1763688" y="3717160"/>
            <a:chExt cx="3024056" cy="1152000"/>
          </a:xfrm>
        </p:grpSpPr>
        <p:cxnSp>
          <p:nvCxnSpPr>
            <p:cNvPr id="59" name="直接箭头连接符 58"/>
            <p:cNvCxnSpPr/>
            <p:nvPr>
              <p:custDataLst>
                <p:tags r:id="rId75"/>
              </p:custDataLst>
            </p:nvPr>
          </p:nvCxnSpPr>
          <p:spPr bwMode="auto">
            <a:xfrm>
              <a:off x="2267744" y="4869160"/>
              <a:ext cx="252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2267744" y="3717160"/>
              <a:ext cx="0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1" name="Text Box 6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2626309" y="4653160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2" name="Text Box 63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763688" y="3789160"/>
              <a:ext cx="504056" cy="10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写回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访存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执行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译码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取指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3" name="Text Box 6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2986309" y="465313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jnz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4" name="Text Box 61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2986309" y="4437134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5" name="Text Box 61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3346309" y="443713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jnz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6" name="Text Box 61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3346309" y="4221134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7" name="Text Box 61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3706309" y="422113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jnz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8" name="Text Box 61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3346309" y="4653090"/>
              <a:ext cx="36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or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9" name="Text Box 6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3706309" y="4005132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0" name="Text Box 6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4066309" y="4005134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jnz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1" name="Text Box 6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4066309" y="3789134"/>
              <a:ext cx="360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2" name="Text Box 6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3706309" y="4437090"/>
              <a:ext cx="36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or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3" name="Text Box 6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4066309" y="4221088"/>
              <a:ext cx="36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or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4" name="Text Box 61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4426309" y="4005134"/>
              <a:ext cx="360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or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5" name="Text Box 61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2267744" y="4653160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sub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6" name="Text Box 61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2627784" y="4437160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sub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7" name="Text Box 61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2987824" y="4221158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sub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8" name="Text Box 61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3347864" y="4005204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sub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9" name="Text Box 6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3706309" y="3789040"/>
              <a:ext cx="360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sub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bldLvl="0" animBg="1"/>
      <p:bldP spid="10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2800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3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0500" y="332740"/>
            <a:ext cx="3517265" cy="576199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※CPU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的组成与原理小结：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</a:t>
            </a:r>
            <a:r>
              <a:rPr lang="zh-CN" altLang="en-US" sz="2000" b="1" dirty="0" smtClean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</a:t>
            </a:r>
            <a:r>
              <a:rPr lang="en-US" altLang="zh-CN" sz="2000" b="1" dirty="0" smtClean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0033CC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 smtClean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基本组成</a:t>
            </a:r>
            <a:r>
              <a:rPr lang="en-US" altLang="zh-CN" sz="2000" b="1" dirty="0" smtClean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工作流程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工作原理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指令周期的组织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指令执行的过程：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操作的定时：</a:t>
            </a: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指令周期的组织：</a:t>
            </a: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71980" y="757555"/>
            <a:ext cx="7089140" cy="533908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循环地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处理异常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</a:rPr>
              <a:t>中断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←实现工作方式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指令系统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细化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个操作类功能、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个操作控制类功能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指令部件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运算器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BIU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MMU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中断机构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控制器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划分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为数据通路＋控制器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sz="20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负责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操作实现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操作控制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循环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地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执行指令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响应中断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异常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，由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多个有序的操作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</a:t>
            </a:r>
            <a:r>
              <a:rPr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中断在指令周期间、异常在指令周期中</a:t>
            </a: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循环地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工作流程所需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操作控制信号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(5.3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节讨论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数据通路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工作流程所需的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en-US" altLang="zh-CN" sz="20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(5.2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节讨论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由取指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执行阶段的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基本操作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即</a:t>
            </a:r>
            <a:r>
              <a:rPr lang="en-US" altLang="zh-CN" sz="1600" u="sng" dirty="0" err="1" smtClean="0">
                <a:latin typeface="+mn-lt"/>
                <a:sym typeface="+mn-ea"/>
              </a:rPr>
              <a:t>μ</a:t>
            </a:r>
            <a:r>
              <a:rPr lang="en-US" altLang="zh-CN" sz="1600" b="1" u="sng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序列组成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</a:t>
            </a:r>
            <a:r>
              <a:rPr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间传送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/MEM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读写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算逻运算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时钟脉冲信号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，时长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可不等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操作不同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时钟周期，有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4572000"/>
            <a:ext cx="5435600" cy="612140"/>
            <a:chOff x="2097" y="7313"/>
            <a:chExt cx="8560" cy="964"/>
          </a:xfrm>
        </p:grpSpPr>
        <p:sp>
          <p:nvSpPr>
            <p:cNvPr id="185" name="矩形 184"/>
            <p:cNvSpPr/>
            <p:nvPr>
              <p:custDataLst>
                <p:tags r:id="rId5"/>
              </p:custDataLst>
            </p:nvPr>
          </p:nvSpPr>
          <p:spPr bwMode="auto">
            <a:xfrm>
              <a:off x="2266" y="7313"/>
              <a:ext cx="8220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Text Box 31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436" y="7370"/>
              <a:ext cx="113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31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025" y="7370"/>
              <a:ext cx="147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指令译码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31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953" y="7370"/>
              <a:ext cx="102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9" name="直接箭头连接符 188"/>
            <p:cNvCxnSpPr/>
            <p:nvPr>
              <p:custDataLst>
                <p:tags r:id="rId9"/>
              </p:custDataLst>
            </p:nvPr>
          </p:nvCxnSpPr>
          <p:spPr bwMode="auto">
            <a:xfrm>
              <a:off x="3572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10"/>
              </p:custDataLst>
            </p:nvPr>
          </p:nvCxnSpPr>
          <p:spPr bwMode="auto">
            <a:xfrm>
              <a:off x="5499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1" name="直接箭头连接符 190"/>
            <p:cNvCxnSpPr/>
            <p:nvPr>
              <p:custDataLst>
                <p:tags r:id="rId11"/>
              </p:custDataLst>
            </p:nvPr>
          </p:nvCxnSpPr>
          <p:spPr bwMode="auto">
            <a:xfrm>
              <a:off x="10366" y="754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2" name="直接箭头连接符 191"/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10650" y="7540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3" name="直接箭头连接符 192"/>
            <p:cNvCxnSpPr/>
            <p:nvPr>
              <p:custDataLst>
                <p:tags r:id="rId13"/>
              </p:custDataLst>
            </p:nvPr>
          </p:nvCxnSpPr>
          <p:spPr bwMode="auto">
            <a:xfrm>
              <a:off x="2097" y="754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4" name="直接箭头连接符 193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2097" y="7540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194"/>
            <p:cNvCxnSpPr/>
            <p:nvPr>
              <p:custDataLst>
                <p:tags r:id="rId15"/>
              </p:custDataLst>
            </p:nvPr>
          </p:nvCxnSpPr>
          <p:spPr bwMode="auto">
            <a:xfrm>
              <a:off x="2097" y="8277"/>
              <a:ext cx="85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6" name="Text Box 31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64" y="7767"/>
              <a:ext cx="221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endParaRPr>
            </a:p>
          </p:txBody>
        </p:sp>
        <p:sp>
          <p:nvSpPr>
            <p:cNvPr id="197" name="Text Box 31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009" y="7766"/>
              <a:ext cx="433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←计算结果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" name="Text Box 31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427" y="7370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sz="1600" b="1" dirty="0">
                  <a:latin typeface="宋体" panose="02010600030101010101" pitchFamily="2" charset="-122"/>
                </a:rPr>
                <a:t>数据操作</a:t>
              </a:r>
              <a:endParaRPr 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31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355" y="7370"/>
              <a:ext cx="102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箭头连接符 8"/>
            <p:cNvCxnSpPr/>
            <p:nvPr>
              <p:custDataLst>
                <p:tags r:id="rId20"/>
              </p:custDataLst>
            </p:nvPr>
          </p:nvCxnSpPr>
          <p:spPr bwMode="auto">
            <a:xfrm>
              <a:off x="6973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21"/>
              </p:custDataLst>
            </p:nvPr>
          </p:nvCxnSpPr>
          <p:spPr bwMode="auto">
            <a:xfrm>
              <a:off x="8901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28800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5.2 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数据通路的组织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1557045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、数据通路</a:t>
            </a:r>
            <a:r>
              <a:rPr lang="en-US" altLang="zh-CN" sz="1800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 err="1" smtClean="0">
                <a:solidFill>
                  <a:srgbClr val="FF3300"/>
                </a:solidFill>
                <a:cs typeface="Times New Roman" panose="02020603050405020304" pitchFamily="18" charset="0"/>
              </a:rPr>
              <a:t>DataPath</a:t>
            </a:r>
            <a:r>
              <a:rPr lang="en-US" altLang="zh-CN" sz="1800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的组成</a:t>
            </a:r>
            <a:endParaRPr lang="zh-CN" altLang="en-US" b="1" dirty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79705" y="2051685"/>
            <a:ext cx="8784590" cy="15309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数据通路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指令执行过程中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所经过的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路径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及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路径上的部件</a:t>
            </a:r>
            <a:endParaRPr lang="en-US" altLang="zh-CN" sz="2200" b="1" u="sng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dirty="0" smtClean="0">
                <a:latin typeface="宋体" panose="02010600030101010101" pitchFamily="2" charset="-122"/>
              </a:rPr>
              <a:t>                                     </a:t>
            </a:r>
            <a:r>
              <a:rPr lang="en-US" altLang="zh-CN" sz="1800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涉及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指令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地址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等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←部件复用←</a:t>
            </a:r>
            <a:r>
              <a:rPr lang="zh-CN" altLang="en-US" sz="1800" dirty="0" smtClean="0">
                <a:latin typeface="宋体" panose="02010600030101010101" pitchFamily="2" charset="-122"/>
              </a:rPr>
              <a:t>┘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数据通路的组成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功能部件＋部件互连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       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目标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是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工作流程所需的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所有操作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←相关于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ISA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79512" y="3528245"/>
            <a:ext cx="8424936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、数据通路的功能部件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*数据通路部件的组成：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仅讨论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指令周期所需的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所有操作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取指阶段</a:t>
            </a:r>
            <a:r>
              <a:rPr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uFillTx/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    执行阶段</a:t>
            </a:r>
            <a:r>
              <a:rPr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uFillTx/>
              <a:latin typeface="宋体" panose="02010600030101010101" pitchFamily="2" charset="-122"/>
            </a:endParaRPr>
          </a:p>
        </p:txBody>
      </p:sp>
      <p:sp>
        <p:nvSpPr>
          <p:cNvPr id="11" name="Text Box 526"/>
          <p:cNvSpPr txBox="1">
            <a:spLocks noChangeArrowheads="1"/>
          </p:cNvSpPr>
          <p:nvPr/>
        </p:nvSpPr>
        <p:spPr bwMode="auto">
          <a:xfrm>
            <a:off x="179512" y="837873"/>
            <a:ext cx="8964488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 smtClean="0">
                <a:latin typeface="+mn-ea"/>
                <a:ea typeface="+mn-ea"/>
              </a:rPr>
              <a:t>数据通路的组成，</a:t>
            </a:r>
            <a:r>
              <a:rPr lang="en-US" altLang="zh-CN" sz="2000" dirty="0" err="1" smtClean="0">
                <a:latin typeface="+mn-lt"/>
                <a:ea typeface="+mn-ea"/>
              </a:rPr>
              <a:t>μ</a:t>
            </a:r>
            <a:r>
              <a:rPr lang="en-US" altLang="zh-CN" sz="2000" b="1" dirty="0" err="1" smtClean="0">
                <a:latin typeface="+mn-ea"/>
                <a:ea typeface="+mn-ea"/>
              </a:rPr>
              <a:t>OP</a:t>
            </a:r>
            <a:r>
              <a:rPr lang="zh-CN" altLang="en-US" sz="2000" b="1" dirty="0">
                <a:latin typeface="+mn-ea"/>
                <a:ea typeface="+mn-ea"/>
              </a:rPr>
              <a:t>及其</a:t>
            </a:r>
            <a:r>
              <a:rPr lang="zh-CN" altLang="en-US" sz="2000" b="1" dirty="0" smtClean="0">
                <a:latin typeface="+mn-ea"/>
                <a:ea typeface="+mn-ea"/>
              </a:rPr>
              <a:t>实现，指令执行过程的组织，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/>
            <a:r>
              <a:rPr lang="en-US" altLang="zh-CN" sz="2000" b="1" dirty="0"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latin typeface="+mn-ea"/>
                <a:ea typeface="+mn-ea"/>
              </a:rPr>
              <a:t>            </a:t>
            </a:r>
            <a:r>
              <a:rPr lang="zh-CN" altLang="en-US" sz="2000" b="1" dirty="0" smtClean="0">
                <a:latin typeface="+mn-ea"/>
                <a:ea typeface="+mn-ea"/>
              </a:rPr>
              <a:t>数据通路的设计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部件</a:t>
            </a:r>
            <a:r>
              <a:rPr lang="en-US" altLang="zh-CN" sz="2000" b="1" dirty="0" smtClean="0">
                <a:latin typeface="+mn-ea"/>
                <a:ea typeface="+mn-ea"/>
              </a:rPr>
              <a:t>/</a:t>
            </a:r>
            <a:r>
              <a:rPr lang="zh-CN" altLang="en-US" sz="2000" b="1" dirty="0" smtClean="0">
                <a:latin typeface="+mn-ea"/>
                <a:ea typeface="+mn-ea"/>
              </a:rPr>
              <a:t>互连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endParaRPr lang="en-US" altLang="zh-CN" sz="2000" b="1" dirty="0" smtClean="0">
              <a:latin typeface="+mn-ea"/>
              <a:ea typeface="+mn-ea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620520" y="4356100"/>
            <a:ext cx="7266305" cy="1953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IR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Adder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地址</a:t>
            </a:r>
            <a:r>
              <a:rPr lang="zh-CN" altLang="en-US" sz="1600" b="1" dirty="0">
                <a:latin typeface="宋体" panose="02010600030101010101" pitchFamily="2" charset="-122"/>
              </a:rPr>
              <a:t>加法器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IMEM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指令</a:t>
            </a:r>
            <a:r>
              <a:rPr lang="en-US" altLang="zh-CN" sz="1600" b="1" dirty="0">
                <a:latin typeface="宋体" panose="02010600030101010101" pitchFamily="2" charset="-122"/>
              </a:rPr>
              <a:t>MEM)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ALU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GPRs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PSR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DMEM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数据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MEM)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等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注意：①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IMEM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及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DMEM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可合并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zh-CN" altLang="en-US" sz="2000" b="1" u="sng" dirty="0" smtClean="0">
                <a:latin typeface="宋体" panose="02010600030101010101" pitchFamily="2" charset="-122"/>
                <a:sym typeface="+mn-ea"/>
              </a:rPr>
              <a:t>∈存储系统</a:t>
            </a:r>
            <a:endParaRPr lang="zh-CN" altLang="en-US" sz="20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 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即冯</a:t>
            </a:r>
            <a:r>
              <a:rPr lang="en-US" altLang="zh-CN" sz="1600" b="1" dirty="0" smtClean="0">
                <a:latin typeface="+mn-lt"/>
              </a:rPr>
              <a:t>·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诺依曼结构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可放在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中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Cache])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不同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ISA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的部件组成不同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528060" cy="251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*常见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功能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部件回顾：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组合逻辑部件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时序逻辑部件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36000" y="791845"/>
            <a:ext cx="6220460" cy="23380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sz="2200" b="1" dirty="0" smtClean="0">
                <a:latin typeface="宋体" panose="02010600030101010101" pitchFamily="2" charset="-122"/>
              </a:rPr>
              <a:t>译码器、多路选择器、加法器、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ALU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、扩展器等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寄存器、计数器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、寄存器组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、存储器等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(</a:t>
            </a:r>
            <a:r>
              <a:rPr lang="zh-CN" altLang="en-US" sz="16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仅</a:t>
            </a:r>
            <a:r>
              <a:rPr lang="zh-CN" altLang="en-US" sz="16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写入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为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时序逻辑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操作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           </a:t>
            </a:r>
            <a:r>
              <a:rPr lang="en-US" altLang="zh-CN" sz="1600" dirty="0" smtClean="0">
                <a:latin typeface="宋体" panose="02010600030101010101" pitchFamily="2" charset="-122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有</a:t>
            </a:r>
            <a:r>
              <a:rPr lang="zh-CN" sz="1600" b="1" dirty="0" smtClean="0">
                <a:latin typeface="宋体" panose="02010600030101010101" pitchFamily="2" charset="-122"/>
                <a:sym typeface="+mn-ea"/>
              </a:rPr>
              <a:t>同步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异步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种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340000" y="1260000"/>
            <a:ext cx="1294765" cy="1115695"/>
            <a:chOff x="5953" y="5839"/>
            <a:chExt cx="2039" cy="1757"/>
          </a:xfrm>
        </p:grpSpPr>
        <p:sp>
          <p:nvSpPr>
            <p:cNvPr id="7" name="梯形 6"/>
            <p:cNvSpPr/>
            <p:nvPr>
              <p:custDataLst>
                <p:tags r:id="rId3"/>
              </p:custDataLst>
            </p:nvPr>
          </p:nvSpPr>
          <p:spPr>
            <a:xfrm>
              <a:off x="6463" y="6235"/>
              <a:ext cx="1134" cy="454"/>
            </a:xfrm>
            <a:prstGeom prst="trapezoid">
              <a:avLst>
                <a:gd name="adj" fmla="val 44268"/>
              </a:avLst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0" tIns="0" rIns="0" bIns="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  <a:endParaRPr kumimoji="1" lang="en-US" altLang="zh-CN" sz="160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8" name="直接箭头连接符 7"/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6350" y="606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6350" y="685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7257" y="651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 Box 3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463" y="6239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  <a:endParaRPr lang="en-US" altLang="zh-CN" sz="1600" b="1" u="none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箭头连接符 18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7030" y="6916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 Box 19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953" y="5900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A1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" name="Text Box 19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953" y="6689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Am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19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710" y="6349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Text Box 19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860" y="72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</a:t>
              </a:r>
              <a:endPara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5" name="直接箭头连接符 24"/>
            <p:cNvCxnSpPr/>
            <p:nvPr>
              <p:custDataLst>
                <p:tags r:id="rId13"/>
              </p:custDataLst>
            </p:nvPr>
          </p:nvCxnSpPr>
          <p:spPr bwMode="auto">
            <a:xfrm>
              <a:off x="6973" y="7087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" name="Text Box 19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030" y="7030"/>
              <a:ext cx="73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log</a:t>
              </a:r>
              <a:r>
                <a:rPr lang="en-US" altLang="zh-CN" sz="1400" b="1" baseline="-25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4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m</a:t>
              </a:r>
              <a:endParaRPr lang="en-US" altLang="zh-CN" sz="14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7" name="直接箭头连接符 26"/>
            <p:cNvCxnSpPr/>
            <p:nvPr>
              <p:custDataLst>
                <p:tags r:id="rId15"/>
              </p:custDataLst>
            </p:nvPr>
          </p:nvCxnSpPr>
          <p:spPr bwMode="auto">
            <a:xfrm>
              <a:off x="6407" y="600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" name="Text Box 19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406" y="5839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4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/>
            <p:nvPr>
              <p:custDataLst>
                <p:tags r:id="rId17"/>
              </p:custDataLst>
            </p:nvPr>
          </p:nvCxnSpPr>
          <p:spPr bwMode="auto">
            <a:xfrm>
              <a:off x="6407" y="680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" name="Text Box 19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406" y="660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4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" name="直接箭头连接符 30"/>
            <p:cNvCxnSpPr/>
            <p:nvPr>
              <p:custDataLst>
                <p:tags r:id="rId19"/>
              </p:custDataLst>
            </p:nvPr>
          </p:nvCxnSpPr>
          <p:spPr bwMode="auto">
            <a:xfrm>
              <a:off x="7370" y="646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" name="Text Box 19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370" y="6265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4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708000" y="1260000"/>
            <a:ext cx="1836420" cy="1151890"/>
            <a:chOff x="4819" y="5217"/>
            <a:chExt cx="2892" cy="1814"/>
          </a:xfrm>
        </p:grpSpPr>
        <p:sp>
          <p:nvSpPr>
            <p:cNvPr id="33" name="AutoShape 15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499" y="5896"/>
              <a:ext cx="1587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t" anchorCtr="0"/>
            <a:p>
              <a:pPr mar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加法器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>
              <p:custDataLst>
                <p:tags r:id="rId22"/>
              </p:custDataLst>
            </p:nvPr>
          </p:nvCxnSpPr>
          <p:spPr bwMode="auto">
            <a:xfrm>
              <a:off x="5839" y="5557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23"/>
              </p:custDataLst>
            </p:nvPr>
          </p:nvCxnSpPr>
          <p:spPr bwMode="auto">
            <a:xfrm flipH="1" flipV="1">
              <a:off x="6917" y="6123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24"/>
              </p:custDataLst>
            </p:nvPr>
          </p:nvCxnSpPr>
          <p:spPr bwMode="auto">
            <a:xfrm>
              <a:off x="5783" y="5613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" name="Text Box 10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868" y="5556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8" name="直接箭头连接符 37"/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5329" y="6123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9" name="Text Box 19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257" y="5953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25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19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819" y="595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25000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out</a:t>
              </a:r>
              <a:endParaRPr lang="en-US" altLang="zh-CN" sz="1600" b="1" baseline="-25000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Text Box 19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5669" y="521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2" name="直接箭头连接符 41"/>
            <p:cNvCxnSpPr/>
            <p:nvPr>
              <p:custDataLst>
                <p:tags r:id="rId30"/>
              </p:custDataLst>
            </p:nvPr>
          </p:nvCxnSpPr>
          <p:spPr bwMode="auto">
            <a:xfrm>
              <a:off x="6691" y="5557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31"/>
              </p:custDataLst>
            </p:nvPr>
          </p:nvCxnSpPr>
          <p:spPr bwMode="auto">
            <a:xfrm>
              <a:off x="6634" y="5613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" name="Text Box 10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719" y="5556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6" name="Text Box 19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576" y="521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5" name="直接箭头连接符 54"/>
            <p:cNvCxnSpPr/>
            <p:nvPr>
              <p:custDataLst>
                <p:tags r:id="rId34"/>
              </p:custDataLst>
            </p:nvPr>
          </p:nvCxnSpPr>
          <p:spPr bwMode="auto">
            <a:xfrm>
              <a:off x="6293" y="6350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35"/>
              </p:custDataLst>
            </p:nvPr>
          </p:nvCxnSpPr>
          <p:spPr bwMode="auto">
            <a:xfrm>
              <a:off x="6236" y="6408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7" name="Text Box 10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321" y="6406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8" name="Text Box 19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180" y="6691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5688000" y="1260000"/>
            <a:ext cx="1368425" cy="1151890"/>
            <a:chOff x="6519" y="5613"/>
            <a:chExt cx="2155" cy="1814"/>
          </a:xfrm>
        </p:grpSpPr>
        <p:sp>
          <p:nvSpPr>
            <p:cNvPr id="59" name="AutoShape 15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519" y="6292"/>
              <a:ext cx="1587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t" anchorCtr="0"/>
            <a:p>
              <a:pPr mar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ALU</a:t>
              </a:r>
              <a:endPara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/>
            <p:nvPr>
              <p:custDataLst>
                <p:tags r:id="rId39"/>
              </p:custDataLst>
            </p:nvPr>
          </p:nvCxnSpPr>
          <p:spPr bwMode="auto">
            <a:xfrm>
              <a:off x="6859" y="5953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7937" y="6519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41"/>
              </p:custDataLst>
            </p:nvPr>
          </p:nvCxnSpPr>
          <p:spPr bwMode="auto">
            <a:xfrm>
              <a:off x="6803" y="600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3" name="Text Box 10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888" y="595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4" name="直接箭头连接符 63"/>
            <p:cNvCxnSpPr/>
            <p:nvPr>
              <p:custDataLst>
                <p:tags r:id="rId43"/>
              </p:custDataLst>
            </p:nvPr>
          </p:nvCxnSpPr>
          <p:spPr bwMode="auto">
            <a:xfrm>
              <a:off x="7654" y="6761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5" name="Text Box 19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277" y="6349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6" name="Text Box 19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7483" y="7087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Flag</a:t>
              </a:r>
              <a:endPara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7" name="Text Box 19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6689" y="561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8" name="直接箭头连接符 67"/>
            <p:cNvCxnSpPr/>
            <p:nvPr>
              <p:custDataLst>
                <p:tags r:id="rId47"/>
              </p:custDataLst>
            </p:nvPr>
          </p:nvCxnSpPr>
          <p:spPr bwMode="auto">
            <a:xfrm>
              <a:off x="7711" y="5953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48"/>
              </p:custDataLst>
            </p:nvPr>
          </p:nvCxnSpPr>
          <p:spPr bwMode="auto">
            <a:xfrm>
              <a:off x="7654" y="600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0" name="Text Box 101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7739" y="595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1" name="Text Box 19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539" y="5613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3" name="直接箭头连接符 72"/>
            <p:cNvCxnSpPr/>
            <p:nvPr>
              <p:custDataLst>
                <p:tags r:id="rId51"/>
              </p:custDataLst>
            </p:nvPr>
          </p:nvCxnSpPr>
          <p:spPr bwMode="auto">
            <a:xfrm>
              <a:off x="7256" y="6746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3"/>
            <p:cNvCxnSpPr/>
            <p:nvPr>
              <p:custDataLst>
                <p:tags r:id="rId52"/>
              </p:custDataLst>
            </p:nvPr>
          </p:nvCxnSpPr>
          <p:spPr bwMode="auto">
            <a:xfrm>
              <a:off x="7199" y="6804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75" name="Text Box 10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7284" y="6802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6" name="Text Box 19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7086" y="708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34" name="组合 333"/>
          <p:cNvGrpSpPr/>
          <p:nvPr/>
        </p:nvGrpSpPr>
        <p:grpSpPr>
          <a:xfrm>
            <a:off x="828000" y="1260000"/>
            <a:ext cx="1403985" cy="1117600"/>
            <a:chOff x="1531" y="3855"/>
            <a:chExt cx="2211" cy="1760"/>
          </a:xfrm>
        </p:grpSpPr>
        <p:sp>
          <p:nvSpPr>
            <p:cNvPr id="335" name="Text Box 36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2096" y="3857"/>
              <a:ext cx="1191" cy="136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wrap="square" lIns="0" tIns="0" rIns="0" bIns="0" anchor="ctr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anose="02010600030101010101" pitchFamily="2" charset="-122"/>
                </a:rPr>
                <a:t>译码器</a:t>
              </a:r>
              <a:endParaRPr lang="zh-CN" altLang="en-US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36" name="Text Box 36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2098" y="4310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37" name="Text Box 36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2891" y="3855"/>
              <a:ext cx="397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Y0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Y1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Y2Y3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38" name="直接箭头连接符 337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701" y="4480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9" name="直接箭头连接符 338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3288" y="4001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0" name="直接箭头连接符 339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3288" y="4341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1" name="直接箭头连接符 340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3288" y="4706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2" name="直接箭头连接符 341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3288" y="5046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3" name="直接箭头连接符 342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701" y="4989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4" name="Text Box 36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098" y="4819"/>
              <a:ext cx="39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EN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5" name="Text Box 10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531" y="5275"/>
              <a:ext cx="2211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sz="1600" b="1" dirty="0" smtClean="0">
                  <a:latin typeface="宋体" panose="02010600030101010101" pitchFamily="2" charset="-122"/>
                </a:rPr>
                <a:t>EN=0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全无效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46" name="Text Box 213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757" y="4193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00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2</a:t>
              </a:r>
              <a:endParaRPr lang="en-US" altLang="zh-CN" sz="1400" dirty="0" smtClean="0">
                <a:solidFill>
                  <a:schemeClr val="tx1"/>
                </a:solidFill>
                <a:latin typeface="宋体" panose="02010600030101010101" pitchFamily="2" charset="-122"/>
                <a:cs typeface="Arial Unicode MS" panose="020B0604020202020204" charset="-122"/>
              </a:endParaRPr>
            </a:p>
          </p:txBody>
        </p:sp>
        <p:cxnSp>
          <p:nvCxnSpPr>
            <p:cNvPr id="347" name="直接箭头连接符 346"/>
            <p:cNvCxnSpPr/>
            <p:nvPr>
              <p:custDataLst>
                <p:tags r:id="rId67"/>
              </p:custDataLst>
            </p:nvPr>
          </p:nvCxnSpPr>
          <p:spPr bwMode="auto">
            <a:xfrm>
              <a:off x="1757" y="442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48" name="组合 347"/>
          <p:cNvGrpSpPr/>
          <p:nvPr/>
        </p:nvGrpSpPr>
        <p:grpSpPr>
          <a:xfrm>
            <a:off x="7092245" y="1296000"/>
            <a:ext cx="1800225" cy="1080135"/>
            <a:chOff x="11509" y="3969"/>
            <a:chExt cx="2835" cy="1701"/>
          </a:xfrm>
        </p:grpSpPr>
        <p:sp>
          <p:nvSpPr>
            <p:cNvPr id="349" name="Rectangle 145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2189" y="3969"/>
              <a:ext cx="1474" cy="85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lIns="36000" tIns="10800" rIns="18000" bIns="10800" anchor="ctr" anchorCtr="0"/>
            <a:p>
              <a:pPr algn="ctr">
                <a:spcBef>
                  <a:spcPts val="0"/>
                </a:spcBef>
              </a:pPr>
              <a:r>
                <a:rPr lang="en-US" altLang="zh-CN" sz="1800" b="1" dirty="0" err="1" smtClean="0">
                  <a:latin typeface="+mn-ea"/>
                  <a:ea typeface="+mn-ea"/>
                </a:rPr>
                <a:t>ExtU</a:t>
              </a:r>
              <a:endParaRPr lang="en-US" altLang="zh-CN" sz="1800" b="1" dirty="0" smtClean="0">
                <a:latin typeface="+mn-ea"/>
                <a:ea typeface="+mn-ea"/>
              </a:endParaRPr>
            </a:p>
          </p:txBody>
        </p:sp>
        <p:cxnSp>
          <p:nvCxnSpPr>
            <p:cNvPr id="350" name="直接箭头连接符 349"/>
            <p:cNvCxnSpPr/>
            <p:nvPr>
              <p:custDataLst>
                <p:tags r:id="rId69"/>
              </p:custDataLst>
            </p:nvPr>
          </p:nvCxnSpPr>
          <p:spPr bwMode="auto">
            <a:xfrm>
              <a:off x="11735" y="419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1" name="直接箭头连接符 350"/>
            <p:cNvCxnSpPr/>
            <p:nvPr>
              <p:custDataLst>
                <p:tags r:id="rId70"/>
              </p:custDataLst>
            </p:nvPr>
          </p:nvCxnSpPr>
          <p:spPr bwMode="auto">
            <a:xfrm>
              <a:off x="11849" y="413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2" name="直接箭头连接符 351"/>
            <p:cNvCxnSpPr/>
            <p:nvPr>
              <p:custDataLst>
                <p:tags r:id="rId71"/>
              </p:custDataLst>
            </p:nvPr>
          </p:nvCxnSpPr>
          <p:spPr bwMode="auto">
            <a:xfrm>
              <a:off x="13663" y="419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3" name="直接箭头连接符 352"/>
            <p:cNvCxnSpPr/>
            <p:nvPr>
              <p:custDataLst>
                <p:tags r:id="rId72"/>
              </p:custDataLst>
            </p:nvPr>
          </p:nvCxnSpPr>
          <p:spPr bwMode="auto">
            <a:xfrm>
              <a:off x="13720" y="4139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4" name="直接箭头连接符 353"/>
            <p:cNvCxnSpPr/>
            <p:nvPr>
              <p:custDataLst>
                <p:tags r:id="rId73"/>
              </p:custDataLst>
            </p:nvPr>
          </p:nvCxnSpPr>
          <p:spPr bwMode="auto">
            <a:xfrm>
              <a:off x="11735" y="459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5" name="Text Box 101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13720" y="3969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56" name="Text Box 10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11849" y="3969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ctr"/>
              <a:r>
                <a:rPr lang="en-US" altLang="zh-CN" sz="1400" dirty="0" smtClean="0">
                  <a:latin typeface="宋体" panose="02010600030101010101" pitchFamily="2" charset="-122"/>
                </a:rPr>
                <a:t>k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57" name="Text Box 10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11509" y="4876"/>
              <a:ext cx="2835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t" anchorCtr="0">
              <a:noAutofit/>
            </a:bodyPr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op=1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常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为符号扩展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仅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种功能时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err="1" smtClean="0">
                  <a:latin typeface="宋体" panose="02010600030101010101" pitchFamily="2" charset="-122"/>
                </a:rPr>
                <a:t>缺省</a:t>
              </a:r>
              <a:endParaRPr lang="zh-CN" altLang="en-US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358" name="Text Box 19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2189" y="4422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9" name="Text Box 19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3436" y="4026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0" name="Text Box 19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2189" y="4026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88" name="组合 287"/>
          <p:cNvGrpSpPr/>
          <p:nvPr/>
        </p:nvGrpSpPr>
        <p:grpSpPr>
          <a:xfrm>
            <a:off x="1149500" y="3132000"/>
            <a:ext cx="1584325" cy="1188085"/>
            <a:chOff x="1474" y="7428"/>
            <a:chExt cx="2495" cy="1871"/>
          </a:xfrm>
        </p:grpSpPr>
        <p:sp>
          <p:nvSpPr>
            <p:cNvPr id="253" name="Text Box 191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872" y="7428"/>
              <a:ext cx="1701" cy="85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71755" rIns="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寄存器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5" name="直接箭头连接符 204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2324" y="8277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0" name="等腰三角形 239"/>
            <p:cNvSpPr/>
            <p:nvPr>
              <p:custDataLst>
                <p:tags r:id="rId82"/>
              </p:custDataLst>
            </p:nvPr>
          </p:nvSpPr>
          <p:spPr>
            <a:xfrm>
              <a:off x="2835" y="8164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31" name="直接箭头连接符 230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2948" y="8277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2" name="Text Box 36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2098" y="7937"/>
              <a:ext cx="454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WE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3" name="Text Box 36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835" y="7880"/>
              <a:ext cx="22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41" name="Text Box 10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474" y="8562"/>
              <a:ext cx="2494" cy="7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写入</a:t>
              </a:r>
              <a:r>
                <a:rPr lang="en-US" sz="1600" b="1" dirty="0" smtClean="0">
                  <a:latin typeface="宋体" panose="02010600030101010101" pitchFamily="2" charset="-122"/>
                </a:rPr>
                <a:t>:WE=1&amp;C=</a:t>
              </a:r>
              <a:r>
                <a:rPr lang="en-US" sz="1600" b="1" dirty="0" smtClean="0">
                  <a:cs typeface="Times New Roman" panose="02020603050405020304" pitchFamily="18" charset="0"/>
                </a:rPr>
                <a:t>↑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读出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不受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影响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60" name="Text Box 36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871" y="7654"/>
              <a:ext cx="22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61" name="直接箭头连接符 260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1476" y="7824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2" name="Text Box 213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532" y="7540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n</a:t>
              </a:r>
              <a:endParaRPr lang="en-US" altLang="zh-CN" sz="1600" dirty="0" smtClean="0">
                <a:solidFill>
                  <a:schemeClr val="tx1"/>
                </a:solidFill>
                <a:latin typeface="宋体" panose="02010600030101010101" pitchFamily="2" charset="-122"/>
                <a:cs typeface="Arial Unicode MS" panose="020B0604020202020204" charset="-122"/>
              </a:endParaRPr>
            </a:p>
          </p:txBody>
        </p:sp>
        <p:cxnSp>
          <p:nvCxnSpPr>
            <p:cNvPr id="263" name="直接箭头连接符 262"/>
            <p:cNvCxnSpPr/>
            <p:nvPr>
              <p:custDataLst>
                <p:tags r:id="rId90"/>
              </p:custDataLst>
            </p:nvPr>
          </p:nvCxnSpPr>
          <p:spPr bwMode="auto">
            <a:xfrm>
              <a:off x="1532" y="7767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6" name="Text Box 36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3345" y="7654"/>
              <a:ext cx="22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Q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67" name="直接箭头连接符 266"/>
            <p:cNvCxnSpPr/>
            <p:nvPr>
              <p:custDataLst>
                <p:tags r:id="rId92"/>
              </p:custDataLst>
            </p:nvPr>
          </p:nvCxnSpPr>
          <p:spPr bwMode="auto">
            <a:xfrm flipV="1">
              <a:off x="3572" y="7824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8" name="Text Box 213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3628" y="7540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n</a:t>
              </a:r>
              <a:endParaRPr lang="en-US" altLang="zh-CN" sz="1600" dirty="0" smtClean="0">
                <a:solidFill>
                  <a:schemeClr val="tx1"/>
                </a:solidFill>
                <a:latin typeface="宋体" panose="02010600030101010101" pitchFamily="2" charset="-122"/>
                <a:cs typeface="Arial Unicode MS" panose="020B0604020202020204" charset="-122"/>
              </a:endParaRPr>
            </a:p>
          </p:txBody>
        </p:sp>
        <p:cxnSp>
          <p:nvCxnSpPr>
            <p:cNvPr id="269" name="直接箭头连接符 268"/>
            <p:cNvCxnSpPr/>
            <p:nvPr>
              <p:custDataLst>
                <p:tags r:id="rId94"/>
              </p:custDataLst>
            </p:nvPr>
          </p:nvCxnSpPr>
          <p:spPr bwMode="auto">
            <a:xfrm>
              <a:off x="3628" y="7767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31" name="组合 330"/>
          <p:cNvGrpSpPr/>
          <p:nvPr/>
        </p:nvGrpSpPr>
        <p:grpSpPr>
          <a:xfrm>
            <a:off x="3129550" y="3132000"/>
            <a:ext cx="2016125" cy="1403985"/>
            <a:chOff x="11055" y="7654"/>
            <a:chExt cx="3175" cy="2211"/>
          </a:xfrm>
        </p:grpSpPr>
        <p:sp>
          <p:nvSpPr>
            <p:cNvPr id="313" name="Text Box 19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1682" y="7654"/>
              <a:ext cx="1701" cy="85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36195" rIns="0" bIns="0" anchor="t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0000"/>
                  </a:solidFill>
                  <a:latin typeface="宋体" panose="02010600030101010101" pitchFamily="2" charset="-122"/>
                </a:rPr>
                <a:t>计数器</a:t>
              </a:r>
              <a:endParaRPr lang="en-US" altLang="zh-CN" sz="1600" b="1" dirty="0" smtClean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4" name="直接箭头连接符 313"/>
            <p:cNvCxnSpPr/>
            <p:nvPr>
              <p:custDataLst>
                <p:tags r:id="rId96"/>
              </p:custDataLst>
            </p:nvPr>
          </p:nvCxnSpPr>
          <p:spPr bwMode="auto">
            <a:xfrm flipV="1">
              <a:off x="12019" y="8504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15" name="等腰三角形 314"/>
            <p:cNvSpPr/>
            <p:nvPr>
              <p:custDataLst>
                <p:tags r:id="rId97"/>
              </p:custDataLst>
            </p:nvPr>
          </p:nvSpPr>
          <p:spPr>
            <a:xfrm>
              <a:off x="12472" y="8389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16" name="直接箭头连接符 315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12586" y="850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17" name="Text Box 36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1792" y="8163"/>
              <a:ext cx="454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LD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8" name="Text Box 36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12472" y="8107"/>
              <a:ext cx="22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C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19" name="Text Box 101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11055" y="8731"/>
              <a:ext cx="3175" cy="11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t" anchorCtr="0">
              <a:noAutofit/>
            </a:bodyPr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异步清零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sz="1600" b="1" dirty="0" smtClean="0">
                  <a:latin typeface="宋体" panose="02010600030101010101" pitchFamily="2" charset="-122"/>
                  <a:sym typeface="+mn-ea"/>
                </a:rPr>
                <a:t>CR=1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Q=0</a:t>
              </a:r>
              <a:endParaRPr lang="en-US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置数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sz="1600" b="1" dirty="0" smtClean="0">
                  <a:latin typeface="宋体" panose="02010600030101010101" pitchFamily="2" charset="-122"/>
                  <a:sym typeface="+mn-ea"/>
                </a:rPr>
                <a:t>LD=1&amp;C=</a:t>
              </a:r>
              <a:r>
                <a:rPr lang="en-US" sz="1600" b="1" dirty="0" smtClean="0">
                  <a:cs typeface="Times New Roman" panose="02020603050405020304" pitchFamily="18" charset="0"/>
                  <a:sym typeface="+mn-ea"/>
                </a:rPr>
                <a:t>↑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Q=D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计数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:LD=0&amp;C</a:t>
              </a:r>
              <a:r>
                <a:rPr lang="en-US" sz="1600" b="1" dirty="0" smtClean="0">
                  <a:cs typeface="Times New Roman" panose="02020603050405020304" pitchFamily="18" charset="0"/>
                  <a:sym typeface="+mn-ea"/>
                </a:rPr>
                <a:t>↑</a:t>
              </a:r>
              <a:r>
                <a:rPr lang="zh-CN" altLang="en-US" sz="1600" b="1" dirty="0" smtClean="0">
                  <a:cs typeface="Times New Roman" panose="02020603050405020304" pitchFamily="18" charset="0"/>
                  <a:sym typeface="+mn-ea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Q=Q+1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0" name="Text Box 36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11681" y="7766"/>
              <a:ext cx="22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D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21" name="直接箭头连接符 320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11286" y="7939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2" name="Text Box 213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11342" y="7655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n</a:t>
              </a:r>
              <a:endParaRPr lang="en-US" altLang="zh-CN" sz="1600" dirty="0" smtClean="0">
                <a:solidFill>
                  <a:schemeClr val="tx1"/>
                </a:solidFill>
                <a:latin typeface="宋体" panose="02010600030101010101" pitchFamily="2" charset="-122"/>
                <a:cs typeface="Arial Unicode MS" panose="020B0604020202020204" charset="-122"/>
              </a:endParaRPr>
            </a:p>
          </p:txBody>
        </p:sp>
        <p:cxnSp>
          <p:nvCxnSpPr>
            <p:cNvPr id="323" name="直接箭头连接符 322"/>
            <p:cNvCxnSpPr/>
            <p:nvPr>
              <p:custDataLst>
                <p:tags r:id="rId105"/>
              </p:custDataLst>
            </p:nvPr>
          </p:nvCxnSpPr>
          <p:spPr bwMode="auto">
            <a:xfrm>
              <a:off x="11342" y="7882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4" name="Text Box 36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13153" y="7766"/>
              <a:ext cx="22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Q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25" name="直接箭头连接符 324"/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13380" y="7939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6" name="Text Box 213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13436" y="7655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10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n</a:t>
              </a:r>
              <a:endParaRPr lang="en-US" altLang="zh-CN" sz="1600" dirty="0" smtClean="0">
                <a:solidFill>
                  <a:schemeClr val="tx1"/>
                </a:solidFill>
                <a:latin typeface="宋体" panose="02010600030101010101" pitchFamily="2" charset="-122"/>
                <a:cs typeface="Arial Unicode MS" panose="020B0604020202020204" charset="-122"/>
              </a:endParaRPr>
            </a:p>
          </p:txBody>
        </p:sp>
        <p:cxnSp>
          <p:nvCxnSpPr>
            <p:cNvPr id="327" name="直接箭头连接符 326"/>
            <p:cNvCxnSpPr/>
            <p:nvPr>
              <p:custDataLst>
                <p:tags r:id="rId109"/>
              </p:custDataLst>
            </p:nvPr>
          </p:nvCxnSpPr>
          <p:spPr bwMode="auto">
            <a:xfrm>
              <a:off x="13436" y="7882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9" name="Text Box 36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12869" y="8164"/>
              <a:ext cx="454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CR</a:t>
              </a:r>
              <a:endParaRPr lang="en-US" altLang="zh-CN" sz="1600" b="1" u="none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30" name="直接箭头连接符 329"/>
            <p:cNvCxnSpPr/>
            <p:nvPr>
              <p:custDataLst>
                <p:tags r:id="rId111"/>
              </p:custDataLst>
            </p:nvPr>
          </p:nvCxnSpPr>
          <p:spPr bwMode="auto">
            <a:xfrm flipV="1">
              <a:off x="13096" y="8504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33" name="组合 332"/>
          <p:cNvGrpSpPr/>
          <p:nvPr/>
        </p:nvGrpSpPr>
        <p:grpSpPr>
          <a:xfrm>
            <a:off x="5390120" y="3132000"/>
            <a:ext cx="3393440" cy="1369060"/>
            <a:chOff x="4592" y="7257"/>
            <a:chExt cx="5344" cy="2156"/>
          </a:xfrm>
        </p:grpSpPr>
        <p:sp>
          <p:nvSpPr>
            <p:cNvPr id="272" name="Rectangle 145"/>
            <p:cNvSpPr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5046" y="7259"/>
              <a:ext cx="1587" cy="21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lIns="36000" tIns="10800" rIns="18000" bIns="10800" anchor="t" anchorCtr="0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rA</a:t>
              </a:r>
              <a:r>
                <a:rPr lang="en-US" altLang="zh-CN" sz="1600" b="1" dirty="0" smtClean="0">
                  <a:latin typeface="+mn-ea"/>
                  <a:ea typeface="+mn-ea"/>
                </a:rPr>
                <a:t>   </a:t>
              </a:r>
              <a:r>
                <a:rPr lang="en-US" altLang="zh-CN" sz="1400" b="1" dirty="0" smtClean="0">
                  <a:latin typeface="+mn-ea"/>
                  <a:ea typeface="+mn-ea"/>
                </a:rPr>
                <a:t>  </a:t>
              </a:r>
              <a:r>
                <a:rPr lang="en-US" altLang="zh-CN" sz="1600" b="1" dirty="0" err="1" smtClean="0">
                  <a:latin typeface="+mn-ea"/>
                  <a:ea typeface="+mn-ea"/>
                </a:rPr>
                <a:t>dA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rB</a:t>
              </a:r>
              <a:r>
                <a:rPr lang="en-US" altLang="zh-CN" sz="1600" b="1" dirty="0" smtClean="0">
                  <a:latin typeface="+mn-ea"/>
                  <a:ea typeface="+mn-ea"/>
                </a:rPr>
                <a:t>   </a:t>
              </a:r>
              <a:r>
                <a:rPr lang="en-US" altLang="zh-CN" sz="1400" b="1" dirty="0" smtClean="0">
                  <a:latin typeface="+mn-ea"/>
                  <a:ea typeface="+mn-ea"/>
                </a:rPr>
                <a:t>  </a:t>
              </a:r>
              <a:r>
                <a:rPr lang="en-US" altLang="zh-CN" sz="1600" b="1" dirty="0" smtClean="0">
                  <a:latin typeface="+mn-ea"/>
                  <a:ea typeface="+mn-ea"/>
                </a:rPr>
                <a:t>dB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rW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dW</a:t>
              </a:r>
              <a:r>
                <a:rPr lang="en-US" altLang="zh-CN" sz="1600" b="1" dirty="0" smtClean="0">
                  <a:latin typeface="+mn-ea"/>
                  <a:ea typeface="+mn-ea"/>
                </a:rPr>
                <a:t>  </a:t>
              </a:r>
              <a:r>
                <a:rPr lang="en-US" altLang="zh-CN" sz="1800" b="1" dirty="0" smtClean="0">
                  <a:latin typeface="+mn-ea"/>
                  <a:ea typeface="+mn-ea"/>
                </a:rPr>
                <a:t>GPRs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+mn-ea"/>
                  <a:ea typeface="+mn-ea"/>
                </a:rPr>
                <a:t>WE</a:t>
              </a:r>
              <a:endParaRPr lang="en-US" altLang="zh-CN" sz="1600" b="1" dirty="0" smtClean="0">
                <a:solidFill>
                  <a:srgbClr val="FF3399"/>
                </a:solidFill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Clk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273" name="直接箭头连接符 272"/>
            <p:cNvCxnSpPr/>
            <p:nvPr>
              <p:custDataLst>
                <p:tags r:id="rId113"/>
              </p:custDataLst>
            </p:nvPr>
          </p:nvCxnSpPr>
          <p:spPr bwMode="auto">
            <a:xfrm>
              <a:off x="4592" y="748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4" name="直接箭头连接符 273"/>
            <p:cNvCxnSpPr/>
            <p:nvPr>
              <p:custDataLst>
                <p:tags r:id="rId114"/>
              </p:custDataLst>
            </p:nvPr>
          </p:nvCxnSpPr>
          <p:spPr bwMode="auto">
            <a:xfrm>
              <a:off x="4592" y="782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5" name="直接箭头连接符 274"/>
            <p:cNvCxnSpPr/>
            <p:nvPr>
              <p:custDataLst>
                <p:tags r:id="rId115"/>
              </p:custDataLst>
            </p:nvPr>
          </p:nvCxnSpPr>
          <p:spPr bwMode="auto">
            <a:xfrm>
              <a:off x="4592" y="816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6" name="直接箭头连接符 275"/>
            <p:cNvCxnSpPr/>
            <p:nvPr>
              <p:custDataLst>
                <p:tags r:id="rId116"/>
              </p:custDataLst>
            </p:nvPr>
          </p:nvCxnSpPr>
          <p:spPr bwMode="auto">
            <a:xfrm>
              <a:off x="4592" y="8518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7" name="直接箭头连接符 276"/>
            <p:cNvCxnSpPr/>
            <p:nvPr>
              <p:custDataLst>
                <p:tags r:id="rId117"/>
              </p:custDataLst>
            </p:nvPr>
          </p:nvCxnSpPr>
          <p:spPr bwMode="auto">
            <a:xfrm>
              <a:off x="4592" y="884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8" name="直接箭头连接符 277"/>
            <p:cNvCxnSpPr/>
            <p:nvPr>
              <p:custDataLst>
                <p:tags r:id="rId118"/>
              </p:custDataLst>
            </p:nvPr>
          </p:nvCxnSpPr>
          <p:spPr bwMode="auto">
            <a:xfrm>
              <a:off x="4592" y="918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9" name="直接箭头连接符 278"/>
            <p:cNvCxnSpPr/>
            <p:nvPr>
              <p:custDataLst>
                <p:tags r:id="rId119"/>
              </p:custDataLst>
            </p:nvPr>
          </p:nvCxnSpPr>
          <p:spPr bwMode="auto">
            <a:xfrm>
              <a:off x="6633" y="748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0" name="直接箭头连接符 279"/>
            <p:cNvCxnSpPr/>
            <p:nvPr>
              <p:custDataLst>
                <p:tags r:id="rId120"/>
              </p:custDataLst>
            </p:nvPr>
          </p:nvCxnSpPr>
          <p:spPr bwMode="auto">
            <a:xfrm>
              <a:off x="6633" y="7822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1" name="直接箭头连接符 280"/>
            <p:cNvCxnSpPr/>
            <p:nvPr>
              <p:custDataLst>
                <p:tags r:id="rId121"/>
              </p:custDataLst>
            </p:nvPr>
          </p:nvCxnSpPr>
          <p:spPr bwMode="auto">
            <a:xfrm>
              <a:off x="4649" y="8107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2" name="Text Box 101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4649" y="7937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k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3" name="Text Box 101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4649" y="8277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84" name="直接箭头连接符 283"/>
            <p:cNvCxnSpPr/>
            <p:nvPr>
              <p:custDataLst>
                <p:tags r:id="rId124"/>
              </p:custDataLst>
            </p:nvPr>
          </p:nvCxnSpPr>
          <p:spPr bwMode="auto">
            <a:xfrm>
              <a:off x="4649" y="8447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5" name="Text Box 101"/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6746" y="7257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86" name="直接箭头连接符 285"/>
            <p:cNvCxnSpPr/>
            <p:nvPr>
              <p:custDataLst>
                <p:tags r:id="rId126"/>
              </p:custDataLst>
            </p:nvPr>
          </p:nvCxnSpPr>
          <p:spPr bwMode="auto">
            <a:xfrm>
              <a:off x="6746" y="7427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2" name="Text Box 101"/>
            <p:cNvSpPr txBox="1"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6875" y="7881"/>
              <a:ext cx="3061" cy="15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t" anchorCtr="0">
              <a:noAutofit/>
            </a:bodyPr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读出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r>
                <a:rPr lang="en-US" sz="1600" b="1" dirty="0" smtClean="0">
                  <a:latin typeface="宋体" panose="02010600030101010101" pitchFamily="2" charset="-122"/>
                </a:rPr>
                <a:t>dA=R[rA]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，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</a:t>
              </a:r>
              <a:r>
                <a:rPr lang="en-US" sz="1600" b="1" dirty="0" smtClean="0">
                  <a:latin typeface="宋体" panose="02010600030101010101" pitchFamily="2" charset="-122"/>
                </a:rPr>
                <a:t>dB=R[rB]</a:t>
              </a:r>
              <a:endParaRPr lang="en-US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写入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r>
                <a:rPr lang="en-US" sz="1600" b="1" dirty="0" smtClean="0">
                  <a:latin typeface="宋体" panose="02010600030101010101" pitchFamily="2" charset="-122"/>
                </a:rPr>
                <a:t>WE=1&amp;Clk=</a:t>
              </a:r>
              <a:r>
                <a:rPr lang="en-US" sz="1600" b="1" dirty="0" smtClean="0">
                  <a:cs typeface="Times New Roman" panose="02020603050405020304" pitchFamily="18" charset="0"/>
                </a:rPr>
                <a:t>↑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,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R[rW]=D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48000" y="4572000"/>
            <a:ext cx="4319905" cy="864235"/>
            <a:chOff x="1701" y="7654"/>
            <a:chExt cx="6803" cy="1361"/>
          </a:xfrm>
        </p:grpSpPr>
        <p:sp>
          <p:nvSpPr>
            <p:cNvPr id="102" name="Rectangle 145"/>
            <p:cNvSpPr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2155" y="7654"/>
              <a:ext cx="1587" cy="136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lIns="36000" tIns="17780" rIns="18000" bIns="0" anchor="t" anchorCtr="0"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addr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8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+mn-ea"/>
                  <a:ea typeface="+mn-ea"/>
                </a:rPr>
                <a:t>D      </a:t>
              </a: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000" b="1" baseline="-25000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dirty="0" err="1" smtClean="0">
                  <a:latin typeface="+mn-ea"/>
                  <a:ea typeface="+mn-ea"/>
                </a:rPr>
                <a:t>Q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+mn-ea"/>
                  <a:ea typeface="+mn-ea"/>
                </a:rPr>
                <a:t>WE</a:t>
              </a:r>
              <a:r>
                <a:rPr lang="en-US" altLang="zh-CN" sz="1600" b="1" dirty="0" smtClean="0">
                  <a:latin typeface="+mn-ea"/>
                  <a:ea typeface="+mn-ea"/>
                </a:rPr>
                <a:t>    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+mn-ea"/>
                  <a:ea typeface="+mn-ea"/>
                  <a:sym typeface="+mn-ea"/>
                </a:rPr>
                <a:t>mfc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 smtClean="0">
                  <a:latin typeface="+mn-ea"/>
                  <a:ea typeface="+mn-ea"/>
                  <a:sym typeface="+mn-ea"/>
                </a:rPr>
                <a:t>异步</a:t>
              </a:r>
              <a:r>
                <a:rPr lang="en-US" altLang="zh-CN" sz="1800" b="1" dirty="0" smtClean="0">
                  <a:latin typeface="+mn-ea"/>
                  <a:ea typeface="+mn-ea"/>
                </a:rPr>
                <a:t>MEM</a:t>
              </a:r>
              <a:endParaRPr lang="en-US" altLang="zh-CN" sz="1800" b="1" dirty="0" smtClean="0">
                <a:latin typeface="+mn-ea"/>
                <a:ea typeface="+mn-ea"/>
              </a:endParaRPr>
            </a:p>
          </p:txBody>
        </p:sp>
        <p:cxnSp>
          <p:nvCxnSpPr>
            <p:cNvPr id="103" name="直接箭头连接符 102"/>
            <p:cNvCxnSpPr/>
            <p:nvPr>
              <p:custDataLst>
                <p:tags r:id="rId129"/>
              </p:custDataLst>
            </p:nvPr>
          </p:nvCxnSpPr>
          <p:spPr bwMode="auto">
            <a:xfrm>
              <a:off x="1701" y="7883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130"/>
              </p:custDataLst>
            </p:nvPr>
          </p:nvCxnSpPr>
          <p:spPr bwMode="auto">
            <a:xfrm>
              <a:off x="1701" y="816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104"/>
            <p:cNvCxnSpPr/>
            <p:nvPr>
              <p:custDataLst>
                <p:tags r:id="rId131"/>
              </p:custDataLst>
            </p:nvPr>
          </p:nvCxnSpPr>
          <p:spPr bwMode="auto">
            <a:xfrm>
              <a:off x="1784" y="7826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6" name="直接箭头连接符 105"/>
            <p:cNvCxnSpPr/>
            <p:nvPr>
              <p:custDataLst>
                <p:tags r:id="rId132"/>
              </p:custDataLst>
            </p:nvPr>
          </p:nvCxnSpPr>
          <p:spPr bwMode="auto">
            <a:xfrm>
              <a:off x="1784" y="8107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7" name="Text Box 101"/>
            <p:cNvSpPr txBox="1"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1814" y="7937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08" name="直接箭头连接符 107"/>
            <p:cNvCxnSpPr/>
            <p:nvPr>
              <p:custDataLst>
                <p:tags r:id="rId134"/>
              </p:custDataLst>
            </p:nvPr>
          </p:nvCxnSpPr>
          <p:spPr bwMode="auto">
            <a:xfrm>
              <a:off x="1701" y="8447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9" name="直接箭头连接符 108"/>
            <p:cNvCxnSpPr/>
            <p:nvPr>
              <p:custDataLst>
                <p:tags r:id="rId135"/>
              </p:custDataLst>
            </p:nvPr>
          </p:nvCxnSpPr>
          <p:spPr bwMode="auto">
            <a:xfrm>
              <a:off x="3742" y="8447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>
              <p:custDataLst>
                <p:tags r:id="rId136"/>
              </p:custDataLst>
            </p:nvPr>
          </p:nvCxnSpPr>
          <p:spPr bwMode="auto">
            <a:xfrm>
              <a:off x="3742" y="816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1" name="直接箭头连接符 110"/>
            <p:cNvCxnSpPr/>
            <p:nvPr>
              <p:custDataLst>
                <p:tags r:id="rId137"/>
              </p:custDataLst>
            </p:nvPr>
          </p:nvCxnSpPr>
          <p:spPr bwMode="auto">
            <a:xfrm>
              <a:off x="3855" y="8107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2" name="Text Box 101"/>
            <p:cNvSpPr txBox="1">
              <a:spLocks noChangeArrowheads="1"/>
            </p:cNvSpPr>
            <p:nvPr>
              <p:custDataLst>
                <p:tags r:id="rId138"/>
              </p:custDataLst>
            </p:nvPr>
          </p:nvSpPr>
          <p:spPr bwMode="auto">
            <a:xfrm>
              <a:off x="3855" y="7937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101"/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1814" y="7656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k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101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4365" y="7765"/>
              <a:ext cx="4139" cy="11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t" anchorCtr="0">
              <a:noAutofit/>
            </a:bodyPr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写入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r>
                <a:rPr lang="en-US" sz="1600" b="1" dirty="0" smtClean="0">
                  <a:latin typeface="宋体" panose="02010600030101010101" pitchFamily="2" charset="-122"/>
                </a:rPr>
                <a:t>WE=1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M[addr]=D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读出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sz="1600" b="1" dirty="0" smtClean="0">
                  <a:latin typeface="宋体" panose="02010600030101010101" pitchFamily="2" charset="-122"/>
                  <a:sym typeface="+mn-ea"/>
                </a:rPr>
                <a:t>WE=0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sz="1600" b="1" dirty="0" smtClean="0">
                  <a:latin typeface="宋体" panose="02010600030101010101" pitchFamily="2" charset="-122"/>
                </a:rPr>
                <a:t>Q</a:t>
              </a:r>
              <a:r>
                <a:rPr lang="en-US" sz="1600" b="1" dirty="0" smtClean="0">
                  <a:latin typeface="宋体" panose="02010600030101010101" pitchFamily="2" charset="-122"/>
                </a:rPr>
                <a:t>=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M[addr]</a:t>
              </a:r>
              <a:endParaRPr lang="en-US" altLang="zh-CN" sz="1600" b="1" dirty="0" smtClean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异步控制，时延用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mfc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表示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648000" y="5544000"/>
            <a:ext cx="4464050" cy="866775"/>
            <a:chOff x="10602" y="7425"/>
            <a:chExt cx="7030" cy="1365"/>
          </a:xfrm>
        </p:grpSpPr>
        <p:sp>
          <p:nvSpPr>
            <p:cNvPr id="116" name="Rectangle 145"/>
            <p:cNvSpPr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11056" y="7425"/>
              <a:ext cx="1587" cy="136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tailEnd type="none" w="sm" len="med"/>
            </a:ln>
            <a:effectLst/>
          </p:spPr>
          <p:txBody>
            <a:bodyPr wrap="none" lIns="36000" tIns="17780" rIns="18000" bIns="0" anchor="t" anchorCtr="0"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addr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8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+mn-ea"/>
                  <a:ea typeface="+mn-ea"/>
                </a:rPr>
                <a:t>D      </a:t>
              </a: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000" b="1" baseline="-25000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dirty="0" err="1" smtClean="0">
                  <a:latin typeface="+mn-ea"/>
                  <a:ea typeface="+mn-ea"/>
                </a:rPr>
                <a:t>Q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+mn-ea"/>
                  <a:ea typeface="+mn-ea"/>
                </a:rPr>
                <a:t>WE</a:t>
              </a:r>
              <a:r>
                <a:rPr lang="en-US" altLang="zh-CN" sz="1600" b="1" dirty="0" smtClean="0">
                  <a:latin typeface="+mn-ea"/>
                  <a:ea typeface="+mn-ea"/>
                </a:rPr>
                <a:t> </a:t>
              </a:r>
              <a:r>
                <a:rPr lang="en-US" altLang="zh-CN" sz="1400" b="1" dirty="0" smtClean="0">
                  <a:latin typeface="+mn-ea"/>
                  <a:ea typeface="+mn-ea"/>
                </a:rPr>
                <a:t> </a:t>
              </a:r>
              <a:r>
                <a:rPr lang="zh-CN" altLang="en-US" sz="1800" b="1" dirty="0" smtClean="0">
                  <a:latin typeface="+mn-ea"/>
                  <a:ea typeface="+mn-ea"/>
                </a:rPr>
                <a:t>同步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solidFill>
                    <a:srgbClr val="C00000"/>
                  </a:solidFill>
                  <a:latin typeface="+mn-ea"/>
                  <a:ea typeface="+mn-ea"/>
                </a:rPr>
                <a:t>Clk</a:t>
              </a:r>
              <a:r>
                <a:rPr lang="en-US" altLang="zh-CN" sz="1200" b="1" dirty="0" smtClean="0">
                  <a:latin typeface="+mn-ea"/>
                  <a:ea typeface="+mn-ea"/>
                </a:rPr>
                <a:t>  </a:t>
              </a:r>
              <a:r>
                <a:rPr lang="en-US" altLang="zh-CN" sz="1800" b="1" dirty="0" smtClean="0">
                  <a:latin typeface="+mn-ea"/>
                  <a:ea typeface="+mn-ea"/>
                </a:rPr>
                <a:t>MEM</a:t>
              </a:r>
              <a:endParaRPr lang="en-US" altLang="zh-CN" sz="1800" b="1" dirty="0" smtClean="0">
                <a:latin typeface="+mn-ea"/>
                <a:ea typeface="+mn-ea"/>
              </a:endParaRPr>
            </a:p>
          </p:txBody>
        </p:sp>
        <p:cxnSp>
          <p:nvCxnSpPr>
            <p:cNvPr id="117" name="直接箭头连接符 116"/>
            <p:cNvCxnSpPr/>
            <p:nvPr>
              <p:custDataLst>
                <p:tags r:id="rId142"/>
              </p:custDataLst>
            </p:nvPr>
          </p:nvCxnSpPr>
          <p:spPr bwMode="auto">
            <a:xfrm>
              <a:off x="10602" y="7654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8" name="直接箭头连接符 117"/>
            <p:cNvCxnSpPr/>
            <p:nvPr>
              <p:custDataLst>
                <p:tags r:id="rId143"/>
              </p:custDataLst>
            </p:nvPr>
          </p:nvCxnSpPr>
          <p:spPr bwMode="auto">
            <a:xfrm>
              <a:off x="10602" y="793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9" name="直接箭头连接符 118"/>
            <p:cNvCxnSpPr/>
            <p:nvPr>
              <p:custDataLst>
                <p:tags r:id="rId144"/>
              </p:custDataLst>
            </p:nvPr>
          </p:nvCxnSpPr>
          <p:spPr bwMode="auto">
            <a:xfrm>
              <a:off x="10685" y="7597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>
              <p:custDataLst>
                <p:tags r:id="rId145"/>
              </p:custDataLst>
            </p:nvPr>
          </p:nvCxnSpPr>
          <p:spPr bwMode="auto">
            <a:xfrm>
              <a:off x="10685" y="7878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1" name="Text Box 101"/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10715" y="7708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>
              <p:custDataLst>
                <p:tags r:id="rId147"/>
              </p:custDataLst>
            </p:nvPr>
          </p:nvCxnSpPr>
          <p:spPr bwMode="auto">
            <a:xfrm>
              <a:off x="10602" y="827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148"/>
              </p:custDataLst>
            </p:nvPr>
          </p:nvCxnSpPr>
          <p:spPr bwMode="auto">
            <a:xfrm>
              <a:off x="10602" y="861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/>
            <p:cNvCxnSpPr/>
            <p:nvPr>
              <p:custDataLst>
                <p:tags r:id="rId149"/>
              </p:custDataLst>
            </p:nvPr>
          </p:nvCxnSpPr>
          <p:spPr bwMode="auto">
            <a:xfrm>
              <a:off x="12643" y="793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5" name="直接箭头连接符 124"/>
            <p:cNvCxnSpPr/>
            <p:nvPr>
              <p:custDataLst>
                <p:tags r:id="rId150"/>
              </p:custDataLst>
            </p:nvPr>
          </p:nvCxnSpPr>
          <p:spPr bwMode="auto">
            <a:xfrm>
              <a:off x="12756" y="7878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6" name="Text Box 101"/>
            <p:cNvSpPr txBox="1"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12756" y="7708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n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101"/>
            <p:cNvSpPr txBox="1">
              <a:spLocks noChangeArrowheads="1"/>
            </p:cNvSpPr>
            <p:nvPr>
              <p:custDataLst>
                <p:tags r:id="rId152"/>
              </p:custDataLst>
            </p:nvPr>
          </p:nvSpPr>
          <p:spPr bwMode="auto">
            <a:xfrm>
              <a:off x="10715" y="7427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p>
              <a:r>
                <a:rPr lang="en-US" altLang="zh-CN" sz="1400" dirty="0" smtClean="0">
                  <a:latin typeface="宋体" panose="02010600030101010101" pitchFamily="2" charset="-122"/>
                </a:rPr>
                <a:t>k</a:t>
              </a:r>
              <a:endParaRPr lang="en-US" altLang="zh-CN" sz="1400" baseline="-2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8" name="Text Box 101"/>
            <p:cNvSpPr txBox="1"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13267" y="7599"/>
              <a:ext cx="4365" cy="11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t" anchorCtr="0">
              <a:noAutofit/>
            </a:bodyPr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写入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r>
                <a:rPr lang="en-US" sz="1600" b="1" dirty="0" smtClean="0">
                  <a:latin typeface="宋体" panose="02010600030101010101" pitchFamily="2" charset="-122"/>
                </a:rPr>
                <a:t>WE=1&amp;Clk=</a:t>
              </a:r>
              <a:r>
                <a:rPr lang="en-US" sz="1600" b="1" dirty="0" smtClean="0">
                  <a:cs typeface="Times New Roman" panose="02020603050405020304" pitchFamily="18" charset="0"/>
                </a:rPr>
                <a:t>↑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M[addr]=D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读出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:</a:t>
              </a:r>
              <a:r>
                <a:rPr lang="en-US" sz="1600" b="1" dirty="0" smtClean="0">
                  <a:latin typeface="宋体" panose="02010600030101010101" pitchFamily="2" charset="-122"/>
                  <a:sym typeface="+mn-ea"/>
                </a:rPr>
                <a:t>WE=0&amp;Clk=</a:t>
              </a:r>
              <a:r>
                <a:rPr lang="en-US" sz="1600" b="1" dirty="0" smtClean="0">
                  <a:cs typeface="Times New Roman" panose="02020603050405020304" pitchFamily="18" charset="0"/>
                  <a:sym typeface="+mn-ea"/>
                </a:rPr>
                <a:t>↑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时</a:t>
              </a:r>
              <a:r>
                <a:rPr lang="en-US" sz="1600" b="1" dirty="0" smtClean="0">
                  <a:latin typeface="宋体" panose="02010600030101010101" pitchFamily="2" charset="-122"/>
                </a:rPr>
                <a:t>Q</a:t>
              </a:r>
              <a:r>
                <a:rPr lang="en-US" sz="1600" b="1" dirty="0" smtClean="0">
                  <a:latin typeface="宋体" panose="02010600030101010101" pitchFamily="2" charset="-122"/>
                </a:rPr>
                <a:t>=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M[addr]</a:t>
              </a:r>
              <a:endParaRPr lang="en-US" altLang="zh-CN" sz="1600" b="1" dirty="0" smtClean="0">
                <a:latin typeface="宋体" panose="02010600030101010101" pitchFamily="2" charset="-122"/>
                <a:sym typeface="+mn-ea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同步控制</a:t>
              </a:r>
              <a:r>
                <a:rPr lang="zh-CN" sz="1600" b="1" dirty="0" smtClean="0">
                  <a:latin typeface="宋体" panose="02010600030101010101" pitchFamily="2" charset="-122"/>
                  <a:sym typeface="+mn-ea"/>
                </a:rPr>
                <a:t>，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时延用</a:t>
              </a:r>
              <a:r>
                <a:rPr lang="zh-CN" altLang="en-US" sz="1600" b="1" dirty="0" smtClean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约定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实现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171" name="组合 170"/>
          <p:cNvGrpSpPr/>
          <p:nvPr/>
        </p:nvGrpSpPr>
        <p:grpSpPr>
          <a:xfrm>
            <a:off x="5148000" y="4572000"/>
            <a:ext cx="3023870" cy="935990"/>
            <a:chOff x="6860" y="6803"/>
            <a:chExt cx="4762" cy="1474"/>
          </a:xfrm>
        </p:grpSpPr>
        <p:sp>
          <p:nvSpPr>
            <p:cNvPr id="172" name="Text Box 88"/>
            <p:cNvSpPr txBox="1">
              <a:spLocks noChangeArrowheads="1"/>
            </p:cNvSpPr>
            <p:nvPr>
              <p:custDataLst>
                <p:tags r:id="rId154"/>
              </p:custDataLst>
            </p:nvPr>
          </p:nvSpPr>
          <p:spPr bwMode="auto">
            <a:xfrm>
              <a:off x="6917" y="6803"/>
              <a:ext cx="737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addr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73" name="Text Box 89"/>
            <p:cNvSpPr txBox="1">
              <a:spLocks noChangeArrowheads="1"/>
            </p:cNvSpPr>
            <p:nvPr>
              <p:custDataLst>
                <p:tags r:id="rId155"/>
              </p:custDataLst>
            </p:nvPr>
          </p:nvSpPr>
          <p:spPr bwMode="auto">
            <a:xfrm>
              <a:off x="6860" y="7994"/>
              <a:ext cx="737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Q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74" name="Text Box 114"/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6860" y="7597"/>
              <a:ext cx="737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mfc</a:t>
              </a:r>
              <a:endParaRPr lang="en-US" altLang="zh-CN" sz="1600" b="1" dirty="0" err="1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5" name="Text Box 88"/>
            <p:cNvSpPr txBox="1"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6917" y="7200"/>
              <a:ext cx="737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6" name="Rectangle 145"/>
            <p:cNvSpPr>
              <a:spLocks noChangeArrowheads="1"/>
            </p:cNvSpPr>
            <p:nvPr>
              <p:custDataLst>
                <p:tags r:id="rId158"/>
              </p:custDataLst>
            </p:nvPr>
          </p:nvSpPr>
          <p:spPr bwMode="auto">
            <a:xfrm>
              <a:off x="8164" y="6803"/>
              <a:ext cx="2268" cy="147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noFill/>
              <a:prstDash val="sysDot"/>
              <a:miter lim="800000"/>
              <a:tailEnd type="none" w="sm" len="med"/>
            </a:ln>
            <a:effectLst/>
          </p:spPr>
          <p:txBody>
            <a:bodyPr wrap="none" lIns="36000" tIns="10800" rIns="18000" bIns="10800" anchor="t" anchorCtr="0"/>
            <a:p>
              <a:pPr algn="l"/>
              <a:endParaRPr lang="en-US" altLang="zh-CN" sz="2200" b="1" dirty="0" smtClean="0">
                <a:latin typeface="+mn-ea"/>
                <a:ea typeface="+mn-ea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>
              <p:custDataLst>
                <p:tags r:id="rId159"/>
              </p:custDataLst>
            </p:nvPr>
          </p:nvSpPr>
          <p:spPr bwMode="auto">
            <a:xfrm flipV="1">
              <a:off x="7597" y="6803"/>
              <a:ext cx="113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78" name="Line 71"/>
            <p:cNvSpPr>
              <a:spLocks noChangeShapeType="1"/>
            </p:cNvSpPr>
            <p:nvPr>
              <p:custDataLst>
                <p:tags r:id="rId160"/>
              </p:custDataLst>
            </p:nvPr>
          </p:nvSpPr>
          <p:spPr bwMode="auto">
            <a:xfrm>
              <a:off x="7597" y="7087"/>
              <a:ext cx="113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79" name="Line 72"/>
            <p:cNvSpPr>
              <a:spLocks noChangeShapeType="1"/>
            </p:cNvSpPr>
            <p:nvPr>
              <p:custDataLst>
                <p:tags r:id="rId161"/>
              </p:custDataLst>
            </p:nvPr>
          </p:nvSpPr>
          <p:spPr bwMode="auto">
            <a:xfrm>
              <a:off x="7937" y="6803"/>
              <a:ext cx="3061" cy="2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0" name="Line 73"/>
            <p:cNvSpPr>
              <a:spLocks noChangeShapeType="1"/>
            </p:cNvSpPr>
            <p:nvPr>
              <p:custDataLst>
                <p:tags r:id="rId162"/>
              </p:custDataLst>
            </p:nvPr>
          </p:nvSpPr>
          <p:spPr bwMode="auto">
            <a:xfrm>
              <a:off x="7937" y="7087"/>
              <a:ext cx="3061" cy="1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1" name="Line 85"/>
            <p:cNvSpPr>
              <a:spLocks noChangeShapeType="1"/>
            </p:cNvSpPr>
            <p:nvPr>
              <p:custDataLst>
                <p:tags r:id="rId163"/>
              </p:custDataLst>
            </p:nvPr>
          </p:nvSpPr>
          <p:spPr bwMode="auto">
            <a:xfrm>
              <a:off x="11225" y="6803"/>
              <a:ext cx="397" cy="1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2" name="Line 86"/>
            <p:cNvSpPr>
              <a:spLocks noChangeShapeType="1"/>
            </p:cNvSpPr>
            <p:nvPr>
              <p:custDataLst>
                <p:tags r:id="rId164"/>
              </p:custDataLst>
            </p:nvPr>
          </p:nvSpPr>
          <p:spPr bwMode="auto">
            <a:xfrm flipV="1">
              <a:off x="11225" y="7087"/>
              <a:ext cx="397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3" name="Line 90"/>
            <p:cNvSpPr>
              <a:spLocks noChangeShapeType="1"/>
            </p:cNvSpPr>
            <p:nvPr>
              <p:custDataLst>
                <p:tags r:id="rId165"/>
              </p:custDataLst>
            </p:nvPr>
          </p:nvSpPr>
          <p:spPr bwMode="auto">
            <a:xfrm flipV="1">
              <a:off x="8277" y="7483"/>
              <a:ext cx="2721" cy="2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4" name="Line 95"/>
            <p:cNvSpPr>
              <a:spLocks noChangeShapeType="1"/>
            </p:cNvSpPr>
            <p:nvPr>
              <p:custDataLst>
                <p:tags r:id="rId166"/>
              </p:custDataLst>
            </p:nvPr>
          </p:nvSpPr>
          <p:spPr bwMode="auto">
            <a:xfrm>
              <a:off x="7823" y="6803"/>
              <a:ext cx="0" cy="1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5" name="Line 98"/>
            <p:cNvSpPr>
              <a:spLocks noChangeShapeType="1"/>
            </p:cNvSpPr>
            <p:nvPr>
              <p:custDataLst>
                <p:tags r:id="rId167"/>
              </p:custDataLst>
            </p:nvPr>
          </p:nvSpPr>
          <p:spPr bwMode="auto">
            <a:xfrm>
              <a:off x="7710" y="6803"/>
              <a:ext cx="227" cy="283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6" name="Line 99"/>
            <p:cNvSpPr>
              <a:spLocks noChangeShapeType="1"/>
            </p:cNvSpPr>
            <p:nvPr>
              <p:custDataLst>
                <p:tags r:id="rId168"/>
              </p:custDataLst>
            </p:nvPr>
          </p:nvSpPr>
          <p:spPr bwMode="auto">
            <a:xfrm flipV="1">
              <a:off x="7710" y="6803"/>
              <a:ext cx="227" cy="283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7" name="Line 108"/>
            <p:cNvSpPr>
              <a:spLocks noChangeShapeType="1"/>
            </p:cNvSpPr>
            <p:nvPr>
              <p:custDataLst>
                <p:tags r:id="rId169"/>
              </p:custDataLst>
            </p:nvPr>
          </p:nvSpPr>
          <p:spPr bwMode="auto">
            <a:xfrm flipH="1">
              <a:off x="11112" y="6803"/>
              <a:ext cx="0" cy="1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8" name="Line 109"/>
            <p:cNvSpPr>
              <a:spLocks noChangeShapeType="1"/>
            </p:cNvSpPr>
            <p:nvPr>
              <p:custDataLst>
                <p:tags r:id="rId170"/>
              </p:custDataLst>
            </p:nvPr>
          </p:nvSpPr>
          <p:spPr bwMode="auto">
            <a:xfrm flipH="1">
              <a:off x="8164" y="6803"/>
              <a:ext cx="0" cy="10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89" name="Line 110"/>
            <p:cNvSpPr>
              <a:spLocks noChangeShapeType="1"/>
            </p:cNvSpPr>
            <p:nvPr>
              <p:custDataLst>
                <p:tags r:id="rId171"/>
              </p:custDataLst>
            </p:nvPr>
          </p:nvSpPr>
          <p:spPr bwMode="auto">
            <a:xfrm>
              <a:off x="10432" y="7597"/>
              <a:ext cx="0" cy="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0" name="Text Box 111"/>
            <p:cNvSpPr txBox="1">
              <a:spLocks noChangeArrowheads="1"/>
            </p:cNvSpPr>
            <p:nvPr>
              <p:custDataLst>
                <p:tags r:id="rId172"/>
              </p:custDataLst>
            </p:nvPr>
          </p:nvSpPr>
          <p:spPr bwMode="auto">
            <a:xfrm>
              <a:off x="8958" y="7540"/>
              <a:ext cx="68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zh-CN" altLang="en-US" sz="1600" b="1" baseline="-18000" dirty="0" smtClean="0">
                  <a:latin typeface="宋体" panose="02010600030101010101" pitchFamily="2" charset="-122"/>
                </a:rPr>
                <a:t>等待</a:t>
              </a:r>
              <a:endParaRPr lang="zh-CN" altLang="en-US" sz="16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91" name="Line 112"/>
            <p:cNvSpPr>
              <a:spLocks noChangeShapeType="1"/>
            </p:cNvSpPr>
            <p:nvPr>
              <p:custDataLst>
                <p:tags r:id="rId173"/>
              </p:custDataLst>
            </p:nvPr>
          </p:nvSpPr>
          <p:spPr bwMode="auto">
            <a:xfrm>
              <a:off x="9638" y="7710"/>
              <a:ext cx="794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2" name="Line 113"/>
            <p:cNvSpPr>
              <a:spLocks noChangeShapeType="1"/>
            </p:cNvSpPr>
            <p:nvPr>
              <p:custDataLst>
                <p:tags r:id="rId174"/>
              </p:custDataLst>
            </p:nvPr>
          </p:nvSpPr>
          <p:spPr bwMode="auto">
            <a:xfrm flipH="1">
              <a:off x="8164" y="7710"/>
              <a:ext cx="7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3" name="Line 115"/>
            <p:cNvSpPr>
              <a:spLocks noChangeShapeType="1"/>
            </p:cNvSpPr>
            <p:nvPr>
              <p:custDataLst>
                <p:tags r:id="rId175"/>
              </p:custDataLst>
            </p:nvPr>
          </p:nvSpPr>
          <p:spPr bwMode="auto">
            <a:xfrm>
              <a:off x="10545" y="7597"/>
              <a:ext cx="1077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4" name="Line 116"/>
            <p:cNvSpPr>
              <a:spLocks noChangeShapeType="1"/>
            </p:cNvSpPr>
            <p:nvPr>
              <p:custDataLst>
                <p:tags r:id="rId176"/>
              </p:custDataLst>
            </p:nvPr>
          </p:nvSpPr>
          <p:spPr bwMode="auto">
            <a:xfrm flipV="1">
              <a:off x="8277" y="7880"/>
              <a:ext cx="2041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5" name="Line 118"/>
            <p:cNvSpPr>
              <a:spLocks noChangeShapeType="1"/>
            </p:cNvSpPr>
            <p:nvPr>
              <p:custDataLst>
                <p:tags r:id="rId177"/>
              </p:custDataLst>
            </p:nvPr>
          </p:nvSpPr>
          <p:spPr bwMode="auto">
            <a:xfrm flipV="1">
              <a:off x="10318" y="7597"/>
              <a:ext cx="225" cy="283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6" name="Line 106"/>
            <p:cNvSpPr>
              <a:spLocks noChangeShapeType="1"/>
            </p:cNvSpPr>
            <p:nvPr>
              <p:custDataLst>
                <p:tags r:id="rId178"/>
              </p:custDataLst>
            </p:nvPr>
          </p:nvSpPr>
          <p:spPr bwMode="auto">
            <a:xfrm flipV="1">
              <a:off x="10999" y="7200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7" name="Line 104"/>
            <p:cNvSpPr>
              <a:spLocks noChangeShapeType="1"/>
            </p:cNvSpPr>
            <p:nvPr>
              <p:custDataLst>
                <p:tags r:id="rId179"/>
              </p:custDataLst>
            </p:nvPr>
          </p:nvSpPr>
          <p:spPr bwMode="auto">
            <a:xfrm flipV="1">
              <a:off x="7597" y="7200"/>
              <a:ext cx="454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8" name="Line 106"/>
            <p:cNvSpPr>
              <a:spLocks noChangeShapeType="1"/>
            </p:cNvSpPr>
            <p:nvPr>
              <p:custDataLst>
                <p:tags r:id="rId180"/>
              </p:custDataLst>
            </p:nvPr>
          </p:nvSpPr>
          <p:spPr bwMode="auto">
            <a:xfrm flipH="1" flipV="1">
              <a:off x="8051" y="7200"/>
              <a:ext cx="227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9" name="Line 104"/>
            <p:cNvSpPr>
              <a:spLocks noChangeShapeType="1"/>
            </p:cNvSpPr>
            <p:nvPr>
              <p:custDataLst>
                <p:tags r:id="rId181"/>
              </p:custDataLst>
            </p:nvPr>
          </p:nvSpPr>
          <p:spPr bwMode="auto">
            <a:xfrm flipV="1">
              <a:off x="11225" y="7200"/>
              <a:ext cx="397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0" name="Line 115"/>
            <p:cNvSpPr>
              <a:spLocks noChangeShapeType="1"/>
            </p:cNvSpPr>
            <p:nvPr>
              <p:custDataLst>
                <p:tags r:id="rId182"/>
              </p:custDataLst>
            </p:nvPr>
          </p:nvSpPr>
          <p:spPr bwMode="auto">
            <a:xfrm>
              <a:off x="7597" y="7597"/>
              <a:ext cx="454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1" name="Line 117"/>
            <p:cNvSpPr>
              <a:spLocks noChangeShapeType="1"/>
            </p:cNvSpPr>
            <p:nvPr>
              <p:custDataLst>
                <p:tags r:id="rId183"/>
              </p:custDataLst>
            </p:nvPr>
          </p:nvSpPr>
          <p:spPr bwMode="auto">
            <a:xfrm flipH="1" flipV="1">
              <a:off x="8051" y="7597"/>
              <a:ext cx="227" cy="283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2" name="Line 74"/>
            <p:cNvSpPr>
              <a:spLocks noChangeShapeType="1"/>
            </p:cNvSpPr>
            <p:nvPr>
              <p:custDataLst>
                <p:tags r:id="rId184"/>
              </p:custDataLst>
            </p:nvPr>
          </p:nvSpPr>
          <p:spPr bwMode="auto">
            <a:xfrm flipV="1">
              <a:off x="7597" y="8135"/>
              <a:ext cx="2721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3" name="Line 75"/>
            <p:cNvSpPr>
              <a:spLocks noChangeShapeType="1"/>
            </p:cNvSpPr>
            <p:nvPr>
              <p:custDataLst>
                <p:tags r:id="rId185"/>
              </p:custDataLst>
            </p:nvPr>
          </p:nvSpPr>
          <p:spPr bwMode="auto">
            <a:xfrm flipV="1">
              <a:off x="10432" y="7994"/>
              <a:ext cx="56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4" name="Line 76"/>
            <p:cNvSpPr>
              <a:spLocks noChangeShapeType="1"/>
            </p:cNvSpPr>
            <p:nvPr>
              <p:custDataLst>
                <p:tags r:id="rId186"/>
              </p:custDataLst>
            </p:nvPr>
          </p:nvSpPr>
          <p:spPr bwMode="auto">
            <a:xfrm flipV="1">
              <a:off x="10432" y="8277"/>
              <a:ext cx="56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6" name="Line 77"/>
            <p:cNvSpPr>
              <a:spLocks noChangeShapeType="1"/>
            </p:cNvSpPr>
            <p:nvPr>
              <p:custDataLst>
                <p:tags r:id="rId187"/>
              </p:custDataLst>
            </p:nvPr>
          </p:nvSpPr>
          <p:spPr bwMode="auto">
            <a:xfrm>
              <a:off x="10318" y="8135"/>
              <a:ext cx="115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7" name="Line 78"/>
            <p:cNvSpPr>
              <a:spLocks noChangeShapeType="1"/>
            </p:cNvSpPr>
            <p:nvPr>
              <p:custDataLst>
                <p:tags r:id="rId188"/>
              </p:custDataLst>
            </p:nvPr>
          </p:nvSpPr>
          <p:spPr bwMode="auto">
            <a:xfrm flipV="1">
              <a:off x="10318" y="7994"/>
              <a:ext cx="113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8" name="Line 87"/>
            <p:cNvSpPr>
              <a:spLocks noChangeShapeType="1"/>
            </p:cNvSpPr>
            <p:nvPr>
              <p:custDataLst>
                <p:tags r:id="rId189"/>
              </p:custDataLst>
            </p:nvPr>
          </p:nvSpPr>
          <p:spPr bwMode="auto">
            <a:xfrm>
              <a:off x="11112" y="8135"/>
              <a:ext cx="510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9" name="Line 77"/>
            <p:cNvSpPr>
              <a:spLocks noChangeShapeType="1"/>
            </p:cNvSpPr>
            <p:nvPr>
              <p:custDataLst>
                <p:tags r:id="rId190"/>
              </p:custDataLst>
            </p:nvPr>
          </p:nvSpPr>
          <p:spPr bwMode="auto">
            <a:xfrm>
              <a:off x="10999" y="7994"/>
              <a:ext cx="115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0" name="Line 78"/>
            <p:cNvSpPr>
              <a:spLocks noChangeShapeType="1"/>
            </p:cNvSpPr>
            <p:nvPr>
              <p:custDataLst>
                <p:tags r:id="rId191"/>
              </p:custDataLst>
            </p:nvPr>
          </p:nvSpPr>
          <p:spPr bwMode="auto">
            <a:xfrm flipV="1">
              <a:off x="10999" y="8135"/>
              <a:ext cx="113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1" name="Line 98"/>
            <p:cNvSpPr>
              <a:spLocks noChangeShapeType="1"/>
            </p:cNvSpPr>
            <p:nvPr>
              <p:custDataLst>
                <p:tags r:id="rId192"/>
              </p:custDataLst>
            </p:nvPr>
          </p:nvSpPr>
          <p:spPr bwMode="auto">
            <a:xfrm>
              <a:off x="10999" y="6803"/>
              <a:ext cx="227" cy="283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2" name="Line 99"/>
            <p:cNvSpPr>
              <a:spLocks noChangeShapeType="1"/>
            </p:cNvSpPr>
            <p:nvPr>
              <p:custDataLst>
                <p:tags r:id="rId193"/>
              </p:custDataLst>
            </p:nvPr>
          </p:nvSpPr>
          <p:spPr bwMode="auto">
            <a:xfrm flipV="1">
              <a:off x="10999" y="6803"/>
              <a:ext cx="227" cy="283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13" name="组合 212"/>
          <p:cNvGrpSpPr/>
          <p:nvPr/>
        </p:nvGrpSpPr>
        <p:grpSpPr>
          <a:xfrm>
            <a:off x="5148000" y="5580000"/>
            <a:ext cx="3024505" cy="972185"/>
            <a:chOff x="6860" y="8447"/>
            <a:chExt cx="4763" cy="1531"/>
          </a:xfrm>
        </p:grpSpPr>
        <p:sp>
          <p:nvSpPr>
            <p:cNvPr id="214" name="Rectangle 145"/>
            <p:cNvSpPr>
              <a:spLocks noChangeArrowheads="1"/>
            </p:cNvSpPr>
            <p:nvPr>
              <p:custDataLst>
                <p:tags r:id="rId194"/>
              </p:custDataLst>
            </p:nvPr>
          </p:nvSpPr>
          <p:spPr bwMode="auto">
            <a:xfrm>
              <a:off x="8391" y="8447"/>
              <a:ext cx="2268" cy="147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noFill/>
              <a:prstDash val="sysDot"/>
              <a:miter lim="800000"/>
              <a:tailEnd type="none" w="sm" len="med"/>
            </a:ln>
            <a:effectLst/>
          </p:spPr>
          <p:txBody>
            <a:bodyPr wrap="none" lIns="36000" tIns="10800" rIns="18000" bIns="10800" anchor="t" anchorCtr="0"/>
            <a:p>
              <a:pPr algn="l"/>
              <a:endParaRPr lang="en-US" altLang="zh-CN" sz="2200" b="1" dirty="0" smtClean="0">
                <a:latin typeface="+mn-ea"/>
                <a:ea typeface="+mn-ea"/>
              </a:endParaRPr>
            </a:p>
          </p:txBody>
        </p:sp>
        <p:sp>
          <p:nvSpPr>
            <p:cNvPr id="215" name="Line 70"/>
            <p:cNvSpPr>
              <a:spLocks noChangeShapeType="1"/>
            </p:cNvSpPr>
            <p:nvPr>
              <p:custDataLst>
                <p:tags r:id="rId195"/>
              </p:custDataLst>
            </p:nvPr>
          </p:nvSpPr>
          <p:spPr bwMode="auto">
            <a:xfrm flipV="1">
              <a:off x="7597" y="8447"/>
              <a:ext cx="113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6" name="Line 71"/>
            <p:cNvSpPr>
              <a:spLocks noChangeShapeType="1"/>
            </p:cNvSpPr>
            <p:nvPr>
              <p:custDataLst>
                <p:tags r:id="rId196"/>
              </p:custDataLst>
            </p:nvPr>
          </p:nvSpPr>
          <p:spPr bwMode="auto">
            <a:xfrm>
              <a:off x="7597" y="8731"/>
              <a:ext cx="113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7" name="Line 72"/>
            <p:cNvSpPr>
              <a:spLocks noChangeShapeType="1"/>
            </p:cNvSpPr>
            <p:nvPr>
              <p:custDataLst>
                <p:tags r:id="rId197"/>
              </p:custDataLst>
            </p:nvPr>
          </p:nvSpPr>
          <p:spPr bwMode="auto">
            <a:xfrm flipV="1">
              <a:off x="7941" y="8447"/>
              <a:ext cx="907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8" name="Line 73"/>
            <p:cNvSpPr>
              <a:spLocks noChangeShapeType="1"/>
            </p:cNvSpPr>
            <p:nvPr>
              <p:custDataLst>
                <p:tags r:id="rId198"/>
              </p:custDataLst>
            </p:nvPr>
          </p:nvSpPr>
          <p:spPr bwMode="auto">
            <a:xfrm>
              <a:off x="7937" y="8731"/>
              <a:ext cx="907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9" name="Text Box 88"/>
            <p:cNvSpPr txBox="1">
              <a:spLocks noChangeArrowheads="1"/>
            </p:cNvSpPr>
            <p:nvPr>
              <p:custDataLst>
                <p:tags r:id="rId199"/>
              </p:custDataLst>
            </p:nvPr>
          </p:nvSpPr>
          <p:spPr bwMode="auto">
            <a:xfrm>
              <a:off x="6860" y="8447"/>
              <a:ext cx="737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p>
              <a:pPr algn="ctr">
                <a:lnSpc>
                  <a:spcPct val="8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addr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220" name="Text Box 89"/>
            <p:cNvSpPr txBox="1">
              <a:spLocks noChangeArrowheads="1"/>
            </p:cNvSpPr>
            <p:nvPr>
              <p:custDataLst>
                <p:tags r:id="rId200"/>
              </p:custDataLst>
            </p:nvPr>
          </p:nvSpPr>
          <p:spPr bwMode="auto">
            <a:xfrm>
              <a:off x="6860" y="9638"/>
              <a:ext cx="737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p>
              <a:pPr algn="ctr">
                <a:lnSpc>
                  <a:spcPct val="8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Q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221" name="Line 90"/>
            <p:cNvSpPr>
              <a:spLocks noChangeShapeType="1"/>
            </p:cNvSpPr>
            <p:nvPr>
              <p:custDataLst>
                <p:tags r:id="rId201"/>
              </p:custDataLst>
            </p:nvPr>
          </p:nvSpPr>
          <p:spPr bwMode="auto">
            <a:xfrm flipV="1">
              <a:off x="8277" y="9128"/>
              <a:ext cx="3345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2" name="Line 95"/>
            <p:cNvSpPr>
              <a:spLocks noChangeShapeType="1"/>
            </p:cNvSpPr>
            <p:nvPr>
              <p:custDataLst>
                <p:tags r:id="rId202"/>
              </p:custDataLst>
            </p:nvPr>
          </p:nvSpPr>
          <p:spPr bwMode="auto">
            <a:xfrm>
              <a:off x="7824" y="8447"/>
              <a:ext cx="0" cy="1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3" name="Line 98"/>
            <p:cNvSpPr>
              <a:spLocks noChangeShapeType="1"/>
            </p:cNvSpPr>
            <p:nvPr>
              <p:custDataLst>
                <p:tags r:id="rId203"/>
              </p:custDataLst>
            </p:nvPr>
          </p:nvSpPr>
          <p:spPr bwMode="auto">
            <a:xfrm>
              <a:off x="7710" y="8447"/>
              <a:ext cx="227" cy="283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4" name="Line 99"/>
            <p:cNvSpPr>
              <a:spLocks noChangeShapeType="1"/>
            </p:cNvSpPr>
            <p:nvPr>
              <p:custDataLst>
                <p:tags r:id="rId204"/>
              </p:custDataLst>
            </p:nvPr>
          </p:nvSpPr>
          <p:spPr bwMode="auto">
            <a:xfrm flipV="1">
              <a:off x="7710" y="8447"/>
              <a:ext cx="227" cy="283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5" name="Line 108"/>
            <p:cNvSpPr>
              <a:spLocks noChangeShapeType="1"/>
            </p:cNvSpPr>
            <p:nvPr>
              <p:custDataLst>
                <p:tags r:id="rId205"/>
              </p:custDataLst>
            </p:nvPr>
          </p:nvSpPr>
          <p:spPr bwMode="auto">
            <a:xfrm flipH="1">
              <a:off x="11339" y="8447"/>
              <a:ext cx="0" cy="15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6" name="Line 109"/>
            <p:cNvSpPr>
              <a:spLocks noChangeShapeType="1"/>
            </p:cNvSpPr>
            <p:nvPr>
              <p:custDataLst>
                <p:tags r:id="rId206"/>
              </p:custDataLst>
            </p:nvPr>
          </p:nvSpPr>
          <p:spPr bwMode="auto">
            <a:xfrm>
              <a:off x="8391" y="8447"/>
              <a:ext cx="0" cy="10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7" name="Line 110"/>
            <p:cNvSpPr>
              <a:spLocks noChangeShapeType="1"/>
            </p:cNvSpPr>
            <p:nvPr>
              <p:custDataLst>
                <p:tags r:id="rId207"/>
              </p:custDataLst>
            </p:nvPr>
          </p:nvSpPr>
          <p:spPr bwMode="auto">
            <a:xfrm>
              <a:off x="10658" y="9241"/>
              <a:ext cx="0" cy="3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8" name="Text Box 114"/>
            <p:cNvSpPr txBox="1">
              <a:spLocks noChangeArrowheads="1"/>
            </p:cNvSpPr>
            <p:nvPr>
              <p:custDataLst>
                <p:tags r:id="rId208"/>
              </p:custDataLst>
            </p:nvPr>
          </p:nvSpPr>
          <p:spPr bwMode="auto">
            <a:xfrm>
              <a:off x="6860" y="9241"/>
              <a:ext cx="737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p>
              <a:pPr algn="ctr">
                <a:lnSpc>
                  <a:spcPct val="80000"/>
                </a:lnSpc>
              </a:pPr>
              <a:r>
                <a:rPr lang="en-US" altLang="zh-CN" sz="1600" b="1" dirty="0" err="1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  <a:endParaRPr lang="en-US" altLang="zh-CN" sz="1600" b="1" dirty="0" err="1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9" name="Text Box 88"/>
            <p:cNvSpPr txBox="1">
              <a:spLocks noChangeArrowheads="1"/>
            </p:cNvSpPr>
            <p:nvPr>
              <p:custDataLst>
                <p:tags r:id="rId209"/>
              </p:custDataLst>
            </p:nvPr>
          </p:nvSpPr>
          <p:spPr bwMode="auto">
            <a:xfrm>
              <a:off x="6860" y="8844"/>
              <a:ext cx="737" cy="283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>
              <a:noAutofit/>
            </a:bodyPr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WE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0" name="Line 106"/>
            <p:cNvSpPr>
              <a:spLocks noChangeShapeType="1"/>
            </p:cNvSpPr>
            <p:nvPr>
              <p:custDataLst>
                <p:tags r:id="rId210"/>
              </p:custDataLst>
            </p:nvPr>
          </p:nvSpPr>
          <p:spPr bwMode="auto">
            <a:xfrm flipV="1">
              <a:off x="8844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4" name="Line 104"/>
            <p:cNvSpPr>
              <a:spLocks noChangeShapeType="1"/>
            </p:cNvSpPr>
            <p:nvPr>
              <p:custDataLst>
                <p:tags r:id="rId211"/>
              </p:custDataLst>
            </p:nvPr>
          </p:nvSpPr>
          <p:spPr bwMode="auto">
            <a:xfrm>
              <a:off x="7597" y="8844"/>
              <a:ext cx="454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5" name="Line 104"/>
            <p:cNvSpPr>
              <a:spLocks noChangeShapeType="1"/>
            </p:cNvSpPr>
            <p:nvPr>
              <p:custDataLst>
                <p:tags r:id="rId212"/>
              </p:custDataLst>
            </p:nvPr>
          </p:nvSpPr>
          <p:spPr bwMode="auto">
            <a:xfrm>
              <a:off x="9071" y="8844"/>
              <a:ext cx="2551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6" name="Line 115"/>
            <p:cNvSpPr>
              <a:spLocks noChangeShapeType="1"/>
            </p:cNvSpPr>
            <p:nvPr>
              <p:custDataLst>
                <p:tags r:id="rId213"/>
              </p:custDataLst>
            </p:nvPr>
          </p:nvSpPr>
          <p:spPr bwMode="auto">
            <a:xfrm flipV="1">
              <a:off x="7597" y="9241"/>
              <a:ext cx="113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7" name="Line 90"/>
            <p:cNvSpPr>
              <a:spLocks noChangeShapeType="1"/>
            </p:cNvSpPr>
            <p:nvPr>
              <p:custDataLst>
                <p:tags r:id="rId214"/>
              </p:custDataLst>
            </p:nvPr>
          </p:nvSpPr>
          <p:spPr bwMode="auto">
            <a:xfrm>
              <a:off x="8504" y="9241"/>
              <a:ext cx="34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8" name="Line 106"/>
            <p:cNvSpPr>
              <a:spLocks noChangeShapeType="1"/>
            </p:cNvSpPr>
            <p:nvPr>
              <p:custDataLst>
                <p:tags r:id="rId215"/>
              </p:custDataLst>
            </p:nvPr>
          </p:nvSpPr>
          <p:spPr bwMode="auto">
            <a:xfrm flipV="1">
              <a:off x="8277" y="9241"/>
              <a:ext cx="225" cy="28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9" name="Line 106"/>
            <p:cNvSpPr>
              <a:spLocks noChangeShapeType="1"/>
            </p:cNvSpPr>
            <p:nvPr>
              <p:custDataLst>
                <p:tags r:id="rId216"/>
              </p:custDataLst>
            </p:nvPr>
          </p:nvSpPr>
          <p:spPr bwMode="auto">
            <a:xfrm flipH="1" flipV="1">
              <a:off x="9979" y="9241"/>
              <a:ext cx="227" cy="28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2" name="Line 104"/>
            <p:cNvSpPr>
              <a:spLocks noChangeShapeType="1"/>
            </p:cNvSpPr>
            <p:nvPr>
              <p:custDataLst>
                <p:tags r:id="rId217"/>
              </p:custDataLst>
            </p:nvPr>
          </p:nvSpPr>
          <p:spPr bwMode="auto">
            <a:xfrm flipV="1">
              <a:off x="11340" y="9524"/>
              <a:ext cx="283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3" name="Line 115"/>
            <p:cNvSpPr>
              <a:spLocks noChangeShapeType="1"/>
            </p:cNvSpPr>
            <p:nvPr>
              <p:custDataLst>
                <p:tags r:id="rId218"/>
              </p:custDataLst>
            </p:nvPr>
          </p:nvSpPr>
          <p:spPr bwMode="auto">
            <a:xfrm>
              <a:off x="10205" y="9524"/>
              <a:ext cx="34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4" name="Line 106"/>
            <p:cNvSpPr>
              <a:spLocks noChangeShapeType="1"/>
            </p:cNvSpPr>
            <p:nvPr>
              <p:custDataLst>
                <p:tags r:id="rId219"/>
              </p:custDataLst>
            </p:nvPr>
          </p:nvSpPr>
          <p:spPr bwMode="auto">
            <a:xfrm flipV="1">
              <a:off x="10546" y="9241"/>
              <a:ext cx="225" cy="28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5" name="Line 90"/>
            <p:cNvSpPr>
              <a:spLocks noChangeShapeType="1"/>
            </p:cNvSpPr>
            <p:nvPr>
              <p:custDataLst>
                <p:tags r:id="rId220"/>
              </p:custDataLst>
            </p:nvPr>
          </p:nvSpPr>
          <p:spPr bwMode="auto">
            <a:xfrm>
              <a:off x="10772" y="9241"/>
              <a:ext cx="34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6" name="Line 106"/>
            <p:cNvSpPr>
              <a:spLocks noChangeShapeType="1"/>
            </p:cNvSpPr>
            <p:nvPr>
              <p:custDataLst>
                <p:tags r:id="rId221"/>
              </p:custDataLst>
            </p:nvPr>
          </p:nvSpPr>
          <p:spPr bwMode="auto">
            <a:xfrm flipH="1" flipV="1">
              <a:off x="11113" y="9241"/>
              <a:ext cx="227" cy="28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7" name="Line 98"/>
            <p:cNvSpPr>
              <a:spLocks noChangeShapeType="1"/>
            </p:cNvSpPr>
            <p:nvPr>
              <p:custDataLst>
                <p:tags r:id="rId222"/>
              </p:custDataLst>
            </p:nvPr>
          </p:nvSpPr>
          <p:spPr bwMode="auto">
            <a:xfrm>
              <a:off x="8844" y="8447"/>
              <a:ext cx="113" cy="142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8" name="Line 99"/>
            <p:cNvSpPr>
              <a:spLocks noChangeShapeType="1"/>
            </p:cNvSpPr>
            <p:nvPr>
              <p:custDataLst>
                <p:tags r:id="rId223"/>
              </p:custDataLst>
            </p:nvPr>
          </p:nvSpPr>
          <p:spPr bwMode="auto">
            <a:xfrm flipV="1">
              <a:off x="8844" y="8589"/>
              <a:ext cx="113" cy="142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49" name="Line 90"/>
            <p:cNvSpPr>
              <a:spLocks noChangeShapeType="1"/>
            </p:cNvSpPr>
            <p:nvPr>
              <p:custDataLst>
                <p:tags r:id="rId224"/>
              </p:custDataLst>
            </p:nvPr>
          </p:nvSpPr>
          <p:spPr bwMode="auto">
            <a:xfrm>
              <a:off x="8957" y="8589"/>
              <a:ext cx="2665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0" name="Line 106"/>
            <p:cNvSpPr>
              <a:spLocks noChangeShapeType="1"/>
            </p:cNvSpPr>
            <p:nvPr>
              <p:custDataLst>
                <p:tags r:id="rId225"/>
              </p:custDataLst>
            </p:nvPr>
          </p:nvSpPr>
          <p:spPr bwMode="auto">
            <a:xfrm flipH="1" flipV="1">
              <a:off x="8844" y="9241"/>
              <a:ext cx="227" cy="28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1" name="Line 115"/>
            <p:cNvSpPr>
              <a:spLocks noChangeShapeType="1"/>
            </p:cNvSpPr>
            <p:nvPr>
              <p:custDataLst>
                <p:tags r:id="rId226"/>
              </p:custDataLst>
            </p:nvPr>
          </p:nvSpPr>
          <p:spPr bwMode="auto">
            <a:xfrm>
              <a:off x="9071" y="9524"/>
              <a:ext cx="34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2" name="Line 106"/>
            <p:cNvSpPr>
              <a:spLocks noChangeShapeType="1"/>
            </p:cNvSpPr>
            <p:nvPr>
              <p:custDataLst>
                <p:tags r:id="rId227"/>
              </p:custDataLst>
            </p:nvPr>
          </p:nvSpPr>
          <p:spPr bwMode="auto">
            <a:xfrm flipV="1">
              <a:off x="9411" y="9241"/>
              <a:ext cx="225" cy="28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4" name="Line 90"/>
            <p:cNvSpPr>
              <a:spLocks noChangeShapeType="1"/>
            </p:cNvSpPr>
            <p:nvPr>
              <p:custDataLst>
                <p:tags r:id="rId228"/>
              </p:custDataLst>
            </p:nvPr>
          </p:nvSpPr>
          <p:spPr bwMode="auto">
            <a:xfrm>
              <a:off x="9636" y="9241"/>
              <a:ext cx="34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5" name="Line 106"/>
            <p:cNvSpPr>
              <a:spLocks noChangeShapeType="1"/>
            </p:cNvSpPr>
            <p:nvPr>
              <p:custDataLst>
                <p:tags r:id="rId229"/>
              </p:custDataLst>
            </p:nvPr>
          </p:nvSpPr>
          <p:spPr bwMode="auto">
            <a:xfrm flipH="1" flipV="1">
              <a:off x="8051" y="8844"/>
              <a:ext cx="227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8" name="Line 106"/>
            <p:cNvSpPr>
              <a:spLocks noChangeShapeType="1"/>
            </p:cNvSpPr>
            <p:nvPr>
              <p:custDataLst>
                <p:tags r:id="rId230"/>
              </p:custDataLst>
            </p:nvPr>
          </p:nvSpPr>
          <p:spPr bwMode="auto">
            <a:xfrm flipH="1" flipV="1">
              <a:off x="7710" y="9241"/>
              <a:ext cx="227" cy="28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9" name="Line 115"/>
            <p:cNvSpPr>
              <a:spLocks noChangeShapeType="1"/>
            </p:cNvSpPr>
            <p:nvPr>
              <p:custDataLst>
                <p:tags r:id="rId231"/>
              </p:custDataLst>
            </p:nvPr>
          </p:nvSpPr>
          <p:spPr bwMode="auto">
            <a:xfrm>
              <a:off x="7937" y="9524"/>
              <a:ext cx="34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6" name="Line 74"/>
            <p:cNvSpPr>
              <a:spLocks noChangeShapeType="1"/>
            </p:cNvSpPr>
            <p:nvPr>
              <p:custDataLst>
                <p:tags r:id="rId232"/>
              </p:custDataLst>
            </p:nvPr>
          </p:nvSpPr>
          <p:spPr bwMode="auto">
            <a:xfrm flipV="1">
              <a:off x="7597" y="9779"/>
              <a:ext cx="294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7" name="Line 75"/>
            <p:cNvSpPr>
              <a:spLocks noChangeShapeType="1"/>
            </p:cNvSpPr>
            <p:nvPr>
              <p:custDataLst>
                <p:tags r:id="rId233"/>
              </p:custDataLst>
            </p:nvPr>
          </p:nvSpPr>
          <p:spPr bwMode="auto">
            <a:xfrm flipV="1">
              <a:off x="10658" y="9638"/>
              <a:ext cx="56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99" name="Line 76"/>
            <p:cNvSpPr>
              <a:spLocks noChangeShapeType="1"/>
            </p:cNvSpPr>
            <p:nvPr>
              <p:custDataLst>
                <p:tags r:id="rId234"/>
              </p:custDataLst>
            </p:nvPr>
          </p:nvSpPr>
          <p:spPr bwMode="auto">
            <a:xfrm flipV="1">
              <a:off x="10658" y="9921"/>
              <a:ext cx="56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0" name="Line 77"/>
            <p:cNvSpPr>
              <a:spLocks noChangeShapeType="1"/>
            </p:cNvSpPr>
            <p:nvPr>
              <p:custDataLst>
                <p:tags r:id="rId235"/>
              </p:custDataLst>
            </p:nvPr>
          </p:nvSpPr>
          <p:spPr bwMode="auto">
            <a:xfrm>
              <a:off x="10545" y="9779"/>
              <a:ext cx="115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1" name="Line 78"/>
            <p:cNvSpPr>
              <a:spLocks noChangeShapeType="1"/>
            </p:cNvSpPr>
            <p:nvPr>
              <p:custDataLst>
                <p:tags r:id="rId236"/>
              </p:custDataLst>
            </p:nvPr>
          </p:nvSpPr>
          <p:spPr bwMode="auto">
            <a:xfrm flipV="1">
              <a:off x="10545" y="9638"/>
              <a:ext cx="113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2" name="Line 87"/>
            <p:cNvSpPr>
              <a:spLocks noChangeShapeType="1"/>
            </p:cNvSpPr>
            <p:nvPr>
              <p:custDataLst>
                <p:tags r:id="rId237"/>
              </p:custDataLst>
            </p:nvPr>
          </p:nvSpPr>
          <p:spPr bwMode="auto">
            <a:xfrm>
              <a:off x="11338" y="9779"/>
              <a:ext cx="283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3" name="Line 77"/>
            <p:cNvSpPr>
              <a:spLocks noChangeShapeType="1"/>
            </p:cNvSpPr>
            <p:nvPr>
              <p:custDataLst>
                <p:tags r:id="rId238"/>
              </p:custDataLst>
            </p:nvPr>
          </p:nvSpPr>
          <p:spPr bwMode="auto">
            <a:xfrm>
              <a:off x="11225" y="9638"/>
              <a:ext cx="115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4" name="Line 78"/>
            <p:cNvSpPr>
              <a:spLocks noChangeShapeType="1"/>
            </p:cNvSpPr>
            <p:nvPr>
              <p:custDataLst>
                <p:tags r:id="rId239"/>
              </p:custDataLst>
            </p:nvPr>
          </p:nvSpPr>
          <p:spPr bwMode="auto">
            <a:xfrm flipV="1">
              <a:off x="11225" y="9779"/>
              <a:ext cx="113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5" name="Line 106"/>
            <p:cNvSpPr>
              <a:spLocks noChangeShapeType="1"/>
            </p:cNvSpPr>
            <p:nvPr>
              <p:custDataLst>
                <p:tags r:id="rId240"/>
              </p:custDataLst>
            </p:nvPr>
          </p:nvSpPr>
          <p:spPr bwMode="auto">
            <a:xfrm flipV="1">
              <a:off x="9128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6" name="Line 106"/>
            <p:cNvSpPr>
              <a:spLocks noChangeShapeType="1"/>
            </p:cNvSpPr>
            <p:nvPr>
              <p:custDataLst>
                <p:tags r:id="rId241"/>
              </p:custDataLst>
            </p:nvPr>
          </p:nvSpPr>
          <p:spPr bwMode="auto">
            <a:xfrm flipV="1">
              <a:off x="9411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7" name="Line 106"/>
            <p:cNvSpPr>
              <a:spLocks noChangeShapeType="1"/>
            </p:cNvSpPr>
            <p:nvPr>
              <p:custDataLst>
                <p:tags r:id="rId242"/>
              </p:custDataLst>
            </p:nvPr>
          </p:nvSpPr>
          <p:spPr bwMode="auto">
            <a:xfrm flipV="1">
              <a:off x="9695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8" name="Line 106"/>
            <p:cNvSpPr>
              <a:spLocks noChangeShapeType="1"/>
            </p:cNvSpPr>
            <p:nvPr>
              <p:custDataLst>
                <p:tags r:id="rId243"/>
              </p:custDataLst>
            </p:nvPr>
          </p:nvSpPr>
          <p:spPr bwMode="auto">
            <a:xfrm flipV="1">
              <a:off x="9978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09" name="Line 106"/>
            <p:cNvSpPr>
              <a:spLocks noChangeShapeType="1"/>
            </p:cNvSpPr>
            <p:nvPr>
              <p:custDataLst>
                <p:tags r:id="rId244"/>
              </p:custDataLst>
            </p:nvPr>
          </p:nvSpPr>
          <p:spPr bwMode="auto">
            <a:xfrm flipV="1">
              <a:off x="10261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10" name="Line 106"/>
            <p:cNvSpPr>
              <a:spLocks noChangeShapeType="1"/>
            </p:cNvSpPr>
            <p:nvPr>
              <p:custDataLst>
                <p:tags r:id="rId245"/>
              </p:custDataLst>
            </p:nvPr>
          </p:nvSpPr>
          <p:spPr bwMode="auto">
            <a:xfrm flipV="1">
              <a:off x="10545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11" name="Line 106"/>
            <p:cNvSpPr>
              <a:spLocks noChangeShapeType="1"/>
            </p:cNvSpPr>
            <p:nvPr>
              <p:custDataLst>
                <p:tags r:id="rId246"/>
              </p:custDataLst>
            </p:nvPr>
          </p:nvSpPr>
          <p:spPr bwMode="auto">
            <a:xfrm flipV="1">
              <a:off x="10828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312" name="Line 106"/>
            <p:cNvSpPr>
              <a:spLocks noChangeShapeType="1"/>
            </p:cNvSpPr>
            <p:nvPr>
              <p:custDataLst>
                <p:tags r:id="rId247"/>
              </p:custDataLst>
            </p:nvPr>
          </p:nvSpPr>
          <p:spPr bwMode="auto">
            <a:xfrm flipV="1">
              <a:off x="11112" y="8844"/>
              <a:ext cx="225" cy="283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</p:grpSp>
      <p:sp>
        <p:nvSpPr>
          <p:cNvPr id="328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48"/>
            </p:custDataLst>
          </p:nvPr>
        </p:nvSpPr>
        <p:spPr bwMode="auto">
          <a:xfrm rot="10800000">
            <a:off x="5148000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361" name="AutoShape 499">
            <a:hlinkClick r:id="rId249" action="ppaction://hlinksldjump" highlightClick="1"/>
          </p:cNvPr>
          <p:cNvSpPr>
            <a:spLocks noChangeArrowheads="1"/>
          </p:cNvSpPr>
          <p:nvPr>
            <p:custDataLst>
              <p:tags r:id="rId250"/>
            </p:custDataLst>
          </p:nvPr>
        </p:nvSpPr>
        <p:spPr bwMode="auto">
          <a:xfrm rot="10800000">
            <a:off x="2987824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79705" y="360045"/>
            <a:ext cx="5789295" cy="540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*数据通路部件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组成示例：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以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Demo_IS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</a:t>
            </a:r>
            <a:r>
              <a:rPr lang="zh-CN" altLang="en-US" sz="1800" b="1" dirty="0">
                <a:latin typeface="宋体" panose="02010600030101010101" pitchFamily="2" charset="-122"/>
              </a:rPr>
              <a:t>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所支持指令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右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图为部分指令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16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所需部件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取指阶段：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执行阶段：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部件接口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组织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88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" name="Text Box 8"/>
          <p:cNvSpPr txBox="1">
            <a:spLocks noChangeArrowheads="1"/>
          </p:cNvSpPr>
          <p:nvPr/>
        </p:nvSpPr>
        <p:spPr bwMode="auto">
          <a:xfrm>
            <a:off x="2774950" y="3025225"/>
            <a:ext cx="6111240" cy="33997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PC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IR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MAR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MDR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冯</a:t>
            </a:r>
            <a:r>
              <a:rPr lang="en-US" altLang="zh-CN" sz="1600" b="1" dirty="0" smtClean="0">
                <a:latin typeface="+mn-lt"/>
                <a:sym typeface="+mn-ea"/>
              </a:rPr>
              <a:t>·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诺依曼结构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   ALU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ExtU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符号扩展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PSR 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满足指令系统、部件互连结构的需要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如：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ExtU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仅一种功能，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无需控制引脚；</a:t>
            </a:r>
            <a:endParaRPr lang="zh-CN" altLang="en-US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总线结构时，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GPRs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仅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个读端口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←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稍后讨论</a:t>
            </a:r>
            <a:endParaRPr lang="zh-CN" altLang="en-US" sz="1800" b="1" dirty="0" smtClean="0">
              <a:latin typeface="宋体" panose="0201060003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625060" y="865225"/>
            <a:ext cx="6361430" cy="2231390"/>
            <a:chOff x="2721" y="1361"/>
            <a:chExt cx="10018" cy="3514"/>
          </a:xfrm>
        </p:grpSpPr>
        <p:sp>
          <p:nvSpPr>
            <p:cNvPr id="32" name="Text Box 138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8839" y="232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" name="Text Box 139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839" y="2780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6" name="Text Box 14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293" y="2780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14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839" y="4141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Disp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5" name="Text Box 15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39" y="187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RD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6" name="Text Box 15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293" y="1873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90" name="Text Box 15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293" y="2326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15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987" y="1363"/>
              <a:ext cx="1757" cy="4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105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指令格式</a:t>
              </a:r>
              <a:endPara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2" name="Text Box 1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990" y="1873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0010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15" name="Text Box 16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990" y="2326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0011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16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990" y="2780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8" name="Text Box 16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990" y="4141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1100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9" name="Text Box 16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839" y="32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16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293" y="32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RS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21" name="Text Box 16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990" y="3234"/>
              <a:ext cx="624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010</a:t>
              </a:r>
              <a:endParaRPr lang="en-US" altLang="zh-CN" sz="1600" b="1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2" name="Text Box 17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612" y="3234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17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612" y="2780"/>
              <a:ext cx="22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14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839" y="3687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14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293" y="3687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6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989" y="3687"/>
              <a:ext cx="850" cy="34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0110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16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721" y="1363"/>
              <a:ext cx="5272" cy="311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 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指令功能</a:t>
              </a:r>
              <a:endPara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(LD) : 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←M</a:t>
              </a:r>
              <a:r>
                <a:rPr lang="en-US" altLang="zh-CN" sz="1600" b="1" spc="-200" dirty="0" smtClean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(ST) :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(RS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]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RD)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加法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(ADD): RD←(RD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或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RD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</a:t>
              </a:r>
              <a:r>
                <a:rPr lang="en-US" altLang="zh-CN" sz="1600" b="1" spc="-300" dirty="0" smtClean="0">
                  <a:latin typeface="宋体" panose="02010600030101010101" pitchFamily="2" charset="-122"/>
                </a:rPr>
                <a:t>[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(RS</a:t>
              </a:r>
              <a:r>
                <a:rPr lang="en-US" altLang="zh-CN" sz="1600" b="1" spc="-200" dirty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减法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(SUB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): RD←(RD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分支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JNZ):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ZF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138" name="Text Box 13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9635" y="1361"/>
              <a:ext cx="3105" cy="351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105000"/>
                </a:lnSpc>
              </a:pP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 指令寻址方式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相对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或隐含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EA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=(PC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727835" y="3959860"/>
            <a:ext cx="6767830" cy="1187450"/>
            <a:chOff x="2721" y="6236"/>
            <a:chExt cx="10658" cy="1870"/>
          </a:xfrm>
        </p:grpSpPr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721" y="6236"/>
              <a:ext cx="9581" cy="187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892" y="7712"/>
              <a:ext cx="8220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数据通路结构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总线结构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专用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结构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/>
            <p:nvPr>
              <p:custDataLst>
                <p:tags r:id="rId25"/>
              </p:custDataLst>
            </p:nvPr>
          </p:nvCxnSpPr>
          <p:spPr bwMode="auto">
            <a:xfrm>
              <a:off x="4422" y="6349"/>
              <a:ext cx="368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892" y="703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855" y="703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819" y="7032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>
              <p:custDataLst>
                <p:tags r:id="rId29"/>
              </p:custDataLst>
            </p:nvPr>
          </p:nvCxnSpPr>
          <p:spPr bwMode="auto">
            <a:xfrm>
              <a:off x="3118" y="73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3345" y="73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4199" y="7372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32"/>
              </p:custDataLst>
            </p:nvPr>
          </p:nvCxnSpPr>
          <p:spPr bwMode="auto">
            <a:xfrm>
              <a:off x="5216" y="7383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445"/>
            <p:cNvCxnSpPr/>
            <p:nvPr>
              <p:custDataLst>
                <p:tags r:id="rId33"/>
              </p:custDataLst>
            </p:nvPr>
          </p:nvCxnSpPr>
          <p:spPr bwMode="auto">
            <a:xfrm>
              <a:off x="5216" y="6746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4025" y="6747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799" y="6463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2" name="Text Box 1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536" y="6463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连接符 62"/>
            <p:cNvCxnSpPr/>
            <p:nvPr>
              <p:custDataLst>
                <p:tags r:id="rId37"/>
              </p:custDataLst>
            </p:nvPr>
          </p:nvCxnSpPr>
          <p:spPr bwMode="auto">
            <a:xfrm>
              <a:off x="4422" y="6349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4422" y="6746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10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128" y="6575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连接符 66"/>
            <p:cNvCxnSpPr/>
            <p:nvPr>
              <p:custDataLst>
                <p:tags r:id="rId40"/>
              </p:custDataLst>
            </p:nvPr>
          </p:nvCxnSpPr>
          <p:spPr bwMode="auto">
            <a:xfrm>
              <a:off x="9241" y="736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41"/>
              </p:custDataLst>
            </p:nvPr>
          </p:nvCxnSpPr>
          <p:spPr bwMode="auto">
            <a:xfrm>
              <a:off x="9468" y="736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9751" y="7369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71"/>
            <p:cNvCxnSpPr/>
            <p:nvPr>
              <p:custDataLst>
                <p:tags r:id="rId43"/>
              </p:custDataLst>
            </p:nvPr>
          </p:nvCxnSpPr>
          <p:spPr bwMode="auto">
            <a:xfrm>
              <a:off x="8107" y="6745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44"/>
              </p:custDataLst>
            </p:nvPr>
          </p:nvCxnSpPr>
          <p:spPr bwMode="auto">
            <a:xfrm>
              <a:off x="8107" y="7200"/>
              <a:ext cx="102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4" name="Text Box 1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8164" y="6406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5" name="Text Box 1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937" y="7256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连接符 480"/>
            <p:cNvCxnSpPr/>
            <p:nvPr>
              <p:custDataLst>
                <p:tags r:id="rId47"/>
              </p:custDataLst>
            </p:nvPr>
          </p:nvCxnSpPr>
          <p:spPr bwMode="auto">
            <a:xfrm>
              <a:off x="8674" y="6745"/>
              <a:ext cx="45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48"/>
              </p:custDataLst>
            </p:nvPr>
          </p:nvCxnSpPr>
          <p:spPr bwMode="auto">
            <a:xfrm>
              <a:off x="8107" y="6349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AutoShape 15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 rot="16200000">
              <a:off x="6066" y="6688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79" name="Text Box 1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200" y="7029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连接符 79"/>
            <p:cNvCxnSpPr/>
            <p:nvPr>
              <p:custDataLst>
                <p:tags r:id="rId51"/>
              </p:custDataLst>
            </p:nvPr>
          </p:nvCxnSpPr>
          <p:spPr bwMode="auto">
            <a:xfrm>
              <a:off x="7427" y="7370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7654" y="7370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直接连接符 445"/>
            <p:cNvCxnSpPr/>
            <p:nvPr>
              <p:custDataLst>
                <p:tags r:id="rId53"/>
              </p:custDataLst>
            </p:nvPr>
          </p:nvCxnSpPr>
          <p:spPr bwMode="auto">
            <a:xfrm>
              <a:off x="7540" y="6802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6690" y="6802"/>
              <a:ext cx="85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445"/>
            <p:cNvCxnSpPr/>
            <p:nvPr>
              <p:custDataLst>
                <p:tags r:id="rId55"/>
              </p:custDataLst>
            </p:nvPr>
          </p:nvCxnSpPr>
          <p:spPr bwMode="auto">
            <a:xfrm>
              <a:off x="6917" y="6972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直接连接符 84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6690" y="6972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57"/>
              </p:custDataLst>
            </p:nvPr>
          </p:nvCxnSpPr>
          <p:spPr bwMode="auto">
            <a:xfrm>
              <a:off x="6010" y="708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" name="直接连接符 7"/>
            <p:cNvCxnSpPr/>
            <p:nvPr>
              <p:custDataLst>
                <p:tags r:id="rId58"/>
              </p:custDataLst>
            </p:nvPr>
          </p:nvCxnSpPr>
          <p:spPr bwMode="auto">
            <a:xfrm>
              <a:off x="6010" y="7085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>
              <p:custDataLst>
                <p:tags r:id="rId59"/>
              </p:custDataLst>
            </p:nvPr>
          </p:nvCxnSpPr>
          <p:spPr bwMode="auto">
            <a:xfrm>
              <a:off x="5840" y="6688"/>
              <a:ext cx="39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60"/>
              </p:custDataLst>
            </p:nvPr>
          </p:nvCxnSpPr>
          <p:spPr bwMode="auto">
            <a:xfrm>
              <a:off x="5840" y="6688"/>
              <a:ext cx="0" cy="10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0438" y="657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1" name="Text Box 18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0432" y="703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2" name="Text Box 23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1566" y="6576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总线逻辑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3" name="直接连接符 92"/>
            <p:cNvCxnSpPr/>
            <p:nvPr>
              <p:custDataLst>
                <p:tags r:id="rId64"/>
              </p:custDataLst>
            </p:nvPr>
          </p:nvCxnSpPr>
          <p:spPr bwMode="auto">
            <a:xfrm>
              <a:off x="10658" y="73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93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10885" y="7371"/>
              <a:ext cx="0" cy="34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66"/>
              </p:custDataLst>
            </p:nvPr>
          </p:nvCxnSpPr>
          <p:spPr bwMode="auto">
            <a:xfrm>
              <a:off x="11112" y="674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直接连接符 95"/>
            <p:cNvCxnSpPr/>
            <p:nvPr>
              <p:custDataLst>
                <p:tags r:id="rId67"/>
              </p:custDataLst>
            </p:nvPr>
          </p:nvCxnSpPr>
          <p:spPr bwMode="auto">
            <a:xfrm>
              <a:off x="11112" y="7144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连接符 96"/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11112" y="725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69"/>
              </p:custDataLst>
            </p:nvPr>
          </p:nvCxnSpPr>
          <p:spPr bwMode="auto">
            <a:xfrm>
              <a:off x="10205" y="6746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70"/>
              </p:custDataLst>
            </p:nvPr>
          </p:nvCxnSpPr>
          <p:spPr bwMode="auto">
            <a:xfrm>
              <a:off x="10205" y="6746"/>
              <a:ext cx="0" cy="96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71"/>
              </p:custDataLst>
            </p:nvPr>
          </p:nvCxnSpPr>
          <p:spPr bwMode="auto">
            <a:xfrm>
              <a:off x="12303" y="674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72"/>
              </p:custDataLst>
            </p:nvPr>
          </p:nvCxnSpPr>
          <p:spPr bwMode="auto">
            <a:xfrm>
              <a:off x="12303" y="7200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cxnSp>
          <p:nvCxnSpPr>
            <p:cNvPr id="12" name="直接连接符 11"/>
            <p:cNvCxnSpPr/>
            <p:nvPr>
              <p:custDataLst>
                <p:tags r:id="rId73"/>
              </p:custDataLst>
            </p:nvPr>
          </p:nvCxnSpPr>
          <p:spPr bwMode="auto">
            <a:xfrm>
              <a:off x="12303" y="6973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" name="Text Box 23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12643" y="6576"/>
              <a:ext cx="737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3960000" y="2845225"/>
            <a:ext cx="3168015" cy="757555"/>
            <a:chOff x="6634" y="4479"/>
            <a:chExt cx="4989" cy="1193"/>
          </a:xfrm>
        </p:grpSpPr>
        <p:cxnSp>
          <p:nvCxnSpPr>
            <p:cNvPr id="141" name="直接连接符 140"/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7938" y="4479"/>
              <a:ext cx="1417" cy="11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76"/>
              </p:custDataLst>
            </p:nvPr>
          </p:nvCxnSpPr>
          <p:spPr bwMode="auto">
            <a:xfrm>
              <a:off x="6634" y="4481"/>
              <a:ext cx="4989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6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 rot="5400000">
            <a:off x="514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79512" y="360000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、数据通路的部件互连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互连结构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数据通路结构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有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总线结构、专用结构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有称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点点结构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79705" y="1224000"/>
            <a:ext cx="4592955" cy="53028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总线结构的部件互连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*互连方式回顾：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连接要求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*部件互连方法：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2238375" indent="-2238375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数据传送特性：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1871980" y="1656080"/>
            <a:ext cx="7249795" cy="17329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部件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入端</a:t>
            </a:r>
            <a:r>
              <a:rPr lang="zh-CN" altLang="en-US" sz="2200" b="1" dirty="0">
                <a:latin typeface="宋体" panose="02010600030101010101" pitchFamily="2" charset="-122"/>
              </a:rPr>
              <a:t>通过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同一信号线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总线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连接其他部件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出端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部件出</a:t>
            </a:r>
            <a:r>
              <a:rPr lang="zh-CN" altLang="en-US" sz="2200" b="1" dirty="0">
                <a:latin typeface="宋体" panose="02010600030101010101" pitchFamily="2" charset="-122"/>
              </a:rPr>
              <a:t>端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增设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三态门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总线上信号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无冲突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同时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发送≤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部件入端增设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暂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存器</a:t>
            </a:r>
            <a:r>
              <a:rPr lang="en-US" altLang="zh-CN" sz="22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←入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-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入、出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-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入</a:t>
            </a:r>
            <a:r>
              <a:rPr lang="zh-CN" altLang="en-US" sz="1600" b="1" dirty="0">
                <a:latin typeface="宋体" panose="02010600030101010101" pitchFamily="2" charset="-122"/>
              </a:rPr>
              <a:t>间信号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干扰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未锁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存≤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各部件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均连接到总线</a:t>
            </a:r>
            <a:r>
              <a:rPr lang="zh-CN" altLang="en-US" sz="2200" b="1" dirty="0">
                <a:latin typeface="宋体" panose="02010600030101010101" pitchFamily="2" charset="-122"/>
              </a:rPr>
              <a:t>上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以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Demo_IS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为例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1008735" y="3348000"/>
            <a:ext cx="6804025" cy="1151890"/>
            <a:chOff x="2153" y="7597"/>
            <a:chExt cx="10715" cy="1814"/>
          </a:xfrm>
        </p:grpSpPr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153" y="7597"/>
              <a:ext cx="10715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/>
            <p:nvPr>
              <p:custDataLst>
                <p:tags r:id="rId2"/>
              </p:custDataLst>
            </p:nvPr>
          </p:nvCxnSpPr>
          <p:spPr bwMode="auto">
            <a:xfrm>
              <a:off x="5668" y="8450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3"/>
              </p:custDataLst>
            </p:nvPr>
          </p:nvCxnSpPr>
          <p:spPr bwMode="auto">
            <a:xfrm>
              <a:off x="3852" y="7710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322" y="8391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3" name="Text Box 1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85" y="8391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4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249" y="8393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45" name="直接连接符 44"/>
            <p:cNvCxnSpPr/>
            <p:nvPr>
              <p:custDataLst>
                <p:tags r:id="rId7"/>
              </p:custDataLst>
            </p:nvPr>
          </p:nvCxnSpPr>
          <p:spPr bwMode="auto">
            <a:xfrm>
              <a:off x="2493" y="8732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2833" y="8732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3629" y="8733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10"/>
              </p:custDataLst>
            </p:nvPr>
          </p:nvCxnSpPr>
          <p:spPr bwMode="auto">
            <a:xfrm>
              <a:off x="4646" y="8744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" name="直接连接符 445"/>
            <p:cNvCxnSpPr/>
            <p:nvPr>
              <p:custDataLst>
                <p:tags r:id="rId11"/>
              </p:custDataLst>
            </p:nvPr>
          </p:nvCxnSpPr>
          <p:spPr bwMode="auto">
            <a:xfrm>
              <a:off x="4646" y="8107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3455" y="8108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57" name="Text Box 1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229" y="7824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8" name="Text Box 1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66" y="7824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59" name="直接连接符 58"/>
            <p:cNvCxnSpPr/>
            <p:nvPr>
              <p:custDataLst>
                <p:tags r:id="rId15"/>
              </p:custDataLst>
            </p:nvPr>
          </p:nvCxnSpPr>
          <p:spPr bwMode="auto">
            <a:xfrm>
              <a:off x="3852" y="7710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852" y="8107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17"/>
              </p:custDataLst>
            </p:nvPr>
          </p:nvCxnSpPr>
          <p:spPr bwMode="auto">
            <a:xfrm>
              <a:off x="5668" y="8446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18"/>
              </p:custDataLst>
            </p:nvPr>
          </p:nvCxnSpPr>
          <p:spPr bwMode="auto">
            <a:xfrm>
              <a:off x="5271" y="8049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" name="直接连接符 2"/>
            <p:cNvCxnSpPr/>
            <p:nvPr>
              <p:custDataLst>
                <p:tags r:id="rId19"/>
              </p:custDataLst>
            </p:nvPr>
          </p:nvCxnSpPr>
          <p:spPr bwMode="auto">
            <a:xfrm>
              <a:off x="5271" y="8049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AutoShape 1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 rot="16200000">
              <a:off x="6007" y="8049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65" name="Text Box 1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593" y="839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6" name="直接连接符 65"/>
            <p:cNvCxnSpPr/>
            <p:nvPr>
              <p:custDataLst>
                <p:tags r:id="rId22"/>
              </p:custDataLst>
            </p:nvPr>
          </p:nvCxnSpPr>
          <p:spPr bwMode="auto">
            <a:xfrm>
              <a:off x="7765" y="8731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8106" y="8731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445"/>
            <p:cNvCxnSpPr/>
            <p:nvPr>
              <p:custDataLst>
                <p:tags r:id="rId24"/>
              </p:custDataLst>
            </p:nvPr>
          </p:nvCxnSpPr>
          <p:spPr bwMode="auto">
            <a:xfrm>
              <a:off x="7933" y="816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6631" y="8163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6631" y="8391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直接连接符 70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5668" y="8618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直接连接符 445"/>
            <p:cNvCxnSpPr/>
            <p:nvPr>
              <p:custDataLst>
                <p:tags r:id="rId28"/>
              </p:custDataLst>
            </p:nvPr>
          </p:nvCxnSpPr>
          <p:spPr bwMode="auto">
            <a:xfrm>
              <a:off x="7197" y="8393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29"/>
              </p:custDataLst>
            </p:nvPr>
          </p:nvCxnSpPr>
          <p:spPr bwMode="auto">
            <a:xfrm>
              <a:off x="2323" y="9298"/>
              <a:ext cx="9184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30"/>
              </p:custDataLst>
            </p:nvPr>
          </p:nvCxnSpPr>
          <p:spPr bwMode="auto">
            <a:xfrm>
              <a:off x="6858" y="839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1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9636" y="7936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连接符 75"/>
            <p:cNvCxnSpPr/>
            <p:nvPr>
              <p:custDataLst>
                <p:tags r:id="rId32"/>
              </p:custDataLst>
            </p:nvPr>
          </p:nvCxnSpPr>
          <p:spPr bwMode="auto">
            <a:xfrm>
              <a:off x="9806" y="873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10203" y="873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34"/>
              </p:custDataLst>
            </p:nvPr>
          </p:nvCxnSpPr>
          <p:spPr bwMode="auto">
            <a:xfrm>
              <a:off x="8557" y="8106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35"/>
              </p:custDataLst>
            </p:nvPr>
          </p:nvCxnSpPr>
          <p:spPr bwMode="auto">
            <a:xfrm>
              <a:off x="8557" y="8561"/>
              <a:ext cx="62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80" name="Text Box 18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8614" y="7767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1" name="Text Box 1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277" y="8617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IR.RS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2" name="直接连接符 480"/>
            <p:cNvCxnSpPr/>
            <p:nvPr>
              <p:custDataLst>
                <p:tags r:id="rId38"/>
              </p:custDataLst>
            </p:nvPr>
          </p:nvCxnSpPr>
          <p:spPr bwMode="auto">
            <a:xfrm>
              <a:off x="8844" y="8106"/>
              <a:ext cx="340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39"/>
              </p:custDataLst>
            </p:nvPr>
          </p:nvCxnSpPr>
          <p:spPr bwMode="auto">
            <a:xfrm>
              <a:off x="8557" y="7710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4" name="Text Box 23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2016" y="7937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5" name="直接连接符 84"/>
            <p:cNvCxnSpPr/>
            <p:nvPr>
              <p:custDataLst>
                <p:tags r:id="rId41"/>
              </p:custDataLst>
            </p:nvPr>
          </p:nvCxnSpPr>
          <p:spPr bwMode="auto">
            <a:xfrm>
              <a:off x="11054" y="8506"/>
              <a:ext cx="0" cy="79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11394" y="8732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2" name="直接连接符 101"/>
            <p:cNvCxnSpPr/>
            <p:nvPr>
              <p:custDataLst>
                <p:tags r:id="rId43"/>
              </p:custDataLst>
            </p:nvPr>
          </p:nvCxnSpPr>
          <p:spPr bwMode="auto">
            <a:xfrm>
              <a:off x="11562" y="810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44"/>
              </p:custDataLst>
            </p:nvPr>
          </p:nvCxnSpPr>
          <p:spPr bwMode="auto">
            <a:xfrm>
              <a:off x="11562" y="8505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11562" y="86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46"/>
              </p:custDataLst>
            </p:nvPr>
          </p:nvCxnSpPr>
          <p:spPr bwMode="auto">
            <a:xfrm>
              <a:off x="10655" y="8107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47"/>
              </p:custDataLst>
            </p:nvPr>
          </p:nvCxnSpPr>
          <p:spPr bwMode="auto">
            <a:xfrm>
              <a:off x="10655" y="8107"/>
              <a:ext cx="0" cy="119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48"/>
              </p:custDataLst>
            </p:nvPr>
          </p:nvCxnSpPr>
          <p:spPr bwMode="auto">
            <a:xfrm>
              <a:off x="10884" y="8110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>
              <p:custDataLst>
                <p:tags r:id="rId49"/>
              </p:custDataLst>
            </p:nvPr>
          </p:nvCxnSpPr>
          <p:spPr bwMode="auto">
            <a:xfrm>
              <a:off x="11054" y="8506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11394" y="8620"/>
              <a:ext cx="17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0" name="流程图: 手动操作 109"/>
            <p:cNvSpPr/>
            <p:nvPr>
              <p:custDataLst>
                <p:tags r:id="rId51"/>
              </p:custDataLst>
            </p:nvPr>
          </p:nvSpPr>
          <p:spPr bwMode="auto">
            <a:xfrm rot="16200000">
              <a:off x="8988" y="8391"/>
              <a:ext cx="624" cy="227"/>
            </a:xfrm>
            <a:prstGeom prst="flowChartManualOperation">
              <a:avLst/>
            </a:prstGeom>
            <a:solidFill>
              <a:srgbClr val="CCC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ctr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  <a:endParaRPr kumimoji="1" lang="en-US" altLang="zh-C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11" name="直接连接符 110"/>
            <p:cNvCxnSpPr/>
            <p:nvPr>
              <p:custDataLst>
                <p:tags r:id="rId52"/>
              </p:custDataLst>
            </p:nvPr>
          </p:nvCxnSpPr>
          <p:spPr bwMode="auto">
            <a:xfrm>
              <a:off x="9410" y="8504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12" name="组合 111"/>
          <p:cNvGrpSpPr/>
          <p:nvPr/>
        </p:nvGrpSpPr>
        <p:grpSpPr>
          <a:xfrm>
            <a:off x="1152735" y="4176000"/>
            <a:ext cx="5581015" cy="107950"/>
            <a:chOff x="1928" y="7765"/>
            <a:chExt cx="8789" cy="170"/>
          </a:xfrm>
        </p:grpSpPr>
        <p:sp>
          <p:nvSpPr>
            <p:cNvPr id="118" name="等腰三角形 117"/>
            <p:cNvSpPr/>
            <p:nvPr>
              <p:custDataLst>
                <p:tags r:id="rId53"/>
              </p:custDataLst>
            </p:nvPr>
          </p:nvSpPr>
          <p:spPr bwMode="auto">
            <a:xfrm>
              <a:off x="1928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1" name="等腰三角形 120"/>
            <p:cNvSpPr/>
            <p:nvPr>
              <p:custDataLst>
                <p:tags r:id="rId54"/>
              </p:custDataLst>
            </p:nvPr>
          </p:nvSpPr>
          <p:spPr bwMode="auto">
            <a:xfrm>
              <a:off x="4082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2" name="等腰三角形 121"/>
            <p:cNvSpPr/>
            <p:nvPr>
              <p:custDataLst>
                <p:tags r:id="rId55"/>
              </p:custDataLst>
            </p:nvPr>
          </p:nvSpPr>
          <p:spPr bwMode="auto">
            <a:xfrm>
              <a:off x="6631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3" name="等腰三角形 122"/>
            <p:cNvSpPr/>
            <p:nvPr>
              <p:custDataLst>
                <p:tags r:id="rId56"/>
              </p:custDataLst>
            </p:nvPr>
          </p:nvSpPr>
          <p:spPr bwMode="auto">
            <a:xfrm>
              <a:off x="7200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4" name="等腰三角形 123"/>
            <p:cNvSpPr/>
            <p:nvPr>
              <p:custDataLst>
                <p:tags r:id="rId57"/>
              </p:custDataLst>
            </p:nvPr>
          </p:nvSpPr>
          <p:spPr bwMode="auto">
            <a:xfrm>
              <a:off x="9242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25" name="等腰三角形 124"/>
            <p:cNvSpPr/>
            <p:nvPr>
              <p:custDataLst>
                <p:tags r:id="rId58"/>
              </p:custDataLst>
            </p:nvPr>
          </p:nvSpPr>
          <p:spPr bwMode="auto">
            <a:xfrm>
              <a:off x="10490" y="7765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096260" y="3564000"/>
            <a:ext cx="3888105" cy="504190"/>
            <a:chOff x="5215" y="6066"/>
            <a:chExt cx="6123" cy="794"/>
          </a:xfrm>
        </p:grpSpPr>
        <p:sp>
          <p:nvSpPr>
            <p:cNvPr id="6" name="Text Box 1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0658" y="6066"/>
              <a:ext cx="68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0658" y="6520"/>
              <a:ext cx="68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215" y="6407"/>
              <a:ext cx="45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" name="Text Box 18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689" y="6407"/>
              <a:ext cx="45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Z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12" name="线形标注 2 11"/>
          <p:cNvSpPr/>
          <p:nvPr>
            <p:custDataLst>
              <p:tags r:id="rId63"/>
            </p:custDataLst>
          </p:nvPr>
        </p:nvSpPr>
        <p:spPr bwMode="auto">
          <a:xfrm>
            <a:off x="7452000" y="3024000"/>
            <a:ext cx="1152016" cy="252000"/>
          </a:xfrm>
          <a:prstGeom prst="borderCallout2">
            <a:avLst>
              <a:gd name="adj1" fmla="val 48951"/>
              <a:gd name="adj2" fmla="val -717"/>
              <a:gd name="adj3" fmla="val 49565"/>
              <a:gd name="adj4" fmla="val -15528"/>
              <a:gd name="adj5" fmla="val 336204"/>
              <a:gd name="adj6" fmla="val -3895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用作缓冲器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126" name="Text Box 8"/>
          <p:cNvSpPr txBox="1"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504190" y="4572000"/>
            <a:ext cx="730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dirty="0">
                <a:latin typeface="宋体" panose="02010600030101010101" pitchFamily="2" charset="-122"/>
              </a:rPr>
              <a:t>GPRs</a:t>
            </a:r>
            <a:r>
              <a:rPr lang="zh-CN" altLang="en-US" sz="1800" b="1" dirty="0">
                <a:latin typeface="宋体" panose="02010600030101010101" pitchFamily="2" charset="-122"/>
              </a:rPr>
              <a:t>为什么只配置一个读端口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r>
              <a:rPr lang="en-US" altLang="zh-CN" sz="1800" b="1" dirty="0">
                <a:latin typeface="宋体" panose="02010600030101010101" pitchFamily="2" charset="-122"/>
              </a:rPr>
              <a:t>GPRs</a:t>
            </a:r>
            <a:r>
              <a:rPr lang="zh-CN" altLang="en-US" sz="1800" b="1" dirty="0">
                <a:latin typeface="宋体" panose="02010600030101010101" pitchFamily="2" charset="-122"/>
              </a:rPr>
              <a:t>地址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引脚前为何设置</a:t>
            </a:r>
            <a:r>
              <a:rPr lang="en-US" altLang="zh-CN" sz="1800" b="1" dirty="0">
                <a:latin typeface="宋体" panose="02010600030101010101" pitchFamily="2" charset="-122"/>
              </a:rPr>
              <a:t>MUX</a:t>
            </a:r>
            <a:r>
              <a:rPr lang="zh-CN" altLang="en-US" sz="1800" b="1" dirty="0">
                <a:latin typeface="宋体" panose="02010600030101010101" pitchFamily="2" charset="-122"/>
              </a:rPr>
              <a:t>？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27" name="Text Box 8"/>
          <p:cNvSpPr txBox="1">
            <a:spLocks noChangeArrowheads="1"/>
          </p:cNvSpPr>
          <p:nvPr>
            <p:custDataLst>
              <p:tags r:id="rId65"/>
            </p:custDataLst>
          </p:nvPr>
        </p:nvSpPr>
        <p:spPr bwMode="auto">
          <a:xfrm>
            <a:off x="504190" y="5148000"/>
            <a:ext cx="741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</a:rPr>
              <a:t>不设置</a:t>
            </a:r>
            <a:r>
              <a:rPr lang="en-US" altLang="zh-CN" sz="1800" b="1" dirty="0">
                <a:latin typeface="宋体" panose="02010600030101010101" pitchFamily="2" charset="-122"/>
              </a:rPr>
              <a:t>Y</a:t>
            </a:r>
            <a:r>
              <a:rPr lang="zh-CN" altLang="en-US" sz="1800" b="1" dirty="0">
                <a:latin typeface="宋体" panose="02010600030101010101" pitchFamily="2" charset="-122"/>
              </a:rPr>
              <a:t>有何问题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r>
              <a:rPr lang="zh-CN" altLang="en-US" sz="1800" b="1" dirty="0">
                <a:latin typeface="宋体" panose="02010600030101010101" pitchFamily="2" charset="-122"/>
              </a:rPr>
              <a:t>不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设置</a:t>
            </a:r>
            <a:r>
              <a:rPr lang="en-US" altLang="zh-CN" sz="1800" b="1" dirty="0">
                <a:latin typeface="宋体" panose="02010600030101010101" pitchFamily="2" charset="-122"/>
              </a:rPr>
              <a:t>Z</a:t>
            </a:r>
            <a:r>
              <a:rPr lang="zh-CN" altLang="en-US" sz="1800" b="1" dirty="0">
                <a:latin typeface="宋体" panose="02010600030101010101" pitchFamily="2" charset="-122"/>
              </a:rPr>
              <a:t>有何问题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可放在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ALU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另一入端吗？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28" name="Text Box 1015"/>
          <p:cNvSpPr txBox="1">
            <a:spLocks noChangeArrowheads="1"/>
          </p:cNvSpPr>
          <p:nvPr>
            <p:custDataLst>
              <p:tags r:id="rId66"/>
            </p:custDataLst>
          </p:nvPr>
        </p:nvSpPr>
        <p:spPr bwMode="auto">
          <a:xfrm>
            <a:off x="1979835" y="4860000"/>
            <a:ext cx="226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6700" indent="-266700" algn="l"/>
            <a:r>
              <a:rPr lang="zh-CN" altLang="en-US" sz="1600" b="1" dirty="0" smtClean="0">
                <a:latin typeface="+mn-ea"/>
                <a:ea typeface="+mn-ea"/>
              </a:rPr>
              <a:t>没必要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</a:rPr>
              <a:t>同时发送≤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 smtClean="0">
                <a:latin typeface="+mn-ea"/>
              </a:rPr>
              <a:t>个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sp>
        <p:nvSpPr>
          <p:cNvPr id="129" name="Text Box 1015"/>
          <p:cNvSpPr txBox="1"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4895755" y="4860000"/>
            <a:ext cx="2556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6700" indent="-266700" algn="l">
              <a:spcBef>
                <a:spcPts val="300"/>
              </a:spcBef>
            </a:pPr>
            <a:r>
              <a:rPr lang="zh-CN" altLang="en-US" sz="1600" b="1" dirty="0" smtClean="0">
                <a:latin typeface="+mn-ea"/>
                <a:ea typeface="+mn-ea"/>
              </a:rPr>
              <a:t>源</a:t>
            </a:r>
            <a:r>
              <a:rPr lang="en-US" altLang="zh-CN" sz="1600" b="1" dirty="0" smtClean="0">
                <a:latin typeface="+mn-ea"/>
                <a:ea typeface="+mn-ea"/>
              </a:rPr>
              <a:t>OPD</a:t>
            </a:r>
            <a:r>
              <a:rPr lang="zh-CN" altLang="en-US" sz="1600" b="1" dirty="0" smtClean="0">
                <a:latin typeface="+mn-ea"/>
                <a:ea typeface="+mn-ea"/>
              </a:rPr>
              <a:t>有</a:t>
            </a:r>
            <a:r>
              <a:rPr lang="en-US" altLang="zh-CN" sz="1600" b="1" dirty="0" smtClean="0">
                <a:latin typeface="+mn-ea"/>
                <a:ea typeface="+mn-ea"/>
              </a:rPr>
              <a:t>2</a:t>
            </a:r>
            <a:r>
              <a:rPr lang="zh-CN" altLang="en-US" sz="1600" b="1" dirty="0" smtClean="0">
                <a:latin typeface="+mn-ea"/>
                <a:ea typeface="+mn-ea"/>
              </a:rPr>
              <a:t>个、地址来源不同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sp>
        <p:nvSpPr>
          <p:cNvPr id="130" name="Text Box 8"/>
          <p:cNvSpPr txBox="1"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539750" y="5724000"/>
            <a:ext cx="4910455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spcBef>
                <a:spcPts val="30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en-US" altLang="zh-CN" sz="1800" b="1" dirty="0">
                <a:latin typeface="宋体" panose="02010600030101010101" pitchFamily="2" charset="-122"/>
              </a:rPr>
              <a:t>Y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ALU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IR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 err="1">
                <a:latin typeface="宋体" panose="02010600030101010101" pitchFamily="2" charset="-122"/>
              </a:rPr>
              <a:t>ExtU</a:t>
            </a:r>
            <a:r>
              <a:rPr lang="zh-CN" altLang="en-US" sz="1800" b="1" dirty="0">
                <a:latin typeface="宋体" panose="02010600030101010101" pitchFamily="2" charset="-122"/>
              </a:rPr>
              <a:t>为何不设置三态门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31" name="Text Box 1015"/>
          <p:cNvSpPr txBox="1"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1440000" y="5436000"/>
            <a:ext cx="3852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6700" indent="-266700" algn="l">
              <a:spcBef>
                <a:spcPts val="300"/>
              </a:spcBef>
            </a:pP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无法实现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A+B</a:t>
            </a:r>
            <a:r>
              <a:rPr lang="zh-CN" altLang="en-US" sz="1600" b="1" dirty="0" smtClean="0">
                <a:latin typeface="+mn-ea"/>
                <a:ea typeface="+mn-ea"/>
              </a:rPr>
              <a:t>，无法保存结果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反馈到入端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sp>
        <p:nvSpPr>
          <p:cNvPr id="132" name="Text Box 1015"/>
          <p:cNvSpPr txBox="1"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5544000" y="5724000"/>
            <a:ext cx="1404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6700" indent="-266700" algn="l">
              <a:spcBef>
                <a:spcPts val="300"/>
              </a:spcBef>
            </a:pPr>
            <a:r>
              <a:rPr lang="zh-CN" altLang="en-US" sz="1600" b="1" dirty="0" smtClean="0">
                <a:latin typeface="+mn-ea"/>
                <a:ea typeface="+mn-ea"/>
              </a:rPr>
              <a:t>非共用信号线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sp>
        <p:nvSpPr>
          <p:cNvPr id="133" name="Text Box 1015"/>
          <p:cNvSpPr txBox="1">
            <a:spLocks noChangeArrowheads="1"/>
          </p:cNvSpPr>
          <p:nvPr>
            <p:custDataLst>
              <p:tags r:id="rId71"/>
            </p:custDataLst>
          </p:nvPr>
        </p:nvSpPr>
        <p:spPr bwMode="auto">
          <a:xfrm>
            <a:off x="5472000" y="5436000"/>
            <a:ext cx="2232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6700" indent="-266700" algn="l">
              <a:spcBef>
                <a:spcPts val="300"/>
              </a:spcBef>
            </a:pPr>
            <a:r>
              <a:rPr lang="zh-CN" altLang="en-US" sz="1600" b="1" dirty="0" smtClean="0">
                <a:latin typeface="+mn-ea"/>
                <a:ea typeface="+mn-ea"/>
              </a:rPr>
              <a:t>可以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未锁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存≤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个即可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7920000" y="3672000"/>
            <a:ext cx="1152000" cy="57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spcBef>
                <a:spcPts val="300"/>
              </a:spcBef>
            </a:pP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图</a:t>
            </a: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5.7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勘误</a:t>
            </a: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:</a:t>
            </a:r>
            <a:endParaRPr lang="en-US" altLang="zh-CN" sz="1600" b="1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spcBef>
                <a:spcPts val="300"/>
              </a:spcBef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补上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PSR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34" name="Text Box 8"/>
          <p:cNvSpPr txBox="1">
            <a:spLocks noChangeArrowheads="1"/>
          </p:cNvSpPr>
          <p:nvPr>
            <p:custDataLst>
              <p:tags r:id="rId73"/>
            </p:custDataLst>
          </p:nvPr>
        </p:nvSpPr>
        <p:spPr bwMode="auto">
          <a:xfrm>
            <a:off x="2413278" y="5976000"/>
            <a:ext cx="280800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同时仅传送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数据</a:t>
            </a:r>
            <a:endParaRPr lang="zh-CN" altLang="en-US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135" name="Text Box 8"/>
          <p:cNvSpPr txBox="1">
            <a:spLocks noChangeArrowheads="1"/>
          </p:cNvSpPr>
          <p:nvPr>
            <p:custDataLst>
              <p:tags r:id="rId74"/>
            </p:custDataLst>
          </p:nvPr>
        </p:nvSpPr>
        <p:spPr bwMode="auto">
          <a:xfrm>
            <a:off x="5472000" y="6120000"/>
            <a:ext cx="360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思考④：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R0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(R0)+</a:t>
            </a:r>
            <a:r>
              <a:rPr lang="en-US" altLang="zh-CN" sz="1800" b="1" dirty="0">
                <a:latin typeface="宋体" panose="02010600030101010101" pitchFamily="2" charset="-122"/>
              </a:rPr>
              <a:t>(R1)</a:t>
            </a:r>
            <a:r>
              <a:rPr lang="zh-CN" altLang="en-US" sz="1800" b="1" dirty="0">
                <a:latin typeface="宋体" panose="02010600030101010101" pitchFamily="2" charset="-122"/>
              </a:rPr>
              <a:t>所需</a:t>
            </a:r>
            <a:r>
              <a:rPr lang="zh-CN" altLang="en-US" sz="1800" b="1" dirty="0">
                <a:latin typeface="宋体" panose="02010600030101010101" pitchFamily="2" charset="-122"/>
              </a:rPr>
              <a:t>操作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19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 rot="5400000">
            <a:off x="406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20" name="AutoShape 499">
            <a:hlinkClick r:id="rId76" action="ppaction://hlinksldjump" highlightClick="1"/>
          </p:cNvPr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 rot="10800000">
            <a:off x="5148065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88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 rot="10800000">
            <a:off x="2988000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26" grpId="0" bldLvl="0" animBg="1"/>
      <p:bldP spid="127" grpId="0" bldLvl="0" animBg="1"/>
      <p:bldP spid="130" grpId="0" bldLvl="0" animBg="1"/>
      <p:bldP spid="18" grpId="0" bldLvl="0" animBg="1"/>
      <p:bldP spid="135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79705" y="360045"/>
            <a:ext cx="3310255" cy="45154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专用结构的部件互连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*互连方式回顾：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连接要求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*部件互连方法：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238375" indent="-2238375" algn="l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数据传送特性：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043940" y="828040"/>
            <a:ext cx="7847965" cy="1672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</a:t>
            </a:r>
            <a:r>
              <a:rPr lang="zh-CN" altLang="en-US" sz="2200" b="1" dirty="0">
                <a:latin typeface="宋体" panose="02010600030101010101" pitchFamily="2" charset="-122"/>
              </a:rPr>
              <a:t>部件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入端</a:t>
            </a:r>
            <a:r>
              <a:rPr lang="zh-CN" altLang="en-US" sz="2200" b="1" dirty="0">
                <a:latin typeface="宋体" panose="02010600030101010101" pitchFamily="2" charset="-122"/>
              </a:rPr>
              <a:t>通过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不同信号线</a:t>
            </a:r>
            <a:r>
              <a:rPr lang="zh-CN" altLang="en-US" sz="2200" b="1" dirty="0">
                <a:latin typeface="宋体" panose="02010600030101010101" pitchFamily="2" charset="-122"/>
              </a:rPr>
              <a:t>连接其他部件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出端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部件入端增设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选择器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、出端无要求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数据路径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满足各指令功能的要求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以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Demo_IS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为例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如：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MAR←(PC)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GPRs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MDR←GPRs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GPRs←MDR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ALU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PC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←ALU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MDR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，…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448000" y="4319020"/>
            <a:ext cx="277114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同时</a:t>
            </a:r>
            <a:r>
              <a:rPr lang="zh-CN" altLang="en-US" sz="2200" b="1" dirty="0">
                <a:latin typeface="宋体" panose="02010600030101010101" pitchFamily="2" charset="-122"/>
              </a:rPr>
              <a:t>可传送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数据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Text Box 8"/>
          <p:cNvSpPr txBox="1">
            <a:spLocks noChangeArrowheads="1"/>
          </p:cNvSpPr>
          <p:nvPr/>
        </p:nvSpPr>
        <p:spPr bwMode="auto">
          <a:xfrm>
            <a:off x="1260841" y="4031020"/>
            <a:ext cx="388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GPRs</a:t>
            </a:r>
            <a:r>
              <a:rPr lang="zh-CN" altLang="en-US" sz="1800" b="1" dirty="0">
                <a:latin typeface="宋体" panose="02010600030101010101" pitchFamily="2" charset="-122"/>
              </a:rPr>
              <a:t>为什么配置</a:t>
            </a:r>
            <a:r>
              <a:rPr lang="en-US" altLang="zh-CN" sz="1800" b="1" dirty="0"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</a:rPr>
              <a:t>个读端口？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75" name="Text Box 8"/>
          <p:cNvSpPr txBox="1">
            <a:spLocks noChangeArrowheads="1"/>
          </p:cNvSpPr>
          <p:nvPr/>
        </p:nvSpPr>
        <p:spPr bwMode="auto">
          <a:xfrm>
            <a:off x="5184000" y="4464000"/>
            <a:ext cx="385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R0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(R0)+</a:t>
            </a:r>
            <a:r>
              <a:rPr lang="en-US" altLang="zh-CN" sz="1800" b="1" dirty="0">
                <a:latin typeface="宋体" panose="02010600030101010101" pitchFamily="2" charset="-122"/>
              </a:rPr>
              <a:t>(R1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需几个操作？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76" name="Text Box 160"/>
          <p:cNvSpPr txBox="1">
            <a:spLocks noChangeArrowheads="1"/>
          </p:cNvSpPr>
          <p:nvPr/>
        </p:nvSpPr>
        <p:spPr bwMode="auto">
          <a:xfrm>
            <a:off x="5903755" y="2913305"/>
            <a:ext cx="2988000" cy="648000"/>
          </a:xfrm>
          <a:prstGeom prst="rect">
            <a:avLst/>
          </a:prstGeom>
          <a:noFill/>
          <a:ln w="12700">
            <a:solidFill>
              <a:srgbClr val="CC3300"/>
            </a:solidFill>
            <a:prstDash val="sysDash"/>
            <a:miter lim="800000"/>
          </a:ln>
          <a:effectLst/>
        </p:spPr>
        <p:txBody>
          <a:bodyPr lIns="18000" tIns="10800" rIns="18000" bIns="10800" anchor="ctr" anchorCtr="0"/>
          <a:lstStyle/>
          <a:p>
            <a:pPr algn="l">
              <a:lnSpc>
                <a:spcPct val="90000"/>
              </a:lnSpc>
            </a:pPr>
            <a:r>
              <a:rPr lang="en-US" altLang="zh-CN" sz="1400" b="1" dirty="0" smtClean="0">
                <a:latin typeface="宋体" panose="02010600030101010101" pitchFamily="2" charset="-122"/>
              </a:rPr>
              <a:t>RD←M[(</a:t>
            </a:r>
            <a:r>
              <a:rPr lang="en-US" altLang="zh-CN" sz="1400" b="1" dirty="0">
                <a:latin typeface="宋体" panose="02010600030101010101" pitchFamily="2" charset="-122"/>
              </a:rPr>
              <a:t>RS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)]</a:t>
            </a:r>
            <a:r>
              <a:rPr lang="zh-CN" sz="1400" b="1" dirty="0" smtClean="0">
                <a:latin typeface="宋体" panose="02010600030101010101" pitchFamily="2" charset="-122"/>
              </a:rPr>
              <a:t>或</a:t>
            </a:r>
            <a:r>
              <a:rPr lang="en-US" altLang="zh-CN" sz="1400" b="1" dirty="0" smtClean="0">
                <a:latin typeface="宋体" panose="02010600030101010101" pitchFamily="2" charset="-122"/>
                <a:sym typeface="+mn-ea"/>
              </a:rPr>
              <a:t>Imme</a:t>
            </a:r>
            <a:r>
              <a:rPr lang="zh-CN" altLang="en-US" sz="14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M</a:t>
            </a:r>
            <a:r>
              <a:rPr lang="en-US" altLang="zh-CN" sz="1400" b="1" dirty="0">
                <a:latin typeface="宋体" panose="02010600030101010101" pitchFamily="2" charset="-122"/>
              </a:rPr>
              <a:t>[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(RS</a:t>
            </a:r>
            <a:r>
              <a:rPr lang="en-US" altLang="zh-CN" sz="1400" b="1" dirty="0">
                <a:latin typeface="宋体" panose="02010600030101010101" pitchFamily="2" charset="-122"/>
              </a:rPr>
              <a:t>)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]</a:t>
            </a:r>
            <a:r>
              <a:rPr lang="en-US" altLang="zh-CN" sz="1400" b="1" dirty="0">
                <a:latin typeface="宋体" panose="02010600030101010101" pitchFamily="2" charset="-122"/>
              </a:rPr>
              <a:t>←(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RD)</a:t>
            </a:r>
            <a:endParaRPr lang="en-US" altLang="zh-CN" sz="14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400" b="1" dirty="0">
                <a:latin typeface="宋体" panose="02010600030101010101" pitchFamily="2" charset="-122"/>
              </a:rPr>
              <a:t>RD←(RD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)±(</a:t>
            </a:r>
            <a:r>
              <a:rPr lang="en-US" altLang="zh-CN" sz="1400" b="1" dirty="0">
                <a:latin typeface="宋体" panose="02010600030101010101" pitchFamily="2" charset="-122"/>
              </a:rPr>
              <a:t>RS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400" b="1" dirty="0" smtClean="0">
                <a:latin typeface="宋体" panose="02010600030101010101" pitchFamily="2" charset="-122"/>
              </a:rPr>
              <a:t>或＋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M[</a:t>
            </a:r>
            <a:r>
              <a:rPr lang="en-US" altLang="zh-CN" sz="1400" b="1" dirty="0">
                <a:latin typeface="宋体" panose="02010600030101010101" pitchFamily="2" charset="-122"/>
              </a:rPr>
              <a:t>(RS)]</a:t>
            </a:r>
            <a:endParaRPr lang="en-US" altLang="zh-CN" sz="1400" b="1" dirty="0">
              <a:latin typeface="宋体" panose="02010600030101010101" pitchFamily="2" charset="-122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altLang="zh-CN" sz="1400" b="1" dirty="0" smtClean="0">
                <a:latin typeface="宋体" panose="02010600030101010101" pitchFamily="2" charset="-122"/>
              </a:rPr>
              <a:t>ZF</a:t>
            </a:r>
            <a:r>
              <a:rPr lang="zh-CN" altLang="en-US" sz="14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0</a:t>
            </a:r>
            <a:r>
              <a:rPr lang="zh-CN" altLang="en-US" sz="1400" b="1" dirty="0" smtClean="0">
                <a:latin typeface="宋体" panose="02010600030101010101" pitchFamily="2" charset="-122"/>
              </a:rPr>
              <a:t>时</a:t>
            </a:r>
            <a:r>
              <a:rPr lang="en-US" altLang="zh-CN" sz="14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14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400" b="1" dirty="0">
                <a:latin typeface="宋体" panose="02010600030101010101" pitchFamily="2" charset="-122"/>
              </a:rPr>
              <a:t>(PC)</a:t>
            </a:r>
            <a:r>
              <a:rPr lang="zh-CN" altLang="en-US" sz="1400" b="1" dirty="0">
                <a:latin typeface="宋体" panose="02010600030101010101" pitchFamily="2" charset="-122"/>
              </a:rPr>
              <a:t>＋</a:t>
            </a:r>
            <a:r>
              <a:rPr lang="en-US" altLang="zh-CN" sz="1400" b="1" dirty="0" err="1">
                <a:latin typeface="宋体" panose="02010600030101010101" pitchFamily="2" charset="-122"/>
              </a:rPr>
              <a:t>Disp</a:t>
            </a:r>
            <a:r>
              <a:rPr lang="zh-CN" altLang="en-US" sz="1400" b="1" dirty="0">
                <a:latin typeface="宋体" panose="02010600030101010101" pitchFamily="2" charset="-122"/>
              </a:rPr>
              <a:t>或</a:t>
            </a:r>
            <a:r>
              <a:rPr lang="en-US" altLang="zh-CN" sz="14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14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400" b="1" dirty="0" smtClean="0">
                <a:latin typeface="宋体" panose="02010600030101010101" pitchFamily="2" charset="-122"/>
                <a:sym typeface="+mn-ea"/>
              </a:rPr>
              <a:t>Addr</a:t>
            </a:r>
            <a:endParaRPr lang="en-US" altLang="zh-CN" sz="14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9" name="Text Box 1015"/>
          <p:cNvSpPr txBox="1">
            <a:spLocks noChangeArrowheads="1"/>
          </p:cNvSpPr>
          <p:nvPr/>
        </p:nvSpPr>
        <p:spPr bwMode="auto">
          <a:xfrm>
            <a:off x="5220000" y="4031020"/>
            <a:ext cx="1748155" cy="28829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266700" indent="-266700" algn="l">
              <a:spcBef>
                <a:spcPts val="300"/>
              </a:spcBef>
            </a:pPr>
            <a:r>
              <a:rPr lang="zh-CN" altLang="en-US" sz="1600" b="1" dirty="0" smtClean="0">
                <a:latin typeface="+mn-ea"/>
                <a:ea typeface="+mn-ea"/>
              </a:rPr>
              <a:t>同时传送性能好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1007745" y="2484755"/>
            <a:ext cx="6659880" cy="1440180"/>
            <a:chOff x="1587" y="4478"/>
            <a:chExt cx="10488" cy="2268"/>
          </a:xfrm>
        </p:grpSpPr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587" y="4478"/>
              <a:ext cx="10488" cy="226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8" name="直接连接符 37"/>
            <p:cNvCxnSpPr/>
            <p:nvPr>
              <p:custDataLst>
                <p:tags r:id="rId3"/>
              </p:custDataLst>
            </p:nvPr>
          </p:nvCxnSpPr>
          <p:spPr bwMode="auto">
            <a:xfrm flipV="1">
              <a:off x="7484" y="629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4"/>
              </p:custDataLst>
            </p:nvPr>
          </p:nvCxnSpPr>
          <p:spPr bwMode="auto">
            <a:xfrm>
              <a:off x="4933" y="4705"/>
              <a:ext cx="345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7" name="Text Box 1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11" y="59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701" y="538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>
              <p:custDataLst>
                <p:tags r:id="rId7"/>
              </p:custDataLst>
            </p:nvPr>
          </p:nvCxnSpPr>
          <p:spPr bwMode="auto">
            <a:xfrm>
              <a:off x="2211" y="5159"/>
              <a:ext cx="5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2041" y="572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928" y="4989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3" name="Text Box 1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701" y="4705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6" name="直接连接符 65"/>
            <p:cNvCxnSpPr/>
            <p:nvPr>
              <p:custDataLst>
                <p:tags r:id="rId11"/>
              </p:custDataLst>
            </p:nvPr>
          </p:nvCxnSpPr>
          <p:spPr bwMode="auto">
            <a:xfrm>
              <a:off x="4933" y="4705"/>
              <a:ext cx="0" cy="90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12"/>
              </p:custDataLst>
            </p:nvPr>
          </p:nvCxnSpPr>
          <p:spPr bwMode="auto">
            <a:xfrm>
              <a:off x="6350" y="5724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13"/>
              </p:custDataLst>
            </p:nvPr>
          </p:nvCxnSpPr>
          <p:spPr bwMode="auto">
            <a:xfrm>
              <a:off x="6350" y="5327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5046" y="5442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71" name="AutoShape 1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rot="16200000">
              <a:off x="6520" y="5327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72" name="Text Box 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597" y="527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1" name="直接连接符 80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7144" y="544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3" name="直接连接符 142"/>
            <p:cNvCxnSpPr/>
            <p:nvPr>
              <p:custDataLst>
                <p:tags r:id="rId18"/>
              </p:custDataLst>
            </p:nvPr>
          </p:nvCxnSpPr>
          <p:spPr bwMode="auto">
            <a:xfrm>
              <a:off x="7144" y="561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19"/>
              </p:custDataLst>
            </p:nvPr>
          </p:nvCxnSpPr>
          <p:spPr bwMode="auto">
            <a:xfrm>
              <a:off x="2721" y="4875"/>
              <a:ext cx="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53" name="Text Box 2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1170" y="5896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54" name="直接连接符 153"/>
            <p:cNvCxnSpPr/>
            <p:nvPr>
              <p:custDataLst>
                <p:tags r:id="rId21"/>
              </p:custDataLst>
            </p:nvPr>
          </p:nvCxnSpPr>
          <p:spPr bwMode="auto">
            <a:xfrm>
              <a:off x="8391" y="6463"/>
              <a:ext cx="164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5" name="直接连接符 154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716" y="606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716" y="6463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10716" y="657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25"/>
              </p:custDataLst>
            </p:nvPr>
          </p:nvCxnSpPr>
          <p:spPr bwMode="auto">
            <a:xfrm>
              <a:off x="9695" y="606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59" name="Text Box 1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0037" y="5896"/>
              <a:ext cx="68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0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037" y="6349"/>
              <a:ext cx="68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1" name="直接连接符 160"/>
            <p:cNvCxnSpPr/>
            <p:nvPr>
              <p:custDataLst>
                <p:tags r:id="rId28"/>
              </p:custDataLst>
            </p:nvPr>
          </p:nvCxnSpPr>
          <p:spPr bwMode="auto">
            <a:xfrm>
              <a:off x="8561" y="595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7" name="直接连接符 166"/>
            <p:cNvCxnSpPr/>
            <p:nvPr>
              <p:custDataLst>
                <p:tags r:id="rId29"/>
              </p:custDataLst>
            </p:nvPr>
          </p:nvCxnSpPr>
          <p:spPr bwMode="auto">
            <a:xfrm>
              <a:off x="8051" y="617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30"/>
              </p:custDataLst>
            </p:nvPr>
          </p:nvCxnSpPr>
          <p:spPr bwMode="auto">
            <a:xfrm>
              <a:off x="7484" y="5612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1" name="直接连接符 180"/>
            <p:cNvCxnSpPr/>
            <p:nvPr>
              <p:custDataLst>
                <p:tags r:id="rId31"/>
              </p:custDataLst>
            </p:nvPr>
          </p:nvCxnSpPr>
          <p:spPr bwMode="auto">
            <a:xfrm>
              <a:off x="7200" y="6066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83" name="直接连接符 182"/>
            <p:cNvCxnSpPr/>
            <p:nvPr>
              <p:custDataLst>
                <p:tags r:id="rId32"/>
              </p:custDataLst>
            </p:nvPr>
          </p:nvCxnSpPr>
          <p:spPr bwMode="auto">
            <a:xfrm>
              <a:off x="7200" y="6293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84" name="直接连接符 183"/>
            <p:cNvCxnSpPr/>
            <p:nvPr>
              <p:custDataLst>
                <p:tags r:id="rId33"/>
              </p:custDataLst>
            </p:nvPr>
          </p:nvCxnSpPr>
          <p:spPr bwMode="auto">
            <a:xfrm>
              <a:off x="4479" y="5612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34"/>
              </p:custDataLst>
            </p:nvPr>
          </p:nvCxnSpPr>
          <p:spPr bwMode="auto">
            <a:xfrm>
              <a:off x="5216" y="5839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35"/>
              </p:custDataLst>
            </p:nvPr>
          </p:nvCxnSpPr>
          <p:spPr bwMode="auto">
            <a:xfrm>
              <a:off x="5216" y="493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36"/>
              </p:custDataLst>
            </p:nvPr>
          </p:nvCxnSpPr>
          <p:spPr bwMode="auto">
            <a:xfrm>
              <a:off x="4592" y="5102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88" name="Text Box 1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989" y="4818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9" name="直接连接符 188"/>
            <p:cNvCxnSpPr/>
            <p:nvPr>
              <p:custDataLst>
                <p:tags r:id="rId38"/>
              </p:custDataLst>
            </p:nvPr>
          </p:nvCxnSpPr>
          <p:spPr bwMode="auto">
            <a:xfrm>
              <a:off x="5046" y="544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0" name="直接连接符 189"/>
            <p:cNvCxnSpPr/>
            <p:nvPr>
              <p:custDataLst>
                <p:tags r:id="rId39"/>
              </p:custDataLst>
            </p:nvPr>
          </p:nvCxnSpPr>
          <p:spPr bwMode="auto">
            <a:xfrm>
              <a:off x="4479" y="5272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91" name="直接连接符 190"/>
            <p:cNvCxnSpPr/>
            <p:nvPr>
              <p:custDataLst>
                <p:tags r:id="rId40"/>
              </p:custDataLst>
            </p:nvPr>
          </p:nvCxnSpPr>
          <p:spPr bwMode="auto">
            <a:xfrm>
              <a:off x="8561" y="4592"/>
              <a:ext cx="0" cy="136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2" name="Text Box 1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572" y="4705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93" name="Text Box 1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687" y="5159"/>
              <a:ext cx="794" cy="56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94" name="直接连接符 193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4254" y="5726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95" name="直接连接符 194"/>
            <p:cNvCxnSpPr/>
            <p:nvPr>
              <p:custDataLst>
                <p:tags r:id="rId44"/>
              </p:custDataLst>
            </p:nvPr>
          </p:nvCxnSpPr>
          <p:spPr bwMode="auto">
            <a:xfrm>
              <a:off x="2721" y="5612"/>
              <a:ext cx="96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6" name="直接连接符 195"/>
            <p:cNvCxnSpPr/>
            <p:nvPr>
              <p:custDataLst>
                <p:tags r:id="rId45"/>
              </p:custDataLst>
            </p:nvPr>
          </p:nvCxnSpPr>
          <p:spPr bwMode="auto">
            <a:xfrm>
              <a:off x="4592" y="4875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7" name="直接连接符 196"/>
            <p:cNvCxnSpPr/>
            <p:nvPr>
              <p:custDataLst>
                <p:tags r:id="rId46"/>
              </p:custDataLst>
            </p:nvPr>
          </p:nvCxnSpPr>
          <p:spPr bwMode="auto">
            <a:xfrm>
              <a:off x="2721" y="5272"/>
              <a:ext cx="96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8" name="直接连接符 197"/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4366" y="487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连接符 198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3912" y="5726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49"/>
              </p:custDataLst>
            </p:nvPr>
          </p:nvCxnSpPr>
          <p:spPr bwMode="auto">
            <a:xfrm>
              <a:off x="3402" y="5613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50"/>
              </p:custDataLst>
            </p:nvPr>
          </p:nvCxnSpPr>
          <p:spPr bwMode="auto">
            <a:xfrm>
              <a:off x="3402" y="5953"/>
              <a:ext cx="5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5216" y="5839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04" name="直接连接符 203"/>
            <p:cNvCxnSpPr/>
            <p:nvPr>
              <p:custDataLst>
                <p:tags r:id="rId52"/>
              </p:custDataLst>
            </p:nvPr>
          </p:nvCxnSpPr>
          <p:spPr bwMode="auto">
            <a:xfrm>
              <a:off x="8391" y="4705"/>
              <a:ext cx="0" cy="175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53"/>
              </p:custDataLst>
            </p:nvPr>
          </p:nvCxnSpPr>
          <p:spPr bwMode="auto">
            <a:xfrm>
              <a:off x="4762" y="4592"/>
              <a:ext cx="379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54"/>
              </p:custDataLst>
            </p:nvPr>
          </p:nvCxnSpPr>
          <p:spPr bwMode="auto">
            <a:xfrm>
              <a:off x="4762" y="4592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55"/>
              </p:custDataLst>
            </p:nvPr>
          </p:nvCxnSpPr>
          <p:spPr bwMode="auto">
            <a:xfrm>
              <a:off x="8051" y="617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2551" y="6463"/>
              <a:ext cx="549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9" name="直接连接符 208"/>
            <p:cNvCxnSpPr/>
            <p:nvPr>
              <p:custDataLst>
                <p:tags r:id="rId57"/>
              </p:custDataLst>
            </p:nvPr>
          </p:nvCxnSpPr>
          <p:spPr bwMode="auto">
            <a:xfrm>
              <a:off x="2721" y="4705"/>
              <a:ext cx="0" cy="10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0" name="Text Box 1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2721" y="493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1" name="Text Box 1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2721" y="4592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721" y="527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3" name="直接连接符 212"/>
            <p:cNvCxnSpPr/>
            <p:nvPr>
              <p:custDataLst>
                <p:tags r:id="rId61"/>
              </p:custDataLst>
            </p:nvPr>
          </p:nvCxnSpPr>
          <p:spPr bwMode="auto">
            <a:xfrm>
              <a:off x="2892" y="6179"/>
              <a:ext cx="62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62"/>
              </p:custDataLst>
            </p:nvPr>
          </p:nvCxnSpPr>
          <p:spPr bwMode="auto">
            <a:xfrm>
              <a:off x="2551" y="6293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直接连接符 214"/>
            <p:cNvCxnSpPr/>
            <p:nvPr>
              <p:custDataLst>
                <p:tags r:id="rId63"/>
              </p:custDataLst>
            </p:nvPr>
          </p:nvCxnSpPr>
          <p:spPr bwMode="auto">
            <a:xfrm>
              <a:off x="2211" y="515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6" name="直接连接符 215"/>
            <p:cNvCxnSpPr/>
            <p:nvPr>
              <p:custDataLst>
                <p:tags r:id="rId64"/>
              </p:custDataLst>
            </p:nvPr>
          </p:nvCxnSpPr>
          <p:spPr bwMode="auto">
            <a:xfrm flipH="1" flipV="1">
              <a:off x="2041" y="6576"/>
              <a:ext cx="79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17" name="组合 216"/>
          <p:cNvGrpSpPr/>
          <p:nvPr/>
        </p:nvGrpSpPr>
        <p:grpSpPr>
          <a:xfrm>
            <a:off x="2232025" y="2773045"/>
            <a:ext cx="3924300" cy="864235"/>
            <a:chOff x="3515" y="4932"/>
            <a:chExt cx="6180" cy="1361"/>
          </a:xfrm>
        </p:grpSpPr>
        <p:cxnSp>
          <p:nvCxnSpPr>
            <p:cNvPr id="218" name="直接连接符 217"/>
            <p:cNvCxnSpPr/>
            <p:nvPr>
              <p:custDataLst>
                <p:tags r:id="rId65"/>
              </p:custDataLst>
            </p:nvPr>
          </p:nvCxnSpPr>
          <p:spPr bwMode="auto">
            <a:xfrm>
              <a:off x="8844" y="5953"/>
              <a:ext cx="85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9" name="直接连接符 218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8844" y="6066"/>
              <a:ext cx="851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0" name="直接连接符 219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5498" y="5726"/>
              <a:ext cx="851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1" name="直接连接符 220"/>
            <p:cNvCxnSpPr/>
            <p:nvPr>
              <p:custDataLst>
                <p:tags r:id="rId68"/>
              </p:custDataLst>
            </p:nvPr>
          </p:nvCxnSpPr>
          <p:spPr bwMode="auto">
            <a:xfrm>
              <a:off x="5500" y="5613"/>
              <a:ext cx="85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2" name="直接连接符 221"/>
            <p:cNvCxnSpPr/>
            <p:nvPr>
              <p:custDataLst>
                <p:tags r:id="rId69"/>
              </p:custDataLst>
            </p:nvPr>
          </p:nvCxnSpPr>
          <p:spPr bwMode="auto">
            <a:xfrm>
              <a:off x="5500" y="4932"/>
              <a:ext cx="850" cy="39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5498" y="5329"/>
              <a:ext cx="85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4" name="直接连接符 223"/>
            <p:cNvCxnSpPr/>
            <p:nvPr>
              <p:custDataLst>
                <p:tags r:id="rId71"/>
              </p:custDataLst>
            </p:nvPr>
          </p:nvCxnSpPr>
          <p:spPr bwMode="auto">
            <a:xfrm>
              <a:off x="5499" y="5103"/>
              <a:ext cx="85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5" name="直接连接符 224"/>
            <p:cNvCxnSpPr/>
            <p:nvPr>
              <p:custDataLst>
                <p:tags r:id="rId72"/>
              </p:custDataLst>
            </p:nvPr>
          </p:nvCxnSpPr>
          <p:spPr bwMode="auto">
            <a:xfrm>
              <a:off x="5499" y="5272"/>
              <a:ext cx="850" cy="5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6" name="直接连接符 225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6350" y="6066"/>
              <a:ext cx="851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7" name="直接连接符 226"/>
            <p:cNvCxnSpPr/>
            <p:nvPr>
              <p:custDataLst>
                <p:tags r:id="rId74"/>
              </p:custDataLst>
            </p:nvPr>
          </p:nvCxnSpPr>
          <p:spPr bwMode="auto">
            <a:xfrm>
              <a:off x="6350" y="6180"/>
              <a:ext cx="85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直接连接符 227"/>
            <p:cNvCxnSpPr/>
            <p:nvPr>
              <p:custDataLst>
                <p:tags r:id="rId75"/>
              </p:custDataLst>
            </p:nvPr>
          </p:nvCxnSpPr>
          <p:spPr bwMode="auto">
            <a:xfrm flipH="1">
              <a:off x="3515" y="6180"/>
              <a:ext cx="289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29" name="组合 228"/>
          <p:cNvGrpSpPr/>
          <p:nvPr/>
        </p:nvGrpSpPr>
        <p:grpSpPr>
          <a:xfrm>
            <a:off x="3491865" y="2736850"/>
            <a:ext cx="2665095" cy="935990"/>
            <a:chOff x="5499" y="4875"/>
            <a:chExt cx="4197" cy="1474"/>
          </a:xfrm>
        </p:grpSpPr>
        <p:sp>
          <p:nvSpPr>
            <p:cNvPr id="230" name="Text Box 18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5499" y="4875"/>
              <a:ext cx="850" cy="62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MUX2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1" name="矩形 230"/>
            <p:cNvSpPr/>
            <p:nvPr>
              <p:custDataLst>
                <p:tags r:id="rId77"/>
              </p:custDataLst>
            </p:nvPr>
          </p:nvSpPr>
          <p:spPr bwMode="auto">
            <a:xfrm>
              <a:off x="5499" y="5386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2" name="矩形 231"/>
            <p:cNvSpPr/>
            <p:nvPr>
              <p:custDataLst>
                <p:tags r:id="rId78"/>
              </p:custDataLst>
            </p:nvPr>
          </p:nvSpPr>
          <p:spPr bwMode="auto">
            <a:xfrm>
              <a:off x="5499" y="4875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3" name="Text Box 18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8846" y="5896"/>
              <a:ext cx="85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MUX4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4" name="矩形 233"/>
            <p:cNvSpPr/>
            <p:nvPr>
              <p:custDataLst>
                <p:tags r:id="rId80"/>
              </p:custDataLst>
            </p:nvPr>
          </p:nvSpPr>
          <p:spPr bwMode="auto">
            <a:xfrm>
              <a:off x="8846" y="6123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" name="矩形 234"/>
            <p:cNvSpPr/>
            <p:nvPr>
              <p:custDataLst>
                <p:tags r:id="rId81"/>
              </p:custDataLst>
            </p:nvPr>
          </p:nvSpPr>
          <p:spPr bwMode="auto">
            <a:xfrm>
              <a:off x="8846" y="589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" name="Text Box 18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6349" y="6009"/>
              <a:ext cx="85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MUX3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7" name="矩形 236"/>
            <p:cNvSpPr/>
            <p:nvPr>
              <p:custDataLst>
                <p:tags r:id="rId83"/>
              </p:custDataLst>
            </p:nvPr>
          </p:nvSpPr>
          <p:spPr bwMode="auto">
            <a:xfrm>
              <a:off x="7086" y="623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8" name="矩形 237"/>
            <p:cNvSpPr/>
            <p:nvPr>
              <p:custDataLst>
                <p:tags r:id="rId84"/>
              </p:custDataLst>
            </p:nvPr>
          </p:nvSpPr>
          <p:spPr bwMode="auto">
            <a:xfrm>
              <a:off x="7086" y="6009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9" name="Text Box 18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5499" y="5556"/>
              <a:ext cx="85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MUX1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40" name="矩形 239"/>
            <p:cNvSpPr/>
            <p:nvPr>
              <p:custDataLst>
                <p:tags r:id="rId86"/>
              </p:custDataLst>
            </p:nvPr>
          </p:nvSpPr>
          <p:spPr bwMode="auto">
            <a:xfrm>
              <a:off x="5499" y="5783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1" name="矩形 240"/>
            <p:cNvSpPr/>
            <p:nvPr>
              <p:custDataLst>
                <p:tags r:id="rId87"/>
              </p:custDataLst>
            </p:nvPr>
          </p:nvSpPr>
          <p:spPr bwMode="auto">
            <a:xfrm>
              <a:off x="5499" y="555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2" name="Text Box 5"/>
          <p:cNvSpPr txBox="1">
            <a:spLocks noChangeArrowheads="1"/>
          </p:cNvSpPr>
          <p:nvPr/>
        </p:nvSpPr>
        <p:spPr bwMode="auto">
          <a:xfrm>
            <a:off x="179705" y="4752000"/>
            <a:ext cx="7412990" cy="1607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※数据通路组成小结：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目标是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工作流程所需的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所有操作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部件组成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部件互连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43" name="Text Box 8"/>
          <p:cNvSpPr txBox="1">
            <a:spLocks noChangeArrowheads="1"/>
          </p:cNvSpPr>
          <p:nvPr>
            <p:custDataLst>
              <p:tags r:id="rId88"/>
            </p:custDataLst>
          </p:nvPr>
        </p:nvSpPr>
        <p:spPr bwMode="auto">
          <a:xfrm>
            <a:off x="2047875" y="5184000"/>
            <a:ext cx="6988810" cy="1430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取指阶段部件＋执行阶段部件，部件可以复用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与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指令功能相关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有总线结构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入端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出端均连接总线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、专用结构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基于指令功能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连接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与指令功能无关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600" b="1" u="sng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ldLvl="0" animBg="1"/>
      <p:bldP spid="75" grpId="0" bldLvl="0" animBg="1"/>
      <p:bldP spid="76" grpId="0" bldLvl="0" animBg="1"/>
      <p:bldP spid="79" grpId="0" bldLvl="0" animBg="1"/>
      <p:bldP spid="24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二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、数据通路的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微操作及其控制</a:t>
            </a:r>
            <a:r>
              <a:rPr lang="en-US" altLang="zh-CN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en-US" altLang="zh-CN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b="1" u="sng" dirty="0" smtClean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1871980"/>
            <a:ext cx="2753360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dirty="0" err="1" smtClean="0">
                <a:solidFill>
                  <a:srgbClr val="C00000"/>
                </a:solidFill>
              </a:rPr>
              <a:t>μ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的组成要求：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en-US" altLang="zh-CN" sz="2200" dirty="0" err="1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的种类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的实现方法：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45335" y="1872000"/>
            <a:ext cx="6913245" cy="2453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①源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结果都放在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时序逻辑部件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中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同基本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操作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②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操作为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原子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操作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3411855" indent="-34118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基本操作</a:t>
            </a: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间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传送、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读、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写、算逻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运算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3411855" indent="-341185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特殊操作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增量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、信号置位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复位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等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电位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-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脉冲制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对应于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操作控制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结果写入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组合逻辑→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时序逻辑</a:t>
            </a:r>
            <a:endParaRPr lang="zh-CN" altLang="en-US" sz="16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9" name="线形标注 2 18"/>
          <p:cNvSpPr/>
          <p:nvPr>
            <p:custDataLst>
              <p:tags r:id="rId4"/>
            </p:custDataLst>
          </p:nvPr>
        </p:nvSpPr>
        <p:spPr bwMode="auto">
          <a:xfrm>
            <a:off x="6264000" y="5292000"/>
            <a:ext cx="2160000" cy="504000"/>
          </a:xfrm>
          <a:prstGeom prst="borderCallout2">
            <a:avLst>
              <a:gd name="adj1" fmla="val 47247"/>
              <a:gd name="adj2" fmla="val -123"/>
              <a:gd name="adj3" fmla="val 46491"/>
              <a:gd name="adj4" fmla="val -11604"/>
              <a:gd name="adj5" fmla="val 66083"/>
              <a:gd name="adj6" fmla="val -3809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p>
            <a:pPr algn="ctr"/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信号会</a:t>
            </a:r>
            <a:r>
              <a:rPr lang="zh-CN" altLang="en-US" sz="16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滞后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于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时钟信号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产生电路有延迟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971550" y="936000"/>
            <a:ext cx="7128000" cy="936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</p:spPr>
        <p:txBody>
          <a:bodyPr wrap="square" lIns="36195" tIns="17780" rIns="36195" bIns="0" anchor="t">
            <a:no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 smtClean="0">
                <a:solidFill>
                  <a:srgbClr val="C00000"/>
                </a:solidFill>
                <a:latin typeface="+mn-lt"/>
                <a:sym typeface="+mn-ea"/>
              </a:rPr>
              <a:t>μ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内部的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原子操作</a:t>
            </a:r>
            <a:endParaRPr lang="zh-CN" altLang="en-US" sz="1800" b="1" u="sng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微操作控制信号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1800" dirty="0" err="1" smtClean="0">
                <a:sym typeface="+mn-ea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部件控制信号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，又称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微操作命令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err="1" smtClean="0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完成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u="sng" dirty="0" err="1">
                <a:sym typeface="+mn-ea"/>
              </a:rPr>
              <a:t>μ</a:t>
            </a:r>
            <a:r>
              <a:rPr lang="en-US" altLang="zh-CN" sz="18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所需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时间</a:t>
            </a: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224280" y="5328000"/>
            <a:ext cx="4354195" cy="612775"/>
            <a:chOff x="1928" y="7312"/>
            <a:chExt cx="6857" cy="965"/>
          </a:xfrm>
        </p:grpSpPr>
        <p:sp>
          <p:nvSpPr>
            <p:cNvPr id="101" name="矩形 100"/>
            <p:cNvSpPr/>
            <p:nvPr>
              <p:custDataLst>
                <p:tags r:id="rId6"/>
              </p:custDataLst>
            </p:nvPr>
          </p:nvSpPr>
          <p:spPr bwMode="auto">
            <a:xfrm>
              <a:off x="5951" y="7709"/>
              <a:ext cx="2608" cy="227"/>
            </a:xfrm>
            <a:prstGeom prst="rect">
              <a:avLst/>
            </a:prstGeom>
            <a:solidFill>
              <a:srgbClr val="CCECFF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3" name="直接连接符 102"/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5894" y="7370"/>
              <a:ext cx="136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5951" y="770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>
              <p:custDataLst>
                <p:tags r:id="rId9"/>
              </p:custDataLst>
            </p:nvPr>
          </p:nvCxnSpPr>
          <p:spPr bwMode="auto">
            <a:xfrm>
              <a:off x="5724" y="7937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10"/>
              </p:custDataLst>
            </p:nvPr>
          </p:nvCxnSpPr>
          <p:spPr bwMode="auto">
            <a:xfrm>
              <a:off x="5951" y="7709"/>
              <a:ext cx="26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5951" y="8051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/>
            <p:cNvCxnSpPr/>
            <p:nvPr>
              <p:custDataLst>
                <p:tags r:id="rId12"/>
              </p:custDataLst>
            </p:nvPr>
          </p:nvCxnSpPr>
          <p:spPr bwMode="auto">
            <a:xfrm>
              <a:off x="5724" y="8277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接连接符 116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5894" y="7370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>
              <p:custDataLst>
                <p:tags r:id="rId14"/>
              </p:custDataLst>
            </p:nvPr>
          </p:nvCxnSpPr>
          <p:spPr bwMode="auto">
            <a:xfrm>
              <a:off x="5724" y="7596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9" name="Text Box 1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229" y="7312"/>
              <a:ext cx="2494" cy="96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t" anchorCtr="0"/>
            <a:p>
              <a:pPr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C00000"/>
                  </a:solidFill>
                </a:rPr>
                <a:t>时钟脉冲</a:t>
              </a:r>
              <a:r>
                <a:rPr lang="zh-CN" altLang="en-US" sz="1600" b="1" dirty="0" smtClean="0">
                  <a:solidFill>
                    <a:schemeClr val="tx1"/>
                  </a:solidFill>
                </a:rPr>
                <a:t>信号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CLK</a:t>
              </a:r>
              <a:endPara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r">
                <a:lnSpc>
                  <a:spcPct val="85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操作控制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信号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85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结果写入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信号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0" name="矩形 99"/>
            <p:cNvSpPr/>
            <p:nvPr>
              <p:custDataLst>
                <p:tags r:id="rId16"/>
              </p:custDataLst>
            </p:nvPr>
          </p:nvSpPr>
          <p:spPr bwMode="auto">
            <a:xfrm>
              <a:off x="8502" y="8051"/>
              <a:ext cx="113" cy="227"/>
            </a:xfrm>
            <a:prstGeom prst="rect">
              <a:avLst/>
            </a:prstGeom>
            <a:solidFill>
              <a:srgbClr val="FFCC99"/>
            </a:solidFill>
            <a:ln w="9525" cap="flat" cmpd="sng" algn="ctr">
              <a:noFill/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2" name="直接连接符 101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7255" y="7370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8502" y="7370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8502" y="7370"/>
              <a:ext cx="28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20"/>
              </p:custDataLst>
            </p:nvPr>
          </p:nvCxnSpPr>
          <p:spPr bwMode="auto">
            <a:xfrm>
              <a:off x="7255" y="7596"/>
              <a:ext cx="124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8559" y="770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8559" y="7937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8559" y="8051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8559" y="8277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连接符 121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8502" y="7427"/>
              <a:ext cx="0" cy="17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3" name="直接连接符 122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8502" y="7597"/>
              <a:ext cx="0" cy="6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27"/>
              </p:custDataLst>
            </p:nvPr>
          </p:nvCxnSpPr>
          <p:spPr bwMode="auto">
            <a:xfrm>
              <a:off x="5951" y="8051"/>
              <a:ext cx="26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Text Box 7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928" y="7654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实际上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左大括号 12"/>
            <p:cNvSpPr/>
            <p:nvPr>
              <p:custDataLst>
                <p:tags r:id="rId29"/>
              </p:custDataLst>
            </p:nvPr>
          </p:nvSpPr>
          <p:spPr>
            <a:xfrm>
              <a:off x="3061" y="7427"/>
              <a:ext cx="113" cy="850"/>
            </a:xfrm>
            <a:prstGeom prst="leftBrace">
              <a:avLst>
                <a:gd name="adj1" fmla="val 2298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24280" y="4320000"/>
            <a:ext cx="5074285" cy="899795"/>
            <a:chOff x="1928" y="6634"/>
            <a:chExt cx="7991" cy="1417"/>
          </a:xfrm>
        </p:grpSpPr>
        <p:sp>
          <p:nvSpPr>
            <p:cNvPr id="93" name="Text Box 13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6405" y="6634"/>
              <a:ext cx="1587" cy="340"/>
            </a:xfrm>
            <a:prstGeom prst="rect">
              <a:avLst/>
            </a:prstGeom>
            <a:solidFill>
              <a:srgbClr val="FFCCFF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操作单元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94" name="直接连接符 93"/>
            <p:cNvCxnSpPr/>
            <p:nvPr>
              <p:custDataLst>
                <p:tags r:id="rId31"/>
              </p:custDataLst>
            </p:nvPr>
          </p:nvCxnSpPr>
          <p:spPr bwMode="auto">
            <a:xfrm>
              <a:off x="5952" y="6747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直接连接符 94"/>
            <p:cNvCxnSpPr/>
            <p:nvPr>
              <p:custDataLst>
                <p:tags r:id="rId32"/>
              </p:custDataLst>
            </p:nvPr>
          </p:nvCxnSpPr>
          <p:spPr bwMode="auto">
            <a:xfrm>
              <a:off x="7992" y="6804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6" name="Text Box 1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445" y="6634"/>
              <a:ext cx="1474" cy="340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状态单元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7" name="Text Box 13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478" y="6634"/>
              <a:ext cx="1474" cy="340"/>
            </a:xfrm>
            <a:prstGeom prst="rect">
              <a:avLst/>
            </a:prstGeom>
            <a:solidFill>
              <a:srgbClr val="FFCC99"/>
            </a:solidFill>
            <a:ln w="15875" cmpd="sng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状态单元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35"/>
              </p:custDataLst>
            </p:nvPr>
          </p:nvCxnSpPr>
          <p:spPr bwMode="auto">
            <a:xfrm>
              <a:off x="5951" y="6861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7" name="矩形 46"/>
            <p:cNvSpPr/>
            <p:nvPr>
              <p:custDataLst>
                <p:tags r:id="rId36"/>
              </p:custDataLst>
            </p:nvPr>
          </p:nvSpPr>
          <p:spPr bwMode="auto">
            <a:xfrm>
              <a:off x="8504" y="7767"/>
              <a:ext cx="113" cy="283"/>
            </a:xfrm>
            <a:prstGeom prst="rect">
              <a:avLst/>
            </a:prstGeom>
            <a:solidFill>
              <a:srgbClr val="CCCCFF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Text Box 1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231" y="7370"/>
              <a:ext cx="2494" cy="6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>
                <a:lnSpc>
                  <a:spcPct val="90000"/>
                </a:lnSpc>
              </a:pP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操作控制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信号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结果写入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信号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49" name="直接连接符 48"/>
            <p:cNvCxnSpPr/>
            <p:nvPr>
              <p:custDataLst>
                <p:tags r:id="rId38"/>
              </p:custDataLst>
            </p:nvPr>
          </p:nvCxnSpPr>
          <p:spPr bwMode="auto">
            <a:xfrm flipV="1">
              <a:off x="5953" y="7370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39"/>
              </p:custDataLst>
            </p:nvPr>
          </p:nvCxnSpPr>
          <p:spPr bwMode="auto">
            <a:xfrm>
              <a:off x="5726" y="7654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40"/>
              </p:custDataLst>
            </p:nvPr>
          </p:nvCxnSpPr>
          <p:spPr bwMode="auto">
            <a:xfrm>
              <a:off x="5953" y="7370"/>
              <a:ext cx="260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8561" y="7370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8561" y="7649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接连接符 53"/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8504" y="7767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726" y="8051"/>
              <a:ext cx="277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8617" y="7767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8617" y="8051"/>
              <a:ext cx="17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>
              <p:custDataLst>
                <p:tags r:id="rId47"/>
              </p:custDataLst>
            </p:nvPr>
          </p:nvCxnSpPr>
          <p:spPr bwMode="auto">
            <a:xfrm>
              <a:off x="8504" y="7767"/>
              <a:ext cx="11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Text Box 7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928" y="7540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理论上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8" name="直接连接符 97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8504" y="7824"/>
              <a:ext cx="0" cy="22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1" name="左大括号 10"/>
            <p:cNvSpPr/>
            <p:nvPr/>
          </p:nvSpPr>
          <p:spPr>
            <a:xfrm>
              <a:off x="3061" y="7427"/>
              <a:ext cx="113" cy="567"/>
            </a:xfrm>
            <a:prstGeom prst="leftBrace">
              <a:avLst>
                <a:gd name="adj1" fmla="val 2298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8" name="直接连接符 87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5953" y="7030"/>
              <a:ext cx="0" cy="28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8561" y="7030"/>
              <a:ext cx="0" cy="28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0" name="直接连接符 89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5960" y="7148"/>
              <a:ext cx="85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1" name="Text Box 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860" y="7030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节拍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2" name="直接连接符 91"/>
            <p:cNvCxnSpPr/>
            <p:nvPr>
              <p:custDataLst>
                <p:tags r:id="rId54"/>
              </p:custDataLst>
            </p:nvPr>
          </p:nvCxnSpPr>
          <p:spPr bwMode="auto">
            <a:xfrm>
              <a:off x="7710" y="7143"/>
              <a:ext cx="85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773420" cy="59772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dirty="0" err="1" smtClean="0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的实现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示例：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以基本操作为例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寄存器间传送</a:t>
            </a:r>
            <a:r>
              <a:rPr lang="en-US" altLang="zh-CN" sz="2200" dirty="0" err="1" smtClean="0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功能为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Rc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(Ra)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总线结构时的实现：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专用结构时的实现：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算逻运算</a:t>
            </a:r>
            <a:r>
              <a:rPr lang="en-US" altLang="zh-CN" sz="2200" dirty="0" err="1" smtClean="0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功能为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Rc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(Ra)</a:t>
            </a:r>
            <a:r>
              <a:rPr lang="en-US" altLang="zh-CN" sz="2200" b="1" dirty="0">
                <a:sym typeface="+mn-ea"/>
              </a:rPr>
              <a:t> 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baseline="-18000" dirty="0" err="1">
                <a:latin typeface="宋体" panose="02010600030101010101" pitchFamily="2" charset="-122"/>
                <a:sym typeface="Symbol" panose="05050102010706020507"/>
              </a:rPr>
              <a:t>n</a:t>
            </a:r>
            <a:r>
              <a:rPr lang="en-US" altLang="zh-CN" sz="2200" b="1" dirty="0" smtClean="0">
                <a:solidFill>
                  <a:srgbClr val="990099"/>
                </a:solidFill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(Rb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总线结构时的实现：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专用结构时的实现：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MEM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&amp;MEM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200" dirty="0" err="1" smtClean="0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下页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620000" y="900000"/>
            <a:ext cx="3383915" cy="1188085"/>
            <a:chOff x="4535" y="5329"/>
            <a:chExt cx="5329" cy="1871"/>
          </a:xfrm>
        </p:grpSpPr>
        <p:cxnSp>
          <p:nvCxnSpPr>
            <p:cNvPr id="60" name="直接连接符 59"/>
            <p:cNvCxnSpPr/>
            <p:nvPr>
              <p:custDataLst>
                <p:tags r:id="rId2"/>
              </p:custDataLst>
            </p:nvPr>
          </p:nvCxnSpPr>
          <p:spPr bwMode="auto">
            <a:xfrm>
              <a:off x="5159" y="6351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535" y="5329"/>
              <a:ext cx="5329" cy="187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4"/>
              </p:custDataLst>
            </p:nvPr>
          </p:nvCxnSpPr>
          <p:spPr bwMode="auto">
            <a:xfrm>
              <a:off x="5159" y="6348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5"/>
              </p:custDataLst>
            </p:nvPr>
          </p:nvCxnSpPr>
          <p:spPr bwMode="auto">
            <a:xfrm>
              <a:off x="4762" y="5951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6"/>
              </p:custDataLst>
            </p:nvPr>
          </p:nvCxnSpPr>
          <p:spPr bwMode="auto">
            <a:xfrm>
              <a:off x="4762" y="5951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AutoShape 1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 rot="16200000">
              <a:off x="5498" y="5951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cxnSp>
          <p:nvCxnSpPr>
            <p:cNvPr id="66" name="直接连接符 65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6122" y="6293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5159" y="652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直接连接符 445"/>
            <p:cNvCxnSpPr/>
            <p:nvPr>
              <p:custDataLst>
                <p:tags r:id="rId10"/>
              </p:custDataLst>
            </p:nvPr>
          </p:nvCxnSpPr>
          <p:spPr bwMode="auto">
            <a:xfrm>
              <a:off x="6688" y="6295"/>
              <a:ext cx="0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直接箭头连接符 68"/>
            <p:cNvCxnSpPr/>
            <p:nvPr>
              <p:custDataLst>
                <p:tags r:id="rId11"/>
              </p:custDataLst>
            </p:nvPr>
          </p:nvCxnSpPr>
          <p:spPr bwMode="auto">
            <a:xfrm>
              <a:off x="4639" y="7086"/>
              <a:ext cx="3402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12"/>
              </p:custDataLst>
            </p:nvPr>
          </p:nvCxnSpPr>
          <p:spPr bwMode="auto">
            <a:xfrm>
              <a:off x="6406" y="6295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1" name="Text Box 1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32" y="6180"/>
              <a:ext cx="45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2" name="Text Box 1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406" y="6180"/>
              <a:ext cx="454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Z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3" name="等腰三角形 72"/>
            <p:cNvSpPr/>
            <p:nvPr>
              <p:custDataLst>
                <p:tags r:id="rId15"/>
              </p:custDataLst>
            </p:nvPr>
          </p:nvSpPr>
          <p:spPr bwMode="auto">
            <a:xfrm>
              <a:off x="6574" y="6746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74" name="Text Box 2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504" y="5839"/>
              <a:ext cx="850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5" name="直接连接符 74"/>
            <p:cNvCxnSpPr/>
            <p:nvPr>
              <p:custDataLst>
                <p:tags r:id="rId17"/>
              </p:custDataLst>
            </p:nvPr>
          </p:nvCxnSpPr>
          <p:spPr bwMode="auto">
            <a:xfrm>
              <a:off x="7542" y="6408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直接连接符 75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7882" y="6634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19"/>
              </p:custDataLst>
            </p:nvPr>
          </p:nvCxnSpPr>
          <p:spPr bwMode="auto">
            <a:xfrm>
              <a:off x="8050" y="6009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直接连接符 77"/>
            <p:cNvCxnSpPr/>
            <p:nvPr>
              <p:custDataLst>
                <p:tags r:id="rId20"/>
              </p:custDataLst>
            </p:nvPr>
          </p:nvCxnSpPr>
          <p:spPr bwMode="auto">
            <a:xfrm>
              <a:off x="8050" y="640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8050" y="6519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22"/>
              </p:custDataLst>
            </p:nvPr>
          </p:nvCxnSpPr>
          <p:spPr bwMode="auto">
            <a:xfrm>
              <a:off x="7143" y="6009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直接连接符 80"/>
            <p:cNvCxnSpPr/>
            <p:nvPr>
              <p:custDataLst>
                <p:tags r:id="rId23"/>
              </p:custDataLst>
            </p:nvPr>
          </p:nvCxnSpPr>
          <p:spPr bwMode="auto">
            <a:xfrm>
              <a:off x="7143" y="6009"/>
              <a:ext cx="0" cy="107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24"/>
              </p:custDataLst>
            </p:nvPr>
          </p:nvCxnSpPr>
          <p:spPr bwMode="auto">
            <a:xfrm>
              <a:off x="7372" y="6011"/>
              <a:ext cx="68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" name="直接连接符 82"/>
            <p:cNvCxnSpPr/>
            <p:nvPr>
              <p:custDataLst>
                <p:tags r:id="rId25"/>
              </p:custDataLst>
            </p:nvPr>
          </p:nvCxnSpPr>
          <p:spPr bwMode="auto">
            <a:xfrm>
              <a:off x="7542" y="6408"/>
              <a:ext cx="5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7882" y="6521"/>
              <a:ext cx="170" cy="1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8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376" y="5839"/>
              <a:ext cx="68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370" y="6293"/>
              <a:ext cx="68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5" name="等腰三角形 124"/>
            <p:cNvSpPr/>
            <p:nvPr>
              <p:custDataLst>
                <p:tags r:id="rId29"/>
              </p:custDataLst>
            </p:nvPr>
          </p:nvSpPr>
          <p:spPr bwMode="auto">
            <a:xfrm>
              <a:off x="7428" y="6746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26" name="直接连接符 125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8674" y="6633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27" name="Text Box 1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164" y="6860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8" name="直接连接符 127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9184" y="6633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29" name="直接连接符 128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5895" y="5627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0" name="Text Box 1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726" y="5386"/>
              <a:ext cx="397" cy="2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1" name="Text Box 18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839" y="6633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out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2" name="直接连接符 131"/>
            <p:cNvCxnSpPr/>
            <p:nvPr>
              <p:custDataLst>
                <p:tags r:id="rId36"/>
              </p:custDataLst>
            </p:nvPr>
          </p:nvCxnSpPr>
          <p:spPr bwMode="auto">
            <a:xfrm>
              <a:off x="6406" y="683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3" name="直接连接符 132"/>
            <p:cNvCxnSpPr/>
            <p:nvPr>
              <p:custDataLst>
                <p:tags r:id="rId37"/>
              </p:custDataLst>
            </p:nvPr>
          </p:nvCxnSpPr>
          <p:spPr bwMode="auto">
            <a:xfrm>
              <a:off x="6690" y="6009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4" name="Text Box 1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576" y="5783"/>
              <a:ext cx="454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Z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5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177" y="5386"/>
              <a:ext cx="368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写信号均为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out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564255" y="2520000"/>
            <a:ext cx="413766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>
                <a:latin typeface="宋体" panose="02010600030101010101" pitchFamily="2" charset="-122"/>
              </a:rPr>
              <a:t>Ra</a:t>
            </a:r>
            <a:r>
              <a:rPr lang="en-US" altLang="zh-CN" sz="2200" b="1" baseline="-18000" dirty="0" err="1">
                <a:latin typeface="宋体" panose="02010600030101010101" pitchFamily="2" charset="-122"/>
              </a:rPr>
              <a:t>out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Rc</a:t>
            </a:r>
            <a:r>
              <a:rPr lang="en-US" altLang="zh-CN" sz="2200" b="1" baseline="-18000" dirty="0" err="1" smtClean="0">
                <a:latin typeface="宋体" panose="02010600030101010101" pitchFamily="2" charset="-122"/>
              </a:rPr>
              <a:t>in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Z</a:t>
            </a:r>
            <a:r>
              <a:rPr lang="en-US" altLang="zh-CN" sz="1800" b="1" baseline="-25000" dirty="0" smtClean="0">
                <a:latin typeface="宋体" panose="02010600030101010101" pitchFamily="2" charset="-122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MAR</a:t>
            </a:r>
            <a:r>
              <a:rPr lang="en-US" altLang="zh-CN" sz="1800" b="1" baseline="-25000" dirty="0" smtClean="0">
                <a:latin typeface="宋体" panose="02010600030101010101" pitchFamily="2" charset="-122"/>
              </a:rPr>
              <a:t>in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Rc</a:t>
            </a:r>
            <a:r>
              <a:rPr lang="en-US" altLang="zh-CN" sz="2200" b="1" baseline="-18000" dirty="0" err="1" smtClean="0">
                <a:latin typeface="宋体" panose="02010600030101010101" pitchFamily="2" charset="-122"/>
                <a:sym typeface="+mn-ea"/>
              </a:rPr>
              <a:t>sel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=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Rc</a:t>
            </a:r>
            <a:r>
              <a:rPr lang="en-US" altLang="zh-CN" sz="2200" b="1" baseline="-18000" dirty="0" err="1" smtClean="0">
                <a:latin typeface="宋体" panose="02010600030101010101" pitchFamily="2" charset="-122"/>
                <a:sym typeface="+mn-ea"/>
              </a:rPr>
              <a:t>in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07" name="Text Box 349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48000" y="3456000"/>
            <a:ext cx="8208000" cy="288000"/>
          </a:xfrm>
          <a:prstGeom prst="rect">
            <a:avLst/>
          </a:prstGeom>
          <a:solidFill>
            <a:srgbClr val="CCFFFF"/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36195" tIns="17780" rIns="36195" bIns="0">
            <a:noAutofit/>
          </a:bodyPr>
          <a:p>
            <a:pPr algn="l"/>
            <a:r>
              <a:rPr lang="en-US" altLang="zh-CN" sz="1800" dirty="0" err="1" smtClean="0">
                <a:solidFill>
                  <a:srgbClr val="FF3399"/>
                </a:solidFill>
              </a:rPr>
              <a:t>μ</a:t>
            </a:r>
            <a:r>
              <a:rPr lang="en-US" altLang="zh-CN" sz="1800" b="1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1800" b="1" dirty="0" smtClean="0">
                <a:solidFill>
                  <a:srgbClr val="FF3399"/>
                </a:solidFill>
              </a:rPr>
              <a:t>书写约定：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写出的</a:t>
            </a:r>
            <a:r>
              <a:rPr lang="zh-CN" altLang="en-US" sz="1800" b="1" dirty="0">
                <a:latin typeface="宋体" panose="02010600030101010101" pitchFamily="2" charset="-122"/>
              </a:rPr>
              <a:t>信号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都有效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用＝描述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多种取值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未写出</a:t>
            </a:r>
            <a:r>
              <a:rPr lang="zh-CN" altLang="en-US" sz="1800" b="1" dirty="0">
                <a:latin typeface="宋体" panose="02010600030101010101" pitchFamily="2" charset="-122"/>
              </a:rPr>
              <a:t>的信号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都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无效</a:t>
            </a:r>
            <a:endParaRPr lang="zh-CN" altLang="en-US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45" name="Text Box 5"/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3528060" y="4176000"/>
            <a:ext cx="5534025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err="1">
                <a:latin typeface="宋体" panose="02010600030101010101" pitchFamily="2" charset="-122"/>
              </a:rPr>
              <a:t>Rb</a:t>
            </a:r>
            <a:r>
              <a:rPr lang="en-US" altLang="zh-CN" sz="2200" b="1" baseline="-18000" dirty="0" err="1">
                <a:latin typeface="宋体" panose="02010600030101010101" pitchFamily="2" charset="-122"/>
              </a:rPr>
              <a:t>out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en-US" altLang="zh-CN" sz="2200" b="1" baseline="-18000" dirty="0" err="1" smtClean="0">
                <a:latin typeface="宋体" panose="02010600030101010101" pitchFamily="2" charset="-122"/>
                <a:sym typeface="Symbol" panose="05050102010706020507"/>
              </a:rPr>
              <a:t>n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Z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in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</a:rPr>
              <a:t>功能为</a:t>
            </a:r>
            <a:r>
              <a:rPr lang="en-US" altLang="zh-CN" sz="2000" b="1" dirty="0">
                <a:latin typeface="宋体" panose="02010600030101010101" pitchFamily="2" charset="-122"/>
              </a:rPr>
              <a:t>Z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</a:rPr>
              <a:t>(Y)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宋体" panose="02010600030101010101" pitchFamily="2" charset="-122"/>
              </a:rPr>
              <a:t>op</a:t>
            </a:r>
            <a:r>
              <a:rPr lang="en-US" altLang="zh-CN" sz="2000" b="1" baseline="-18000" dirty="0" err="1">
                <a:latin typeface="宋体" panose="02010600030101010101" pitchFamily="2" charset="-122"/>
              </a:rPr>
              <a:t>n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en-US" altLang="zh-CN" sz="2000" b="1" dirty="0" err="1">
                <a:latin typeface="宋体" panose="02010600030101010101" pitchFamily="2" charset="-122"/>
              </a:rPr>
              <a:t>Rb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)]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err="1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100"/>
              </a:spcBef>
              <a:spcAft>
                <a:spcPts val="0"/>
              </a:spcAft>
            </a:pPr>
            <a:r>
              <a:rPr lang="en-US" altLang="zh-CN" sz="2200" b="1" spc="-5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ALUA</a:t>
            </a:r>
            <a:r>
              <a:rPr lang="en-US" altLang="zh-CN" sz="2200" b="1" spc="-50" baseline="-1800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sel</a:t>
            </a:r>
            <a:r>
              <a:rPr lang="en-US" altLang="zh-CN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=</a:t>
            </a:r>
            <a:r>
              <a:rPr lang="en-US" altLang="zh-CN" sz="2200" b="1" spc="-5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i</a:t>
            </a:r>
            <a:r>
              <a:rPr lang="zh-CN" altLang="en-US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</a:t>
            </a:r>
            <a:r>
              <a:rPr lang="en-US" altLang="zh-CN" sz="2200" b="1" spc="-5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ALUB</a:t>
            </a:r>
            <a:r>
              <a:rPr lang="en-US" altLang="zh-CN" sz="2200" b="1" spc="-50" baseline="-1800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sel</a:t>
            </a:r>
            <a:r>
              <a:rPr lang="en-US" altLang="zh-CN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=j</a:t>
            </a:r>
            <a:r>
              <a:rPr lang="zh-CN" altLang="en-US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</a:t>
            </a:r>
            <a:r>
              <a:rPr lang="en-US" altLang="zh-CN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op=</a:t>
            </a:r>
            <a:r>
              <a:rPr lang="en-US" altLang="zh-CN" sz="2200" b="1" spc="-5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op</a:t>
            </a:r>
            <a:r>
              <a:rPr lang="en-US" altLang="zh-CN" sz="2200" b="1" spc="-50" baseline="-1800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Symbol" panose="05050102010706020507"/>
              </a:rPr>
              <a:t>n</a:t>
            </a:r>
            <a:r>
              <a:rPr lang="zh-CN" altLang="en-US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</a:t>
            </a:r>
            <a:r>
              <a:rPr lang="en-US" altLang="zh-CN" sz="2200" b="1" spc="-5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Rc</a:t>
            </a:r>
            <a:r>
              <a:rPr lang="en-US" altLang="zh-CN" sz="2200" b="1" spc="-50" baseline="-1800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sel</a:t>
            </a:r>
            <a:r>
              <a:rPr lang="en-US" altLang="zh-CN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=k</a:t>
            </a:r>
            <a:r>
              <a:rPr lang="zh-CN" altLang="en-US" sz="22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、</a:t>
            </a:r>
            <a:r>
              <a:rPr lang="en-US" altLang="zh-CN" sz="2200" b="1" spc="-5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</a:rPr>
              <a:t>Rc</a:t>
            </a:r>
            <a:r>
              <a:rPr lang="en-US" altLang="zh-CN" sz="2200" b="1" baseline="-18000" dirty="0" err="1" smtClean="0">
                <a:latin typeface="宋体" panose="02010600030101010101" pitchFamily="2" charset="-122"/>
              </a:rPr>
              <a:t>in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41" name="Text Box 5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2520000" y="5004000"/>
            <a:ext cx="5004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①</a:t>
            </a:r>
            <a:r>
              <a:rPr lang="en-US" altLang="zh-CN" sz="1800" b="1" dirty="0" err="1">
                <a:latin typeface="宋体" panose="02010600030101010101" pitchFamily="2" charset="-122"/>
              </a:rPr>
              <a:t>Ra</a:t>
            </a:r>
            <a:r>
              <a:rPr lang="en-US" altLang="zh-CN" sz="1800" b="1" baseline="-18000" dirty="0" err="1">
                <a:latin typeface="宋体" panose="02010600030101010101" pitchFamily="2" charset="-122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Y</a:t>
            </a:r>
            <a:r>
              <a:rPr lang="en-US" altLang="zh-CN" sz="1800" b="1" baseline="-18000" dirty="0" smtClean="0">
                <a:latin typeface="宋体" panose="02010600030101010101" pitchFamily="2" charset="-122"/>
              </a:rPr>
              <a:t>in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②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Rb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op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 smtClean="0">
                <a:latin typeface="宋体" panose="02010600030101010101" pitchFamily="2" charset="-122"/>
              </a:rPr>
              <a:t>in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③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Rc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</a:rPr>
              <a:t>in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89" name="Text Box 8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1908000" y="4680000"/>
            <a:ext cx="504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dirty="0" err="1">
                <a:latin typeface="宋体" panose="02010600030101010101" pitchFamily="2" charset="-122"/>
              </a:rPr>
              <a:t>Rc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(Ra)</a:t>
            </a:r>
            <a:r>
              <a:rPr lang="en-US" altLang="zh-CN" sz="1800" b="1" dirty="0"/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sz="1800" b="1" dirty="0" smtClean="0"/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 err="1">
                <a:latin typeface="宋体" panose="02010600030101010101" pitchFamily="2" charset="-122"/>
              </a:rPr>
              <a:t>Rb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en-US" altLang="zh-CN" sz="1800" dirty="0"/>
              <a:t> 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</a:rPr>
              <a:t>序列是什么？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70525" y="864000"/>
            <a:ext cx="2700020" cy="1367790"/>
            <a:chOff x="7937" y="1191"/>
            <a:chExt cx="4252" cy="2154"/>
          </a:xfrm>
        </p:grpSpPr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937" y="1191"/>
              <a:ext cx="4252" cy="21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" name="直接箭头连接符 7"/>
            <p:cNvCxnSpPr/>
            <p:nvPr>
              <p:custDataLst>
                <p:tags r:id="rId45"/>
              </p:custDataLst>
            </p:nvPr>
          </p:nvCxnSpPr>
          <p:spPr bwMode="auto">
            <a:xfrm>
              <a:off x="10545" y="2268"/>
              <a:ext cx="0" cy="96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46"/>
              </p:custDataLst>
            </p:nvPr>
          </p:nvCxnSpPr>
          <p:spPr bwMode="auto">
            <a:xfrm>
              <a:off x="9578" y="246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" name="AutoShape 15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 rot="16200000">
              <a:off x="9605" y="1871"/>
              <a:ext cx="96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cxnSp>
          <p:nvCxnSpPr>
            <p:cNvPr id="12" name="直接连接符 11"/>
            <p:cNvCxnSpPr/>
            <p:nvPr>
              <p:custDataLst>
                <p:tags r:id="rId48"/>
              </p:custDataLst>
            </p:nvPr>
          </p:nvCxnSpPr>
          <p:spPr bwMode="auto">
            <a:xfrm>
              <a:off x="9578" y="1758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" name="流程图: 手动操作 12"/>
            <p:cNvSpPr/>
            <p:nvPr>
              <p:custDataLst>
                <p:tags r:id="rId49"/>
              </p:custDataLst>
            </p:nvPr>
          </p:nvSpPr>
          <p:spPr bwMode="auto">
            <a:xfrm rot="16200000">
              <a:off x="9119" y="2325"/>
              <a:ext cx="624" cy="283"/>
            </a:xfrm>
            <a:prstGeom prst="flowChartManualOperation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ctr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  <a:endParaRPr kumimoji="1" lang="en-US" altLang="zh-C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4" name="流程图: 手动操作 13"/>
            <p:cNvSpPr/>
            <p:nvPr>
              <p:custDataLst>
                <p:tags r:id="rId50"/>
              </p:custDataLst>
            </p:nvPr>
          </p:nvSpPr>
          <p:spPr bwMode="auto">
            <a:xfrm rot="16200000">
              <a:off x="9118" y="1645"/>
              <a:ext cx="624" cy="283"/>
            </a:xfrm>
            <a:prstGeom prst="flowChartManualOperation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36195" rIns="0" bIns="0" numCol="1" rtlCol="0" anchor="ctr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  <a:endParaRPr kumimoji="1" lang="en-US" altLang="zh-C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51"/>
              </p:custDataLst>
            </p:nvPr>
          </p:nvCxnSpPr>
          <p:spPr bwMode="auto">
            <a:xfrm>
              <a:off x="10315" y="2073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6" name="流程图: 手动操作 15"/>
            <p:cNvSpPr/>
            <p:nvPr>
              <p:custDataLst>
                <p:tags r:id="rId52"/>
              </p:custDataLst>
            </p:nvPr>
          </p:nvSpPr>
          <p:spPr bwMode="auto">
            <a:xfrm rot="16200000">
              <a:off x="10573" y="1960"/>
              <a:ext cx="680" cy="283"/>
            </a:xfrm>
            <a:prstGeom prst="flowChartManualOperation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17780" rIns="0" bIns="0" numCol="1" rtlCol="0" anchor="ctr" anchorCtr="0" compatLnSpc="1">
              <a:noAutofit/>
            </a:bodyPr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  <a:endParaRPr kumimoji="1" lang="en-US" altLang="zh-C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7" name="Text Box 18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1339" y="1956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" name="直接连接符 17"/>
            <p:cNvCxnSpPr/>
            <p:nvPr>
              <p:custDataLst>
                <p:tags r:id="rId54"/>
              </p:custDataLst>
            </p:nvPr>
          </p:nvCxnSpPr>
          <p:spPr bwMode="auto">
            <a:xfrm>
              <a:off x="11055" y="2098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直接连接符 18"/>
            <p:cNvCxnSpPr/>
            <p:nvPr>
              <p:custDataLst>
                <p:tags r:id="rId55"/>
              </p:custDataLst>
            </p:nvPr>
          </p:nvCxnSpPr>
          <p:spPr bwMode="auto">
            <a:xfrm>
              <a:off x="8731" y="2665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0" name="Text Box 1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050" y="249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8957" y="2410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i</a:t>
              </a:r>
              <a:endParaRPr lang="en-US" altLang="zh-CN" sz="1400" b="1" baseline="-18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" name="Text Box 1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050" y="1503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Rb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3" name="直接连接符 22"/>
            <p:cNvCxnSpPr/>
            <p:nvPr>
              <p:custDataLst>
                <p:tags r:id="rId59"/>
              </p:custDataLst>
            </p:nvPr>
          </p:nvCxnSpPr>
          <p:spPr bwMode="auto">
            <a:xfrm>
              <a:off x="8731" y="2268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4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8050" y="2126"/>
              <a:ext cx="680" cy="283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2000" b="1" baseline="-18000" dirty="0" smtClean="0">
                  <a:latin typeface="宋体" panose="02010600030101010101" pitchFamily="2" charset="-122"/>
                </a:rPr>
                <a:t>…</a:t>
              </a:r>
              <a:endParaRPr lang="en-US" altLang="zh-CN" sz="20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25" name="直接连接符 24"/>
            <p:cNvCxnSpPr/>
            <p:nvPr>
              <p:custDataLst>
                <p:tags r:id="rId61"/>
              </p:custDataLst>
            </p:nvPr>
          </p:nvCxnSpPr>
          <p:spPr bwMode="auto">
            <a:xfrm>
              <a:off x="8731" y="1645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" name="Text Box 18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8957" y="1418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j</a:t>
              </a:r>
              <a:endParaRPr lang="en-US" altLang="zh-CN" sz="1400" b="1" baseline="-18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63"/>
              </p:custDataLst>
            </p:nvPr>
          </p:nvCxnSpPr>
          <p:spPr bwMode="auto">
            <a:xfrm>
              <a:off x="8731" y="1985"/>
              <a:ext cx="56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Text Box 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8050" y="1843"/>
              <a:ext cx="680" cy="227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2000" b="1" baseline="-18000" dirty="0" smtClean="0">
                  <a:latin typeface="宋体" panose="02010600030101010101" pitchFamily="2" charset="-122"/>
                </a:rPr>
                <a:t>…</a:t>
              </a:r>
              <a:endParaRPr lang="en-US" altLang="zh-CN" sz="20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29" name="直接连接符 28"/>
            <p:cNvCxnSpPr/>
            <p:nvPr>
              <p:custDataLst>
                <p:tags r:id="rId65"/>
              </p:custDataLst>
            </p:nvPr>
          </p:nvCxnSpPr>
          <p:spPr bwMode="auto">
            <a:xfrm>
              <a:off x="10545" y="2273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" name="直接连接符 29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10894" y="2381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0610" y="2665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Rc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2" name="直接连接符 31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11735" y="2240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" name="Text Box 18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1452" y="2665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Rc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9439" y="2693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5" name="Text Box 18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8901" y="2892"/>
              <a:ext cx="107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ALUA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6" name="直接连接符 35"/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9439" y="1361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10091" y="2470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9921" y="272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75"/>
              </p:custDataLst>
            </p:nvPr>
          </p:nvCxnSpPr>
          <p:spPr bwMode="auto">
            <a:xfrm>
              <a:off x="8901" y="2665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76"/>
              </p:custDataLst>
            </p:nvPr>
          </p:nvCxnSpPr>
          <p:spPr bwMode="auto">
            <a:xfrm>
              <a:off x="8901" y="3231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8901" y="1304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2" name="直接箭头连接符 41"/>
            <p:cNvCxnSpPr/>
            <p:nvPr>
              <p:custDataLst>
                <p:tags r:id="rId78"/>
              </p:custDataLst>
            </p:nvPr>
          </p:nvCxnSpPr>
          <p:spPr bwMode="auto">
            <a:xfrm>
              <a:off x="8901" y="1304"/>
              <a:ext cx="164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79"/>
              </p:custDataLst>
            </p:nvPr>
          </p:nvCxnSpPr>
          <p:spPr bwMode="auto">
            <a:xfrm>
              <a:off x="10545" y="1871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箭头连接符 43"/>
            <p:cNvCxnSpPr/>
            <p:nvPr>
              <p:custDataLst>
                <p:tags r:id="rId80"/>
              </p:custDataLst>
            </p:nvPr>
          </p:nvCxnSpPr>
          <p:spPr bwMode="auto">
            <a:xfrm>
              <a:off x="10545" y="1304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5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81"/>
            </p:custDataLst>
          </p:nvPr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89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" name="Text Box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024000"/>
            <a:ext cx="3368675" cy="28746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操作控制：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异步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同步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2200" dirty="0" err="1" smtClean="0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实现：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异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步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同步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60045"/>
            <a:ext cx="886841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读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&amp;MEM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写</a:t>
            </a:r>
            <a:r>
              <a:rPr lang="en-US" altLang="zh-CN" sz="2200" dirty="0" err="1" smtClean="0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功能为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MDR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M[(MAR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)]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[(MAR)]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(MDR)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部件连接：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仅与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MEM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控制方式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同步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异步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有关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←与数据通路结构无关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62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44000" y="2736000"/>
            <a:ext cx="39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如何表示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是同步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异步方式？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73" name="Text Box 101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48000" y="2736000"/>
            <a:ext cx="2844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6700" indent="-266700" algn="l">
              <a:spcBef>
                <a:spcPts val="300"/>
              </a:spcBef>
            </a:pPr>
            <a:r>
              <a:rPr lang="zh-CN" altLang="en-US" sz="1800" b="1" dirty="0"/>
              <a:t>需设置专用</a:t>
            </a:r>
            <a:r>
              <a:rPr lang="en-US" altLang="zh-CN" sz="1800" dirty="0" err="1"/>
              <a:t>u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如</a:t>
            </a:r>
            <a:r>
              <a:rPr lang="en-US" altLang="zh-CN" sz="1800" b="1" dirty="0" smtClean="0">
                <a:latin typeface="+mn-ea"/>
                <a:ea typeface="+mn-ea"/>
              </a:rPr>
              <a:t>WMFC)</a:t>
            </a:r>
            <a:r>
              <a:rPr lang="zh-CN" altLang="en-US" sz="1800" b="1" dirty="0" smtClean="0">
                <a:latin typeface="+mn-ea"/>
                <a:ea typeface="+mn-ea"/>
              </a:rPr>
              <a:t> </a:t>
            </a:r>
            <a:endParaRPr lang="zh-CN" altLang="en-US" sz="1800" b="1" dirty="0" smtClean="0">
              <a:latin typeface="+mn-ea"/>
              <a:ea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80000" y="2016000"/>
            <a:ext cx="1656000" cy="900000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  <a:miter lim="800000"/>
          </a:ln>
        </p:spPr>
        <p:txBody>
          <a:bodyPr wrap="square" lIns="36195" tIns="17780" rIns="36195" bIns="0" anchor="t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取指令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600" b="1" dirty="0" err="1"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MAR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←(PC)</a:t>
            </a:r>
            <a:endParaRPr lang="zh-CN" altLang="zh-CN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←M[(MAR)]</a:t>
            </a:r>
            <a:endParaRPr lang="zh-CN" altLang="zh-CN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←(MDR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98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68015" y="3024000"/>
            <a:ext cx="5879465" cy="34982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读时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自动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写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MDR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(</a:t>
            </a:r>
            <a:r>
              <a:rPr lang="en-US" altLang="zh-CN" sz="1600" b="1" spc="-100" dirty="0" err="1" smtClean="0">
                <a:latin typeface="宋体" panose="02010600030101010101" pitchFamily="2" charset="-122"/>
              </a:rPr>
              <a:t>mfc</a:t>
            </a:r>
            <a:r>
              <a:rPr lang="zh-CN" altLang="en-US" sz="1600" b="1" spc="-100" dirty="0" err="1" smtClean="0">
                <a:latin typeface="宋体" panose="02010600030101010101" pitchFamily="2" charset="-122"/>
              </a:rPr>
              <a:t>及</a:t>
            </a:r>
            <a:r>
              <a:rPr lang="en-US" altLang="zh-CN" sz="1600" b="1" spc="-100" dirty="0" err="1" smtClean="0">
                <a:latin typeface="宋体" panose="02010600030101010101" pitchFamily="2" charset="-122"/>
              </a:rPr>
              <a:t>WMFC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触发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CP</a:t>
            </a:r>
            <a:r>
              <a:rPr lang="en-US" altLang="zh-CN" sz="1600" b="1" spc="-100" dirty="0">
                <a:cs typeface="Times New Roman" panose="02020603050405020304" pitchFamily="18" charset="0"/>
              </a:rPr>
              <a:t>↑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组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宋体" panose="02010600030101010101" pitchFamily="2" charset="-122"/>
              </a:rPr>
              <a:t>OPCmd</a:t>
            </a:r>
            <a:endParaRPr lang="en-US" altLang="zh-CN" sz="1800" b="1" spc="-100" dirty="0" smtClean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1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写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时</a:t>
            </a:r>
            <a:r>
              <a:rPr lang="en-US" altLang="zh-CN" sz="2200" b="1" u="sng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mfc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指示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完成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触发下个节拍开始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b="1" spc="-100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spc="-100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spc="-100" dirty="0" smtClean="0">
                <a:latin typeface="宋体" panose="02010600030101010101" pitchFamily="2" charset="-122"/>
                <a:sym typeface="+mn-ea"/>
              </a:rPr>
              <a:t>组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OPCmd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1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读</a:t>
            </a:r>
            <a:r>
              <a:rPr lang="zh-CN" altLang="en-US" sz="2200" b="1" dirty="0">
                <a:latin typeface="宋体" panose="02010600030101010101" pitchFamily="2" charset="-122"/>
              </a:rPr>
              <a:t>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CLK</a:t>
            </a:r>
            <a:r>
              <a:rPr lang="zh-CN" altLang="en-US" sz="2200" b="1" dirty="0">
                <a:latin typeface="宋体" panose="02010600030101010101" pitchFamily="2" charset="-122"/>
              </a:rPr>
              <a:t>写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MDR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用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MDR</a:t>
            </a:r>
            <a:r>
              <a:rPr lang="en-US" altLang="zh-CN" sz="1600" b="1" baseline="-18000" dirty="0" err="1" smtClean="0">
                <a:latin typeface="宋体" panose="02010600030101010101" pitchFamily="2" charset="-122"/>
              </a:rPr>
              <a:t>inB</a:t>
            </a:r>
            <a:r>
              <a:rPr lang="zh-CN" altLang="en-US" sz="1600" b="1" dirty="0">
                <a:latin typeface="宋体" panose="02010600030101010101" pitchFamily="2" charset="-122"/>
              </a:rPr>
              <a:t>控制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2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组</a:t>
            </a:r>
            <a:r>
              <a:rPr lang="en-US" altLang="zh-CN" sz="1600" dirty="0" err="1" smtClean="0"/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OPCmd</a:t>
            </a:r>
            <a:endParaRPr lang="en-US" altLang="zh-CN" sz="2200" b="1" u="sng" dirty="0" smtClean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1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写时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m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CLK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完成   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spc="200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组</a:t>
            </a:r>
            <a:r>
              <a:rPr lang="en-US" altLang="zh-CN" sz="1600" dirty="0" err="1" smtClean="0"/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OPCmd</a:t>
            </a:r>
            <a:endParaRPr lang="en-US" altLang="zh-CN" sz="1600" b="1" dirty="0" err="1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读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Read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WMFC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；写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Write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WMFC</a:t>
            </a:r>
            <a:endParaRPr lang="en-US" altLang="zh-CN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如：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取指令①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MAR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Read,WMFC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读为①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Read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，②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MDR</a:t>
            </a:r>
            <a:r>
              <a:rPr lang="en-US" altLang="zh-CN" sz="2200" b="1" baseline="-18000" dirty="0" err="1" smtClean="0">
                <a:latin typeface="宋体" panose="02010600030101010101" pitchFamily="2" charset="-122"/>
                <a:sym typeface="+mn-ea"/>
              </a:rPr>
              <a:t>inB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第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CLK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；写为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Write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1800" b="1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取指令①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MAR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Read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</a:t>
            </a:r>
            <a:r>
              <a:rPr lang="en-US" altLang="zh-CN" sz="1800" b="1" baseline="-25000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inB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⑤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MDR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out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IR</a:t>
            </a:r>
            <a:r>
              <a:rPr lang="en-US" altLang="zh-CN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1800" b="1" dirty="0" err="1" smtClean="0">
              <a:latin typeface="宋体" panose="02010600030101010101" pitchFamily="2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087245" y="1296035"/>
            <a:ext cx="3098800" cy="1402715"/>
            <a:chOff x="3287" y="2041"/>
            <a:chExt cx="4880" cy="2209"/>
          </a:xfrm>
        </p:grpSpPr>
        <p:sp>
          <p:nvSpPr>
            <p:cNvPr id="204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538" y="2041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5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37" y="2495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7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106" y="3232"/>
              <a:ext cx="1474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时序电路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8" name="直接连接符 207"/>
            <p:cNvCxnSpPr/>
            <p:nvPr>
              <p:custDataLst>
                <p:tags r:id="rId9"/>
              </p:custDataLst>
            </p:nvPr>
          </p:nvCxnSpPr>
          <p:spPr bwMode="auto">
            <a:xfrm>
              <a:off x="5445" y="2155"/>
              <a:ext cx="45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9" name="直接连接符 233"/>
            <p:cNvCxnSpPr/>
            <p:nvPr>
              <p:custDataLst>
                <p:tags r:id="rId10"/>
              </p:custDataLst>
            </p:nvPr>
          </p:nvCxnSpPr>
          <p:spPr bwMode="auto">
            <a:xfrm>
              <a:off x="5445" y="2572"/>
              <a:ext cx="45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0" name="直接连接符 234"/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5432" y="2775"/>
              <a:ext cx="4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12"/>
              </p:custDataLst>
            </p:nvPr>
          </p:nvCxnSpPr>
          <p:spPr bwMode="auto">
            <a:xfrm>
              <a:off x="4084" y="2155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2" name="直接连接符 211"/>
            <p:cNvCxnSpPr/>
            <p:nvPr>
              <p:custDataLst>
                <p:tags r:id="rId13"/>
              </p:custDataLst>
            </p:nvPr>
          </p:nvCxnSpPr>
          <p:spPr bwMode="auto">
            <a:xfrm>
              <a:off x="4084" y="2566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4084" y="2775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4" name="Text Box 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899" y="2041"/>
              <a:ext cx="1701" cy="79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rgbClr val="FF0000"/>
                  </a:solidFill>
                  <a:latin typeface="宋体" panose="02010600030101010101" pitchFamily="2" charset="-122"/>
                  <a:sym typeface="+mn-ea"/>
                </a:rPr>
                <a:t>异步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5" name="Text Box 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461" y="3856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MDR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17" name="直接连接符 216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6069" y="2835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20" name="直接连接符 219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5446" y="3515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21" name="Text Box 1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935" y="3912"/>
              <a:ext cx="850" cy="33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WMFC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22" name="直接连接符 221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6806" y="2835"/>
              <a:ext cx="0" cy="10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23" name="Text Box 1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353" y="3856"/>
              <a:ext cx="1814" cy="33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Read Write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28" name="直接连接符 227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7487" y="2835"/>
              <a:ext cx="0" cy="10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30" name="Text Box 1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067" y="2891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mfc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Text Box 1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287" y="2041"/>
              <a:ext cx="794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通路结构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6" name="直接连接符 215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4538" y="3289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33" name="直接连接符 232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4765" y="2835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2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651" y="3289"/>
              <a:ext cx="340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425" y="3062"/>
              <a:ext cx="56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2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4" name="直接连接符 13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4765" y="3515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4879" y="3515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5219" y="2835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069" y="3515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4765" y="3742"/>
              <a:ext cx="68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4879" y="3685"/>
              <a:ext cx="1928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3858" y="3629"/>
              <a:ext cx="68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3858" y="3629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4" name="Text Box 1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729" y="3856"/>
              <a:ext cx="624" cy="33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CLK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6" name="Text Box 1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216" y="2891"/>
              <a:ext cx="45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434965" y="1296035"/>
            <a:ext cx="3095625" cy="1368425"/>
            <a:chOff x="8559" y="2041"/>
            <a:chExt cx="4875" cy="2155"/>
          </a:xfrm>
        </p:grpSpPr>
        <p:sp>
          <p:nvSpPr>
            <p:cNvPr id="27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805" y="2041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1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9804" y="2495"/>
              <a:ext cx="90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41"/>
              </p:custDataLst>
            </p:nvPr>
          </p:nvCxnSpPr>
          <p:spPr bwMode="auto">
            <a:xfrm>
              <a:off x="10712" y="2155"/>
              <a:ext cx="453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" name="直接连接符 233"/>
            <p:cNvCxnSpPr/>
            <p:nvPr>
              <p:custDataLst>
                <p:tags r:id="rId42"/>
              </p:custDataLst>
            </p:nvPr>
          </p:nvCxnSpPr>
          <p:spPr bwMode="auto">
            <a:xfrm>
              <a:off x="10712" y="2572"/>
              <a:ext cx="45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" name="直接连接符 234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10699" y="2775"/>
              <a:ext cx="46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44"/>
              </p:custDataLst>
            </p:nvPr>
          </p:nvCxnSpPr>
          <p:spPr bwMode="auto">
            <a:xfrm>
              <a:off x="9351" y="2155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45"/>
              </p:custDataLst>
            </p:nvPr>
          </p:nvCxnSpPr>
          <p:spPr bwMode="auto">
            <a:xfrm>
              <a:off x="9351" y="2566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9351" y="2775"/>
              <a:ext cx="45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6" name="Text Box 1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1166" y="2041"/>
              <a:ext cx="1701" cy="79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rgbClr val="FF0000"/>
                  </a:solidFill>
                  <a:latin typeface="宋体" panose="02010600030101010101" pitchFamily="2" charset="-122"/>
                  <a:sym typeface="+mn-ea"/>
                </a:rPr>
                <a:t>同步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7" name="Text Box 1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8728" y="3856"/>
              <a:ext cx="90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MDR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1" name="直接连接符 40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12073" y="2835"/>
              <a:ext cx="0" cy="10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42" name="Text Box 1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1620" y="3856"/>
              <a:ext cx="1814" cy="33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Read Write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3" name="直接连接符 42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12753" y="2835"/>
              <a:ext cx="0" cy="10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45" name="Text Box 18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8559" y="2041"/>
              <a:ext cx="794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通路结构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6" name="直接连接符 45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9805" y="3289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10032" y="2835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49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9692" y="3062"/>
              <a:ext cx="56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2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10089" y="3289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10481" y="2835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1331" y="2835"/>
              <a:ext cx="0" cy="10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59"/>
              </p:custDataLst>
            </p:nvPr>
          </p:nvCxnSpPr>
          <p:spPr bwMode="auto">
            <a:xfrm flipH="1">
              <a:off x="9125" y="3629"/>
              <a:ext cx="68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9125" y="3629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8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0996" y="3856"/>
              <a:ext cx="624" cy="33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CLK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9" name="直接连接符 58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10089" y="3629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0430" y="3629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1" name="Text Box 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0027" y="3856"/>
              <a:ext cx="96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MDR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inB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10481" y="3232"/>
              <a:ext cx="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sp>
          <p:nvSpPr>
            <p:cNvPr id="67" name="Text Box 1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0488" y="2891"/>
              <a:ext cx="45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CP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77" name="AutoShape 62">
            <a:hlinkClick r:id="rId67" action="ppaction://hlinksldjump"/>
          </p:cNvPr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4" name="AutoShape 499">
            <a:hlinkClick r:id="rId69" action="ppaction://hlinksldjump" highlightClick="1"/>
          </p:cNvPr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76" name="AutoShape 499">
            <a:hlinkClick r:id="rId71" action="ppaction://hlinksldjump" highlightClick="1"/>
          </p:cNvPr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201" name="线形标注 2 200"/>
          <p:cNvSpPr/>
          <p:nvPr>
            <p:custDataLst>
              <p:tags r:id="rId73"/>
            </p:custDataLst>
          </p:nvPr>
        </p:nvSpPr>
        <p:spPr bwMode="auto">
          <a:xfrm>
            <a:off x="251321" y="5148000"/>
            <a:ext cx="2232248" cy="288000"/>
          </a:xfrm>
          <a:prstGeom prst="borderCallout2">
            <a:avLst>
              <a:gd name="adj1" fmla="val 54489"/>
              <a:gd name="adj2" fmla="val 100650"/>
              <a:gd name="adj3" fmla="val 52063"/>
              <a:gd name="adj4" fmla="val 114589"/>
              <a:gd name="adj5" fmla="val -46052"/>
              <a:gd name="adj6" fmla="val 198450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0" numCol="1" rtlCol="0" anchor="t" anchorCtr="0" compatLnSpc="1"/>
          <a:p>
            <a:r>
              <a:rPr lang="zh-CN" altLang="en-US" sz="1800" b="1" dirty="0" smtClean="0">
                <a:latin typeface="宋体" panose="02010600030101010101" pitchFamily="2" charset="-122"/>
              </a:rPr>
              <a:t>等到何时？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中讨论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75" name="AutoShape 398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74"/>
            </p:custDataLst>
          </p:nvPr>
        </p:nvSpPr>
        <p:spPr bwMode="auto">
          <a:xfrm rot="5400000">
            <a:off x="6228000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bldLvl="0" animBg="1"/>
      <p:bldP spid="73" grpId="0" bldLvl="0" animBg="1"/>
      <p:bldP spid="20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44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" name="AutoShape 49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30830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三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、指令执行过程的</a:t>
            </a:r>
            <a:r>
              <a:rPr lang="zh-CN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组织</a:t>
            </a:r>
            <a:r>
              <a:rPr lang="en-US" altLang="zh-CN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基于数据通路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指令功能</a:t>
            </a:r>
            <a:endParaRPr lang="en-US" altLang="zh-CN" sz="1800" b="1" u="sng" dirty="0" smtClean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705" y="828000"/>
            <a:ext cx="216408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*目标：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组织要求</a:t>
            </a:r>
            <a:r>
              <a:rPr lang="zh-CN" altLang="en-US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6" name="Text Box 32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32230" y="828040"/>
            <a:ext cx="7633335" cy="165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u="sng" dirty="0" smtClean="0">
                <a:latin typeface="宋体" panose="02010600030101010101" pitchFamily="2" charset="-122"/>
              </a:rPr>
              <a:t>形成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各条指令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指令周期的控制需求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2000" b="1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000" b="1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600" b="1" dirty="0" err="1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err="1" smtClean="0">
                <a:latin typeface="宋体" panose="02010600030101010101" pitchFamily="2" charset="-122"/>
                <a:sym typeface="+mn-ea"/>
              </a:rPr>
              <a:t>基于</a:t>
            </a:r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  <a:sym typeface="+mn-ea"/>
              </a:rPr>
              <a:t>OP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①</a:t>
            </a:r>
            <a:r>
              <a:rPr lang="en-US" altLang="zh-CN" sz="2200" dirty="0" err="1" smtClean="0">
                <a:sym typeface="+mn-ea"/>
              </a:rPr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顺序</a:t>
            </a:r>
            <a:r>
              <a:rPr lang="zh-CN" altLang="en-US" sz="2200" b="1" dirty="0">
                <a:latin typeface="宋体" panose="02010600030101010101" pitchFamily="2" charset="-122"/>
              </a:rPr>
              <a:t>按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指令执行的步骤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安排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保证正确性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←如源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寻址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+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取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OPD+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+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目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OPD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寻址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+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存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OPD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②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同一步骤包含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相邻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无关的</a:t>
            </a:r>
            <a:r>
              <a:rPr lang="en-US" altLang="zh-CN" sz="2200" u="sng" dirty="0" err="1" smtClean="0">
                <a:solidFill>
                  <a:srgbClr val="990099"/>
                </a:solidFill>
              </a:rPr>
              <a:t>μ</a:t>
            </a:r>
            <a:r>
              <a:rPr lang="en-US" altLang="zh-CN" sz="2200" b="1" u="sng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←缩短指令周期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7" name="Text Box 31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9388" y="2412000"/>
            <a:ext cx="8785225" cy="89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just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*单总线结构数据通路的指令周期组织：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以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Demo_IS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假设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: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有计数功能，</a:t>
            </a:r>
            <a:r>
              <a:rPr lang="en-US" altLang="zh-CN" sz="2000" b="1" spc="-50" dirty="0" smtClean="0">
                <a:latin typeface="宋体" panose="02010600030101010101" pitchFamily="2" charset="-122"/>
              </a:rPr>
              <a:t>MUX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中</a:t>
            </a:r>
            <a:r>
              <a:rPr lang="zh-CN" altLang="en-US" sz="2000" b="1" spc="-50" dirty="0" smtClean="0">
                <a:latin typeface="Times New Roman" panose="02020603050405020304"/>
                <a:cs typeface="Times New Roman" panose="02020603050405020304"/>
              </a:rPr>
              <a:t>□、■</a:t>
            </a:r>
            <a:r>
              <a:rPr lang="zh-CN" altLang="en-US" sz="2000" b="1" spc="-50" dirty="0">
                <a:latin typeface="宋体" panose="02010600030101010101" pitchFamily="2" charset="-122"/>
              </a:rPr>
              <a:t>表示控制信号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为</a:t>
            </a:r>
            <a:r>
              <a:rPr lang="en-US" altLang="zh-CN" sz="2000" b="1" spc="-50" dirty="0" smtClean="0">
                <a:latin typeface="宋体" panose="02010600030101010101" pitchFamily="2" charset="-122"/>
              </a:rPr>
              <a:t>0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spc="-50" dirty="0" smtClean="0">
                <a:latin typeface="宋体" panose="02010600030101010101" pitchFamily="2" charset="-122"/>
              </a:rPr>
              <a:t>1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时</a:t>
            </a:r>
            <a:r>
              <a:rPr lang="zh-CN" altLang="en-US" sz="2000" b="1" spc="-50" dirty="0">
                <a:latin typeface="宋体" panose="02010600030101010101" pitchFamily="2" charset="-122"/>
              </a:rPr>
              <a:t>所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选入</a:t>
            </a:r>
            <a:r>
              <a:rPr lang="zh-CN" altLang="en-US" sz="2000" b="1" spc="-50" dirty="0">
                <a:latin typeface="宋体" panose="02010600030101010101" pitchFamily="2" charset="-122"/>
              </a:rPr>
              <a:t>端</a:t>
            </a:r>
            <a:endParaRPr lang="zh-CN" altLang="en-US" sz="2000" b="1" spc="-50" dirty="0">
              <a:latin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92480" y="3312000"/>
            <a:ext cx="7703820" cy="1151890"/>
            <a:chOff x="1587" y="5953"/>
            <a:chExt cx="12132" cy="1814"/>
          </a:xfrm>
        </p:grpSpPr>
        <p:sp>
          <p:nvSpPr>
            <p:cNvPr id="162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587" y="5953"/>
              <a:ext cx="12132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447" y="6520"/>
              <a:ext cx="397" cy="56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3" name="直接连接符 162"/>
            <p:cNvCxnSpPr/>
            <p:nvPr>
              <p:custDataLst>
                <p:tags r:id="rId9"/>
              </p:custDataLst>
            </p:nvPr>
          </p:nvCxnSpPr>
          <p:spPr bwMode="auto">
            <a:xfrm>
              <a:off x="3286" y="6066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4" name="Text Box 18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756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719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1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683" y="6749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167" name="直接连接符 166"/>
            <p:cNvCxnSpPr/>
            <p:nvPr>
              <p:custDataLst>
                <p:tags r:id="rId13"/>
              </p:custDataLst>
            </p:nvPr>
          </p:nvCxnSpPr>
          <p:spPr bwMode="auto">
            <a:xfrm>
              <a:off x="1927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8" name="直接连接符 167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2211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3063" y="7089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16"/>
              </p:custDataLst>
            </p:nvPr>
          </p:nvCxnSpPr>
          <p:spPr bwMode="auto">
            <a:xfrm>
              <a:off x="4080" y="710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1" name="直接连接符 445"/>
            <p:cNvCxnSpPr/>
            <p:nvPr>
              <p:custDataLst>
                <p:tags r:id="rId17"/>
              </p:custDataLst>
            </p:nvPr>
          </p:nvCxnSpPr>
          <p:spPr bwMode="auto">
            <a:xfrm>
              <a:off x="4080" y="646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2" name="直接连接符 171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2889" y="64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73" name="Text Box 18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663" y="6180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74" name="Text Box 1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400" y="6180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175" name="直接连接符 174"/>
            <p:cNvCxnSpPr/>
            <p:nvPr>
              <p:custDataLst>
                <p:tags r:id="rId21"/>
              </p:custDataLst>
            </p:nvPr>
          </p:nvCxnSpPr>
          <p:spPr bwMode="auto">
            <a:xfrm>
              <a:off x="3286" y="6066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6" name="直接连接符 175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3286" y="6463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23"/>
              </p:custDataLst>
            </p:nvPr>
          </p:nvCxnSpPr>
          <p:spPr bwMode="auto">
            <a:xfrm>
              <a:off x="5329" y="680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24"/>
              </p:custDataLst>
            </p:nvPr>
          </p:nvCxnSpPr>
          <p:spPr bwMode="auto">
            <a:xfrm>
              <a:off x="4705" y="6405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25"/>
              </p:custDataLst>
            </p:nvPr>
          </p:nvCxnSpPr>
          <p:spPr bwMode="auto">
            <a:xfrm>
              <a:off x="4705" y="6405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0" name="AutoShape 1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 rot="16200000">
              <a:off x="5441" y="6405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81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7027" y="674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82" name="直接连接符 181"/>
            <p:cNvCxnSpPr/>
            <p:nvPr>
              <p:custDataLst>
                <p:tags r:id="rId28"/>
              </p:custDataLst>
            </p:nvPr>
          </p:nvCxnSpPr>
          <p:spPr bwMode="auto">
            <a:xfrm>
              <a:off x="7199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3" name="直接连接符 182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7483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4" name="直接连接符 445"/>
            <p:cNvCxnSpPr/>
            <p:nvPr>
              <p:custDataLst>
                <p:tags r:id="rId30"/>
              </p:custDataLst>
            </p:nvPr>
          </p:nvCxnSpPr>
          <p:spPr bwMode="auto">
            <a:xfrm>
              <a:off x="7367" y="651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5" name="直接连接符 184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065" y="6519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6" name="直接连接符 185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065" y="674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7" name="直接连接符 186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5102" y="6974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8" name="直接连接符 445"/>
            <p:cNvCxnSpPr/>
            <p:nvPr>
              <p:custDataLst>
                <p:tags r:id="rId34"/>
              </p:custDataLst>
            </p:nvPr>
          </p:nvCxnSpPr>
          <p:spPr bwMode="auto">
            <a:xfrm>
              <a:off x="6631" y="6974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9" name="直接箭头连接符 188"/>
            <p:cNvCxnSpPr/>
            <p:nvPr>
              <p:custDataLst>
                <p:tags r:id="rId35"/>
              </p:custDataLst>
            </p:nvPr>
          </p:nvCxnSpPr>
          <p:spPr bwMode="auto">
            <a:xfrm>
              <a:off x="1757" y="7654"/>
              <a:ext cx="9298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1" name="等腰三角形 190"/>
            <p:cNvSpPr/>
            <p:nvPr>
              <p:custDataLst>
                <p:tags r:id="rId36"/>
              </p:custDataLst>
            </p:nvPr>
          </p:nvSpPr>
          <p:spPr bwMode="auto">
            <a:xfrm>
              <a:off x="181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92" name="Text Box 1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875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93" name="Text Box 1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349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Z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94" name="等腰三角形 193"/>
            <p:cNvSpPr/>
            <p:nvPr>
              <p:custDataLst>
                <p:tags r:id="rId39"/>
              </p:custDataLst>
            </p:nvPr>
          </p:nvSpPr>
          <p:spPr bwMode="auto">
            <a:xfrm>
              <a:off x="3968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95" name="等腰三角形 194"/>
            <p:cNvSpPr/>
            <p:nvPr>
              <p:custDataLst>
                <p:tags r:id="rId40"/>
              </p:custDataLst>
            </p:nvPr>
          </p:nvSpPr>
          <p:spPr bwMode="auto">
            <a:xfrm>
              <a:off x="651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96" name="等腰三角形 195"/>
            <p:cNvSpPr/>
            <p:nvPr>
              <p:custDataLst>
                <p:tags r:id="rId41"/>
              </p:custDataLst>
            </p:nvPr>
          </p:nvSpPr>
          <p:spPr bwMode="auto">
            <a:xfrm>
              <a:off x="7086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97" name="直接连接符 196"/>
            <p:cNvCxnSpPr/>
            <p:nvPr>
              <p:custDataLst>
                <p:tags r:id="rId42"/>
              </p:custDataLst>
            </p:nvPr>
          </p:nvCxnSpPr>
          <p:spPr bwMode="auto">
            <a:xfrm flipH="1" flipV="1">
              <a:off x="5839" y="6944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98" name="Text Box 18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669" y="714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99" name="直接连接符 198"/>
            <p:cNvCxnSpPr/>
            <p:nvPr>
              <p:custDataLst>
                <p:tags r:id="rId44"/>
              </p:custDataLst>
            </p:nvPr>
          </p:nvCxnSpPr>
          <p:spPr bwMode="auto">
            <a:xfrm>
              <a:off x="6349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0" name="直接连接符 199"/>
            <p:cNvCxnSpPr/>
            <p:nvPr>
              <p:custDataLst>
                <p:tags r:id="rId45"/>
              </p:custDataLst>
            </p:nvPr>
          </p:nvCxnSpPr>
          <p:spPr bwMode="auto">
            <a:xfrm flipH="1" flipV="1">
              <a:off x="6462" y="6972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1" name="直接连接符 200"/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5272" y="6972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2" name="直接连接符 201"/>
            <p:cNvCxnSpPr/>
            <p:nvPr>
              <p:custDataLst>
                <p:tags r:id="rId47"/>
              </p:custDataLst>
            </p:nvPr>
          </p:nvCxnSpPr>
          <p:spPr bwMode="auto">
            <a:xfrm>
              <a:off x="6916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3" name="直接连接符 202"/>
            <p:cNvCxnSpPr/>
            <p:nvPr>
              <p:custDataLst>
                <p:tags r:id="rId48"/>
              </p:custDataLst>
            </p:nvPr>
          </p:nvCxnSpPr>
          <p:spPr bwMode="auto">
            <a:xfrm>
              <a:off x="164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4" name="直接连接符 203"/>
            <p:cNvCxnSpPr/>
            <p:nvPr>
              <p:custDataLst>
                <p:tags r:id="rId49"/>
              </p:custDataLst>
            </p:nvPr>
          </p:nvCxnSpPr>
          <p:spPr bwMode="auto">
            <a:xfrm>
              <a:off x="3798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5" name="直接连接符 204"/>
            <p:cNvCxnSpPr/>
            <p:nvPr>
              <p:custDataLst>
                <p:tags r:id="rId50"/>
              </p:custDataLst>
            </p:nvPr>
          </p:nvCxnSpPr>
          <p:spPr bwMode="auto">
            <a:xfrm flipH="1" flipV="1">
              <a:off x="3288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6" name="直接连接符 205"/>
            <p:cNvCxnSpPr/>
            <p:nvPr>
              <p:custDataLst>
                <p:tags r:id="rId51"/>
              </p:custDataLst>
            </p:nvPr>
          </p:nvCxnSpPr>
          <p:spPr bwMode="auto">
            <a:xfrm flipH="1" flipV="1">
              <a:off x="2381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7" name="直接连接符 206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2097" y="651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08" name="Text Box 18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927" y="6236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2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0" name="Text Box 10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9070" y="6292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1" name="直接连接符 210"/>
            <p:cNvCxnSpPr/>
            <p:nvPr>
              <p:custDataLst>
                <p:tags r:id="rId55"/>
              </p:custDataLst>
            </p:nvPr>
          </p:nvCxnSpPr>
          <p:spPr bwMode="auto">
            <a:xfrm>
              <a:off x="9240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2" name="直接连接符 211"/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9581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3" name="直接连接符 212"/>
            <p:cNvCxnSpPr/>
            <p:nvPr>
              <p:custDataLst>
                <p:tags r:id="rId57"/>
              </p:custDataLst>
            </p:nvPr>
          </p:nvCxnSpPr>
          <p:spPr bwMode="auto">
            <a:xfrm>
              <a:off x="7991" y="6462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4" name="直接连接符 213"/>
            <p:cNvCxnSpPr/>
            <p:nvPr>
              <p:custDataLst>
                <p:tags r:id="rId58"/>
              </p:custDataLst>
            </p:nvPr>
          </p:nvCxnSpPr>
          <p:spPr bwMode="auto">
            <a:xfrm>
              <a:off x="7991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5" name="Text Box 1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048" y="6123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16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7937" y="6917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7" name="直接连接符 480"/>
            <p:cNvCxnSpPr/>
            <p:nvPr>
              <p:custDataLst>
                <p:tags r:id="rId61"/>
              </p:custDataLst>
            </p:nvPr>
          </p:nvCxnSpPr>
          <p:spPr bwMode="auto">
            <a:xfrm>
              <a:off x="8164" y="6462"/>
              <a:ext cx="28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218" name="直接连接符 217"/>
            <p:cNvCxnSpPr/>
            <p:nvPr>
              <p:custDataLst>
                <p:tags r:id="rId62"/>
              </p:custDataLst>
            </p:nvPr>
          </p:nvCxnSpPr>
          <p:spPr bwMode="auto">
            <a:xfrm>
              <a:off x="7991" y="606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2" name="等腰三角形 231"/>
            <p:cNvSpPr/>
            <p:nvPr>
              <p:custDataLst>
                <p:tags r:id="rId63"/>
              </p:custDataLst>
            </p:nvPr>
          </p:nvSpPr>
          <p:spPr bwMode="auto">
            <a:xfrm>
              <a:off x="912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236" name="直接连接符 235"/>
            <p:cNvCxnSpPr/>
            <p:nvPr>
              <p:custDataLst>
                <p:tags r:id="rId64"/>
              </p:custDataLst>
            </p:nvPr>
          </p:nvCxnSpPr>
          <p:spPr bwMode="auto">
            <a:xfrm>
              <a:off x="8957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0" name="直接连接符 239"/>
            <p:cNvCxnSpPr/>
            <p:nvPr>
              <p:custDataLst>
                <p:tags r:id="rId65"/>
              </p:custDataLst>
            </p:nvPr>
          </p:nvCxnSpPr>
          <p:spPr bwMode="auto">
            <a:xfrm flipH="1" flipV="1">
              <a:off x="9751" y="7086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2" name="直接连接符 241"/>
            <p:cNvCxnSpPr/>
            <p:nvPr>
              <p:custDataLst>
                <p:tags r:id="rId66"/>
              </p:custDataLst>
            </p:nvPr>
          </p:nvCxnSpPr>
          <p:spPr bwMode="auto">
            <a:xfrm>
              <a:off x="8844" y="6802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3" name="直接连接符 242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8617" y="708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44" name="Text Box 18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8277" y="731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45" name="直接连接符 244"/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7653" y="708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09" name="Text Box 18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11281" y="7427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9" name="Text Box 23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11620" y="6407"/>
              <a:ext cx="850" cy="73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异步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20" name="直接连接符 219"/>
            <p:cNvCxnSpPr/>
            <p:nvPr>
              <p:custDataLst>
                <p:tags r:id="rId72"/>
              </p:custDataLst>
            </p:nvPr>
          </p:nvCxnSpPr>
          <p:spPr bwMode="auto">
            <a:xfrm>
              <a:off x="10658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1" name="直接连接符 220"/>
            <p:cNvCxnSpPr/>
            <p:nvPr>
              <p:custDataLst>
                <p:tags r:id="rId73"/>
              </p:custDataLst>
            </p:nvPr>
          </p:nvCxnSpPr>
          <p:spPr bwMode="auto">
            <a:xfrm flipV="1">
              <a:off x="10942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2" name="直接连接符 221"/>
            <p:cNvCxnSpPr/>
            <p:nvPr>
              <p:custDataLst>
                <p:tags r:id="rId74"/>
              </p:custDataLst>
            </p:nvPr>
          </p:nvCxnSpPr>
          <p:spPr bwMode="auto">
            <a:xfrm>
              <a:off x="11166" y="65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3" name="直接连接符 222"/>
            <p:cNvCxnSpPr/>
            <p:nvPr>
              <p:custDataLst>
                <p:tags r:id="rId75"/>
              </p:custDataLst>
            </p:nvPr>
          </p:nvCxnSpPr>
          <p:spPr bwMode="auto">
            <a:xfrm>
              <a:off x="11166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24" name="直接连接符 223"/>
            <p:cNvCxnSpPr/>
            <p:nvPr>
              <p:custDataLst>
                <p:tags r:id="rId76"/>
              </p:custDataLst>
            </p:nvPr>
          </p:nvCxnSpPr>
          <p:spPr bwMode="auto">
            <a:xfrm flipH="1">
              <a:off x="11166" y="703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25" name="直接连接符 224"/>
            <p:cNvCxnSpPr/>
            <p:nvPr>
              <p:custDataLst>
                <p:tags r:id="rId77"/>
              </p:custDataLst>
            </p:nvPr>
          </p:nvCxnSpPr>
          <p:spPr bwMode="auto">
            <a:xfrm>
              <a:off x="10259" y="652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6" name="直接连接符 225"/>
            <p:cNvCxnSpPr/>
            <p:nvPr>
              <p:custDataLst>
                <p:tags r:id="rId78"/>
              </p:custDataLst>
            </p:nvPr>
          </p:nvCxnSpPr>
          <p:spPr bwMode="auto">
            <a:xfrm>
              <a:off x="10259" y="6520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0" name="Text Box 18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0488" y="635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3" name="等腰三角形 232"/>
            <p:cNvSpPr/>
            <p:nvPr>
              <p:custDataLst>
                <p:tags r:id="rId80"/>
              </p:custDataLst>
            </p:nvPr>
          </p:nvSpPr>
          <p:spPr bwMode="auto">
            <a:xfrm>
              <a:off x="1054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234" name="直接连接符 233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11792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35" name="直接连接符 234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12358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37" name="直接连接符 236"/>
            <p:cNvCxnSpPr/>
            <p:nvPr>
              <p:custDataLst>
                <p:tags r:id="rId83"/>
              </p:custDataLst>
            </p:nvPr>
          </p:nvCxnSpPr>
          <p:spPr bwMode="auto">
            <a:xfrm>
              <a:off x="1037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38" name="直接连接符 237"/>
            <p:cNvCxnSpPr/>
            <p:nvPr>
              <p:custDataLst>
                <p:tags r:id="rId84"/>
              </p:custDataLst>
            </p:nvPr>
          </p:nvCxnSpPr>
          <p:spPr bwMode="auto">
            <a:xfrm flipH="1" flipV="1">
              <a:off x="11111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39" name="直接连接符 238"/>
            <p:cNvCxnSpPr/>
            <p:nvPr>
              <p:custDataLst>
                <p:tags r:id="rId85"/>
              </p:custDataLst>
            </p:nvPr>
          </p:nvCxnSpPr>
          <p:spPr bwMode="auto">
            <a:xfrm>
              <a:off x="10204" y="6407"/>
              <a:ext cx="28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46" name="Text Box 23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2812" y="6407"/>
              <a:ext cx="737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47" name="直接连接符 246"/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12472" y="6747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48" name="直接连接符 247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13266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49" name="Text Box 18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2925" y="7427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WMFC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1" name="Text Box 18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0486" y="6804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0" name="Text Box 18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9921" y="6010"/>
              <a:ext cx="374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写为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，三态门为</a:t>
              </a:r>
              <a:r>
                <a:rPr lang="en-US" altLang="zh-CN" sz="1600" b="1" dirty="0" err="1" smtClean="0">
                  <a:latin typeface="宋体" panose="02010600030101010101" pitchFamily="2" charset="-122"/>
                  <a:sym typeface="+mn-ea"/>
                </a:rPr>
                <a:t>X</a:t>
              </a:r>
              <a:r>
                <a:rPr lang="en-US" altLang="zh-CN" sz="1600" b="1" baseline="-18000" dirty="0" err="1" smtClean="0">
                  <a:latin typeface="宋体" panose="02010600030101010101" pitchFamily="2" charset="-122"/>
                  <a:sym typeface="+mn-ea"/>
                </a:rPr>
                <a:t>out</a:t>
              </a:r>
              <a:endParaRPr lang="zh-CN" altLang="en-US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1" name="Text Box 18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9581" y="7314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93"/>
              </p:custDataLst>
            </p:nvPr>
          </p:nvSpPr>
          <p:spPr bwMode="auto">
            <a:xfrm>
              <a:off x="8447" y="6690"/>
              <a:ext cx="113" cy="11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94"/>
              </p:custDataLst>
            </p:nvPr>
          </p:nvSpPr>
          <p:spPr bwMode="auto">
            <a:xfrm>
              <a:off x="8447" y="6860"/>
              <a:ext cx="100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Text Box 8"/>
          <p:cNvSpPr txBox="1">
            <a:spLocks noChangeArrowheads="1"/>
          </p:cNvSpPr>
          <p:nvPr>
            <p:custDataLst>
              <p:tags r:id="rId95"/>
            </p:custDataLst>
          </p:nvPr>
        </p:nvSpPr>
        <p:spPr bwMode="auto">
          <a:xfrm>
            <a:off x="3319595" y="4572000"/>
            <a:ext cx="349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为何没有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Y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ALU</a:t>
            </a:r>
            <a:r>
              <a:rPr lang="en-US" altLang="zh-CN" sz="1800" b="1" baseline="-18000" dirty="0" err="1" smtClean="0">
                <a:latin typeface="宋体" panose="02010600030101010101" pitchFamily="2" charset="-122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信号？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>
            <p:custDataLst>
              <p:tags r:id="rId96"/>
            </p:custDataLst>
          </p:nvPr>
        </p:nvSpPr>
        <p:spPr bwMode="auto">
          <a:xfrm>
            <a:off x="179512" y="4824000"/>
            <a:ext cx="5832648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取指令阶段的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Arial Unicode MS" panose="020B0604020202020204" charset="-122"/>
              <a:cs typeface="Arial Unicode MS" panose="020B0604020202020204" charset="-122"/>
              <a:sym typeface="+mn-ea"/>
            </a:endParaRPr>
          </a:p>
        </p:txBody>
      </p:sp>
      <p:sp>
        <p:nvSpPr>
          <p:cNvPr id="20" name="Text Box 318"/>
          <p:cNvSpPr txBox="1">
            <a:spLocks noChangeArrowheads="1"/>
          </p:cNvSpPr>
          <p:nvPr>
            <p:custDataLst>
              <p:tags r:id="rId97"/>
            </p:custDataLst>
          </p:nvPr>
        </p:nvSpPr>
        <p:spPr bwMode="auto">
          <a:xfrm>
            <a:off x="4968000" y="5256000"/>
            <a:ext cx="3672408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PC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MAR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r>
              <a:rPr lang="en-US" altLang="zh-CN" sz="2000" b="1" baseline="-18000" dirty="0" smtClean="0">
                <a:latin typeface="宋体" panose="02010600030101010101" pitchFamily="2" charset="-122"/>
              </a:rPr>
              <a:t>   </a:t>
            </a:r>
            <a:r>
              <a:rPr lang="en-US" altLang="zh-CN" sz="1800" b="1" dirty="0" smtClean="0">
                <a:solidFill>
                  <a:srgbClr val="CC3300"/>
                </a:solidFill>
                <a:latin typeface="+mn-ea"/>
              </a:rPr>
              <a:t>;</a:t>
            </a:r>
            <a:r>
              <a:rPr lang="zh-CN" altLang="en-US" sz="1800" b="1" dirty="0" smtClean="0">
                <a:solidFill>
                  <a:srgbClr val="CC3300"/>
                </a:solidFill>
                <a:latin typeface="+mn-ea"/>
              </a:rPr>
              <a:t>其余均无效</a:t>
            </a:r>
            <a:endParaRPr lang="en-US" altLang="zh-CN" sz="2000" b="1" dirty="0">
              <a:solidFill>
                <a:srgbClr val="CC3300"/>
              </a:solidFill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t2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MEMR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WMFC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+mn-ea"/>
              </a:rPr>
              <a:t>PC</a:t>
            </a:r>
            <a:r>
              <a:rPr lang="en-US" altLang="zh-CN" sz="2000" b="1" baseline="-18000" dirty="0" smtClean="0">
                <a:latin typeface="+mn-ea"/>
              </a:rPr>
              <a:t>+1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solidFill>
                  <a:srgbClr val="CC3300"/>
                </a:solidFill>
                <a:latin typeface="+mn-ea"/>
              </a:rPr>
              <a:t>;</a:t>
            </a:r>
            <a:r>
              <a:rPr lang="zh-CN" altLang="en-US" sz="1800" b="1" dirty="0" smtClean="0">
                <a:solidFill>
                  <a:srgbClr val="CC3300"/>
                </a:solidFill>
                <a:latin typeface="+mn-ea"/>
              </a:rPr>
              <a:t>其余</a:t>
            </a:r>
            <a:endParaRPr lang="en-US" altLang="zh-CN" sz="2000" b="1" baseline="-18000" dirty="0">
              <a:solidFill>
                <a:srgbClr val="CC3300"/>
              </a:solidFill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t3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MDR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IR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r>
              <a:rPr lang="en-US" altLang="zh-CN" sz="2000" b="1" dirty="0" smtClean="0">
                <a:latin typeface="+mn-ea"/>
              </a:rPr>
              <a:t>  </a:t>
            </a:r>
            <a:r>
              <a:rPr lang="en-US" altLang="zh-CN" sz="1800" b="1" dirty="0" smtClean="0">
                <a:solidFill>
                  <a:srgbClr val="CC3300"/>
                </a:solidFill>
                <a:latin typeface="+mn-ea"/>
              </a:rPr>
              <a:t>;</a:t>
            </a:r>
            <a:r>
              <a:rPr lang="zh-CN" altLang="en-US" sz="1800" b="1" dirty="0" smtClean="0">
                <a:solidFill>
                  <a:srgbClr val="CC3300"/>
                </a:solidFill>
                <a:latin typeface="+mn-ea"/>
              </a:rPr>
              <a:t>后同</a:t>
            </a:r>
            <a:endParaRPr lang="zh-CN" altLang="en-US" sz="1800" b="1" baseline="-18000" dirty="0" smtClean="0">
              <a:solidFill>
                <a:srgbClr val="CC3300"/>
              </a:solidFill>
              <a:latin typeface="+mn-ea"/>
            </a:endParaRPr>
          </a:p>
        </p:txBody>
      </p:sp>
      <p:sp>
        <p:nvSpPr>
          <p:cNvPr id="21" name="Text Box 318"/>
          <p:cNvSpPr txBox="1">
            <a:spLocks noChangeArrowheads="1"/>
          </p:cNvSpPr>
          <p:nvPr>
            <p:custDataLst>
              <p:tags r:id="rId98"/>
            </p:custDataLst>
          </p:nvPr>
        </p:nvSpPr>
        <p:spPr bwMode="auto">
          <a:xfrm>
            <a:off x="1116965" y="5256000"/>
            <a:ext cx="370141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MAR</a:t>
            </a:r>
            <a:r>
              <a:rPr lang="en-US" altLang="zh-CN" sz="2000" b="1" dirty="0">
                <a:latin typeface="+mn-ea"/>
              </a:rPr>
              <a:t>←(PC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t2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spc="-100" dirty="0" smtClean="0">
                <a:latin typeface="+mn-ea"/>
              </a:rPr>
              <a:t>MDR</a:t>
            </a:r>
            <a:r>
              <a:rPr lang="en-US" altLang="zh-CN" sz="2000" b="1" spc="-100" dirty="0">
                <a:latin typeface="+mn-ea"/>
              </a:rPr>
              <a:t>←M[(MAR</a:t>
            </a:r>
            <a:r>
              <a:rPr lang="en-US" altLang="zh-CN" sz="2000" b="1" spc="-100" dirty="0" smtClean="0">
                <a:latin typeface="+mn-ea"/>
              </a:rPr>
              <a:t>)],PC</a:t>
            </a:r>
            <a:r>
              <a:rPr lang="en-US" altLang="zh-CN" sz="2000" b="1" spc="-100" dirty="0">
                <a:latin typeface="+mn-ea"/>
              </a:rPr>
              <a:t>←(PC)</a:t>
            </a:r>
            <a:r>
              <a:rPr lang="zh-CN" altLang="zh-CN" sz="2000" b="1" spc="-100" dirty="0">
                <a:latin typeface="+mn-ea"/>
              </a:rPr>
              <a:t>＋</a:t>
            </a:r>
            <a:r>
              <a:rPr lang="en-US" altLang="zh-CN" sz="2000" b="1" spc="-100" dirty="0" smtClean="0">
                <a:latin typeface="+mn-ea"/>
              </a:rPr>
              <a:t>1</a:t>
            </a:r>
            <a:endParaRPr lang="en-US" altLang="zh-CN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t3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IR</a:t>
            </a:r>
            <a:r>
              <a:rPr lang="en-US" altLang="zh-CN" sz="2000" b="1" dirty="0">
                <a:latin typeface="+mn-ea"/>
              </a:rPr>
              <a:t>←(MDR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sz="2000" b="1" dirty="0" smtClean="0">
              <a:latin typeface="+mn-ea"/>
            </a:endParaRPr>
          </a:p>
        </p:txBody>
      </p:sp>
      <p:sp>
        <p:nvSpPr>
          <p:cNvPr id="12" name="线形标注 2 11"/>
          <p:cNvSpPr/>
          <p:nvPr>
            <p:custDataLst>
              <p:tags r:id="rId99"/>
            </p:custDataLst>
          </p:nvPr>
        </p:nvSpPr>
        <p:spPr bwMode="auto">
          <a:xfrm>
            <a:off x="3672000" y="6012000"/>
            <a:ext cx="1260000" cy="252000"/>
          </a:xfrm>
          <a:prstGeom prst="borderCallout2">
            <a:avLst>
              <a:gd name="adj1" fmla="val 48951"/>
              <a:gd name="adj2" fmla="val -717"/>
              <a:gd name="adj3" fmla="val 49565"/>
              <a:gd name="adj4" fmla="val -15528"/>
              <a:gd name="adj5" fmla="val -58640"/>
              <a:gd name="adj6" fmla="val -366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与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MEM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读无关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9" name="AutoShape 499">
            <a:hlinkClick r:id="rId100" action="ppaction://hlinksldjump" highlightClick="1"/>
          </p:cNvPr>
          <p:cNvSpPr>
            <a:spLocks noChangeArrowheads="1"/>
          </p:cNvSpPr>
          <p:nvPr>
            <p:custDataLst>
              <p:tags r:id="rId101"/>
            </p:custDataLst>
          </p:nvPr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20" grpId="0" bldLvl="0" animBg="1"/>
      <p:bldP spid="21" grpId="0" bldLvl="0" animBg="1"/>
      <p:bldP spid="18" grpId="0" bldLvl="0" animBg="1"/>
      <p:bldP spid="1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75" name="Text Box 5"/>
          <p:cNvSpPr txBox="1">
            <a:spLocks noChangeArrowheads="1"/>
          </p:cNvSpPr>
          <p:nvPr/>
        </p:nvSpPr>
        <p:spPr bwMode="auto">
          <a:xfrm>
            <a:off x="179512" y="1476000"/>
            <a:ext cx="8784976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RD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M[(RS)]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(REG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间接寻址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76" name="Text Box 318"/>
          <p:cNvSpPr txBox="1">
            <a:spLocks noChangeArrowheads="1"/>
          </p:cNvSpPr>
          <p:nvPr/>
        </p:nvSpPr>
        <p:spPr bwMode="auto">
          <a:xfrm>
            <a:off x="1115695" y="1908175"/>
            <a:ext cx="365061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MAR</a:t>
            </a:r>
            <a:r>
              <a:rPr lang="en-US" altLang="zh-CN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(RS)      </a:t>
            </a:r>
            <a:r>
              <a:rPr lang="en-US" altLang="zh-CN" sz="1800" b="1" dirty="0" smtClean="0">
                <a:solidFill>
                  <a:srgbClr val="C00000"/>
                </a:solidFill>
                <a:latin typeface="+mn-ea"/>
              </a:rPr>
              <a:t>;OPD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寻址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MDR</a:t>
            </a:r>
            <a:r>
              <a:rPr lang="en-US" altLang="zh-CN" sz="2000" b="1" dirty="0">
                <a:latin typeface="+mn-ea"/>
              </a:rPr>
              <a:t>←M[(MAR</a:t>
            </a:r>
            <a:r>
              <a:rPr lang="en-US" altLang="zh-CN" sz="2000" b="1" dirty="0" smtClean="0">
                <a:latin typeface="+mn-ea"/>
              </a:rPr>
              <a:t>)]</a:t>
            </a:r>
            <a:r>
              <a:rPr lang="zh-CN" altLang="en-US" sz="2000" b="1" dirty="0">
                <a:latin typeface="+mn-ea"/>
              </a:rPr>
              <a:t> </a:t>
            </a:r>
            <a:r>
              <a:rPr lang="zh-CN" altLang="en-US" sz="2000" b="1" dirty="0" smtClean="0">
                <a:latin typeface="+mn-ea"/>
              </a:rPr>
              <a:t> </a:t>
            </a:r>
            <a:r>
              <a:rPr lang="en-US" altLang="zh-CN" sz="1800" b="1" dirty="0" smtClean="0">
                <a:solidFill>
                  <a:srgbClr val="C00000"/>
                </a:solidFill>
                <a:latin typeface="+mn-ea"/>
              </a:rPr>
              <a:t>;</a:t>
            </a:r>
            <a:r>
              <a:rPr lang="zh-CN" altLang="en-US" sz="1800" b="1" dirty="0" smtClean="0">
                <a:solidFill>
                  <a:srgbClr val="C00000"/>
                </a:solidFill>
                <a:latin typeface="+mn-ea"/>
              </a:rPr>
              <a:t>取</a:t>
            </a:r>
            <a:r>
              <a:rPr lang="en-US" altLang="zh-CN" sz="1800" b="1" dirty="0" smtClean="0">
                <a:solidFill>
                  <a:srgbClr val="C00000"/>
                </a:solidFill>
                <a:latin typeface="+mn-ea"/>
              </a:rPr>
              <a:t>OPD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smtClean="0">
                <a:latin typeface="+mn-ea"/>
                <a:ea typeface="+mn-ea"/>
              </a:rPr>
              <a:t>RD←</a:t>
            </a:r>
            <a:r>
              <a:rPr lang="en-US" altLang="zh-CN" sz="2000" b="1" dirty="0">
                <a:latin typeface="+mn-ea"/>
                <a:ea typeface="+mn-ea"/>
              </a:rPr>
              <a:t>(MDR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r>
              <a:rPr lang="zh-CN" altLang="en-US" sz="2000" b="1" dirty="0" smtClean="0">
                <a:latin typeface="+mn-ea"/>
                <a:ea typeface="+mn-ea"/>
              </a:rPr>
              <a:t>，</a:t>
            </a:r>
            <a:r>
              <a:rPr lang="en-US" altLang="zh-CN" sz="2000" b="1" dirty="0" smtClean="0">
                <a:latin typeface="+mn-ea"/>
                <a:ea typeface="+mn-ea"/>
              </a:rPr>
              <a:t>End</a:t>
            </a:r>
            <a:r>
              <a:rPr lang="zh-CN" altLang="en-US" sz="2000" b="1" dirty="0" smtClean="0">
                <a:latin typeface="+mn-ea"/>
                <a:ea typeface="+mn-ea"/>
              </a:rPr>
              <a:t>←</a:t>
            </a:r>
            <a:r>
              <a:rPr lang="en-US" altLang="zh-CN" sz="2000" b="1" dirty="0" smtClean="0">
                <a:latin typeface="+mn-ea"/>
                <a:ea typeface="+mn-ea"/>
              </a:rPr>
              <a:t>1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182" name="Text Box 318"/>
          <p:cNvSpPr txBox="1">
            <a:spLocks noChangeArrowheads="1"/>
          </p:cNvSpPr>
          <p:nvPr/>
        </p:nvSpPr>
        <p:spPr bwMode="auto">
          <a:xfrm>
            <a:off x="4968000" y="1908245"/>
            <a:ext cx="311056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G</a:t>
            </a:r>
            <a:r>
              <a:rPr lang="en-US" altLang="zh-CN" sz="2000" b="1" dirty="0" err="1" smtClean="0">
                <a:latin typeface="+mn-ea"/>
              </a:rPr>
              <a:t>R</a:t>
            </a:r>
            <a:r>
              <a:rPr lang="en-US" altLang="zh-CN" sz="2000" b="1" baseline="-25000" dirty="0" err="1" smtClean="0">
                <a:latin typeface="+mn-ea"/>
              </a:rPr>
              <a:t>sel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MAR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MEMR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WMFC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 smtClean="0">
                <a:latin typeface="+mn-ea"/>
                <a:ea typeface="+mn-ea"/>
              </a:rPr>
              <a:t>MDR</a:t>
            </a:r>
            <a:r>
              <a:rPr lang="en-US" altLang="zh-CN" sz="2000" b="1" baseline="-18000" dirty="0" err="1">
                <a:latin typeface="+mn-ea"/>
                <a:ea typeface="+mn-ea"/>
              </a:rPr>
              <a:t>out</a:t>
            </a:r>
            <a:r>
              <a:rPr lang="zh-CN" altLang="en-US" sz="2000" b="1" dirty="0" smtClean="0">
                <a:latin typeface="+mn-ea"/>
                <a:ea typeface="+mn-ea"/>
              </a:rPr>
              <a:t>、</a:t>
            </a:r>
            <a:r>
              <a:rPr lang="en-US" altLang="zh-CN" sz="2000" b="1" dirty="0" err="1" smtClean="0">
                <a:latin typeface="+mn-ea"/>
                <a:ea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  <a:ea typeface="+mn-ea"/>
              </a:rPr>
              <a:t>in</a:t>
            </a:r>
            <a:r>
              <a:rPr lang="zh-CN" altLang="en-US" sz="2000" b="1" dirty="0" smtClean="0">
                <a:latin typeface="+mn-ea"/>
                <a:ea typeface="+mn-ea"/>
              </a:rPr>
              <a:t>，</a:t>
            </a:r>
            <a:r>
              <a:rPr lang="en-US" altLang="zh-CN" sz="2000" b="1" dirty="0" smtClean="0">
                <a:latin typeface="+mn-ea"/>
                <a:ea typeface="+mn-ea"/>
              </a:rPr>
              <a:t>End</a:t>
            </a:r>
            <a:endParaRPr lang="en-US" altLang="zh-CN" sz="2000" b="1" baseline="-18000" dirty="0">
              <a:latin typeface="+mn-ea"/>
              <a:ea typeface="+mn-ea"/>
            </a:endParaRPr>
          </a:p>
        </p:txBody>
      </p:sp>
      <p:sp>
        <p:nvSpPr>
          <p:cNvPr id="183" name="Text Box 322"/>
          <p:cNvSpPr txBox="1">
            <a:spLocks noChangeArrowheads="1"/>
          </p:cNvSpPr>
          <p:nvPr/>
        </p:nvSpPr>
        <p:spPr bwMode="auto">
          <a:xfrm>
            <a:off x="1296035" y="2844165"/>
            <a:ext cx="7452995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注</a:t>
            </a:r>
            <a:r>
              <a:rPr lang="en-US" altLang="zh-CN" sz="18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1800" b="1" spc="-150" dirty="0" smtClean="0">
                <a:latin typeface="宋体" panose="02010600030101010101" pitchFamily="2" charset="-122"/>
              </a:rPr>
              <a:t>End</a:t>
            </a:r>
            <a:r>
              <a:rPr lang="zh-CN" altLang="en-US" sz="1800" b="1" spc="-150" dirty="0" smtClean="0">
                <a:latin typeface="宋体" panose="02010600030101010101" pitchFamily="2" charset="-122"/>
              </a:rPr>
              <a:t>信号表示指令周期</a:t>
            </a:r>
            <a:r>
              <a:rPr lang="zh-CN" altLang="en-US" sz="1800" b="1" u="sng" spc="-150" dirty="0" smtClean="0">
                <a:latin typeface="宋体" panose="02010600030101010101" pitchFamily="2" charset="-122"/>
              </a:rPr>
              <a:t>是</a:t>
            </a:r>
            <a:r>
              <a:rPr lang="en-US" altLang="zh-CN" sz="1800" b="1" u="sng" spc="-150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sng" spc="-150" dirty="0" smtClean="0">
                <a:latin typeface="宋体" panose="02010600030101010101" pitchFamily="2" charset="-122"/>
              </a:rPr>
              <a:t>否结束</a:t>
            </a:r>
            <a:r>
              <a:rPr lang="zh-CN" altLang="en-US" sz="1800" b="1" spc="-150" dirty="0" smtClean="0">
                <a:latin typeface="宋体" panose="02010600030101010101" pitchFamily="2" charset="-122"/>
              </a:rPr>
              <a:t>，用于</a:t>
            </a:r>
            <a:r>
              <a:rPr lang="zh-CN" altLang="en-US" sz="1800" b="1" u="sng" spc="-15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触发</a:t>
            </a:r>
            <a:r>
              <a:rPr lang="zh-CN" altLang="en-US" sz="1800" b="1" spc="-150" dirty="0" smtClean="0">
                <a:latin typeface="宋体" panose="02010600030101010101" pitchFamily="2" charset="-122"/>
              </a:rPr>
              <a:t>中断请求的</a:t>
            </a:r>
            <a:r>
              <a:rPr lang="zh-CN" altLang="en-US" sz="1800" b="1" u="sng" spc="-15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检测</a:t>
            </a:r>
            <a:r>
              <a:rPr lang="en-US" altLang="zh-CN" sz="1800" b="1" spc="-1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(5.6</a:t>
            </a:r>
            <a:r>
              <a:rPr lang="zh-CN" altLang="en-US" sz="1800" b="1" spc="-1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节讨论</a:t>
            </a:r>
            <a:r>
              <a:rPr lang="en-US" altLang="zh-CN" sz="1800" b="1" spc="-1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spc="-15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84" name="Text Box 5"/>
          <p:cNvSpPr txBox="1">
            <a:spLocks noChangeArrowheads="1"/>
          </p:cNvSpPr>
          <p:nvPr/>
        </p:nvSpPr>
        <p:spPr bwMode="auto">
          <a:xfrm>
            <a:off x="179512" y="3132000"/>
            <a:ext cx="8784976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M[(RS)]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(RD)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(REG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寻址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85" name="Text Box 318"/>
          <p:cNvSpPr txBox="1">
            <a:spLocks noChangeArrowheads="1"/>
          </p:cNvSpPr>
          <p:nvPr/>
        </p:nvSpPr>
        <p:spPr bwMode="auto">
          <a:xfrm>
            <a:off x="1115695" y="3564255"/>
            <a:ext cx="370967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MAR</a:t>
            </a:r>
            <a:r>
              <a:rPr lang="en-US" altLang="zh-CN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(RS)</a:t>
            </a:r>
            <a:r>
              <a:rPr lang="en-US" altLang="zh-CN" sz="2000" b="1" dirty="0" smtClean="0">
                <a:solidFill>
                  <a:srgbClr val="CC3300"/>
                </a:solidFill>
                <a:latin typeface="+mn-ea"/>
              </a:rPr>
              <a:t>   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MDR←(RD)</a:t>
            </a:r>
            <a:r>
              <a:rPr lang="en-US" altLang="zh-CN" sz="2000" b="1" dirty="0" smtClean="0">
                <a:solidFill>
                  <a:srgbClr val="CC3300"/>
                </a:solidFill>
                <a:latin typeface="+mn-ea"/>
              </a:rPr>
              <a:t>    </a:t>
            </a:r>
            <a:endParaRPr lang="en-US" altLang="zh-CN" sz="2000" b="1" dirty="0" smtClean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+mn-ea"/>
              </a:rPr>
              <a:t>M[(MAR</a:t>
            </a:r>
            <a:r>
              <a:rPr lang="en-US" altLang="zh-CN" sz="2000" b="1" dirty="0" smtClean="0">
                <a:latin typeface="+mn-ea"/>
              </a:rPr>
              <a:t>)]←</a:t>
            </a:r>
            <a:r>
              <a:rPr lang="en-US" altLang="zh-CN" sz="2000" b="1" dirty="0">
                <a:latin typeface="+mn-ea"/>
              </a:rPr>
              <a:t>(MDR</a:t>
            </a:r>
            <a:r>
              <a:rPr lang="en-US" altLang="zh-CN" sz="2000" b="1" dirty="0" smtClean="0">
                <a:latin typeface="+mn-ea"/>
              </a:rPr>
              <a:t>)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86" name="Text Box 318"/>
          <p:cNvSpPr txBox="1">
            <a:spLocks noChangeArrowheads="1"/>
          </p:cNvSpPr>
          <p:nvPr/>
        </p:nvSpPr>
        <p:spPr bwMode="auto">
          <a:xfrm>
            <a:off x="4968240" y="3564255"/>
            <a:ext cx="325818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G</a:t>
            </a:r>
            <a:r>
              <a:rPr lang="en-US" altLang="zh-CN" sz="2000" b="1" dirty="0" err="1" smtClean="0">
                <a:latin typeface="+mn-ea"/>
              </a:rPr>
              <a:t>R</a:t>
            </a:r>
            <a:r>
              <a:rPr lang="en-US" altLang="zh-CN" sz="2000" b="1" baseline="-25000" dirty="0" err="1" smtClean="0">
                <a:latin typeface="+mn-ea"/>
              </a:rPr>
              <a:t>sel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MAR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MDR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r>
              <a:rPr lang="en-US" altLang="zh-CN" sz="2000" b="1" dirty="0">
                <a:latin typeface="+mn-ea"/>
              </a:rPr>
              <a:t>  </a:t>
            </a:r>
            <a:r>
              <a:rPr lang="en-US" altLang="zh-CN" sz="1800" b="1" dirty="0" smtClean="0">
                <a:solidFill>
                  <a:srgbClr val="CC3300"/>
                </a:solidFill>
                <a:latin typeface="+mn-ea"/>
              </a:rPr>
              <a:t>;G</a:t>
            </a:r>
            <a:r>
              <a:rPr lang="en-US" altLang="zh-CN" sz="1800" b="1" dirty="0" err="1" smtClean="0">
                <a:solidFill>
                  <a:srgbClr val="CC3300"/>
                </a:solidFill>
                <a:latin typeface="+mn-ea"/>
              </a:rPr>
              <a:t>R</a:t>
            </a:r>
            <a:r>
              <a:rPr lang="en-US" altLang="zh-CN" sz="1800" b="1" baseline="-25000" dirty="0" err="1" smtClean="0">
                <a:solidFill>
                  <a:srgbClr val="CC3300"/>
                </a:solidFill>
                <a:latin typeface="+mn-ea"/>
              </a:rPr>
              <a:t>sel</a:t>
            </a:r>
            <a:r>
              <a:rPr lang="en-US" altLang="zh-CN" sz="1800" b="1" dirty="0" smtClean="0">
                <a:solidFill>
                  <a:srgbClr val="CC3300"/>
                </a:solidFill>
                <a:latin typeface="+mn-ea"/>
              </a:rPr>
              <a:t>=0</a:t>
            </a:r>
            <a:endParaRPr lang="en-US" altLang="zh-CN" sz="2000" b="1" dirty="0" smtClean="0">
              <a:solidFill>
                <a:srgbClr val="CC3300"/>
              </a:solidFill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MEMW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WMFC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 smtClean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18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30899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1331640" y="4572000"/>
            <a:ext cx="3888432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en-US" altLang="zh-CN" sz="1800" b="1" dirty="0" smtClean="0">
                <a:latin typeface="+mn-ea"/>
              </a:rPr>
              <a:t>MDR</a:t>
            </a:r>
            <a:r>
              <a:rPr lang="en-US" altLang="zh-CN" sz="1800" b="1" dirty="0">
                <a:latin typeface="+mn-ea"/>
              </a:rPr>
              <a:t>←(RD</a:t>
            </a:r>
            <a:r>
              <a:rPr lang="en-US" altLang="zh-CN" sz="1800" b="1" dirty="0" smtClean="0">
                <a:latin typeface="+mn-ea"/>
              </a:rPr>
              <a:t>)</a:t>
            </a:r>
            <a:r>
              <a:rPr lang="zh-CN" altLang="en-US" sz="1800" b="1" dirty="0" smtClean="0">
                <a:latin typeface="+mn-ea"/>
              </a:rPr>
              <a:t>时，</a:t>
            </a:r>
            <a:r>
              <a:rPr lang="zh-CN" altLang="en-US" sz="1800" b="1" dirty="0">
                <a:latin typeface="宋体" panose="02010600030101010101" pitchFamily="2" charset="-122"/>
              </a:rPr>
              <a:t>为何</a:t>
            </a:r>
            <a:r>
              <a:rPr lang="en-US" altLang="zh-CN" sz="1800" b="1" dirty="0">
                <a:latin typeface="宋体" panose="02010600030101010101" pitchFamily="2" charset="-122"/>
              </a:rPr>
              <a:t>G</a:t>
            </a:r>
            <a:r>
              <a:rPr lang="en-US" altLang="zh-CN" sz="1800" b="1" dirty="0" err="1" smtClean="0">
                <a:latin typeface="+mn-ea"/>
              </a:rPr>
              <a:t>R</a:t>
            </a:r>
            <a:r>
              <a:rPr lang="en-US" altLang="zh-CN" sz="1800" b="1" baseline="-25000" dirty="0" err="1" smtClean="0">
                <a:latin typeface="+mn-ea"/>
              </a:rPr>
              <a:t>sel</a:t>
            </a:r>
            <a:r>
              <a:rPr lang="en-US" altLang="zh-CN" sz="1800" b="1" dirty="0" smtClean="0">
                <a:latin typeface="+mn-ea"/>
              </a:rPr>
              <a:t>=0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5436096" y="4572000"/>
            <a:ext cx="3528517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哪些行为同步控制方式？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792480" y="360000"/>
            <a:ext cx="7703820" cy="1151890"/>
            <a:chOff x="1587" y="5953"/>
            <a:chExt cx="12132" cy="1814"/>
          </a:xfrm>
        </p:grpSpPr>
        <p:sp>
          <p:nvSpPr>
            <p:cNvPr id="255" name="Text Box 1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587" y="5953"/>
              <a:ext cx="12132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6" name="Text Box 1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8447" y="6520"/>
              <a:ext cx="397" cy="56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57" name="直接连接符 256"/>
            <p:cNvCxnSpPr/>
            <p:nvPr>
              <p:custDataLst>
                <p:tags r:id="rId5"/>
              </p:custDataLst>
            </p:nvPr>
          </p:nvCxnSpPr>
          <p:spPr bwMode="auto">
            <a:xfrm>
              <a:off x="3286" y="6066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756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9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719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60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683" y="6749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61" name="直接连接符 260"/>
            <p:cNvCxnSpPr/>
            <p:nvPr>
              <p:custDataLst>
                <p:tags r:id="rId9"/>
              </p:custDataLst>
            </p:nvPr>
          </p:nvCxnSpPr>
          <p:spPr bwMode="auto">
            <a:xfrm>
              <a:off x="1927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211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063" y="7089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12"/>
              </p:custDataLst>
            </p:nvPr>
          </p:nvCxnSpPr>
          <p:spPr bwMode="auto">
            <a:xfrm>
              <a:off x="4080" y="710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5" name="直接连接符 445"/>
            <p:cNvCxnSpPr/>
            <p:nvPr>
              <p:custDataLst>
                <p:tags r:id="rId13"/>
              </p:custDataLst>
            </p:nvPr>
          </p:nvCxnSpPr>
          <p:spPr bwMode="auto">
            <a:xfrm>
              <a:off x="4080" y="646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2889" y="64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7" name="Text Box 1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663" y="6180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68" name="Text Box 1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400" y="6180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69" name="直接连接符 268"/>
            <p:cNvCxnSpPr/>
            <p:nvPr>
              <p:custDataLst>
                <p:tags r:id="rId17"/>
              </p:custDataLst>
            </p:nvPr>
          </p:nvCxnSpPr>
          <p:spPr bwMode="auto">
            <a:xfrm>
              <a:off x="3286" y="6066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286" y="6463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19"/>
              </p:custDataLst>
            </p:nvPr>
          </p:nvCxnSpPr>
          <p:spPr bwMode="auto">
            <a:xfrm>
              <a:off x="5329" y="680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20"/>
              </p:custDataLst>
            </p:nvPr>
          </p:nvCxnSpPr>
          <p:spPr bwMode="auto">
            <a:xfrm>
              <a:off x="4705" y="6405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21"/>
              </p:custDataLst>
            </p:nvPr>
          </p:nvCxnSpPr>
          <p:spPr bwMode="auto">
            <a:xfrm>
              <a:off x="4705" y="6405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4" name="AutoShape 15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 rot="16200000">
              <a:off x="5441" y="6405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275" name="Text Box 1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027" y="674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76" name="直接连接符 275"/>
            <p:cNvCxnSpPr/>
            <p:nvPr>
              <p:custDataLst>
                <p:tags r:id="rId24"/>
              </p:custDataLst>
            </p:nvPr>
          </p:nvCxnSpPr>
          <p:spPr bwMode="auto">
            <a:xfrm>
              <a:off x="7199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7483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8" name="直接连接符 445"/>
            <p:cNvCxnSpPr/>
            <p:nvPr>
              <p:custDataLst>
                <p:tags r:id="rId26"/>
              </p:custDataLst>
            </p:nvPr>
          </p:nvCxnSpPr>
          <p:spPr bwMode="auto">
            <a:xfrm>
              <a:off x="7367" y="651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6065" y="6519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6065" y="674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5102" y="6974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2" name="直接连接符 445"/>
            <p:cNvCxnSpPr/>
            <p:nvPr>
              <p:custDataLst>
                <p:tags r:id="rId30"/>
              </p:custDataLst>
            </p:nvPr>
          </p:nvCxnSpPr>
          <p:spPr bwMode="auto">
            <a:xfrm>
              <a:off x="6631" y="6974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3" name="直接箭头连接符 282"/>
            <p:cNvCxnSpPr/>
            <p:nvPr>
              <p:custDataLst>
                <p:tags r:id="rId31"/>
              </p:custDataLst>
            </p:nvPr>
          </p:nvCxnSpPr>
          <p:spPr bwMode="auto">
            <a:xfrm>
              <a:off x="1757" y="7654"/>
              <a:ext cx="9298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4" name="等腰三角形 283"/>
            <p:cNvSpPr/>
            <p:nvPr>
              <p:custDataLst>
                <p:tags r:id="rId32"/>
              </p:custDataLst>
            </p:nvPr>
          </p:nvSpPr>
          <p:spPr bwMode="auto">
            <a:xfrm>
              <a:off x="181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5" name="Text Box 1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875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6" name="Text Box 1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349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Z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7" name="等腰三角形 286"/>
            <p:cNvSpPr/>
            <p:nvPr>
              <p:custDataLst>
                <p:tags r:id="rId35"/>
              </p:custDataLst>
            </p:nvPr>
          </p:nvSpPr>
          <p:spPr bwMode="auto">
            <a:xfrm>
              <a:off x="3968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8" name="等腰三角形 287"/>
            <p:cNvSpPr/>
            <p:nvPr>
              <p:custDataLst>
                <p:tags r:id="rId36"/>
              </p:custDataLst>
            </p:nvPr>
          </p:nvSpPr>
          <p:spPr bwMode="auto">
            <a:xfrm>
              <a:off x="651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9" name="等腰三角形 288"/>
            <p:cNvSpPr/>
            <p:nvPr>
              <p:custDataLst>
                <p:tags r:id="rId37"/>
              </p:custDataLst>
            </p:nvPr>
          </p:nvSpPr>
          <p:spPr bwMode="auto">
            <a:xfrm>
              <a:off x="7086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/>
            <p:cNvCxnSpPr/>
            <p:nvPr>
              <p:custDataLst>
                <p:tags r:id="rId38"/>
              </p:custDataLst>
            </p:nvPr>
          </p:nvCxnSpPr>
          <p:spPr bwMode="auto">
            <a:xfrm flipH="1" flipV="1">
              <a:off x="5839" y="6944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91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669" y="714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2" name="直接连接符 291"/>
            <p:cNvCxnSpPr/>
            <p:nvPr>
              <p:custDataLst>
                <p:tags r:id="rId40"/>
              </p:custDataLst>
            </p:nvPr>
          </p:nvCxnSpPr>
          <p:spPr bwMode="auto">
            <a:xfrm>
              <a:off x="6349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41"/>
              </p:custDataLst>
            </p:nvPr>
          </p:nvCxnSpPr>
          <p:spPr bwMode="auto">
            <a:xfrm flipH="1" flipV="1">
              <a:off x="6462" y="6972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42"/>
              </p:custDataLst>
            </p:nvPr>
          </p:nvCxnSpPr>
          <p:spPr bwMode="auto">
            <a:xfrm flipH="1" flipV="1">
              <a:off x="5272" y="6972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5" name="直接连接符 294"/>
            <p:cNvCxnSpPr/>
            <p:nvPr>
              <p:custDataLst>
                <p:tags r:id="rId43"/>
              </p:custDataLst>
            </p:nvPr>
          </p:nvCxnSpPr>
          <p:spPr bwMode="auto">
            <a:xfrm>
              <a:off x="6916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6" name="直接连接符 295"/>
            <p:cNvCxnSpPr/>
            <p:nvPr>
              <p:custDataLst>
                <p:tags r:id="rId44"/>
              </p:custDataLst>
            </p:nvPr>
          </p:nvCxnSpPr>
          <p:spPr bwMode="auto">
            <a:xfrm>
              <a:off x="164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7" name="直接连接符 296"/>
            <p:cNvCxnSpPr/>
            <p:nvPr>
              <p:custDataLst>
                <p:tags r:id="rId45"/>
              </p:custDataLst>
            </p:nvPr>
          </p:nvCxnSpPr>
          <p:spPr bwMode="auto">
            <a:xfrm>
              <a:off x="3798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3288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2381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2097" y="651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01" name="Text Box 18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927" y="6236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2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2" name="Text Box 10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9070" y="6292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3" name="直接连接符 302"/>
            <p:cNvCxnSpPr/>
            <p:nvPr>
              <p:custDataLst>
                <p:tags r:id="rId51"/>
              </p:custDataLst>
            </p:nvPr>
          </p:nvCxnSpPr>
          <p:spPr bwMode="auto">
            <a:xfrm>
              <a:off x="9240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4" name="直接连接符 303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9581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53"/>
              </p:custDataLst>
            </p:nvPr>
          </p:nvCxnSpPr>
          <p:spPr bwMode="auto">
            <a:xfrm>
              <a:off x="7991" y="6462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54"/>
              </p:custDataLst>
            </p:nvPr>
          </p:nvCxnSpPr>
          <p:spPr bwMode="auto">
            <a:xfrm>
              <a:off x="7991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7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8048" y="6123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08" name="Text Box 1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937" y="6917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9" name="直接连接符 480"/>
            <p:cNvCxnSpPr/>
            <p:nvPr>
              <p:custDataLst>
                <p:tags r:id="rId57"/>
              </p:custDataLst>
            </p:nvPr>
          </p:nvCxnSpPr>
          <p:spPr bwMode="auto">
            <a:xfrm>
              <a:off x="8164" y="6462"/>
              <a:ext cx="28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58"/>
              </p:custDataLst>
            </p:nvPr>
          </p:nvCxnSpPr>
          <p:spPr bwMode="auto">
            <a:xfrm>
              <a:off x="7991" y="606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1" name="等腰三角形 310"/>
            <p:cNvSpPr/>
            <p:nvPr>
              <p:custDataLst>
                <p:tags r:id="rId59"/>
              </p:custDataLst>
            </p:nvPr>
          </p:nvSpPr>
          <p:spPr bwMode="auto">
            <a:xfrm>
              <a:off x="912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12" name="直接连接符 311"/>
            <p:cNvCxnSpPr/>
            <p:nvPr>
              <p:custDataLst>
                <p:tags r:id="rId60"/>
              </p:custDataLst>
            </p:nvPr>
          </p:nvCxnSpPr>
          <p:spPr bwMode="auto">
            <a:xfrm>
              <a:off x="8957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61"/>
              </p:custDataLst>
            </p:nvPr>
          </p:nvCxnSpPr>
          <p:spPr bwMode="auto">
            <a:xfrm flipH="1" flipV="1">
              <a:off x="9751" y="7086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62"/>
              </p:custDataLst>
            </p:nvPr>
          </p:nvCxnSpPr>
          <p:spPr bwMode="auto">
            <a:xfrm>
              <a:off x="8844" y="6802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8617" y="708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6" name="Text Box 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8277" y="731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7" name="直接连接符 316"/>
            <p:cNvCxnSpPr/>
            <p:nvPr>
              <p:custDataLst>
                <p:tags r:id="rId65"/>
              </p:custDataLst>
            </p:nvPr>
          </p:nvCxnSpPr>
          <p:spPr bwMode="auto">
            <a:xfrm flipH="1" flipV="1">
              <a:off x="7653" y="708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8" name="Text Box 18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1281" y="7427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9" name="Text Box 23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1620" y="6407"/>
              <a:ext cx="850" cy="73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异步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20" name="直接连接符 319"/>
            <p:cNvCxnSpPr/>
            <p:nvPr>
              <p:custDataLst>
                <p:tags r:id="rId68"/>
              </p:custDataLst>
            </p:nvPr>
          </p:nvCxnSpPr>
          <p:spPr bwMode="auto">
            <a:xfrm>
              <a:off x="10658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10942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70"/>
              </p:custDataLst>
            </p:nvPr>
          </p:nvCxnSpPr>
          <p:spPr bwMode="auto">
            <a:xfrm>
              <a:off x="11166" y="65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71"/>
              </p:custDataLst>
            </p:nvPr>
          </p:nvCxnSpPr>
          <p:spPr bwMode="auto">
            <a:xfrm>
              <a:off x="11166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4" name="直接连接符 323"/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11166" y="703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/>
            <p:nvPr>
              <p:custDataLst>
                <p:tags r:id="rId73"/>
              </p:custDataLst>
            </p:nvPr>
          </p:nvCxnSpPr>
          <p:spPr bwMode="auto">
            <a:xfrm>
              <a:off x="10259" y="652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74"/>
              </p:custDataLst>
            </p:nvPr>
          </p:nvCxnSpPr>
          <p:spPr bwMode="auto">
            <a:xfrm>
              <a:off x="10259" y="6520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7" name="Text Box 18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10488" y="635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8" name="等腰三角形 327"/>
            <p:cNvSpPr/>
            <p:nvPr>
              <p:custDataLst>
                <p:tags r:id="rId76"/>
              </p:custDataLst>
            </p:nvPr>
          </p:nvSpPr>
          <p:spPr bwMode="auto">
            <a:xfrm>
              <a:off x="1054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29" name="直接连接符 328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11792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0" name="直接连接符 329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12358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79"/>
              </p:custDataLst>
            </p:nvPr>
          </p:nvCxnSpPr>
          <p:spPr bwMode="auto">
            <a:xfrm>
              <a:off x="1037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80"/>
              </p:custDataLst>
            </p:nvPr>
          </p:nvCxnSpPr>
          <p:spPr bwMode="auto">
            <a:xfrm flipH="1" flipV="1">
              <a:off x="11111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81"/>
              </p:custDataLst>
            </p:nvPr>
          </p:nvCxnSpPr>
          <p:spPr bwMode="auto">
            <a:xfrm>
              <a:off x="10204" y="6407"/>
              <a:ext cx="28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4" name="Text Box 23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2812" y="6407"/>
              <a:ext cx="737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35" name="直接连接符 334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12472" y="6747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36" name="直接连接符 335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13266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7" name="Text Box 18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2925" y="7427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WMFC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8" name="Text Box 18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0486" y="6804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39" name="Text Box 18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9921" y="6010"/>
              <a:ext cx="374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写为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，三态门为</a:t>
              </a:r>
              <a:r>
                <a:rPr lang="en-US" altLang="zh-CN" sz="1600" b="1" dirty="0" err="1" smtClean="0">
                  <a:latin typeface="宋体" panose="02010600030101010101" pitchFamily="2" charset="-122"/>
                  <a:sym typeface="+mn-ea"/>
                </a:rPr>
                <a:t>X</a:t>
              </a:r>
              <a:r>
                <a:rPr lang="en-US" altLang="zh-CN" sz="1600" b="1" baseline="-18000" dirty="0" err="1" smtClean="0">
                  <a:latin typeface="宋体" panose="02010600030101010101" pitchFamily="2" charset="-122"/>
                  <a:sym typeface="+mn-ea"/>
                </a:rPr>
                <a:t>out</a:t>
              </a:r>
              <a:endParaRPr lang="zh-CN" altLang="en-US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0" name="Text Box 18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9581" y="7314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1" name="矩形 340"/>
            <p:cNvSpPr/>
            <p:nvPr>
              <p:custDataLst>
                <p:tags r:id="rId89"/>
              </p:custDataLst>
            </p:nvPr>
          </p:nvSpPr>
          <p:spPr bwMode="auto">
            <a:xfrm>
              <a:off x="8447" y="6690"/>
              <a:ext cx="113" cy="11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" name="矩形 341"/>
            <p:cNvSpPr/>
            <p:nvPr>
              <p:custDataLst>
                <p:tags r:id="rId90"/>
              </p:custDataLst>
            </p:nvPr>
          </p:nvSpPr>
          <p:spPr bwMode="auto">
            <a:xfrm>
              <a:off x="8447" y="6860"/>
              <a:ext cx="100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" name="Text Box 5"/>
          <p:cNvSpPr txBox="1">
            <a:spLocks noChangeArrowheads="1"/>
          </p:cNvSpPr>
          <p:nvPr>
            <p:custDataLst>
              <p:tags r:id="rId91"/>
            </p:custDataLst>
          </p:nvPr>
        </p:nvSpPr>
        <p:spPr bwMode="auto">
          <a:xfrm>
            <a:off x="179512" y="4824000"/>
            <a:ext cx="8784976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RD←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RD)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RS)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0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7" name="Text Box 318"/>
          <p:cNvSpPr txBox="1">
            <a:spLocks noChangeArrowheads="1"/>
          </p:cNvSpPr>
          <p:nvPr>
            <p:custDataLst>
              <p:tags r:id="rId92"/>
            </p:custDataLst>
          </p:nvPr>
        </p:nvSpPr>
        <p:spPr bwMode="auto">
          <a:xfrm>
            <a:off x="1115695" y="5219700"/>
            <a:ext cx="298831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Y←(RD)     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Z←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(Y)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－</a:t>
            </a:r>
            <a:r>
              <a:rPr lang="en-US" altLang="zh-CN" sz="2000" b="1" dirty="0" smtClean="0">
                <a:latin typeface="+mn-ea"/>
              </a:rPr>
              <a:t>(RS)</a:t>
            </a:r>
            <a:r>
              <a:rPr lang="en-US" altLang="zh-CN" sz="2000" b="1" dirty="0" smtClean="0">
                <a:solidFill>
                  <a:srgbClr val="CC3300"/>
                </a:solidFill>
                <a:latin typeface="+mn-ea"/>
              </a:rPr>
              <a:t> </a:t>
            </a:r>
            <a:endParaRPr lang="en-US" altLang="zh-CN" sz="2000" b="1" dirty="0" smtClean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(RD)←(Z)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8" name="Text Box 318"/>
          <p:cNvSpPr txBox="1">
            <a:spLocks noChangeArrowheads="1"/>
          </p:cNvSpPr>
          <p:nvPr>
            <p:custDataLst>
              <p:tags r:id="rId93"/>
            </p:custDataLst>
          </p:nvPr>
        </p:nvSpPr>
        <p:spPr bwMode="auto">
          <a:xfrm>
            <a:off x="4968240" y="5219700"/>
            <a:ext cx="369189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Y</a:t>
            </a:r>
            <a:r>
              <a:rPr lang="en-US" altLang="zh-CN" sz="2000" b="1" baseline="-18000" dirty="0" smtClean="0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 </a:t>
            </a:r>
            <a:r>
              <a:rPr lang="zh-CN" altLang="en-US" sz="2000" b="1" dirty="0" smtClean="0">
                <a:latin typeface="+mn-ea"/>
              </a:rPr>
              <a:t> </a:t>
            </a:r>
            <a:r>
              <a:rPr lang="en-US" altLang="zh-CN" sz="2000" b="1" dirty="0" smtClean="0">
                <a:latin typeface="+mn-ea"/>
              </a:rPr>
              <a:t>  </a:t>
            </a:r>
            <a:r>
              <a:rPr lang="en-US" altLang="zh-CN" sz="1800" b="1" dirty="0" smtClean="0">
                <a:solidFill>
                  <a:srgbClr val="CC3300"/>
                </a:solidFill>
                <a:latin typeface="+mn-ea"/>
              </a:rPr>
              <a:t>;G</a:t>
            </a:r>
            <a:r>
              <a:rPr lang="en-US" altLang="zh-CN" sz="1800" b="1" dirty="0" err="1" smtClean="0">
                <a:solidFill>
                  <a:srgbClr val="CC3300"/>
                </a:solidFill>
                <a:latin typeface="+mn-ea"/>
              </a:rPr>
              <a:t>R</a:t>
            </a:r>
            <a:r>
              <a:rPr lang="en-US" altLang="zh-CN" sz="1800" b="1" baseline="-25000" dirty="0" err="1" smtClean="0">
                <a:solidFill>
                  <a:srgbClr val="CC3300"/>
                </a:solidFill>
                <a:latin typeface="+mn-ea"/>
              </a:rPr>
              <a:t>sel</a:t>
            </a:r>
            <a:r>
              <a:rPr lang="en-US" altLang="zh-CN" sz="1800" b="1" dirty="0" smtClean="0">
                <a:solidFill>
                  <a:srgbClr val="CC3300"/>
                </a:solidFill>
                <a:latin typeface="+mn-ea"/>
              </a:rPr>
              <a:t>=0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G</a:t>
            </a:r>
            <a:r>
              <a:rPr lang="en-US" altLang="zh-CN" sz="2000" b="1" dirty="0" err="1" smtClean="0">
                <a:latin typeface="+mn-ea"/>
              </a:rPr>
              <a:t>R</a:t>
            </a:r>
            <a:r>
              <a:rPr lang="en-US" altLang="zh-CN" sz="2000" b="1" baseline="-25000" dirty="0" err="1" smtClean="0">
                <a:latin typeface="+mn-ea"/>
              </a:rPr>
              <a:t>sel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op</a:t>
            </a:r>
            <a:r>
              <a:rPr lang="zh-CN" altLang="en-US" sz="2000" b="1" dirty="0" smtClean="0">
                <a:latin typeface="+mn-ea"/>
              </a:rPr>
              <a:t>＝</a:t>
            </a:r>
            <a:r>
              <a:rPr lang="en-US" altLang="zh-CN" sz="2000" b="1" dirty="0" smtClean="0">
                <a:latin typeface="+mn-ea"/>
              </a:rPr>
              <a:t>01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Z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Z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 smtClean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13" name="Text Box 322"/>
          <p:cNvSpPr txBox="1">
            <a:spLocks noChangeArrowheads="1"/>
          </p:cNvSpPr>
          <p:nvPr>
            <p:custDataLst>
              <p:tags r:id="rId94"/>
            </p:custDataLst>
          </p:nvPr>
        </p:nvSpPr>
        <p:spPr bwMode="auto">
          <a:xfrm>
            <a:off x="1296035" y="6155690"/>
            <a:ext cx="7364095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注</a:t>
            </a:r>
            <a:r>
              <a:rPr lang="en-US" altLang="zh-CN" sz="18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根据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ALU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功能送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被加数</a:t>
            </a:r>
            <a:r>
              <a:rPr lang="en-US" altLang="zh-CN" sz="1800" b="1" u="sng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被减数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假设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Y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对应端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Y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的输出无需控制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9" name="AutoShape 499">
            <a:hlinkClick r:id="rId95" action="ppaction://hlinksldjump" highlightClick="1"/>
          </p:cNvPr>
          <p:cNvSpPr>
            <a:spLocks noChangeArrowheads="1"/>
          </p:cNvSpPr>
          <p:nvPr>
            <p:custDataLst>
              <p:tags r:id="rId96"/>
            </p:custDataLst>
          </p:nvPr>
        </p:nvSpPr>
        <p:spPr bwMode="auto">
          <a:xfrm rot="10800000">
            <a:off x="514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3" name="AutoShape 499">
            <a:hlinkClick r:id="rId97" tooltip="" action="ppaction://hlinksldjump" highlightClick="1"/>
          </p:cNvPr>
          <p:cNvSpPr>
            <a:spLocks noChangeArrowheads="1"/>
          </p:cNvSpPr>
          <p:nvPr>
            <p:custDataLst>
              <p:tags r:id="rId98"/>
            </p:custDataLst>
          </p:nvPr>
        </p:nvSpPr>
        <p:spPr bwMode="auto">
          <a:xfrm rot="10800000">
            <a:off x="6228000" y="650704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bldLvl="0" animBg="1"/>
      <p:bldP spid="182" grpId="0" bldLvl="0" animBg="1"/>
      <p:bldP spid="183" grpId="0" bldLvl="0" animBg="1"/>
      <p:bldP spid="185" grpId="0" bldLvl="0" animBg="1"/>
      <p:bldP spid="186" grpId="0" bldLvl="0" animBg="1"/>
      <p:bldP spid="17" grpId="0" bldLvl="0" animBg="1"/>
      <p:bldP spid="20" grpId="0" bldLvl="0" animBg="1"/>
      <p:bldP spid="7" grpId="0" bldLvl="0" animBg="1"/>
      <p:bldP spid="8" grpId="0" bldLvl="0" animBg="1"/>
      <p:bldP spid="1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9512" y="1476000"/>
            <a:ext cx="8784976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JNZ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disp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相对寻址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ea typeface="Arial Unicode MS" panose="020B0604020202020204" charset="-122"/>
                <a:cs typeface="Arial Unicode MS" panose="020B0604020202020204" charset="-122"/>
              </a:rPr>
              <a:t>     ZF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＝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0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时：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      ZF</a:t>
            </a:r>
            <a:r>
              <a:rPr lang="zh-CN" altLang="en-US" sz="2000" b="1" dirty="0" smtClean="0">
                <a:latin typeface="+mn-ea"/>
                <a:cs typeface="Arial Unicode MS" panose="020B0604020202020204" charset="-122"/>
              </a:rPr>
              <a:t>＝</a:t>
            </a:r>
            <a:r>
              <a:rPr lang="en-US" altLang="zh-CN" sz="2000" b="1" dirty="0" smtClean="0">
                <a:latin typeface="+mn-ea"/>
                <a:cs typeface="Arial Unicode MS" panose="020B0604020202020204" charset="-122"/>
              </a:rPr>
              <a:t>1</a:t>
            </a:r>
            <a:r>
              <a:rPr lang="zh-CN" altLang="en-US" sz="2000" b="1" dirty="0" smtClean="0">
                <a:latin typeface="+mn-ea"/>
                <a:cs typeface="Arial Unicode MS" panose="020B0604020202020204" charset="-122"/>
              </a:rPr>
              <a:t>时</a:t>
            </a:r>
            <a:r>
              <a:rPr lang="zh-CN" altLang="en-US" sz="2000" b="1" dirty="0">
                <a:latin typeface="+mn-ea"/>
                <a:cs typeface="Arial Unicode MS" panose="020B0604020202020204" charset="-122"/>
              </a:rPr>
              <a:t>：</a:t>
            </a:r>
            <a:endParaRPr lang="zh-CN" altLang="en-US" sz="2000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5" name="Text Box 318"/>
          <p:cNvSpPr txBox="1">
            <a:spLocks noChangeArrowheads="1"/>
          </p:cNvSpPr>
          <p:nvPr/>
        </p:nvSpPr>
        <p:spPr bwMode="auto">
          <a:xfrm>
            <a:off x="2336165" y="1944000"/>
            <a:ext cx="320294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Y←(PC)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Z←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(Y)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en-US" altLang="zh-CN" sz="2000" b="1" dirty="0" err="1" smtClean="0">
                <a:latin typeface="+mn-ea"/>
              </a:rPr>
              <a:t>ExtU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sz="2000" b="1" dirty="0" smtClean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(PC)←(Z)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6" name="Text Box 318"/>
          <p:cNvSpPr txBox="1">
            <a:spLocks noChangeArrowheads="1"/>
          </p:cNvSpPr>
          <p:nvPr/>
        </p:nvSpPr>
        <p:spPr bwMode="auto">
          <a:xfrm>
            <a:off x="5580000" y="1945005"/>
            <a:ext cx="309880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PC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Y</a:t>
            </a:r>
            <a:r>
              <a:rPr lang="en-US" altLang="zh-CN" sz="2000" b="1" baseline="-18000" dirty="0" smtClean="0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 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ExtU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smtClean="0">
                <a:latin typeface="+mn-ea"/>
              </a:rPr>
              <a:t>op</a:t>
            </a:r>
            <a:r>
              <a:rPr lang="zh-CN" altLang="en-US" sz="2000" b="1" dirty="0" smtClean="0">
                <a:latin typeface="+mn-ea"/>
              </a:rPr>
              <a:t>＝</a:t>
            </a:r>
            <a:r>
              <a:rPr lang="en-US" altLang="zh-CN" sz="2000" b="1" dirty="0" smtClean="0">
                <a:latin typeface="+mn-ea"/>
              </a:rPr>
              <a:t>00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Z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Z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err="1" smtClean="0">
                <a:latin typeface="+mn-ea"/>
              </a:rPr>
              <a:t>PC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 smtClean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17" name="Text Box 318"/>
          <p:cNvSpPr txBox="1">
            <a:spLocks noChangeArrowheads="1"/>
          </p:cNvSpPr>
          <p:nvPr/>
        </p:nvSpPr>
        <p:spPr bwMode="auto">
          <a:xfrm>
            <a:off x="2335957" y="3239020"/>
            <a:ext cx="2016225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End</a:t>
            </a:r>
            <a:r>
              <a:rPr lang="zh-CN" altLang="en-US" sz="2000" b="1" dirty="0" smtClean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1</a:t>
            </a:r>
            <a:endParaRPr lang="en-US" altLang="zh-CN" sz="2000" b="1" baseline="-18000" dirty="0" smtClean="0">
              <a:latin typeface="+mn-ea"/>
            </a:endParaRPr>
          </a:p>
        </p:txBody>
      </p:sp>
      <p:sp>
        <p:nvSpPr>
          <p:cNvPr id="21" name="线形标注 2 20"/>
          <p:cNvSpPr/>
          <p:nvPr/>
        </p:nvSpPr>
        <p:spPr bwMode="auto">
          <a:xfrm>
            <a:off x="2632075" y="2952000"/>
            <a:ext cx="6192000" cy="288000"/>
          </a:xfrm>
          <a:prstGeom prst="borderCallout2">
            <a:avLst>
              <a:gd name="adj1" fmla="val -5251"/>
              <a:gd name="adj2" fmla="val 44589"/>
              <a:gd name="adj3" fmla="val -123873"/>
              <a:gd name="adj4" fmla="val 44445"/>
              <a:gd name="adj5" fmla="val -171718"/>
              <a:gd name="adj6" fmla="val 4876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18000" tIns="10800" rIns="18000" bIns="10800" numCol="1" rtlCol="0" anchor="ctr" anchorCtr="0" compatLnSpc="1"/>
          <a:lstStyle/>
          <a:p>
            <a:pPr marL="1124585" indent="-1124585" algn="l" eaLnBrk="1" latinLnBrk="0" hangingPunct="1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常见错误：</a:t>
            </a:r>
            <a:r>
              <a:rPr lang="en-US" altLang="zh-CN" sz="1800" b="1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18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ALU</a:t>
            </a:r>
            <a:r>
              <a:rPr lang="en-US" altLang="zh-CN" sz="18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in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 smtClean="0">
                <a:latin typeface="+mn-ea"/>
                <a:sym typeface="+mn-ea"/>
              </a:rPr>
              <a:t>ExtU</a:t>
            </a:r>
            <a:r>
              <a:rPr lang="en-US" altLang="zh-CN" sz="1800" b="1" baseline="-18000" dirty="0" err="1" smtClean="0">
                <a:latin typeface="+mn-ea"/>
                <a:sym typeface="+mn-ea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ALU</a:t>
            </a:r>
            <a:r>
              <a:rPr lang="en-US" altLang="zh-CN" sz="18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in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op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00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ALU</a:t>
            </a:r>
            <a:r>
              <a:rPr lang="en-US" altLang="zh-CN" sz="1800" b="1" baseline="-18000" dirty="0" err="1">
                <a:solidFill>
                  <a:srgbClr val="FF3399"/>
                </a:solidFill>
                <a:latin typeface="宋体" panose="02010600030101010101" pitchFamily="2" charset="-122"/>
              </a:rPr>
              <a:t>out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in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8" name="Text Box 318"/>
          <p:cNvSpPr txBox="1">
            <a:spLocks noChangeArrowheads="1"/>
          </p:cNvSpPr>
          <p:nvPr/>
        </p:nvSpPr>
        <p:spPr bwMode="auto">
          <a:xfrm>
            <a:off x="5580000" y="3239020"/>
            <a:ext cx="2295872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End</a:t>
            </a:r>
            <a:endParaRPr lang="en-US" altLang="zh-CN" sz="2000" b="1" baseline="-18000" dirty="0" smtClean="0">
              <a:latin typeface="+mn-ea"/>
            </a:endParaRP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1764030" y="3636010"/>
            <a:ext cx="453517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谁负责判断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ZF</a:t>
            </a:r>
            <a:r>
              <a:rPr lang="zh-CN" altLang="en-US" sz="1800" b="1" dirty="0" smtClean="0">
                <a:latin typeface="+mn-ea"/>
              </a:rPr>
              <a:t>的值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？尝试在图中添线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792480" y="360000"/>
            <a:ext cx="7703820" cy="1151890"/>
            <a:chOff x="1587" y="5953"/>
            <a:chExt cx="12132" cy="1814"/>
          </a:xfrm>
        </p:grpSpPr>
        <p:sp>
          <p:nvSpPr>
            <p:cNvPr id="255" name="Text Box 18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587" y="5953"/>
              <a:ext cx="12132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6" name="Text Box 18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447" y="6520"/>
              <a:ext cx="397" cy="56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57" name="直接连接符 256"/>
            <p:cNvCxnSpPr/>
            <p:nvPr>
              <p:custDataLst>
                <p:tags r:id="rId3"/>
              </p:custDataLst>
            </p:nvPr>
          </p:nvCxnSpPr>
          <p:spPr bwMode="auto">
            <a:xfrm>
              <a:off x="3286" y="6066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 Box 1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756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9" name="Text Box 1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719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60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683" y="6749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61" name="直接连接符 260"/>
            <p:cNvCxnSpPr/>
            <p:nvPr>
              <p:custDataLst>
                <p:tags r:id="rId7"/>
              </p:custDataLst>
            </p:nvPr>
          </p:nvCxnSpPr>
          <p:spPr bwMode="auto">
            <a:xfrm>
              <a:off x="1927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2211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3063" y="7089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10"/>
              </p:custDataLst>
            </p:nvPr>
          </p:nvCxnSpPr>
          <p:spPr bwMode="auto">
            <a:xfrm>
              <a:off x="4080" y="710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5" name="直接连接符 445"/>
            <p:cNvCxnSpPr/>
            <p:nvPr>
              <p:custDataLst>
                <p:tags r:id="rId11"/>
              </p:custDataLst>
            </p:nvPr>
          </p:nvCxnSpPr>
          <p:spPr bwMode="auto">
            <a:xfrm>
              <a:off x="4080" y="646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2889" y="64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7" name="Text Box 1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663" y="6180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68" name="Text Box 1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400" y="6180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69" name="直接连接符 268"/>
            <p:cNvCxnSpPr/>
            <p:nvPr>
              <p:custDataLst>
                <p:tags r:id="rId15"/>
              </p:custDataLst>
            </p:nvPr>
          </p:nvCxnSpPr>
          <p:spPr bwMode="auto">
            <a:xfrm>
              <a:off x="3286" y="6066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286" y="6463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17"/>
              </p:custDataLst>
            </p:nvPr>
          </p:nvCxnSpPr>
          <p:spPr bwMode="auto">
            <a:xfrm>
              <a:off x="5329" y="680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18"/>
              </p:custDataLst>
            </p:nvPr>
          </p:nvCxnSpPr>
          <p:spPr bwMode="auto">
            <a:xfrm>
              <a:off x="4705" y="6405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19"/>
              </p:custDataLst>
            </p:nvPr>
          </p:nvCxnSpPr>
          <p:spPr bwMode="auto">
            <a:xfrm>
              <a:off x="4705" y="6405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4" name="AutoShape 1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 rot="16200000">
              <a:off x="5441" y="6405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275" name="Text Box 1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027" y="674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76" name="直接连接符 275"/>
            <p:cNvCxnSpPr/>
            <p:nvPr>
              <p:custDataLst>
                <p:tags r:id="rId22"/>
              </p:custDataLst>
            </p:nvPr>
          </p:nvCxnSpPr>
          <p:spPr bwMode="auto">
            <a:xfrm>
              <a:off x="7199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7483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8" name="直接连接符 445"/>
            <p:cNvCxnSpPr/>
            <p:nvPr>
              <p:custDataLst>
                <p:tags r:id="rId24"/>
              </p:custDataLst>
            </p:nvPr>
          </p:nvCxnSpPr>
          <p:spPr bwMode="auto">
            <a:xfrm>
              <a:off x="7367" y="651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6065" y="6519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6065" y="674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27"/>
              </p:custDataLst>
            </p:nvPr>
          </p:nvCxnSpPr>
          <p:spPr bwMode="auto">
            <a:xfrm flipV="1">
              <a:off x="5102" y="6974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2" name="直接连接符 445"/>
            <p:cNvCxnSpPr/>
            <p:nvPr>
              <p:custDataLst>
                <p:tags r:id="rId28"/>
              </p:custDataLst>
            </p:nvPr>
          </p:nvCxnSpPr>
          <p:spPr bwMode="auto">
            <a:xfrm>
              <a:off x="6631" y="6974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3" name="直接箭头连接符 282"/>
            <p:cNvCxnSpPr/>
            <p:nvPr>
              <p:custDataLst>
                <p:tags r:id="rId29"/>
              </p:custDataLst>
            </p:nvPr>
          </p:nvCxnSpPr>
          <p:spPr bwMode="auto">
            <a:xfrm>
              <a:off x="1757" y="7654"/>
              <a:ext cx="9298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4" name="等腰三角形 283"/>
            <p:cNvSpPr/>
            <p:nvPr>
              <p:custDataLst>
                <p:tags r:id="rId30"/>
              </p:custDataLst>
            </p:nvPr>
          </p:nvSpPr>
          <p:spPr bwMode="auto">
            <a:xfrm>
              <a:off x="181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5" name="Text Box 18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875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6" name="Text Box 18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349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Z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7" name="等腰三角形 286"/>
            <p:cNvSpPr/>
            <p:nvPr>
              <p:custDataLst>
                <p:tags r:id="rId33"/>
              </p:custDataLst>
            </p:nvPr>
          </p:nvSpPr>
          <p:spPr bwMode="auto">
            <a:xfrm>
              <a:off x="3968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8" name="等腰三角形 287"/>
            <p:cNvSpPr/>
            <p:nvPr>
              <p:custDataLst>
                <p:tags r:id="rId34"/>
              </p:custDataLst>
            </p:nvPr>
          </p:nvSpPr>
          <p:spPr bwMode="auto">
            <a:xfrm>
              <a:off x="651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9" name="等腰三角形 288"/>
            <p:cNvSpPr/>
            <p:nvPr>
              <p:custDataLst>
                <p:tags r:id="rId35"/>
              </p:custDataLst>
            </p:nvPr>
          </p:nvSpPr>
          <p:spPr bwMode="auto">
            <a:xfrm>
              <a:off x="7086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/>
            <p:cNvCxnSpPr/>
            <p:nvPr>
              <p:custDataLst>
                <p:tags r:id="rId36"/>
              </p:custDataLst>
            </p:nvPr>
          </p:nvCxnSpPr>
          <p:spPr bwMode="auto">
            <a:xfrm flipH="1" flipV="1">
              <a:off x="5839" y="6944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91" name="Text Box 1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669" y="714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2" name="直接连接符 291"/>
            <p:cNvCxnSpPr/>
            <p:nvPr>
              <p:custDataLst>
                <p:tags r:id="rId38"/>
              </p:custDataLst>
            </p:nvPr>
          </p:nvCxnSpPr>
          <p:spPr bwMode="auto">
            <a:xfrm>
              <a:off x="6349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6462" y="6972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5272" y="6972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5" name="直接连接符 294"/>
            <p:cNvCxnSpPr/>
            <p:nvPr>
              <p:custDataLst>
                <p:tags r:id="rId41"/>
              </p:custDataLst>
            </p:nvPr>
          </p:nvCxnSpPr>
          <p:spPr bwMode="auto">
            <a:xfrm>
              <a:off x="6916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6" name="直接连接符 295"/>
            <p:cNvCxnSpPr/>
            <p:nvPr>
              <p:custDataLst>
                <p:tags r:id="rId42"/>
              </p:custDataLst>
            </p:nvPr>
          </p:nvCxnSpPr>
          <p:spPr bwMode="auto">
            <a:xfrm>
              <a:off x="164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7" name="直接连接符 296"/>
            <p:cNvCxnSpPr/>
            <p:nvPr>
              <p:custDataLst>
                <p:tags r:id="rId43"/>
              </p:custDataLst>
            </p:nvPr>
          </p:nvCxnSpPr>
          <p:spPr bwMode="auto">
            <a:xfrm>
              <a:off x="3798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44"/>
              </p:custDataLst>
            </p:nvPr>
          </p:nvCxnSpPr>
          <p:spPr bwMode="auto">
            <a:xfrm flipH="1" flipV="1">
              <a:off x="3288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45"/>
              </p:custDataLst>
            </p:nvPr>
          </p:nvCxnSpPr>
          <p:spPr bwMode="auto">
            <a:xfrm flipH="1" flipV="1">
              <a:off x="2381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2097" y="651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01" name="Text Box 1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927" y="6236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2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2" name="Text Box 10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9070" y="6292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3" name="直接连接符 302"/>
            <p:cNvCxnSpPr/>
            <p:nvPr>
              <p:custDataLst>
                <p:tags r:id="rId49"/>
              </p:custDataLst>
            </p:nvPr>
          </p:nvCxnSpPr>
          <p:spPr bwMode="auto">
            <a:xfrm>
              <a:off x="9240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4" name="直接连接符 303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9581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51"/>
              </p:custDataLst>
            </p:nvPr>
          </p:nvCxnSpPr>
          <p:spPr bwMode="auto">
            <a:xfrm>
              <a:off x="7991" y="6462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52"/>
              </p:custDataLst>
            </p:nvPr>
          </p:nvCxnSpPr>
          <p:spPr bwMode="auto">
            <a:xfrm>
              <a:off x="7991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7" name="Text Box 18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8048" y="6123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08" name="Text Box 1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7937" y="6917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9" name="直接连接符 480"/>
            <p:cNvCxnSpPr/>
            <p:nvPr>
              <p:custDataLst>
                <p:tags r:id="rId55"/>
              </p:custDataLst>
            </p:nvPr>
          </p:nvCxnSpPr>
          <p:spPr bwMode="auto">
            <a:xfrm>
              <a:off x="8164" y="6462"/>
              <a:ext cx="28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56"/>
              </p:custDataLst>
            </p:nvPr>
          </p:nvCxnSpPr>
          <p:spPr bwMode="auto">
            <a:xfrm>
              <a:off x="7991" y="606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1" name="等腰三角形 310"/>
            <p:cNvSpPr/>
            <p:nvPr>
              <p:custDataLst>
                <p:tags r:id="rId57"/>
              </p:custDataLst>
            </p:nvPr>
          </p:nvSpPr>
          <p:spPr bwMode="auto">
            <a:xfrm>
              <a:off x="912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12" name="直接连接符 311"/>
            <p:cNvCxnSpPr/>
            <p:nvPr>
              <p:custDataLst>
                <p:tags r:id="rId58"/>
              </p:custDataLst>
            </p:nvPr>
          </p:nvCxnSpPr>
          <p:spPr bwMode="auto">
            <a:xfrm>
              <a:off x="8957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59"/>
              </p:custDataLst>
            </p:nvPr>
          </p:nvCxnSpPr>
          <p:spPr bwMode="auto">
            <a:xfrm flipH="1" flipV="1">
              <a:off x="9751" y="7086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60"/>
              </p:custDataLst>
            </p:nvPr>
          </p:nvCxnSpPr>
          <p:spPr bwMode="auto">
            <a:xfrm>
              <a:off x="8844" y="6802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8617" y="708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6" name="Text Box 18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8277" y="731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7" name="直接连接符 316"/>
            <p:cNvCxnSpPr/>
            <p:nvPr>
              <p:custDataLst>
                <p:tags r:id="rId63"/>
              </p:custDataLst>
            </p:nvPr>
          </p:nvCxnSpPr>
          <p:spPr bwMode="auto">
            <a:xfrm flipH="1" flipV="1">
              <a:off x="7653" y="708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8" name="Text Box 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1281" y="7427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9" name="Text Box 23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11620" y="6407"/>
              <a:ext cx="850" cy="73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异步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20" name="直接连接符 319"/>
            <p:cNvCxnSpPr/>
            <p:nvPr>
              <p:custDataLst>
                <p:tags r:id="rId66"/>
              </p:custDataLst>
            </p:nvPr>
          </p:nvCxnSpPr>
          <p:spPr bwMode="auto">
            <a:xfrm>
              <a:off x="10658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10942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68"/>
              </p:custDataLst>
            </p:nvPr>
          </p:nvCxnSpPr>
          <p:spPr bwMode="auto">
            <a:xfrm>
              <a:off x="11166" y="65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69"/>
              </p:custDataLst>
            </p:nvPr>
          </p:nvCxnSpPr>
          <p:spPr bwMode="auto">
            <a:xfrm>
              <a:off x="11166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4" name="直接连接符 323"/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11166" y="703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/>
            <p:nvPr>
              <p:custDataLst>
                <p:tags r:id="rId71"/>
              </p:custDataLst>
            </p:nvPr>
          </p:nvCxnSpPr>
          <p:spPr bwMode="auto">
            <a:xfrm>
              <a:off x="10259" y="652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72"/>
              </p:custDataLst>
            </p:nvPr>
          </p:nvCxnSpPr>
          <p:spPr bwMode="auto">
            <a:xfrm>
              <a:off x="10259" y="6520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7" name="Text Box 18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0488" y="635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8" name="等腰三角形 327"/>
            <p:cNvSpPr/>
            <p:nvPr>
              <p:custDataLst>
                <p:tags r:id="rId74"/>
              </p:custDataLst>
            </p:nvPr>
          </p:nvSpPr>
          <p:spPr bwMode="auto">
            <a:xfrm>
              <a:off x="1054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29" name="直接连接符 328"/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11792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0" name="直接连接符 329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12358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77"/>
              </p:custDataLst>
            </p:nvPr>
          </p:nvCxnSpPr>
          <p:spPr bwMode="auto">
            <a:xfrm>
              <a:off x="1037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78"/>
              </p:custDataLst>
            </p:nvPr>
          </p:nvCxnSpPr>
          <p:spPr bwMode="auto">
            <a:xfrm flipH="1" flipV="1">
              <a:off x="11111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79"/>
              </p:custDataLst>
            </p:nvPr>
          </p:nvCxnSpPr>
          <p:spPr bwMode="auto">
            <a:xfrm>
              <a:off x="10204" y="6407"/>
              <a:ext cx="28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4" name="Text Box 23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2812" y="6407"/>
              <a:ext cx="737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35" name="直接连接符 334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12472" y="6747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36" name="直接连接符 335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13266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7" name="Text Box 18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2925" y="7427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WMFC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8" name="Text Box 18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0486" y="6804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39" name="Text Box 18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9921" y="6010"/>
              <a:ext cx="374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写为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，三态门为</a:t>
              </a:r>
              <a:r>
                <a:rPr lang="en-US" altLang="zh-CN" sz="1600" b="1" dirty="0" err="1" smtClean="0">
                  <a:latin typeface="宋体" panose="02010600030101010101" pitchFamily="2" charset="-122"/>
                  <a:sym typeface="+mn-ea"/>
                </a:rPr>
                <a:t>X</a:t>
              </a:r>
              <a:r>
                <a:rPr lang="en-US" altLang="zh-CN" sz="1600" b="1" baseline="-18000" dirty="0" err="1" smtClean="0">
                  <a:latin typeface="宋体" panose="02010600030101010101" pitchFamily="2" charset="-122"/>
                  <a:sym typeface="+mn-ea"/>
                </a:rPr>
                <a:t>out</a:t>
              </a:r>
              <a:endParaRPr lang="zh-CN" altLang="en-US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0" name="Text Box 18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9581" y="7314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1" name="矩形 340"/>
            <p:cNvSpPr/>
            <p:nvPr>
              <p:custDataLst>
                <p:tags r:id="rId87"/>
              </p:custDataLst>
            </p:nvPr>
          </p:nvSpPr>
          <p:spPr bwMode="auto">
            <a:xfrm>
              <a:off x="8447" y="6690"/>
              <a:ext cx="113" cy="11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" name="矩形 341"/>
            <p:cNvSpPr/>
            <p:nvPr>
              <p:custDataLst>
                <p:tags r:id="rId88"/>
              </p:custDataLst>
            </p:nvPr>
          </p:nvSpPr>
          <p:spPr bwMode="auto">
            <a:xfrm>
              <a:off x="8447" y="6860"/>
              <a:ext cx="100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0" name="Text Box 5"/>
          <p:cNvSpPr txBox="1">
            <a:spLocks noChangeArrowheads="1"/>
          </p:cNvSpPr>
          <p:nvPr>
            <p:custDataLst>
              <p:tags r:id="rId89"/>
            </p:custDataLst>
          </p:nvPr>
        </p:nvSpPr>
        <p:spPr bwMode="auto">
          <a:xfrm>
            <a:off x="179512" y="3924980"/>
            <a:ext cx="8784976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RD←Imme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双字长指令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11" name="Text Box 318"/>
          <p:cNvSpPr txBox="1">
            <a:spLocks noChangeArrowheads="1"/>
          </p:cNvSpPr>
          <p:nvPr>
            <p:custDataLst>
              <p:tags r:id="rId90"/>
            </p:custDataLst>
          </p:nvPr>
        </p:nvSpPr>
        <p:spPr bwMode="auto">
          <a:xfrm>
            <a:off x="1259840" y="5184775"/>
            <a:ext cx="368871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MAR</a:t>
            </a:r>
            <a:r>
              <a:rPr lang="en-US" altLang="zh-CN" sz="2000" b="1" dirty="0">
                <a:latin typeface="+mn-ea"/>
              </a:rPr>
              <a:t>←(PC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spc="-100" dirty="0" smtClean="0">
                <a:latin typeface="+mn-ea"/>
              </a:rPr>
              <a:t>MDR</a:t>
            </a:r>
            <a:r>
              <a:rPr lang="en-US" altLang="zh-CN" sz="2000" b="1" spc="-100" dirty="0">
                <a:latin typeface="+mn-ea"/>
              </a:rPr>
              <a:t>←M[(MAR</a:t>
            </a:r>
            <a:r>
              <a:rPr lang="en-US" altLang="zh-CN" sz="2000" b="1" spc="-100" dirty="0" smtClean="0">
                <a:latin typeface="+mn-ea"/>
              </a:rPr>
              <a:t>)],PC</a:t>
            </a:r>
            <a:r>
              <a:rPr lang="en-US" altLang="zh-CN" sz="2000" b="1" spc="-100" dirty="0">
                <a:latin typeface="+mn-ea"/>
              </a:rPr>
              <a:t>←(PC)</a:t>
            </a:r>
            <a:r>
              <a:rPr lang="zh-CN" altLang="zh-CN" sz="2000" b="1" spc="-100" dirty="0">
                <a:latin typeface="+mn-ea"/>
              </a:rPr>
              <a:t>＋</a:t>
            </a:r>
            <a:r>
              <a:rPr lang="en-US" altLang="zh-CN" sz="2000" b="1" spc="-100" dirty="0" smtClean="0">
                <a:latin typeface="+mn-ea"/>
              </a:rPr>
              <a:t>1</a:t>
            </a:r>
            <a:endParaRPr lang="en-US" altLang="zh-CN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RD←</a:t>
            </a:r>
            <a:r>
              <a:rPr lang="en-US" altLang="zh-CN" sz="2000" b="1" dirty="0">
                <a:latin typeface="+mn-ea"/>
              </a:rPr>
              <a:t>(MDR</a:t>
            </a:r>
            <a:r>
              <a:rPr lang="en-US" altLang="zh-CN" sz="2000" b="1" dirty="0" smtClean="0">
                <a:latin typeface="+mn-ea"/>
              </a:rPr>
              <a:t>)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1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12" name="Text Box 318"/>
          <p:cNvSpPr txBox="1">
            <a:spLocks noChangeArrowheads="1"/>
          </p:cNvSpPr>
          <p:nvPr>
            <p:custDataLst>
              <p:tags r:id="rId91"/>
            </p:custDataLst>
          </p:nvPr>
        </p:nvSpPr>
        <p:spPr bwMode="auto">
          <a:xfrm>
            <a:off x="4968000" y="5184980"/>
            <a:ext cx="3168352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PC</a:t>
            </a:r>
            <a:r>
              <a:rPr lang="en-US" altLang="zh-CN" sz="2000" b="1" baseline="-18000" dirty="0" err="1" smtClean="0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MEMR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WMFC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+mn-ea"/>
              </a:rPr>
              <a:t>PC</a:t>
            </a:r>
            <a:r>
              <a:rPr lang="en-US" altLang="zh-CN" sz="2000" b="1" baseline="-18000" dirty="0">
                <a:latin typeface="+mn-ea"/>
              </a:rPr>
              <a:t>+1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MDR</a:t>
            </a:r>
            <a:r>
              <a:rPr lang="en-US" altLang="zh-CN" sz="2000" b="1" baseline="-18000" dirty="0" err="1">
                <a:latin typeface="+mn-ea"/>
              </a:rPr>
              <a:t>out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r>
              <a:rPr lang="zh-CN" altLang="en-US" sz="2000" b="1" dirty="0">
                <a:latin typeface="+mn-ea"/>
              </a:rPr>
              <a:t>，</a:t>
            </a:r>
            <a:r>
              <a:rPr lang="en-US" altLang="zh-CN" sz="2000" b="1" dirty="0" smtClean="0">
                <a:latin typeface="+mn-ea"/>
              </a:rPr>
              <a:t>End</a:t>
            </a:r>
            <a:endParaRPr lang="en-US" altLang="zh-CN" sz="2000" b="1" baseline="-18000" dirty="0">
              <a:latin typeface="+mn-ea"/>
            </a:endParaRPr>
          </a:p>
        </p:txBody>
      </p:sp>
      <p:sp>
        <p:nvSpPr>
          <p:cNvPr id="113" name="Text Box 322"/>
          <p:cNvSpPr txBox="1">
            <a:spLocks noChangeArrowheads="1"/>
          </p:cNvSpPr>
          <p:nvPr/>
        </p:nvSpPr>
        <p:spPr bwMode="auto">
          <a:xfrm>
            <a:off x="3347720" y="4392980"/>
            <a:ext cx="4603750" cy="783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631825" indent="-631825" algn="l">
              <a:lnSpc>
                <a:spcPct val="125000"/>
              </a:lnSpc>
            </a:pPr>
            <a:r>
              <a:rPr lang="zh-CN" altLang="en-US" sz="18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注</a:t>
            </a:r>
            <a:r>
              <a:rPr lang="en-US" altLang="zh-CN" sz="18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取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指时仅取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首个字</a:t>
            </a:r>
            <a:r>
              <a:rPr lang="zh-CN" altLang="en-US" sz="1800" b="1" dirty="0">
                <a:latin typeface="宋体" panose="02010600030101010101" pitchFamily="2" charset="-122"/>
              </a:rPr>
              <a:t>，执行时取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其余字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；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631825" indent="-631825" algn="l">
              <a:lnSpc>
                <a:spcPct val="12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每取一个字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，应及时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修改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PC</a:t>
            </a:r>
            <a:endParaRPr lang="en-US" altLang="zh-CN" sz="1800" b="1" spc="-15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1399747" y="4428980"/>
            <a:ext cx="1732093" cy="744781"/>
            <a:chOff x="6800347" y="3980363"/>
            <a:chExt cx="1732093" cy="744781"/>
          </a:xfrm>
        </p:grpSpPr>
        <p:sp>
          <p:nvSpPr>
            <p:cNvPr id="115" name="Text Box 187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8244408" y="4155353"/>
              <a:ext cx="288032" cy="521642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6" name="Line 191"/>
            <p:cNvSpPr>
              <a:spLocks noChangeShapeType="1"/>
            </p:cNvSpPr>
            <p:nvPr>
              <p:custDataLst>
                <p:tags r:id="rId93"/>
              </p:custDataLst>
            </p:nvPr>
          </p:nvSpPr>
          <p:spPr bwMode="auto">
            <a:xfrm flipH="1" flipV="1">
              <a:off x="7524328" y="4191639"/>
              <a:ext cx="720080" cy="20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arrow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17" name="Text Box 186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6804248" y="4460971"/>
              <a:ext cx="723981" cy="216024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8" name="Text Box 186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6800347" y="4028923"/>
              <a:ext cx="723981" cy="432048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OP 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Imme</a:t>
              </a:r>
              <a:endPara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9" name="Line 188"/>
            <p:cNvSpPr>
              <a:spLocks noChangeShapeType="1"/>
            </p:cNvSpPr>
            <p:nvPr>
              <p:custDataLst>
                <p:tags r:id="rId96"/>
              </p:custDataLst>
            </p:nvPr>
          </p:nvSpPr>
          <p:spPr bwMode="auto">
            <a:xfrm>
              <a:off x="6804247" y="3980363"/>
              <a:ext cx="1" cy="7447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0" name="Line 192"/>
            <p:cNvSpPr>
              <a:spLocks noChangeShapeType="1"/>
            </p:cNvSpPr>
            <p:nvPr>
              <p:custDataLst>
                <p:tags r:id="rId97"/>
              </p:custDataLst>
            </p:nvPr>
          </p:nvSpPr>
          <p:spPr bwMode="auto">
            <a:xfrm>
              <a:off x="6804249" y="4028923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1" name="Line 188"/>
            <p:cNvSpPr>
              <a:spLocks noChangeShapeType="1"/>
            </p:cNvSpPr>
            <p:nvPr>
              <p:custDataLst>
                <p:tags r:id="rId98"/>
              </p:custDataLst>
            </p:nvPr>
          </p:nvSpPr>
          <p:spPr bwMode="auto">
            <a:xfrm>
              <a:off x="7524328" y="3980363"/>
              <a:ext cx="0" cy="7447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2" name="Line 192"/>
            <p:cNvSpPr>
              <a:spLocks noChangeShapeType="1"/>
            </p:cNvSpPr>
            <p:nvPr>
              <p:custDataLst>
                <p:tags r:id="rId99"/>
              </p:custDataLst>
            </p:nvPr>
          </p:nvSpPr>
          <p:spPr bwMode="auto">
            <a:xfrm>
              <a:off x="6804248" y="4244947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3" name="Line 192"/>
            <p:cNvSpPr>
              <a:spLocks noChangeShapeType="1"/>
            </p:cNvSpPr>
            <p:nvPr>
              <p:custDataLst>
                <p:tags r:id="rId100"/>
              </p:custDataLst>
            </p:nvPr>
          </p:nvSpPr>
          <p:spPr bwMode="auto">
            <a:xfrm>
              <a:off x="6804248" y="4460971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4" name="Line 192"/>
            <p:cNvSpPr>
              <a:spLocks noChangeShapeType="1"/>
            </p:cNvSpPr>
            <p:nvPr>
              <p:custDataLst>
                <p:tags r:id="rId101"/>
              </p:custDataLst>
            </p:nvPr>
          </p:nvSpPr>
          <p:spPr bwMode="auto">
            <a:xfrm>
              <a:off x="6804248" y="4676995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5" name="Text Box 187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7554234" y="3981695"/>
              <a:ext cx="690174" cy="19124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取指前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26" name="Line 191"/>
            <p:cNvSpPr>
              <a:spLocks noChangeShapeType="1"/>
            </p:cNvSpPr>
            <p:nvPr>
              <p:custDataLst>
                <p:tags r:id="rId103"/>
              </p:custDataLst>
            </p:nvPr>
          </p:nvSpPr>
          <p:spPr bwMode="auto">
            <a:xfrm flipH="1" flipV="1">
              <a:off x="7524327" y="4388963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arrow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7" name="Text Box 187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7554234" y="4197719"/>
              <a:ext cx="690174" cy="19124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取指后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Line 191"/>
            <p:cNvSpPr>
              <a:spLocks noChangeShapeType="1"/>
            </p:cNvSpPr>
            <p:nvPr>
              <p:custDataLst>
                <p:tags r:id="rId105"/>
              </p:custDataLst>
            </p:nvPr>
          </p:nvSpPr>
          <p:spPr bwMode="auto">
            <a:xfrm flipH="1" flipV="1">
              <a:off x="7524328" y="4624919"/>
              <a:ext cx="720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arrow" w="sm" len="sm"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29" name="Text Box 187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7554235" y="4408303"/>
              <a:ext cx="690174" cy="19124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执行后</a:t>
              </a:r>
              <a:endParaRPr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31" name="AutoShape 62">
            <a:hlinkClick r:id="rId107" action="ppaction://hlinksldjump"/>
          </p:cNvPr>
          <p:cNvSpPr>
            <a:spLocks noChangeArrowheads="1"/>
          </p:cNvSpPr>
          <p:nvPr>
            <p:custDataLst>
              <p:tags r:id="rId108"/>
            </p:custDataLst>
          </p:nvPr>
        </p:nvSpPr>
        <p:spPr bwMode="auto">
          <a:xfrm rot="16200000">
            <a:off x="2988172" y="652499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 animBg="1"/>
      <p:bldP spid="17" grpId="0" bldLvl="0" animBg="1"/>
      <p:bldP spid="21" grpId="0" bldLvl="0" animBg="1"/>
      <p:bldP spid="18" grpId="0" bldLvl="0" animBg="1"/>
      <p:bldP spid="20" grpId="0" bldLvl="0" animBg="1"/>
      <p:bldP spid="111" grpId="0" bldLvl="0" animBg="1"/>
      <p:bldP spid="112" grpId="0" bldLvl="0" animBg="1"/>
      <p:bldP spid="1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30" name="Text Box 5"/>
          <p:cNvSpPr txBox="1">
            <a:spLocks noChangeArrowheads="1"/>
          </p:cNvSpPr>
          <p:nvPr/>
        </p:nvSpPr>
        <p:spPr bwMode="auto">
          <a:xfrm>
            <a:off x="179512" y="3312000"/>
            <a:ext cx="8784976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所有指令周期的组织结果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状态转换图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汇总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各</a:t>
            </a:r>
            <a:r>
              <a:rPr lang="en-US" altLang="zh-CN" sz="1800" dirty="0" err="1" smtClean="0"/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OPCmd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序列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zh-CN" altLang="en-US" sz="16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323528" y="3852000"/>
            <a:ext cx="8640960" cy="2520352"/>
            <a:chOff x="323512" y="3573016"/>
            <a:chExt cx="8640960" cy="2520352"/>
          </a:xfrm>
        </p:grpSpPr>
        <p:cxnSp>
          <p:nvCxnSpPr>
            <p:cNvPr id="5" name="直接箭头连接符 4"/>
            <p:cNvCxnSpPr/>
            <p:nvPr/>
          </p:nvCxnSpPr>
          <p:spPr bwMode="auto">
            <a:xfrm>
              <a:off x="3204000" y="3724279"/>
              <a:ext cx="28819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接箭头连接符 16"/>
            <p:cNvCxnSpPr/>
            <p:nvPr/>
          </p:nvCxnSpPr>
          <p:spPr bwMode="auto">
            <a:xfrm>
              <a:off x="323512" y="6093272"/>
              <a:ext cx="864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>
              <a:off x="8603472" y="4653104"/>
              <a:ext cx="0" cy="144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/>
            <p:nvPr/>
          </p:nvCxnSpPr>
          <p:spPr bwMode="auto">
            <a:xfrm flipV="1">
              <a:off x="323512" y="3717368"/>
              <a:ext cx="0" cy="237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8" name="Text Box 323"/>
            <p:cNvSpPr txBox="1">
              <a:spLocks noChangeArrowheads="1"/>
            </p:cNvSpPr>
            <p:nvPr/>
          </p:nvSpPr>
          <p:spPr bwMode="auto">
            <a:xfrm>
              <a:off x="1835848" y="3580279"/>
              <a:ext cx="136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PC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58" name="Text Box 323"/>
            <p:cNvSpPr txBox="1">
              <a:spLocks noChangeArrowheads="1"/>
            </p:cNvSpPr>
            <p:nvPr/>
          </p:nvSpPr>
          <p:spPr bwMode="auto">
            <a:xfrm>
              <a:off x="3492032" y="3573016"/>
              <a:ext cx="194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MEMR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WMFC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1800" b="1" dirty="0">
                  <a:latin typeface="+mn-ea"/>
                </a:rPr>
                <a:t>PC</a:t>
              </a:r>
              <a:r>
                <a:rPr lang="en-US" altLang="zh-CN" sz="1800" b="1" baseline="-18000" dirty="0">
                  <a:latin typeface="+mn-ea"/>
                </a:rPr>
                <a:t>+1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59" name="直接箭头连接符 58"/>
            <p:cNvCxnSpPr/>
            <p:nvPr/>
          </p:nvCxnSpPr>
          <p:spPr bwMode="auto">
            <a:xfrm>
              <a:off x="5436088" y="3717032"/>
              <a:ext cx="28819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0" name="Text Box 323"/>
            <p:cNvSpPr txBox="1">
              <a:spLocks noChangeArrowheads="1"/>
            </p:cNvSpPr>
            <p:nvPr/>
          </p:nvSpPr>
          <p:spPr bwMode="auto">
            <a:xfrm>
              <a:off x="5724280" y="3573016"/>
              <a:ext cx="136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MDR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IR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61" name="直接箭头连接符 60"/>
            <p:cNvCxnSpPr/>
            <p:nvPr/>
          </p:nvCxnSpPr>
          <p:spPr bwMode="auto">
            <a:xfrm>
              <a:off x="1187608" y="4077518"/>
              <a:ext cx="777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 flipH="1">
              <a:off x="6372352" y="386107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 flipH="1">
              <a:off x="1187608" y="4077096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Text Box 323"/>
            <p:cNvSpPr txBox="1">
              <a:spLocks noChangeArrowheads="1"/>
            </p:cNvSpPr>
            <p:nvPr/>
          </p:nvSpPr>
          <p:spPr bwMode="auto">
            <a:xfrm>
              <a:off x="467672" y="4869160"/>
              <a:ext cx="136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MEMR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WMFC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69" name="Text Box 323"/>
            <p:cNvSpPr txBox="1">
              <a:spLocks noChangeArrowheads="1"/>
            </p:cNvSpPr>
            <p:nvPr/>
          </p:nvSpPr>
          <p:spPr bwMode="auto">
            <a:xfrm>
              <a:off x="467672" y="4369399"/>
              <a:ext cx="20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G</a:t>
              </a:r>
              <a:r>
                <a:rPr lang="en-US" altLang="zh-CN" sz="1800" b="1" dirty="0" err="1">
                  <a:latin typeface="+mn-ea"/>
                </a:rPr>
                <a:t>R</a:t>
              </a:r>
              <a:r>
                <a:rPr lang="en-US" altLang="zh-CN" sz="1800" b="1" baseline="-25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 bwMode="auto">
            <a:xfrm flipH="1">
              <a:off x="1187608" y="465316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/>
            <p:cNvCxnSpPr/>
            <p:nvPr/>
          </p:nvCxnSpPr>
          <p:spPr bwMode="auto">
            <a:xfrm flipH="1">
              <a:off x="1187608" y="5157216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2" name="Text Box 323"/>
            <p:cNvSpPr txBox="1">
              <a:spLocks noChangeArrowheads="1"/>
            </p:cNvSpPr>
            <p:nvPr/>
          </p:nvSpPr>
          <p:spPr bwMode="auto">
            <a:xfrm>
              <a:off x="467528" y="5589272"/>
              <a:ext cx="194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MDR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 bwMode="auto">
            <a:xfrm flipH="1">
              <a:off x="3203832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4" name="Text Box 323"/>
            <p:cNvSpPr txBox="1">
              <a:spLocks noChangeArrowheads="1"/>
            </p:cNvSpPr>
            <p:nvPr/>
          </p:nvSpPr>
          <p:spPr bwMode="auto">
            <a:xfrm>
              <a:off x="2627912" y="4869136"/>
              <a:ext cx="136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MDR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75" name="Text Box 323"/>
            <p:cNvSpPr txBox="1">
              <a:spLocks noChangeArrowheads="1"/>
            </p:cNvSpPr>
            <p:nvPr/>
          </p:nvSpPr>
          <p:spPr bwMode="auto">
            <a:xfrm>
              <a:off x="2627912" y="4369375"/>
              <a:ext cx="20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G</a:t>
              </a:r>
              <a:r>
                <a:rPr lang="en-US" altLang="zh-CN" sz="1800" b="1" dirty="0" err="1">
                  <a:latin typeface="+mn-ea"/>
                </a:rPr>
                <a:t>R</a:t>
              </a:r>
              <a:r>
                <a:rPr lang="en-US" altLang="zh-CN" sz="1800" b="1" baseline="-25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76" name="直接箭头连接符 75"/>
            <p:cNvCxnSpPr/>
            <p:nvPr/>
          </p:nvCxnSpPr>
          <p:spPr bwMode="auto">
            <a:xfrm flipH="1">
              <a:off x="3203832" y="465313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直接箭头连接符 76"/>
            <p:cNvCxnSpPr/>
            <p:nvPr/>
          </p:nvCxnSpPr>
          <p:spPr bwMode="auto">
            <a:xfrm flipH="1">
              <a:off x="3203832" y="5157192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8" name="Text Box 323"/>
            <p:cNvSpPr txBox="1">
              <a:spLocks noChangeArrowheads="1"/>
            </p:cNvSpPr>
            <p:nvPr/>
          </p:nvSpPr>
          <p:spPr bwMode="auto">
            <a:xfrm>
              <a:off x="2627768" y="5589248"/>
              <a:ext cx="20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MEMW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WMFC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82" name="直接箭头连接符 81"/>
            <p:cNvCxnSpPr/>
            <p:nvPr/>
          </p:nvCxnSpPr>
          <p:spPr bwMode="auto">
            <a:xfrm flipH="1">
              <a:off x="5364216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3" name="Text Box 323"/>
            <p:cNvSpPr txBox="1">
              <a:spLocks noChangeArrowheads="1"/>
            </p:cNvSpPr>
            <p:nvPr/>
          </p:nvSpPr>
          <p:spPr bwMode="auto">
            <a:xfrm>
              <a:off x="4788296" y="4869136"/>
              <a:ext cx="1440000" cy="50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G</a:t>
              </a:r>
              <a:r>
                <a:rPr lang="en-US" altLang="zh-CN" sz="1800" b="1" dirty="0" err="1">
                  <a:latin typeface="+mn-ea"/>
                </a:rPr>
                <a:t>R</a:t>
              </a:r>
              <a:r>
                <a:rPr lang="en-US" altLang="zh-CN" sz="1800" b="1" baseline="-25000" dirty="0" err="1">
                  <a:latin typeface="+mn-ea"/>
                </a:rPr>
                <a:t>sel</a:t>
              </a:r>
              <a:r>
                <a:rPr lang="zh-CN" altLang="en-US" sz="1800" b="1" dirty="0" smtClean="0">
                  <a:latin typeface="+mn-ea"/>
                </a:rPr>
                <a:t>、</a:t>
              </a:r>
              <a:endParaRPr lang="en-US" altLang="zh-CN" sz="1800" b="1" dirty="0" smtClean="0">
                <a:latin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</a:rPr>
                <a:t>op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01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Z</a:t>
              </a:r>
              <a:r>
                <a:rPr lang="en-US" altLang="zh-CN" sz="1800" b="1" baseline="-18000" dirty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84" name="Text Box 323"/>
            <p:cNvSpPr txBox="1">
              <a:spLocks noChangeArrowheads="1"/>
            </p:cNvSpPr>
            <p:nvPr/>
          </p:nvSpPr>
          <p:spPr bwMode="auto">
            <a:xfrm>
              <a:off x="4788296" y="4369375"/>
              <a:ext cx="1152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Y</a:t>
              </a:r>
              <a:r>
                <a:rPr lang="en-US" altLang="zh-CN" sz="1800" b="1" baseline="-18000" dirty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85" name="直接箭头连接符 84"/>
            <p:cNvCxnSpPr/>
            <p:nvPr/>
          </p:nvCxnSpPr>
          <p:spPr bwMode="auto">
            <a:xfrm flipH="1">
              <a:off x="5364216" y="465313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85"/>
            <p:cNvCxnSpPr/>
            <p:nvPr/>
          </p:nvCxnSpPr>
          <p:spPr bwMode="auto">
            <a:xfrm flipH="1">
              <a:off x="5364216" y="537321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7" name="Text Box 323"/>
            <p:cNvSpPr txBox="1">
              <a:spLocks noChangeArrowheads="1"/>
            </p:cNvSpPr>
            <p:nvPr/>
          </p:nvSpPr>
          <p:spPr bwMode="auto">
            <a:xfrm>
              <a:off x="4788152" y="5589248"/>
              <a:ext cx="172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Z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en-US" altLang="zh-CN" sz="1800" b="1" baseline="-18000" dirty="0">
                <a:latin typeface="+mn-ea"/>
              </a:endParaRPr>
            </a:p>
          </p:txBody>
        </p:sp>
        <p:cxnSp>
          <p:nvCxnSpPr>
            <p:cNvPr id="88" name="直接箭头连接符 87"/>
            <p:cNvCxnSpPr/>
            <p:nvPr/>
          </p:nvCxnSpPr>
          <p:spPr bwMode="auto">
            <a:xfrm flipH="1">
              <a:off x="7236152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9" name="Text Box 323"/>
            <p:cNvSpPr txBox="1">
              <a:spLocks noChangeArrowheads="1"/>
            </p:cNvSpPr>
            <p:nvPr/>
          </p:nvSpPr>
          <p:spPr bwMode="auto">
            <a:xfrm>
              <a:off x="6660232" y="4869136"/>
              <a:ext cx="1440000" cy="50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ExtU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 smtClean="0">
                  <a:latin typeface="+mn-ea"/>
                </a:rPr>
                <a:t>、</a:t>
              </a:r>
              <a:endParaRPr lang="en-US" altLang="zh-CN" sz="1800" b="1" dirty="0" smtClean="0">
                <a:latin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</a:rPr>
                <a:t>op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00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Z</a:t>
              </a:r>
              <a:r>
                <a:rPr lang="en-US" altLang="zh-CN" sz="1800" b="1" baseline="-18000" dirty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90" name="Text Box 323"/>
            <p:cNvSpPr txBox="1">
              <a:spLocks noChangeArrowheads="1"/>
            </p:cNvSpPr>
            <p:nvPr/>
          </p:nvSpPr>
          <p:spPr bwMode="auto">
            <a:xfrm>
              <a:off x="6660232" y="4369375"/>
              <a:ext cx="1152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PC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>
                  <a:latin typeface="+mn-ea"/>
                </a:rPr>
                <a:t>Y</a:t>
              </a:r>
              <a:r>
                <a:rPr lang="en-US" altLang="zh-CN" sz="1800" b="1" baseline="-18000" dirty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91" name="直接箭头连接符 90"/>
            <p:cNvCxnSpPr/>
            <p:nvPr/>
          </p:nvCxnSpPr>
          <p:spPr bwMode="auto">
            <a:xfrm flipH="1">
              <a:off x="7236152" y="465313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/>
          </p:nvCxnSpPr>
          <p:spPr bwMode="auto">
            <a:xfrm flipH="1">
              <a:off x="7236072" y="537324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3" name="Text Box 323"/>
            <p:cNvSpPr txBox="1">
              <a:spLocks noChangeArrowheads="1"/>
            </p:cNvSpPr>
            <p:nvPr/>
          </p:nvSpPr>
          <p:spPr bwMode="auto">
            <a:xfrm>
              <a:off x="6660088" y="5589272"/>
              <a:ext cx="172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Z</a:t>
              </a:r>
              <a:r>
                <a:rPr lang="en-US" altLang="zh-CN" sz="1800" b="1" baseline="-18000" dirty="0" err="1">
                  <a:latin typeface="+mn-ea"/>
                </a:rPr>
                <a:t>out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PC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en-US" altLang="zh-CN" sz="1800" b="1" baseline="-18000" dirty="0">
                <a:latin typeface="+mn-ea"/>
              </a:endParaRPr>
            </a:p>
          </p:txBody>
        </p:sp>
        <p:sp>
          <p:nvSpPr>
            <p:cNvPr id="94" name="Text Box 323"/>
            <p:cNvSpPr txBox="1">
              <a:spLocks noChangeArrowheads="1"/>
            </p:cNvSpPr>
            <p:nvPr/>
          </p:nvSpPr>
          <p:spPr bwMode="auto">
            <a:xfrm>
              <a:off x="8316352" y="4365104"/>
              <a:ext cx="50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</a:rPr>
                <a:t>End</a:t>
              </a:r>
              <a:endParaRPr lang="en-US" altLang="zh-CN" sz="1800" b="1" baseline="-18000" dirty="0">
                <a:latin typeface="+mn-ea"/>
              </a:endParaRPr>
            </a:p>
          </p:txBody>
        </p:sp>
        <p:cxnSp>
          <p:nvCxnSpPr>
            <p:cNvPr id="95" name="直接箭头连接符 94"/>
            <p:cNvCxnSpPr/>
            <p:nvPr/>
          </p:nvCxnSpPr>
          <p:spPr bwMode="auto">
            <a:xfrm flipH="1">
              <a:off x="1187608" y="587729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 flipH="1">
              <a:off x="3203832" y="587727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 flipH="1">
              <a:off x="5364152" y="587729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8" name="直接箭头连接符 97"/>
            <p:cNvCxnSpPr/>
            <p:nvPr/>
          </p:nvCxnSpPr>
          <p:spPr bwMode="auto">
            <a:xfrm flipH="1">
              <a:off x="7236152" y="587729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/>
            <p:cNvCxnSpPr/>
            <p:nvPr/>
          </p:nvCxnSpPr>
          <p:spPr bwMode="auto">
            <a:xfrm flipH="1">
              <a:off x="8604304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323512" y="3717032"/>
              <a:ext cx="151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1" name="Text Box 63"/>
            <p:cNvSpPr txBox="1">
              <a:spLocks noChangeArrowheads="1"/>
            </p:cNvSpPr>
            <p:nvPr/>
          </p:nvSpPr>
          <p:spPr bwMode="auto">
            <a:xfrm>
              <a:off x="2771848" y="4076179"/>
              <a:ext cx="432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ST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3"/>
            <p:cNvSpPr txBox="1">
              <a:spLocks noChangeArrowheads="1"/>
            </p:cNvSpPr>
            <p:nvPr/>
          </p:nvSpPr>
          <p:spPr bwMode="auto">
            <a:xfrm>
              <a:off x="755624" y="4077072"/>
              <a:ext cx="432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LD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3" name="Text Box 63"/>
            <p:cNvSpPr txBox="1">
              <a:spLocks noChangeArrowheads="1"/>
            </p:cNvSpPr>
            <p:nvPr/>
          </p:nvSpPr>
          <p:spPr bwMode="auto">
            <a:xfrm>
              <a:off x="7452320" y="4077072"/>
              <a:ext cx="1152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JNZ(ZF=1)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4" name="Text Box 63"/>
            <p:cNvSpPr txBox="1">
              <a:spLocks noChangeArrowheads="1"/>
            </p:cNvSpPr>
            <p:nvPr/>
          </p:nvSpPr>
          <p:spPr bwMode="auto">
            <a:xfrm>
              <a:off x="4788024" y="4077965"/>
              <a:ext cx="576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63"/>
            <p:cNvSpPr txBox="1">
              <a:spLocks noChangeArrowheads="1"/>
            </p:cNvSpPr>
            <p:nvPr/>
          </p:nvSpPr>
          <p:spPr bwMode="auto">
            <a:xfrm>
              <a:off x="6084168" y="4077072"/>
              <a:ext cx="1152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JNZ(ZF=0)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8" name="直接箭头连接符 107"/>
            <p:cNvCxnSpPr/>
            <p:nvPr/>
          </p:nvCxnSpPr>
          <p:spPr bwMode="auto">
            <a:xfrm flipH="1">
              <a:off x="8964472" y="40770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/>
          </p:nvCxnSpPr>
          <p:spPr bwMode="auto">
            <a:xfrm flipH="1">
              <a:off x="8964472" y="587727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" name="Text Box 31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61470" y="1908000"/>
            <a:ext cx="3276000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195" rIns="36195" bIns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 smtClean="0">
                <a:latin typeface="+mn-ea"/>
              </a:rPr>
              <a:t>GR</a:t>
            </a:r>
            <a:r>
              <a:rPr lang="en-US" altLang="zh-CN" sz="1800" b="1" baseline="-18000" dirty="0" err="1" smtClean="0">
                <a:latin typeface="+mn-ea"/>
              </a:rPr>
              <a:t>out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smtClean="0">
                <a:latin typeface="+mn-ea"/>
              </a:rPr>
              <a:t>G</a:t>
            </a:r>
            <a:r>
              <a:rPr lang="en-US" altLang="zh-CN" sz="1800" b="1" dirty="0" err="1">
                <a:latin typeface="+mn-ea"/>
              </a:rPr>
              <a:t>R</a:t>
            </a:r>
            <a:r>
              <a:rPr lang="en-US" altLang="zh-CN" sz="1800" b="1" baseline="-25000" dirty="0" err="1">
                <a:latin typeface="+mn-ea"/>
              </a:rPr>
              <a:t>sel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 smtClean="0">
                <a:latin typeface="+mn-ea"/>
              </a:rPr>
              <a:t>Y</a:t>
            </a:r>
            <a:r>
              <a:rPr lang="en-US" altLang="zh-CN" sz="1800" b="1" baseline="-18000" dirty="0" smtClean="0">
                <a:latin typeface="+mn-ea"/>
              </a:rPr>
              <a:t>in</a:t>
            </a:r>
            <a:r>
              <a:rPr lang="zh-CN" altLang="en-US" sz="1800" b="1" dirty="0" smtClean="0">
                <a:latin typeface="+mn-ea"/>
              </a:rPr>
              <a:t>  </a:t>
            </a:r>
            <a:endParaRPr lang="en-US" altLang="zh-CN" sz="18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 smtClean="0">
                <a:latin typeface="+mn-ea"/>
              </a:rPr>
              <a:t>ExtU</a:t>
            </a:r>
            <a:r>
              <a:rPr lang="en-US" altLang="zh-CN" sz="1800" b="1" baseline="-18000" dirty="0" err="1" smtClean="0">
                <a:latin typeface="+mn-ea"/>
              </a:rPr>
              <a:t>out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err="1" smtClean="0">
                <a:latin typeface="+mn-ea"/>
              </a:rPr>
              <a:t>GR</a:t>
            </a:r>
            <a:r>
              <a:rPr lang="en-US" altLang="zh-CN" sz="1800" b="1" baseline="-18000" dirty="0" err="1" smtClean="0">
                <a:latin typeface="+mn-ea"/>
              </a:rPr>
              <a:t>out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smtClean="0">
                <a:latin typeface="+mn-ea"/>
              </a:rPr>
              <a:t>op=</a:t>
            </a:r>
            <a:r>
              <a:rPr lang="en-US" altLang="zh-CN" sz="1800" b="1" dirty="0" smtClean="0">
                <a:latin typeface="+mn-ea"/>
              </a:rPr>
              <a:t>01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smtClean="0">
                <a:latin typeface="+mn-ea"/>
              </a:rPr>
              <a:t>Z</a:t>
            </a:r>
            <a:r>
              <a:rPr lang="en-US" altLang="zh-CN" sz="1800" b="1" baseline="-18000" dirty="0" smtClean="0">
                <a:latin typeface="+mn-ea"/>
              </a:rPr>
              <a:t>in</a:t>
            </a:r>
            <a:r>
              <a:rPr lang="en-US" altLang="zh-CN" sz="1800" b="1" dirty="0" smtClean="0">
                <a:latin typeface="+mn-ea"/>
              </a:rPr>
              <a:t> </a:t>
            </a:r>
            <a:endParaRPr lang="en-US" altLang="zh-CN" sz="1800" b="1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 smtClean="0">
                <a:latin typeface="+mn-ea"/>
              </a:rPr>
              <a:t>GR</a:t>
            </a:r>
            <a:r>
              <a:rPr lang="en-US" altLang="zh-CN" sz="1800" b="1" baseline="-18000" dirty="0" err="1" smtClean="0">
                <a:latin typeface="+mn-ea"/>
              </a:rPr>
              <a:t>in</a:t>
            </a:r>
            <a:r>
              <a:rPr lang="zh-CN" altLang="en-US" sz="1800" b="1" dirty="0" smtClean="0">
                <a:latin typeface="+mn-ea"/>
              </a:rPr>
              <a:t>，</a:t>
            </a:r>
            <a:r>
              <a:rPr lang="en-US" altLang="zh-CN" sz="1800" b="1" dirty="0" smtClean="0">
                <a:latin typeface="+mn-ea"/>
              </a:rPr>
              <a:t>End</a:t>
            </a:r>
            <a:endParaRPr lang="en-US" altLang="zh-CN" sz="1800" b="1" baseline="-18000" dirty="0" smtClean="0">
              <a:latin typeface="+mn-ea"/>
            </a:endParaRPr>
          </a:p>
        </p:txBody>
      </p:sp>
      <p:sp>
        <p:nvSpPr>
          <p:cNvPr id="7" name="Text Box 31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6000" y="2772000"/>
            <a:ext cx="2556000" cy="540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功能：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RD←(RS)-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未知值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(RD)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sz="16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disp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冲突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</a:rPr>
              <a:t>→┘</a:t>
            </a:r>
            <a:endParaRPr lang="zh-CN" altLang="en-US" sz="16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 Box 31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602205" y="1548000"/>
            <a:ext cx="2340000" cy="1198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195" rIns="36195" bIns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>
                <a:latin typeface="+mn-ea"/>
              </a:rPr>
              <a:t>PC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en-US" altLang="zh-CN" sz="1800" b="1" dirty="0">
                <a:latin typeface="+mn-ea"/>
              </a:rPr>
              <a:t>Y</a:t>
            </a:r>
            <a:r>
              <a:rPr lang="en-US" altLang="zh-CN" sz="1800" b="1" baseline="-18000" dirty="0">
                <a:latin typeface="+mn-ea"/>
              </a:rPr>
              <a:t>in</a:t>
            </a:r>
            <a:r>
              <a:rPr lang="zh-CN" altLang="en-US" sz="1800" b="1" dirty="0">
                <a:latin typeface="+mn-ea"/>
              </a:rPr>
              <a:t> </a:t>
            </a:r>
            <a:endParaRPr lang="en-US" altLang="zh-CN" sz="18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 smtClean="0">
                <a:latin typeface="+mn-ea"/>
              </a:rPr>
              <a:t>ExtU</a:t>
            </a:r>
            <a:r>
              <a:rPr lang="en-US" altLang="zh-CN" sz="1800" b="1" baseline="-18000" dirty="0" err="1" smtClean="0">
                <a:latin typeface="+mn-ea"/>
              </a:rPr>
              <a:t>out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err="1" smtClean="0">
                <a:latin typeface="+mn-ea"/>
              </a:rPr>
              <a:t>GR</a:t>
            </a:r>
            <a:r>
              <a:rPr lang="en-US" altLang="zh-CN" sz="1800" b="1" baseline="-18000" dirty="0" err="1" smtClean="0">
                <a:latin typeface="+mn-ea"/>
              </a:rPr>
              <a:t>in</a:t>
            </a:r>
            <a:r>
              <a:rPr lang="zh-CN" altLang="en-US" sz="1800" b="1" dirty="0" smtClean="0">
                <a:latin typeface="+mn-ea"/>
              </a:rPr>
              <a:t> </a:t>
            </a:r>
            <a:endParaRPr lang="en-US" altLang="zh-CN" sz="1800" b="1" dirty="0" smtClean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t6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 smtClean="0">
                <a:latin typeface="+mn-ea"/>
              </a:rPr>
              <a:t>GR</a:t>
            </a:r>
            <a:r>
              <a:rPr lang="en-US" altLang="zh-CN" sz="1800" b="1" baseline="-18000" dirty="0" err="1" smtClean="0">
                <a:latin typeface="+mn-ea"/>
              </a:rPr>
              <a:t>out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smtClean="0">
                <a:latin typeface="+mn-ea"/>
              </a:rPr>
              <a:t>op=</a:t>
            </a:r>
            <a:r>
              <a:rPr lang="en-US" altLang="zh-CN" sz="1800" b="1" dirty="0" smtClean="0">
                <a:latin typeface="+mn-ea"/>
              </a:rPr>
              <a:t>00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err="1" smtClean="0">
                <a:latin typeface="+mn-ea"/>
              </a:rPr>
              <a:t>Z</a:t>
            </a:r>
            <a:r>
              <a:rPr lang="en-US" altLang="zh-CN" sz="1800" b="1" baseline="-18000" dirty="0" err="1" smtClean="0">
                <a:latin typeface="+mn-ea"/>
              </a:rPr>
              <a:t>in</a:t>
            </a:r>
            <a:endParaRPr lang="en-US" altLang="zh-CN" sz="18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t7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Z</a:t>
            </a:r>
            <a:r>
              <a:rPr lang="en-US" altLang="zh-CN" sz="1800" b="1" baseline="-18000" dirty="0" err="1">
                <a:latin typeface="+mn-ea"/>
              </a:rPr>
              <a:t>out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err="1" smtClean="0">
                <a:latin typeface="+mn-ea"/>
              </a:rPr>
              <a:t>PC</a:t>
            </a:r>
            <a:r>
              <a:rPr lang="en-US" altLang="zh-CN" sz="1800" b="1" baseline="-18000" dirty="0" err="1" smtClean="0">
                <a:latin typeface="+mn-ea"/>
              </a:rPr>
              <a:t>in</a:t>
            </a:r>
            <a:r>
              <a:rPr lang="zh-CN" altLang="en-US" sz="1800" b="1" dirty="0" smtClean="0">
                <a:latin typeface="+mn-ea"/>
              </a:rPr>
              <a:t>，</a:t>
            </a:r>
            <a:r>
              <a:rPr lang="en-US" altLang="zh-CN" sz="1800" b="1" dirty="0" smtClean="0">
                <a:latin typeface="+mn-ea"/>
              </a:rPr>
              <a:t>End</a:t>
            </a:r>
            <a:endParaRPr lang="en-US" altLang="zh-CN" sz="1800" b="1" baseline="-18000" dirty="0" smtClean="0">
              <a:latin typeface="+mn-ea"/>
            </a:endParaRPr>
          </a:p>
        </p:txBody>
      </p:sp>
      <p:sp>
        <p:nvSpPr>
          <p:cNvPr id="12" name="Text Box 31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496945" y="2700000"/>
            <a:ext cx="2484000" cy="57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0070C0"/>
                </a:solidFill>
                <a:latin typeface="+mn-ea"/>
              </a:rPr>
              <a:t>功能：</a:t>
            </a:r>
            <a:r>
              <a:rPr lang="en-US" altLang="zh-CN" sz="1800" b="1" dirty="0" smtClean="0">
                <a:latin typeface="+mn-ea"/>
              </a:rPr>
              <a:t>PC←(PC)+</a:t>
            </a:r>
            <a:r>
              <a:rPr lang="en-US" altLang="zh-CN" sz="1800" b="1" dirty="0" err="1" smtClean="0">
                <a:latin typeface="+mn-ea"/>
              </a:rPr>
              <a:t>disp</a:t>
            </a:r>
            <a:r>
              <a:rPr lang="zh-CN" altLang="en-US" sz="1800" b="1" dirty="0" smtClean="0">
                <a:latin typeface="+mn-ea"/>
              </a:rPr>
              <a:t>，</a:t>
            </a:r>
            <a:endParaRPr lang="zh-CN" altLang="en-US" sz="1800" b="1" dirty="0" smtClean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1800" b="1" dirty="0" smtClean="0">
                <a:latin typeface="+mn-ea"/>
              </a:rPr>
              <a:t> </a:t>
            </a:r>
            <a:r>
              <a:rPr lang="en-US" altLang="zh-CN" sz="1800" b="1" dirty="0" smtClean="0">
                <a:latin typeface="+mn-ea"/>
              </a:rPr>
              <a:t>     </a:t>
            </a:r>
            <a:r>
              <a:rPr lang="en-US" altLang="zh-CN" sz="1800" b="1" dirty="0" err="1" smtClean="0">
                <a:latin typeface="+mn-ea"/>
              </a:rPr>
              <a:t>RD←disp</a:t>
            </a:r>
            <a:endParaRPr lang="en-US" altLang="zh-CN" sz="1800" b="1" dirty="0" err="1" smtClean="0">
              <a:latin typeface="+mn-ea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4000" y="1620000"/>
            <a:ext cx="324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下列</a:t>
            </a:r>
            <a:r>
              <a:rPr lang="en-US" altLang="zh-CN" sz="1800" dirty="0" err="1" smtClean="0">
                <a:sym typeface="+mn-ea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序列的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功能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?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8" name="Text Box 31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976000" y="1735350"/>
            <a:ext cx="3132000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36195" rIns="36195" bIns="0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err="1" smtClean="0">
                <a:latin typeface="+mn-ea"/>
              </a:rPr>
              <a:t>GR</a:t>
            </a:r>
            <a:r>
              <a:rPr lang="en-US" altLang="zh-CN" sz="1800" b="1" baseline="-18000" dirty="0" err="1" smtClean="0">
                <a:latin typeface="+mn-ea"/>
              </a:rPr>
              <a:t>out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smtClean="0">
                <a:latin typeface="+mn-ea"/>
              </a:rPr>
              <a:t>G</a:t>
            </a:r>
            <a:r>
              <a:rPr lang="en-US" altLang="zh-CN" sz="1800" b="1" dirty="0" err="1" smtClean="0">
                <a:latin typeface="+mn-ea"/>
              </a:rPr>
              <a:t>R</a:t>
            </a:r>
            <a:r>
              <a:rPr lang="en-US" altLang="zh-CN" sz="1800" b="1" baseline="-25000" dirty="0" err="1" smtClean="0">
                <a:latin typeface="+mn-ea"/>
              </a:rPr>
              <a:t>sel</a:t>
            </a:r>
            <a:r>
              <a:rPr lang="zh-CN" altLang="en-US" sz="1800" b="1" dirty="0" smtClean="0">
                <a:latin typeface="+mn-ea"/>
              </a:rPr>
              <a:t>、</a:t>
            </a:r>
            <a:r>
              <a:rPr lang="en-US" altLang="zh-CN" sz="1800" b="1" dirty="0" err="1" smtClean="0">
                <a:latin typeface="+mn-ea"/>
              </a:rPr>
              <a:t>MAR</a:t>
            </a:r>
            <a:r>
              <a:rPr lang="en-US" altLang="zh-CN" sz="1800" b="1" baseline="-18000" dirty="0" err="1" smtClean="0">
                <a:latin typeface="+mn-ea"/>
              </a:rPr>
              <a:t>in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MEMR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WMFC</a:t>
            </a:r>
            <a:endParaRPr lang="en-US" altLang="zh-CN" sz="18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rgbClr val="990099"/>
                </a:solidFill>
                <a:latin typeface="+mn-ea"/>
                <a:ea typeface="+mn-ea"/>
              </a:rPr>
              <a:t>t6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1800" b="1" dirty="0" err="1" smtClean="0">
                <a:latin typeface="+mn-ea"/>
                <a:ea typeface="+mn-ea"/>
              </a:rPr>
              <a:t>MDR</a:t>
            </a:r>
            <a:r>
              <a:rPr lang="en-US" altLang="zh-CN" sz="1800" b="1" baseline="-18000" dirty="0" err="1">
                <a:latin typeface="+mn-ea"/>
                <a:ea typeface="+mn-ea"/>
              </a:rPr>
              <a:t>out</a:t>
            </a:r>
            <a:r>
              <a:rPr lang="zh-CN" altLang="en-US" sz="1800" b="1" dirty="0" smtClean="0">
                <a:latin typeface="+mn-ea"/>
                <a:ea typeface="+mn-ea"/>
              </a:rPr>
              <a:t>、</a:t>
            </a:r>
            <a:r>
              <a:rPr lang="en-US" altLang="zh-CN" sz="1800" b="1" dirty="0" err="1" smtClean="0">
                <a:latin typeface="+mn-ea"/>
                <a:ea typeface="+mn-ea"/>
              </a:rPr>
              <a:t>GR</a:t>
            </a:r>
            <a:r>
              <a:rPr lang="en-US" altLang="zh-CN" sz="1800" b="1" baseline="-18000" dirty="0" err="1" smtClean="0">
                <a:latin typeface="+mn-ea"/>
                <a:ea typeface="+mn-ea"/>
              </a:rPr>
              <a:t>in</a:t>
            </a:r>
            <a:r>
              <a:rPr lang="zh-CN" altLang="en-US" sz="1800" b="1" dirty="0" smtClean="0">
                <a:latin typeface="+mn-ea"/>
                <a:ea typeface="+mn-ea"/>
              </a:rPr>
              <a:t>，</a:t>
            </a:r>
            <a:r>
              <a:rPr lang="en-US" altLang="zh-CN" sz="1800" b="1" dirty="0" smtClean="0">
                <a:latin typeface="+mn-ea"/>
                <a:ea typeface="+mn-ea"/>
              </a:rPr>
              <a:t>End</a:t>
            </a:r>
            <a:endParaRPr lang="en-US" altLang="zh-CN" sz="1800" b="1" baseline="-18000" dirty="0" smtClean="0">
              <a:latin typeface="+mn-ea"/>
              <a:ea typeface="+mn-ea"/>
            </a:endParaRPr>
          </a:p>
        </p:txBody>
      </p:sp>
      <p:sp>
        <p:nvSpPr>
          <p:cNvPr id="9" name="Text Box 31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941060" y="2700000"/>
            <a:ext cx="3096000" cy="57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1800" b="1" dirty="0" smtClean="0">
                <a:solidFill>
                  <a:srgbClr val="0070C0"/>
                </a:solidFill>
                <a:latin typeface="+mn-ea"/>
              </a:rPr>
              <a:t>功能：</a:t>
            </a:r>
            <a:r>
              <a:rPr lang="en-US" altLang="zh-CN" sz="1800" b="1" dirty="0" smtClean="0">
                <a:latin typeface="+mn-ea"/>
              </a:rPr>
              <a:t>RD←(MDR)</a:t>
            </a:r>
            <a:r>
              <a:rPr lang="zh-CN" altLang="en-US" sz="1800" b="1" dirty="0" smtClean="0">
                <a:latin typeface="+mn-ea"/>
              </a:rPr>
              <a:t>，</a:t>
            </a:r>
            <a:endParaRPr lang="zh-CN" altLang="en-US" sz="1800" b="1" dirty="0" smtClean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1800" b="1" dirty="0" smtClean="0">
                <a:latin typeface="+mn-ea"/>
              </a:rPr>
              <a:t> </a:t>
            </a:r>
            <a:r>
              <a:rPr lang="en-US" altLang="zh-CN" sz="1800" b="1" dirty="0" smtClean="0">
                <a:latin typeface="+mn-ea"/>
              </a:rPr>
              <a:t>     MDR</a:t>
            </a:r>
            <a:r>
              <a:rPr lang="zh-CN" altLang="en-US" sz="1800" b="1" dirty="0" smtClean="0">
                <a:latin typeface="+mn-ea"/>
              </a:rPr>
              <a:t>值</a:t>
            </a:r>
            <a:r>
              <a:rPr lang="zh-CN" altLang="en-US" sz="1800" b="1" u="sng" dirty="0" smtClean="0">
                <a:latin typeface="+mn-ea"/>
              </a:rPr>
              <a:t>不确定</a:t>
            </a:r>
            <a:r>
              <a:rPr lang="en-US" altLang="zh-CN" sz="1600" b="1" dirty="0" smtClean="0">
                <a:latin typeface="+mn-ea"/>
                <a:sym typeface="+mn-ea"/>
              </a:rPr>
              <a:t>[t5</a:t>
            </a:r>
            <a:r>
              <a:rPr lang="zh-CN" altLang="en-US" sz="1600" b="1" dirty="0" smtClean="0">
                <a:latin typeface="+mn-ea"/>
                <a:sym typeface="+mn-ea"/>
              </a:rPr>
              <a:t>无</a:t>
            </a:r>
            <a:r>
              <a:rPr lang="en-US" altLang="zh-CN" sz="1600" b="1" dirty="0" smtClean="0">
                <a:latin typeface="+mn-ea"/>
                <a:sym typeface="+mn-ea"/>
              </a:rPr>
              <a:t>MEMR</a:t>
            </a:r>
            <a:r>
              <a:rPr lang="en-US" altLang="zh-CN" sz="1600" b="1" dirty="0" smtClean="0">
                <a:latin typeface="+mn-ea"/>
                <a:sym typeface="+mn-ea"/>
              </a:rPr>
              <a:t>]</a:t>
            </a:r>
            <a:endParaRPr lang="zh-CN" altLang="en-US" sz="1600" dirty="0"/>
          </a:p>
        </p:txBody>
      </p:sp>
      <p:grpSp>
        <p:nvGrpSpPr>
          <p:cNvPr id="254" name="组合 253"/>
          <p:cNvGrpSpPr/>
          <p:nvPr/>
        </p:nvGrpSpPr>
        <p:grpSpPr>
          <a:xfrm>
            <a:off x="792480" y="360000"/>
            <a:ext cx="7703820" cy="1151890"/>
            <a:chOff x="1587" y="5953"/>
            <a:chExt cx="12132" cy="1814"/>
          </a:xfrm>
        </p:grpSpPr>
        <p:sp>
          <p:nvSpPr>
            <p:cNvPr id="255" name="Text Box 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587" y="5953"/>
              <a:ext cx="12132" cy="181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6" name="Text Box 18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447" y="6520"/>
              <a:ext cx="397" cy="56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57" name="直接连接符 256"/>
            <p:cNvCxnSpPr/>
            <p:nvPr>
              <p:custDataLst>
                <p:tags r:id="rId10"/>
              </p:custDataLst>
            </p:nvPr>
          </p:nvCxnSpPr>
          <p:spPr bwMode="auto">
            <a:xfrm>
              <a:off x="3286" y="6066"/>
              <a:ext cx="4706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8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756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59" name="Text Box 1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719" y="6747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60" name="Text Box 1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683" y="6749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61" name="直接连接符 260"/>
            <p:cNvCxnSpPr/>
            <p:nvPr>
              <p:custDataLst>
                <p:tags r:id="rId14"/>
              </p:custDataLst>
            </p:nvPr>
          </p:nvCxnSpPr>
          <p:spPr bwMode="auto">
            <a:xfrm>
              <a:off x="1927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2" name="直接连接符 261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2211" y="7088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3" name="直接连接符 262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063" y="7089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4" name="直接连接符 263"/>
            <p:cNvCxnSpPr/>
            <p:nvPr>
              <p:custDataLst>
                <p:tags r:id="rId17"/>
              </p:custDataLst>
            </p:nvPr>
          </p:nvCxnSpPr>
          <p:spPr bwMode="auto">
            <a:xfrm>
              <a:off x="4080" y="7100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5" name="直接连接符 445"/>
            <p:cNvCxnSpPr/>
            <p:nvPr>
              <p:custDataLst>
                <p:tags r:id="rId18"/>
              </p:custDataLst>
            </p:nvPr>
          </p:nvCxnSpPr>
          <p:spPr bwMode="auto">
            <a:xfrm>
              <a:off x="4080" y="6463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66" name="直接连接符 265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2889" y="6464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67" name="Text Box 18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663" y="6180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68" name="Text Box 1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400" y="6180"/>
              <a:ext cx="73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269" name="直接连接符 268"/>
            <p:cNvCxnSpPr/>
            <p:nvPr>
              <p:custDataLst>
                <p:tags r:id="rId22"/>
              </p:custDataLst>
            </p:nvPr>
          </p:nvCxnSpPr>
          <p:spPr bwMode="auto">
            <a:xfrm>
              <a:off x="3286" y="6066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0" name="直接连接符 269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3286" y="6463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1" name="直接连接符 270"/>
            <p:cNvCxnSpPr/>
            <p:nvPr>
              <p:custDataLst>
                <p:tags r:id="rId24"/>
              </p:custDataLst>
            </p:nvPr>
          </p:nvCxnSpPr>
          <p:spPr bwMode="auto">
            <a:xfrm>
              <a:off x="5329" y="680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2" name="直接连接符 271"/>
            <p:cNvCxnSpPr/>
            <p:nvPr>
              <p:custDataLst>
                <p:tags r:id="rId25"/>
              </p:custDataLst>
            </p:nvPr>
          </p:nvCxnSpPr>
          <p:spPr bwMode="auto">
            <a:xfrm>
              <a:off x="4705" y="6405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3" name="直接连接符 272"/>
            <p:cNvCxnSpPr/>
            <p:nvPr>
              <p:custDataLst>
                <p:tags r:id="rId26"/>
              </p:custDataLst>
            </p:nvPr>
          </p:nvCxnSpPr>
          <p:spPr bwMode="auto">
            <a:xfrm>
              <a:off x="4705" y="6405"/>
              <a:ext cx="0" cy="124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4" name="AutoShape 15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 rot="16200000">
              <a:off x="5441" y="6405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275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027" y="6746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76" name="直接连接符 275"/>
            <p:cNvCxnSpPr/>
            <p:nvPr>
              <p:custDataLst>
                <p:tags r:id="rId29"/>
              </p:custDataLst>
            </p:nvPr>
          </p:nvCxnSpPr>
          <p:spPr bwMode="auto">
            <a:xfrm>
              <a:off x="7199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7" name="直接连接符 276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7483" y="7087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8" name="直接连接符 445"/>
            <p:cNvCxnSpPr/>
            <p:nvPr>
              <p:custDataLst>
                <p:tags r:id="rId31"/>
              </p:custDataLst>
            </p:nvPr>
          </p:nvCxnSpPr>
          <p:spPr bwMode="auto">
            <a:xfrm>
              <a:off x="7367" y="651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9" name="直接连接符 278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6065" y="6519"/>
              <a:ext cx="130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" name="直接连接符 279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6065" y="6747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1" name="直接连接符 280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5102" y="6974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2" name="直接连接符 445"/>
            <p:cNvCxnSpPr/>
            <p:nvPr>
              <p:custDataLst>
                <p:tags r:id="rId35"/>
              </p:custDataLst>
            </p:nvPr>
          </p:nvCxnSpPr>
          <p:spPr bwMode="auto">
            <a:xfrm>
              <a:off x="6631" y="6974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83" name="直接箭头连接符 282"/>
            <p:cNvCxnSpPr/>
            <p:nvPr>
              <p:custDataLst>
                <p:tags r:id="rId36"/>
              </p:custDataLst>
            </p:nvPr>
          </p:nvCxnSpPr>
          <p:spPr bwMode="auto">
            <a:xfrm>
              <a:off x="1757" y="7654"/>
              <a:ext cx="9298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84" name="等腰三角形 283"/>
            <p:cNvSpPr/>
            <p:nvPr>
              <p:custDataLst>
                <p:tags r:id="rId37"/>
              </p:custDataLst>
            </p:nvPr>
          </p:nvSpPr>
          <p:spPr bwMode="auto">
            <a:xfrm>
              <a:off x="181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5" name="Text Box 1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875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6" name="Text Box 1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349" y="6634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Z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7" name="等腰三角形 286"/>
            <p:cNvSpPr/>
            <p:nvPr>
              <p:custDataLst>
                <p:tags r:id="rId40"/>
              </p:custDataLst>
            </p:nvPr>
          </p:nvSpPr>
          <p:spPr bwMode="auto">
            <a:xfrm>
              <a:off x="3968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8" name="等腰三角形 287"/>
            <p:cNvSpPr/>
            <p:nvPr>
              <p:custDataLst>
                <p:tags r:id="rId41"/>
              </p:custDataLst>
            </p:nvPr>
          </p:nvSpPr>
          <p:spPr bwMode="auto">
            <a:xfrm>
              <a:off x="651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89" name="等腰三角形 288"/>
            <p:cNvSpPr/>
            <p:nvPr>
              <p:custDataLst>
                <p:tags r:id="rId42"/>
              </p:custDataLst>
            </p:nvPr>
          </p:nvSpPr>
          <p:spPr bwMode="auto">
            <a:xfrm>
              <a:off x="7086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290" name="直接连接符 289"/>
            <p:cNvCxnSpPr/>
            <p:nvPr>
              <p:custDataLst>
                <p:tags r:id="rId43"/>
              </p:custDataLst>
            </p:nvPr>
          </p:nvCxnSpPr>
          <p:spPr bwMode="auto">
            <a:xfrm flipH="1" flipV="1">
              <a:off x="5839" y="6944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91" name="Text Box 1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669" y="7142"/>
              <a:ext cx="39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2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92" name="直接连接符 291"/>
            <p:cNvCxnSpPr/>
            <p:nvPr>
              <p:custDataLst>
                <p:tags r:id="rId45"/>
              </p:custDataLst>
            </p:nvPr>
          </p:nvCxnSpPr>
          <p:spPr bwMode="auto">
            <a:xfrm>
              <a:off x="6349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3" name="直接连接符 292"/>
            <p:cNvCxnSpPr/>
            <p:nvPr>
              <p:custDataLst>
                <p:tags r:id="rId46"/>
              </p:custDataLst>
            </p:nvPr>
          </p:nvCxnSpPr>
          <p:spPr bwMode="auto">
            <a:xfrm flipH="1" flipV="1">
              <a:off x="6462" y="6972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4" name="直接连接符 293"/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5272" y="6972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5" name="直接连接符 294"/>
            <p:cNvCxnSpPr/>
            <p:nvPr>
              <p:custDataLst>
                <p:tags r:id="rId48"/>
              </p:custDataLst>
            </p:nvPr>
          </p:nvCxnSpPr>
          <p:spPr bwMode="auto">
            <a:xfrm>
              <a:off x="6916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6" name="直接连接符 295"/>
            <p:cNvCxnSpPr/>
            <p:nvPr>
              <p:custDataLst>
                <p:tags r:id="rId49"/>
              </p:custDataLst>
            </p:nvPr>
          </p:nvCxnSpPr>
          <p:spPr bwMode="auto">
            <a:xfrm>
              <a:off x="164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7" name="直接连接符 296"/>
            <p:cNvCxnSpPr/>
            <p:nvPr>
              <p:custDataLst>
                <p:tags r:id="rId50"/>
              </p:custDataLst>
            </p:nvPr>
          </p:nvCxnSpPr>
          <p:spPr bwMode="auto">
            <a:xfrm>
              <a:off x="3798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8" name="直接连接符 297"/>
            <p:cNvCxnSpPr/>
            <p:nvPr>
              <p:custDataLst>
                <p:tags r:id="rId51"/>
              </p:custDataLst>
            </p:nvPr>
          </p:nvCxnSpPr>
          <p:spPr bwMode="auto">
            <a:xfrm flipH="1" flipV="1">
              <a:off x="3288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9" name="直接连接符 298"/>
            <p:cNvCxnSpPr/>
            <p:nvPr>
              <p:custDataLst>
                <p:tags r:id="rId52"/>
              </p:custDataLst>
            </p:nvPr>
          </p:nvCxnSpPr>
          <p:spPr bwMode="auto">
            <a:xfrm flipH="1" flipV="1">
              <a:off x="2381" y="7086"/>
              <a:ext cx="2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0" name="直接连接符 299"/>
            <p:cNvCxnSpPr/>
            <p:nvPr>
              <p:custDataLst>
                <p:tags r:id="rId53"/>
              </p:custDataLst>
            </p:nvPr>
          </p:nvCxnSpPr>
          <p:spPr bwMode="auto">
            <a:xfrm flipH="1">
              <a:off x="2097" y="651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01" name="Text Box 18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927" y="6236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2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2" name="Text Box 10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9070" y="6292"/>
              <a:ext cx="794" cy="7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3" name="直接连接符 302"/>
            <p:cNvCxnSpPr/>
            <p:nvPr>
              <p:custDataLst>
                <p:tags r:id="rId56"/>
              </p:custDataLst>
            </p:nvPr>
          </p:nvCxnSpPr>
          <p:spPr bwMode="auto">
            <a:xfrm>
              <a:off x="9240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4" name="直接连接符 303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9581" y="7086"/>
              <a:ext cx="0" cy="56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5" name="直接连接符 304"/>
            <p:cNvCxnSpPr/>
            <p:nvPr>
              <p:custDataLst>
                <p:tags r:id="rId58"/>
              </p:custDataLst>
            </p:nvPr>
          </p:nvCxnSpPr>
          <p:spPr bwMode="auto">
            <a:xfrm>
              <a:off x="7991" y="6462"/>
              <a:ext cx="107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06" name="直接连接符 305"/>
            <p:cNvCxnSpPr/>
            <p:nvPr>
              <p:custDataLst>
                <p:tags r:id="rId59"/>
              </p:custDataLst>
            </p:nvPr>
          </p:nvCxnSpPr>
          <p:spPr bwMode="auto">
            <a:xfrm>
              <a:off x="7991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7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8048" y="6123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08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7937" y="6917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9" name="直接连接符 480"/>
            <p:cNvCxnSpPr/>
            <p:nvPr>
              <p:custDataLst>
                <p:tags r:id="rId62"/>
              </p:custDataLst>
            </p:nvPr>
          </p:nvCxnSpPr>
          <p:spPr bwMode="auto">
            <a:xfrm>
              <a:off x="8164" y="6462"/>
              <a:ext cx="283" cy="283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10" name="直接连接符 309"/>
            <p:cNvCxnSpPr/>
            <p:nvPr>
              <p:custDataLst>
                <p:tags r:id="rId63"/>
              </p:custDataLst>
            </p:nvPr>
          </p:nvCxnSpPr>
          <p:spPr bwMode="auto">
            <a:xfrm>
              <a:off x="7991" y="606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1" name="等腰三角形 310"/>
            <p:cNvSpPr/>
            <p:nvPr>
              <p:custDataLst>
                <p:tags r:id="rId64"/>
              </p:custDataLst>
            </p:nvPr>
          </p:nvSpPr>
          <p:spPr bwMode="auto">
            <a:xfrm>
              <a:off x="9127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12" name="直接连接符 311"/>
            <p:cNvCxnSpPr/>
            <p:nvPr>
              <p:custDataLst>
                <p:tags r:id="rId65"/>
              </p:custDataLst>
            </p:nvPr>
          </p:nvCxnSpPr>
          <p:spPr bwMode="auto">
            <a:xfrm>
              <a:off x="8957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66"/>
              </p:custDataLst>
            </p:nvPr>
          </p:nvCxnSpPr>
          <p:spPr bwMode="auto">
            <a:xfrm flipH="1" flipV="1">
              <a:off x="9751" y="7086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67"/>
              </p:custDataLst>
            </p:nvPr>
          </p:nvCxnSpPr>
          <p:spPr bwMode="auto">
            <a:xfrm>
              <a:off x="8844" y="6802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15" name="直接连接符 314"/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8617" y="708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6" name="Text Box 18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8277" y="7313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7" name="直接连接符 316"/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7653" y="708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18" name="Text Box 18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11281" y="7427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9" name="Text Box 23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1620" y="6407"/>
              <a:ext cx="850" cy="73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异步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20" name="直接连接符 319"/>
            <p:cNvCxnSpPr/>
            <p:nvPr>
              <p:custDataLst>
                <p:tags r:id="rId73"/>
              </p:custDataLst>
            </p:nvPr>
          </p:nvCxnSpPr>
          <p:spPr bwMode="auto">
            <a:xfrm>
              <a:off x="10658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1" name="直接连接符 320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10942" y="7144"/>
              <a:ext cx="0" cy="5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2" name="直接连接符 321"/>
            <p:cNvCxnSpPr/>
            <p:nvPr>
              <p:custDataLst>
                <p:tags r:id="rId75"/>
              </p:custDataLst>
            </p:nvPr>
          </p:nvCxnSpPr>
          <p:spPr bwMode="auto">
            <a:xfrm>
              <a:off x="11166" y="6520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3" name="直接连接符 322"/>
            <p:cNvCxnSpPr/>
            <p:nvPr>
              <p:custDataLst>
                <p:tags r:id="rId76"/>
              </p:custDataLst>
            </p:nvPr>
          </p:nvCxnSpPr>
          <p:spPr bwMode="auto">
            <a:xfrm>
              <a:off x="11166" y="6917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4" name="直接连接符 323"/>
            <p:cNvCxnSpPr/>
            <p:nvPr>
              <p:custDataLst>
                <p:tags r:id="rId77"/>
              </p:custDataLst>
            </p:nvPr>
          </p:nvCxnSpPr>
          <p:spPr bwMode="auto">
            <a:xfrm flipH="1">
              <a:off x="11166" y="703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25" name="直接连接符 324"/>
            <p:cNvCxnSpPr/>
            <p:nvPr>
              <p:custDataLst>
                <p:tags r:id="rId78"/>
              </p:custDataLst>
            </p:nvPr>
          </p:nvCxnSpPr>
          <p:spPr bwMode="auto">
            <a:xfrm>
              <a:off x="10259" y="6520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79"/>
              </p:custDataLst>
            </p:nvPr>
          </p:nvCxnSpPr>
          <p:spPr bwMode="auto">
            <a:xfrm>
              <a:off x="10259" y="6520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7" name="Text Box 18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0488" y="6350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8" name="等腰三角形 327"/>
            <p:cNvSpPr/>
            <p:nvPr>
              <p:custDataLst>
                <p:tags r:id="rId81"/>
              </p:custDataLst>
            </p:nvPr>
          </p:nvSpPr>
          <p:spPr bwMode="auto">
            <a:xfrm>
              <a:off x="10544" y="7257"/>
              <a:ext cx="227" cy="17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>
              <a:noAutofit/>
            </a:bodyPr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29" name="直接连接符 328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11792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0" name="直接连接符 329"/>
            <p:cNvCxnSpPr/>
            <p:nvPr>
              <p:custDataLst>
                <p:tags r:id="rId83"/>
              </p:custDataLst>
            </p:nvPr>
          </p:nvCxnSpPr>
          <p:spPr bwMode="auto">
            <a:xfrm flipV="1">
              <a:off x="12358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1" name="直接连接符 330"/>
            <p:cNvCxnSpPr/>
            <p:nvPr>
              <p:custDataLst>
                <p:tags r:id="rId84"/>
              </p:custDataLst>
            </p:nvPr>
          </p:nvCxnSpPr>
          <p:spPr bwMode="auto">
            <a:xfrm>
              <a:off x="10374" y="7341"/>
              <a:ext cx="227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2" name="直接连接符 331"/>
            <p:cNvCxnSpPr/>
            <p:nvPr>
              <p:custDataLst>
                <p:tags r:id="rId85"/>
              </p:custDataLst>
            </p:nvPr>
          </p:nvCxnSpPr>
          <p:spPr bwMode="auto">
            <a:xfrm flipH="1" flipV="1">
              <a:off x="11111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3" name="直接连接符 332"/>
            <p:cNvCxnSpPr/>
            <p:nvPr>
              <p:custDataLst>
                <p:tags r:id="rId86"/>
              </p:custDataLst>
            </p:nvPr>
          </p:nvCxnSpPr>
          <p:spPr bwMode="auto">
            <a:xfrm>
              <a:off x="10204" y="6407"/>
              <a:ext cx="283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4" name="Text Box 23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2812" y="6407"/>
              <a:ext cx="737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35" name="直接连接符 334"/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12472" y="6747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36" name="直接连接符 335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13266" y="7144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7" name="Text Box 18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2925" y="7427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WMFC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8" name="Text Box 18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10486" y="6804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39" name="Text Box 18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9921" y="6010"/>
              <a:ext cx="374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REG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写为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r>
                <a:rPr lang="en-US" altLang="zh-CN" sz="1600" b="1" baseline="-18000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r>
                <a:rPr lang="zh-CN" altLang="en-US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，三态门为</a:t>
              </a:r>
              <a:r>
                <a:rPr lang="en-US" altLang="zh-CN" sz="1600" b="1" dirty="0" err="1" smtClean="0">
                  <a:latin typeface="宋体" panose="02010600030101010101" pitchFamily="2" charset="-122"/>
                  <a:sym typeface="+mn-ea"/>
                </a:rPr>
                <a:t>X</a:t>
              </a:r>
              <a:r>
                <a:rPr lang="en-US" altLang="zh-CN" sz="1600" b="1" baseline="-18000" dirty="0" err="1" smtClean="0">
                  <a:latin typeface="宋体" panose="02010600030101010101" pitchFamily="2" charset="-122"/>
                  <a:sym typeface="+mn-ea"/>
                </a:rPr>
                <a:t>out</a:t>
              </a:r>
              <a:endParaRPr lang="zh-CN" altLang="en-US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0" name="Text Box 18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9581" y="7314"/>
              <a:ext cx="62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25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25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1" name="矩形 340"/>
            <p:cNvSpPr/>
            <p:nvPr>
              <p:custDataLst>
                <p:tags r:id="rId94"/>
              </p:custDataLst>
            </p:nvPr>
          </p:nvSpPr>
          <p:spPr bwMode="auto">
            <a:xfrm>
              <a:off x="8447" y="6690"/>
              <a:ext cx="113" cy="11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2" name="矩形 341"/>
            <p:cNvSpPr/>
            <p:nvPr>
              <p:custDataLst>
                <p:tags r:id="rId95"/>
              </p:custDataLst>
            </p:nvPr>
          </p:nvSpPr>
          <p:spPr bwMode="auto">
            <a:xfrm>
              <a:off x="8447" y="6860"/>
              <a:ext cx="100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" name="AutoShape 499">
            <a:hlinkClick r:id="rId96" action="ppaction://hlinksldjump" highlightClick="1"/>
          </p:cNvPr>
          <p:cNvSpPr>
            <a:spLocks noChangeArrowheads="1"/>
          </p:cNvSpPr>
          <p:nvPr>
            <p:custDataLst>
              <p:tags r:id="rId97"/>
            </p:custDataLst>
          </p:nvPr>
        </p:nvSpPr>
        <p:spPr bwMode="auto">
          <a:xfrm rot="10800000">
            <a:off x="406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bldLvl="0" animBg="1"/>
      <p:bldP spid="7" grpId="0" bldLvl="0" animBg="1"/>
      <p:bldP spid="11" grpId="0" bldLvl="0" animBg="1"/>
      <p:bldP spid="12" grpId="0" bldLvl="0" animBg="1"/>
      <p:bldP spid="8" grpId="0" bldLvl="0" animBg="1"/>
      <p:bldP spid="9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ext Box 316"/>
          <p:cNvSpPr txBox="1">
            <a:spLocks noChangeArrowheads="1"/>
          </p:cNvSpPr>
          <p:nvPr/>
        </p:nvSpPr>
        <p:spPr bwMode="auto">
          <a:xfrm>
            <a:off x="179388" y="360000"/>
            <a:ext cx="8785225" cy="89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专用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结构数据通路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的指令周期组织：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以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Demo_IS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假设：</a:t>
            </a:r>
            <a:r>
              <a:rPr lang="en-US" altLang="zh-CN" sz="2000" b="1" dirty="0">
                <a:latin typeface="宋体" panose="02010600030101010101" pitchFamily="2" charset="-122"/>
              </a:rPr>
              <a:t>ALU</a:t>
            </a: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种功能，</a:t>
            </a:r>
            <a:r>
              <a:rPr lang="en-US" altLang="zh-CN" sz="2000" b="1" dirty="0">
                <a:latin typeface="宋体" panose="02010600030101010101" pitchFamily="2" charset="-122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</a:rPr>
              <a:t>有计数功能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0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0392" y="6454030"/>
            <a:ext cx="1040904" cy="359346"/>
          </a:xfrm>
        </p:spPr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20" name="Text Box 5"/>
          <p:cNvSpPr txBox="1">
            <a:spLocks noChangeArrowheads="1"/>
          </p:cNvSpPr>
          <p:nvPr/>
        </p:nvSpPr>
        <p:spPr bwMode="auto">
          <a:xfrm>
            <a:off x="179512" y="2880000"/>
            <a:ext cx="8784976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取指令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阶段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21" name="Text Box 318"/>
          <p:cNvSpPr txBox="1">
            <a:spLocks noChangeArrowheads="1"/>
          </p:cNvSpPr>
          <p:nvPr/>
        </p:nvSpPr>
        <p:spPr bwMode="auto">
          <a:xfrm>
            <a:off x="1116000" y="3312000"/>
            <a:ext cx="374904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MAR</a:t>
            </a:r>
            <a:r>
              <a:rPr lang="en-US" altLang="zh-CN" sz="2000" b="1" dirty="0">
                <a:latin typeface="+mn-ea"/>
              </a:rPr>
              <a:t>←(PC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t2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spc="-100" dirty="0" smtClean="0">
                <a:latin typeface="+mn-ea"/>
              </a:rPr>
              <a:t>MDR</a:t>
            </a:r>
            <a:r>
              <a:rPr lang="en-US" altLang="zh-CN" sz="2000" b="1" spc="-100" dirty="0">
                <a:latin typeface="+mn-ea"/>
              </a:rPr>
              <a:t>←M[(MAR</a:t>
            </a:r>
            <a:r>
              <a:rPr lang="en-US" altLang="zh-CN" sz="2000" b="1" spc="-100" dirty="0" smtClean="0">
                <a:latin typeface="+mn-ea"/>
              </a:rPr>
              <a:t>)],PC</a:t>
            </a:r>
            <a:r>
              <a:rPr lang="en-US" altLang="zh-CN" sz="2000" b="1" spc="-100" dirty="0">
                <a:latin typeface="+mn-ea"/>
              </a:rPr>
              <a:t>←(PC)</a:t>
            </a:r>
            <a:r>
              <a:rPr lang="zh-CN" altLang="zh-CN" sz="2000" b="1" spc="-100" dirty="0">
                <a:latin typeface="+mn-ea"/>
              </a:rPr>
              <a:t>＋</a:t>
            </a:r>
            <a:r>
              <a:rPr lang="en-US" altLang="zh-CN" sz="2000" b="1" spc="-100" dirty="0" smtClean="0">
                <a:latin typeface="+mn-ea"/>
              </a:rPr>
              <a:t>1</a:t>
            </a:r>
            <a:endParaRPr lang="en-US" altLang="zh-CN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t3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IR</a:t>
            </a:r>
            <a:r>
              <a:rPr lang="en-US" altLang="zh-CN" sz="2000" b="1" dirty="0">
                <a:latin typeface="+mn-ea"/>
              </a:rPr>
              <a:t>←(MDR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sz="2000" b="1" dirty="0" smtClean="0">
              <a:latin typeface="+mn-ea"/>
            </a:endParaRPr>
          </a:p>
        </p:txBody>
      </p:sp>
      <p:sp>
        <p:nvSpPr>
          <p:cNvPr id="122" name="Text Box 318"/>
          <p:cNvSpPr txBox="1">
            <a:spLocks noChangeArrowheads="1"/>
          </p:cNvSpPr>
          <p:nvPr/>
        </p:nvSpPr>
        <p:spPr bwMode="auto">
          <a:xfrm>
            <a:off x="4968000" y="3312000"/>
            <a:ext cx="280860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t1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MAR</a:t>
            </a:r>
            <a:r>
              <a:rPr lang="en-US" altLang="zh-CN" sz="2000" b="1" baseline="-18000" dirty="0" err="1" smtClean="0">
                <a:latin typeface="+mn-ea"/>
              </a:rPr>
              <a:t>sel</a:t>
            </a:r>
            <a:r>
              <a:rPr lang="zh-CN" altLang="en-US" sz="2000" b="1" dirty="0" smtClean="0">
                <a:latin typeface="+mn-ea"/>
              </a:rPr>
              <a:t>＝</a:t>
            </a:r>
            <a:r>
              <a:rPr lang="en-US" altLang="zh-CN" sz="2000" b="1" dirty="0" smtClean="0">
                <a:latin typeface="+mn-ea"/>
              </a:rPr>
              <a:t>0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MAR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t2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MEMR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WMFC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+mn-ea"/>
              </a:rPr>
              <a:t>PC</a:t>
            </a:r>
            <a:r>
              <a:rPr lang="en-US" altLang="zh-CN" sz="2000" b="1" baseline="-18000" dirty="0">
                <a:latin typeface="+mn-ea"/>
              </a:rPr>
              <a:t>+1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t3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IR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endParaRPr lang="en-US" altLang="zh-CN" sz="2000" b="1" baseline="-18000" dirty="0" err="1" smtClean="0">
              <a:latin typeface="+mn-ea"/>
            </a:endParaRPr>
          </a:p>
        </p:txBody>
      </p:sp>
      <p:sp>
        <p:nvSpPr>
          <p:cNvPr id="123" name="Text Box 5"/>
          <p:cNvSpPr txBox="1">
            <a:spLocks noChangeArrowheads="1"/>
          </p:cNvSpPr>
          <p:nvPr/>
        </p:nvSpPr>
        <p:spPr bwMode="auto">
          <a:xfrm>
            <a:off x="179512" y="4248000"/>
            <a:ext cx="8784976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M[(RS)]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(RD)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24" name="Text Box 318"/>
          <p:cNvSpPr txBox="1">
            <a:spLocks noChangeArrowheads="1"/>
          </p:cNvSpPr>
          <p:nvPr/>
        </p:nvSpPr>
        <p:spPr bwMode="auto">
          <a:xfrm>
            <a:off x="1116000" y="4680000"/>
            <a:ext cx="4018232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MAR</a:t>
            </a:r>
            <a:r>
              <a:rPr lang="en-US" altLang="zh-CN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(RS)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MDR←(</a:t>
            </a:r>
            <a:r>
              <a:rPr lang="en-US" altLang="zh-CN" sz="2000" b="1" dirty="0" smtClean="0">
                <a:latin typeface="+mn-ea"/>
              </a:rPr>
              <a:t>RD)</a:t>
            </a:r>
            <a:endParaRPr lang="en-US" altLang="zh-CN" sz="2000" b="1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M</a:t>
            </a:r>
            <a:r>
              <a:rPr lang="en-US" altLang="zh-CN" sz="2000" b="1" dirty="0">
                <a:latin typeface="+mn-ea"/>
              </a:rPr>
              <a:t>[(MAR</a:t>
            </a:r>
            <a:r>
              <a:rPr lang="en-US" altLang="zh-CN" sz="2000" b="1" dirty="0" smtClean="0">
                <a:latin typeface="+mn-ea"/>
              </a:rPr>
              <a:t>)]←</a:t>
            </a:r>
            <a:r>
              <a:rPr lang="en-US" altLang="zh-CN" sz="2000" b="1" dirty="0">
                <a:latin typeface="+mn-ea"/>
              </a:rPr>
              <a:t>(MDR</a:t>
            </a:r>
            <a:r>
              <a:rPr lang="en-US" altLang="zh-CN" sz="2000" b="1" dirty="0" smtClean="0">
                <a:latin typeface="+mn-ea"/>
              </a:rPr>
              <a:t>)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1</a:t>
            </a:r>
            <a:endParaRPr lang="en-US" altLang="zh-CN" sz="2000" b="1" dirty="0" smtClean="0">
              <a:latin typeface="+mn-ea"/>
            </a:endParaRPr>
          </a:p>
        </p:txBody>
      </p:sp>
      <p:sp>
        <p:nvSpPr>
          <p:cNvPr id="125" name="Text Box 318"/>
          <p:cNvSpPr txBox="1">
            <a:spLocks noChangeArrowheads="1"/>
          </p:cNvSpPr>
          <p:nvPr/>
        </p:nvSpPr>
        <p:spPr bwMode="auto">
          <a:xfrm>
            <a:off x="4968000" y="4680000"/>
            <a:ext cx="3722120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>
                <a:latin typeface="+mn-ea"/>
              </a:rPr>
              <a:t>MAR</a:t>
            </a:r>
            <a:r>
              <a:rPr lang="en-US" altLang="zh-CN" sz="2000" b="1" baseline="-18000" dirty="0" err="1">
                <a:latin typeface="+mn-ea"/>
              </a:rPr>
              <a:t>sel</a:t>
            </a:r>
            <a:r>
              <a:rPr lang="zh-CN" altLang="en-US" sz="2000" b="1" dirty="0" smtClean="0">
                <a:latin typeface="+mn-ea"/>
              </a:rPr>
              <a:t>＝</a:t>
            </a: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MAR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 err="1" smtClean="0">
                <a:latin typeface="+mn-ea"/>
              </a:rPr>
              <a:t>MDR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endParaRPr lang="en-US" altLang="zh-CN" sz="2000" b="1" baseline="-18000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t5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MEMW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WMFC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 smtClean="0">
                <a:latin typeface="+mn-ea"/>
              </a:rPr>
              <a:t>End</a:t>
            </a:r>
            <a:endParaRPr lang="en-US" altLang="zh-CN" sz="2000" b="1" baseline="-18000" dirty="0" smtClean="0">
              <a:latin typeface="+mn-ea"/>
            </a:endParaRPr>
          </a:p>
        </p:txBody>
      </p:sp>
      <p:sp>
        <p:nvSpPr>
          <p:cNvPr id="23" name="AutoShape 62">
            <a:hlinkClick r:id="rId1" action="ppaction://hlinksldjump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6200000">
            <a:off x="406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1080000" y="1260000"/>
            <a:ext cx="7416165" cy="1620520"/>
            <a:chOff x="1587" y="4478"/>
            <a:chExt cx="11679" cy="2552"/>
          </a:xfrm>
        </p:grpSpPr>
        <p:sp>
          <p:nvSpPr>
            <p:cNvPr id="4" name="Text Box 1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587" y="4478"/>
              <a:ext cx="11679" cy="255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5" name="直接连接符 4"/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7484" y="6296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6" name="直接连接符 5"/>
            <p:cNvCxnSpPr/>
            <p:nvPr>
              <p:custDataLst>
                <p:tags r:id="rId5"/>
              </p:custDataLst>
            </p:nvPr>
          </p:nvCxnSpPr>
          <p:spPr bwMode="auto">
            <a:xfrm>
              <a:off x="4933" y="4705"/>
              <a:ext cx="345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211" y="595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" name="Text Box 1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701" y="5385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 bwMode="auto">
            <a:xfrm>
              <a:off x="2211" y="5159"/>
              <a:ext cx="5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" name="直接连接符 9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2041" y="5726"/>
              <a:ext cx="0" cy="85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" name="直接连接符 10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1928" y="4989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" name="Text Box 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701" y="4705"/>
              <a:ext cx="454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12"/>
              </p:custDataLst>
            </p:nvPr>
          </p:nvCxnSpPr>
          <p:spPr bwMode="auto">
            <a:xfrm>
              <a:off x="4933" y="4705"/>
              <a:ext cx="0" cy="90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4" name="直接连接符 13"/>
            <p:cNvCxnSpPr/>
            <p:nvPr>
              <p:custDataLst>
                <p:tags r:id="rId13"/>
              </p:custDataLst>
            </p:nvPr>
          </p:nvCxnSpPr>
          <p:spPr bwMode="auto">
            <a:xfrm>
              <a:off x="6350" y="5724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直接连接符 14"/>
            <p:cNvCxnSpPr/>
            <p:nvPr>
              <p:custDataLst>
                <p:tags r:id="rId14"/>
              </p:custDataLst>
            </p:nvPr>
          </p:nvCxnSpPr>
          <p:spPr bwMode="auto">
            <a:xfrm>
              <a:off x="6350" y="5327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" name="直接连接符 15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5046" y="5442"/>
              <a:ext cx="0" cy="11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sp>
          <p:nvSpPr>
            <p:cNvPr id="17" name="AutoShape 1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 rot="16200000">
              <a:off x="6520" y="5327"/>
              <a:ext cx="794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ALU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597" y="5272"/>
              <a:ext cx="68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9" name="直接连接符 18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7144" y="5441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直接连接符 19"/>
            <p:cNvCxnSpPr/>
            <p:nvPr>
              <p:custDataLst>
                <p:tags r:id="rId19"/>
              </p:custDataLst>
            </p:nvPr>
          </p:nvCxnSpPr>
          <p:spPr bwMode="auto">
            <a:xfrm>
              <a:off x="7144" y="5612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20"/>
              </p:custDataLst>
            </p:nvPr>
          </p:nvCxnSpPr>
          <p:spPr bwMode="auto">
            <a:xfrm>
              <a:off x="2721" y="4875"/>
              <a:ext cx="85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2" name="Text Box 2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1170" y="5896"/>
              <a:ext cx="907" cy="79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异步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" name="直接连接符 2"/>
            <p:cNvCxnSpPr/>
            <p:nvPr>
              <p:custDataLst>
                <p:tags r:id="rId22"/>
              </p:custDataLst>
            </p:nvPr>
          </p:nvCxnSpPr>
          <p:spPr bwMode="auto">
            <a:xfrm>
              <a:off x="8391" y="6463"/>
              <a:ext cx="164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716" y="606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24"/>
              </p:custDataLst>
            </p:nvPr>
          </p:nvCxnSpPr>
          <p:spPr bwMode="auto">
            <a:xfrm>
              <a:off x="10716" y="6463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25"/>
              </p:custDataLst>
            </p:nvPr>
          </p:nvCxnSpPr>
          <p:spPr bwMode="auto">
            <a:xfrm flipH="1">
              <a:off x="10716" y="6576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26"/>
              </p:custDataLst>
            </p:nvPr>
          </p:nvCxnSpPr>
          <p:spPr bwMode="auto">
            <a:xfrm>
              <a:off x="9695" y="6066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Text Box 1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0037" y="5896"/>
              <a:ext cx="68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MAR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9" name="Text Box 1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0037" y="6349"/>
              <a:ext cx="68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MDR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/>
            <p:nvPr>
              <p:custDataLst>
                <p:tags r:id="rId29"/>
              </p:custDataLst>
            </p:nvPr>
          </p:nvCxnSpPr>
          <p:spPr bwMode="auto">
            <a:xfrm>
              <a:off x="8561" y="595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30"/>
              </p:custDataLst>
            </p:nvPr>
          </p:nvCxnSpPr>
          <p:spPr bwMode="auto">
            <a:xfrm>
              <a:off x="8051" y="6179"/>
              <a:ext cx="7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 bwMode="auto">
            <a:xfrm>
              <a:off x="7484" y="5612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 bwMode="auto">
            <a:xfrm>
              <a:off x="7200" y="6066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 bwMode="auto">
            <a:xfrm>
              <a:off x="7200" y="6293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34"/>
              </p:custDataLst>
            </p:nvPr>
          </p:nvCxnSpPr>
          <p:spPr bwMode="auto">
            <a:xfrm>
              <a:off x="4479" y="5612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35"/>
              </p:custDataLst>
            </p:nvPr>
          </p:nvCxnSpPr>
          <p:spPr bwMode="auto">
            <a:xfrm>
              <a:off x="5216" y="5839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9" name="直接连接符 38"/>
            <p:cNvCxnSpPr/>
            <p:nvPr>
              <p:custDataLst>
                <p:tags r:id="rId36"/>
              </p:custDataLst>
            </p:nvPr>
          </p:nvCxnSpPr>
          <p:spPr bwMode="auto">
            <a:xfrm>
              <a:off x="5216" y="4932"/>
              <a:ext cx="283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37"/>
              </p:custDataLst>
            </p:nvPr>
          </p:nvCxnSpPr>
          <p:spPr bwMode="auto">
            <a:xfrm>
              <a:off x="4592" y="5102"/>
              <a:ext cx="90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1" name="Text Box 1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989" y="4818"/>
              <a:ext cx="22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2" name="直接连接符 41"/>
            <p:cNvCxnSpPr/>
            <p:nvPr>
              <p:custDataLst>
                <p:tags r:id="rId39"/>
              </p:custDataLst>
            </p:nvPr>
          </p:nvCxnSpPr>
          <p:spPr bwMode="auto">
            <a:xfrm>
              <a:off x="5046" y="5442"/>
              <a:ext cx="4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40"/>
              </p:custDataLst>
            </p:nvPr>
          </p:nvCxnSpPr>
          <p:spPr bwMode="auto">
            <a:xfrm>
              <a:off x="4479" y="5272"/>
              <a:ext cx="102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41"/>
              </p:custDataLst>
            </p:nvPr>
          </p:nvCxnSpPr>
          <p:spPr bwMode="auto">
            <a:xfrm>
              <a:off x="8561" y="4592"/>
              <a:ext cx="0" cy="136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6" name="Text Box 1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572" y="4705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ExtU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0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3687" y="5159"/>
              <a:ext cx="794" cy="56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9" name="直接连接符 48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4254" y="5726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45"/>
              </p:custDataLst>
            </p:nvPr>
          </p:nvCxnSpPr>
          <p:spPr bwMode="auto">
            <a:xfrm>
              <a:off x="2721" y="5612"/>
              <a:ext cx="96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46"/>
              </p:custDataLst>
            </p:nvPr>
          </p:nvCxnSpPr>
          <p:spPr bwMode="auto">
            <a:xfrm>
              <a:off x="4592" y="4875"/>
              <a:ext cx="0" cy="22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47"/>
              </p:custDataLst>
            </p:nvPr>
          </p:nvCxnSpPr>
          <p:spPr bwMode="auto">
            <a:xfrm>
              <a:off x="2721" y="5272"/>
              <a:ext cx="96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4366" y="4875"/>
              <a:ext cx="227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3912" y="5726"/>
              <a:ext cx="1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>
              <p:custDataLst>
                <p:tags r:id="rId50"/>
              </p:custDataLst>
            </p:nvPr>
          </p:nvCxnSpPr>
          <p:spPr bwMode="auto">
            <a:xfrm>
              <a:off x="3402" y="5613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>
              <p:custDataLst>
                <p:tags r:id="rId51"/>
              </p:custDataLst>
            </p:nvPr>
          </p:nvCxnSpPr>
          <p:spPr bwMode="auto">
            <a:xfrm>
              <a:off x="3402" y="5953"/>
              <a:ext cx="5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5216" y="5839"/>
              <a:ext cx="0" cy="6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53"/>
              </p:custDataLst>
            </p:nvPr>
          </p:nvCxnSpPr>
          <p:spPr bwMode="auto">
            <a:xfrm>
              <a:off x="8391" y="4705"/>
              <a:ext cx="0" cy="175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54"/>
              </p:custDataLst>
            </p:nvPr>
          </p:nvCxnSpPr>
          <p:spPr bwMode="auto">
            <a:xfrm>
              <a:off x="4762" y="4592"/>
              <a:ext cx="379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55"/>
              </p:custDataLst>
            </p:nvPr>
          </p:nvCxnSpPr>
          <p:spPr bwMode="auto">
            <a:xfrm>
              <a:off x="4762" y="4592"/>
              <a:ext cx="0" cy="6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69" name="直接连接符 68"/>
            <p:cNvCxnSpPr/>
            <p:nvPr>
              <p:custDataLst>
                <p:tags r:id="rId56"/>
              </p:custDataLst>
            </p:nvPr>
          </p:nvCxnSpPr>
          <p:spPr bwMode="auto">
            <a:xfrm>
              <a:off x="8051" y="6179"/>
              <a:ext cx="0" cy="28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2551" y="6463"/>
              <a:ext cx="5499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58"/>
              </p:custDataLst>
            </p:nvPr>
          </p:nvCxnSpPr>
          <p:spPr bwMode="auto">
            <a:xfrm>
              <a:off x="2721" y="4705"/>
              <a:ext cx="0" cy="102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18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2721" y="493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2721" y="4592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disp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18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2721" y="5272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RD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8" name="直接连接符 77"/>
            <p:cNvCxnSpPr/>
            <p:nvPr>
              <p:custDataLst>
                <p:tags r:id="rId62"/>
              </p:custDataLst>
            </p:nvPr>
          </p:nvCxnSpPr>
          <p:spPr bwMode="auto">
            <a:xfrm>
              <a:off x="2892" y="6179"/>
              <a:ext cx="62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63"/>
              </p:custDataLst>
            </p:nvPr>
          </p:nvCxnSpPr>
          <p:spPr bwMode="auto">
            <a:xfrm>
              <a:off x="2551" y="6293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>
              <p:custDataLst>
                <p:tags r:id="rId64"/>
              </p:custDataLst>
            </p:nvPr>
          </p:nvCxnSpPr>
          <p:spPr bwMode="auto">
            <a:xfrm>
              <a:off x="2211" y="515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>
              <p:custDataLst>
                <p:tags r:id="rId65"/>
              </p:custDataLst>
            </p:nvPr>
          </p:nvCxnSpPr>
          <p:spPr bwMode="auto">
            <a:xfrm flipH="1" flipV="1">
              <a:off x="2041" y="6576"/>
              <a:ext cx="799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直接连接符 227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3515" y="6180"/>
              <a:ext cx="2891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0" name="Text Box 18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5499" y="4875"/>
              <a:ext cx="850" cy="62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MUX2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1" name="矩形 230"/>
            <p:cNvSpPr/>
            <p:nvPr>
              <p:custDataLst>
                <p:tags r:id="rId68"/>
              </p:custDataLst>
            </p:nvPr>
          </p:nvSpPr>
          <p:spPr bwMode="auto">
            <a:xfrm>
              <a:off x="5499" y="5386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2" name="矩形 231"/>
            <p:cNvSpPr/>
            <p:nvPr>
              <p:custDataLst>
                <p:tags r:id="rId69"/>
              </p:custDataLst>
            </p:nvPr>
          </p:nvSpPr>
          <p:spPr bwMode="auto">
            <a:xfrm>
              <a:off x="5499" y="4875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3" name="Text Box 18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846" y="5896"/>
              <a:ext cx="85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MUX4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4" name="矩形 233"/>
            <p:cNvSpPr/>
            <p:nvPr>
              <p:custDataLst>
                <p:tags r:id="rId71"/>
              </p:custDataLst>
            </p:nvPr>
          </p:nvSpPr>
          <p:spPr bwMode="auto">
            <a:xfrm>
              <a:off x="8846" y="6123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" name="矩形 234"/>
            <p:cNvSpPr/>
            <p:nvPr>
              <p:custDataLst>
                <p:tags r:id="rId72"/>
              </p:custDataLst>
            </p:nvPr>
          </p:nvSpPr>
          <p:spPr bwMode="auto">
            <a:xfrm>
              <a:off x="8846" y="589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" name="Text Box 18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349" y="6009"/>
              <a:ext cx="85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MUX3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7" name="矩形 236"/>
            <p:cNvSpPr/>
            <p:nvPr>
              <p:custDataLst>
                <p:tags r:id="rId74"/>
              </p:custDataLst>
            </p:nvPr>
          </p:nvSpPr>
          <p:spPr bwMode="auto">
            <a:xfrm>
              <a:off x="7086" y="623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8" name="矩形 237"/>
            <p:cNvSpPr/>
            <p:nvPr>
              <p:custDataLst>
                <p:tags r:id="rId75"/>
              </p:custDataLst>
            </p:nvPr>
          </p:nvSpPr>
          <p:spPr bwMode="auto">
            <a:xfrm>
              <a:off x="7086" y="6009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9" name="Text Box 18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5499" y="5556"/>
              <a:ext cx="850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MUX1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40" name="矩形 239"/>
            <p:cNvSpPr/>
            <p:nvPr>
              <p:custDataLst>
                <p:tags r:id="rId77"/>
              </p:custDataLst>
            </p:nvPr>
          </p:nvSpPr>
          <p:spPr bwMode="auto">
            <a:xfrm>
              <a:off x="5499" y="5783"/>
              <a:ext cx="113" cy="113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1" name="矩形 240"/>
            <p:cNvSpPr/>
            <p:nvPr>
              <p:custDataLst>
                <p:tags r:id="rId78"/>
              </p:custDataLst>
            </p:nvPr>
          </p:nvSpPr>
          <p:spPr bwMode="auto">
            <a:xfrm>
              <a:off x="5499" y="5556"/>
              <a:ext cx="113" cy="113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3798" y="6690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Text Box 18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587" y="6690"/>
              <a:ext cx="6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Text Box 18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6746" y="4706"/>
              <a:ext cx="39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op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7" name="直接连接符 46"/>
            <p:cNvCxnSpPr/>
            <p:nvPr>
              <p:custDataLst>
                <p:tags r:id="rId82"/>
              </p:custDataLst>
            </p:nvPr>
          </p:nvCxnSpPr>
          <p:spPr bwMode="auto">
            <a:xfrm flipH="1" flipV="1">
              <a:off x="2778" y="6292"/>
              <a:ext cx="226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4" name="Text Box 18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2778" y="6690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8000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+1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5216" y="5896"/>
              <a:ext cx="454" cy="79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8" name="Text Box 18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2154" y="6690"/>
              <a:ext cx="68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PC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0" name="直接连接符 59"/>
            <p:cNvCxnSpPr/>
            <p:nvPr>
              <p:custDataLst>
                <p:tags r:id="rId86"/>
              </p:custDataLst>
            </p:nvPr>
          </p:nvCxnSpPr>
          <p:spPr bwMode="auto">
            <a:xfrm flipV="1">
              <a:off x="5952" y="5385"/>
              <a:ext cx="0" cy="13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7030" y="6349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88"/>
              </p:custDataLst>
            </p:nvPr>
          </p:nvCxnSpPr>
          <p:spPr bwMode="auto">
            <a:xfrm>
              <a:off x="6917" y="5046"/>
              <a:ext cx="0" cy="2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89"/>
              </p:custDataLst>
            </p:nvPr>
          </p:nvCxnSpPr>
          <p:spPr bwMode="auto">
            <a:xfrm flipV="1">
              <a:off x="9014" y="6236"/>
              <a:ext cx="0" cy="4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90"/>
              </p:custDataLst>
            </p:nvPr>
          </p:nvCxnSpPr>
          <p:spPr bwMode="auto">
            <a:xfrm>
              <a:off x="9524" y="5613"/>
              <a:ext cx="510" cy="7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0" name="直接连接符 69"/>
            <p:cNvCxnSpPr/>
            <p:nvPr>
              <p:custDataLst>
                <p:tags r:id="rId91"/>
              </p:custDataLst>
            </p:nvPr>
          </p:nvCxnSpPr>
          <p:spPr bwMode="auto">
            <a:xfrm>
              <a:off x="10318" y="5613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71" name="Text Box 18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9128" y="5329"/>
              <a:ext cx="85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MDR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" name="Text Box 18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9921" y="5329"/>
              <a:ext cx="85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MAR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1" name="Text Box 18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4479" y="6690"/>
              <a:ext cx="113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ALUA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3" name="Text Box 18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5499" y="6690"/>
              <a:ext cx="113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ALUB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4" name="Text Box 18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6746" y="6690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GR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5" name="Text Box 18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8674" y="6690"/>
              <a:ext cx="96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MAR</a:t>
              </a:r>
              <a:r>
                <a:rPr lang="en-US" altLang="zh-CN" sz="1600" b="1" baseline="-180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sel</a:t>
              </a:r>
              <a:endParaRPr lang="en-US" altLang="zh-CN" sz="1600" b="1" baseline="-18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6" name="Text Box 18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10828" y="5308"/>
              <a:ext cx="1587" cy="33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MEMR MEMW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7" name="直接连接符 86"/>
            <p:cNvCxnSpPr/>
            <p:nvPr>
              <p:custDataLst>
                <p:tags r:id="rId99"/>
              </p:custDataLst>
            </p:nvPr>
          </p:nvCxnSpPr>
          <p:spPr bwMode="auto">
            <a:xfrm flipV="1">
              <a:off x="2381" y="6293"/>
              <a:ext cx="0" cy="3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8" name="直接连接符 87"/>
            <p:cNvCxnSpPr/>
            <p:nvPr>
              <p:custDataLst>
                <p:tags r:id="rId100"/>
              </p:custDataLst>
            </p:nvPr>
          </p:nvCxnSpPr>
          <p:spPr bwMode="auto">
            <a:xfrm flipV="1">
              <a:off x="1870" y="5724"/>
              <a:ext cx="0" cy="9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9" name="直接连接符 88"/>
            <p:cNvCxnSpPr/>
            <p:nvPr>
              <p:custDataLst>
                <p:tags r:id="rId101"/>
              </p:custDataLst>
            </p:nvPr>
          </p:nvCxnSpPr>
          <p:spPr bwMode="auto">
            <a:xfrm flipV="1">
              <a:off x="4084" y="5726"/>
              <a:ext cx="0" cy="9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90" name="直接连接符 89"/>
            <p:cNvCxnSpPr/>
            <p:nvPr>
              <p:custDataLst>
                <p:tags r:id="rId102"/>
              </p:custDataLst>
            </p:nvPr>
          </p:nvCxnSpPr>
          <p:spPr bwMode="auto">
            <a:xfrm>
              <a:off x="11339" y="5613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92" name="直接连接符 91"/>
            <p:cNvCxnSpPr/>
            <p:nvPr>
              <p:custDataLst>
                <p:tags r:id="rId103"/>
              </p:custDataLst>
            </p:nvPr>
          </p:nvCxnSpPr>
          <p:spPr bwMode="auto">
            <a:xfrm>
              <a:off x="11906" y="5613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34" name="Text Box 23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12416" y="5896"/>
              <a:ext cx="737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35" name="直接连接符 334"/>
            <p:cNvCxnSpPr/>
            <p:nvPr>
              <p:custDataLst>
                <p:tags r:id="rId105"/>
              </p:custDataLst>
            </p:nvPr>
          </p:nvCxnSpPr>
          <p:spPr bwMode="auto">
            <a:xfrm flipH="1">
              <a:off x="12076" y="6293"/>
              <a:ext cx="34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sp>
          <p:nvSpPr>
            <p:cNvPr id="337" name="Text Box 18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12472" y="5329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WMFC</a:t>
              </a:r>
              <a:endParaRPr lang="en-US" altLang="zh-CN" sz="1600" b="1" baseline="-18000" dirty="0" err="1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3" name="直接连接符 92"/>
            <p:cNvCxnSpPr/>
            <p:nvPr>
              <p:custDataLst>
                <p:tags r:id="rId107"/>
              </p:custDataLst>
            </p:nvPr>
          </p:nvCxnSpPr>
          <p:spPr bwMode="auto">
            <a:xfrm>
              <a:off x="12813" y="5613"/>
              <a:ext cx="0" cy="28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</p:grpSp>
      <p:sp>
        <p:nvSpPr>
          <p:cNvPr id="94" name="Text Box 5"/>
          <p:cNvSpPr txBox="1">
            <a:spLocks noChangeArrowheads="1"/>
          </p:cNvSpPr>
          <p:nvPr/>
        </p:nvSpPr>
        <p:spPr bwMode="auto">
          <a:xfrm>
            <a:off x="179512" y="5292000"/>
            <a:ext cx="8784976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RD←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RD)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RS)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执行阶段的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序列及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105" name="Text Box 318"/>
          <p:cNvSpPr txBox="1">
            <a:spLocks noChangeArrowheads="1"/>
          </p:cNvSpPr>
          <p:nvPr/>
        </p:nvSpPr>
        <p:spPr bwMode="auto">
          <a:xfrm>
            <a:off x="1115695" y="5723890"/>
            <a:ext cx="3564255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+mn-ea"/>
              </a:rPr>
              <a:t>RD←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(RD)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－</a:t>
            </a:r>
            <a:r>
              <a:rPr lang="en-US" altLang="zh-CN" sz="2000" b="1" dirty="0" smtClean="0">
                <a:latin typeface="+mn-ea"/>
              </a:rPr>
              <a:t>(RS)</a:t>
            </a:r>
            <a:r>
              <a:rPr lang="zh-CN" altLang="en-US" sz="2000" b="1" dirty="0" smtClean="0">
                <a:latin typeface="+mn-ea"/>
              </a:rPr>
              <a:t>，</a:t>
            </a:r>
            <a:r>
              <a:rPr lang="en-US" altLang="zh-CN" sz="2000" b="1" dirty="0" smtClean="0">
                <a:latin typeface="+mn-ea"/>
              </a:rPr>
              <a:t>End</a:t>
            </a:r>
            <a:r>
              <a:rPr lang="zh-CN" altLang="en-US" sz="2000" b="1" dirty="0">
                <a:latin typeface="+mn-ea"/>
              </a:rPr>
              <a:t>←</a:t>
            </a:r>
            <a:r>
              <a:rPr lang="en-US" altLang="zh-CN" sz="2000" b="1" dirty="0" smtClean="0">
                <a:latin typeface="+mn-ea"/>
              </a:rPr>
              <a:t>1</a:t>
            </a:r>
            <a:endParaRPr lang="en-US" altLang="zh-CN" sz="2000" b="1" dirty="0" smtClean="0">
              <a:latin typeface="+mn-ea"/>
            </a:endParaRPr>
          </a:p>
        </p:txBody>
      </p:sp>
      <p:sp>
        <p:nvSpPr>
          <p:cNvPr id="95" name="Text Box 318"/>
          <p:cNvSpPr txBox="1">
            <a:spLocks noChangeArrowheads="1"/>
          </p:cNvSpPr>
          <p:nvPr>
            <p:custDataLst>
              <p:tags r:id="rId108"/>
            </p:custDataLst>
          </p:nvPr>
        </p:nvSpPr>
        <p:spPr bwMode="auto">
          <a:xfrm>
            <a:off x="4968240" y="5723890"/>
            <a:ext cx="3999865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628650" indent="-628650"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t4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err="1" smtClean="0">
                <a:latin typeface="+mn-ea"/>
              </a:rPr>
              <a:t>ALUA</a:t>
            </a:r>
            <a:r>
              <a:rPr lang="en-US" altLang="zh-CN" sz="2000" b="1" baseline="-18000" dirty="0" err="1" smtClean="0">
                <a:latin typeface="+mn-ea"/>
              </a:rPr>
              <a:t>sel</a:t>
            </a:r>
            <a:r>
              <a:rPr lang="zh-CN" altLang="en-US" sz="2000" b="1" dirty="0" smtClean="0">
                <a:latin typeface="+mn-ea"/>
              </a:rPr>
              <a:t>＝</a:t>
            </a: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ALUB</a:t>
            </a:r>
            <a:r>
              <a:rPr lang="en-US" altLang="zh-CN" sz="2000" b="1" baseline="-18000" dirty="0" err="1" smtClean="0">
                <a:latin typeface="+mn-ea"/>
              </a:rPr>
              <a:t>sel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01</a:t>
            </a:r>
            <a:r>
              <a:rPr lang="zh-CN" altLang="en-US" sz="2000" b="1" dirty="0" smtClean="0">
                <a:latin typeface="+mn-ea"/>
              </a:rPr>
              <a:t>、</a:t>
            </a:r>
            <a:endParaRPr lang="en-US" altLang="zh-CN" sz="2000" b="1" dirty="0" smtClean="0">
              <a:latin typeface="+mn-ea"/>
            </a:endParaRPr>
          </a:p>
          <a:p>
            <a:pPr marL="628650" indent="-628650" algn="l">
              <a:lnSpc>
                <a:spcPct val="100000"/>
              </a:lnSpc>
            </a:pPr>
            <a:r>
              <a:rPr lang="en-US" altLang="zh-CN" sz="2000" b="1" dirty="0">
                <a:latin typeface="+mn-ea"/>
              </a:rPr>
              <a:t> </a:t>
            </a:r>
            <a:r>
              <a:rPr lang="en-US" altLang="zh-CN" sz="2000" b="1" dirty="0" smtClean="0">
                <a:latin typeface="+mn-ea"/>
              </a:rPr>
              <a:t>   op</a:t>
            </a:r>
            <a:r>
              <a:rPr lang="zh-CN" altLang="en-US" sz="2000" b="1" dirty="0">
                <a:latin typeface="+mn-ea"/>
              </a:rPr>
              <a:t>＝</a:t>
            </a:r>
            <a:r>
              <a:rPr lang="en-US" altLang="zh-CN" sz="2000" b="1" dirty="0">
                <a:latin typeface="+mn-ea"/>
              </a:rPr>
              <a:t>01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sel</a:t>
            </a:r>
            <a:r>
              <a:rPr lang="zh-CN" altLang="en-US" sz="2000" b="1" dirty="0" smtClean="0">
                <a:latin typeface="+mn-ea"/>
              </a:rPr>
              <a:t>＝</a:t>
            </a:r>
            <a:r>
              <a:rPr lang="en-US" altLang="zh-CN" sz="2000" b="1" dirty="0" smtClean="0">
                <a:latin typeface="+mn-ea"/>
              </a:rPr>
              <a:t>0</a:t>
            </a:r>
            <a:r>
              <a:rPr lang="zh-CN" altLang="en-US" sz="2000" b="1" dirty="0" smtClean="0">
                <a:latin typeface="+mn-ea"/>
              </a:rPr>
              <a:t>、</a:t>
            </a:r>
            <a:r>
              <a:rPr lang="en-US" altLang="zh-CN" sz="2000" b="1" dirty="0" err="1" smtClean="0">
                <a:latin typeface="+mn-ea"/>
              </a:rPr>
              <a:t>GR</a:t>
            </a:r>
            <a:r>
              <a:rPr lang="en-US" altLang="zh-CN" sz="2000" b="1" baseline="-18000" dirty="0" err="1" smtClean="0">
                <a:latin typeface="+mn-ea"/>
              </a:rPr>
              <a:t>in</a:t>
            </a:r>
            <a:r>
              <a:rPr lang="en-US" altLang="zh-CN" sz="2000" b="1" dirty="0" smtClean="0">
                <a:latin typeface="+mn-ea"/>
              </a:rPr>
              <a:t>, End</a:t>
            </a:r>
            <a:endParaRPr lang="en-US" altLang="zh-CN" sz="2000" b="1" baseline="-18000" dirty="0" smtClean="0">
              <a:latin typeface="+mn-ea"/>
            </a:endParaRPr>
          </a:p>
        </p:txBody>
      </p:sp>
      <p:sp>
        <p:nvSpPr>
          <p:cNvPr id="96" name="AutoShape 62">
            <a:hlinkClick r:id="rId109" action="ppaction://hlinksldjump"/>
          </p:cNvPr>
          <p:cNvSpPr>
            <a:spLocks noChangeArrowheads="1"/>
          </p:cNvSpPr>
          <p:nvPr>
            <p:custDataLst>
              <p:tags r:id="rId110"/>
            </p:custDataLst>
          </p:nvPr>
        </p:nvSpPr>
        <p:spPr bwMode="auto">
          <a:xfrm rot="16200000">
            <a:off x="5148000" y="650848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95" grpId="0" bldLvl="0" animBg="1"/>
      <p:bldP spid="94" grpId="0" animBg="1"/>
      <p:bldP spid="10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Box 59"/>
          <p:cNvSpPr txBox="1">
            <a:spLocks noChangeArrowheads="1"/>
          </p:cNvSpPr>
          <p:nvPr/>
        </p:nvSpPr>
        <p:spPr bwMode="auto">
          <a:xfrm>
            <a:off x="179705" y="2719070"/>
            <a:ext cx="611060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指令执行过程的组织小结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基于数据通路进行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组织方法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组织结果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22" name="Text Box 648"/>
          <p:cNvSpPr txBox="1">
            <a:spLocks noChangeArrowheads="1"/>
          </p:cNvSpPr>
          <p:nvPr/>
        </p:nvSpPr>
        <p:spPr bwMode="auto">
          <a:xfrm>
            <a:off x="827461" y="5904000"/>
            <a:ext cx="4248000" cy="3683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5-1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P236— 3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5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6(1)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(4)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2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27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8784976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所有指令周期的组织结果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状态转换图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各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</a:rPr>
              <a:t>序列的汇总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zh-CN" altLang="en-US" sz="16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59632" y="864000"/>
            <a:ext cx="7488832" cy="1788730"/>
            <a:chOff x="1259632" y="2216334"/>
            <a:chExt cx="7488832" cy="1788730"/>
          </a:xfrm>
        </p:grpSpPr>
        <p:cxnSp>
          <p:nvCxnSpPr>
            <p:cNvPr id="26" name="直接箭头连接符 25"/>
            <p:cNvCxnSpPr/>
            <p:nvPr/>
          </p:nvCxnSpPr>
          <p:spPr bwMode="auto">
            <a:xfrm>
              <a:off x="4283808" y="2367597"/>
              <a:ext cx="28819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26"/>
            <p:cNvCxnSpPr/>
            <p:nvPr/>
          </p:nvCxnSpPr>
          <p:spPr bwMode="auto">
            <a:xfrm>
              <a:off x="1260280" y="4005064"/>
              <a:ext cx="748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 flipV="1">
              <a:off x="1259632" y="2349064"/>
              <a:ext cx="0" cy="165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" name="Text Box 323"/>
            <p:cNvSpPr txBox="1">
              <a:spLocks noChangeArrowheads="1"/>
            </p:cNvSpPr>
            <p:nvPr/>
          </p:nvSpPr>
          <p:spPr bwMode="auto">
            <a:xfrm>
              <a:off x="2411968" y="2223597"/>
              <a:ext cx="1872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sp>
          <p:nvSpPr>
            <p:cNvPr id="31" name="Text Box 323"/>
            <p:cNvSpPr txBox="1">
              <a:spLocks noChangeArrowheads="1"/>
            </p:cNvSpPr>
            <p:nvPr/>
          </p:nvSpPr>
          <p:spPr bwMode="auto">
            <a:xfrm>
              <a:off x="4572064" y="2216334"/>
              <a:ext cx="194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MEMR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WMFC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1800" b="1" dirty="0">
                  <a:latin typeface="+mn-ea"/>
                </a:rPr>
                <a:t>PC</a:t>
              </a:r>
              <a:r>
                <a:rPr lang="en-US" altLang="zh-CN" sz="1800" b="1" baseline="-18000" dirty="0">
                  <a:latin typeface="+mn-ea"/>
                </a:rPr>
                <a:t>+1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 bwMode="auto">
            <a:xfrm>
              <a:off x="6516120" y="2360350"/>
              <a:ext cx="28819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 Box 323"/>
            <p:cNvSpPr txBox="1">
              <a:spLocks noChangeArrowheads="1"/>
            </p:cNvSpPr>
            <p:nvPr/>
          </p:nvSpPr>
          <p:spPr bwMode="auto">
            <a:xfrm>
              <a:off x="6804312" y="2216334"/>
              <a:ext cx="57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</a:rPr>
                <a:t>IR</a:t>
              </a:r>
              <a:r>
                <a:rPr lang="en-US" altLang="zh-CN" sz="1800" b="1" baseline="-18000" dirty="0" err="1" smtClean="0">
                  <a:latin typeface="+mn-ea"/>
                </a:rPr>
                <a:t>in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 bwMode="auto">
            <a:xfrm>
              <a:off x="1763672" y="2720836"/>
              <a:ext cx="698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 flipH="1">
              <a:off x="7092280" y="250439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/>
            <p:cNvCxnSpPr/>
            <p:nvPr/>
          </p:nvCxnSpPr>
          <p:spPr bwMode="auto">
            <a:xfrm flipH="1">
              <a:off x="1763672" y="2720414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H="1">
              <a:off x="2699648" y="2720390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4" name="Text Box 323"/>
            <p:cNvSpPr txBox="1">
              <a:spLocks noChangeArrowheads="1"/>
            </p:cNvSpPr>
            <p:nvPr/>
          </p:nvSpPr>
          <p:spPr bwMode="auto">
            <a:xfrm>
              <a:off x="2123728" y="3012693"/>
              <a:ext cx="2592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125000"/>
                </a:lnSpc>
              </a:pP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1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MAR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 err="1">
                  <a:latin typeface="+mn-ea"/>
                </a:rPr>
                <a:t>MDR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endParaRPr lang="en-US" altLang="zh-CN" sz="1800" b="1" baseline="-18000" dirty="0">
                <a:latin typeface="+mn-ea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 flipH="1">
              <a:off x="2699648" y="3296454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7" name="Text Box 323"/>
            <p:cNvSpPr txBox="1">
              <a:spLocks noChangeArrowheads="1"/>
            </p:cNvSpPr>
            <p:nvPr/>
          </p:nvSpPr>
          <p:spPr bwMode="auto">
            <a:xfrm>
              <a:off x="2123952" y="3501008"/>
              <a:ext cx="20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MEMW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WMFC</a:t>
              </a:r>
              <a:r>
                <a:rPr lang="zh-CN" altLang="en-US" sz="1800" b="1" dirty="0">
                  <a:latin typeface="+mn-ea"/>
                </a:rPr>
                <a:t>，</a:t>
              </a:r>
              <a:r>
                <a:rPr lang="en-US" altLang="zh-CN" sz="1800" b="1" dirty="0">
                  <a:latin typeface="+mn-ea"/>
                </a:rPr>
                <a:t>End</a:t>
              </a:r>
              <a:endParaRPr lang="zh-CN" altLang="en-US" sz="1800" b="1" spc="-100" dirty="0">
                <a:latin typeface="+mn-ea"/>
                <a:ea typeface="+mn-ea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 bwMode="auto">
            <a:xfrm flipH="1">
              <a:off x="6732240" y="2720390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0" name="Text Box 323"/>
            <p:cNvSpPr txBox="1">
              <a:spLocks noChangeArrowheads="1"/>
            </p:cNvSpPr>
            <p:nvPr/>
          </p:nvSpPr>
          <p:spPr bwMode="auto">
            <a:xfrm>
              <a:off x="5364360" y="3012693"/>
              <a:ext cx="3096000" cy="50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marL="628650" indent="-628650" algn="l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</a:rPr>
                <a:t>ALUA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1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ALUB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01</a:t>
              </a:r>
              <a:r>
                <a:rPr lang="zh-CN" altLang="en-US" sz="1800" b="1" dirty="0" smtClean="0">
                  <a:latin typeface="+mn-ea"/>
                </a:rPr>
                <a:t>、</a:t>
              </a:r>
              <a:endParaRPr lang="en-US" altLang="zh-CN" sz="1800" b="1" dirty="0" smtClean="0">
                <a:latin typeface="+mn-ea"/>
              </a:endParaRPr>
            </a:p>
            <a:p>
              <a:pPr marL="628650" indent="-628650" algn="l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</a:rPr>
                <a:t>op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01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sel</a:t>
              </a:r>
              <a:r>
                <a:rPr lang="zh-CN" altLang="en-US" sz="1800" b="1" dirty="0">
                  <a:latin typeface="+mn-ea"/>
                </a:rPr>
                <a:t>＝</a:t>
              </a:r>
              <a:r>
                <a:rPr lang="en-US" altLang="zh-CN" sz="1800" b="1" dirty="0">
                  <a:latin typeface="+mn-ea"/>
                </a:rPr>
                <a:t>0</a:t>
              </a:r>
              <a:r>
                <a:rPr lang="zh-CN" altLang="en-US" sz="1800" b="1" dirty="0">
                  <a:latin typeface="+mn-ea"/>
                </a:rPr>
                <a:t>、</a:t>
              </a:r>
              <a:r>
                <a:rPr lang="en-US" altLang="zh-CN" sz="1800" b="1" dirty="0" err="1">
                  <a:latin typeface="+mn-ea"/>
                </a:rPr>
                <a:t>GR</a:t>
              </a:r>
              <a:r>
                <a:rPr lang="en-US" altLang="zh-CN" sz="1800" b="1" baseline="-18000" dirty="0" err="1">
                  <a:latin typeface="+mn-ea"/>
                </a:rPr>
                <a:t>in</a:t>
              </a:r>
              <a:r>
                <a:rPr lang="en-US" altLang="zh-CN" sz="1800" b="1" dirty="0">
                  <a:latin typeface="+mn-ea"/>
                </a:rPr>
                <a:t>, End</a:t>
              </a:r>
              <a:endParaRPr lang="en-US" altLang="zh-CN" sz="1800" b="1" baseline="-18000" dirty="0">
                <a:latin typeface="+mn-ea"/>
              </a:endParaRPr>
            </a:p>
          </p:txBody>
        </p:sp>
        <p:cxnSp>
          <p:nvCxnSpPr>
            <p:cNvPr id="54" name="直接箭头连接符 53"/>
            <p:cNvCxnSpPr/>
            <p:nvPr/>
          </p:nvCxnSpPr>
          <p:spPr bwMode="auto">
            <a:xfrm flipH="1">
              <a:off x="8748464" y="2720390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 flipH="1">
              <a:off x="2700016" y="3789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 flipH="1">
              <a:off x="6732176" y="3501008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/>
          </p:nvCxnSpPr>
          <p:spPr bwMode="auto">
            <a:xfrm>
              <a:off x="1259800" y="2360350"/>
              <a:ext cx="115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7" name="Text Box 63"/>
            <p:cNvSpPr txBox="1">
              <a:spLocks noChangeArrowheads="1"/>
            </p:cNvSpPr>
            <p:nvPr/>
          </p:nvSpPr>
          <p:spPr bwMode="auto">
            <a:xfrm>
              <a:off x="2267664" y="2719497"/>
              <a:ext cx="432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ST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Text Box 63"/>
            <p:cNvSpPr txBox="1">
              <a:spLocks noChangeArrowheads="1"/>
            </p:cNvSpPr>
            <p:nvPr/>
          </p:nvSpPr>
          <p:spPr bwMode="auto">
            <a:xfrm>
              <a:off x="1331688" y="2720390"/>
              <a:ext cx="432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LD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Text Box 63"/>
            <p:cNvSpPr txBox="1">
              <a:spLocks noChangeArrowheads="1"/>
            </p:cNvSpPr>
            <p:nvPr/>
          </p:nvSpPr>
          <p:spPr bwMode="auto">
            <a:xfrm>
              <a:off x="6156048" y="2721283"/>
              <a:ext cx="576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74" name="直接箭头连接符 73"/>
            <p:cNvCxnSpPr/>
            <p:nvPr/>
          </p:nvCxnSpPr>
          <p:spPr bwMode="auto">
            <a:xfrm flipH="1">
              <a:off x="8748464" y="3789064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7" name="矩形 36"/>
          <p:cNvSpPr/>
          <p:nvPr/>
        </p:nvSpPr>
        <p:spPr>
          <a:xfrm>
            <a:off x="2160270" y="3145790"/>
            <a:ext cx="6804025" cy="2476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每条指令单独组织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形成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序列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；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指令串行执行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 err="1">
                <a:latin typeface="宋体" panose="02010600030101010101" pitchFamily="2" charset="-122"/>
                <a:sym typeface="+mn-ea"/>
              </a:rPr>
              <a:t>顺序</a:t>
            </a:r>
            <a:r>
              <a:rPr lang="zh-CN" altLang="en-US" sz="2200" b="1" dirty="0">
                <a:latin typeface="宋体" panose="02010600030101010101" pitchFamily="2" charset="-122"/>
              </a:rPr>
              <a:t>按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指令执行步骤</a:t>
            </a:r>
            <a:r>
              <a:rPr lang="zh-CN" altLang="en-US" sz="2200" b="1" dirty="0">
                <a:latin typeface="宋体" panose="02010600030101010101" pitchFamily="2" charset="-122"/>
              </a:rPr>
              <a:t>安排，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～互连结构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指令功能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/PSW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err="1">
                <a:latin typeface="宋体" panose="02010600030101010101" pitchFamily="2" charset="-122"/>
                <a:sym typeface="+mn-ea"/>
              </a:rPr>
              <a:t>同一步骤包含</a:t>
            </a:r>
            <a:r>
              <a:rPr lang="zh-CN" altLang="en-US" sz="2200" b="1" u="sng" dirty="0">
                <a:latin typeface="宋体" panose="02010600030101010101" pitchFamily="2" charset="-122"/>
              </a:rPr>
              <a:t>相邻</a:t>
            </a:r>
            <a:r>
              <a:rPr lang="en-US" altLang="zh-CN" sz="2200" b="1" u="sng" dirty="0">
                <a:latin typeface="宋体" panose="02010600030101010101" pitchFamily="2" charset="-122"/>
              </a:rPr>
              <a:t>&amp;</a:t>
            </a:r>
            <a:r>
              <a:rPr lang="zh-CN" altLang="en-US" sz="2200" b="1" u="sng" dirty="0">
                <a:latin typeface="宋体" panose="02010600030101010101" pitchFamily="2" charset="-122"/>
              </a:rPr>
              <a:t>无关的</a:t>
            </a:r>
            <a:r>
              <a:rPr lang="en-US" altLang="zh-CN" sz="2200" u="sng" dirty="0" err="1">
                <a:sym typeface="+mn-ea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各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指令周期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构成的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状态转换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图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endParaRPr lang="zh-CN" altLang="en-US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(CU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按序产生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所需的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 err="1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800" b="1" dirty="0" err="1">
                <a:latin typeface="宋体" panose="02010600030101010101" pitchFamily="2" charset="-122"/>
                <a:sym typeface="+mn-ea"/>
              </a:rPr>
              <a:t>数据通路</a:t>
            </a:r>
            <a:r>
              <a:rPr lang="zh-CN" altLang="en-US" sz="1800" b="1" u="sng" dirty="0" err="1">
                <a:latin typeface="宋体" panose="02010600030101010101" pitchFamily="2" charset="-122"/>
                <a:sym typeface="+mn-ea"/>
              </a:rPr>
              <a:t>即可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实现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功能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83915" y="4860000"/>
            <a:ext cx="2843530" cy="394970"/>
            <a:chOff x="5329" y="8293"/>
            <a:chExt cx="4478" cy="622"/>
          </a:xfrm>
        </p:grpSpPr>
        <p:cxnSp>
          <p:nvCxnSpPr>
            <p:cNvPr id="4" name="直接箭头连接符 3"/>
            <p:cNvCxnSpPr/>
            <p:nvPr>
              <p:custDataLst>
                <p:tags r:id="rId2"/>
              </p:custDataLst>
            </p:nvPr>
          </p:nvCxnSpPr>
          <p:spPr bwMode="auto">
            <a:xfrm flipH="1">
              <a:off x="6179" y="8293"/>
              <a:ext cx="3628" cy="62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5" name="Text Box 6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329" y="8350"/>
              <a:ext cx="2154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CU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的功能需求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ldLvl="0" animBg="1"/>
      <p:bldP spid="22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四、数据通路的设计</a:t>
            </a:r>
            <a:endParaRPr lang="zh-CN" altLang="en-US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705" y="828040"/>
            <a:ext cx="8501380" cy="4260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、指令周期与数据通路结构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指令周期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CPI×</a:t>
            </a:r>
            <a:r>
              <a:rPr lang="en-US" altLang="zh-CN" sz="2200" b="1" i="1" dirty="0" smtClean="0">
                <a:latin typeface="+mn-ea"/>
              </a:rPr>
              <a:t>T</a:t>
            </a:r>
            <a:r>
              <a:rPr lang="en-US" altLang="zh-CN" sz="2200" b="1" baseline="-25000" dirty="0" smtClean="0">
                <a:latin typeface="+mn-ea"/>
              </a:rPr>
              <a:t>C 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*单周期数据通路：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CPI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＝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1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，</a:t>
            </a:r>
            <a:r>
              <a:rPr lang="en-US" altLang="zh-CN" sz="2200" b="1" i="1" dirty="0" smtClean="0">
                <a:latin typeface="+mn-ea"/>
                <a:ea typeface="+mn-ea"/>
              </a:rPr>
              <a:t>T</a:t>
            </a:r>
            <a:r>
              <a:rPr lang="en-US" altLang="zh-CN" sz="2200" b="1" baseline="-25000" dirty="0" smtClean="0">
                <a:latin typeface="+mn-ea"/>
                <a:ea typeface="+mn-ea"/>
              </a:rPr>
              <a:t>C</a:t>
            </a:r>
            <a:r>
              <a:rPr lang="zh-CN" altLang="en-US" sz="2200" b="1" dirty="0" smtClean="0">
                <a:latin typeface="+mn-ea"/>
                <a:ea typeface="+mn-ea"/>
              </a:rPr>
              <a:t>＝</a:t>
            </a:r>
            <a:r>
              <a:rPr lang="en-US" altLang="zh-CN" sz="2200" b="1" dirty="0" smtClean="0">
                <a:latin typeface="+mn-ea"/>
                <a:ea typeface="+mn-ea"/>
              </a:rPr>
              <a:t>max{</a:t>
            </a:r>
            <a:r>
              <a:rPr lang="en-US" altLang="zh-CN" sz="2200" b="1" i="1" dirty="0" smtClean="0">
                <a:latin typeface="+mn-ea"/>
                <a:ea typeface="+mn-ea"/>
              </a:rPr>
              <a:t>T</a:t>
            </a:r>
            <a:r>
              <a:rPr lang="zh-CN" altLang="en-US" sz="2200" b="1" baseline="-18000" dirty="0" smtClean="0">
                <a:latin typeface="+mn-ea"/>
                <a:ea typeface="+mn-ea"/>
              </a:rPr>
              <a:t>指令</a:t>
            </a:r>
            <a:r>
              <a:rPr lang="en-US" altLang="zh-CN" sz="2200" b="1" i="1" baseline="-18000" dirty="0" err="1" smtClean="0">
                <a:latin typeface="+mn-lt"/>
                <a:ea typeface="+mn-ea"/>
              </a:rPr>
              <a:t>i</a:t>
            </a:r>
            <a:r>
              <a:rPr lang="en-US" altLang="zh-CN" sz="2200" b="1" dirty="0" smtClean="0">
                <a:latin typeface="+mn-ea"/>
                <a:ea typeface="+mn-ea"/>
              </a:rPr>
              <a:t>}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05000"/>
              </a:lnSpc>
            </a:pPr>
            <a:endParaRPr lang="en-US" altLang="zh-CN" sz="2000" b="1" dirty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部件需求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    互连需求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多周期数据通路：</a:t>
            </a:r>
            <a:r>
              <a:rPr lang="en-US" altLang="zh-CN" sz="2200" b="1" i="1" dirty="0" smtClean="0">
                <a:latin typeface="+mn-ea"/>
              </a:rPr>
              <a:t>T</a:t>
            </a:r>
            <a:r>
              <a:rPr lang="en-US" altLang="zh-CN" sz="2200" b="1" baseline="-25000" dirty="0" smtClean="0">
                <a:latin typeface="+mn-ea"/>
              </a:rPr>
              <a:t>C</a:t>
            </a:r>
            <a:r>
              <a:rPr lang="zh-CN" altLang="en-US" sz="2200" b="1" dirty="0" smtClean="0">
                <a:latin typeface="+mn-ea"/>
              </a:rPr>
              <a:t>＝</a:t>
            </a:r>
            <a:r>
              <a:rPr lang="en-US" altLang="zh-CN" sz="2200" b="1" dirty="0" smtClean="0">
                <a:latin typeface="+mn-ea"/>
              </a:rPr>
              <a:t>max{</a:t>
            </a:r>
            <a:r>
              <a:rPr lang="en-US" altLang="zh-CN" sz="2200" b="1" i="1" dirty="0" err="1" smtClean="0">
                <a:latin typeface="+mn-ea"/>
              </a:rPr>
              <a:t>T</a:t>
            </a:r>
            <a:r>
              <a:rPr lang="en-US" altLang="zh-CN" sz="2200" baseline="-18000" dirty="0" err="1" smtClean="0">
                <a:latin typeface="+mn-lt"/>
              </a:rPr>
              <a:t>μ</a:t>
            </a:r>
            <a:r>
              <a:rPr lang="en-US" altLang="zh-CN" sz="2200" b="1" baseline="-18000" dirty="0" err="1" smtClean="0">
                <a:latin typeface="+mn-ea"/>
              </a:rPr>
              <a:t>OP</a:t>
            </a:r>
            <a:r>
              <a:rPr lang="en-US" altLang="zh-CN" sz="2200" b="1" i="1" baseline="-18000" dirty="0" err="1" smtClean="0"/>
              <a:t>j</a:t>
            </a:r>
            <a:r>
              <a:rPr lang="en-US" altLang="zh-CN" sz="2200" b="1" dirty="0" smtClean="0">
                <a:latin typeface="+mn-ea"/>
              </a:rPr>
              <a:t>}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，</a:t>
            </a:r>
            <a:r>
              <a:rPr lang="en-US" altLang="zh-CN" sz="2200" b="1" dirty="0" smtClean="0">
                <a:latin typeface="+mn-ea"/>
                <a:cs typeface="Arial Unicode MS" panose="020B0604020202020204" charset="-122"/>
              </a:rPr>
              <a:t>CPI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＝</a:t>
            </a:r>
            <a:r>
              <a:rPr lang="en-US" altLang="zh-CN" sz="2200" i="1" dirty="0" smtClean="0">
                <a:latin typeface="+mn-lt"/>
                <a:cs typeface="Arial Unicode MS" panose="020B0604020202020204" charset="-122"/>
              </a:rPr>
              <a:t>n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可变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[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取决于指令功能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])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部件需求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    互连需求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60270" y="2771775"/>
            <a:ext cx="670433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200" b="1" dirty="0" smtClean="0">
                <a:latin typeface="+mn-ea"/>
                <a:ea typeface="+mn-ea"/>
              </a:rPr>
              <a:t>部件</a:t>
            </a:r>
            <a:r>
              <a:rPr lang="zh-CN" altLang="zh-CN" sz="2200" b="1" u="sng" dirty="0" smtClean="0">
                <a:solidFill>
                  <a:srgbClr val="990099"/>
                </a:solidFill>
                <a:latin typeface="+mn-ea"/>
                <a:ea typeface="+mn-ea"/>
              </a:rPr>
              <a:t>不能复用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需要时</a:t>
            </a:r>
            <a:r>
              <a:rPr lang="zh-CN" altLang="zh-CN" sz="1800" b="1" u="sng" dirty="0" smtClean="0">
                <a:latin typeface="+mn-ea"/>
                <a:ea typeface="+mn-ea"/>
              </a:rPr>
              <a:t>重复</a:t>
            </a:r>
            <a:r>
              <a:rPr lang="zh-CN" altLang="en-US" sz="1800" b="1" u="sng" dirty="0" smtClean="0">
                <a:latin typeface="+mn-ea"/>
                <a:ea typeface="+mn-ea"/>
              </a:rPr>
              <a:t>设</a:t>
            </a:r>
            <a:r>
              <a:rPr lang="zh-CN" altLang="zh-CN" sz="1800" b="1" u="sng" dirty="0" smtClean="0">
                <a:latin typeface="+mn-ea"/>
                <a:ea typeface="+mn-ea"/>
              </a:rPr>
              <a:t>置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1600" b="1" dirty="0" smtClean="0">
                <a:latin typeface="+mn-ea"/>
                <a:cs typeface="Arial Unicode MS" panose="020B0604020202020204" charset="-122"/>
              </a:rPr>
              <a:t>←</a:t>
            </a:r>
            <a:r>
              <a:rPr lang="zh-CN" altLang="en-US" sz="1600" b="1" dirty="0">
                <a:latin typeface="+mn-ea"/>
                <a:ea typeface="+mn-ea"/>
                <a:cs typeface="Arial Unicode MS" panose="020B0604020202020204" charset="-122"/>
              </a:rPr>
              <a:t>同一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CLK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</a:rPr>
              <a:t>内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  <a:sym typeface="+mn-ea"/>
              </a:rPr>
              <a:t>信号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</a:rPr>
              <a:t>值</a:t>
            </a:r>
            <a:r>
              <a:rPr lang="zh-CN" altLang="en-US" sz="1600" b="1" u="sng" dirty="0" smtClean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</a:rPr>
              <a:t>不变</a:t>
            </a:r>
            <a:endParaRPr lang="en-US" altLang="zh-CN" sz="18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专用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结构                 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1600" b="1" dirty="0" smtClean="0">
                <a:latin typeface="+mn-ea"/>
                <a:cs typeface="Arial Unicode MS" panose="020B0604020202020204" charset="-122"/>
              </a:rPr>
              <a:t>←减少结果暂存</a:t>
            </a:r>
            <a:endParaRPr lang="zh-CN" altLang="en-US" sz="16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160000" y="4032000"/>
            <a:ext cx="6624736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zh-CN" sz="2200" b="1" dirty="0" smtClean="0">
                <a:latin typeface="+mn-ea"/>
                <a:ea typeface="+mn-ea"/>
              </a:rPr>
              <a:t>部件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</a:rPr>
              <a:t>可以</a:t>
            </a:r>
            <a:r>
              <a:rPr lang="zh-CN" altLang="zh-CN" sz="2200" b="1" u="sng" dirty="0" smtClean="0">
                <a:solidFill>
                  <a:srgbClr val="990099"/>
                </a:solidFill>
                <a:latin typeface="+mn-ea"/>
                <a:ea typeface="+mn-ea"/>
              </a:rPr>
              <a:t>复用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需要时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+mn-ea"/>
                <a:ea typeface="+mn-ea"/>
              </a:rPr>
              <a:t>暂存</a:t>
            </a:r>
            <a:r>
              <a:rPr lang="zh-CN" altLang="en-US" sz="1800" b="1" dirty="0" smtClean="0">
                <a:latin typeface="+mn-ea"/>
                <a:ea typeface="+mn-ea"/>
              </a:rPr>
              <a:t>结果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 </a:t>
            </a:r>
            <a:r>
              <a:rPr lang="en-US" altLang="zh-CN" sz="2200" b="1" dirty="0" smtClean="0">
                <a:latin typeface="+mn-ea"/>
                <a:cs typeface="Arial Unicode MS" panose="020B0604020202020204" charset="-122"/>
              </a:rPr>
              <a:t>  </a:t>
            </a:r>
            <a:r>
              <a:rPr lang="zh-CN" altLang="en-US" sz="1600" b="1" dirty="0" smtClean="0">
                <a:latin typeface="+mn-ea"/>
                <a:cs typeface="Arial Unicode MS" panose="020B0604020202020204" charset="-122"/>
              </a:rPr>
              <a:t>←不同</a:t>
            </a:r>
            <a:r>
              <a:rPr lang="en-US" altLang="zh-CN" sz="1600" b="1" dirty="0" smtClean="0">
                <a:latin typeface="+mn-ea"/>
                <a:cs typeface="Arial Unicode MS" panose="020B0604020202020204" charset="-122"/>
              </a:rPr>
              <a:t>CLK</a:t>
            </a:r>
            <a:r>
              <a:rPr lang="zh-CN" altLang="en-US" sz="1600" b="1" u="sng" dirty="0" smtClean="0">
                <a:solidFill>
                  <a:srgbClr val="0070C0"/>
                </a:solidFill>
                <a:latin typeface="+mn-ea"/>
                <a:cs typeface="Arial Unicode MS" panose="020B0604020202020204" charset="-122"/>
              </a:rPr>
              <a:t>可改变</a:t>
            </a:r>
            <a:r>
              <a:rPr lang="zh-CN" altLang="en-US" sz="1600" b="1" dirty="0" smtClean="0">
                <a:latin typeface="+mn-ea"/>
                <a:cs typeface="Arial Unicode MS" panose="020B0604020202020204" charset="-122"/>
              </a:rPr>
              <a:t>信号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值</a:t>
            </a:r>
            <a:endParaRPr lang="en-US" altLang="zh-CN" sz="18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</a:rPr>
              <a:t>专用</a:t>
            </a:r>
            <a:r>
              <a:rPr lang="zh-CN" altLang="zh-CN" sz="2200" b="1" dirty="0" smtClean="0">
                <a:latin typeface="+mn-ea"/>
              </a:rPr>
              <a:t>结构</a:t>
            </a:r>
            <a:r>
              <a:rPr lang="zh-CN" altLang="en-US" sz="2200" b="1" dirty="0">
                <a:latin typeface="+mn-ea"/>
              </a:rPr>
              <a:t>或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</a:rPr>
              <a:t>总线</a:t>
            </a:r>
            <a:r>
              <a:rPr lang="zh-CN" altLang="en-US" sz="2200" b="1" dirty="0" smtClean="0">
                <a:latin typeface="+mn-ea"/>
              </a:rPr>
              <a:t>结构</a:t>
            </a:r>
            <a:endParaRPr lang="en-US" altLang="zh-CN" sz="2200" b="1" dirty="0">
              <a:latin typeface="+mn-ea"/>
            </a:endParaRPr>
          </a:p>
        </p:txBody>
      </p:sp>
      <p:cxnSp>
        <p:nvCxnSpPr>
          <p:cNvPr id="20" name="直接箭头连接符 13"/>
          <p:cNvCxnSpPr/>
          <p:nvPr/>
        </p:nvCxnSpPr>
        <p:spPr bwMode="auto">
          <a:xfrm flipH="1">
            <a:off x="2736000" y="3204000"/>
            <a:ext cx="504000" cy="108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79512" y="4968000"/>
            <a:ext cx="8784976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 *特点：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多周期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CPU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性能好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实际应用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，单周期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CPU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实现简单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用于教学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zh-CN" altLang="en-US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116000" y="2196000"/>
            <a:ext cx="6840760" cy="570189"/>
            <a:chOff x="1619672" y="1964607"/>
            <a:chExt cx="6840760" cy="570189"/>
          </a:xfrm>
        </p:grpSpPr>
        <p:sp>
          <p:nvSpPr>
            <p:cNvPr id="63" name="Text Box 65"/>
            <p:cNvSpPr txBox="1">
              <a:spLocks noChangeArrowheads="1"/>
            </p:cNvSpPr>
            <p:nvPr/>
          </p:nvSpPr>
          <p:spPr bwMode="auto">
            <a:xfrm>
              <a:off x="3701195" y="2276872"/>
              <a:ext cx="870805" cy="25792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取指令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4" name="Text Box 66"/>
            <p:cNvSpPr txBox="1">
              <a:spLocks noChangeArrowheads="1"/>
            </p:cNvSpPr>
            <p:nvPr/>
          </p:nvSpPr>
          <p:spPr bwMode="auto">
            <a:xfrm>
              <a:off x="5580112" y="2276872"/>
              <a:ext cx="2232248" cy="257924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执行指令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 bwMode="auto">
            <a:xfrm flipH="1">
              <a:off x="3706316" y="1982593"/>
              <a:ext cx="1588" cy="22227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/>
          </p:nvCxnSpPr>
          <p:spPr bwMode="auto">
            <a:xfrm flipH="1">
              <a:off x="7812360" y="1982593"/>
              <a:ext cx="6708" cy="222271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8" name="Text Box 65"/>
            <p:cNvSpPr txBox="1">
              <a:spLocks noChangeArrowheads="1"/>
            </p:cNvSpPr>
            <p:nvPr/>
          </p:nvSpPr>
          <p:spPr bwMode="auto">
            <a:xfrm>
              <a:off x="4572001" y="2276872"/>
              <a:ext cx="1008112" cy="2579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just"/>
              <a:r>
                <a:rPr lang="zh-CN" altLang="en-US" sz="1800" b="1" dirty="0" smtClean="0">
                  <a:latin typeface="宋体" panose="02010600030101010101" pitchFamily="2" charset="-122"/>
                </a:rPr>
                <a:t>分析指令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9" name="直接连接符 14"/>
            <p:cNvCxnSpPr/>
            <p:nvPr/>
          </p:nvCxnSpPr>
          <p:spPr bwMode="auto">
            <a:xfrm>
              <a:off x="3709492" y="1982593"/>
              <a:ext cx="4096159" cy="22227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/>
          </p:nvCxnSpPr>
          <p:spPr bwMode="auto">
            <a:xfrm flipH="1">
              <a:off x="3632542" y="2204864"/>
              <a:ext cx="6865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/>
          </p:nvCxnSpPr>
          <p:spPr bwMode="auto">
            <a:xfrm flipH="1">
              <a:off x="7819068" y="1982593"/>
              <a:ext cx="64136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 Box 65"/>
            <p:cNvSpPr txBox="1">
              <a:spLocks noChangeArrowheads="1"/>
            </p:cNvSpPr>
            <p:nvPr/>
          </p:nvSpPr>
          <p:spPr bwMode="auto">
            <a:xfrm>
              <a:off x="1619672" y="1964607"/>
              <a:ext cx="1872208" cy="240257"/>
            </a:xfrm>
            <a:prstGeom prst="rect">
              <a:avLst/>
            </a:prstGeom>
            <a:noFill/>
            <a:ln w="1905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dist"/>
              <a:r>
                <a:rPr lang="zh-CN" altLang="en-US" sz="1800" b="1" dirty="0" smtClean="0">
                  <a:latin typeface="宋体" panose="02010600030101010101" pitchFamily="2" charset="-122"/>
                </a:rPr>
                <a:t>主时钟脉冲信号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3" name="Text Box 65"/>
            <p:cNvSpPr txBox="1">
              <a:spLocks noChangeArrowheads="1"/>
            </p:cNvSpPr>
            <p:nvPr/>
          </p:nvSpPr>
          <p:spPr bwMode="auto">
            <a:xfrm>
              <a:off x="1619672" y="2276872"/>
              <a:ext cx="1872208" cy="257924"/>
            </a:xfrm>
            <a:prstGeom prst="rect">
              <a:avLst/>
            </a:prstGeom>
            <a:noFill/>
            <a:ln w="1905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dist"/>
              <a:r>
                <a:rPr lang="zh-CN" altLang="en-US" sz="1800" b="1" dirty="0" smtClean="0">
                  <a:latin typeface="宋体" panose="02010600030101010101" pitchFamily="2" charset="-122"/>
                </a:rPr>
                <a:t>指令周期组成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8" name="Text Box 65"/>
            <p:cNvSpPr txBox="1">
              <a:spLocks noChangeArrowheads="1"/>
            </p:cNvSpPr>
            <p:nvPr/>
          </p:nvSpPr>
          <p:spPr bwMode="auto">
            <a:xfrm>
              <a:off x="7805651" y="2276872"/>
              <a:ext cx="654781" cy="25792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取指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8460432" y="2276872"/>
              <a:ext cx="0" cy="25792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5" name="组合 14"/>
          <p:cNvGrpSpPr/>
          <p:nvPr/>
        </p:nvGrpSpPr>
        <p:grpSpPr>
          <a:xfrm>
            <a:off x="2700298" y="4500000"/>
            <a:ext cx="1296016" cy="144016"/>
            <a:chOff x="2843808" y="4365104"/>
            <a:chExt cx="1296016" cy="144016"/>
          </a:xfrm>
        </p:grpSpPr>
        <p:cxnSp>
          <p:nvCxnSpPr>
            <p:cNvPr id="30" name="直接箭头连接符 13"/>
            <p:cNvCxnSpPr/>
            <p:nvPr/>
          </p:nvCxnSpPr>
          <p:spPr bwMode="auto">
            <a:xfrm flipH="1">
              <a:off x="2843808" y="4365120"/>
              <a:ext cx="648072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1" name="直接箭头连接符 13"/>
            <p:cNvCxnSpPr/>
            <p:nvPr/>
          </p:nvCxnSpPr>
          <p:spPr bwMode="auto">
            <a:xfrm>
              <a:off x="3491824" y="4365104"/>
              <a:ext cx="64800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26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6696743" cy="54933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、数据通路的设计步骤 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 ⑴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指令系统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分析</a:t>
            </a: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内容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Arial Unicode MS" panose="020B0604020202020204" charset="-122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结果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Arial Unicode MS" panose="020B0604020202020204" charset="-122"/>
              <a:cs typeface="Arial Unicode MS" panose="020B060402020202020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Arial Unicode MS" panose="020B0604020202020204" charset="-122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⑵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功能部件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设计 </a:t>
            </a:r>
            <a:r>
              <a:rPr lang="en-US" altLang="zh-CN" sz="1800" b="1" dirty="0">
                <a:latin typeface="+mn-ea"/>
              </a:rPr>
              <a:t> </a:t>
            </a:r>
            <a:r>
              <a:rPr lang="en-US" altLang="zh-CN" sz="1800" b="1" dirty="0" smtClean="0">
                <a:latin typeface="+mn-ea"/>
              </a:rPr>
              <a:t>   --</a:t>
            </a:r>
            <a:r>
              <a:rPr lang="zh-CN" altLang="en-US" sz="1800" b="1" dirty="0" smtClean="0">
                <a:latin typeface="+mn-ea"/>
              </a:rPr>
              <a:t>基于指令系统分析结果</a:t>
            </a:r>
            <a:endParaRPr lang="en-US" altLang="zh-CN" sz="1800" b="1" dirty="0" smtClean="0">
              <a:latin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数据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操作单元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Arial Unicode MS" panose="020B0604020202020204" charset="-122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地址计算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单元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Arial Unicode MS" panose="020B0604020202020204" charset="-122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寄存器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组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Arial Unicode MS" panose="020B0604020202020204" charset="-122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存储器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Arial Unicode MS" panose="020B0604020202020204" charset="-122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 特殊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寄存器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Arial Unicode MS" panose="020B0604020202020204" charset="-122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⑶部件互连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设计 </a:t>
            </a:r>
            <a:r>
              <a:rPr lang="en-US" altLang="zh-CN" sz="1800" b="1" dirty="0">
                <a:latin typeface="+mn-ea"/>
              </a:rPr>
              <a:t> </a:t>
            </a:r>
            <a:r>
              <a:rPr lang="en-US" altLang="zh-CN" sz="1800" b="1" dirty="0" smtClean="0">
                <a:latin typeface="+mn-ea"/>
              </a:rPr>
              <a:t>   --</a:t>
            </a:r>
            <a:r>
              <a:rPr lang="zh-CN" altLang="en-US" sz="1800" b="1" dirty="0" smtClean="0">
                <a:latin typeface="+mn-ea"/>
              </a:rPr>
              <a:t>基于功能部件设计结果</a:t>
            </a:r>
            <a:r>
              <a:rPr lang="zh-CN" altLang="en-US" sz="1800" b="1" dirty="0">
                <a:latin typeface="+mn-ea"/>
              </a:rPr>
              <a:t>、</a:t>
            </a:r>
            <a:r>
              <a:rPr lang="zh-CN" altLang="en-US" sz="1800" b="1" dirty="0" smtClean="0">
                <a:latin typeface="+mn-ea"/>
              </a:rPr>
              <a:t>指令功能</a:t>
            </a: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 内容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cs typeface="Arial Unicode MS" panose="020B0604020202020204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620000" y="1188000"/>
            <a:ext cx="7272808" cy="12884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数据表示、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OPD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存放、寻址方式、指令功能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-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指令格式等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操作类型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的种类、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数据寻址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指令寻址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的计算方法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</a:rPr>
              <a:t>含参数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，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寄存器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的位数及个数，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存储器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的编址单位、地址空间等</a:t>
            </a:r>
            <a:endParaRPr lang="zh-CN" altLang="en-US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907704" y="2841610"/>
            <a:ext cx="7128792" cy="2120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实现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cs typeface="Arial Unicode MS" panose="020B0604020202020204" charset="-122"/>
              </a:rPr>
              <a:t>操作类型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、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cs typeface="Arial Unicode MS" panose="020B0604020202020204" charset="-122"/>
              </a:rPr>
              <a:t>数据寻址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需求     </a:t>
            </a:r>
            <a:endParaRPr lang="en-US" altLang="zh-CN" sz="2200" b="1" dirty="0" smtClean="0">
              <a:solidFill>
                <a:schemeClr val="bg1">
                  <a:lumMod val="85000"/>
                </a:schemeClr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</a:t>
            </a:r>
            <a:r>
              <a:rPr lang="zh-CN" altLang="en-US" sz="2200" b="1" spc="-100" dirty="0" smtClean="0">
                <a:latin typeface="+mn-ea"/>
                <a:ea typeface="+mn-ea"/>
                <a:cs typeface="Arial Unicode MS" panose="020B0604020202020204" charset="-122"/>
              </a:rPr>
              <a:t>实现</a:t>
            </a:r>
            <a:r>
              <a:rPr lang="zh-CN" altLang="en-US" sz="2200" b="1" spc="-100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指令寻址</a:t>
            </a:r>
            <a:r>
              <a:rPr lang="zh-CN" altLang="en-US" sz="2200" b="1" spc="-100" dirty="0" smtClean="0">
                <a:latin typeface="+mn-ea"/>
                <a:ea typeface="+mn-ea"/>
                <a:cs typeface="Arial Unicode MS" panose="020B0604020202020204" charset="-122"/>
              </a:rPr>
              <a:t>需求         </a:t>
            </a:r>
            <a:r>
              <a:rPr lang="zh-CN" altLang="en-US" sz="1600" b="1" spc="-100" dirty="0" smtClean="0">
                <a:latin typeface="+mn-ea"/>
                <a:ea typeface="+mn-ea"/>
                <a:cs typeface="Arial Unicode MS" panose="020B0604020202020204" charset="-122"/>
              </a:rPr>
              <a:t>←单周期</a:t>
            </a:r>
            <a:r>
              <a:rPr lang="en-US" altLang="zh-CN" sz="1600" b="1" spc="-100" dirty="0" smtClean="0">
                <a:latin typeface="+mn-ea"/>
                <a:ea typeface="+mn-ea"/>
                <a:cs typeface="Arial Unicode MS" panose="020B0604020202020204" charset="-122"/>
              </a:rPr>
              <a:t>DP</a:t>
            </a:r>
            <a:r>
              <a:rPr lang="zh-CN" altLang="en-US" sz="1600" b="1" u="sng" spc="-100" dirty="0" smtClean="0">
                <a:latin typeface="+mn-ea"/>
                <a:ea typeface="+mn-ea"/>
                <a:cs typeface="Arial Unicode MS" panose="020B0604020202020204" charset="-122"/>
              </a:rPr>
              <a:t>不可复用</a:t>
            </a:r>
            <a:r>
              <a:rPr lang="zh-CN" altLang="en-US" sz="1600" b="1" spc="-100" dirty="0" smtClean="0">
                <a:latin typeface="+mn-ea"/>
                <a:ea typeface="+mn-ea"/>
                <a:cs typeface="Arial Unicode MS" panose="020B0604020202020204" charset="-122"/>
              </a:rPr>
              <a:t>操作单元</a:t>
            </a:r>
            <a:endParaRPr lang="en-US" altLang="zh-CN" sz="1800" b="1" spc="-100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实现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REG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  <a:cs typeface="Arial Unicode MS" panose="020B0604020202020204" charset="-122"/>
              </a:rPr>
              <a:t>需求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cs typeface="Arial Unicode MS" panose="020B0604020202020204" charset="-122"/>
              </a:rPr>
              <a:t>含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  <a:cs typeface="Arial Unicode MS" panose="020B0604020202020204" charset="-122"/>
              </a:rPr>
              <a:t>PSR)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，读端口数</a:t>
            </a:r>
            <a:r>
              <a:rPr lang="zh-CN" altLang="en-US" sz="2200" b="1" spc="-100" dirty="0" smtClean="0">
                <a:latin typeface="+mn-ea"/>
                <a:cs typeface="Arial Unicode MS" panose="020B0604020202020204" charset="-122"/>
              </a:rPr>
              <a:t>～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DP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结构</a:t>
            </a:r>
            <a:r>
              <a:rPr lang="en-US" altLang="zh-CN" sz="14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400" b="1" dirty="0" smtClean="0">
                <a:latin typeface="+mn-ea"/>
                <a:ea typeface="+mn-ea"/>
                <a:cs typeface="Arial Unicode MS" panose="020B0604020202020204" charset="-122"/>
              </a:rPr>
              <a:t>单总线为</a:t>
            </a:r>
            <a:r>
              <a:rPr lang="en-US" altLang="zh-CN" sz="1400" b="1" dirty="0" smtClean="0">
                <a:latin typeface="+mn-ea"/>
                <a:ea typeface="+mn-ea"/>
                <a:cs typeface="Arial Unicode MS" panose="020B0604020202020204" charset="-122"/>
              </a:rPr>
              <a:t>1</a:t>
            </a:r>
            <a:r>
              <a:rPr lang="zh-CN" altLang="en-US" sz="1400" b="1" dirty="0" smtClean="0">
                <a:latin typeface="+mn-ea"/>
                <a:ea typeface="+mn-ea"/>
                <a:cs typeface="Arial Unicode MS" panose="020B0604020202020204" charset="-122"/>
              </a:rPr>
              <a:t>个</a:t>
            </a:r>
            <a:r>
              <a:rPr lang="en-US" altLang="zh-CN" sz="14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18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实现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cs typeface="Arial Unicode MS" panose="020B0604020202020204" charset="-122"/>
              </a:rPr>
              <a:t>MEM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</a:rPr>
              <a:t>需求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</a:rPr>
              <a:t>配置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，数据位数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  <a:sym typeface="+mn-ea"/>
              </a:rPr>
              <a:t>＝</a:t>
            </a:r>
            <a:r>
              <a:rPr lang="en-US" altLang="zh-CN" sz="2200" b="1" dirty="0" smtClean="0">
                <a:latin typeface="+mn-ea"/>
                <a:cs typeface="Arial Unicode MS" panose="020B0604020202020204" charset="-122"/>
              </a:rPr>
              <a:t>CPU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数据引脚数</a:t>
            </a:r>
            <a:endParaRPr lang="en-US" altLang="zh-CN" sz="1800" b="1" dirty="0" smtClean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    实现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指令部件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/BIU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接口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，个数～</a:t>
            </a:r>
            <a:r>
              <a:rPr lang="en-US" altLang="zh-CN" sz="2200" b="1" spc="-100" dirty="0" smtClean="0">
                <a:latin typeface="+mn-ea"/>
                <a:cs typeface="Arial Unicode MS" panose="020B0604020202020204" charset="-122"/>
              </a:rPr>
              <a:t>DP</a:t>
            </a:r>
            <a:r>
              <a:rPr lang="zh-CN" altLang="en-US" sz="2200" b="1" spc="-100" dirty="0" smtClean="0">
                <a:latin typeface="+mn-ea"/>
                <a:cs typeface="Arial Unicode MS" panose="020B0604020202020204" charset="-122"/>
              </a:rPr>
              <a:t>结构、指令周期</a:t>
            </a:r>
            <a:endParaRPr lang="en-US" altLang="zh-CN" sz="18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4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620000" y="5315517"/>
            <a:ext cx="7272808" cy="1050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200" b="1" u="sng" dirty="0">
                <a:latin typeface="+mn-ea"/>
                <a:cs typeface="Arial Unicode MS" panose="020B0604020202020204" charset="-122"/>
              </a:rPr>
              <a:t>建立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各条指令</a:t>
            </a:r>
            <a:r>
              <a:rPr lang="zh-CN" altLang="en-US" sz="2200" b="1" dirty="0">
                <a:latin typeface="+mn-ea"/>
                <a:cs typeface="Arial Unicode MS" panose="020B0604020202020204" charset="-122"/>
              </a:rPr>
              <a:t>的数据路径</a:t>
            </a:r>
            <a:r>
              <a:rPr lang="en-US" altLang="zh-CN" sz="1600" b="1" dirty="0" smtClean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 smtClean="0">
                <a:latin typeface="+mn-ea"/>
                <a:cs typeface="Arial Unicode MS" panose="020B0604020202020204" charset="-122"/>
              </a:rPr>
              <a:t>～指令功能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sz="1600" b="1" dirty="0" smtClean="0">
                <a:latin typeface="+mn-ea"/>
                <a:cs typeface="Arial Unicode MS" panose="020B0604020202020204" charset="-122"/>
              </a:rPr>
              <a:t>DP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结构</a:t>
            </a:r>
            <a:r>
              <a:rPr lang="zh-CN" altLang="en-US" sz="1600" b="1" dirty="0" smtClean="0">
                <a:latin typeface="+mn-ea"/>
                <a:cs typeface="Arial Unicode MS" panose="020B0604020202020204" charset="-122"/>
              </a:rPr>
              <a:t>、复用方案</a:t>
            </a:r>
            <a:r>
              <a:rPr lang="en-US" altLang="zh-CN" sz="1600" b="1" dirty="0" smtClean="0">
                <a:latin typeface="+mn-ea"/>
                <a:cs typeface="Arial Unicode MS" panose="020B0604020202020204" charset="-122"/>
              </a:rPr>
              <a:t>)</a:t>
            </a:r>
            <a:endParaRPr lang="en-US" altLang="zh-CN" sz="1800" b="1" dirty="0" smtClean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1800" dirty="0" smtClean="0">
                <a:latin typeface="+mn-ea"/>
                <a:ea typeface="+mn-ea"/>
                <a:cs typeface="Arial Unicode MS" panose="020B0604020202020204" charset="-122"/>
              </a:rPr>
              <a:t>├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→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总线结构：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出端设置</a:t>
            </a:r>
            <a:r>
              <a:rPr lang="zh-CN" altLang="en-US" sz="1800" b="1" dirty="0" smtClean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</a:rPr>
              <a:t>三态门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，入端设置</a:t>
            </a:r>
            <a:r>
              <a:rPr lang="zh-CN" altLang="en-US" sz="1800" b="1" dirty="0" smtClean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</a:rPr>
              <a:t>暂存器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(1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</a:rPr>
              <a:t>个未锁存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18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1800" dirty="0" smtClean="0">
                <a:latin typeface="+mn-ea"/>
                <a:ea typeface="+mn-ea"/>
                <a:cs typeface="Arial Unicode MS" panose="020B0604020202020204" charset="-122"/>
              </a:rPr>
              <a:t>└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→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专用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结构：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出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端直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连，入端设置</a:t>
            </a:r>
            <a:r>
              <a:rPr lang="zh-CN" altLang="en-US" sz="1800" b="1" dirty="0" smtClean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</a:rPr>
              <a:t>选择器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</a:rPr>
              <a:t>所连出</a:t>
            </a:r>
            <a:r>
              <a:rPr lang="zh-CN" altLang="en-US" sz="1600" b="1" dirty="0">
                <a:latin typeface="+mn-ea"/>
                <a:ea typeface="+mn-ea"/>
                <a:cs typeface="Arial Unicode MS" panose="020B0604020202020204" charset="-122"/>
              </a:rPr>
              <a:t>端＞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1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</a:rPr>
              <a:t>个时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16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AutoShape 49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7704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8784976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、单周期数据通路的设计</a:t>
            </a: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1800" b="1" dirty="0" smtClean="0">
                <a:latin typeface="+mn-ea"/>
                <a:sym typeface="+mn-ea"/>
              </a:rPr>
              <a:t>(</a:t>
            </a:r>
            <a:r>
              <a:rPr lang="zh-CN" altLang="en-US" sz="1800" b="1" dirty="0" smtClean="0">
                <a:latin typeface="+mn-ea"/>
                <a:sym typeface="+mn-ea"/>
              </a:rPr>
              <a:t>掌握设计过程、部件</a:t>
            </a:r>
            <a:r>
              <a:rPr lang="zh-CN" altLang="en-US" sz="1800" b="1" dirty="0">
                <a:latin typeface="+mn-ea"/>
                <a:sym typeface="+mn-ea"/>
              </a:rPr>
              <a:t>设计</a:t>
            </a:r>
            <a:r>
              <a:rPr lang="en-US" altLang="zh-CN" sz="1800" b="1" dirty="0" smtClean="0">
                <a:latin typeface="+mn-ea"/>
                <a:sym typeface="+mn-ea"/>
              </a:rPr>
              <a:t>)</a:t>
            </a:r>
            <a:endParaRPr lang="zh-CN" altLang="en-US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(1)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指令系统分析  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以</a:t>
            </a:r>
            <a:r>
              <a:rPr lang="en-US" altLang="zh-CN" sz="1800" b="1" dirty="0" smtClean="0">
                <a:latin typeface="+mn-ea"/>
              </a:rPr>
              <a:t>MIPS32</a:t>
            </a:r>
            <a:r>
              <a:rPr lang="zh-CN" altLang="en-US" sz="1800" b="1" dirty="0" smtClean="0">
                <a:latin typeface="+mn-ea"/>
              </a:rPr>
              <a:t>的</a:t>
            </a:r>
            <a:r>
              <a:rPr lang="en-US" altLang="zh-CN" sz="1800" b="1" dirty="0" smtClean="0">
                <a:latin typeface="+mn-ea"/>
              </a:rPr>
              <a:t>7</a:t>
            </a:r>
            <a:r>
              <a:rPr lang="zh-CN" altLang="en-US" sz="1800" b="1" dirty="0" smtClean="0">
                <a:latin typeface="+mn-ea"/>
              </a:rPr>
              <a:t>条指令为</a:t>
            </a:r>
            <a:r>
              <a:rPr lang="zh-CN" altLang="en-US" sz="1800" b="1" dirty="0">
                <a:latin typeface="+mn-ea"/>
              </a:rPr>
              <a:t>例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12000" y="1296035"/>
          <a:ext cx="8208645" cy="2359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180"/>
                <a:gridCol w="3456305"/>
                <a:gridCol w="3312160"/>
              </a:tblGrid>
              <a:tr h="2641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指令名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指令功能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功能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说明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有符号加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OPD</a:t>
                      </a:r>
                      <a:r>
                        <a:rPr 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为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有符号</a:t>
                      </a:r>
                      <a:r>
                        <a:rPr 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整数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补码表示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alt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产生</a:t>
                      </a:r>
                      <a:r>
                        <a:rPr lang="en-US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标志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不保存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zh-CN" sz="16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有符号减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－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按位或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| 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ZExt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imme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ZExt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表示零扩展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取数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rt←M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sz="18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disp</a:t>
                      </a:r>
                      <a:r>
                        <a:rPr 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)]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表示符号扩展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存数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M[(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sz="18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disp</a:t>
                      </a:r>
                      <a:r>
                        <a:rPr 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)]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←(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21463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相等转移</a:t>
                      </a:r>
                      <a:r>
                        <a:rPr lang="en-US" sz="18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if ((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)=(</a:t>
                      </a:r>
                      <a:r>
                        <a:rPr lang="en-US" sz="18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)) </a:t>
                      </a:r>
                      <a:endParaRPr lang="en-US" sz="18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PC←(PC)</a:t>
                      </a:r>
                      <a:r>
                        <a:rPr lang="zh-CN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sz="18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SExt</a:t>
                      </a:r>
                      <a:r>
                        <a:rPr 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disp</a:t>
                      </a:r>
                      <a:r>
                        <a:rPr 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)&lt;&lt;2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无符号减法</a:t>
                      </a:r>
                      <a:endParaRPr lang="en-US" altLang="zh-CN" sz="18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跳转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PC←(</a:t>
                      </a: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</a:t>
                      </a: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sz="1800" b="1" kern="10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</a:t>
                      </a:r>
                      <a:r>
                        <a:rPr lang="pt-BR" sz="1800" b="1" kern="10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CN" sz="1800" b="1" kern="100" baseline="-250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</a:t>
                      </a:r>
                      <a:r>
                        <a:rPr 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‖</a:t>
                      </a:r>
                      <a:r>
                        <a:rPr lang="pt-BR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addr&lt;&lt;2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‖</a:t>
                      </a:r>
                      <a:r>
                        <a:rPr lang="zh-CN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表示</a:t>
                      </a: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拼接，</a:t>
                      </a:r>
                      <a:r>
                        <a:rPr lang="pt-BR" sz="18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&lt;&lt;</a:t>
                      </a:r>
                      <a:r>
                        <a:rPr lang="pt-BR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CN" altLang="en-US" sz="18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扩大寻址范围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3672000"/>
            <a:ext cx="3889125" cy="26314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*结果：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指令功能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操作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数据寻址操作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0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指令寻址操作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寄存器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存储器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endParaRPr lang="zh-CN" altLang="en-US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7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49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49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49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839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448000" y="3672000"/>
            <a:ext cx="6480720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    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位的有符号加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减、按位或、无符号减，</a:t>
            </a:r>
            <a:endParaRPr lang="en-US" altLang="zh-CN" sz="2200" b="1" dirty="0" smtClean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+mn-ea"/>
                <a:cs typeface="Arial Unicode MS" panose="020B0604020202020204" charset="-122"/>
              </a:rPr>
              <a:t> </a:t>
            </a:r>
            <a:r>
              <a:rPr lang="en-US" altLang="zh-CN" sz="2200" b="1" dirty="0" smtClean="0">
                <a:latin typeface="+mn-ea"/>
                <a:cs typeface="Arial Unicode MS" panose="020B0604020202020204" charset="-122"/>
              </a:rPr>
              <a:t>     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有符号加减产生</a:t>
            </a:r>
            <a:r>
              <a:rPr lang="en-US" altLang="zh-CN" sz="2200" b="1" dirty="0" smtClean="0">
                <a:latin typeface="+mn-ea"/>
                <a:cs typeface="Arial Unicode MS" panose="020B0604020202020204" charset="-122"/>
              </a:rPr>
              <a:t>OF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标志</a:t>
            </a:r>
            <a:endParaRPr lang="en-US" altLang="zh-CN" sz="2200" b="1" dirty="0" smtClean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无符号加、位扩展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零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符号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0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无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符号加</a:t>
            </a:r>
            <a:r>
              <a:rPr lang="en-US" altLang="zh-CN" sz="1800" b="1" dirty="0" smtClean="0">
                <a:latin typeface="+mn-ea"/>
                <a:cs typeface="Arial Unicode MS" panose="020B0604020202020204" charset="-122"/>
              </a:rPr>
              <a:t>(2</a:t>
            </a:r>
            <a:r>
              <a:rPr lang="zh-CN" altLang="en-US" sz="1800" b="1" dirty="0" smtClean="0">
                <a:latin typeface="+mn-ea"/>
                <a:cs typeface="Arial Unicode MS" panose="020B0604020202020204" charset="-122"/>
              </a:rPr>
              <a:t>次</a:t>
            </a:r>
            <a:r>
              <a:rPr lang="en-US" altLang="zh-CN" sz="1800" b="1" dirty="0" smtClean="0">
                <a:latin typeface="+mn-ea"/>
                <a:cs typeface="Arial Unicode MS" panose="020B0604020202020204" charset="-122"/>
              </a:rPr>
              <a:t>/</a:t>
            </a:r>
            <a:r>
              <a:rPr lang="zh-CN" altLang="en-US" sz="1800" b="1" dirty="0" smtClean="0">
                <a:latin typeface="+mn-ea"/>
                <a:cs typeface="Arial Unicode MS" panose="020B0604020202020204" charset="-122"/>
              </a:rPr>
              <a:t>指令</a:t>
            </a:r>
            <a:r>
              <a:rPr lang="en-US" altLang="zh-CN" sz="1800" b="1" dirty="0" smtClean="0">
                <a:latin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、符号扩展、</a:t>
            </a:r>
            <a:r>
              <a:rPr lang="en-US" altLang="zh-CN" sz="2200" b="1" dirty="0" smtClean="0">
                <a:latin typeface="+mn-ea"/>
                <a:cs typeface="Arial Unicode MS" panose="020B0604020202020204" charset="-122"/>
              </a:rPr>
              <a:t>&lt;&lt;2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、拼接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个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×32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位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GPR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，每条指令最多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2200" b="1" dirty="0">
                <a:latin typeface="+mn-ea"/>
                <a:ea typeface="+mn-ea"/>
                <a:cs typeface="Arial Unicode MS" panose="020B0604020202020204" charset="-122"/>
              </a:rPr>
              <a:t>次读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1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次写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按字节编址，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位地址空间</a:t>
            </a:r>
            <a:endParaRPr lang="zh-CN" altLang="en-US" sz="2200" b="1" dirty="0">
              <a:latin typeface="+mn-ea"/>
              <a:ea typeface="+mn-ea"/>
              <a:cs typeface="Arial Unicode MS" panose="020B0604020202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588224" y="5868000"/>
            <a:ext cx="1872208" cy="288000"/>
            <a:chOff x="6806227" y="6021288"/>
            <a:chExt cx="1872208" cy="288000"/>
          </a:xfrm>
        </p:grpSpPr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7310283" y="6021288"/>
              <a:ext cx="1368152" cy="288000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见教材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P155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 flipH="1">
              <a:off x="6806227" y="6237312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7" name="直接箭头连接符 16"/>
            <p:cNvCxnSpPr/>
            <p:nvPr/>
          </p:nvCxnSpPr>
          <p:spPr bwMode="auto">
            <a:xfrm flipH="1" flipV="1">
              <a:off x="6806227" y="6021288"/>
              <a:ext cx="502077" cy="7200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graphicFrame>
        <p:nvGraphicFramePr>
          <p:cNvPr id="18" name="Group 144"/>
          <p:cNvGraphicFramePr>
            <a:graphicFrameLocks noGrp="1"/>
          </p:cNvGraphicFramePr>
          <p:nvPr/>
        </p:nvGraphicFramePr>
        <p:xfrm>
          <a:off x="6659979" y="576000"/>
          <a:ext cx="2376264" cy="620064"/>
        </p:xfrm>
        <a:graphic>
          <a:graphicData uri="http://schemas.openxmlformats.org/drawingml/2006/table">
            <a:tbl>
              <a:tblPr/>
              <a:tblGrid>
                <a:gridCol w="349779"/>
                <a:gridCol w="370301"/>
                <a:gridCol w="288032"/>
                <a:gridCol w="216024"/>
                <a:gridCol w="216024"/>
                <a:gridCol w="504056"/>
                <a:gridCol w="432048"/>
              </a:tblGrid>
              <a:tr h="20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rd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shamt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func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1769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rs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rt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imme</a:t>
                      </a: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disp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9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</a:t>
                      </a:r>
                      <a:r>
                        <a:rPr kumimoji="1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型</a:t>
                      </a:r>
                      <a:endParaRPr kumimoji="1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op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addr</a:t>
                      </a:r>
                      <a:endParaRPr kumimoji="1" lang="en-US" altLang="zh-CN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800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512" y="1843559"/>
            <a:ext cx="6624736" cy="3553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数据操作单元： 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基于分析结果设计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0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ALU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 ALU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  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+mn-ea"/>
              </a:rPr>
              <a:t>ExtU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   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+mn-ea"/>
              </a:rPr>
              <a:t>ExtU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8784976" cy="1607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(2)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功能部件设计</a:t>
            </a: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功能包括</a:t>
            </a:r>
            <a:r>
              <a:rPr lang="zh-CN" altLang="en-US" sz="2200" b="1" dirty="0" smtClean="0">
                <a:latin typeface="+mn-ea"/>
                <a:ea typeface="+mn-ea"/>
              </a:rPr>
              <a:t>数据操作单元、地址计算单元、</a:t>
            </a:r>
            <a:r>
              <a:rPr lang="en-US" altLang="zh-CN" sz="2200" b="1" dirty="0" smtClean="0">
                <a:latin typeface="+mn-ea"/>
                <a:ea typeface="+mn-ea"/>
              </a:rPr>
              <a:t>GPRs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MEM</a:t>
            </a:r>
            <a:r>
              <a:rPr lang="zh-CN" altLang="en-US" sz="2200" b="1" dirty="0" smtClean="0">
                <a:latin typeface="+mn-ea"/>
                <a:ea typeface="+mn-ea"/>
              </a:rPr>
              <a:t>、特殊</a:t>
            </a:r>
            <a:r>
              <a:rPr lang="en-US" altLang="zh-CN" sz="2200" b="1" dirty="0" smtClean="0">
                <a:latin typeface="+mn-ea"/>
                <a:ea typeface="+mn-ea"/>
              </a:rPr>
              <a:t>REG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+mn-ea"/>
                <a:ea typeface="+mn-ea"/>
              </a:rPr>
              <a:t>          (</a:t>
            </a:r>
            <a:r>
              <a:rPr lang="zh-CN" altLang="en-US" sz="1600" b="1" dirty="0" smtClean="0">
                <a:latin typeface="+mn-ea"/>
                <a:ea typeface="+mn-ea"/>
              </a:rPr>
              <a:t>指令操作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数据寻址</a:t>
            </a:r>
            <a:r>
              <a:rPr lang="en-US" altLang="zh-CN" sz="1600" b="1" dirty="0" smtClean="0">
                <a:latin typeface="+mn-ea"/>
                <a:ea typeface="+mn-ea"/>
              </a:rPr>
              <a:t>)     (</a:t>
            </a:r>
            <a:r>
              <a:rPr lang="zh-CN" altLang="en-US" sz="1600" b="1" dirty="0" smtClean="0">
                <a:latin typeface="+mn-ea"/>
                <a:ea typeface="+mn-ea"/>
              </a:rPr>
              <a:t>指令寻址</a:t>
            </a:r>
            <a:r>
              <a:rPr lang="en-US" altLang="zh-CN" sz="1600" b="1" dirty="0" smtClean="0">
                <a:latin typeface="+mn-ea"/>
                <a:ea typeface="+mn-ea"/>
              </a:rPr>
              <a:t>)     (OPD</a:t>
            </a:r>
            <a:r>
              <a:rPr lang="zh-CN" altLang="en-US" sz="1600" b="1" dirty="0" smtClean="0">
                <a:latin typeface="+mn-ea"/>
                <a:ea typeface="+mn-ea"/>
              </a:rPr>
              <a:t>存放部件</a:t>
            </a:r>
            <a:r>
              <a:rPr lang="en-US" altLang="zh-CN" sz="1600" b="1" dirty="0" smtClean="0">
                <a:latin typeface="+mn-ea"/>
                <a:ea typeface="+mn-ea"/>
              </a:rPr>
              <a:t>)  (</a:t>
            </a:r>
            <a:r>
              <a:rPr lang="zh-CN" altLang="en-US" sz="1600" b="1" dirty="0" smtClean="0">
                <a:latin typeface="+mn-ea"/>
                <a:ea typeface="+mn-ea"/>
              </a:rPr>
              <a:t>取指</a:t>
            </a:r>
            <a:r>
              <a:rPr lang="en-US" altLang="zh-CN" sz="1600" b="1" dirty="0" smtClean="0">
                <a:latin typeface="+mn-ea"/>
                <a:ea typeface="+mn-ea"/>
              </a:rPr>
              <a:t>/BIU)</a:t>
            </a:r>
            <a:endParaRPr lang="en-US" altLang="zh-CN" sz="16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组织原则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是尽量模块化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简化控制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，相近功能合并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复用元器件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降低成本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cs typeface="Arial Unicode MS" panose="020B0604020202020204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+mn-ea"/>
              <a:ea typeface="+mn-ea"/>
              <a:cs typeface="Arial Unicode MS" panose="020B0604020202020204" charset="-122"/>
              <a:sym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016000" y="2230775"/>
            <a:ext cx="6453088" cy="5473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altLang="en-US" sz="2200" b="1" dirty="0" smtClean="0">
                <a:latin typeface="+mn-ea"/>
                <a:ea typeface="+mn-ea"/>
              </a:rPr>
              <a:t>支持</a:t>
            </a:r>
            <a:r>
              <a:rPr lang="en-US" altLang="zh-CN" sz="2200" b="1" dirty="0" smtClean="0">
                <a:latin typeface="+mn-ea"/>
                <a:ea typeface="+mn-ea"/>
              </a:rPr>
              <a:t>5</a:t>
            </a:r>
            <a:r>
              <a:rPr lang="zh-CN" altLang="en-US" sz="2200" b="1" dirty="0" smtClean="0">
                <a:latin typeface="+mn-ea"/>
                <a:ea typeface="+mn-ea"/>
              </a:rPr>
              <a:t>种运算</a:t>
            </a:r>
            <a:r>
              <a:rPr lang="en-US" altLang="zh-CN" sz="1800" b="1" dirty="0">
                <a:latin typeface="+mn-ea"/>
                <a:ea typeface="+mn-ea"/>
              </a:rPr>
              <a:t>(32</a:t>
            </a:r>
            <a:r>
              <a:rPr lang="zh-CN" altLang="en-US" sz="1800" b="1" dirty="0">
                <a:latin typeface="+mn-ea"/>
                <a:ea typeface="+mn-ea"/>
              </a:rPr>
              <a:t>位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，产生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OF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有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符号加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减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时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r>
              <a:rPr lang="zh-CN" altLang="en-US" sz="2200" b="1" dirty="0" smtClean="0">
                <a:latin typeface="+mn-ea"/>
                <a:cs typeface="Arial Unicode MS" panose="020B0604020202020204" charset="-122"/>
              </a:rPr>
              <a:t>、</a:t>
            </a:r>
            <a:r>
              <a:rPr lang="en-US" altLang="zh-CN" sz="2200" b="1" dirty="0" smtClean="0">
                <a:latin typeface="+mn-ea"/>
                <a:cs typeface="Arial Unicode MS" panose="020B0604020202020204" charset="-122"/>
              </a:rPr>
              <a:t>ZF</a:t>
            </a:r>
            <a:endParaRPr lang="en-US" altLang="zh-CN" sz="18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82" name="Text Box 5"/>
          <p:cNvSpPr txBox="1">
            <a:spLocks noChangeArrowheads="1"/>
          </p:cNvSpPr>
          <p:nvPr/>
        </p:nvSpPr>
        <p:spPr bwMode="auto">
          <a:xfrm>
            <a:off x="1114780" y="4010445"/>
            <a:ext cx="446400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719455" indent="-719455"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个部件＋输出选择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/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标志形成逻辑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5652120" y="5514955"/>
            <a:ext cx="3240360" cy="720000"/>
            <a:chOff x="1049308" y="5526164"/>
            <a:chExt cx="3240360" cy="720000"/>
          </a:xfrm>
        </p:grpSpPr>
        <p:sp>
          <p:nvSpPr>
            <p:cNvPr id="185" name="矩形 184"/>
            <p:cNvSpPr/>
            <p:nvPr/>
          </p:nvSpPr>
          <p:spPr bwMode="auto">
            <a:xfrm>
              <a:off x="1907704" y="5526164"/>
              <a:ext cx="1368152" cy="720000"/>
            </a:xfrm>
            <a:prstGeom prst="rect">
              <a:avLst/>
            </a:prstGeom>
            <a:solidFill>
              <a:srgbClr val="CCFF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6" name="Text Box 399"/>
            <p:cNvSpPr txBox="1">
              <a:spLocks noChangeArrowheads="1"/>
            </p:cNvSpPr>
            <p:nvPr/>
          </p:nvSpPr>
          <p:spPr bwMode="auto">
            <a:xfrm>
              <a:off x="1049308" y="5583357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D</a:t>
              </a:r>
              <a:r>
                <a:rPr lang="en-US" altLang="zh-CN" sz="1600" b="1" baseline="-14000" dirty="0" smtClean="0">
                  <a:solidFill>
                    <a:schemeClr val="tx1"/>
                  </a:solidFill>
                  <a:latin typeface="+mn-ea"/>
                  <a:ea typeface="+mn-ea"/>
                </a:rPr>
                <a:t>15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～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D</a:t>
              </a:r>
              <a:r>
                <a:rPr lang="en-US" altLang="zh-CN" sz="1600" b="1" baseline="-14000" dirty="0" smtClean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99" name="Text Box 399"/>
            <p:cNvSpPr txBox="1">
              <a:spLocks noChangeArrowheads="1"/>
            </p:cNvSpPr>
            <p:nvPr/>
          </p:nvSpPr>
          <p:spPr bwMode="auto">
            <a:xfrm>
              <a:off x="1265388" y="5914892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s_op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00" name="直接连接符 199"/>
            <p:cNvCxnSpPr/>
            <p:nvPr/>
          </p:nvCxnSpPr>
          <p:spPr bwMode="auto">
            <a:xfrm>
              <a:off x="1743976" y="6094884"/>
              <a:ext cx="955816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203" name="直接箭头连接符 202"/>
            <p:cNvCxnSpPr/>
            <p:nvPr/>
          </p:nvCxnSpPr>
          <p:spPr bwMode="auto">
            <a:xfrm>
              <a:off x="1763688" y="5733256"/>
              <a:ext cx="172819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7" name="直接箭头连接符 226"/>
            <p:cNvCxnSpPr/>
            <p:nvPr/>
          </p:nvCxnSpPr>
          <p:spPr bwMode="auto">
            <a:xfrm>
              <a:off x="2987824" y="6021288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0" name="Text Box 399"/>
            <p:cNvSpPr txBox="1">
              <a:spLocks noChangeArrowheads="1"/>
            </p:cNvSpPr>
            <p:nvPr/>
          </p:nvSpPr>
          <p:spPr bwMode="auto">
            <a:xfrm>
              <a:off x="3497580" y="5598172"/>
              <a:ext cx="75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en-US" altLang="zh-CN" sz="1600" b="1" baseline="-14000" dirty="0" smtClean="0">
                  <a:solidFill>
                    <a:schemeClr val="tx1"/>
                  </a:solidFill>
                  <a:latin typeface="+mn-ea"/>
                  <a:ea typeface="+mn-ea"/>
                </a:rPr>
                <a:t>15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～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en-US" altLang="zh-CN" sz="1600" b="1" baseline="-14000" dirty="0" smtClean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31" name="Text Box 399"/>
            <p:cNvSpPr txBox="1">
              <a:spLocks noChangeArrowheads="1"/>
            </p:cNvSpPr>
            <p:nvPr/>
          </p:nvSpPr>
          <p:spPr bwMode="auto">
            <a:xfrm>
              <a:off x="3497580" y="5886204"/>
              <a:ext cx="792088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en-US" altLang="zh-CN" sz="1600" b="1" baseline="-14000" dirty="0" smtClean="0">
                  <a:solidFill>
                    <a:schemeClr val="tx1"/>
                  </a:solidFill>
                  <a:latin typeface="+mn-ea"/>
                  <a:ea typeface="+mn-ea"/>
                </a:rPr>
                <a:t>31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～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en-US" altLang="zh-CN" sz="1600" b="1" baseline="-14000" dirty="0" smtClean="0">
                  <a:solidFill>
                    <a:schemeClr val="tx1"/>
                  </a:solidFill>
                  <a:latin typeface="+mn-ea"/>
                  <a:ea typeface="+mn-ea"/>
                </a:rPr>
                <a:t>16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235" name="表格 23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51890" y="5327015"/>
          <a:ext cx="4176395" cy="1093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050"/>
                <a:gridCol w="1557020"/>
                <a:gridCol w="1584325"/>
              </a:tblGrid>
              <a:tr h="473710">
                <a:tc>
                  <a:txBody>
                    <a:bodyPr/>
                    <a:lstStyle/>
                    <a:p>
                      <a:pPr algn="r">
                        <a:lnSpc>
                          <a:spcPct val="90000"/>
                        </a:lnSpc>
                      </a:pP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s_op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zh-CN" altLang="en-US" sz="1800" b="1" dirty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零扩展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符号扩展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0…0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0…0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0…0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＝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1…1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r>
                        <a:rPr lang="en-US" altLang="zh-CN" sz="1800" b="1" baseline="-14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7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Text Box 5"/>
          <p:cNvSpPr txBox="1">
            <a:spLocks noChangeArrowheads="1"/>
          </p:cNvSpPr>
          <p:nvPr/>
        </p:nvSpPr>
        <p:spPr bwMode="auto">
          <a:xfrm>
            <a:off x="2160000" y="4426775"/>
            <a:ext cx="36417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719455" indent="-719455" algn="l">
              <a:lnSpc>
                <a:spcPct val="125000"/>
              </a:lnSpc>
            </a:pPr>
            <a:r>
              <a:rPr lang="zh-CN" altLang="en-US" sz="2200" b="1" dirty="0">
                <a:latin typeface="+mn-ea"/>
              </a:rPr>
              <a:t>支持</a:t>
            </a:r>
            <a:r>
              <a:rPr lang="zh-CN" altLang="en-US" sz="2200" b="1" dirty="0" smtClean="0">
                <a:latin typeface="+mn-ea"/>
              </a:rPr>
              <a:t>零</a:t>
            </a:r>
            <a:r>
              <a:rPr lang="en-US" altLang="zh-CN" sz="2200" b="1" dirty="0" smtClean="0">
                <a:latin typeface="+mn-ea"/>
              </a:rPr>
              <a:t>&amp;</a:t>
            </a:r>
            <a:r>
              <a:rPr lang="zh-CN" altLang="en-US" sz="2200" b="1" dirty="0" smtClean="0">
                <a:latin typeface="+mn-ea"/>
              </a:rPr>
              <a:t>符号扩展</a:t>
            </a:r>
            <a:r>
              <a:rPr lang="en-US" altLang="zh-CN" sz="1800" b="1" dirty="0" smtClean="0">
                <a:latin typeface="+mn-ea"/>
              </a:rPr>
              <a:t>(16</a:t>
            </a:r>
            <a:r>
              <a:rPr lang="zh-CN" altLang="en-US" sz="1800" b="1" dirty="0" smtClean="0">
                <a:latin typeface="+mn-ea"/>
              </a:rPr>
              <a:t>→</a:t>
            </a:r>
            <a:r>
              <a:rPr lang="en-US" altLang="zh-CN" sz="1800" b="1" dirty="0">
                <a:latin typeface="+mn-ea"/>
              </a:rPr>
              <a:t>32</a:t>
            </a:r>
            <a:r>
              <a:rPr lang="zh-CN" altLang="en-US" sz="1800" b="1" dirty="0" smtClean="0">
                <a:latin typeface="+mn-ea"/>
              </a:rPr>
              <a:t>位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1600" b="1" dirty="0">
              <a:latin typeface="+mn-ea"/>
              <a:cs typeface="Arial Unicode MS" panose="020B0604020202020204" charset="-122"/>
            </a:endParaRPr>
          </a:p>
        </p:txBody>
      </p:sp>
      <p:sp>
        <p:nvSpPr>
          <p:cNvPr id="66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52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654532" y="5722047"/>
            <a:ext cx="936104" cy="432048"/>
            <a:chOff x="6726540" y="5148260"/>
            <a:chExt cx="936104" cy="432048"/>
          </a:xfrm>
        </p:grpSpPr>
        <p:sp>
          <p:nvSpPr>
            <p:cNvPr id="114" name="矩形 113"/>
            <p:cNvSpPr/>
            <p:nvPr/>
          </p:nvSpPr>
          <p:spPr>
            <a:xfrm>
              <a:off x="7374612" y="5292276"/>
              <a:ext cx="288032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5" name="直接连接符 217"/>
            <p:cNvCxnSpPr/>
            <p:nvPr/>
          </p:nvCxnSpPr>
          <p:spPr bwMode="auto">
            <a:xfrm>
              <a:off x="7086580" y="5148260"/>
              <a:ext cx="288032" cy="214508"/>
            </a:xfrm>
            <a:prstGeom prst="bentConnector3">
              <a:avLst>
                <a:gd name="adj1" fmla="val 396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16" name="Text Box 399"/>
            <p:cNvSpPr txBox="1">
              <a:spLocks noChangeArrowheads="1"/>
            </p:cNvSpPr>
            <p:nvPr/>
          </p:nvSpPr>
          <p:spPr bwMode="auto">
            <a:xfrm>
              <a:off x="6726540" y="5157192"/>
              <a:ext cx="36004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0800" tIns="10800" rIns="18000" bIns="1080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D</a:t>
              </a:r>
              <a:r>
                <a:rPr lang="en-US" altLang="zh-CN" sz="1600" b="1" baseline="-14000" dirty="0" smtClean="0">
                  <a:solidFill>
                    <a:schemeClr val="tx1"/>
                  </a:solidFill>
                  <a:latin typeface="+mn-ea"/>
                  <a:ea typeface="+mn-ea"/>
                </a:rPr>
                <a:t>15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5436208" y="2851671"/>
            <a:ext cx="3528280" cy="1944216"/>
            <a:chOff x="5364160" y="2492896"/>
            <a:chExt cx="3528280" cy="1944216"/>
          </a:xfrm>
        </p:grpSpPr>
        <p:sp>
          <p:nvSpPr>
            <p:cNvPr id="101" name="矩形 100"/>
            <p:cNvSpPr/>
            <p:nvPr/>
          </p:nvSpPr>
          <p:spPr>
            <a:xfrm>
              <a:off x="6156175" y="2492896"/>
              <a:ext cx="2232000" cy="194421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02" name="直接连接符 101"/>
            <p:cNvCxnSpPr/>
            <p:nvPr/>
          </p:nvCxnSpPr>
          <p:spPr bwMode="auto">
            <a:xfrm flipV="1">
              <a:off x="6012264" y="3356991"/>
              <a:ext cx="936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3" name="直接连接符 102"/>
            <p:cNvCxnSpPr/>
            <p:nvPr/>
          </p:nvCxnSpPr>
          <p:spPr bwMode="auto">
            <a:xfrm flipV="1">
              <a:off x="6012264" y="3778052"/>
              <a:ext cx="936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6" name="直接连接符 105"/>
            <p:cNvCxnSpPr/>
            <p:nvPr/>
          </p:nvCxnSpPr>
          <p:spPr bwMode="auto">
            <a:xfrm>
              <a:off x="8028384" y="3639782"/>
              <a:ext cx="50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7" name="直接连接符 106"/>
            <p:cNvCxnSpPr/>
            <p:nvPr/>
          </p:nvCxnSpPr>
          <p:spPr bwMode="auto">
            <a:xfrm flipV="1">
              <a:off x="7956376" y="3284984"/>
              <a:ext cx="576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7" name="直接连接符 116"/>
            <p:cNvCxnSpPr/>
            <p:nvPr/>
          </p:nvCxnSpPr>
          <p:spPr bwMode="auto">
            <a:xfrm>
              <a:off x="8316416" y="4087320"/>
              <a:ext cx="216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8" name="TextBox 117"/>
            <p:cNvSpPr txBox="1"/>
            <p:nvPr/>
          </p:nvSpPr>
          <p:spPr>
            <a:xfrm>
              <a:off x="5787789" y="3645023"/>
              <a:ext cx="216024" cy="288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796160" y="3212976"/>
              <a:ext cx="216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532440" y="3140968"/>
              <a:ext cx="216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8532440" y="3495766"/>
              <a:ext cx="21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8532440" y="3953553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Out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3" name="直接连接符 122"/>
            <p:cNvCxnSpPr/>
            <p:nvPr/>
          </p:nvCxnSpPr>
          <p:spPr bwMode="auto">
            <a:xfrm>
              <a:off x="6012160" y="2708920"/>
              <a:ext cx="57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24" name="TextBox 123"/>
            <p:cNvSpPr txBox="1"/>
            <p:nvPr/>
          </p:nvSpPr>
          <p:spPr>
            <a:xfrm>
              <a:off x="5364160" y="2583954"/>
              <a:ext cx="64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5" name="直接连接符 124"/>
            <p:cNvCxnSpPr/>
            <p:nvPr/>
          </p:nvCxnSpPr>
          <p:spPr bwMode="auto">
            <a:xfrm flipH="1">
              <a:off x="6716334" y="3742432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/>
          </p:nvCxnSpPr>
          <p:spPr bwMode="auto">
            <a:xfrm flipH="1">
              <a:off x="6721636" y="3310384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7" name="TextBox 126"/>
            <p:cNvSpPr txBox="1"/>
            <p:nvPr/>
          </p:nvSpPr>
          <p:spPr>
            <a:xfrm>
              <a:off x="6516240" y="3140992"/>
              <a:ext cx="216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516240" y="3573040"/>
              <a:ext cx="216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9" name="直接连接符 128"/>
            <p:cNvCxnSpPr/>
            <p:nvPr/>
          </p:nvCxnSpPr>
          <p:spPr bwMode="auto">
            <a:xfrm flipH="1">
              <a:off x="6322938" y="2666339"/>
              <a:ext cx="121270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0" name="TextBox 129"/>
            <p:cNvSpPr txBox="1"/>
            <p:nvPr/>
          </p:nvSpPr>
          <p:spPr>
            <a:xfrm>
              <a:off x="6228200" y="2492896"/>
              <a:ext cx="14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4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endParaRPr lang="zh-CN" altLang="en-US" sz="14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6372239" y="2923679"/>
            <a:ext cx="2016226" cy="1800200"/>
            <a:chOff x="6300191" y="2564904"/>
            <a:chExt cx="2016226" cy="1800200"/>
          </a:xfrm>
        </p:grpSpPr>
        <p:sp>
          <p:nvSpPr>
            <p:cNvPr id="132" name="TextBox 131"/>
            <p:cNvSpPr txBox="1"/>
            <p:nvPr/>
          </p:nvSpPr>
          <p:spPr>
            <a:xfrm>
              <a:off x="6588280" y="2847695"/>
              <a:ext cx="50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dirty="0" err="1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Subctr</a:t>
              </a:r>
              <a:endParaRPr lang="zh-CN" altLang="en-US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7668400" y="2847695"/>
              <a:ext cx="50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dirty="0" err="1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Outsrc</a:t>
              </a:r>
              <a:endParaRPr lang="zh-CN" altLang="en-US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164336" y="2847694"/>
              <a:ext cx="432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dirty="0" err="1" smtClean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OFctr</a:t>
              </a:r>
              <a:endParaRPr lang="zh-CN" altLang="en-US" sz="14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6660336" y="4077104"/>
              <a:ext cx="93600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</a:rPr>
                <a:t>或门阵列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 bwMode="auto">
            <a:xfrm>
              <a:off x="7236296" y="3639782"/>
              <a:ext cx="504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7" name="矩形 136"/>
            <p:cNvSpPr/>
            <p:nvPr/>
          </p:nvSpPr>
          <p:spPr>
            <a:xfrm>
              <a:off x="7740352" y="3495766"/>
              <a:ext cx="288032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+mn-ea"/>
                </a:rPr>
                <a:t>≥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1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 bwMode="auto">
            <a:xfrm flipV="1">
              <a:off x="7236296" y="3351750"/>
              <a:ext cx="504000" cy="115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9" name="矩形 138"/>
            <p:cNvSpPr/>
            <p:nvPr/>
          </p:nvSpPr>
          <p:spPr>
            <a:xfrm>
              <a:off x="7740352" y="3135726"/>
              <a:ext cx="216024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40" name="直接连接符 83"/>
            <p:cNvCxnSpPr/>
            <p:nvPr/>
          </p:nvCxnSpPr>
          <p:spPr bwMode="auto">
            <a:xfrm rot="16200000" flipH="1">
              <a:off x="7488352" y="2955732"/>
              <a:ext cx="360000" cy="144000"/>
            </a:xfrm>
            <a:prstGeom prst="bentConnector3">
              <a:avLst>
                <a:gd name="adj1" fmla="val 100214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1" name="矩形 140"/>
            <p:cNvSpPr/>
            <p:nvPr/>
          </p:nvSpPr>
          <p:spPr>
            <a:xfrm rot="16200000">
              <a:off x="7956377" y="3933056"/>
              <a:ext cx="432048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42" name="直接连接符 141"/>
            <p:cNvCxnSpPr/>
            <p:nvPr/>
          </p:nvCxnSpPr>
          <p:spPr bwMode="auto">
            <a:xfrm>
              <a:off x="7596336" y="4169400"/>
              <a:ext cx="432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3" name="直接连接符 94"/>
            <p:cNvCxnSpPr/>
            <p:nvPr/>
          </p:nvCxnSpPr>
          <p:spPr bwMode="auto">
            <a:xfrm>
              <a:off x="7596384" y="3639782"/>
              <a:ext cx="432000" cy="360000"/>
            </a:xfrm>
            <a:prstGeom prst="bentConnector3">
              <a:avLst>
                <a:gd name="adj1" fmla="val 12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44" name="AutoShape 15"/>
            <p:cNvSpPr>
              <a:spLocks noChangeArrowheads="1"/>
            </p:cNvSpPr>
            <p:nvPr/>
          </p:nvSpPr>
          <p:spPr bwMode="auto">
            <a:xfrm rot="16200000">
              <a:off x="6660296" y="3428969"/>
              <a:ext cx="864000" cy="288000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</a:rPr>
                <a:t>加减法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145" name="直接连接符 144"/>
            <p:cNvCxnSpPr>
              <a:endCxn id="144" idx="3"/>
            </p:cNvCxnSpPr>
            <p:nvPr/>
          </p:nvCxnSpPr>
          <p:spPr bwMode="auto">
            <a:xfrm flipH="1">
              <a:off x="7092296" y="2834061"/>
              <a:ext cx="0" cy="39330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46" name="Text Box 18"/>
            <p:cNvSpPr txBox="1">
              <a:spLocks noChangeArrowheads="1"/>
            </p:cNvSpPr>
            <p:nvPr/>
          </p:nvSpPr>
          <p:spPr bwMode="auto">
            <a:xfrm>
              <a:off x="6588224" y="2564904"/>
              <a:ext cx="1728000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控制信号形成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7" name="直接连接符 146"/>
            <p:cNvCxnSpPr/>
            <p:nvPr/>
          </p:nvCxnSpPr>
          <p:spPr bwMode="auto">
            <a:xfrm flipH="1">
              <a:off x="8172400" y="2852936"/>
              <a:ext cx="1" cy="10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48" name="椭圆 147"/>
            <p:cNvSpPr/>
            <p:nvPr/>
          </p:nvSpPr>
          <p:spPr bwMode="auto">
            <a:xfrm>
              <a:off x="8028384" y="3614876"/>
              <a:ext cx="72008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9" name="直接连接符 125"/>
            <p:cNvCxnSpPr/>
            <p:nvPr/>
          </p:nvCxnSpPr>
          <p:spPr bwMode="auto">
            <a:xfrm rot="16200000" flipH="1">
              <a:off x="6372232" y="3861080"/>
              <a:ext cx="360000" cy="216000"/>
            </a:xfrm>
            <a:prstGeom prst="bentConnector3">
              <a:avLst>
                <a:gd name="adj1" fmla="val 100096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50" name="直接连接符 129"/>
            <p:cNvCxnSpPr/>
            <p:nvPr/>
          </p:nvCxnSpPr>
          <p:spPr bwMode="auto">
            <a:xfrm rot="16200000" flipH="1">
              <a:off x="6012191" y="3644993"/>
              <a:ext cx="936000" cy="360000"/>
            </a:xfrm>
            <a:prstGeom prst="bentConnector3">
              <a:avLst>
                <a:gd name="adj1" fmla="val 99744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51" name="矩形 150"/>
            <p:cNvSpPr/>
            <p:nvPr/>
          </p:nvSpPr>
          <p:spPr bwMode="auto">
            <a:xfrm>
              <a:off x="8028384" y="413312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8036768" y="3973873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152000" y="3166775"/>
          <a:ext cx="4305300" cy="845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710565"/>
                <a:gridCol w="706755"/>
                <a:gridCol w="697230"/>
                <a:gridCol w="663575"/>
                <a:gridCol w="658495"/>
              </a:tblGrid>
              <a:tr h="281940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ALUctr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  <a:endParaRPr lang="en-US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011</a:t>
                      </a:r>
                      <a:endParaRPr lang="en-US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en-US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功能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zh-CN" altLang="en-US" sz="1800" b="1" baseline="-25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有</a:t>
                      </a:r>
                      <a:endParaRPr lang="zh-CN" altLang="en-US" sz="1800" b="1" baseline="-25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－</a:t>
                      </a:r>
                      <a:r>
                        <a:rPr lang="zh-CN" altLang="en-US" sz="1800" b="1" baseline="-25000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有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＋</a:t>
                      </a:r>
                      <a:r>
                        <a:rPr lang="zh-CN" altLang="en-US" sz="1800" b="1" baseline="-25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</a:t>
                      </a:r>
                      <a:endParaRPr lang="zh-CN" altLang="en-US" sz="1800" b="1" baseline="-25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－</a:t>
                      </a:r>
                      <a:r>
                        <a:rPr lang="zh-CN" altLang="en-US" sz="1800" b="1" baseline="-25000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无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|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OF&amp;ZF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√&amp;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√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√&amp;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√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&amp;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√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&amp;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√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R="0" indent="0" algn="ctr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&amp;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√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82" grpId="0" bldLvl="0" animBg="1"/>
      <p:bldP spid="6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8568952" cy="2822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*地址计算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单元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(ACU)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： 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基于分析结果设计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指令寻址需求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—</a:t>
            </a:r>
            <a:r>
              <a:rPr lang="zh-CN" altLang="en-US" sz="2000" b="1" dirty="0" smtClean="0">
                <a:latin typeface="+mn-ea"/>
                <a:ea typeface="+mn-ea"/>
                <a:cs typeface="Arial Unicode MS" panose="020B0604020202020204" charset="-122"/>
              </a:rPr>
              <a:t>设</a:t>
            </a:r>
            <a:r>
              <a:rPr lang="en-US" altLang="zh-CN" sz="2000" b="1" dirty="0" smtClean="0">
                <a:latin typeface="+mn-ea"/>
                <a:ea typeface="+mn-ea"/>
              </a:rPr>
              <a:t>j</a:t>
            </a:r>
            <a:r>
              <a:rPr lang="zh-CN" altLang="en-US" sz="2000" b="1" dirty="0" smtClean="0">
                <a:latin typeface="+mn-ea"/>
                <a:ea typeface="+mn-ea"/>
              </a:rPr>
              <a:t>、</a:t>
            </a:r>
            <a:r>
              <a:rPr lang="en-US" altLang="zh-CN" sz="2000" b="1" dirty="0" err="1" smtClean="0">
                <a:latin typeface="+mn-ea"/>
                <a:ea typeface="+mn-ea"/>
              </a:rPr>
              <a:t>beq</a:t>
            </a:r>
            <a:r>
              <a:rPr lang="zh-CN" altLang="en-US" sz="2000" b="1" dirty="0" smtClean="0">
                <a:latin typeface="+mn-ea"/>
                <a:ea typeface="+mn-ea"/>
              </a:rPr>
              <a:t>指令的</a:t>
            </a:r>
            <a:r>
              <a:rPr lang="zh-CN" altLang="en-US" sz="2000" b="1" u="sng" dirty="0" smtClean="0">
                <a:latin typeface="+mn-ea"/>
                <a:ea typeface="+mn-ea"/>
              </a:rPr>
              <a:t>指令类型</a:t>
            </a:r>
            <a:r>
              <a:rPr lang="zh-CN" altLang="en-US" sz="2000" b="1" u="sng" dirty="0" smtClean="0">
                <a:latin typeface="+mn-ea"/>
                <a:ea typeface="+mn-ea"/>
              </a:rPr>
              <a:t>信号</a:t>
            </a:r>
            <a:r>
              <a:rPr lang="zh-CN" altLang="en-US" sz="2000" b="1" dirty="0" smtClean="0">
                <a:latin typeface="+mn-ea"/>
                <a:ea typeface="+mn-ea"/>
              </a:rPr>
              <a:t>为</a:t>
            </a:r>
            <a:r>
              <a:rPr lang="en-US" altLang="zh-CN" sz="2000" b="1" dirty="0" smtClean="0">
                <a:latin typeface="+mn-ea"/>
                <a:ea typeface="+mn-ea"/>
              </a:rPr>
              <a:t>Jump</a:t>
            </a:r>
            <a:r>
              <a:rPr lang="zh-CN" altLang="en-US" sz="2000" b="1" dirty="0" smtClean="0">
                <a:latin typeface="+mn-ea"/>
                <a:ea typeface="+mn-ea"/>
              </a:rPr>
              <a:t>、</a:t>
            </a:r>
            <a:r>
              <a:rPr lang="en-US" altLang="zh-CN" sz="2000" b="1" dirty="0" smtClean="0">
                <a:latin typeface="+mn-ea"/>
                <a:ea typeface="+mn-ea"/>
              </a:rPr>
              <a:t>Branch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           </a:t>
            </a:r>
            <a:r>
              <a:rPr lang="en-US" altLang="zh-CN" sz="2000" b="1" baseline="-25000" dirty="0" smtClean="0">
                <a:solidFill>
                  <a:schemeClr val="accent2"/>
                </a:solidFill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en-US" altLang="zh-CN" sz="2000" b="1" dirty="0" smtClean="0">
                <a:latin typeface="+mn-ea"/>
                <a:ea typeface="+mn-ea"/>
              </a:rPr>
              <a:t>Jump</a:t>
            </a:r>
            <a:r>
              <a:rPr lang="zh-CN" altLang="en-US" sz="2000" b="1" dirty="0" smtClean="0">
                <a:latin typeface="+mn-ea"/>
                <a:ea typeface="+mn-ea"/>
              </a:rPr>
              <a:t>＝</a:t>
            </a:r>
            <a:r>
              <a:rPr lang="en-US" altLang="zh-CN" sz="2000" b="1" dirty="0" smtClean="0">
                <a:latin typeface="+mn-ea"/>
                <a:ea typeface="+mn-ea"/>
              </a:rPr>
              <a:t>1</a:t>
            </a:r>
            <a:r>
              <a:rPr lang="zh-CN" altLang="en-US" sz="2000" b="1" dirty="0" smtClean="0">
                <a:latin typeface="+mn-ea"/>
                <a:ea typeface="+mn-ea"/>
              </a:rPr>
              <a:t>时，</a:t>
            </a:r>
            <a:r>
              <a:rPr lang="en-US" altLang="zh-CN" sz="2000" b="1" dirty="0" smtClean="0">
                <a:latin typeface="+mn-ea"/>
                <a:ea typeface="+mn-ea"/>
              </a:rPr>
              <a:t>NPC</a:t>
            </a:r>
            <a:r>
              <a:rPr lang="zh-CN" altLang="en-US" sz="2000" b="1" dirty="0" smtClean="0">
                <a:latin typeface="+mn-ea"/>
                <a:ea typeface="+mn-ea"/>
              </a:rPr>
              <a:t>＝</a:t>
            </a:r>
            <a:r>
              <a:rPr lang="en-US" altLang="zh-CN" sz="2000" b="1" dirty="0" smtClean="0">
                <a:latin typeface="+mn-ea"/>
                <a:ea typeface="+mn-ea"/>
              </a:rPr>
              <a:t>(PC)</a:t>
            </a:r>
            <a:r>
              <a:rPr lang="zh-CN" altLang="en-US" sz="2000" b="1" baseline="-18000" dirty="0" smtClean="0">
                <a:latin typeface="+mn-ea"/>
                <a:ea typeface="+mn-ea"/>
              </a:rPr>
              <a:t>高</a:t>
            </a:r>
            <a:r>
              <a:rPr lang="en-US" altLang="zh-CN" sz="2000" b="1" baseline="-18000" dirty="0" smtClean="0">
                <a:latin typeface="+mn-ea"/>
                <a:ea typeface="+mn-ea"/>
              </a:rPr>
              <a:t>4</a:t>
            </a:r>
            <a:r>
              <a:rPr lang="zh-CN" altLang="en-US" sz="2000" b="1" baseline="-18000" dirty="0" smtClean="0">
                <a:latin typeface="+mn-ea"/>
                <a:ea typeface="+mn-ea"/>
              </a:rPr>
              <a:t>位</a:t>
            </a:r>
            <a:r>
              <a:rPr lang="en-US" altLang="zh-CN" sz="2000" b="1" kern="100" dirty="0">
                <a:latin typeface="+mn-ea"/>
                <a:ea typeface="+mn-ea"/>
              </a:rPr>
              <a:t>‖</a:t>
            </a:r>
            <a:r>
              <a:rPr lang="pt-BR" altLang="zh-CN" sz="2000" b="1" kern="100" dirty="0" smtClean="0">
                <a:latin typeface="+mn-ea"/>
                <a:ea typeface="+mn-ea"/>
              </a:rPr>
              <a:t>addr&lt;&lt;2</a:t>
            </a: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latin typeface="+mn-ea"/>
                <a:ea typeface="+mn-ea"/>
              </a:rPr>
              <a:t>          Branch</a:t>
            </a:r>
            <a:r>
              <a:rPr lang="en-US" altLang="zh-CN" sz="2000" b="1" dirty="0" smtClean="0">
                <a:latin typeface="+mn-lt"/>
                <a:ea typeface="+mn-ea"/>
              </a:rPr>
              <a:t>•</a:t>
            </a:r>
            <a:r>
              <a:rPr lang="en-US" altLang="zh-CN" sz="2000" b="1" dirty="0" smtClean="0">
                <a:latin typeface="+mn-ea"/>
                <a:ea typeface="+mn-ea"/>
              </a:rPr>
              <a:t>ZF</a:t>
            </a:r>
            <a:r>
              <a:rPr lang="zh-CN" altLang="en-US" sz="2000" b="1" dirty="0" smtClean="0">
                <a:latin typeface="+mn-ea"/>
                <a:ea typeface="+mn-ea"/>
              </a:rPr>
              <a:t>＝</a:t>
            </a:r>
            <a:r>
              <a:rPr lang="en-US" altLang="zh-CN" sz="2000" b="1" dirty="0" smtClean="0">
                <a:latin typeface="+mn-ea"/>
                <a:ea typeface="+mn-ea"/>
              </a:rPr>
              <a:t>1</a:t>
            </a:r>
            <a:r>
              <a:rPr lang="zh-CN" altLang="en-US" sz="2000" b="1" dirty="0" smtClean="0">
                <a:latin typeface="+mn-ea"/>
                <a:ea typeface="+mn-ea"/>
              </a:rPr>
              <a:t>时，</a:t>
            </a:r>
            <a:r>
              <a:rPr lang="en-US" altLang="zh-CN" sz="2000" b="1" dirty="0" smtClean="0">
                <a:latin typeface="+mn-ea"/>
                <a:ea typeface="+mn-ea"/>
              </a:rPr>
              <a:t>NPC</a:t>
            </a:r>
            <a:r>
              <a:rPr lang="zh-CN" altLang="en-US" sz="2000" b="1" dirty="0" smtClean="0">
                <a:latin typeface="+mn-ea"/>
                <a:ea typeface="+mn-ea"/>
              </a:rPr>
              <a:t>＝</a:t>
            </a:r>
            <a:r>
              <a:rPr lang="en-US" altLang="zh-CN" sz="2000" b="1" dirty="0" smtClean="0">
                <a:latin typeface="+mn-ea"/>
                <a:ea typeface="+mn-ea"/>
              </a:rPr>
              <a:t>(PC)</a:t>
            </a:r>
            <a:r>
              <a:rPr lang="zh-CN" altLang="en-US" sz="2000" b="1" dirty="0" smtClean="0">
                <a:latin typeface="+mn-ea"/>
                <a:ea typeface="+mn-ea"/>
              </a:rPr>
              <a:t>＋</a:t>
            </a:r>
            <a:r>
              <a:rPr lang="en-US" altLang="zh-CN" sz="2000" b="1" dirty="0" smtClean="0">
                <a:latin typeface="+mn-ea"/>
                <a:ea typeface="+mn-ea"/>
              </a:rPr>
              <a:t>4</a:t>
            </a:r>
            <a:r>
              <a:rPr lang="zh-CN" altLang="en-US" sz="2000" b="1" dirty="0" smtClean="0">
                <a:latin typeface="+mn-ea"/>
                <a:ea typeface="+mn-ea"/>
              </a:rPr>
              <a:t>＋</a:t>
            </a:r>
            <a:r>
              <a:rPr lang="en-US" altLang="zh-CN" sz="2000" b="1" dirty="0" err="1" smtClean="0">
                <a:latin typeface="+mn-ea"/>
                <a:ea typeface="+mn-ea"/>
              </a:rPr>
              <a:t>SExt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en-US" altLang="zh-CN" sz="2000" b="1" dirty="0" err="1" smtClean="0">
                <a:latin typeface="+mn-ea"/>
                <a:ea typeface="+mn-ea"/>
              </a:rPr>
              <a:t>imme</a:t>
            </a:r>
            <a:r>
              <a:rPr lang="en-US" altLang="zh-CN" sz="2000" b="1" dirty="0" smtClean="0">
                <a:latin typeface="+mn-ea"/>
                <a:ea typeface="+mn-ea"/>
              </a:rPr>
              <a:t>)&lt;&lt;2</a:t>
            </a: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latin typeface="+mn-ea"/>
                <a:ea typeface="+mn-ea"/>
              </a:rPr>
              <a:t>                  </a:t>
            </a:r>
            <a:r>
              <a:rPr lang="en-US" altLang="zh-CN" sz="2000" b="1" baseline="-25000" dirty="0" smtClean="0">
                <a:latin typeface="+mn-ea"/>
                <a:ea typeface="+mn-ea"/>
              </a:rPr>
              <a:t>  </a:t>
            </a:r>
            <a:r>
              <a:rPr lang="zh-CN" altLang="en-US" sz="2000" b="1" dirty="0" smtClean="0">
                <a:latin typeface="+mn-ea"/>
                <a:ea typeface="+mn-ea"/>
              </a:rPr>
              <a:t>否则，</a:t>
            </a:r>
            <a:r>
              <a:rPr lang="en-US" altLang="zh-CN" sz="2000" b="1" dirty="0" smtClean="0">
                <a:latin typeface="+mn-ea"/>
                <a:ea typeface="+mn-ea"/>
              </a:rPr>
              <a:t>NPC</a:t>
            </a:r>
            <a:r>
              <a:rPr lang="zh-CN" altLang="en-US" sz="2000" b="1" dirty="0" smtClean="0">
                <a:latin typeface="+mn-ea"/>
                <a:ea typeface="+mn-ea"/>
              </a:rPr>
              <a:t>＝</a:t>
            </a:r>
            <a:r>
              <a:rPr lang="en-US" altLang="zh-CN" sz="2000" b="1" dirty="0" smtClean="0">
                <a:latin typeface="+mn-ea"/>
                <a:ea typeface="+mn-ea"/>
              </a:rPr>
              <a:t>(PC)</a:t>
            </a:r>
            <a:r>
              <a:rPr lang="zh-CN" altLang="en-US" sz="2000" b="1" dirty="0" smtClean="0">
                <a:latin typeface="+mn-ea"/>
                <a:ea typeface="+mn-ea"/>
              </a:rPr>
              <a:t>＋</a:t>
            </a:r>
            <a:r>
              <a:rPr lang="en-US" altLang="zh-CN" sz="2000" b="1" dirty="0" smtClean="0">
                <a:latin typeface="+mn-ea"/>
                <a:ea typeface="+mn-ea"/>
              </a:rPr>
              <a:t>4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ACU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ACU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6" name="左大括号 5"/>
          <p:cNvSpPr/>
          <p:nvPr/>
        </p:nvSpPr>
        <p:spPr bwMode="auto">
          <a:xfrm>
            <a:off x="1368000" y="1476000"/>
            <a:ext cx="144016" cy="612000"/>
          </a:xfrm>
          <a:prstGeom prst="lef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7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2016125" y="2232025"/>
            <a:ext cx="6805295" cy="12280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+mn-ea"/>
              </a:rPr>
              <a:t>支持</a:t>
            </a:r>
            <a:r>
              <a:rPr lang="zh-CN" altLang="en-US" sz="2200" b="1" dirty="0" smtClean="0">
                <a:latin typeface="+mn-ea"/>
              </a:rPr>
              <a:t>上述功能</a:t>
            </a:r>
            <a:r>
              <a:rPr lang="en-US" altLang="zh-CN" sz="2200" b="1" dirty="0" smtClean="0">
                <a:latin typeface="+mn-ea"/>
              </a:rPr>
              <a:t>       </a:t>
            </a:r>
            <a:r>
              <a:rPr lang="en-US" altLang="zh-CN" sz="1800" b="1" dirty="0" smtClean="0">
                <a:latin typeface="+mn-ea"/>
              </a:rPr>
              <a:t>←</a:t>
            </a:r>
            <a:r>
              <a:rPr lang="zh-CN" altLang="en-US" sz="1800" b="1" dirty="0" smtClean="0">
                <a:latin typeface="+mn-ea"/>
              </a:rPr>
              <a:t>单周期</a:t>
            </a:r>
            <a:r>
              <a:rPr lang="en-US" altLang="zh-CN" sz="1800" b="1" dirty="0" smtClean="0">
                <a:latin typeface="+mn-ea"/>
              </a:rPr>
              <a:t>DP</a:t>
            </a:r>
            <a:r>
              <a:rPr lang="zh-CN" altLang="en-US" sz="1800" b="1" dirty="0" smtClean="0">
                <a:latin typeface="+mn-ea"/>
                <a:sym typeface="+mn-ea"/>
              </a:rPr>
              <a:t>不能复用</a:t>
            </a:r>
            <a:r>
              <a:rPr lang="en-US" altLang="zh-CN" sz="1800" b="1" dirty="0" smtClean="0">
                <a:latin typeface="+mn-ea"/>
                <a:sym typeface="+mn-ea"/>
              </a:rPr>
              <a:t>ALU</a:t>
            </a:r>
            <a:endParaRPr lang="en-US" altLang="zh-CN" sz="2200" b="1" dirty="0" smtClean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</a:rPr>
              <a:t>3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种功能＋输出选择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  </a:t>
            </a:r>
            <a:r>
              <a:rPr lang="en-US" altLang="zh-CN" sz="1800" b="1" dirty="0" smtClean="0">
                <a:latin typeface="+mn-ea"/>
                <a:sym typeface="+mn-ea"/>
              </a:rPr>
              <a:t>←</a:t>
            </a:r>
            <a:r>
              <a:rPr lang="zh-CN" altLang="en-US" sz="1800" b="1" dirty="0" smtClean="0">
                <a:latin typeface="+mn-ea"/>
                <a:sym typeface="+mn-ea"/>
              </a:rPr>
              <a:t>内部不能复用</a:t>
            </a:r>
            <a:r>
              <a:rPr lang="zh-CN" altLang="en-US" sz="1800" b="1" dirty="0">
                <a:latin typeface="+mn-ea"/>
                <a:sym typeface="+mn-ea"/>
              </a:rPr>
              <a:t>部件</a:t>
            </a:r>
            <a:endParaRPr lang="en-US" altLang="zh-CN" sz="2200" b="1" dirty="0" smtClean="0">
              <a:latin typeface="+mn-ea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 smtClean="0">
                <a:latin typeface="+mn-ea"/>
              </a:rPr>
              <a:t>  (</a:t>
            </a:r>
            <a:r>
              <a:rPr lang="en-US" altLang="zh-CN" sz="1800" b="1" dirty="0" err="1" smtClean="0">
                <a:latin typeface="+mn-ea"/>
                <a:ea typeface="+mn-ea"/>
                <a:sym typeface="+mn-ea"/>
              </a:rPr>
              <a:t>SExtU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可以包含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&lt;&lt;2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1763688" y="3459093"/>
            <a:ext cx="5055919" cy="2218719"/>
            <a:chOff x="1763688" y="3874577"/>
            <a:chExt cx="5055919" cy="2218719"/>
          </a:xfrm>
        </p:grpSpPr>
        <p:sp>
          <p:nvSpPr>
            <p:cNvPr id="68" name="矩形 67"/>
            <p:cNvSpPr/>
            <p:nvPr/>
          </p:nvSpPr>
          <p:spPr>
            <a:xfrm>
              <a:off x="2459700" y="4175343"/>
              <a:ext cx="3816425" cy="191795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850701" y="3874577"/>
              <a:ext cx="1497431" cy="2160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 Branch Jump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763688" y="4211346"/>
              <a:ext cx="551996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2" name="直接连接符 71"/>
            <p:cNvCxnSpPr/>
            <p:nvPr/>
          </p:nvCxnSpPr>
          <p:spPr bwMode="auto">
            <a:xfrm>
              <a:off x="2291616" y="5471487"/>
              <a:ext cx="1601284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直接连接符 75"/>
            <p:cNvCxnSpPr/>
            <p:nvPr/>
          </p:nvCxnSpPr>
          <p:spPr bwMode="auto">
            <a:xfrm>
              <a:off x="6060100" y="4090601"/>
              <a:ext cx="0" cy="87682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6420140" y="5327470"/>
              <a:ext cx="399467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NPC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 bwMode="auto">
            <a:xfrm>
              <a:off x="6204116" y="5471486"/>
              <a:ext cx="21602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 flipH="1">
              <a:off x="4979980" y="4103334"/>
              <a:ext cx="1" cy="2160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80" name="直接连接符 79"/>
            <p:cNvCxnSpPr/>
            <p:nvPr/>
          </p:nvCxnSpPr>
          <p:spPr bwMode="auto">
            <a:xfrm flipH="1">
              <a:off x="5484035" y="4103334"/>
              <a:ext cx="1" cy="2160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81" name="TextBox 80"/>
            <p:cNvSpPr txBox="1"/>
            <p:nvPr/>
          </p:nvSpPr>
          <p:spPr>
            <a:xfrm>
              <a:off x="1763688" y="5687510"/>
              <a:ext cx="551996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987900" y="5327470"/>
              <a:ext cx="327784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 bwMode="auto">
            <a:xfrm flipH="1">
              <a:off x="3241184" y="5424878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Box 86"/>
            <p:cNvSpPr txBox="1"/>
            <p:nvPr/>
          </p:nvSpPr>
          <p:spPr>
            <a:xfrm>
              <a:off x="3030462" y="5244473"/>
              <a:ext cx="27129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 bwMode="auto">
            <a:xfrm flipH="1">
              <a:off x="3241184" y="5792120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TextBox 88"/>
            <p:cNvSpPr txBox="1"/>
            <p:nvPr/>
          </p:nvSpPr>
          <p:spPr>
            <a:xfrm>
              <a:off x="3030462" y="5604513"/>
              <a:ext cx="27129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26</a:t>
              </a:r>
              <a:endParaRPr lang="zh-CN" altLang="en-US" sz="14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 bwMode="auto">
            <a:xfrm>
              <a:off x="2315684" y="4382683"/>
              <a:ext cx="1002029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" name="直接连接符 90"/>
            <p:cNvCxnSpPr/>
            <p:nvPr/>
          </p:nvCxnSpPr>
          <p:spPr bwMode="auto">
            <a:xfrm flipH="1">
              <a:off x="2670422" y="4339678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3" name="TextBox 92"/>
            <p:cNvSpPr txBox="1"/>
            <p:nvPr/>
          </p:nvSpPr>
          <p:spPr>
            <a:xfrm>
              <a:off x="2459700" y="4164353"/>
              <a:ext cx="27129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16</a:t>
              </a:r>
              <a:endParaRPr lang="zh-CN" altLang="en-US" sz="14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 bwMode="auto">
            <a:xfrm>
              <a:off x="2291616" y="5831082"/>
              <a:ext cx="2616356" cy="44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95" name="组合 94"/>
          <p:cNvGrpSpPr/>
          <p:nvPr/>
        </p:nvGrpSpPr>
        <p:grpSpPr>
          <a:xfrm>
            <a:off x="2783736" y="3808595"/>
            <a:ext cx="3420381" cy="1846743"/>
            <a:chOff x="2783736" y="4224079"/>
            <a:chExt cx="3420381" cy="1846743"/>
          </a:xfrm>
        </p:grpSpPr>
        <p:sp>
          <p:nvSpPr>
            <p:cNvPr id="136" name="椭圆 135"/>
            <p:cNvSpPr/>
            <p:nvPr/>
          </p:nvSpPr>
          <p:spPr bwMode="auto">
            <a:xfrm>
              <a:off x="2783736" y="4224079"/>
              <a:ext cx="612068" cy="455319"/>
            </a:xfrm>
            <a:prstGeom prst="ellips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572400" y="4319358"/>
              <a:ext cx="687500" cy="283727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</a:rPr>
                <a:t>SExtU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9" name="直接连接符 98"/>
            <p:cNvCxnSpPr>
              <a:stCxn id="98" idx="3"/>
            </p:cNvCxnSpPr>
            <p:nvPr/>
          </p:nvCxnSpPr>
          <p:spPr bwMode="auto">
            <a:xfrm flipV="1">
              <a:off x="4259900" y="4461221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直接连接符 99"/>
            <p:cNvCxnSpPr/>
            <p:nvPr/>
          </p:nvCxnSpPr>
          <p:spPr bwMode="auto">
            <a:xfrm flipV="1">
              <a:off x="4868545" y="4823147"/>
              <a:ext cx="255451" cy="26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1" name="矩形 100"/>
            <p:cNvSpPr/>
            <p:nvPr/>
          </p:nvSpPr>
          <p:spPr>
            <a:xfrm>
              <a:off x="4907972" y="4319358"/>
              <a:ext cx="648072" cy="2160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 rot="16200000">
              <a:off x="4903631" y="4963088"/>
              <a:ext cx="728764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03" name="直接连接符 102"/>
            <p:cNvCxnSpPr/>
            <p:nvPr/>
          </p:nvCxnSpPr>
          <p:spPr bwMode="auto">
            <a:xfrm flipV="1">
              <a:off x="5408605" y="5111446"/>
              <a:ext cx="507479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4" name="直接连接符 94"/>
            <p:cNvCxnSpPr/>
            <p:nvPr/>
          </p:nvCxnSpPr>
          <p:spPr bwMode="auto">
            <a:xfrm>
              <a:off x="4349909" y="5183453"/>
              <a:ext cx="774087" cy="215581"/>
            </a:xfrm>
            <a:prstGeom prst="bentConnector3">
              <a:avLst>
                <a:gd name="adj1" fmla="val 125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sp>
          <p:nvSpPr>
            <p:cNvPr id="105" name="AutoShape 15"/>
            <p:cNvSpPr>
              <a:spLocks noChangeArrowheads="1"/>
            </p:cNvSpPr>
            <p:nvPr/>
          </p:nvSpPr>
          <p:spPr bwMode="auto">
            <a:xfrm rot="16200000">
              <a:off x="4255984" y="4642902"/>
              <a:ext cx="864097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Adder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106" name="直接连接符 105"/>
            <p:cNvCxnSpPr/>
            <p:nvPr/>
          </p:nvCxnSpPr>
          <p:spPr bwMode="auto">
            <a:xfrm flipH="1">
              <a:off x="5268012" y="4535383"/>
              <a:ext cx="1" cy="21602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07" name="矩形 106"/>
            <p:cNvSpPr/>
            <p:nvPr/>
          </p:nvSpPr>
          <p:spPr bwMode="auto">
            <a:xfrm>
              <a:off x="5123996" y="536303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矩形 107"/>
            <p:cNvSpPr/>
            <p:nvPr/>
          </p:nvSpPr>
          <p:spPr bwMode="auto">
            <a:xfrm>
              <a:off x="5132380" y="4787143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9" name="直接连接符 108"/>
            <p:cNvCxnSpPr/>
            <p:nvPr/>
          </p:nvCxnSpPr>
          <p:spPr bwMode="auto">
            <a:xfrm flipV="1">
              <a:off x="4259900" y="5183453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2" name="AutoShape 15"/>
            <p:cNvSpPr>
              <a:spLocks noChangeArrowheads="1"/>
            </p:cNvSpPr>
            <p:nvPr/>
          </p:nvSpPr>
          <p:spPr bwMode="auto">
            <a:xfrm rot="16200000">
              <a:off x="3648323" y="5002942"/>
              <a:ext cx="864097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Adder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124" name="直接连接符 123"/>
            <p:cNvCxnSpPr/>
            <p:nvPr/>
          </p:nvCxnSpPr>
          <p:spPr bwMode="auto">
            <a:xfrm>
              <a:off x="3572401" y="4895422"/>
              <a:ext cx="327459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5" name="TextBox 124"/>
            <p:cNvSpPr txBox="1"/>
            <p:nvPr/>
          </p:nvSpPr>
          <p:spPr>
            <a:xfrm>
              <a:off x="3316836" y="4768733"/>
              <a:ext cx="294992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 rot="16200000">
              <a:off x="5569715" y="5313799"/>
              <a:ext cx="980772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5916084" y="506483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5924468" y="5795078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2" name="直接连接符 131"/>
            <p:cNvCxnSpPr/>
            <p:nvPr/>
          </p:nvCxnSpPr>
          <p:spPr bwMode="auto">
            <a:xfrm flipH="1">
              <a:off x="5473432" y="5789998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3" name="TextBox 132"/>
            <p:cNvSpPr txBox="1"/>
            <p:nvPr/>
          </p:nvSpPr>
          <p:spPr>
            <a:xfrm>
              <a:off x="5284754" y="5604513"/>
              <a:ext cx="27129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32</a:t>
              </a:r>
              <a:endParaRPr lang="zh-CN" altLang="en-US" sz="14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4" name="直接连接符 133"/>
            <p:cNvCxnSpPr/>
            <p:nvPr/>
          </p:nvCxnSpPr>
          <p:spPr bwMode="auto">
            <a:xfrm flipH="1">
              <a:off x="4249296" y="5643024"/>
              <a:ext cx="82612" cy="8601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Box 134"/>
            <p:cNvSpPr txBox="1"/>
            <p:nvPr/>
          </p:nvSpPr>
          <p:spPr>
            <a:xfrm>
              <a:off x="4115884" y="5460497"/>
              <a:ext cx="193980" cy="2270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4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4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802557" y="4408693"/>
              <a:ext cx="294992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00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9" name="直接连接符 138"/>
            <p:cNvCxnSpPr/>
            <p:nvPr/>
          </p:nvCxnSpPr>
          <p:spPr bwMode="auto">
            <a:xfrm flipV="1">
              <a:off x="3323796" y="4463374"/>
              <a:ext cx="248605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0" name="直接连接符 139"/>
            <p:cNvCxnSpPr/>
            <p:nvPr/>
          </p:nvCxnSpPr>
          <p:spPr bwMode="auto">
            <a:xfrm>
              <a:off x="3317713" y="4330892"/>
              <a:ext cx="0" cy="272193"/>
            </a:xfrm>
            <a:prstGeom prst="line">
              <a:avLst/>
            </a:prstGeom>
            <a:solidFill>
              <a:schemeClr val="accent1"/>
            </a:solidFill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/>
          </p:nvCxnSpPr>
          <p:spPr bwMode="auto">
            <a:xfrm>
              <a:off x="3107772" y="4535083"/>
              <a:ext cx="209942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2" name="椭圆 141"/>
            <p:cNvSpPr/>
            <p:nvPr/>
          </p:nvSpPr>
          <p:spPr bwMode="auto">
            <a:xfrm>
              <a:off x="4309865" y="5554484"/>
              <a:ext cx="814132" cy="516338"/>
            </a:xfrm>
            <a:prstGeom prst="ellipse">
              <a:avLst/>
            </a:prstGeom>
            <a:solidFill>
              <a:srgbClr val="FFCCFF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3" name="直接连接符 125"/>
            <p:cNvCxnSpPr/>
            <p:nvPr/>
          </p:nvCxnSpPr>
          <p:spPr bwMode="auto">
            <a:xfrm>
              <a:off x="3628118" y="5471486"/>
              <a:ext cx="1276429" cy="208104"/>
            </a:xfrm>
            <a:prstGeom prst="bentConnector3">
              <a:avLst>
                <a:gd name="adj1" fmla="val -146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44" name="直接连接符 143"/>
            <p:cNvCxnSpPr/>
            <p:nvPr/>
          </p:nvCxnSpPr>
          <p:spPr bwMode="auto">
            <a:xfrm>
              <a:off x="4907972" y="5615502"/>
              <a:ext cx="0" cy="432048"/>
            </a:xfrm>
            <a:prstGeom prst="line">
              <a:avLst/>
            </a:prstGeom>
            <a:solidFill>
              <a:schemeClr val="accent1"/>
            </a:solidFill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5" name="TextBox 144"/>
            <p:cNvSpPr txBox="1"/>
            <p:nvPr/>
          </p:nvSpPr>
          <p:spPr>
            <a:xfrm>
              <a:off x="4396956" y="5848853"/>
              <a:ext cx="294992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00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6" name="直接连接符 145"/>
            <p:cNvCxnSpPr/>
            <p:nvPr/>
          </p:nvCxnSpPr>
          <p:spPr bwMode="auto">
            <a:xfrm>
              <a:off x="4698030" y="5975542"/>
              <a:ext cx="209942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7" name="直接连接符 146"/>
            <p:cNvCxnSpPr/>
            <p:nvPr/>
          </p:nvCxnSpPr>
          <p:spPr bwMode="auto">
            <a:xfrm>
              <a:off x="4907972" y="5831526"/>
              <a:ext cx="1008112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6193034" cy="55156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GPRs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cs typeface="Arial Unicode MS" panose="020B0604020202020204" charset="-122"/>
              </a:rPr>
              <a:t>设计：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*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</a:rPr>
              <a:t>MEM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cs typeface="Arial Unicode MS" panose="020B0604020202020204" charset="-122"/>
              </a:rPr>
              <a:t>组织：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  <a:cs typeface="Arial Unicode MS" panose="020B0604020202020204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特殊寄存器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cs typeface="Arial Unicode MS" panose="020B0604020202020204" charset="-122"/>
              </a:rPr>
              <a:t>： </a:t>
            </a:r>
            <a:r>
              <a:rPr lang="en-US" altLang="zh-CN" sz="1800" b="1" dirty="0" smtClean="0">
                <a:latin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cs typeface="Arial Unicode MS" panose="020B0604020202020204" charset="-122"/>
              </a:rPr>
              <a:t>指令部件</a:t>
            </a:r>
            <a:r>
              <a:rPr lang="en-US" altLang="zh-CN" sz="1800" b="1" dirty="0" smtClean="0">
                <a:latin typeface="+mn-ea"/>
                <a:cs typeface="Arial Unicode MS" panose="020B0604020202020204" charset="-122"/>
              </a:rPr>
              <a:t>/BIU</a:t>
            </a:r>
            <a:r>
              <a:rPr lang="zh-CN" altLang="en-US" sz="1800" b="1" dirty="0" smtClean="0">
                <a:latin typeface="+mn-ea"/>
                <a:cs typeface="Arial Unicode MS" panose="020B0604020202020204" charset="-122"/>
              </a:rPr>
              <a:t>接口</a:t>
            </a:r>
            <a:r>
              <a:rPr lang="zh-CN" altLang="en-US" sz="1800" b="1" dirty="0" smtClean="0">
                <a:latin typeface="+mn-ea"/>
                <a:cs typeface="Arial Unicode MS" panose="020B0604020202020204" charset="-122"/>
                <a:sym typeface="+mn-ea"/>
              </a:rPr>
              <a:t>等</a:t>
            </a:r>
            <a:r>
              <a:rPr lang="en-US" altLang="zh-CN" sz="1800" b="1" dirty="0" smtClean="0">
                <a:latin typeface="+mn-ea"/>
                <a:cs typeface="Arial Unicode MS" panose="020B0604020202020204" charset="-122"/>
              </a:rPr>
              <a:t>)</a:t>
            </a:r>
            <a:endParaRPr lang="en-US" altLang="zh-CN" sz="2200" b="1" dirty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需求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设计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cs typeface="Arial Unicode MS" panose="020B0604020202020204" charset="-122"/>
              </a:rPr>
              <a:t>—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871980" y="360045"/>
            <a:ext cx="707326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支持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个读端口、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1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个写端口  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  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←单周期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DP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需采用专用结构</a:t>
            </a:r>
            <a:endParaRPr lang="zh-CN" altLang="en-US" sz="18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162" name="Text Box 5"/>
          <p:cNvSpPr txBox="1">
            <a:spLocks noChangeArrowheads="1"/>
          </p:cNvSpPr>
          <p:nvPr/>
        </p:nvSpPr>
        <p:spPr bwMode="auto">
          <a:xfrm>
            <a:off x="1764030" y="2736215"/>
            <a:ext cx="7096125" cy="760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采用哈佛结构，数据宽度为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32</a:t>
            </a: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位  </a:t>
            </a:r>
            <a:r>
              <a:rPr lang="zh-CN" altLang="en-US" sz="1800" b="1" dirty="0" smtClean="0">
                <a:latin typeface="+mn-ea"/>
                <a:cs typeface="Arial Unicode MS" panose="020B0604020202020204" charset="-122"/>
              </a:rPr>
              <a:t>←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单周期</a:t>
            </a:r>
            <a:r>
              <a:rPr lang="en-US" altLang="zh-CN" sz="1800" b="1" dirty="0">
                <a:latin typeface="+mn-ea"/>
                <a:cs typeface="Arial Unicode MS" panose="020B0604020202020204" charset="-122"/>
              </a:rPr>
              <a:t>DP</a:t>
            </a:r>
            <a:r>
              <a:rPr lang="zh-CN" altLang="en-US" sz="1800" b="1" dirty="0">
                <a:latin typeface="+mn-ea"/>
                <a:cs typeface="Arial Unicode MS" panose="020B0604020202020204" charset="-122"/>
              </a:rPr>
              <a:t>不复用部件</a:t>
            </a:r>
            <a:endParaRPr lang="zh-CN" altLang="en-US" sz="1800" b="1" dirty="0">
              <a:latin typeface="+mn-ea"/>
              <a:cs typeface="Arial Unicode MS" panose="020B0604020202020204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                                 </a:t>
            </a:r>
            <a:r>
              <a:rPr lang="en-US" altLang="zh-CN" sz="1600" dirty="0" smtClean="0">
                <a:latin typeface="+mn-ea"/>
                <a:ea typeface="+mn-ea"/>
                <a:cs typeface="Arial Unicode MS" panose="020B0604020202020204" charset="-122"/>
              </a:rPr>
              <a:t>└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←MEM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  <a:sym typeface="+mn-ea"/>
              </a:rPr>
              <a:t>读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  <a:sym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  <a:sym typeface="+mn-ea"/>
              </a:rPr>
              <a:t>写用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  <a:sym typeface="+mn-ea"/>
              </a:rPr>
              <a:t>1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  <a:sym typeface="+mn-ea"/>
              </a:rPr>
              <a:t>个操作实现</a:t>
            </a:r>
            <a:endParaRPr lang="zh-CN" altLang="en-US" sz="1600" b="1" dirty="0" smtClean="0">
              <a:latin typeface="+mn-ea"/>
              <a:ea typeface="+mn-ea"/>
              <a:cs typeface="Arial Unicode MS" panose="020B0604020202020204" charset="-122"/>
              <a:sym typeface="+mn-ea"/>
            </a:endParaRPr>
          </a:p>
        </p:txBody>
      </p:sp>
      <p:grpSp>
        <p:nvGrpSpPr>
          <p:cNvPr id="206" name="组合 205"/>
          <p:cNvGrpSpPr/>
          <p:nvPr/>
        </p:nvGrpSpPr>
        <p:grpSpPr>
          <a:xfrm>
            <a:off x="1187624" y="3420000"/>
            <a:ext cx="3312368" cy="1080000"/>
            <a:chOff x="1547664" y="3501008"/>
            <a:chExt cx="3312368" cy="1080000"/>
          </a:xfrm>
        </p:grpSpPr>
        <p:grpSp>
          <p:nvGrpSpPr>
            <p:cNvPr id="202" name="组合 201"/>
            <p:cNvGrpSpPr/>
            <p:nvPr/>
          </p:nvGrpSpPr>
          <p:grpSpPr>
            <a:xfrm>
              <a:off x="3275856" y="3501008"/>
              <a:ext cx="1584176" cy="1080000"/>
              <a:chOff x="3491880" y="3501008"/>
              <a:chExt cx="1584176" cy="1080000"/>
            </a:xfrm>
          </p:grpSpPr>
          <p:sp>
            <p:nvSpPr>
              <p:cNvPr id="164" name="Rectangle 145"/>
              <p:cNvSpPr>
                <a:spLocks noChangeArrowheads="1"/>
              </p:cNvSpPr>
              <p:nvPr/>
            </p:nvSpPr>
            <p:spPr bwMode="auto">
              <a:xfrm>
                <a:off x="3707904" y="3501008"/>
                <a:ext cx="1152000" cy="10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prstDash val="solid"/>
                <a:miter lim="800000"/>
                <a:tailEnd type="none" w="sm" len="med"/>
              </a:ln>
              <a:effectLst/>
            </p:spPr>
            <p:txBody>
              <a:bodyPr wrap="none" lIns="36000" tIns="10800" rIns="18000" bIns="10800" anchor="t" anchorCtr="0"/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err="1" smtClean="0">
                    <a:latin typeface="+mn-ea"/>
                    <a:ea typeface="+mn-ea"/>
                  </a:rPr>
                  <a:t>addr</a:t>
                </a:r>
                <a:endParaRPr lang="en-US" altLang="zh-CN" sz="1600" b="1" dirty="0" smtClean="0">
                  <a:latin typeface="+mn-ea"/>
                  <a:ea typeface="+mn-ea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+mn-ea"/>
                    <a:ea typeface="+mn-ea"/>
                  </a:rPr>
                  <a:t>din  </a:t>
                </a:r>
                <a:r>
                  <a:rPr lang="en-US" altLang="zh-CN" sz="1600" b="1" baseline="-25000" dirty="0" smtClean="0">
                    <a:latin typeface="+mn-ea"/>
                    <a:ea typeface="+mn-ea"/>
                  </a:rPr>
                  <a:t>  </a:t>
                </a:r>
                <a:r>
                  <a:rPr lang="en-US" altLang="zh-CN" sz="1600" b="1" dirty="0" err="1" smtClean="0">
                    <a:latin typeface="+mn-ea"/>
                    <a:ea typeface="+mn-ea"/>
                  </a:rPr>
                  <a:t>dout</a:t>
                </a:r>
                <a:endParaRPr lang="en-US" altLang="zh-CN" sz="1600" b="1" dirty="0" smtClean="0">
                  <a:latin typeface="+mn-ea"/>
                  <a:ea typeface="+mn-ea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+mn-ea"/>
                    <a:ea typeface="+mn-ea"/>
                  </a:rPr>
                  <a:t>Rd</a:t>
                </a:r>
                <a:endParaRPr lang="en-US" altLang="zh-CN" sz="1600" b="1" dirty="0" smtClean="0">
                  <a:latin typeface="+mn-ea"/>
                  <a:ea typeface="+mn-ea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err="1" smtClean="0">
                    <a:latin typeface="+mn-ea"/>
                    <a:ea typeface="+mn-ea"/>
                  </a:rPr>
                  <a:t>Wr</a:t>
                </a:r>
                <a:r>
                  <a:rPr lang="en-US" altLang="zh-CN" sz="1800" b="1" dirty="0" smtClean="0">
                    <a:latin typeface="+mn-ea"/>
                    <a:ea typeface="+mn-ea"/>
                  </a:rPr>
                  <a:t>  </a:t>
                </a:r>
                <a:r>
                  <a:rPr lang="en-US" altLang="zh-CN" sz="2200" b="1" dirty="0" smtClean="0">
                    <a:latin typeface="+mn-ea"/>
                    <a:ea typeface="+mn-ea"/>
                  </a:rPr>
                  <a:t>DMEM</a:t>
                </a:r>
                <a:endParaRPr lang="en-US" altLang="zh-CN" sz="2200" b="1" dirty="0" smtClean="0">
                  <a:latin typeface="+mn-ea"/>
                  <a:ea typeface="+mn-ea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err="1" smtClean="0">
                    <a:latin typeface="+mn-ea"/>
                    <a:ea typeface="+mn-ea"/>
                  </a:rPr>
                  <a:t>Clk</a:t>
                </a:r>
                <a:r>
                  <a:rPr lang="en-US" altLang="zh-CN" sz="1800" b="1" dirty="0" smtClean="0">
                    <a:latin typeface="+mn-ea"/>
                    <a:ea typeface="+mn-ea"/>
                  </a:rPr>
                  <a:t>   </a:t>
                </a:r>
                <a:r>
                  <a:rPr lang="en-US" altLang="zh-CN" sz="1800" b="1" baseline="-25000" dirty="0" smtClean="0">
                    <a:latin typeface="+mn-ea"/>
                    <a:ea typeface="+mn-ea"/>
                  </a:rPr>
                  <a:t> </a:t>
                </a:r>
                <a:r>
                  <a:rPr lang="en-US" altLang="zh-CN" sz="1800" b="1" dirty="0" smtClean="0">
                    <a:solidFill>
                      <a:srgbClr val="990099"/>
                    </a:solidFill>
                    <a:latin typeface="+mn-ea"/>
                    <a:ea typeface="+mn-ea"/>
                  </a:rPr>
                  <a:t> </a:t>
                </a:r>
                <a:endParaRPr lang="zh-CN" altLang="en-US" sz="1800" b="1" dirty="0">
                  <a:solidFill>
                    <a:srgbClr val="990099"/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65" name="直接箭头连接符 164"/>
              <p:cNvCxnSpPr/>
              <p:nvPr/>
            </p:nvCxnSpPr>
            <p:spPr bwMode="auto">
              <a:xfrm>
                <a:off x="3491880" y="3605530"/>
                <a:ext cx="21602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66" name="直接箭头连接符 165"/>
              <p:cNvCxnSpPr/>
              <p:nvPr/>
            </p:nvCxnSpPr>
            <p:spPr bwMode="auto">
              <a:xfrm>
                <a:off x="3491880" y="3821554"/>
                <a:ext cx="21602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0" name="直接箭头连接符 169"/>
              <p:cNvCxnSpPr/>
              <p:nvPr/>
            </p:nvCxnSpPr>
            <p:spPr bwMode="auto">
              <a:xfrm>
                <a:off x="3491880" y="4004920"/>
                <a:ext cx="21602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1" name="直接箭头连接符 170"/>
              <p:cNvCxnSpPr/>
              <p:nvPr/>
            </p:nvCxnSpPr>
            <p:spPr bwMode="auto">
              <a:xfrm>
                <a:off x="3491880" y="4220944"/>
                <a:ext cx="21602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2" name="直接箭头连接符 171"/>
              <p:cNvCxnSpPr/>
              <p:nvPr/>
            </p:nvCxnSpPr>
            <p:spPr bwMode="auto">
              <a:xfrm>
                <a:off x="3491880" y="4469626"/>
                <a:ext cx="21602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73" name="直接箭头连接符 172"/>
              <p:cNvCxnSpPr/>
              <p:nvPr/>
            </p:nvCxnSpPr>
            <p:spPr bwMode="auto">
              <a:xfrm>
                <a:off x="4860032" y="3832440"/>
                <a:ext cx="21602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78" name="组合 177"/>
            <p:cNvGrpSpPr/>
            <p:nvPr/>
          </p:nvGrpSpPr>
          <p:grpSpPr>
            <a:xfrm>
              <a:off x="1547664" y="3501008"/>
              <a:ext cx="1512168" cy="1080000"/>
              <a:chOff x="4005932" y="3645024"/>
              <a:chExt cx="1512168" cy="1080000"/>
            </a:xfrm>
          </p:grpSpPr>
          <p:sp>
            <p:nvSpPr>
              <p:cNvPr id="179" name="Rectangle 145"/>
              <p:cNvSpPr>
                <a:spLocks noChangeArrowheads="1"/>
              </p:cNvSpPr>
              <p:nvPr/>
            </p:nvSpPr>
            <p:spPr bwMode="auto">
              <a:xfrm>
                <a:off x="4222076" y="3645024"/>
                <a:ext cx="1080000" cy="1080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prstDash val="solid"/>
                <a:miter lim="800000"/>
                <a:tailEnd type="none" w="sm" len="med"/>
              </a:ln>
              <a:effectLst/>
            </p:spPr>
            <p:txBody>
              <a:bodyPr wrap="none" lIns="36000" tIns="10800" rIns="18000" bIns="10800" anchor="t" anchorCtr="0"/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err="1" smtClean="0">
                    <a:latin typeface="+mn-ea"/>
                    <a:ea typeface="+mn-ea"/>
                  </a:rPr>
                  <a:t>addr</a:t>
                </a:r>
                <a:endParaRPr lang="en-US" altLang="zh-CN" sz="1600" b="1" dirty="0" smtClean="0">
                  <a:latin typeface="+mn-ea"/>
                  <a:ea typeface="+mn-ea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+mn-ea"/>
                    <a:ea typeface="+mn-ea"/>
                  </a:rPr>
                  <a:t>     </a:t>
                </a:r>
                <a:r>
                  <a:rPr lang="en-US" altLang="zh-CN" sz="1600" b="1" baseline="-25000" dirty="0" smtClean="0">
                    <a:latin typeface="+mn-ea"/>
                    <a:ea typeface="+mn-ea"/>
                  </a:rPr>
                  <a:t> </a:t>
                </a:r>
                <a:r>
                  <a:rPr lang="en-US" altLang="zh-CN" sz="1600" b="1" dirty="0" err="1" smtClean="0">
                    <a:latin typeface="+mn-ea"/>
                    <a:ea typeface="+mn-ea"/>
                  </a:rPr>
                  <a:t>dout</a:t>
                </a:r>
                <a:endParaRPr lang="en-US" altLang="zh-CN" sz="1600" b="1" dirty="0" smtClean="0">
                  <a:latin typeface="+mn-ea"/>
                  <a:ea typeface="+mn-ea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+mn-ea"/>
                    <a:ea typeface="+mn-ea"/>
                  </a:rPr>
                  <a:t> </a:t>
                </a:r>
                <a:endParaRPr lang="en-US" altLang="zh-CN" sz="1600" b="1" dirty="0" smtClean="0">
                  <a:latin typeface="+mn-ea"/>
                  <a:ea typeface="+mn-ea"/>
                </a:endParaRPr>
              </a:p>
              <a:p>
                <a:pPr algn="l">
                  <a:lnSpc>
                    <a:spcPct val="90000"/>
                  </a:lnSpc>
                </a:pPr>
                <a:r>
                  <a:rPr lang="en-US" altLang="zh-CN" sz="1800" b="1" dirty="0" smtClean="0">
                    <a:latin typeface="+mn-ea"/>
                    <a:ea typeface="+mn-ea"/>
                  </a:rPr>
                  <a:t>   </a:t>
                </a:r>
                <a:r>
                  <a:rPr lang="en-US" altLang="zh-CN" sz="2200" b="1" dirty="0" smtClean="0">
                    <a:latin typeface="+mn-ea"/>
                    <a:ea typeface="+mn-ea"/>
                  </a:rPr>
                  <a:t>IMEM</a:t>
                </a:r>
                <a:endParaRPr lang="en-US" altLang="zh-CN" sz="2200" b="1" dirty="0" smtClean="0">
                  <a:latin typeface="+mn-ea"/>
                  <a:ea typeface="+mn-ea"/>
                </a:endParaRPr>
              </a:p>
              <a:p>
                <a:pPr algn="l">
                  <a:lnSpc>
                    <a:spcPct val="80000"/>
                  </a:lnSpc>
                </a:pPr>
                <a:r>
                  <a:rPr lang="en-US" altLang="zh-CN" sz="1600" b="1" dirty="0" smtClean="0">
                    <a:latin typeface="+mn-ea"/>
                    <a:ea typeface="+mn-ea"/>
                  </a:rPr>
                  <a:t>      </a:t>
                </a:r>
                <a:r>
                  <a:rPr lang="en-US" altLang="zh-CN" sz="1600" b="1" baseline="-25000" dirty="0" smtClean="0">
                    <a:latin typeface="+mn-ea"/>
                    <a:ea typeface="+mn-ea"/>
                  </a:rPr>
                  <a:t> </a:t>
                </a:r>
                <a:endParaRPr lang="zh-CN" altLang="en-US" sz="1600" b="1" dirty="0">
                  <a:solidFill>
                    <a:srgbClr val="990099"/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80" name="直接箭头连接符 179"/>
              <p:cNvCxnSpPr/>
              <p:nvPr/>
            </p:nvCxnSpPr>
            <p:spPr bwMode="auto">
              <a:xfrm>
                <a:off x="4005932" y="3789040"/>
                <a:ext cx="21602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85" name="直接箭头连接符 184"/>
              <p:cNvCxnSpPr/>
              <p:nvPr/>
            </p:nvCxnSpPr>
            <p:spPr bwMode="auto">
              <a:xfrm>
                <a:off x="5302076" y="3932912"/>
                <a:ext cx="216024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sp>
        <p:nvSpPr>
          <p:cNvPr id="187" name="Text Box 5"/>
          <p:cNvSpPr txBox="1">
            <a:spLocks noChangeArrowheads="1"/>
          </p:cNvSpPr>
          <p:nvPr/>
        </p:nvSpPr>
        <p:spPr bwMode="auto">
          <a:xfrm>
            <a:off x="4644008" y="3420000"/>
            <a:ext cx="4320480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719455" indent="-719455"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假设：</a:t>
            </a:r>
            <a:r>
              <a:rPr lang="en-US" altLang="zh-CN" sz="2000" b="1" dirty="0" smtClean="0">
                <a:latin typeface="+mn-ea"/>
                <a:ea typeface="+mn-ea"/>
                <a:cs typeface="Arial Unicode MS" panose="020B0604020202020204" charset="-122"/>
              </a:rPr>
              <a:t>IMEM</a:t>
            </a:r>
            <a:r>
              <a:rPr lang="zh-CN" altLang="en-US" sz="2000" b="1" dirty="0" smtClean="0">
                <a:latin typeface="+mn-ea"/>
                <a:ea typeface="+mn-ea"/>
                <a:cs typeface="Arial Unicode MS" panose="020B0604020202020204" charset="-122"/>
              </a:rPr>
              <a:t>为</a:t>
            </a:r>
            <a:r>
              <a:rPr lang="zh-CN" altLang="en-US" sz="2000" b="1" dirty="0" smtClean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</a:rPr>
              <a:t>异步</a:t>
            </a:r>
            <a:r>
              <a:rPr lang="en-US" altLang="zh-CN" sz="2000" b="1" dirty="0" smtClean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</a:rPr>
              <a:t>RAM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降低复杂度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000" b="1" dirty="0">
              <a:latin typeface="+mn-ea"/>
              <a:ea typeface="+mn-ea"/>
              <a:cs typeface="Arial Unicode MS" panose="020B0604020202020204" charset="-122"/>
            </a:endParaRPr>
          </a:p>
          <a:p>
            <a:pPr marL="719455" indent="-719455" algn="l">
              <a:lnSpc>
                <a:spcPct val="100000"/>
              </a:lnSpc>
            </a:pPr>
            <a:r>
              <a:rPr lang="en-US" altLang="zh-CN" sz="2000" b="1" dirty="0" smtClean="0">
                <a:latin typeface="+mn-ea"/>
                <a:ea typeface="+mn-ea"/>
                <a:cs typeface="Arial Unicode MS" panose="020B0604020202020204" charset="-122"/>
              </a:rPr>
              <a:t>      DMEM</a:t>
            </a:r>
            <a:r>
              <a:rPr lang="zh-CN" altLang="en-US" sz="2000" b="1" dirty="0" smtClean="0">
                <a:latin typeface="+mn-ea"/>
                <a:ea typeface="+mn-ea"/>
                <a:cs typeface="Arial Unicode MS" panose="020B0604020202020204" charset="-122"/>
              </a:rPr>
              <a:t>为</a:t>
            </a:r>
            <a:r>
              <a:rPr lang="zh-CN" altLang="en-US" sz="2000" b="1" dirty="0" smtClean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</a:rPr>
              <a:t>同步</a:t>
            </a:r>
            <a:r>
              <a:rPr lang="en-US" altLang="zh-CN" sz="2000" b="1" dirty="0" smtClean="0">
                <a:solidFill>
                  <a:srgbClr val="0070C0"/>
                </a:solidFill>
                <a:latin typeface="+mn-ea"/>
                <a:ea typeface="+mn-ea"/>
                <a:cs typeface="Arial Unicode MS" panose="020B0604020202020204" charset="-122"/>
              </a:rPr>
              <a:t>RAM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  <a:cs typeface="Arial Unicode MS" panose="020B0604020202020204" charset="-122"/>
              </a:rPr>
              <a:t>无</a:t>
            </a:r>
            <a:r>
              <a:rPr lang="en-US" altLang="zh-CN" sz="1600" b="1" dirty="0" err="1" smtClean="0">
                <a:latin typeface="+mn-ea"/>
                <a:ea typeface="+mn-ea"/>
                <a:cs typeface="Arial Unicode MS" panose="020B0604020202020204" charset="-122"/>
              </a:rPr>
              <a:t>mfc</a:t>
            </a:r>
            <a:r>
              <a:rPr lang="en-US" altLang="zh-CN" sz="16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0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  <a:cs typeface="Arial Unicode MS" panose="020B0604020202020204" charset="-122"/>
              </a:rPr>
              <a:t>组成：</a:t>
            </a:r>
            <a:r>
              <a:rPr lang="zh-CN" altLang="en-US" sz="2000" b="1" dirty="0" smtClean="0">
                <a:latin typeface="+mn-ea"/>
                <a:ea typeface="+mn-ea"/>
                <a:cs typeface="Arial Unicode MS" panose="020B0604020202020204" charset="-122"/>
              </a:rPr>
              <a:t>多种方案</a:t>
            </a:r>
            <a:endParaRPr lang="en-US" altLang="zh-CN" sz="16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207" name="Text Box 5"/>
          <p:cNvSpPr txBox="1">
            <a:spLocks noChangeArrowheads="1"/>
          </p:cNvSpPr>
          <p:nvPr/>
        </p:nvSpPr>
        <p:spPr bwMode="auto">
          <a:xfrm>
            <a:off x="1583690" y="4895850"/>
            <a:ext cx="445135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尽量减少时序操作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仅有</a:t>
            </a:r>
            <a:r>
              <a:rPr lang="en-US" altLang="zh-CN" sz="1800" b="1" dirty="0">
                <a:latin typeface="+mn-ea"/>
                <a:ea typeface="+mn-ea"/>
                <a:cs typeface="Arial Unicode MS" panose="020B0604020202020204" charset="-122"/>
              </a:rPr>
              <a:t>2</a:t>
            </a:r>
            <a:r>
              <a:rPr lang="zh-CN" altLang="en-US" sz="1800" b="1" dirty="0">
                <a:latin typeface="+mn-ea"/>
                <a:ea typeface="+mn-ea"/>
                <a:cs typeface="Arial Unicode MS" panose="020B0604020202020204" charset="-122"/>
              </a:rPr>
              <a:t>个边沿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可用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)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  <a:cs typeface="Arial Unicode MS" panose="020B0604020202020204" charset="-122"/>
              </a:rPr>
              <a:t>仅设置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charset="-122"/>
              </a:rPr>
              <a:t>PC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cs typeface="Arial Unicode MS" panose="020B0604020202020204" charset="-122"/>
              </a:rPr>
              <a:t>缺省</a:t>
            </a:r>
            <a:r>
              <a:rPr lang="en-US" altLang="zh-CN" sz="1800" b="1" dirty="0" smtClean="0">
                <a:latin typeface="+mn-ea"/>
                <a:ea typeface="+mn-ea"/>
                <a:cs typeface="Arial Unicode MS" panose="020B0604020202020204" charset="-122"/>
              </a:rPr>
              <a:t>IR/MAR/MDR)</a:t>
            </a:r>
            <a:endParaRPr lang="en-US" altLang="zh-CN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sp>
        <p:nvSpPr>
          <p:cNvPr id="6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908250" y="844516"/>
            <a:ext cx="4104417" cy="1900633"/>
            <a:chOff x="2051760" y="916271"/>
            <a:chExt cx="4104417" cy="1900633"/>
          </a:xfrm>
        </p:grpSpPr>
        <p:sp>
          <p:nvSpPr>
            <p:cNvPr id="71" name="矩形 70"/>
            <p:cNvSpPr/>
            <p:nvPr/>
          </p:nvSpPr>
          <p:spPr>
            <a:xfrm>
              <a:off x="2627784" y="980728"/>
              <a:ext cx="3096000" cy="180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075788" y="1628800"/>
              <a:ext cx="335972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rW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868143" y="1395216"/>
              <a:ext cx="288033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dA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 bwMode="auto">
            <a:xfrm>
              <a:off x="5652118" y="1539232"/>
              <a:ext cx="21602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77" name="TextBox 76"/>
            <p:cNvSpPr txBox="1"/>
            <p:nvPr/>
          </p:nvSpPr>
          <p:spPr>
            <a:xfrm>
              <a:off x="5868144" y="2132856"/>
              <a:ext cx="288033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dB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 bwMode="auto">
            <a:xfrm>
              <a:off x="5652119" y="2276871"/>
              <a:ext cx="216024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>
              <a:off x="2411760" y="1772782"/>
              <a:ext cx="356617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9" name="直接箭头连接符 92"/>
            <p:cNvCxnSpPr/>
            <p:nvPr/>
          </p:nvCxnSpPr>
          <p:spPr bwMode="auto">
            <a:xfrm flipV="1">
              <a:off x="2411760" y="2060847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连接符 91"/>
            <p:cNvCxnSpPr/>
            <p:nvPr/>
          </p:nvCxnSpPr>
          <p:spPr bwMode="auto">
            <a:xfrm>
              <a:off x="2411760" y="1268759"/>
              <a:ext cx="1512168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直接连接符 115"/>
            <p:cNvCxnSpPr/>
            <p:nvPr/>
          </p:nvCxnSpPr>
          <p:spPr bwMode="auto">
            <a:xfrm flipV="1">
              <a:off x="2411760" y="2265355"/>
              <a:ext cx="1656184" cy="216000"/>
            </a:xfrm>
            <a:prstGeom prst="bentConnector3">
              <a:avLst>
                <a:gd name="adj1" fmla="val 99843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5" name="TextBox 94"/>
            <p:cNvSpPr txBox="1"/>
            <p:nvPr/>
          </p:nvSpPr>
          <p:spPr>
            <a:xfrm>
              <a:off x="2100591" y="1916832"/>
              <a:ext cx="311169" cy="2630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Wr</a:t>
              </a:r>
              <a:endParaRPr lang="zh-CN" altLang="en-US" sz="16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051760" y="2348904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2087760" y="1124744"/>
              <a:ext cx="324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dW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接连接符 149"/>
            <p:cNvCxnSpPr/>
            <p:nvPr/>
          </p:nvCxnSpPr>
          <p:spPr bwMode="auto">
            <a:xfrm>
              <a:off x="2411760" y="1052736"/>
              <a:ext cx="3096344" cy="216000"/>
            </a:xfrm>
            <a:prstGeom prst="bentConnector3">
              <a:avLst>
                <a:gd name="adj1" fmla="val 100040"/>
              </a:avLst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直接连接符 151"/>
            <p:cNvCxnSpPr/>
            <p:nvPr/>
          </p:nvCxnSpPr>
          <p:spPr bwMode="auto">
            <a:xfrm flipV="1">
              <a:off x="2411760" y="2492898"/>
              <a:ext cx="3096000" cy="216000"/>
            </a:xfrm>
            <a:prstGeom prst="bentConnector3">
              <a:avLst>
                <a:gd name="adj1" fmla="val 99879"/>
              </a:avLst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00" name="TextBox 99"/>
            <p:cNvSpPr txBox="1"/>
            <p:nvPr/>
          </p:nvSpPr>
          <p:spPr>
            <a:xfrm>
              <a:off x="2087760" y="2564904"/>
              <a:ext cx="324000" cy="252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rB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087760" y="916271"/>
              <a:ext cx="324000" cy="2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rA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2628291" y="1124997"/>
            <a:ext cx="2880319" cy="1296144"/>
            <a:chOff x="2771801" y="1196752"/>
            <a:chExt cx="2880319" cy="1296144"/>
          </a:xfrm>
        </p:grpSpPr>
        <p:sp>
          <p:nvSpPr>
            <p:cNvPr id="103" name="矩形 102"/>
            <p:cNvSpPr/>
            <p:nvPr/>
          </p:nvSpPr>
          <p:spPr>
            <a:xfrm>
              <a:off x="3923928" y="1196752"/>
              <a:ext cx="648000" cy="288033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R0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3923928" y="1977323"/>
              <a:ext cx="648000" cy="288032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R31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5" name="Text Box 18"/>
            <p:cNvSpPr txBox="1">
              <a:spLocks noChangeArrowheads="1"/>
            </p:cNvSpPr>
            <p:nvPr/>
          </p:nvSpPr>
          <p:spPr bwMode="auto">
            <a:xfrm rot="16200000">
              <a:off x="4103414" y="1665338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 rot="16200000">
              <a:off x="5256103" y="1376800"/>
              <a:ext cx="504000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7" name="矩形 106"/>
            <p:cNvSpPr/>
            <p:nvPr/>
          </p:nvSpPr>
          <p:spPr bwMode="auto">
            <a:xfrm>
              <a:off x="5364086" y="132320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5372470" y="1645875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 rot="16200000">
              <a:off x="5256104" y="2096880"/>
              <a:ext cx="504000" cy="288032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MUX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4" name="矩形 113"/>
            <p:cNvSpPr/>
            <p:nvPr/>
          </p:nvSpPr>
          <p:spPr bwMode="auto">
            <a:xfrm>
              <a:off x="5364087" y="204403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矩形 114"/>
            <p:cNvSpPr/>
            <p:nvPr/>
          </p:nvSpPr>
          <p:spPr bwMode="auto">
            <a:xfrm>
              <a:off x="5372471" y="2362550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17" name="直接连接符 116"/>
            <p:cNvCxnSpPr/>
            <p:nvPr/>
          </p:nvCxnSpPr>
          <p:spPr bwMode="auto">
            <a:xfrm flipV="1">
              <a:off x="5148088" y="1359212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8" name="直接连接符 117"/>
            <p:cNvCxnSpPr/>
            <p:nvPr/>
          </p:nvCxnSpPr>
          <p:spPr bwMode="auto">
            <a:xfrm flipV="1">
              <a:off x="5148088" y="1683248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 bwMode="auto">
            <a:xfrm flipV="1">
              <a:off x="5148088" y="2074518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直接连接符 120"/>
            <p:cNvCxnSpPr/>
            <p:nvPr/>
          </p:nvCxnSpPr>
          <p:spPr bwMode="auto">
            <a:xfrm flipV="1">
              <a:off x="5148088" y="2398554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2" name="矩形 121"/>
            <p:cNvSpPr/>
            <p:nvPr/>
          </p:nvSpPr>
          <p:spPr>
            <a:xfrm>
              <a:off x="2771801" y="1473301"/>
              <a:ext cx="288032" cy="7214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 anchorCtr="1"/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译码器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4" name="Text Box 18"/>
            <p:cNvSpPr txBox="1">
              <a:spLocks noChangeArrowheads="1"/>
            </p:cNvSpPr>
            <p:nvPr/>
          </p:nvSpPr>
          <p:spPr bwMode="auto">
            <a:xfrm rot="16200000">
              <a:off x="2894893" y="1729176"/>
              <a:ext cx="544835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……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5" name="直接连接符 124"/>
            <p:cNvCxnSpPr/>
            <p:nvPr/>
          </p:nvCxnSpPr>
          <p:spPr bwMode="auto">
            <a:xfrm flipV="1">
              <a:off x="3059833" y="1412777"/>
              <a:ext cx="864095" cy="13249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26" name="直接连接符 111"/>
            <p:cNvCxnSpPr/>
            <p:nvPr/>
          </p:nvCxnSpPr>
          <p:spPr bwMode="auto">
            <a:xfrm rot="5400000" flipH="1" flipV="1">
              <a:off x="3275912" y="1700753"/>
              <a:ext cx="1008000" cy="576064"/>
            </a:xfrm>
            <a:prstGeom prst="bentConnector3">
              <a:avLst>
                <a:gd name="adj1" fmla="val 85862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27" name="直接连接符 126"/>
            <p:cNvCxnSpPr/>
            <p:nvPr/>
          </p:nvCxnSpPr>
          <p:spPr bwMode="auto">
            <a:xfrm>
              <a:off x="3059833" y="2119186"/>
              <a:ext cx="864095" cy="8567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128" name="直接连接符 122"/>
            <p:cNvCxnSpPr/>
            <p:nvPr/>
          </p:nvCxnSpPr>
          <p:spPr bwMode="auto">
            <a:xfrm rot="16200000" flipH="1">
              <a:off x="3419872" y="1556792"/>
              <a:ext cx="792089" cy="216024"/>
            </a:xfrm>
            <a:prstGeom prst="bentConnector3">
              <a:avLst>
                <a:gd name="adj1" fmla="val 99704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29" name="直接连接符 128"/>
            <p:cNvCxnSpPr/>
            <p:nvPr/>
          </p:nvCxnSpPr>
          <p:spPr bwMode="auto">
            <a:xfrm flipV="1">
              <a:off x="4572000" y="1340767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0" name="直接连接符 129"/>
            <p:cNvCxnSpPr/>
            <p:nvPr/>
          </p:nvCxnSpPr>
          <p:spPr bwMode="auto">
            <a:xfrm flipV="1">
              <a:off x="4572000" y="2132855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1" name="Text Box 18"/>
            <p:cNvSpPr txBox="1">
              <a:spLocks noChangeArrowheads="1"/>
            </p:cNvSpPr>
            <p:nvPr/>
          </p:nvSpPr>
          <p:spPr bwMode="auto">
            <a:xfrm rot="16200000">
              <a:off x="5112594" y="1418085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2" name="Text Box 18"/>
            <p:cNvSpPr txBox="1">
              <a:spLocks noChangeArrowheads="1"/>
            </p:cNvSpPr>
            <p:nvPr/>
          </p:nvSpPr>
          <p:spPr bwMode="auto">
            <a:xfrm rot="16200000">
              <a:off x="5112594" y="2097387"/>
              <a:ext cx="288032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" name="左大括号 2"/>
          <p:cNvSpPr/>
          <p:nvPr/>
        </p:nvSpPr>
        <p:spPr bwMode="auto">
          <a:xfrm>
            <a:off x="1836202" y="1161001"/>
            <a:ext cx="72008" cy="1260000"/>
          </a:xfrm>
          <a:prstGeom prst="leftBrace">
            <a:avLst>
              <a:gd name="adj1" fmla="val 45937"/>
              <a:gd name="adj2" fmla="val 50000"/>
            </a:avLst>
          </a:prstGeom>
          <a:noFill/>
          <a:ln w="9525" cap="flat" cmpd="sng" algn="ctr">
            <a:solidFill>
              <a:srgbClr val="990099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6228000" y="5076000"/>
            <a:ext cx="2664482" cy="937636"/>
            <a:chOff x="1859372" y="5157192"/>
            <a:chExt cx="2664482" cy="937636"/>
          </a:xfrm>
        </p:grpSpPr>
        <p:cxnSp>
          <p:nvCxnSpPr>
            <p:cNvPr id="80" name="直接连接符 79"/>
            <p:cNvCxnSpPr/>
            <p:nvPr/>
          </p:nvCxnSpPr>
          <p:spPr>
            <a:xfrm flipV="1">
              <a:off x="3227814" y="5374804"/>
              <a:ext cx="936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3227710" y="515880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2291710" y="5158780"/>
              <a:ext cx="936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2290018" y="5158780"/>
              <a:ext cx="1588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2147606" y="5374804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163814" y="5157192"/>
              <a:ext cx="1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4163814" y="5158780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V="1">
              <a:off x="4163814" y="5379568"/>
              <a:ext cx="0" cy="21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V="1">
              <a:off x="2291606" y="5379568"/>
              <a:ext cx="0" cy="21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859372" y="5590828"/>
              <a:ext cx="2664482" cy="504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/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IMEM  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DMEM  </a:t>
              </a:r>
              <a:r>
                <a:rPr lang="zh-CN" altLang="en-US" sz="1600" b="1" dirty="0" smtClean="0">
                  <a:latin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 smtClean="0">
                  <a:latin typeface="+mn-ea"/>
                  <a:cs typeface="Times New Roman" panose="02020603050405020304" pitchFamily="18" charset="0"/>
                </a:rPr>
                <a:t>GPRs</a:t>
              </a:r>
              <a:endParaRPr lang="en-US" altLang="zh-CN" sz="1600" b="1" dirty="0" smtClean="0">
                <a:latin typeface="+mn-ea"/>
                <a:cs typeface="Times New Roman" panose="02020603050405020304" pitchFamily="18" charset="0"/>
              </a:endParaRPr>
            </a:p>
            <a:p>
              <a:pPr algn="l"/>
              <a:r>
                <a:rPr lang="en-US" altLang="zh-CN" sz="1600" b="1" dirty="0" smtClean="0">
                  <a:latin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dirty="0" smtClean="0">
                  <a:latin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 smtClean="0">
                  <a:latin typeface="+mn-ea"/>
                  <a:cs typeface="Times New Roman" panose="02020603050405020304" pitchFamily="18" charset="0"/>
                </a:rPr>
                <a:t>PC)</a:t>
              </a:r>
              <a:endParaRPr lang="zh-CN" altLang="en-US" sz="1600" b="1" dirty="0">
                <a:latin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1" name="直接连接符 90"/>
            <p:cNvCxnSpPr/>
            <p:nvPr/>
          </p:nvCxnSpPr>
          <p:spPr>
            <a:xfrm flipV="1">
              <a:off x="3227710" y="5374804"/>
              <a:ext cx="0" cy="216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62" grpId="0" bldLvl="0" animBg="1"/>
      <p:bldP spid="187" grpId="0" bldLvl="0" animBg="1"/>
      <p:bldP spid="3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8784976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(3)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部件互连设计</a:t>
            </a: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*设计方法：</a:t>
            </a:r>
            <a:r>
              <a:rPr lang="zh-CN" altLang="en-US" sz="2200" b="1" dirty="0" smtClean="0">
                <a:latin typeface="+mn-ea"/>
                <a:ea typeface="+mn-ea"/>
              </a:rPr>
              <a:t>建立每条指令的数据路径，边设计边汇总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或后汇总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；</a:t>
            </a:r>
            <a:endParaRPr lang="zh-CN" altLang="en-US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         </a:t>
            </a:r>
            <a:r>
              <a:rPr lang="zh-CN" altLang="en-US" sz="2200" b="1" dirty="0" smtClean="0">
                <a:latin typeface="+mn-ea"/>
                <a:ea typeface="+mn-ea"/>
              </a:rPr>
              <a:t>采用专用结构互连</a:t>
            </a:r>
            <a:r>
              <a:rPr lang="en-US" altLang="zh-CN" sz="2200" b="1" dirty="0" smtClean="0">
                <a:latin typeface="+mn-ea"/>
                <a:ea typeface="+mn-ea"/>
              </a:rPr>
              <a:t>         </a:t>
            </a:r>
            <a:r>
              <a:rPr lang="zh-CN" altLang="en-US" sz="1800" b="1" spc="-100" dirty="0" smtClean="0">
                <a:latin typeface="宋体" panose="02010600030101010101" pitchFamily="2" charset="-122"/>
                <a:sym typeface="+mn-ea"/>
              </a:rPr>
              <a:t>←单周期</a:t>
            </a:r>
            <a:r>
              <a:rPr lang="en-US" altLang="zh-CN" sz="1800" b="1" spc="-100" dirty="0" smtClean="0">
                <a:latin typeface="宋体" panose="02010600030101010101" pitchFamily="2" charset="-122"/>
                <a:sym typeface="+mn-ea"/>
              </a:rPr>
              <a:t>DP</a:t>
            </a:r>
            <a:endParaRPr lang="en-US" altLang="zh-CN" sz="1800" b="1" spc="-100" dirty="0" smtClean="0"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263" y="1654530"/>
            <a:ext cx="7326153" cy="27070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add/sub</a:t>
            </a: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rd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rs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rt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及</a:t>
            </a:r>
            <a:r>
              <a:rPr lang="en-US" altLang="zh-CN" sz="2200" b="1" dirty="0" err="1">
                <a:latin typeface="宋体" panose="02010600030101010101" pitchFamily="2" charset="-122"/>
              </a:rPr>
              <a:t>rd</a:t>
            </a:r>
            <a:r>
              <a:rPr lang="zh-CN" altLang="en-US" sz="2200" b="1" dirty="0">
                <a:latin typeface="宋体" panose="02010600030101010101" pitchFamily="2" charset="-122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rs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－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rt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数据路径设计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暂不考虑取指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261" name="Text Box 116"/>
          <p:cNvSpPr txBox="1">
            <a:spLocks noChangeArrowheads="1"/>
          </p:cNvSpPr>
          <p:nvPr/>
        </p:nvSpPr>
        <p:spPr bwMode="auto">
          <a:xfrm>
            <a:off x="2628265" y="3814445"/>
            <a:ext cx="6420485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写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GPRs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放在</a:t>
            </a:r>
            <a:r>
              <a:rPr kumimoji="1" lang="en-US" altLang="zh-CN" sz="2200" b="1" i="1" u="sng" dirty="0" smtClean="0">
                <a:latin typeface="宋体" panose="02010600030101010101" pitchFamily="2" charset="-122"/>
              </a:rPr>
              <a:t>T</a:t>
            </a:r>
            <a:r>
              <a:rPr kumimoji="1" lang="en-US" altLang="zh-CN" sz="2200" b="1" u="sng" baseline="-18000" dirty="0" smtClean="0">
                <a:latin typeface="宋体" panose="02010600030101010101" pitchFamily="2" charset="-122"/>
              </a:rPr>
              <a:t>C</a:t>
            </a:r>
            <a:r>
              <a:rPr kumimoji="1" lang="zh-CN" altLang="en-US" sz="2200" b="1" u="sng" dirty="0" smtClean="0">
                <a:latin typeface="宋体" panose="02010600030101010101" pitchFamily="2" charset="-122"/>
              </a:rPr>
              <a:t>结束时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←与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lw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指令</a:t>
            </a:r>
            <a:r>
              <a:rPr lang="zh-CN" altLang="en-US" sz="1800" b="1" spc="-150" dirty="0" smtClean="0">
                <a:latin typeface="宋体" panose="02010600030101010101" pitchFamily="2" charset="-122"/>
              </a:rPr>
              <a:t>统一处理</a:t>
            </a:r>
            <a:r>
              <a:rPr lang="en-US" altLang="zh-CN" sz="1600" b="1" spc="-150" dirty="0" smtClean="0">
                <a:latin typeface="宋体" panose="02010600030101010101" pitchFamily="2" charset="-122"/>
              </a:rPr>
              <a:t>(</a:t>
            </a:r>
            <a:r>
              <a:rPr lang="en-US" altLang="zh-CN" sz="1600" b="1" spc="-100" dirty="0" err="1" smtClean="0">
                <a:latin typeface="宋体" panose="02010600030101010101" pitchFamily="2" charset="-122"/>
              </a:rPr>
              <a:t>lw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在</a:t>
            </a:r>
            <a:r>
              <a:rPr lang="en-US" altLang="zh-CN" sz="1600" b="1" i="1" dirty="0">
                <a:latin typeface="宋体" panose="02010600030101010101" pitchFamily="2" charset="-122"/>
              </a:rPr>
              <a:t>T</a:t>
            </a:r>
            <a:r>
              <a:rPr lang="en-US" altLang="zh-CN" sz="1600" b="1" baseline="-18000" dirty="0">
                <a:latin typeface="宋体" panose="02010600030101010101" pitchFamily="2" charset="-122"/>
              </a:rPr>
              <a:t>C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中部读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MEM</a:t>
            </a:r>
            <a:r>
              <a:rPr lang="en-US" altLang="zh-CN" sz="1600" b="1" spc="-150" dirty="0" smtClean="0">
                <a:latin typeface="宋体" panose="02010600030101010101" pitchFamily="2" charset="-122"/>
              </a:rPr>
              <a:t>)</a:t>
            </a:r>
            <a:endParaRPr lang="en-US" altLang="zh-CN" sz="1800" b="1" spc="-150" dirty="0" smtClean="0">
              <a:latin typeface="宋体" panose="02010600030101010101" pitchFamily="2" charset="-122"/>
            </a:endParaRPr>
          </a:p>
        </p:txBody>
      </p:sp>
      <p:sp>
        <p:nvSpPr>
          <p:cNvPr id="382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52" y="652499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378" name="组合 377"/>
          <p:cNvGrpSpPr/>
          <p:nvPr/>
        </p:nvGrpSpPr>
        <p:grpSpPr>
          <a:xfrm>
            <a:off x="2340000" y="2626530"/>
            <a:ext cx="5400600" cy="1224136"/>
            <a:chOff x="2411760" y="1988840"/>
            <a:chExt cx="5400600" cy="1224136"/>
          </a:xfrm>
        </p:grpSpPr>
        <p:sp>
          <p:nvSpPr>
            <p:cNvPr id="7" name="Text Box 323"/>
            <p:cNvSpPr txBox="1">
              <a:spLocks noChangeArrowheads="1"/>
            </p:cNvSpPr>
            <p:nvPr/>
          </p:nvSpPr>
          <p:spPr bwMode="auto">
            <a:xfrm>
              <a:off x="4782244" y="2132856"/>
              <a:ext cx="724091" cy="648072"/>
            </a:xfrm>
            <a:prstGeom prst="rect">
              <a:avLst/>
            </a:prstGeom>
            <a:solidFill>
              <a:srgbClr val="FFCC99">
                <a:alpha val="70195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5508104" y="2197748"/>
              <a:ext cx="1296144" cy="311477"/>
            </a:xfrm>
            <a:prstGeom prst="bentConnector3">
              <a:avLst>
                <a:gd name="adj1" fmla="val 9687"/>
              </a:avLst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363"/>
            <p:cNvSpPr txBox="1">
              <a:spLocks noChangeArrowheads="1"/>
            </p:cNvSpPr>
            <p:nvPr/>
          </p:nvSpPr>
          <p:spPr bwMode="auto">
            <a:xfrm>
              <a:off x="3278098" y="2082556"/>
              <a:ext cx="291108" cy="626364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 bwMode="auto">
            <a:xfrm>
              <a:off x="3206090" y="2276872"/>
              <a:ext cx="0" cy="50405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>
            <a:xfrm>
              <a:off x="5513814" y="2708920"/>
              <a:ext cx="1290434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utoShape 15"/>
            <p:cNvSpPr>
              <a:spLocks noChangeArrowheads="1"/>
            </p:cNvSpPr>
            <p:nvPr/>
          </p:nvSpPr>
          <p:spPr bwMode="auto">
            <a:xfrm rot="16200000">
              <a:off x="6659741" y="2276381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3203848" y="2348880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207386" y="2520973"/>
              <a:ext cx="1568204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3207386" y="2708920"/>
              <a:ext cx="157485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4572000" y="1988840"/>
              <a:ext cx="211862" cy="187433"/>
            </a:xfrm>
            <a:prstGeom prst="bentConnector3">
              <a:avLst>
                <a:gd name="adj1" fmla="val -7547"/>
              </a:avLst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 bwMode="auto">
            <a:xfrm flipV="1">
              <a:off x="5145822" y="2780928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1" name="直接连接符 40"/>
            <p:cNvCxnSpPr/>
            <p:nvPr/>
          </p:nvCxnSpPr>
          <p:spPr bwMode="auto">
            <a:xfrm flipV="1">
              <a:off x="5436096" y="2780928"/>
              <a:ext cx="0" cy="2160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" name="直接连接符 8"/>
            <p:cNvCxnSpPr>
              <a:stCxn id="30" idx="2"/>
            </p:cNvCxnSpPr>
            <p:nvPr/>
          </p:nvCxnSpPr>
          <p:spPr>
            <a:xfrm flipH="1" flipV="1">
              <a:off x="4572000" y="1988840"/>
              <a:ext cx="2592288" cy="468052"/>
            </a:xfrm>
            <a:prstGeom prst="bentConnector3">
              <a:avLst>
                <a:gd name="adj1" fmla="val -5537"/>
              </a:avLst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 bwMode="auto">
            <a:xfrm flipV="1">
              <a:off x="7020272" y="2708920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>
            <a:xfrm>
              <a:off x="7164288" y="2315814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7164288" y="2564904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7532699" y="2182744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524328" y="2420888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566296" y="2996952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72000" y="2996952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92080" y="2996952"/>
              <a:ext cx="42409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>
            <a:xfrm>
              <a:off x="2414002" y="2519360"/>
              <a:ext cx="79208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2411760" y="2277988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77" name="TextBox 376"/>
            <p:cNvSpPr txBox="1"/>
            <p:nvPr/>
          </p:nvSpPr>
          <p:spPr>
            <a:xfrm>
              <a:off x="5732499" y="2420888"/>
              <a:ext cx="279661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dA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1" name="线形标注 2 120"/>
          <p:cNvSpPr/>
          <p:nvPr/>
        </p:nvSpPr>
        <p:spPr bwMode="auto">
          <a:xfrm>
            <a:off x="6012000" y="2203346"/>
            <a:ext cx="1764000" cy="288000"/>
          </a:xfrm>
          <a:prstGeom prst="borderCallout2">
            <a:avLst>
              <a:gd name="adj1" fmla="val 48951"/>
              <a:gd name="adj2" fmla="val -717"/>
              <a:gd name="adj3" fmla="val 46558"/>
              <a:gd name="adj4" fmla="val -11733"/>
              <a:gd name="adj5" fmla="val -45228"/>
              <a:gd name="adj6" fmla="val -25291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rs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连接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ALU</a:t>
            </a:r>
            <a:r>
              <a:rPr lang="zh-CN" altLang="en-US" sz="1600" b="1" dirty="0">
                <a:latin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</a:rPr>
              <a:t>A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端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1403552" y="4364092"/>
            <a:ext cx="6984640" cy="220770"/>
            <a:chOff x="1727240" y="3789040"/>
            <a:chExt cx="6984640" cy="220770"/>
          </a:xfrm>
        </p:grpSpPr>
        <p:cxnSp>
          <p:nvCxnSpPr>
            <p:cNvPr id="127" name="直接连接符 126"/>
            <p:cNvCxnSpPr/>
            <p:nvPr/>
          </p:nvCxnSpPr>
          <p:spPr>
            <a:xfrm>
              <a:off x="5543888" y="4001043"/>
              <a:ext cx="19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5543664" y="3793810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2519592" y="3789040"/>
              <a:ext cx="302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H="1">
              <a:off x="2517676" y="3793810"/>
              <a:ext cx="1588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2375264" y="4001043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7487879" y="3789040"/>
              <a:ext cx="1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7487880" y="3789040"/>
              <a:ext cx="122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1727240" y="3789064"/>
              <a:ext cx="57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7092184" y="4436100"/>
            <a:ext cx="1296056" cy="1944200"/>
            <a:chOff x="7380312" y="2492912"/>
            <a:chExt cx="1296056" cy="1944200"/>
          </a:xfrm>
        </p:grpSpPr>
        <p:cxnSp>
          <p:nvCxnSpPr>
            <p:cNvPr id="223" name="直接连接符 222"/>
            <p:cNvCxnSpPr/>
            <p:nvPr/>
          </p:nvCxnSpPr>
          <p:spPr>
            <a:xfrm flipH="1">
              <a:off x="7449619" y="2636912"/>
              <a:ext cx="0" cy="1800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椭圆 223"/>
            <p:cNvSpPr/>
            <p:nvPr/>
          </p:nvSpPr>
          <p:spPr>
            <a:xfrm>
              <a:off x="7380312" y="3027406"/>
              <a:ext cx="144000" cy="72000"/>
            </a:xfrm>
            <a:prstGeom prst="ellipse">
              <a:avLst/>
            </a:prstGeom>
            <a:noFill/>
            <a:ln w="12700">
              <a:solidFill>
                <a:srgbClr val="FF33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椭圆 224"/>
            <p:cNvSpPr/>
            <p:nvPr/>
          </p:nvSpPr>
          <p:spPr>
            <a:xfrm>
              <a:off x="7395187" y="3791521"/>
              <a:ext cx="108000" cy="216024"/>
            </a:xfrm>
            <a:prstGeom prst="ellipse">
              <a:avLst/>
            </a:prstGeom>
            <a:noFill/>
            <a:ln w="12700">
              <a:solidFill>
                <a:srgbClr val="3333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6" name="直接连接符 225"/>
            <p:cNvCxnSpPr>
              <a:stCxn id="224" idx="5"/>
            </p:cNvCxnSpPr>
            <p:nvPr/>
          </p:nvCxnSpPr>
          <p:spPr>
            <a:xfrm>
              <a:off x="7503224" y="3088862"/>
              <a:ext cx="320243" cy="34016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flipV="1">
              <a:off x="7505416" y="3645000"/>
              <a:ext cx="332926" cy="230401"/>
            </a:xfrm>
            <a:prstGeom prst="line">
              <a:avLst/>
            </a:prstGeom>
            <a:ln w="12700">
              <a:solidFill>
                <a:srgbClr val="3333FF"/>
              </a:solidFill>
              <a:prstDash val="sys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>
              <a:off x="7596336" y="3429024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flipH="1">
              <a:off x="7596336" y="3429024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 flipV="1">
              <a:off x="7884367" y="3428999"/>
              <a:ext cx="792000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>
              <a:off x="7884368" y="3645024"/>
              <a:ext cx="792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/>
            <p:cNvSpPr txBox="1"/>
            <p:nvPr/>
          </p:nvSpPr>
          <p:spPr>
            <a:xfrm>
              <a:off x="7884368" y="3429000"/>
              <a:ext cx="72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33" name="直接连接符 232"/>
            <p:cNvCxnSpPr/>
            <p:nvPr/>
          </p:nvCxnSpPr>
          <p:spPr>
            <a:xfrm flipV="1">
              <a:off x="7452320" y="2492912"/>
              <a:ext cx="0" cy="144000"/>
            </a:xfrm>
            <a:prstGeom prst="line">
              <a:avLst/>
            </a:prstGeom>
            <a:ln w="25400">
              <a:solidFill>
                <a:srgbClr val="FF3399"/>
              </a:solidFill>
              <a:headEnd type="none" w="med" len="sm"/>
              <a:tailEnd type="triangl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flipH="1">
              <a:off x="7740352" y="3429000"/>
              <a:ext cx="0" cy="792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Box 234"/>
            <p:cNvSpPr txBox="1"/>
            <p:nvPr/>
          </p:nvSpPr>
          <p:spPr>
            <a:xfrm>
              <a:off x="7460690" y="4221088"/>
              <a:ext cx="1008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写延迟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36" name="直接连接符 235"/>
            <p:cNvCxnSpPr/>
            <p:nvPr/>
          </p:nvCxnSpPr>
          <p:spPr>
            <a:xfrm>
              <a:off x="7449620" y="4149080"/>
              <a:ext cx="288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1187624" y="4580316"/>
            <a:ext cx="7200688" cy="1800000"/>
            <a:chOff x="1475752" y="4293296"/>
            <a:chExt cx="7200688" cy="1800000"/>
          </a:xfrm>
        </p:grpSpPr>
        <p:cxnSp>
          <p:nvCxnSpPr>
            <p:cNvPr id="105" name="直接连接符 104"/>
            <p:cNvCxnSpPr/>
            <p:nvPr/>
          </p:nvCxnSpPr>
          <p:spPr>
            <a:xfrm>
              <a:off x="2339752" y="4365216"/>
              <a:ext cx="1224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2339752" y="4581240"/>
              <a:ext cx="1224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 flipV="1">
              <a:off x="3851919" y="4365216"/>
              <a:ext cx="4680000" cy="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V="1">
              <a:off x="3851919" y="4581240"/>
              <a:ext cx="4680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3923928" y="4365216"/>
              <a:ext cx="54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0" name="直接连接符 109"/>
            <p:cNvCxnSpPr/>
            <p:nvPr/>
          </p:nvCxnSpPr>
          <p:spPr>
            <a:xfrm>
              <a:off x="3707904" y="4365216"/>
              <a:ext cx="0" cy="172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2483904" y="5733368"/>
              <a:ext cx="1224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2" name="直接连接符 111"/>
            <p:cNvCxnSpPr/>
            <p:nvPr/>
          </p:nvCxnSpPr>
          <p:spPr>
            <a:xfrm>
              <a:off x="2339752" y="4941280"/>
              <a:ext cx="1224136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3851919" y="4725256"/>
              <a:ext cx="4680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4500024" y="508529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4499992" y="508529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V="1">
              <a:off x="4788024" y="5085296"/>
              <a:ext cx="2808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/>
          </p:nvCxnSpPr>
          <p:spPr>
            <a:xfrm>
              <a:off x="4788024" y="5301320"/>
              <a:ext cx="2808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/>
            <p:cNvSpPr txBox="1"/>
            <p:nvPr/>
          </p:nvSpPr>
          <p:spPr>
            <a:xfrm>
              <a:off x="4860032" y="5085296"/>
              <a:ext cx="1671194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及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9" name="直接连接符 118"/>
            <p:cNvCxnSpPr/>
            <p:nvPr/>
          </p:nvCxnSpPr>
          <p:spPr>
            <a:xfrm>
              <a:off x="4644008" y="5085296"/>
              <a:ext cx="0" cy="100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/>
            <p:cNvSpPr txBox="1"/>
            <p:nvPr/>
          </p:nvSpPr>
          <p:spPr>
            <a:xfrm>
              <a:off x="3707904" y="5733392"/>
              <a:ext cx="936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读延迟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2" name="直接连接符 121"/>
            <p:cNvCxnSpPr/>
            <p:nvPr/>
          </p:nvCxnSpPr>
          <p:spPr>
            <a:xfrm>
              <a:off x="3707904" y="6019744"/>
              <a:ext cx="93600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4644008" y="5733368"/>
              <a:ext cx="79200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4" name="直接连接符 123"/>
            <p:cNvCxnSpPr/>
            <p:nvPr/>
          </p:nvCxnSpPr>
          <p:spPr>
            <a:xfrm>
              <a:off x="4644007" y="6021399"/>
              <a:ext cx="79200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1475752" y="4365216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6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1475752" y="4726846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6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1475752" y="5086092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出端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1475752" y="5446927"/>
              <a:ext cx="86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出端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>
            <a:xfrm>
              <a:off x="2339752" y="4725256"/>
              <a:ext cx="1224136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 flipV="1">
              <a:off x="2339752" y="5075902"/>
              <a:ext cx="2142728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 flipV="1">
              <a:off x="2339752" y="5301320"/>
              <a:ext cx="2160240" cy="2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2339752" y="5445336"/>
              <a:ext cx="2952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2339752" y="5661360"/>
              <a:ext cx="2952000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2483768" y="6021401"/>
              <a:ext cx="1224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>
              <a:off x="5292112" y="544533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 flipH="1">
              <a:off x="5287415" y="544533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>
              <a:off x="5580111" y="5445336"/>
              <a:ext cx="3096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>
              <a:off x="5580111" y="5661360"/>
              <a:ext cx="30960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/>
            <p:cNvSpPr txBox="1"/>
            <p:nvPr/>
          </p:nvSpPr>
          <p:spPr>
            <a:xfrm>
              <a:off x="5652120" y="544533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新值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10" name="直接连接符 209"/>
            <p:cNvCxnSpPr/>
            <p:nvPr/>
          </p:nvCxnSpPr>
          <p:spPr>
            <a:xfrm flipH="1">
              <a:off x="3563889" y="472525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3563888" y="472525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3563888" y="436521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flipH="1">
              <a:off x="3563889" y="4365216"/>
              <a:ext cx="288000" cy="216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13"/>
            <p:cNvSpPr txBox="1"/>
            <p:nvPr/>
          </p:nvSpPr>
          <p:spPr>
            <a:xfrm>
              <a:off x="2915816" y="436521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915816" y="472525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2915816" y="508529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2915816" y="5445336"/>
              <a:ext cx="50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旧值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18" name="直接连接符 217"/>
            <p:cNvCxnSpPr/>
            <p:nvPr/>
          </p:nvCxnSpPr>
          <p:spPr>
            <a:xfrm>
              <a:off x="8676440" y="4365216"/>
              <a:ext cx="0" cy="1368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 flipV="1">
              <a:off x="8531919" y="4473240"/>
              <a:ext cx="144521" cy="10800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>
              <a:off x="8532440" y="472525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>
              <a:off x="8532440" y="4365216"/>
              <a:ext cx="144000" cy="10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 flipH="1">
              <a:off x="5435403" y="4293296"/>
              <a:ext cx="693" cy="1800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>
              <a:off x="2483768" y="4293296"/>
              <a:ext cx="0" cy="1800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1" grpId="0"/>
      <p:bldP spid="121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79513" y="360000"/>
            <a:ext cx="5472608" cy="3322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ori</a:t>
            </a: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rt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rs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)|</a:t>
            </a:r>
            <a:r>
              <a:rPr lang="en-US" altLang="zh-CN" sz="2200" b="1" baseline="-25000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ZExt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imme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数据路径设计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 smtClean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340000" y="1404000"/>
            <a:ext cx="5400600" cy="1656184"/>
            <a:chOff x="2483768" y="4005064"/>
            <a:chExt cx="5400600" cy="1656184"/>
          </a:xfrm>
        </p:grpSpPr>
        <p:sp>
          <p:nvSpPr>
            <p:cNvPr id="5" name="Text Box 323"/>
            <p:cNvSpPr txBox="1">
              <a:spLocks noChangeArrowheads="1"/>
            </p:cNvSpPr>
            <p:nvPr/>
          </p:nvSpPr>
          <p:spPr bwMode="auto">
            <a:xfrm>
              <a:off x="4856494" y="4149080"/>
              <a:ext cx="723618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" name="直接连接符 8"/>
            <p:cNvCxnSpPr/>
            <p:nvPr/>
          </p:nvCxnSpPr>
          <p:spPr>
            <a:xfrm flipV="1">
              <a:off x="5580112" y="4207078"/>
              <a:ext cx="432048" cy="34139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Box 363"/>
            <p:cNvSpPr txBox="1">
              <a:spLocks noChangeArrowheads="1"/>
            </p:cNvSpPr>
            <p:nvPr/>
          </p:nvSpPr>
          <p:spPr bwMode="auto">
            <a:xfrm>
              <a:off x="3275856" y="4005064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3278098" y="4149080"/>
              <a:ext cx="0" cy="108012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>
              <a:off x="5580112" y="4725144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utoShape 15"/>
            <p:cNvSpPr>
              <a:spLocks noChangeArrowheads="1"/>
            </p:cNvSpPr>
            <p:nvPr/>
          </p:nvSpPr>
          <p:spPr bwMode="auto">
            <a:xfrm rot="16200000">
              <a:off x="6731749" y="4292605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355976" y="4365104"/>
              <a:ext cx="50051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275856" y="4545124"/>
              <a:ext cx="1580638" cy="5524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278098" y="4725144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35"/>
            <p:cNvCxnSpPr/>
            <p:nvPr/>
          </p:nvCxnSpPr>
          <p:spPr>
            <a:xfrm>
              <a:off x="4646250" y="4005064"/>
              <a:ext cx="211862" cy="187433"/>
            </a:xfrm>
            <a:prstGeom prst="bentConnector3">
              <a:avLst>
                <a:gd name="adj1" fmla="val -7547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82"/>
            <p:cNvCxnSpPr>
              <a:endCxn id="5" idx="2"/>
            </p:cNvCxnSpPr>
            <p:nvPr/>
          </p:nvCxnSpPr>
          <p:spPr bwMode="auto">
            <a:xfrm flipV="1">
              <a:off x="4572000" y="4797152"/>
              <a:ext cx="646303" cy="106075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 flipV="1">
              <a:off x="5436096" y="4797152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" name="直接连接符 8"/>
            <p:cNvCxnSpPr>
              <a:stCxn id="10" idx="2"/>
            </p:cNvCxnSpPr>
            <p:nvPr/>
          </p:nvCxnSpPr>
          <p:spPr>
            <a:xfrm flipH="1" flipV="1">
              <a:off x="4646250" y="4005064"/>
              <a:ext cx="2590046" cy="468052"/>
            </a:xfrm>
            <a:prstGeom prst="bentConnector3">
              <a:avLst>
                <a:gd name="adj1" fmla="val -5541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auto">
            <a:xfrm flipV="1">
              <a:off x="7092280" y="4725144"/>
              <a:ext cx="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9" name="直接连接符 18"/>
            <p:cNvCxnSpPr/>
            <p:nvPr/>
          </p:nvCxnSpPr>
          <p:spPr>
            <a:xfrm>
              <a:off x="7236296" y="4332038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236296" y="4581128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604707" y="4198968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596336" y="4437112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54328" y="5445224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39592" y="5445224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2486010" y="4535584"/>
              <a:ext cx="79208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483768" y="4294212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3851921" y="4149080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3851921" y="4336527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3860305" y="4178017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>
              <a:endCxn id="33" idx="1"/>
            </p:cNvCxnSpPr>
            <p:nvPr/>
          </p:nvCxnSpPr>
          <p:spPr>
            <a:xfrm>
              <a:off x="3278098" y="5103186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278098" y="4221088"/>
              <a:ext cx="57190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103"/>
            <p:cNvCxnSpPr/>
            <p:nvPr/>
          </p:nvCxnSpPr>
          <p:spPr>
            <a:xfrm flipV="1">
              <a:off x="3635896" y="4365104"/>
              <a:ext cx="214104" cy="185544"/>
            </a:xfrm>
            <a:prstGeom prst="bentConnector3">
              <a:avLst>
                <a:gd name="adj1" fmla="val -843"/>
              </a:avLst>
            </a:prstGeom>
            <a:ln w="1270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 Box 323"/>
            <p:cNvSpPr txBox="1">
              <a:spLocks noChangeArrowheads="1"/>
            </p:cNvSpPr>
            <p:nvPr/>
          </p:nvSpPr>
          <p:spPr bwMode="auto">
            <a:xfrm>
              <a:off x="4847598" y="4941168"/>
              <a:ext cx="732514" cy="324036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 smtClean="0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4" name="Text Box 18"/>
            <p:cNvSpPr txBox="1">
              <a:spLocks noChangeArrowheads="1"/>
            </p:cNvSpPr>
            <p:nvPr/>
          </p:nvSpPr>
          <p:spPr bwMode="auto">
            <a:xfrm>
              <a:off x="6012160" y="4149080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6012160" y="4336527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6020544" y="4178017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 flipV="1">
              <a:off x="6516216" y="4221088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8"/>
            <p:cNvCxnSpPr>
              <a:stCxn id="33" idx="3"/>
            </p:cNvCxnSpPr>
            <p:nvPr/>
          </p:nvCxnSpPr>
          <p:spPr>
            <a:xfrm flipV="1">
              <a:off x="5580112" y="4356466"/>
              <a:ext cx="290274" cy="746720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5870386" y="4373488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3316482" y="4869160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flipV="1">
              <a:off x="3995936" y="4438006"/>
              <a:ext cx="0" cy="100721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 flipV="1">
              <a:off x="5364088" y="5281270"/>
              <a:ext cx="0" cy="1639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3" name="直接连接符 42"/>
            <p:cNvCxnSpPr/>
            <p:nvPr/>
          </p:nvCxnSpPr>
          <p:spPr bwMode="auto">
            <a:xfrm flipV="1">
              <a:off x="6264187" y="4438006"/>
              <a:ext cx="0" cy="100721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4" name="TextBox 43"/>
            <p:cNvSpPr txBox="1"/>
            <p:nvPr/>
          </p:nvSpPr>
          <p:spPr>
            <a:xfrm>
              <a:off x="3350106" y="5445224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004048" y="5445224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 bwMode="auto">
            <a:xfrm flipV="1">
              <a:off x="4572000" y="4903227"/>
              <a:ext cx="2242" cy="5419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5940152" y="5445224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116"/>
          <p:cNvSpPr txBox="1">
            <a:spLocks noChangeArrowheads="1"/>
          </p:cNvSpPr>
          <p:nvPr/>
        </p:nvSpPr>
        <p:spPr bwMode="auto">
          <a:xfrm>
            <a:off x="2592000" y="3132000"/>
            <a:ext cx="2488898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 smtClean="0">
                <a:latin typeface="宋体" panose="02010600030101010101" pitchFamily="2" charset="-122"/>
              </a:rPr>
              <a:t>同</a:t>
            </a:r>
            <a:r>
              <a:rPr kumimoji="1" lang="en-US" altLang="zh-CN" sz="2200" b="1" dirty="0" smtClean="0">
                <a:latin typeface="宋体" panose="02010600030101010101" pitchFamily="2" charset="-122"/>
              </a:rPr>
              <a:t>add/sub</a:t>
            </a:r>
            <a:r>
              <a:rPr kumimoji="1" lang="zh-CN" altLang="en-US" sz="2200" b="1" dirty="0" smtClean="0">
                <a:latin typeface="宋体" panose="02010600030101010101" pitchFamily="2" charset="-122"/>
              </a:rPr>
              <a:t>指令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4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Text Box 5"/>
          <p:cNvSpPr txBox="1">
            <a:spLocks noChangeArrowheads="1"/>
          </p:cNvSpPr>
          <p:nvPr/>
        </p:nvSpPr>
        <p:spPr bwMode="auto">
          <a:xfrm>
            <a:off x="2736000" y="792000"/>
            <a:ext cx="2880319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增加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ExtU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相关路径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79263" y="360000"/>
            <a:ext cx="6372465" cy="39382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lw</a:t>
            </a:r>
            <a:r>
              <a:rPr kumimoji="1"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kumimoji="1"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sw</a:t>
            </a: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rt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M[(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rs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SExt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imme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)]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及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   M</a:t>
            </a:r>
            <a:r>
              <a:rPr lang="en-US" altLang="zh-CN" sz="2200" b="1" dirty="0">
                <a:latin typeface="宋体" panose="02010600030101010101" pitchFamily="2" charset="-122"/>
              </a:rPr>
              <a:t>[(</a:t>
            </a:r>
            <a:r>
              <a:rPr lang="en-US" altLang="zh-CN" sz="2200" b="1" dirty="0" err="1">
                <a:latin typeface="宋体" panose="02010600030101010101" pitchFamily="2" charset="-122"/>
              </a:rPr>
              <a:t>rs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 err="1">
                <a:latin typeface="宋体" panose="02010600030101010101" pitchFamily="2" charset="-122"/>
              </a:rPr>
              <a:t>SExt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>
                <a:latin typeface="宋体" panose="02010600030101010101" pitchFamily="2" charset="-122"/>
              </a:rPr>
              <a:t>imme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)]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rt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数据路径设计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00" name="Text Box 116"/>
          <p:cNvSpPr txBox="1">
            <a:spLocks noChangeArrowheads="1"/>
          </p:cNvSpPr>
          <p:nvPr/>
        </p:nvSpPr>
        <p:spPr bwMode="auto">
          <a:xfrm>
            <a:off x="2628265" y="3743960"/>
            <a:ext cx="6269990" cy="1127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en-US" altLang="zh-CN" sz="2200" b="1" dirty="0" smtClean="0">
                <a:latin typeface="宋体" panose="02010600030101010101" pitchFamily="2" charset="-122"/>
              </a:rPr>
              <a:t>DMEM</a:t>
            </a:r>
            <a:r>
              <a:rPr lang="zh-CN" altLang="en-US" sz="2200" b="1" dirty="0">
                <a:latin typeface="宋体" panose="02010600030101010101" pitchFamily="2" charset="-122"/>
              </a:rPr>
              <a:t>操作</a:t>
            </a:r>
            <a:r>
              <a:rPr kumimoji="1" lang="zh-CN" altLang="en-US" sz="2200" b="1" dirty="0" smtClean="0">
                <a:latin typeface="宋体" panose="02010600030101010101" pitchFamily="2" charset="-122"/>
              </a:rPr>
              <a:t>放在</a:t>
            </a:r>
            <a:r>
              <a:rPr lang="en-US" altLang="zh-CN" sz="2200" b="1" i="1" u="sng" dirty="0"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8000" dirty="0">
                <a:latin typeface="宋体" panose="02010600030101010101" pitchFamily="2" charset="-122"/>
              </a:rPr>
              <a:t>C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中部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kumimoji="1" lang="zh-CN" altLang="en-US" sz="1800" b="1" dirty="0" smtClean="0">
                <a:latin typeface="宋体" panose="02010600030101010101" pitchFamily="2" charset="-122"/>
              </a:rPr>
              <a:t>同步</a:t>
            </a:r>
            <a:r>
              <a:rPr kumimoji="1" lang="en-US" altLang="zh-CN" sz="1800" b="1" dirty="0" smtClean="0">
                <a:latin typeface="宋体" panose="02010600030101010101" pitchFamily="2" charset="-122"/>
              </a:rPr>
              <a:t>MEM</a:t>
            </a:r>
            <a:endParaRPr kumimoji="1"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kumimoji="1" lang="en-US" altLang="zh-CN" sz="1600" b="1" dirty="0" smtClean="0">
                <a:latin typeface="宋体" panose="02010600030101010101" pitchFamily="2" charset="-122"/>
              </a:rPr>
              <a:t>                  </a:t>
            </a:r>
            <a:r>
              <a:rPr kumimoji="1" lang="zh-CN" altLang="en-US" sz="16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└</a:t>
            </a:r>
            <a:r>
              <a:rPr kumimoji="1"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地址计算在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前</a:t>
            </a:r>
            <a:r>
              <a:rPr lang="zh-CN" altLang="en-US" sz="1600" b="1" u="sng" dirty="0">
                <a:latin typeface="宋体" panose="02010600030101010101" pitchFamily="2" charset="-122"/>
              </a:rPr>
              <a:t>半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周期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完成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写</a:t>
            </a:r>
            <a:r>
              <a:rPr lang="en-US" altLang="zh-CN" sz="2200" b="1" dirty="0">
                <a:latin typeface="宋体" panose="02010600030101010101" pitchFamily="2" charset="-122"/>
              </a:rPr>
              <a:t>GPRs</a:t>
            </a:r>
            <a:r>
              <a:rPr lang="zh-CN" altLang="en-US" sz="2200" b="1" dirty="0">
                <a:latin typeface="宋体" panose="02010600030101010101" pitchFamily="2" charset="-122"/>
              </a:rPr>
              <a:t>放在</a:t>
            </a:r>
            <a:r>
              <a:rPr lang="en-US" altLang="zh-CN" sz="2200" b="1" i="1" u="sng" dirty="0"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8000" dirty="0">
                <a:latin typeface="宋体" panose="02010600030101010101" pitchFamily="2" charset="-122"/>
              </a:rPr>
              <a:t>C</a:t>
            </a:r>
            <a:r>
              <a:rPr lang="zh-CN" altLang="en-US" sz="2200" b="1" u="sng" dirty="0">
                <a:latin typeface="宋体" panose="02010600030101010101" pitchFamily="2" charset="-122"/>
              </a:rPr>
              <a:t>结束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时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latin typeface="宋体" panose="02010600030101010101" pitchFamily="2" charset="-122"/>
              </a:rPr>
              <a:t>次时序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操作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10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7" name="组合 216"/>
          <p:cNvGrpSpPr/>
          <p:nvPr/>
        </p:nvGrpSpPr>
        <p:grpSpPr>
          <a:xfrm>
            <a:off x="2340000" y="1656000"/>
            <a:ext cx="6590323" cy="2088232"/>
            <a:chOff x="2339752" y="1700808"/>
            <a:chExt cx="6590323" cy="2088232"/>
          </a:xfrm>
        </p:grpSpPr>
        <p:cxnSp>
          <p:nvCxnSpPr>
            <p:cNvPr id="195" name="直接连接符 194"/>
            <p:cNvCxnSpPr/>
            <p:nvPr/>
          </p:nvCxnSpPr>
          <p:spPr>
            <a:xfrm flipH="1">
              <a:off x="7236309" y="2593674"/>
              <a:ext cx="2" cy="347540"/>
            </a:xfrm>
            <a:prstGeom prst="line">
              <a:avLst/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 Box 323"/>
            <p:cNvSpPr txBox="1">
              <a:spLocks noChangeArrowheads="1"/>
            </p:cNvSpPr>
            <p:nvPr/>
          </p:nvSpPr>
          <p:spPr bwMode="auto">
            <a:xfrm>
              <a:off x="4712478" y="2276872"/>
              <a:ext cx="723618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" name="直接连接符 8"/>
            <p:cNvCxnSpPr/>
            <p:nvPr/>
          </p:nvCxnSpPr>
          <p:spPr>
            <a:xfrm flipV="1">
              <a:off x="5436096" y="2341813"/>
              <a:ext cx="432048" cy="343662"/>
            </a:xfrm>
            <a:prstGeom prst="bentConnector3">
              <a:avLst>
                <a:gd name="adj1" fmla="val 32363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Box 363"/>
            <p:cNvSpPr txBox="1">
              <a:spLocks noChangeArrowheads="1"/>
            </p:cNvSpPr>
            <p:nvPr/>
          </p:nvSpPr>
          <p:spPr bwMode="auto">
            <a:xfrm>
              <a:off x="3131840" y="2132856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3134082" y="2276872"/>
              <a:ext cx="0" cy="108012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>
              <a:off x="5436096" y="2852936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utoShape 15"/>
            <p:cNvSpPr>
              <a:spLocks noChangeArrowheads="1"/>
            </p:cNvSpPr>
            <p:nvPr/>
          </p:nvSpPr>
          <p:spPr bwMode="auto">
            <a:xfrm rot="16200000">
              <a:off x="6587733" y="2420397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211960" y="2492896"/>
              <a:ext cx="50051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134082" y="2681362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134082" y="2852936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35"/>
            <p:cNvCxnSpPr>
              <a:stCxn id="49" idx="1"/>
            </p:cNvCxnSpPr>
            <p:nvPr/>
          </p:nvCxnSpPr>
          <p:spPr>
            <a:xfrm rot="10800000" flipV="1">
              <a:off x="4495832" y="2061295"/>
              <a:ext cx="292193" cy="287584"/>
            </a:xfrm>
            <a:prstGeom prst="bentConnector3">
              <a:avLst>
                <a:gd name="adj1" fmla="val 99984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82"/>
            <p:cNvCxnSpPr>
              <a:endCxn id="5" idx="2"/>
            </p:cNvCxnSpPr>
            <p:nvPr/>
          </p:nvCxnSpPr>
          <p:spPr bwMode="auto">
            <a:xfrm flipV="1">
              <a:off x="4427984" y="2924944"/>
              <a:ext cx="646303" cy="106075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 flipV="1">
              <a:off x="5292080" y="2924944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" name="直接连接符 8"/>
            <p:cNvCxnSpPr>
              <a:stCxn id="10" idx="2"/>
            </p:cNvCxnSpPr>
            <p:nvPr/>
          </p:nvCxnSpPr>
          <p:spPr>
            <a:xfrm flipH="1" flipV="1">
              <a:off x="5292080" y="2132857"/>
              <a:ext cx="1800200" cy="468051"/>
            </a:xfrm>
            <a:prstGeom prst="bentConnector3">
              <a:avLst>
                <a:gd name="adj1" fmla="val -7972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auto">
            <a:xfrm flipV="1">
              <a:off x="6948264" y="2852936"/>
              <a:ext cx="0" cy="7200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9" name="直接连接符 18"/>
            <p:cNvCxnSpPr/>
            <p:nvPr/>
          </p:nvCxnSpPr>
          <p:spPr>
            <a:xfrm>
              <a:off x="7092280" y="245983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092280" y="270892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7460691" y="2326760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52320" y="2564904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10312" y="3573016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95576" y="3573016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2341994" y="2663376"/>
              <a:ext cx="79208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339752" y="2422004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3707905" y="227687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3707905" y="246431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3716289" y="230580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>
              <a:endCxn id="33" idx="1"/>
            </p:cNvCxnSpPr>
            <p:nvPr/>
          </p:nvCxnSpPr>
          <p:spPr>
            <a:xfrm>
              <a:off x="3134082" y="3230978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134082" y="2348880"/>
              <a:ext cx="57190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103"/>
            <p:cNvCxnSpPr/>
            <p:nvPr/>
          </p:nvCxnSpPr>
          <p:spPr>
            <a:xfrm flipV="1">
              <a:off x="3491880" y="2492896"/>
              <a:ext cx="214104" cy="185544"/>
            </a:xfrm>
            <a:prstGeom prst="bentConnector3">
              <a:avLst>
                <a:gd name="adj1" fmla="val -843"/>
              </a:avLst>
            </a:prstGeom>
            <a:ln w="1270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 Box 323"/>
            <p:cNvSpPr txBox="1">
              <a:spLocks noChangeArrowheads="1"/>
            </p:cNvSpPr>
            <p:nvPr/>
          </p:nvSpPr>
          <p:spPr bwMode="auto">
            <a:xfrm>
              <a:off x="4703582" y="3068960"/>
              <a:ext cx="732514" cy="324036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 smtClean="0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4" name="Text Box 18"/>
            <p:cNvSpPr txBox="1">
              <a:spLocks noChangeArrowheads="1"/>
            </p:cNvSpPr>
            <p:nvPr/>
          </p:nvSpPr>
          <p:spPr bwMode="auto">
            <a:xfrm>
              <a:off x="5868144" y="227687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5868144" y="246431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5876528" y="230580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 flipV="1">
              <a:off x="6372200" y="2348880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8"/>
            <p:cNvCxnSpPr>
              <a:stCxn id="33" idx="3"/>
            </p:cNvCxnSpPr>
            <p:nvPr/>
          </p:nvCxnSpPr>
          <p:spPr>
            <a:xfrm flipV="1">
              <a:off x="5436096" y="2501280"/>
              <a:ext cx="290274" cy="729698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5726370" y="2501280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3172466" y="2996952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flipV="1">
              <a:off x="3851920" y="2565798"/>
              <a:ext cx="0" cy="100721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 flipV="1">
              <a:off x="5220072" y="3409062"/>
              <a:ext cx="0" cy="1639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3" name="直接连接符 42"/>
            <p:cNvCxnSpPr/>
            <p:nvPr/>
          </p:nvCxnSpPr>
          <p:spPr bwMode="auto">
            <a:xfrm flipV="1">
              <a:off x="6120171" y="2565798"/>
              <a:ext cx="0" cy="100721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4" name="TextBox 43"/>
            <p:cNvSpPr txBox="1"/>
            <p:nvPr/>
          </p:nvSpPr>
          <p:spPr>
            <a:xfrm>
              <a:off x="3206090" y="3573016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60032" y="3573016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 bwMode="auto">
            <a:xfrm flipV="1">
              <a:off x="4427984" y="3031019"/>
              <a:ext cx="2242" cy="54199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5796136" y="3573016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9" name="Text Box 18"/>
            <p:cNvSpPr txBox="1">
              <a:spLocks noChangeArrowheads="1"/>
            </p:cNvSpPr>
            <p:nvPr/>
          </p:nvSpPr>
          <p:spPr bwMode="auto">
            <a:xfrm>
              <a:off x="4788024" y="191683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5211687" y="1951634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5220071" y="2095650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>
            <a:xfrm flipV="1">
              <a:off x="4502234" y="2348880"/>
              <a:ext cx="21378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 Box 323"/>
            <p:cNvSpPr txBox="1">
              <a:spLocks noChangeArrowheads="1"/>
            </p:cNvSpPr>
            <p:nvPr/>
          </p:nvSpPr>
          <p:spPr bwMode="auto">
            <a:xfrm>
              <a:off x="7884368" y="2780928"/>
              <a:ext cx="648072" cy="504056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8" name="直接连接符 8"/>
            <p:cNvCxnSpPr/>
            <p:nvPr/>
          </p:nvCxnSpPr>
          <p:spPr>
            <a:xfrm>
              <a:off x="5580112" y="2685475"/>
              <a:ext cx="2304256" cy="455493"/>
            </a:xfrm>
            <a:prstGeom prst="bentConnector3">
              <a:avLst>
                <a:gd name="adj1" fmla="val -76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8"/>
            <p:cNvCxnSpPr>
              <a:stCxn id="66" idx="3"/>
            </p:cNvCxnSpPr>
            <p:nvPr/>
          </p:nvCxnSpPr>
          <p:spPr>
            <a:xfrm flipH="1" flipV="1">
              <a:off x="5292080" y="1987638"/>
              <a:ext cx="3240360" cy="1045318"/>
            </a:xfrm>
            <a:prstGeom prst="bentConnector3">
              <a:avLst>
                <a:gd name="adj1" fmla="val -431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 bwMode="auto">
            <a:xfrm flipV="1">
              <a:off x="8388424" y="3284984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84" name="TextBox 83"/>
            <p:cNvSpPr txBox="1"/>
            <p:nvPr/>
          </p:nvSpPr>
          <p:spPr>
            <a:xfrm>
              <a:off x="7557150" y="3573016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MEMWr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244408" y="3573016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MEMRd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7" name="直接连接符 86"/>
            <p:cNvCxnSpPr/>
            <p:nvPr/>
          </p:nvCxnSpPr>
          <p:spPr bwMode="auto">
            <a:xfrm flipV="1">
              <a:off x="8028384" y="3284984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8" name="直接连接符 87"/>
            <p:cNvCxnSpPr/>
            <p:nvPr/>
          </p:nvCxnSpPr>
          <p:spPr bwMode="auto">
            <a:xfrm>
              <a:off x="4040312" y="1792754"/>
              <a:ext cx="1035744" cy="124078"/>
            </a:xfrm>
            <a:prstGeom prst="bentConnector3">
              <a:avLst>
                <a:gd name="adj1" fmla="val 99966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92" name="TextBox 91"/>
            <p:cNvSpPr txBox="1"/>
            <p:nvPr/>
          </p:nvSpPr>
          <p:spPr>
            <a:xfrm>
              <a:off x="3195176" y="1700808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 bwMode="auto">
            <a:xfrm flipV="1">
              <a:off x="8172400" y="3346898"/>
              <a:ext cx="0" cy="1541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96" name="椭圆 95"/>
            <p:cNvSpPr/>
            <p:nvPr/>
          </p:nvSpPr>
          <p:spPr bwMode="auto">
            <a:xfrm>
              <a:off x="8137797" y="328498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96" name="直接连接符 8"/>
            <p:cNvCxnSpPr/>
            <p:nvPr/>
          </p:nvCxnSpPr>
          <p:spPr>
            <a:xfrm flipV="1">
              <a:off x="7236309" y="2937644"/>
              <a:ext cx="648059" cy="357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Text Box 5"/>
          <p:cNvSpPr txBox="1">
            <a:spLocks noChangeArrowheads="1"/>
          </p:cNvSpPr>
          <p:nvPr/>
        </p:nvSpPr>
        <p:spPr bwMode="auto">
          <a:xfrm>
            <a:off x="2736000" y="1188000"/>
            <a:ext cx="3419887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增加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DMEM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读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写相关路径</a:t>
            </a:r>
            <a:endParaRPr lang="en-US" altLang="zh-CN" sz="2200" b="1" dirty="0" smtClean="0">
              <a:latin typeface="+mn-ea"/>
              <a:ea typeface="+mn-ea"/>
              <a:cs typeface="Arial Unicode MS" panose="020B060402020202020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1043608" y="4920114"/>
            <a:ext cx="6532834" cy="792088"/>
            <a:chOff x="1279526" y="4437112"/>
            <a:chExt cx="6532834" cy="792088"/>
          </a:xfrm>
        </p:grpSpPr>
        <p:cxnSp>
          <p:nvCxnSpPr>
            <p:cNvPr id="102" name="直接连接符 101"/>
            <p:cNvCxnSpPr/>
            <p:nvPr/>
          </p:nvCxnSpPr>
          <p:spPr>
            <a:xfrm>
              <a:off x="5356498" y="4725144"/>
              <a:ext cx="20947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5356498" y="4441882"/>
              <a:ext cx="0" cy="278789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/>
          </p:nvCxnSpPr>
          <p:spPr>
            <a:xfrm>
              <a:off x="2257550" y="4437112"/>
              <a:ext cx="309894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H="1">
              <a:off x="2263552" y="4441882"/>
              <a:ext cx="1588" cy="283262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2096022" y="4725144"/>
              <a:ext cx="16312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7444729" y="4437112"/>
              <a:ext cx="1" cy="283559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7444730" y="4437112"/>
              <a:ext cx="36763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>
              <a:off x="2257550" y="4796356"/>
              <a:ext cx="0" cy="432844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>
              <a:off x="3481686" y="4796356"/>
              <a:ext cx="0" cy="432844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2259142" y="4814014"/>
              <a:ext cx="1217334" cy="19916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+CU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2" name="直接连接符 111"/>
            <p:cNvCxnSpPr/>
            <p:nvPr/>
          </p:nvCxnSpPr>
          <p:spPr>
            <a:xfrm>
              <a:off x="4492402" y="4797152"/>
              <a:ext cx="0" cy="432048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3491880" y="4797152"/>
              <a:ext cx="96275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读延迟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4" name="直接连接符 113"/>
            <p:cNvCxnSpPr/>
            <p:nvPr/>
          </p:nvCxnSpPr>
          <p:spPr>
            <a:xfrm>
              <a:off x="3491879" y="5085184"/>
              <a:ext cx="996363" cy="3177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/>
            <p:cNvSpPr txBox="1"/>
            <p:nvPr/>
          </p:nvSpPr>
          <p:spPr>
            <a:xfrm>
              <a:off x="1279526" y="4437112"/>
              <a:ext cx="762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17" name="直接连接符 116"/>
            <p:cNvCxnSpPr/>
            <p:nvPr/>
          </p:nvCxnSpPr>
          <p:spPr>
            <a:xfrm>
              <a:off x="2257550" y="5085184"/>
              <a:ext cx="123433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组合 126"/>
          <p:cNvGrpSpPr/>
          <p:nvPr/>
        </p:nvGrpSpPr>
        <p:grpSpPr>
          <a:xfrm>
            <a:off x="4264074" y="5280154"/>
            <a:ext cx="769627" cy="648072"/>
            <a:chOff x="4499992" y="5229200"/>
            <a:chExt cx="769627" cy="648072"/>
          </a:xfrm>
        </p:grpSpPr>
        <p:cxnSp>
          <p:nvCxnSpPr>
            <p:cNvPr id="128" name="直接连接符 127"/>
            <p:cNvCxnSpPr/>
            <p:nvPr/>
          </p:nvCxnSpPr>
          <p:spPr>
            <a:xfrm flipH="1">
              <a:off x="5241776" y="5229200"/>
              <a:ext cx="794" cy="648072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4499992" y="5229200"/>
              <a:ext cx="76962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ALU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延迟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0" name="直接连接符 129"/>
            <p:cNvCxnSpPr/>
            <p:nvPr/>
          </p:nvCxnSpPr>
          <p:spPr>
            <a:xfrm>
              <a:off x="4500785" y="5515575"/>
              <a:ext cx="739316" cy="1657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4976563" y="5248403"/>
            <a:ext cx="2599879" cy="679823"/>
            <a:chOff x="4976563" y="5535423"/>
            <a:chExt cx="2599879" cy="679823"/>
          </a:xfrm>
        </p:grpSpPr>
        <p:cxnSp>
          <p:nvCxnSpPr>
            <p:cNvPr id="122" name="直接连接符 121"/>
            <p:cNvCxnSpPr/>
            <p:nvPr/>
          </p:nvCxnSpPr>
          <p:spPr>
            <a:xfrm flipH="1" flipV="1">
              <a:off x="5118972" y="5537080"/>
              <a:ext cx="1608" cy="390134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>
              <a:off x="4976563" y="5930390"/>
              <a:ext cx="1152129" cy="28485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800" b="1" dirty="0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  <a:endParaRPr lang="zh-CN" altLang="en-US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4" name="直接连接符 123"/>
            <p:cNvCxnSpPr/>
            <p:nvPr/>
          </p:nvCxnSpPr>
          <p:spPr>
            <a:xfrm>
              <a:off x="6496322" y="5567174"/>
              <a:ext cx="0" cy="432048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5166270" y="5567174"/>
              <a:ext cx="1295161" cy="21562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Mem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写延迟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6" name="直接连接符 125"/>
            <p:cNvCxnSpPr/>
            <p:nvPr/>
          </p:nvCxnSpPr>
          <p:spPr>
            <a:xfrm>
              <a:off x="5128170" y="5853549"/>
              <a:ext cx="1368152" cy="1657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 flipV="1">
              <a:off x="7206112" y="5535423"/>
              <a:ext cx="1" cy="391791"/>
            </a:xfrm>
            <a:prstGeom prst="line">
              <a:avLst/>
            </a:prstGeom>
            <a:ln w="19050">
              <a:solidFill>
                <a:srgbClr val="FF33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6760492" y="5927214"/>
              <a:ext cx="808360" cy="28485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>
            <a:xfrm>
              <a:off x="7568852" y="5566378"/>
              <a:ext cx="3274" cy="645692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V="1">
              <a:off x="7208812" y="5858382"/>
              <a:ext cx="36763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116"/>
          <p:cNvSpPr txBox="1">
            <a:spLocks noChangeArrowheads="1"/>
          </p:cNvSpPr>
          <p:nvPr/>
        </p:nvSpPr>
        <p:spPr bwMode="auto">
          <a:xfrm>
            <a:off x="179705" y="4392930"/>
            <a:ext cx="4248150" cy="1783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j</a:t>
            </a: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kern="100" spc="-100" dirty="0" smtClean="0">
                <a:latin typeface="+mn-ea"/>
              </a:rPr>
              <a:t>PC</a:t>
            </a:r>
            <a:r>
              <a:rPr lang="zh-CN" altLang="en-US" sz="2200" b="1" kern="100" spc="-100" dirty="0" smtClean="0">
                <a:latin typeface="+mn-ea"/>
              </a:rPr>
              <a:t>＝</a:t>
            </a:r>
            <a:r>
              <a:rPr lang="en-US" altLang="zh-CN" sz="2200" b="1" dirty="0" smtClean="0">
                <a:latin typeface="+mn-ea"/>
              </a:rPr>
              <a:t>PC</a:t>
            </a:r>
            <a:r>
              <a:rPr lang="zh-CN" altLang="en-US" sz="2200" b="1" baseline="-16000" dirty="0">
                <a:latin typeface="+mn-ea"/>
              </a:rPr>
              <a:t>高</a:t>
            </a:r>
            <a:r>
              <a:rPr lang="en-US" altLang="zh-CN" sz="2200" b="1" baseline="-16000" dirty="0">
                <a:latin typeface="+mn-ea"/>
              </a:rPr>
              <a:t>4</a:t>
            </a:r>
            <a:r>
              <a:rPr lang="zh-CN" altLang="en-US" sz="2200" b="1" baseline="-16000" dirty="0">
                <a:latin typeface="+mn-ea"/>
              </a:rPr>
              <a:t>位</a:t>
            </a:r>
            <a:r>
              <a:rPr lang="en-US" altLang="zh-CN" sz="2200" b="1" kern="100" dirty="0">
                <a:latin typeface="+mn-ea"/>
              </a:rPr>
              <a:t>‖</a:t>
            </a:r>
            <a:r>
              <a:rPr lang="pt-BR" altLang="zh-CN" sz="2200" b="1" kern="100" dirty="0">
                <a:latin typeface="+mn-ea"/>
              </a:rPr>
              <a:t>addr&lt;&lt;</a:t>
            </a:r>
            <a:r>
              <a:rPr lang="pt-BR" altLang="zh-CN" sz="2200" b="1" kern="100" dirty="0" smtClean="0">
                <a:latin typeface="+mn-ea"/>
              </a:rPr>
              <a:t>2</a:t>
            </a:r>
            <a:endParaRPr lang="pt-BR" altLang="zh-CN" sz="2200" b="1" kern="100" dirty="0" smtClean="0">
              <a:latin typeface="+mn-ea"/>
            </a:endParaRPr>
          </a:p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数据路径设计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*取指令数据通路：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4" name="Text Box 116"/>
          <p:cNvSpPr txBox="1">
            <a:spLocks noChangeArrowheads="1"/>
          </p:cNvSpPr>
          <p:nvPr/>
        </p:nvSpPr>
        <p:spPr bwMode="auto">
          <a:xfrm>
            <a:off x="179264" y="360000"/>
            <a:ext cx="8407978" cy="35153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kumimoji="1"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beq</a:t>
            </a: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指令：</a:t>
            </a:r>
            <a:r>
              <a:rPr lang="en-US" altLang="zh-CN" sz="2200" b="1" kern="100" spc="-100" dirty="0" smtClean="0">
                <a:latin typeface="+mn-ea"/>
              </a:rPr>
              <a:t>PC</a:t>
            </a:r>
            <a:r>
              <a:rPr lang="zh-CN" altLang="en-US" sz="2200" b="1" kern="100" spc="-100" dirty="0" smtClean="0">
                <a:latin typeface="+mn-ea"/>
              </a:rPr>
              <a:t>＝</a:t>
            </a:r>
            <a:r>
              <a:rPr lang="en-US" altLang="zh-CN" sz="2200" b="1" kern="100" spc="-100" dirty="0">
                <a:latin typeface="+mn-ea"/>
              </a:rPr>
              <a:t>((</a:t>
            </a:r>
            <a:r>
              <a:rPr lang="en-US" altLang="zh-CN" sz="2200" b="1" kern="100" spc="-100" dirty="0" err="1">
                <a:latin typeface="+mn-ea"/>
              </a:rPr>
              <a:t>rs</a:t>
            </a:r>
            <a:r>
              <a:rPr lang="en-US" altLang="zh-CN" sz="2200" b="1" kern="100" spc="-100" dirty="0">
                <a:latin typeface="+mn-ea"/>
              </a:rPr>
              <a:t>)=(</a:t>
            </a:r>
            <a:r>
              <a:rPr lang="en-US" altLang="zh-CN" sz="2200" b="1" kern="100" spc="-100" dirty="0" err="1">
                <a:latin typeface="+mn-ea"/>
              </a:rPr>
              <a:t>rt</a:t>
            </a:r>
            <a:r>
              <a:rPr lang="en-US" altLang="zh-CN" sz="2200" b="1" kern="100" spc="-100" dirty="0" smtClean="0">
                <a:latin typeface="+mn-ea"/>
              </a:rPr>
              <a:t>))</a:t>
            </a:r>
            <a:r>
              <a:rPr lang="zh-CN" altLang="en-US" sz="2200" b="1" kern="100" spc="-100" dirty="0" smtClean="0">
                <a:latin typeface="+mn-ea"/>
              </a:rPr>
              <a:t>？</a:t>
            </a:r>
            <a:r>
              <a:rPr lang="en-US" altLang="zh-CN" sz="2200" b="1" kern="100" spc="-100" dirty="0" smtClean="0">
                <a:latin typeface="+mn-ea"/>
              </a:rPr>
              <a:t>(</a:t>
            </a:r>
            <a:r>
              <a:rPr lang="en-US" altLang="zh-CN" sz="2200" b="1" kern="100" spc="-100" dirty="0">
                <a:latin typeface="+mn-ea"/>
              </a:rPr>
              <a:t>PC)</a:t>
            </a:r>
            <a:r>
              <a:rPr lang="zh-CN" altLang="zh-CN" sz="2200" b="1" kern="100" spc="-100" dirty="0" smtClean="0">
                <a:latin typeface="+mn-ea"/>
              </a:rPr>
              <a:t>＋</a:t>
            </a:r>
            <a:r>
              <a:rPr lang="en-US" altLang="zh-CN" sz="2200" b="1" kern="100" spc="-100" dirty="0" smtClean="0">
                <a:latin typeface="+mn-ea"/>
              </a:rPr>
              <a:t>4</a:t>
            </a:r>
            <a:r>
              <a:rPr lang="zh-CN" altLang="zh-CN" sz="2200" b="1" kern="100" spc="-100" dirty="0" smtClean="0">
                <a:latin typeface="+mn-ea"/>
              </a:rPr>
              <a:t>＋</a:t>
            </a:r>
            <a:r>
              <a:rPr lang="en-US" altLang="zh-CN" sz="2200" b="1" kern="100" spc="-100" dirty="0" err="1" smtClean="0">
                <a:latin typeface="+mn-ea"/>
              </a:rPr>
              <a:t>SExt</a:t>
            </a:r>
            <a:r>
              <a:rPr lang="en-US" altLang="zh-CN" sz="2200" b="1" kern="100" spc="-100" dirty="0" smtClean="0">
                <a:latin typeface="+mn-ea"/>
              </a:rPr>
              <a:t>(</a:t>
            </a:r>
            <a:r>
              <a:rPr lang="en-US" altLang="zh-CN" sz="2200" b="1" kern="100" spc="-100" dirty="0" err="1" smtClean="0">
                <a:latin typeface="+mn-ea"/>
              </a:rPr>
              <a:t>imme</a:t>
            </a:r>
            <a:r>
              <a:rPr lang="en-US" altLang="zh-CN" sz="2200" b="1" kern="100" spc="-100" dirty="0">
                <a:latin typeface="+mn-ea"/>
              </a:rPr>
              <a:t>)&lt;&lt;</a:t>
            </a:r>
            <a:r>
              <a:rPr lang="en-US" altLang="zh-CN" sz="2200" b="1" kern="100" spc="-100" dirty="0" smtClean="0">
                <a:latin typeface="+mn-ea"/>
              </a:rPr>
              <a:t>2 :(</a:t>
            </a:r>
            <a:r>
              <a:rPr lang="en-US" altLang="zh-CN" sz="2200" b="1" kern="100" spc="-100" dirty="0">
                <a:latin typeface="+mn-ea"/>
              </a:rPr>
              <a:t>PC)</a:t>
            </a:r>
            <a:r>
              <a:rPr lang="zh-CN" altLang="zh-CN" sz="2200" b="1" kern="100" spc="-100" dirty="0">
                <a:latin typeface="+mn-ea"/>
              </a:rPr>
              <a:t>＋</a:t>
            </a:r>
            <a:r>
              <a:rPr lang="en-US" altLang="zh-CN" sz="2200" b="1" kern="100" spc="-100" dirty="0">
                <a:latin typeface="+mn-ea"/>
              </a:rPr>
              <a:t>4</a:t>
            </a:r>
            <a:endParaRPr lang="zh-CN" altLang="zh-CN" sz="2200" b="1" kern="100" spc="-100" dirty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数据路径设计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时序组织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5" name="Text Box 116"/>
          <p:cNvSpPr txBox="1">
            <a:spLocks noChangeArrowheads="1"/>
          </p:cNvSpPr>
          <p:nvPr/>
        </p:nvSpPr>
        <p:spPr bwMode="auto">
          <a:xfrm>
            <a:off x="2628000" y="3312000"/>
            <a:ext cx="6121763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写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放在</a:t>
            </a:r>
            <a:r>
              <a:rPr lang="en-US" altLang="zh-CN" sz="2200" b="1" i="1" u="sng" dirty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8000" dirty="0">
                <a:solidFill>
                  <a:srgbClr val="990099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结束时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上升沿后读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IMEM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异步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MEM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83568" y="1296000"/>
            <a:ext cx="8246507" cy="2016224"/>
            <a:chOff x="683568" y="1340768"/>
            <a:chExt cx="8246507" cy="2016224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7236309" y="2233634"/>
              <a:ext cx="2" cy="347540"/>
            </a:xfrm>
            <a:prstGeom prst="line">
              <a:avLst/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8"/>
            <p:cNvCxnSpPr/>
            <p:nvPr/>
          </p:nvCxnSpPr>
          <p:spPr>
            <a:xfrm flipV="1">
              <a:off x="7236309" y="2577604"/>
              <a:ext cx="648059" cy="357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Box 323"/>
            <p:cNvSpPr txBox="1">
              <a:spLocks noChangeArrowheads="1"/>
            </p:cNvSpPr>
            <p:nvPr/>
          </p:nvSpPr>
          <p:spPr bwMode="auto">
            <a:xfrm>
              <a:off x="4712478" y="1916832"/>
              <a:ext cx="723618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" name="直接连接符 8"/>
            <p:cNvCxnSpPr/>
            <p:nvPr/>
          </p:nvCxnSpPr>
          <p:spPr>
            <a:xfrm flipV="1">
              <a:off x="5436096" y="1981773"/>
              <a:ext cx="432048" cy="334873"/>
            </a:xfrm>
            <a:prstGeom prst="bentConnector3">
              <a:avLst>
                <a:gd name="adj1" fmla="val 32363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363"/>
            <p:cNvSpPr txBox="1">
              <a:spLocks noChangeArrowheads="1"/>
            </p:cNvSpPr>
            <p:nvPr/>
          </p:nvSpPr>
          <p:spPr bwMode="auto">
            <a:xfrm>
              <a:off x="3131840" y="1772816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 bwMode="auto">
            <a:xfrm>
              <a:off x="3134082" y="1432714"/>
              <a:ext cx="0" cy="156423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>
            <a:xfrm>
              <a:off x="5436096" y="2492896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AutoShape 15"/>
            <p:cNvSpPr>
              <a:spLocks noChangeArrowheads="1"/>
            </p:cNvSpPr>
            <p:nvPr/>
          </p:nvSpPr>
          <p:spPr bwMode="auto">
            <a:xfrm rot="16200000">
              <a:off x="6587733" y="2060357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4211960" y="2132856"/>
              <a:ext cx="50051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3134082" y="2321322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3134082" y="2492896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35"/>
            <p:cNvCxnSpPr>
              <a:stCxn id="51" idx="1"/>
            </p:cNvCxnSpPr>
            <p:nvPr/>
          </p:nvCxnSpPr>
          <p:spPr>
            <a:xfrm rot="10800000" flipV="1">
              <a:off x="4495832" y="1701255"/>
              <a:ext cx="292193" cy="287584"/>
            </a:xfrm>
            <a:prstGeom prst="bentConnector3">
              <a:avLst>
                <a:gd name="adj1" fmla="val 99984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82"/>
            <p:cNvCxnSpPr>
              <a:endCxn id="9" idx="2"/>
            </p:cNvCxnSpPr>
            <p:nvPr/>
          </p:nvCxnSpPr>
          <p:spPr bwMode="auto">
            <a:xfrm flipV="1">
              <a:off x="4427984" y="2564904"/>
              <a:ext cx="646303" cy="106075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 bwMode="auto">
            <a:xfrm flipV="1">
              <a:off x="5292080" y="2564904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" name="直接连接符 8"/>
            <p:cNvCxnSpPr>
              <a:stCxn id="14" idx="2"/>
            </p:cNvCxnSpPr>
            <p:nvPr/>
          </p:nvCxnSpPr>
          <p:spPr>
            <a:xfrm flipH="1" flipV="1">
              <a:off x="5292080" y="1772817"/>
              <a:ext cx="1800200" cy="468051"/>
            </a:xfrm>
            <a:prstGeom prst="bentConnector3">
              <a:avLst>
                <a:gd name="adj1" fmla="val -7972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auto">
            <a:xfrm flipV="1">
              <a:off x="6948264" y="2492896"/>
              <a:ext cx="0" cy="6480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>
            <a:xfrm>
              <a:off x="7092280" y="209979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092280" y="234888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460691" y="1966720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52320" y="2204864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10312" y="3140968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095576" y="3140968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823495" y="1916832"/>
              <a:ext cx="308345" cy="710598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18"/>
            <p:cNvSpPr txBox="1">
              <a:spLocks noChangeArrowheads="1"/>
            </p:cNvSpPr>
            <p:nvPr/>
          </p:nvSpPr>
          <p:spPr bwMode="auto">
            <a:xfrm>
              <a:off x="3707905" y="191683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3707905" y="210427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3716289" y="194576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134082" y="2852936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3134082" y="1988840"/>
              <a:ext cx="57190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103"/>
            <p:cNvCxnSpPr/>
            <p:nvPr/>
          </p:nvCxnSpPr>
          <p:spPr>
            <a:xfrm flipV="1">
              <a:off x="3491880" y="2132856"/>
              <a:ext cx="214104" cy="185544"/>
            </a:xfrm>
            <a:prstGeom prst="bentConnector3">
              <a:avLst>
                <a:gd name="adj1" fmla="val -843"/>
              </a:avLst>
            </a:prstGeom>
            <a:ln w="1270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Box 323"/>
            <p:cNvSpPr txBox="1">
              <a:spLocks noChangeArrowheads="1"/>
            </p:cNvSpPr>
            <p:nvPr/>
          </p:nvSpPr>
          <p:spPr bwMode="auto">
            <a:xfrm>
              <a:off x="4703582" y="2708920"/>
              <a:ext cx="732514" cy="28803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 smtClean="0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7" name="Text Box 18"/>
            <p:cNvSpPr txBox="1">
              <a:spLocks noChangeArrowheads="1"/>
            </p:cNvSpPr>
            <p:nvPr/>
          </p:nvSpPr>
          <p:spPr bwMode="auto">
            <a:xfrm>
              <a:off x="5868144" y="191683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5868144" y="210427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5876528" y="194576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 flipV="1">
              <a:off x="6372200" y="1988840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8"/>
            <p:cNvCxnSpPr>
              <a:stCxn id="36" idx="3"/>
            </p:cNvCxnSpPr>
            <p:nvPr/>
          </p:nvCxnSpPr>
          <p:spPr>
            <a:xfrm flipV="1">
              <a:off x="5436096" y="2141240"/>
              <a:ext cx="290274" cy="711696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5726370" y="2141240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3172466" y="2636912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 bwMode="auto">
            <a:xfrm flipV="1">
              <a:off x="3851920" y="2205758"/>
              <a:ext cx="0" cy="9352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5" name="直接连接符 44"/>
            <p:cNvCxnSpPr/>
            <p:nvPr/>
          </p:nvCxnSpPr>
          <p:spPr bwMode="auto">
            <a:xfrm flipV="1">
              <a:off x="5220073" y="2996952"/>
              <a:ext cx="0" cy="1440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6" name="直接连接符 45"/>
            <p:cNvCxnSpPr/>
            <p:nvPr/>
          </p:nvCxnSpPr>
          <p:spPr bwMode="auto">
            <a:xfrm flipV="1">
              <a:off x="6120171" y="2205758"/>
              <a:ext cx="0" cy="9352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3206090" y="3140968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60032" y="3140968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 flipH="1" flipV="1">
              <a:off x="4430226" y="2670980"/>
              <a:ext cx="0" cy="4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0" name="TextBox 49"/>
            <p:cNvSpPr txBox="1"/>
            <p:nvPr/>
          </p:nvSpPr>
          <p:spPr>
            <a:xfrm>
              <a:off x="5796136" y="3140968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18"/>
            <p:cNvSpPr txBox="1">
              <a:spLocks noChangeArrowheads="1"/>
            </p:cNvSpPr>
            <p:nvPr/>
          </p:nvSpPr>
          <p:spPr bwMode="auto">
            <a:xfrm>
              <a:off x="4788024" y="155679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5211687" y="1591594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5220071" y="1735610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>
            <a:xfrm flipV="1">
              <a:off x="4502234" y="1988840"/>
              <a:ext cx="21378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 Box 323"/>
            <p:cNvSpPr txBox="1">
              <a:spLocks noChangeArrowheads="1"/>
            </p:cNvSpPr>
            <p:nvPr/>
          </p:nvSpPr>
          <p:spPr bwMode="auto">
            <a:xfrm>
              <a:off x="7884368" y="2420888"/>
              <a:ext cx="648072" cy="504056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8"/>
            <p:cNvCxnSpPr/>
            <p:nvPr/>
          </p:nvCxnSpPr>
          <p:spPr>
            <a:xfrm>
              <a:off x="5580112" y="2313924"/>
              <a:ext cx="2304256" cy="467004"/>
            </a:xfrm>
            <a:prstGeom prst="bentConnector3">
              <a:avLst>
                <a:gd name="adj1" fmla="val 16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8"/>
            <p:cNvCxnSpPr>
              <a:stCxn id="55" idx="3"/>
            </p:cNvCxnSpPr>
            <p:nvPr/>
          </p:nvCxnSpPr>
          <p:spPr>
            <a:xfrm flipH="1" flipV="1">
              <a:off x="5292080" y="1627598"/>
              <a:ext cx="3240360" cy="1045318"/>
            </a:xfrm>
            <a:prstGeom prst="bentConnector3">
              <a:avLst>
                <a:gd name="adj1" fmla="val -431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 flipV="1">
              <a:off x="8388424" y="2924944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9" name="TextBox 58"/>
            <p:cNvSpPr txBox="1"/>
            <p:nvPr/>
          </p:nvSpPr>
          <p:spPr>
            <a:xfrm>
              <a:off x="7557150" y="3140968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MEMWr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244408" y="3140968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MEMRd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1" name="直接连接符 60"/>
            <p:cNvCxnSpPr/>
            <p:nvPr/>
          </p:nvCxnSpPr>
          <p:spPr bwMode="auto">
            <a:xfrm flipV="1">
              <a:off x="8028384" y="2924944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2" name="直接连接符 87"/>
            <p:cNvCxnSpPr/>
            <p:nvPr/>
          </p:nvCxnSpPr>
          <p:spPr bwMode="auto">
            <a:xfrm>
              <a:off x="4040312" y="1432714"/>
              <a:ext cx="1035744" cy="124078"/>
            </a:xfrm>
            <a:prstGeom prst="bentConnector3">
              <a:avLst>
                <a:gd name="adj1" fmla="val 99966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63" name="TextBox 62"/>
            <p:cNvSpPr txBox="1"/>
            <p:nvPr/>
          </p:nvSpPr>
          <p:spPr>
            <a:xfrm>
              <a:off x="3195176" y="1340768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 bwMode="auto">
            <a:xfrm flipV="1">
              <a:off x="8172400" y="2986858"/>
              <a:ext cx="0" cy="15411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65" name="椭圆 64"/>
            <p:cNvSpPr/>
            <p:nvPr/>
          </p:nvSpPr>
          <p:spPr bwMode="auto">
            <a:xfrm>
              <a:off x="8137797" y="292494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Text Box 323"/>
            <p:cNvSpPr txBox="1">
              <a:spLocks noChangeArrowheads="1"/>
            </p:cNvSpPr>
            <p:nvPr/>
          </p:nvSpPr>
          <p:spPr bwMode="auto">
            <a:xfrm>
              <a:off x="1760150" y="1484784"/>
              <a:ext cx="723618" cy="593465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ACU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7" name="直接连接符 66"/>
            <p:cNvCxnSpPr/>
            <p:nvPr/>
          </p:nvCxnSpPr>
          <p:spPr>
            <a:xfrm flipH="1" flipV="1">
              <a:off x="2483768" y="1584731"/>
              <a:ext cx="650314" cy="1202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2555776" y="1340768"/>
              <a:ext cx="535438" cy="4940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69" name="直接连接符 68"/>
            <p:cNvCxnSpPr/>
            <p:nvPr/>
          </p:nvCxnSpPr>
          <p:spPr>
            <a:xfrm flipH="1" flipV="1">
              <a:off x="2483768" y="1804955"/>
              <a:ext cx="650314" cy="1202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 Box 323"/>
            <p:cNvSpPr txBox="1">
              <a:spLocks noChangeArrowheads="1"/>
            </p:cNvSpPr>
            <p:nvPr/>
          </p:nvSpPr>
          <p:spPr bwMode="auto">
            <a:xfrm>
              <a:off x="1757253" y="2204864"/>
              <a:ext cx="723618" cy="2181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>
            <a:xfrm>
              <a:off x="2483768" y="2276872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187"/>
            <p:cNvCxnSpPr/>
            <p:nvPr/>
          </p:nvCxnSpPr>
          <p:spPr>
            <a:xfrm rot="16200000" flipV="1">
              <a:off x="2411159" y="2060247"/>
              <a:ext cx="289234" cy="144016"/>
            </a:xfrm>
            <a:prstGeom prst="bentConnector3">
              <a:avLst>
                <a:gd name="adj1" fmla="val 100809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1619672" y="1988840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187"/>
            <p:cNvCxnSpPr/>
            <p:nvPr/>
          </p:nvCxnSpPr>
          <p:spPr>
            <a:xfrm rot="16200000" flipH="1">
              <a:off x="1540914" y="2060533"/>
              <a:ext cx="295097" cy="137579"/>
            </a:xfrm>
            <a:prstGeom prst="bentConnector3">
              <a:avLst>
                <a:gd name="adj1" fmla="val 103258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199"/>
            <p:cNvCxnSpPr/>
            <p:nvPr/>
          </p:nvCxnSpPr>
          <p:spPr bwMode="auto">
            <a:xfrm flipV="1">
              <a:off x="1547664" y="2420888"/>
              <a:ext cx="288032" cy="181547"/>
            </a:xfrm>
            <a:prstGeom prst="bentConnector3">
              <a:avLst>
                <a:gd name="adj1" fmla="val 100505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6" name="直接连接符 75"/>
            <p:cNvCxnSpPr/>
            <p:nvPr/>
          </p:nvCxnSpPr>
          <p:spPr>
            <a:xfrm>
              <a:off x="1547663" y="1844824"/>
              <a:ext cx="216025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1547664" y="1700808"/>
              <a:ext cx="216025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246"/>
            <p:cNvCxnSpPr/>
            <p:nvPr/>
          </p:nvCxnSpPr>
          <p:spPr>
            <a:xfrm>
              <a:off x="1547663" y="1340768"/>
              <a:ext cx="216026" cy="216024"/>
            </a:xfrm>
            <a:prstGeom prst="bentConnector3">
              <a:avLst>
                <a:gd name="adj1" fmla="val -1307"/>
              </a:avLst>
            </a:prstGeom>
            <a:ln w="12700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683568" y="1556792"/>
              <a:ext cx="823470" cy="39895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Branch</a:t>
              </a:r>
              <a:endParaRPr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algn="r">
                <a:lnSpc>
                  <a:spcPct val="70000"/>
                </a:lnSpc>
              </a:pPr>
              <a:r>
                <a:rPr lang="en-US" altLang="zh-CN" sz="1800" b="1" dirty="0">
                  <a:latin typeface="+mn-ea"/>
                  <a:ea typeface="+mn-ea"/>
                  <a:cs typeface="Times New Roman" panose="02020603050405020304" pitchFamily="18" charset="0"/>
                </a:rPr>
                <a:t>Jump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0" name="直接连接符 79"/>
            <p:cNvCxnSpPr/>
            <p:nvPr/>
          </p:nvCxnSpPr>
          <p:spPr>
            <a:xfrm flipV="1">
              <a:off x="7308304" y="1340768"/>
              <a:ext cx="1" cy="1008112"/>
            </a:xfrm>
            <a:prstGeom prst="line">
              <a:avLst/>
            </a:prstGeom>
            <a:ln w="12700">
              <a:solidFill>
                <a:srgbClr val="990099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1547664" y="1340768"/>
              <a:ext cx="5760640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130552" y="2420888"/>
              <a:ext cx="417111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4" name="Text Box 116"/>
          <p:cNvSpPr txBox="1">
            <a:spLocks noChangeArrowheads="1"/>
          </p:cNvSpPr>
          <p:nvPr/>
        </p:nvSpPr>
        <p:spPr bwMode="auto">
          <a:xfrm>
            <a:off x="2736000" y="756000"/>
            <a:ext cx="576407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u="sng" dirty="0">
                <a:latin typeface="宋体" panose="02010600030101010101" pitchFamily="2" charset="-122"/>
              </a:rPr>
              <a:t>相等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比较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ALU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实现、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地址计算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ACU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实现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123" name="Text Box 116"/>
          <p:cNvSpPr txBox="1">
            <a:spLocks noChangeArrowheads="1"/>
          </p:cNvSpPr>
          <p:nvPr/>
        </p:nvSpPr>
        <p:spPr bwMode="auto">
          <a:xfrm>
            <a:off x="2592070" y="4787900"/>
            <a:ext cx="3596640" cy="13608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同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beq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无数据操作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同</a:t>
            </a:r>
            <a:r>
              <a:rPr lang="en-US" altLang="zh-CN" sz="2200" b="1" dirty="0" err="1">
                <a:latin typeface="宋体" panose="02010600030101010101" pitchFamily="2" charset="-122"/>
              </a:rPr>
              <a:t>beq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写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时机相同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增设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IMEM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24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34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1979712" y="2232000"/>
            <a:ext cx="1152128" cy="787044"/>
            <a:chOff x="1979712" y="2204861"/>
            <a:chExt cx="1152128" cy="787044"/>
          </a:xfrm>
        </p:grpSpPr>
        <p:cxnSp>
          <p:nvCxnSpPr>
            <p:cNvPr id="128" name="直接连接符 187"/>
            <p:cNvCxnSpPr/>
            <p:nvPr/>
          </p:nvCxnSpPr>
          <p:spPr>
            <a:xfrm rot="10800000" flipV="1">
              <a:off x="1979712" y="2204861"/>
              <a:ext cx="648072" cy="220220"/>
            </a:xfrm>
            <a:prstGeom prst="bentConnector3">
              <a:avLst>
                <a:gd name="adj1" fmla="val 29"/>
              </a:avLst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 Box 323"/>
            <p:cNvSpPr txBox="1">
              <a:spLocks noChangeArrowheads="1"/>
            </p:cNvSpPr>
            <p:nvPr/>
          </p:nvSpPr>
          <p:spPr bwMode="auto">
            <a:xfrm>
              <a:off x="2123728" y="2564904"/>
              <a:ext cx="648072" cy="427001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0" name="直接连接符 129"/>
            <p:cNvCxnSpPr/>
            <p:nvPr/>
          </p:nvCxnSpPr>
          <p:spPr>
            <a:xfrm>
              <a:off x="2771800" y="2780928"/>
              <a:ext cx="36004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87"/>
            <p:cNvCxnSpPr/>
            <p:nvPr/>
          </p:nvCxnSpPr>
          <p:spPr>
            <a:xfrm rot="16200000" flipH="1">
              <a:off x="1943471" y="2461321"/>
              <a:ext cx="211832" cy="139350"/>
            </a:xfrm>
            <a:prstGeom prst="bentConnector3">
              <a:avLst>
                <a:gd name="adj1" fmla="val 99461"/>
              </a:avLst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组合 125"/>
          <p:cNvGrpSpPr/>
          <p:nvPr/>
        </p:nvGrpSpPr>
        <p:grpSpPr>
          <a:xfrm>
            <a:off x="2159676" y="3816000"/>
            <a:ext cx="5229427" cy="576040"/>
            <a:chOff x="2015580" y="4221088"/>
            <a:chExt cx="5229427" cy="576040"/>
          </a:xfrm>
        </p:grpSpPr>
        <p:sp>
          <p:nvSpPr>
            <p:cNvPr id="132" name="TextBox 131"/>
            <p:cNvSpPr txBox="1"/>
            <p:nvPr/>
          </p:nvSpPr>
          <p:spPr>
            <a:xfrm>
              <a:off x="2015580" y="4221088"/>
              <a:ext cx="381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3" name="直接连接符 132"/>
            <p:cNvCxnSpPr/>
            <p:nvPr/>
          </p:nvCxnSpPr>
          <p:spPr>
            <a:xfrm>
              <a:off x="4717137" y="4437112"/>
              <a:ext cx="208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4724727" y="4225858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2627784" y="4221088"/>
              <a:ext cx="208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>
              <a:off x="2626196" y="4225858"/>
              <a:ext cx="1588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2483784" y="4437112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6812958" y="4221112"/>
              <a:ext cx="1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6805369" y="4221088"/>
              <a:ext cx="432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3275856" y="4293096"/>
              <a:ext cx="0" cy="14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2627784" y="4365104"/>
              <a:ext cx="648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/>
            <p:cNvSpPr txBox="1"/>
            <p:nvPr/>
          </p:nvSpPr>
          <p:spPr>
            <a:xfrm>
              <a:off x="6525007" y="4581128"/>
              <a:ext cx="72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3" name="直接连接符 142"/>
            <p:cNvCxnSpPr/>
            <p:nvPr/>
          </p:nvCxnSpPr>
          <p:spPr>
            <a:xfrm flipV="1">
              <a:off x="6798470" y="4437112"/>
              <a:ext cx="1" cy="14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4720933" y="4437112"/>
              <a:ext cx="0" cy="14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/>
            <p:cNvSpPr txBox="1"/>
            <p:nvPr/>
          </p:nvSpPr>
          <p:spPr>
            <a:xfrm>
              <a:off x="4139952" y="4581128"/>
              <a:ext cx="108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  <a:endParaRPr lang="zh-CN" altLang="en-US" sz="1600" b="1" dirty="0" smtClean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6" name="直接连接符 145"/>
            <p:cNvCxnSpPr/>
            <p:nvPr/>
          </p:nvCxnSpPr>
          <p:spPr>
            <a:xfrm>
              <a:off x="7100991" y="4293096"/>
              <a:ext cx="0" cy="246773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 flipV="1">
              <a:off x="6805369" y="4365104"/>
              <a:ext cx="288000" cy="1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3635896" y="4293096"/>
              <a:ext cx="0" cy="144000"/>
            </a:xfrm>
            <a:prstGeom prst="line">
              <a:avLst/>
            </a:prstGeom>
            <a:ln w="9525">
              <a:solidFill>
                <a:srgbClr val="9900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3275856" y="4365104"/>
              <a:ext cx="360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3635896" y="4365104"/>
              <a:ext cx="1080000" cy="0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组合 150"/>
          <p:cNvGrpSpPr/>
          <p:nvPr/>
        </p:nvGrpSpPr>
        <p:grpSpPr>
          <a:xfrm>
            <a:off x="2627864" y="4032000"/>
            <a:ext cx="5400520" cy="360016"/>
            <a:chOff x="2483768" y="4437112"/>
            <a:chExt cx="5400520" cy="360016"/>
          </a:xfrm>
        </p:grpSpPr>
        <p:sp>
          <p:nvSpPr>
            <p:cNvPr id="152" name="TextBox 151"/>
            <p:cNvSpPr txBox="1"/>
            <p:nvPr/>
          </p:nvSpPr>
          <p:spPr>
            <a:xfrm>
              <a:off x="7164288" y="4581128"/>
              <a:ext cx="72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rgbClr val="FF3399"/>
                  </a:solidFill>
                </a:rPr>
                <a:t>、</a:t>
              </a:r>
              <a:r>
                <a:rPr lang="zh-CN" altLang="en-US" dirty="0" smtClean="0">
                  <a:solidFill>
                    <a:srgbClr val="FF3399"/>
                  </a:solidFill>
                </a:rPr>
                <a:t>写</a:t>
              </a:r>
              <a:r>
                <a:rPr lang="en-US" altLang="zh-CN" dirty="0">
                  <a:solidFill>
                    <a:srgbClr val="FF3399"/>
                  </a:solidFill>
                </a:rPr>
                <a:t>PC</a:t>
              </a:r>
              <a:endParaRPr lang="zh-CN" altLang="en-US" dirty="0">
                <a:solidFill>
                  <a:srgbClr val="FF3399"/>
                </a:solidFill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>
            <a:xfrm flipH="1" flipV="1">
              <a:off x="2914696" y="4437112"/>
              <a:ext cx="1120" cy="144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/>
            <p:cNvSpPr txBox="1"/>
            <p:nvPr/>
          </p:nvSpPr>
          <p:spPr>
            <a:xfrm>
              <a:off x="2483768" y="4581128"/>
              <a:ext cx="792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>
                  <a:solidFill>
                    <a:srgbClr val="FF3399"/>
                  </a:solidFill>
                </a:rPr>
                <a:t>读</a:t>
              </a:r>
              <a:r>
                <a:rPr lang="en-US" altLang="zh-CN" dirty="0">
                  <a:solidFill>
                    <a:srgbClr val="FF3399"/>
                  </a:solidFill>
                </a:rPr>
                <a:t>IMEM</a:t>
              </a:r>
              <a:endParaRPr lang="zh-CN" altLang="en-US" dirty="0">
                <a:solidFill>
                  <a:srgbClr val="FF3399"/>
                </a:solidFill>
              </a:endParaRPr>
            </a:p>
          </p:txBody>
        </p:sp>
      </p:grpSp>
      <p:sp>
        <p:nvSpPr>
          <p:cNvPr id="155" name="Text Box 8"/>
          <p:cNvSpPr txBox="1">
            <a:spLocks noChangeArrowheads="1"/>
          </p:cNvSpPr>
          <p:nvPr/>
        </p:nvSpPr>
        <p:spPr bwMode="auto">
          <a:xfrm>
            <a:off x="4608000" y="4464000"/>
            <a:ext cx="403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b="1" dirty="0">
                <a:latin typeface="宋体" panose="02010600030101010101" pitchFamily="2" charset="-122"/>
              </a:rPr>
              <a:t> IMEM</a:t>
            </a:r>
            <a:r>
              <a:rPr lang="zh-CN" altLang="en-US" sz="1800" b="1" dirty="0">
                <a:latin typeface="宋体" panose="02010600030101010101" pitchFamily="2" charset="-122"/>
              </a:rPr>
              <a:t>为</a:t>
            </a:r>
            <a:r>
              <a:rPr lang="zh-CN" altLang="en-US" sz="1800" b="1" u="sng" dirty="0">
                <a:latin typeface="宋体" panose="02010600030101010101" pitchFamily="2" charset="-122"/>
              </a:rPr>
              <a:t>同步</a:t>
            </a:r>
            <a:r>
              <a:rPr lang="en-US" altLang="zh-CN" sz="1800" b="1" dirty="0">
                <a:latin typeface="宋体" panose="02010600030101010101" pitchFamily="2" charset="-122"/>
              </a:rPr>
              <a:t>RAM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时，何时写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6372000" y="4801380"/>
            <a:ext cx="2088000" cy="288000"/>
          </a:xfrm>
          <a:prstGeom prst="rect">
            <a:avLst/>
          </a:prstGeom>
          <a:noFill/>
        </p:spPr>
        <p:txBody>
          <a:bodyPr wrap="square" lIns="18000" tIns="10800" rIns="18000" bIns="1080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b="1" i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1600" b="1" baseline="-180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1600" b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中部</a:t>
            </a:r>
            <a:r>
              <a:rPr lang="en-US" altLang="zh-CN" sz="1600" b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1600" b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上升沿时读</a:t>
            </a:r>
            <a:r>
              <a:rPr lang="en-US" altLang="zh-CN" sz="1600" b="1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zh-CN" altLang="en-US" sz="1600" b="1" dirty="0" smtClean="0">
              <a:solidFill>
                <a:schemeClr val="bg1">
                  <a:lumMod val="65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7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4" grpId="0"/>
      <p:bldP spid="155" grpId="0" bldLvl="0" animBg="1"/>
      <p:bldP spid="15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09" name="Text Box 116"/>
          <p:cNvSpPr txBox="1">
            <a:spLocks noChangeArrowheads="1"/>
          </p:cNvSpPr>
          <p:nvPr/>
        </p:nvSpPr>
        <p:spPr bwMode="auto">
          <a:xfrm>
            <a:off x="179263" y="360000"/>
            <a:ext cx="2952229" cy="4554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4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*设计结果汇总：</a:t>
            </a:r>
            <a:endParaRPr lang="en-US" altLang="zh-CN" sz="2200" b="1" kern="100" spc="-100" dirty="0" smtClean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电路组成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接口信号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操作时序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73" name="Text Box 116"/>
          <p:cNvSpPr txBox="1">
            <a:spLocks noChangeArrowheads="1"/>
          </p:cNvSpPr>
          <p:nvPr/>
        </p:nvSpPr>
        <p:spPr bwMode="auto">
          <a:xfrm>
            <a:off x="2196000" y="3924000"/>
            <a:ext cx="6302375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OPCmd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(10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，工作脉冲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(2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均来自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CU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406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770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" name="AutoShape 49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AutoShape 49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>
            <a:off x="2304000" y="4500000"/>
            <a:ext cx="5832608" cy="1080120"/>
            <a:chOff x="1403688" y="4797152"/>
            <a:chExt cx="5832608" cy="1080120"/>
          </a:xfrm>
        </p:grpSpPr>
        <p:sp>
          <p:nvSpPr>
            <p:cNvPr id="245" name="TextBox 244"/>
            <p:cNvSpPr txBox="1"/>
            <p:nvPr/>
          </p:nvSpPr>
          <p:spPr>
            <a:xfrm>
              <a:off x="1403688" y="4797176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>
            <a:xfrm flipV="1">
              <a:off x="4283968" y="5013176"/>
              <a:ext cx="2304256" cy="1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>
              <a:off x="4283968" y="480192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>
              <a:off x="1979712" y="4797152"/>
              <a:ext cx="230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 flipH="1">
              <a:off x="1979712" y="4801922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1835712" y="5013176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>
              <a:off x="6580632" y="4797176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>
              <a:off x="6580634" y="4797152"/>
              <a:ext cx="216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Box 267"/>
            <p:cNvSpPr txBox="1"/>
            <p:nvPr/>
          </p:nvSpPr>
          <p:spPr>
            <a:xfrm>
              <a:off x="5940152" y="5661248"/>
              <a:ext cx="1296144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及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69" name="直接连接符 268"/>
            <p:cNvCxnSpPr/>
            <p:nvPr/>
          </p:nvCxnSpPr>
          <p:spPr>
            <a:xfrm flipV="1">
              <a:off x="6588224" y="5337240"/>
              <a:ext cx="0" cy="288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 flipV="1">
              <a:off x="4283968" y="5337240"/>
              <a:ext cx="0" cy="288000"/>
            </a:xfrm>
            <a:prstGeom prst="line">
              <a:avLst/>
            </a:prstGeom>
            <a:ln w="15875">
              <a:solidFill>
                <a:srgbClr val="FF3399"/>
              </a:solidFill>
              <a:headEnd type="none" w="med" len="sm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271"/>
            <p:cNvSpPr txBox="1"/>
            <p:nvPr/>
          </p:nvSpPr>
          <p:spPr>
            <a:xfrm>
              <a:off x="3707904" y="5661248"/>
              <a:ext cx="1152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  <a:endParaRPr lang="zh-CN" altLang="en-US" sz="1800" b="1" dirty="0" smtClean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79" name="直接连接符 278"/>
            <p:cNvCxnSpPr/>
            <p:nvPr/>
          </p:nvCxnSpPr>
          <p:spPr>
            <a:xfrm flipV="1">
              <a:off x="2123728" y="5337240"/>
              <a:ext cx="0" cy="288000"/>
            </a:xfrm>
            <a:prstGeom prst="line">
              <a:avLst/>
            </a:prstGeom>
            <a:ln w="15875">
              <a:solidFill>
                <a:srgbClr val="990099"/>
              </a:solidFill>
              <a:headEnd type="none" w="med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1835784" y="5661272"/>
              <a:ext cx="792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IMEM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1403688" y="5085184"/>
              <a:ext cx="360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5" name="直接连接符 194"/>
            <p:cNvCxnSpPr/>
            <p:nvPr/>
          </p:nvCxnSpPr>
          <p:spPr>
            <a:xfrm>
              <a:off x="4283968" y="5085184"/>
              <a:ext cx="230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4283968" y="50851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>
            <a:xfrm flipV="1">
              <a:off x="1979712" y="5301208"/>
              <a:ext cx="230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 flipH="1">
              <a:off x="1979712" y="50851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>
              <a:off x="1835712" y="5085184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6588224" y="50851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6588224" y="5301208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TextBox 210"/>
            <p:cNvSpPr txBox="1"/>
            <p:nvPr/>
          </p:nvSpPr>
          <p:spPr>
            <a:xfrm>
              <a:off x="2195736" y="5373240"/>
              <a:ext cx="2014562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取指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+CU+GPR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+ALU)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429949" y="1260000"/>
            <a:ext cx="8606547" cy="2672003"/>
            <a:chOff x="395536" y="908720"/>
            <a:chExt cx="8606547" cy="2672003"/>
          </a:xfrm>
        </p:grpSpPr>
        <p:sp>
          <p:nvSpPr>
            <p:cNvPr id="182" name="Text Box 323"/>
            <p:cNvSpPr txBox="1">
              <a:spLocks noChangeArrowheads="1"/>
            </p:cNvSpPr>
            <p:nvPr/>
          </p:nvSpPr>
          <p:spPr bwMode="auto">
            <a:xfrm>
              <a:off x="1547664" y="1268760"/>
              <a:ext cx="7272808" cy="194755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4" name="直接连接符 183"/>
            <p:cNvCxnSpPr/>
            <p:nvPr/>
          </p:nvCxnSpPr>
          <p:spPr>
            <a:xfrm flipH="1">
              <a:off x="7308317" y="2233634"/>
              <a:ext cx="2" cy="347540"/>
            </a:xfrm>
            <a:prstGeom prst="line">
              <a:avLst/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8"/>
            <p:cNvCxnSpPr/>
            <p:nvPr/>
          </p:nvCxnSpPr>
          <p:spPr>
            <a:xfrm flipV="1">
              <a:off x="7308317" y="2577604"/>
              <a:ext cx="648059" cy="3570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 Box 323"/>
            <p:cNvSpPr txBox="1">
              <a:spLocks noChangeArrowheads="1"/>
            </p:cNvSpPr>
            <p:nvPr/>
          </p:nvSpPr>
          <p:spPr bwMode="auto">
            <a:xfrm>
              <a:off x="4784486" y="1916832"/>
              <a:ext cx="723618" cy="64807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7" name="直接连接符 8"/>
            <p:cNvCxnSpPr/>
            <p:nvPr/>
          </p:nvCxnSpPr>
          <p:spPr>
            <a:xfrm flipV="1">
              <a:off x="5508104" y="1981773"/>
              <a:ext cx="432048" cy="334873"/>
            </a:xfrm>
            <a:prstGeom prst="bentConnector3">
              <a:avLst>
                <a:gd name="adj1" fmla="val 32363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 Box 363"/>
            <p:cNvSpPr txBox="1">
              <a:spLocks noChangeArrowheads="1"/>
            </p:cNvSpPr>
            <p:nvPr/>
          </p:nvSpPr>
          <p:spPr bwMode="auto">
            <a:xfrm>
              <a:off x="3203848" y="1772816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04" name="直接连接符 203"/>
            <p:cNvCxnSpPr/>
            <p:nvPr/>
          </p:nvCxnSpPr>
          <p:spPr bwMode="auto">
            <a:xfrm>
              <a:off x="3206090" y="1432714"/>
              <a:ext cx="0" cy="156423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5" name="直接连接符 204"/>
            <p:cNvCxnSpPr/>
            <p:nvPr/>
          </p:nvCxnSpPr>
          <p:spPr>
            <a:xfrm>
              <a:off x="5508104" y="2492896"/>
              <a:ext cx="1295161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AutoShape 15"/>
            <p:cNvSpPr>
              <a:spLocks noChangeArrowheads="1"/>
            </p:cNvSpPr>
            <p:nvPr/>
          </p:nvSpPr>
          <p:spPr bwMode="auto">
            <a:xfrm rot="16200000">
              <a:off x="6659741" y="2060357"/>
              <a:ext cx="648071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207" name="直接连接符 206"/>
            <p:cNvCxnSpPr/>
            <p:nvPr/>
          </p:nvCxnSpPr>
          <p:spPr>
            <a:xfrm>
              <a:off x="4283968" y="2132856"/>
              <a:ext cx="50051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>
              <a:off x="3206090" y="2321322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>
              <a:off x="3206090" y="2492896"/>
              <a:ext cx="1578396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35"/>
            <p:cNvCxnSpPr>
              <a:stCxn id="258" idx="1"/>
            </p:cNvCxnSpPr>
            <p:nvPr/>
          </p:nvCxnSpPr>
          <p:spPr>
            <a:xfrm rot="10800000" flipV="1">
              <a:off x="4567840" y="1701255"/>
              <a:ext cx="292193" cy="287584"/>
            </a:xfrm>
            <a:prstGeom prst="bentConnector3">
              <a:avLst>
                <a:gd name="adj1" fmla="val 99984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82"/>
            <p:cNvCxnSpPr>
              <a:endCxn id="186" idx="2"/>
            </p:cNvCxnSpPr>
            <p:nvPr/>
          </p:nvCxnSpPr>
          <p:spPr bwMode="auto">
            <a:xfrm flipV="1">
              <a:off x="4499992" y="2564904"/>
              <a:ext cx="646303" cy="106075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13" name="直接连接符 212"/>
            <p:cNvCxnSpPr/>
            <p:nvPr/>
          </p:nvCxnSpPr>
          <p:spPr bwMode="auto">
            <a:xfrm flipV="1">
              <a:off x="5364088" y="2564904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4" name="直接连接符 8"/>
            <p:cNvCxnSpPr>
              <a:stCxn id="206" idx="2"/>
            </p:cNvCxnSpPr>
            <p:nvPr/>
          </p:nvCxnSpPr>
          <p:spPr>
            <a:xfrm flipH="1" flipV="1">
              <a:off x="5364088" y="1772817"/>
              <a:ext cx="1800200" cy="468051"/>
            </a:xfrm>
            <a:prstGeom prst="bentConnector3">
              <a:avLst>
                <a:gd name="adj1" fmla="val -7972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 bwMode="auto">
            <a:xfrm flipV="1">
              <a:off x="7020272" y="2492896"/>
              <a:ext cx="0" cy="86409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16" name="直接连接符 215"/>
            <p:cNvCxnSpPr/>
            <p:nvPr/>
          </p:nvCxnSpPr>
          <p:spPr>
            <a:xfrm>
              <a:off x="7164288" y="209979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>
              <a:off x="7164288" y="2348880"/>
              <a:ext cx="36004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TextBox 217"/>
            <p:cNvSpPr txBox="1"/>
            <p:nvPr/>
          </p:nvSpPr>
          <p:spPr>
            <a:xfrm>
              <a:off x="7532699" y="1966720"/>
              <a:ext cx="2796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OF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7524328" y="2204864"/>
              <a:ext cx="279661" cy="2381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6782320" y="3356992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4167584" y="3356992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2895503" y="1916832"/>
              <a:ext cx="308345" cy="710598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" name="Text Box 18"/>
            <p:cNvSpPr txBox="1">
              <a:spLocks noChangeArrowheads="1"/>
            </p:cNvSpPr>
            <p:nvPr/>
          </p:nvSpPr>
          <p:spPr bwMode="auto">
            <a:xfrm>
              <a:off x="3779913" y="191683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4" name="矩形 223"/>
            <p:cNvSpPr/>
            <p:nvPr/>
          </p:nvSpPr>
          <p:spPr bwMode="auto">
            <a:xfrm>
              <a:off x="3779913" y="210427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" name="矩形 224"/>
            <p:cNvSpPr/>
            <p:nvPr/>
          </p:nvSpPr>
          <p:spPr bwMode="auto">
            <a:xfrm>
              <a:off x="3788297" y="194576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>
            <a:xfrm>
              <a:off x="3206090" y="2852936"/>
              <a:ext cx="1569500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>
              <a:off x="3206090" y="1988840"/>
              <a:ext cx="57190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103"/>
            <p:cNvCxnSpPr/>
            <p:nvPr/>
          </p:nvCxnSpPr>
          <p:spPr>
            <a:xfrm flipV="1">
              <a:off x="3563888" y="2132856"/>
              <a:ext cx="214104" cy="185544"/>
            </a:xfrm>
            <a:prstGeom prst="bentConnector3">
              <a:avLst>
                <a:gd name="adj1" fmla="val -843"/>
              </a:avLst>
            </a:prstGeom>
            <a:ln w="1270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 Box 323"/>
            <p:cNvSpPr txBox="1">
              <a:spLocks noChangeArrowheads="1"/>
            </p:cNvSpPr>
            <p:nvPr/>
          </p:nvSpPr>
          <p:spPr bwMode="auto">
            <a:xfrm>
              <a:off x="4775590" y="2708920"/>
              <a:ext cx="732514" cy="28803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 smtClean="0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230" name="Text Box 18"/>
            <p:cNvSpPr txBox="1">
              <a:spLocks noChangeArrowheads="1"/>
            </p:cNvSpPr>
            <p:nvPr/>
          </p:nvSpPr>
          <p:spPr bwMode="auto">
            <a:xfrm>
              <a:off x="5940152" y="191683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31" name="矩形 230"/>
            <p:cNvSpPr/>
            <p:nvPr/>
          </p:nvSpPr>
          <p:spPr bwMode="auto">
            <a:xfrm>
              <a:off x="5940152" y="210427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2" name="矩形 231"/>
            <p:cNvSpPr/>
            <p:nvPr/>
          </p:nvSpPr>
          <p:spPr bwMode="auto">
            <a:xfrm>
              <a:off x="5948536" y="194576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33" name="直接连接符 232"/>
            <p:cNvCxnSpPr/>
            <p:nvPr/>
          </p:nvCxnSpPr>
          <p:spPr>
            <a:xfrm flipV="1">
              <a:off x="6444208" y="1988840"/>
              <a:ext cx="359057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8"/>
            <p:cNvCxnSpPr>
              <a:stCxn id="229" idx="3"/>
            </p:cNvCxnSpPr>
            <p:nvPr/>
          </p:nvCxnSpPr>
          <p:spPr>
            <a:xfrm flipV="1">
              <a:off x="5508104" y="2141240"/>
              <a:ext cx="290274" cy="711696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>
              <a:off x="5798378" y="2141240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TextBox 235"/>
            <p:cNvSpPr txBox="1"/>
            <p:nvPr/>
          </p:nvSpPr>
          <p:spPr>
            <a:xfrm>
              <a:off x="3244474" y="2636912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flipV="1">
              <a:off x="3911128" y="2214834"/>
              <a:ext cx="0" cy="114215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39" name="直接连接符 238"/>
            <p:cNvCxnSpPr/>
            <p:nvPr/>
          </p:nvCxnSpPr>
          <p:spPr bwMode="auto">
            <a:xfrm flipH="1" flipV="1">
              <a:off x="5297287" y="2986858"/>
              <a:ext cx="2601" cy="3701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40" name="直接连接符 239"/>
            <p:cNvCxnSpPr/>
            <p:nvPr/>
          </p:nvCxnSpPr>
          <p:spPr bwMode="auto">
            <a:xfrm flipV="1">
              <a:off x="6192179" y="2205758"/>
              <a:ext cx="0" cy="11512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41" name="TextBox 240"/>
            <p:cNvSpPr txBox="1"/>
            <p:nvPr/>
          </p:nvSpPr>
          <p:spPr>
            <a:xfrm>
              <a:off x="3278098" y="3356992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4932040" y="3356992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3" name="直接连接符 242"/>
            <p:cNvCxnSpPr/>
            <p:nvPr/>
          </p:nvCxnSpPr>
          <p:spPr bwMode="auto">
            <a:xfrm flipH="1" flipV="1">
              <a:off x="4502234" y="2670980"/>
              <a:ext cx="5787" cy="6860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44" name="TextBox 243"/>
            <p:cNvSpPr txBox="1"/>
            <p:nvPr/>
          </p:nvSpPr>
          <p:spPr>
            <a:xfrm>
              <a:off x="5868144" y="3356992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58" name="Text Box 18"/>
            <p:cNvSpPr txBox="1">
              <a:spLocks noChangeArrowheads="1"/>
            </p:cNvSpPr>
            <p:nvPr/>
          </p:nvSpPr>
          <p:spPr bwMode="auto">
            <a:xfrm>
              <a:off x="4860032" y="1556792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9" name="矩形 258"/>
            <p:cNvSpPr/>
            <p:nvPr/>
          </p:nvSpPr>
          <p:spPr bwMode="auto">
            <a:xfrm>
              <a:off x="5283695" y="1591594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0" name="矩形 259"/>
            <p:cNvSpPr/>
            <p:nvPr/>
          </p:nvSpPr>
          <p:spPr bwMode="auto">
            <a:xfrm>
              <a:off x="5292079" y="1735610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1" name="直接连接符 260"/>
            <p:cNvCxnSpPr/>
            <p:nvPr/>
          </p:nvCxnSpPr>
          <p:spPr>
            <a:xfrm flipV="1">
              <a:off x="4574242" y="1988840"/>
              <a:ext cx="21378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 Box 323"/>
            <p:cNvSpPr txBox="1">
              <a:spLocks noChangeArrowheads="1"/>
            </p:cNvSpPr>
            <p:nvPr/>
          </p:nvSpPr>
          <p:spPr bwMode="auto">
            <a:xfrm>
              <a:off x="7956376" y="2420888"/>
              <a:ext cx="648072" cy="504056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4" name="直接连接符 8"/>
            <p:cNvCxnSpPr/>
            <p:nvPr/>
          </p:nvCxnSpPr>
          <p:spPr>
            <a:xfrm>
              <a:off x="5652120" y="2313924"/>
              <a:ext cx="2304256" cy="467004"/>
            </a:xfrm>
            <a:prstGeom prst="bentConnector3">
              <a:avLst>
                <a:gd name="adj1" fmla="val 16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8"/>
            <p:cNvCxnSpPr>
              <a:stCxn id="262" idx="3"/>
            </p:cNvCxnSpPr>
            <p:nvPr/>
          </p:nvCxnSpPr>
          <p:spPr>
            <a:xfrm flipH="1" flipV="1">
              <a:off x="5364088" y="1627598"/>
              <a:ext cx="3240360" cy="1045318"/>
            </a:xfrm>
            <a:prstGeom prst="bentConnector3">
              <a:avLst>
                <a:gd name="adj1" fmla="val -431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 bwMode="auto">
            <a:xfrm flipV="1">
              <a:off x="8460432" y="2924944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67" name="TextBox 266"/>
            <p:cNvSpPr txBox="1"/>
            <p:nvPr/>
          </p:nvSpPr>
          <p:spPr>
            <a:xfrm>
              <a:off x="7629158" y="3356992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8316416" y="3356992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MEMRd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75" name="直接连接符 274"/>
            <p:cNvCxnSpPr/>
            <p:nvPr/>
          </p:nvCxnSpPr>
          <p:spPr bwMode="auto">
            <a:xfrm flipV="1">
              <a:off x="8100392" y="2924944"/>
              <a:ext cx="0" cy="4320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6" name="直接连接符 87"/>
            <p:cNvCxnSpPr>
              <a:endCxn id="258" idx="0"/>
            </p:cNvCxnSpPr>
            <p:nvPr/>
          </p:nvCxnSpPr>
          <p:spPr bwMode="auto">
            <a:xfrm>
              <a:off x="5112058" y="1158652"/>
              <a:ext cx="2" cy="3981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77" name="TextBox 276"/>
            <p:cNvSpPr txBox="1"/>
            <p:nvPr/>
          </p:nvSpPr>
          <p:spPr>
            <a:xfrm>
              <a:off x="4737303" y="90872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78" name="直接连接符 277"/>
            <p:cNvCxnSpPr/>
            <p:nvPr/>
          </p:nvCxnSpPr>
          <p:spPr bwMode="auto">
            <a:xfrm flipV="1">
              <a:off x="8244408" y="2924945"/>
              <a:ext cx="0" cy="21602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81" name="Text Box 323"/>
            <p:cNvSpPr txBox="1">
              <a:spLocks noChangeArrowheads="1"/>
            </p:cNvSpPr>
            <p:nvPr/>
          </p:nvSpPr>
          <p:spPr bwMode="auto">
            <a:xfrm>
              <a:off x="1832158" y="1484784"/>
              <a:ext cx="723618" cy="593465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ACU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2" name="直接连接符 281"/>
            <p:cNvCxnSpPr/>
            <p:nvPr/>
          </p:nvCxnSpPr>
          <p:spPr>
            <a:xfrm flipH="1" flipV="1">
              <a:off x="2555776" y="1584731"/>
              <a:ext cx="650314" cy="1202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282"/>
            <p:cNvSpPr txBox="1"/>
            <p:nvPr/>
          </p:nvSpPr>
          <p:spPr>
            <a:xfrm>
              <a:off x="2627784" y="1340768"/>
              <a:ext cx="535438" cy="49408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84" name="直接连接符 283"/>
            <p:cNvCxnSpPr/>
            <p:nvPr/>
          </p:nvCxnSpPr>
          <p:spPr>
            <a:xfrm flipH="1" flipV="1">
              <a:off x="2555776" y="1804955"/>
              <a:ext cx="650314" cy="1202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 Box 323"/>
            <p:cNvSpPr txBox="1">
              <a:spLocks noChangeArrowheads="1"/>
            </p:cNvSpPr>
            <p:nvPr/>
          </p:nvSpPr>
          <p:spPr bwMode="auto">
            <a:xfrm>
              <a:off x="1829261" y="2204864"/>
              <a:ext cx="723618" cy="2181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6" name="直接连接符 285"/>
            <p:cNvCxnSpPr/>
            <p:nvPr/>
          </p:nvCxnSpPr>
          <p:spPr>
            <a:xfrm>
              <a:off x="2555776" y="2276872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187"/>
            <p:cNvCxnSpPr/>
            <p:nvPr/>
          </p:nvCxnSpPr>
          <p:spPr>
            <a:xfrm rot="16200000" flipV="1">
              <a:off x="2483167" y="2060247"/>
              <a:ext cx="289234" cy="144016"/>
            </a:xfrm>
            <a:prstGeom prst="bentConnector3">
              <a:avLst>
                <a:gd name="adj1" fmla="val 100809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/>
            <p:cNvCxnSpPr/>
            <p:nvPr/>
          </p:nvCxnSpPr>
          <p:spPr>
            <a:xfrm flipV="1">
              <a:off x="1691680" y="1988840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187"/>
            <p:cNvCxnSpPr/>
            <p:nvPr/>
          </p:nvCxnSpPr>
          <p:spPr>
            <a:xfrm rot="16200000" flipH="1">
              <a:off x="1612922" y="2060533"/>
              <a:ext cx="295097" cy="137579"/>
            </a:xfrm>
            <a:prstGeom prst="bentConnector3">
              <a:avLst>
                <a:gd name="adj1" fmla="val 103258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199"/>
            <p:cNvCxnSpPr/>
            <p:nvPr/>
          </p:nvCxnSpPr>
          <p:spPr bwMode="auto">
            <a:xfrm flipV="1">
              <a:off x="1403648" y="2420889"/>
              <a:ext cx="504056" cy="182114"/>
            </a:xfrm>
            <a:prstGeom prst="bentConnector3">
              <a:avLst>
                <a:gd name="adj1" fmla="val 99887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91" name="直接连接符 290"/>
            <p:cNvCxnSpPr/>
            <p:nvPr/>
          </p:nvCxnSpPr>
          <p:spPr>
            <a:xfrm flipV="1">
              <a:off x="755576" y="1844824"/>
              <a:ext cx="1080120" cy="894"/>
            </a:xfrm>
            <a:prstGeom prst="line">
              <a:avLst/>
            </a:prstGeom>
            <a:ln w="12700">
              <a:solidFill>
                <a:srgbClr val="FF33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>
              <a:off x="1403648" y="1700808"/>
              <a:ext cx="432049" cy="0"/>
            </a:xfrm>
            <a:prstGeom prst="line">
              <a:avLst/>
            </a:prstGeom>
            <a:ln w="12700">
              <a:solidFill>
                <a:srgbClr val="FF33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46"/>
            <p:cNvCxnSpPr/>
            <p:nvPr/>
          </p:nvCxnSpPr>
          <p:spPr>
            <a:xfrm>
              <a:off x="1619671" y="1340768"/>
              <a:ext cx="216026" cy="216024"/>
            </a:xfrm>
            <a:prstGeom prst="bentConnector3">
              <a:avLst>
                <a:gd name="adj1" fmla="val -1307"/>
              </a:avLst>
            </a:prstGeom>
            <a:ln w="12700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TextBox 293"/>
            <p:cNvSpPr txBox="1"/>
            <p:nvPr/>
          </p:nvSpPr>
          <p:spPr>
            <a:xfrm>
              <a:off x="395537" y="908721"/>
              <a:ext cx="1332148" cy="2499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Branch Jump</a:t>
              </a:r>
              <a:endParaRPr lang="en-US" altLang="zh-CN" sz="1800" b="1" dirty="0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95" name="直接连接符 294"/>
            <p:cNvCxnSpPr/>
            <p:nvPr/>
          </p:nvCxnSpPr>
          <p:spPr>
            <a:xfrm flipV="1">
              <a:off x="7380312" y="1340768"/>
              <a:ext cx="1" cy="1008112"/>
            </a:xfrm>
            <a:prstGeom prst="line">
              <a:avLst/>
            </a:prstGeom>
            <a:ln w="12700">
              <a:solidFill>
                <a:srgbClr val="990099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/>
            <p:nvPr/>
          </p:nvCxnSpPr>
          <p:spPr>
            <a:xfrm flipH="1">
              <a:off x="1619672" y="1340768"/>
              <a:ext cx="5760640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TextBox 296"/>
            <p:cNvSpPr txBox="1"/>
            <p:nvPr/>
          </p:nvSpPr>
          <p:spPr>
            <a:xfrm>
              <a:off x="395536" y="2420888"/>
              <a:ext cx="1008112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=)P0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98" name="直接连接符 187"/>
            <p:cNvCxnSpPr/>
            <p:nvPr/>
          </p:nvCxnSpPr>
          <p:spPr>
            <a:xfrm rot="10800000" flipV="1">
              <a:off x="2051720" y="2276869"/>
              <a:ext cx="648072" cy="220220"/>
            </a:xfrm>
            <a:prstGeom prst="bentConnector3">
              <a:avLst>
                <a:gd name="adj1" fmla="val 29"/>
              </a:avLst>
            </a:prstGeom>
            <a:ln w="1905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9" name="Text Box 323"/>
            <p:cNvSpPr txBox="1">
              <a:spLocks noChangeArrowheads="1"/>
            </p:cNvSpPr>
            <p:nvPr/>
          </p:nvSpPr>
          <p:spPr bwMode="auto">
            <a:xfrm>
              <a:off x="2195736" y="2636912"/>
              <a:ext cx="648072" cy="427001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00" name="直接连接符 299"/>
            <p:cNvCxnSpPr/>
            <p:nvPr/>
          </p:nvCxnSpPr>
          <p:spPr>
            <a:xfrm>
              <a:off x="2843808" y="2852936"/>
              <a:ext cx="36004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187"/>
            <p:cNvCxnSpPr/>
            <p:nvPr/>
          </p:nvCxnSpPr>
          <p:spPr>
            <a:xfrm rot="16200000" flipH="1">
              <a:off x="2015479" y="2533329"/>
              <a:ext cx="211832" cy="139350"/>
            </a:xfrm>
            <a:prstGeom prst="bentConnector3">
              <a:avLst>
                <a:gd name="adj1" fmla="val 99461"/>
              </a:avLst>
            </a:prstGeom>
            <a:ln w="19050">
              <a:solidFill>
                <a:srgbClr val="CC3300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 bwMode="auto">
            <a:xfrm>
              <a:off x="1403648" y="3140968"/>
              <a:ext cx="684076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3" name="TextBox 302"/>
            <p:cNvSpPr txBox="1"/>
            <p:nvPr/>
          </p:nvSpPr>
          <p:spPr>
            <a:xfrm>
              <a:off x="395536" y="2924944"/>
              <a:ext cx="1008112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=)P1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04" name="直接连接符 303"/>
            <p:cNvCxnSpPr/>
            <p:nvPr/>
          </p:nvCxnSpPr>
          <p:spPr bwMode="auto">
            <a:xfrm>
              <a:off x="539552" y="2966472"/>
              <a:ext cx="360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5" name="直接连接符 304"/>
            <p:cNvCxnSpPr/>
            <p:nvPr/>
          </p:nvCxnSpPr>
          <p:spPr>
            <a:xfrm flipH="1">
              <a:off x="2792390" y="2983913"/>
              <a:ext cx="411459" cy="380786"/>
            </a:xfrm>
            <a:prstGeom prst="line">
              <a:avLst/>
            </a:prstGeom>
            <a:ln w="15875">
              <a:solidFill>
                <a:srgbClr val="9900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TextBox 305"/>
            <p:cNvSpPr txBox="1"/>
            <p:nvPr/>
          </p:nvSpPr>
          <p:spPr>
            <a:xfrm>
              <a:off x="1311327" y="3364699"/>
              <a:ext cx="160448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指令译码器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ID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07" name="直接连接符 306"/>
            <p:cNvCxnSpPr/>
            <p:nvPr/>
          </p:nvCxnSpPr>
          <p:spPr bwMode="auto">
            <a:xfrm flipV="1">
              <a:off x="1403648" y="1158812"/>
              <a:ext cx="1" cy="54199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08" name="直接连接符 307"/>
            <p:cNvCxnSpPr/>
            <p:nvPr/>
          </p:nvCxnSpPr>
          <p:spPr bwMode="auto">
            <a:xfrm flipV="1">
              <a:off x="755576" y="1158812"/>
              <a:ext cx="1" cy="6860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82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907705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Text Box 5"/>
          <p:cNvSpPr txBox="1">
            <a:spLocks noChangeArrowheads="1"/>
          </p:cNvSpPr>
          <p:nvPr/>
        </p:nvSpPr>
        <p:spPr bwMode="auto">
          <a:xfrm>
            <a:off x="179705" y="274320"/>
            <a:ext cx="5992495" cy="4323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(4)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指令执行过程的组织   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数据通路设计的验证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*指令执行过程的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操作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：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*各指令周期的</a:t>
            </a:r>
            <a:r>
              <a:rPr lang="en-US" altLang="zh-CN" sz="2200" dirty="0" err="1" smtClean="0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数据通路的状态转换图：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13" name="Text Box 116"/>
          <p:cNvSpPr txBox="1">
            <a:spLocks noChangeArrowheads="1"/>
          </p:cNvSpPr>
          <p:nvPr/>
        </p:nvSpPr>
        <p:spPr bwMode="auto">
          <a:xfrm>
            <a:off x="1040765" y="1125220"/>
            <a:ext cx="2160000" cy="437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lang="en-US" altLang="zh-CN" sz="1800" b="1" kern="100" spc="-50" dirty="0" err="1" smtClean="0">
                <a:latin typeface="+mn-ea"/>
              </a:rPr>
              <a:t>Clk</a:t>
            </a:r>
            <a:r>
              <a:rPr lang="zh-CN" altLang="en-US" sz="1800" b="1" kern="100" spc="-50" dirty="0" smtClean="0">
                <a:latin typeface="+mn-ea"/>
              </a:rPr>
              <a:t>时长＝</a:t>
            </a:r>
            <a:r>
              <a:rPr lang="en-US" altLang="zh-CN" sz="1800" b="1" spc="-50" dirty="0" smtClean="0">
                <a:latin typeface="+mn-ea"/>
              </a:rPr>
              <a:t>max{</a:t>
            </a:r>
            <a:r>
              <a:rPr lang="en-US" altLang="zh-CN" sz="1800" b="1" i="1" spc="-50" dirty="0" smtClean="0">
                <a:latin typeface="+mn-ea"/>
              </a:rPr>
              <a:t>T</a:t>
            </a:r>
            <a:r>
              <a:rPr lang="zh-CN" altLang="en-US" sz="1800" b="1" spc="-50" baseline="-18000" dirty="0">
                <a:latin typeface="+mn-ea"/>
              </a:rPr>
              <a:t>指令</a:t>
            </a:r>
            <a:r>
              <a:rPr lang="en-US" altLang="zh-CN" sz="1800" b="1" i="1" spc="-50" baseline="-18000" dirty="0" err="1"/>
              <a:t>i</a:t>
            </a:r>
            <a:r>
              <a:rPr lang="en-US" altLang="zh-CN" sz="1800" b="1" spc="-50" dirty="0" smtClean="0">
                <a:latin typeface="+mn-ea"/>
              </a:rPr>
              <a:t>}</a:t>
            </a:r>
            <a:endParaRPr lang="en-US" altLang="zh-CN" sz="1800" b="1" spc="-50" dirty="0" smtClean="0">
              <a:latin typeface="+mn-ea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3276000" y="900000"/>
            <a:ext cx="5622746" cy="720056"/>
            <a:chOff x="1223616" y="1412776"/>
            <a:chExt cx="5622746" cy="720056"/>
          </a:xfrm>
        </p:grpSpPr>
        <p:sp>
          <p:nvSpPr>
            <p:cNvPr id="115" name="Text Box 65"/>
            <p:cNvSpPr txBox="1">
              <a:spLocks noChangeArrowheads="1"/>
            </p:cNvSpPr>
            <p:nvPr/>
          </p:nvSpPr>
          <p:spPr bwMode="auto">
            <a:xfrm>
              <a:off x="1691616" y="1700776"/>
              <a:ext cx="129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(PC)</a:t>
              </a:r>
              <a:r>
                <a:rPr lang="zh-CN" altLang="en-US" sz="1600" b="1" dirty="0">
                  <a:latin typeface="+mn-ea"/>
                </a:rPr>
                <a:t>→</a:t>
              </a:r>
              <a:r>
                <a:rPr lang="en-US" altLang="zh-CN" sz="1600" b="1" dirty="0">
                  <a:latin typeface="+mn-ea"/>
                </a:rPr>
                <a:t>IMEM</a:t>
              </a:r>
              <a:r>
                <a:rPr lang="zh-CN" altLang="en-US" sz="1600" b="1" dirty="0">
                  <a:latin typeface="+mn-ea"/>
                </a:rPr>
                <a:t>→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6" name="Text Box 66"/>
            <p:cNvSpPr txBox="1">
              <a:spLocks noChangeArrowheads="1"/>
            </p:cNvSpPr>
            <p:nvPr/>
          </p:nvSpPr>
          <p:spPr bwMode="auto">
            <a:xfrm>
              <a:off x="4787992" y="1700776"/>
              <a:ext cx="194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完成数据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7" name="Text Box 65"/>
            <p:cNvSpPr txBox="1">
              <a:spLocks noChangeArrowheads="1"/>
            </p:cNvSpPr>
            <p:nvPr/>
          </p:nvSpPr>
          <p:spPr bwMode="auto">
            <a:xfrm>
              <a:off x="2987992" y="1700776"/>
              <a:ext cx="180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→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CU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→</a:t>
              </a:r>
              <a:r>
                <a:rPr lang="en-US" altLang="zh-CN" sz="1600" dirty="0"/>
                <a:t> 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OPCmd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→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8" name="Text Box 65"/>
            <p:cNvSpPr txBox="1">
              <a:spLocks noChangeArrowheads="1"/>
            </p:cNvSpPr>
            <p:nvPr/>
          </p:nvSpPr>
          <p:spPr bwMode="auto">
            <a:xfrm>
              <a:off x="4787992" y="1916832"/>
              <a:ext cx="194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ACU</a:t>
              </a:r>
              <a:r>
                <a:rPr lang="zh-CN" altLang="en-US" sz="1600" b="1" dirty="0" smtClean="0">
                  <a:latin typeface="+mn-ea"/>
                </a:rPr>
                <a:t>→</a:t>
              </a:r>
              <a:r>
                <a:rPr lang="en-US" altLang="zh-CN" sz="1600" b="1" dirty="0" smtClean="0">
                  <a:latin typeface="+mn-ea"/>
                </a:rPr>
                <a:t>(PC)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223616" y="1412776"/>
              <a:ext cx="381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0" name="直接连接符 119"/>
            <p:cNvCxnSpPr/>
            <p:nvPr/>
          </p:nvCxnSpPr>
          <p:spPr>
            <a:xfrm>
              <a:off x="5147992" y="1628800"/>
              <a:ext cx="158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5147992" y="1412800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1691680" y="1412776"/>
              <a:ext cx="3456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1691680" y="1412800"/>
              <a:ext cx="1588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>
              <a:off x="1583616" y="1628800"/>
              <a:ext cx="10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>
              <a:off x="6738362" y="1412800"/>
              <a:ext cx="1" cy="216000"/>
            </a:xfrm>
            <a:prstGeom prst="line">
              <a:avLst/>
            </a:prstGeom>
            <a:ln w="15875">
              <a:solidFill>
                <a:srgbClr val="CC3300"/>
              </a:solidFill>
              <a:headEnd type="none"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6738362" y="1412776"/>
              <a:ext cx="108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Text Box 116"/>
          <p:cNvSpPr txBox="1">
            <a:spLocks noChangeArrowheads="1"/>
          </p:cNvSpPr>
          <p:nvPr/>
        </p:nvSpPr>
        <p:spPr bwMode="auto">
          <a:xfrm>
            <a:off x="3888105" y="1620000"/>
            <a:ext cx="511810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 smtClean="0">
                <a:latin typeface="宋体" panose="02010600030101010101" pitchFamily="2" charset="-122"/>
              </a:rPr>
              <a:t>仅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步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←单周期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DP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，取</a:t>
            </a:r>
            <a:r>
              <a:rPr lang="zh-CN" altLang="en-US" sz="1600" b="1" dirty="0">
                <a:latin typeface="宋体" panose="02010600030101010101" pitchFamily="2" charset="-122"/>
              </a:rPr>
              <a:t>指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译码无</a:t>
            </a:r>
            <a:r>
              <a:rPr lang="en-US" altLang="zh-CN" sz="1600" dirty="0" err="1" smtClean="0"/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OPCmd</a:t>
            </a:r>
            <a:endParaRPr lang="en-US" altLang="zh-CN" sz="1600" b="1" kern="100" spc="-100" dirty="0" err="1" smtClean="0">
              <a:latin typeface="宋体" panose="02010600030101010101" pitchFamily="2" charset="-122"/>
            </a:endParaRPr>
          </a:p>
        </p:txBody>
      </p:sp>
      <p:graphicFrame>
        <p:nvGraphicFramePr>
          <p:cNvPr id="128" name="表格 127"/>
          <p:cNvGraphicFramePr>
            <a:graphicFrameLocks noGrp="1"/>
          </p:cNvGraphicFramePr>
          <p:nvPr/>
        </p:nvGraphicFramePr>
        <p:xfrm>
          <a:off x="792000" y="2124000"/>
          <a:ext cx="8136905" cy="19284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054"/>
                <a:gridCol w="792088"/>
                <a:gridCol w="936104"/>
                <a:gridCol w="864096"/>
                <a:gridCol w="936104"/>
                <a:gridCol w="936104"/>
                <a:gridCol w="720080"/>
                <a:gridCol w="720080"/>
                <a:gridCol w="720083"/>
                <a:gridCol w="1008112"/>
              </a:tblGrid>
              <a:tr h="24066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Extctr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ALUBsrc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RegAsrc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RegDsrc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MemRd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kumimoji="1" lang="zh-CN" altLang="en-US" sz="1600" b="1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</a:rPr>
                        <a:t>注意：</a:t>
                      </a:r>
                      <a:endParaRPr kumimoji="1" lang="en-US" altLang="zh-CN" sz="1600" b="1" dirty="0" smtClean="0">
                        <a:solidFill>
                          <a:srgbClr val="990099"/>
                        </a:solidFill>
                        <a:latin typeface="宋体" panose="02010600030101010101" pitchFamily="2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kumimoji="1"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与路径无关的信号中，</a:t>
                      </a:r>
                      <a:r>
                        <a:rPr kumimoji="1" lang="zh-CN" altLang="en-US" sz="1600" b="1" u="sng" dirty="0" smtClean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</a:rPr>
                        <a:t>时序逻辑部件</a:t>
                      </a:r>
                      <a:r>
                        <a:rPr kumimoji="1"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的</a:t>
                      </a:r>
                      <a:r>
                        <a:rPr lang="en-US" altLang="zh-CN" sz="1600" b="0" dirty="0" err="1" smtClean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OPCmd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为</a:t>
                      </a:r>
                      <a:r>
                        <a:rPr lang="zh-CN" altLang="en-US" sz="1600" b="1" u="sng" dirty="0" smtClean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</a:rPr>
                        <a:t>无效值</a:t>
                      </a:r>
                      <a:endParaRPr lang="en-US" altLang="zh-CN" sz="1600" b="1" u="sng" dirty="0" smtClean="0">
                        <a:solidFill>
                          <a:srgbClr val="0070C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126951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1427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1427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1427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2799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vMerge="1"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29" name="组合 128"/>
          <p:cNvGrpSpPr/>
          <p:nvPr/>
        </p:nvGrpSpPr>
        <p:grpSpPr>
          <a:xfrm>
            <a:off x="323640" y="4572000"/>
            <a:ext cx="8712856" cy="1237886"/>
            <a:chOff x="251520" y="2708952"/>
            <a:chExt cx="8712856" cy="1237886"/>
          </a:xfrm>
        </p:grpSpPr>
        <p:cxnSp>
          <p:nvCxnSpPr>
            <p:cNvPr id="130" name="直接箭头连接符 129"/>
            <p:cNvCxnSpPr/>
            <p:nvPr/>
          </p:nvCxnSpPr>
          <p:spPr bwMode="auto">
            <a:xfrm>
              <a:off x="251792" y="2830838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1" name="Text Box 132"/>
            <p:cNvSpPr txBox="1">
              <a:spLocks noChangeArrowheads="1"/>
            </p:cNvSpPr>
            <p:nvPr/>
          </p:nvSpPr>
          <p:spPr bwMode="auto">
            <a:xfrm>
              <a:off x="395672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add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32" name="直接箭头连接符 131"/>
            <p:cNvCxnSpPr/>
            <p:nvPr/>
          </p:nvCxnSpPr>
          <p:spPr bwMode="auto">
            <a:xfrm flipH="1">
              <a:off x="3633141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3" name="Text Box 132"/>
            <p:cNvSpPr txBox="1">
              <a:spLocks noChangeArrowheads="1"/>
            </p:cNvSpPr>
            <p:nvPr/>
          </p:nvSpPr>
          <p:spPr bwMode="auto">
            <a:xfrm>
              <a:off x="1691816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sub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132"/>
            <p:cNvSpPr txBox="1">
              <a:spLocks noChangeArrowheads="1"/>
            </p:cNvSpPr>
            <p:nvPr/>
          </p:nvSpPr>
          <p:spPr bwMode="auto">
            <a:xfrm>
              <a:off x="2987960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ori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132"/>
            <p:cNvSpPr txBox="1">
              <a:spLocks noChangeArrowheads="1"/>
            </p:cNvSpPr>
            <p:nvPr/>
          </p:nvSpPr>
          <p:spPr bwMode="auto">
            <a:xfrm>
              <a:off x="4283936" y="3429032"/>
              <a:ext cx="11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lw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32"/>
            <p:cNvSpPr txBox="1">
              <a:spLocks noChangeArrowheads="1"/>
            </p:cNvSpPr>
            <p:nvPr/>
          </p:nvSpPr>
          <p:spPr bwMode="auto">
            <a:xfrm>
              <a:off x="5472224" y="3429032"/>
              <a:ext cx="11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sw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132"/>
            <p:cNvSpPr txBox="1">
              <a:spLocks noChangeArrowheads="1"/>
            </p:cNvSpPr>
            <p:nvPr/>
          </p:nvSpPr>
          <p:spPr bwMode="auto">
            <a:xfrm>
              <a:off x="6660345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beq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132"/>
            <p:cNvSpPr txBox="1">
              <a:spLocks noChangeArrowheads="1"/>
            </p:cNvSpPr>
            <p:nvPr/>
          </p:nvSpPr>
          <p:spPr bwMode="auto">
            <a:xfrm>
              <a:off x="7956376" y="3429032"/>
              <a:ext cx="100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j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132"/>
            <p:cNvSpPr txBox="1">
              <a:spLocks noChangeArrowheads="1"/>
            </p:cNvSpPr>
            <p:nvPr/>
          </p:nvSpPr>
          <p:spPr bwMode="auto">
            <a:xfrm>
              <a:off x="2555776" y="2708952"/>
              <a:ext cx="424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取指令及译码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+mn-ea"/>
                  <a:ea typeface="+mn-ea"/>
                </a:rPr>
                <a:t>由</a:t>
              </a:r>
              <a:r>
                <a:rPr lang="en-US" altLang="zh-CN" sz="1600" b="1" dirty="0" smtClean="0">
                  <a:latin typeface="+mn-ea"/>
                  <a:ea typeface="+mn-ea"/>
                </a:rPr>
                <a:t>PC</a:t>
              </a:r>
              <a:r>
                <a:rPr lang="zh-CN" altLang="en-US" sz="1600" b="1" dirty="0" smtClean="0">
                  <a:latin typeface="+mn-ea"/>
                  <a:ea typeface="+mn-ea"/>
                </a:rPr>
                <a:t>值改变触发、没有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OPCmd</a:t>
              </a:r>
              <a:r>
                <a:rPr lang="en-US" altLang="zh-CN" sz="1600" b="1" dirty="0" smtClean="0">
                  <a:latin typeface="+mn-ea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40" name="直接箭头连接符 139"/>
            <p:cNvCxnSpPr/>
            <p:nvPr/>
          </p:nvCxnSpPr>
          <p:spPr bwMode="auto">
            <a:xfrm>
              <a:off x="4860032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1" name="直接箭头连接符 140"/>
            <p:cNvCxnSpPr/>
            <p:nvPr/>
          </p:nvCxnSpPr>
          <p:spPr bwMode="auto">
            <a:xfrm>
              <a:off x="6012048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2" name="直接箭头连接符 141"/>
            <p:cNvCxnSpPr/>
            <p:nvPr/>
          </p:nvCxnSpPr>
          <p:spPr bwMode="auto">
            <a:xfrm>
              <a:off x="7308305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>
              <a:off x="1043777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/>
          </p:nvCxnSpPr>
          <p:spPr bwMode="auto">
            <a:xfrm>
              <a:off x="2339831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>
              <a:off x="8460320" y="3212976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6" name="Text Box 147"/>
            <p:cNvSpPr txBox="1">
              <a:spLocks noChangeArrowheads="1"/>
            </p:cNvSpPr>
            <p:nvPr/>
          </p:nvSpPr>
          <p:spPr bwMode="auto">
            <a:xfrm>
              <a:off x="539721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add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7" name="Text Box 147"/>
            <p:cNvSpPr txBox="1">
              <a:spLocks noChangeArrowheads="1"/>
            </p:cNvSpPr>
            <p:nvPr/>
          </p:nvSpPr>
          <p:spPr bwMode="auto">
            <a:xfrm>
              <a:off x="1835831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8" name="Text Box 147"/>
            <p:cNvSpPr txBox="1">
              <a:spLocks noChangeArrowheads="1"/>
            </p:cNvSpPr>
            <p:nvPr/>
          </p:nvSpPr>
          <p:spPr bwMode="auto">
            <a:xfrm>
              <a:off x="3129085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9" name="Text Box 147"/>
            <p:cNvSpPr txBox="1">
              <a:spLocks noChangeArrowheads="1"/>
            </p:cNvSpPr>
            <p:nvPr/>
          </p:nvSpPr>
          <p:spPr bwMode="auto">
            <a:xfrm>
              <a:off x="4497214" y="3213000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lw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0" name="Text Box 147"/>
            <p:cNvSpPr txBox="1">
              <a:spLocks noChangeArrowheads="1"/>
            </p:cNvSpPr>
            <p:nvPr/>
          </p:nvSpPr>
          <p:spPr bwMode="auto">
            <a:xfrm>
              <a:off x="5652048" y="3213000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1" name="Text Box 147"/>
            <p:cNvSpPr txBox="1">
              <a:spLocks noChangeArrowheads="1"/>
            </p:cNvSpPr>
            <p:nvPr/>
          </p:nvSpPr>
          <p:spPr bwMode="auto">
            <a:xfrm>
              <a:off x="6804249" y="3213000"/>
              <a:ext cx="504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2" name="Text Box 147"/>
            <p:cNvSpPr txBox="1">
              <a:spLocks noChangeArrowheads="1"/>
            </p:cNvSpPr>
            <p:nvPr/>
          </p:nvSpPr>
          <p:spPr bwMode="auto">
            <a:xfrm>
              <a:off x="8172289" y="3213000"/>
              <a:ext cx="28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3" name="直接箭头连接符 152"/>
            <p:cNvCxnSpPr/>
            <p:nvPr/>
          </p:nvCxnSpPr>
          <p:spPr bwMode="auto">
            <a:xfrm>
              <a:off x="252464" y="3933056"/>
              <a:ext cx="82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4" name="直接箭头连接符 153"/>
            <p:cNvCxnSpPr/>
            <p:nvPr/>
          </p:nvCxnSpPr>
          <p:spPr bwMode="auto">
            <a:xfrm>
              <a:off x="1031262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5" name="直接箭头连接符 154"/>
            <p:cNvCxnSpPr/>
            <p:nvPr/>
          </p:nvCxnSpPr>
          <p:spPr bwMode="auto">
            <a:xfrm>
              <a:off x="2339831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6" name="直接箭头连接符 155"/>
            <p:cNvCxnSpPr/>
            <p:nvPr/>
          </p:nvCxnSpPr>
          <p:spPr bwMode="auto">
            <a:xfrm>
              <a:off x="8460320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箭头连接符 156"/>
            <p:cNvCxnSpPr/>
            <p:nvPr/>
          </p:nvCxnSpPr>
          <p:spPr bwMode="auto">
            <a:xfrm>
              <a:off x="3633141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8" name="直接箭头连接符 157"/>
            <p:cNvCxnSpPr/>
            <p:nvPr/>
          </p:nvCxnSpPr>
          <p:spPr bwMode="auto">
            <a:xfrm>
              <a:off x="4860032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9" name="直接箭头连接符 158"/>
            <p:cNvCxnSpPr/>
            <p:nvPr/>
          </p:nvCxnSpPr>
          <p:spPr bwMode="auto">
            <a:xfrm>
              <a:off x="7308304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>
              <a:off x="6012048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/>
          </p:nvCxnSpPr>
          <p:spPr bwMode="auto">
            <a:xfrm>
              <a:off x="251520" y="2830838"/>
              <a:ext cx="0" cy="11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/>
          </p:nvCxnSpPr>
          <p:spPr bwMode="auto">
            <a:xfrm>
              <a:off x="1044472" y="3212976"/>
              <a:ext cx="74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/>
          </p:nvCxnSpPr>
          <p:spPr bwMode="auto">
            <a:xfrm>
              <a:off x="4716016" y="2996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64" name="Text Box 648"/>
          <p:cNvSpPr txBox="1">
            <a:spLocks noChangeArrowheads="1"/>
          </p:cNvSpPr>
          <p:nvPr/>
        </p:nvSpPr>
        <p:spPr bwMode="auto">
          <a:xfrm>
            <a:off x="827584" y="6048000"/>
            <a:ext cx="2988000" cy="3683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5-2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P237—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9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10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3" name="Text Box 11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00000" y="4032000"/>
            <a:ext cx="4998085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 smtClean="0">
                <a:latin typeface="宋体" panose="02010600030101010101" pitchFamily="2" charset="-122"/>
              </a:rPr>
              <a:t>仅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种状态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←取</a:t>
            </a:r>
            <a:r>
              <a:rPr lang="zh-CN" altLang="en-US" sz="1800" b="1" dirty="0">
                <a:latin typeface="宋体" panose="02010600030101010101" pitchFamily="2" charset="-122"/>
              </a:rPr>
              <a:t>指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译码无</a:t>
            </a:r>
            <a:r>
              <a:rPr lang="en-US" altLang="zh-CN" sz="1800" dirty="0" err="1" smtClean="0"/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OPCmd</a:t>
            </a:r>
            <a:endParaRPr lang="zh-CN" altLang="zh-CN" b="1" kern="100" spc="-1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/>
      <p:bldP spid="127" grpId="0"/>
      <p:bldP spid="164" grpId="0" bldLvl="0" animBg="1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9705" y="360045"/>
            <a:ext cx="5467350" cy="4784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4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、多周期数据通路的设计</a:t>
            </a: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1800" b="1" dirty="0" smtClean="0">
                <a:latin typeface="+mn-ea"/>
                <a:sym typeface="+mn-ea"/>
              </a:rPr>
              <a:t>(</a:t>
            </a:r>
            <a:r>
              <a:rPr lang="zh-CN" altLang="en-US" sz="1800" b="1" dirty="0" smtClean="0">
                <a:latin typeface="+mn-ea"/>
                <a:sym typeface="+mn-ea"/>
              </a:rPr>
              <a:t>掌握设计过程</a:t>
            </a:r>
            <a:r>
              <a:rPr lang="en-US" altLang="zh-CN" sz="1800" b="1" dirty="0" smtClean="0">
                <a:latin typeface="+mn-ea"/>
                <a:sym typeface="+mn-ea"/>
              </a:rPr>
              <a:t>)</a:t>
            </a:r>
            <a:endParaRPr lang="zh-CN" altLang="en-US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 *多周期数据通路的设计思想：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 *时钟周期的确定：</a:t>
            </a: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理论上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实际上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设计方法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常基于单周期数据通路改进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4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7308998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755452" y="1188000"/>
            <a:ext cx="8209162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</a:rPr>
              <a:t>⑴指令周期＝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</a:rPr>
              <a:t>个</a:t>
            </a:r>
            <a:r>
              <a:rPr lang="zh-CN" altLang="en-US" sz="2200" b="1" dirty="0" smtClean="0">
                <a:latin typeface="+mn-ea"/>
                <a:ea typeface="+mn-ea"/>
              </a:rPr>
              <a:t>阶段，每个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阶段</a:t>
            </a:r>
            <a:r>
              <a:rPr lang="zh-CN" altLang="en-US" sz="2200" b="1" dirty="0" smtClean="0">
                <a:latin typeface="+mn-ea"/>
              </a:rPr>
              <a:t>＝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+mn-ea"/>
              </a:rPr>
              <a:t>1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</a:rPr>
              <a:t>个</a:t>
            </a:r>
            <a:r>
              <a:rPr lang="zh-CN" altLang="en-US" sz="2200" b="1" dirty="0" smtClean="0">
                <a:latin typeface="+mn-ea"/>
              </a:rPr>
              <a:t>时钟周期  </a:t>
            </a:r>
            <a:r>
              <a:rPr lang="en-US" altLang="zh-CN" sz="2200" b="1" dirty="0" smtClean="0">
                <a:latin typeface="+mn-ea"/>
              </a:rPr>
              <a:t>  </a:t>
            </a:r>
            <a:r>
              <a:rPr lang="zh-CN" altLang="en-US" sz="2200" b="1" dirty="0" smtClean="0">
                <a:latin typeface="+mn-ea"/>
              </a:rPr>
              <a:t> </a:t>
            </a:r>
            <a:r>
              <a:rPr lang="zh-CN" altLang="en-US" sz="1800" b="1" dirty="0" smtClean="0">
                <a:latin typeface="+mn-ea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n</a:t>
            </a:r>
            <a:r>
              <a:rPr lang="zh-CN" altLang="en-US" sz="1800" b="1" dirty="0" smtClean="0">
                <a:latin typeface="+mn-ea"/>
              </a:rPr>
              <a:t>可变</a:t>
            </a:r>
            <a:endParaRPr lang="en-US" altLang="zh-CN" sz="2200" b="1" dirty="0" smtClean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</a:rPr>
              <a:t>⑵其他阶段所需的结果须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</a:rPr>
              <a:t>保存</a:t>
            </a:r>
            <a:r>
              <a:rPr lang="zh-CN" altLang="en-US" sz="2200" b="1" dirty="0" smtClean="0">
                <a:latin typeface="+mn-ea"/>
              </a:rPr>
              <a:t>在状态部件</a:t>
            </a:r>
            <a:r>
              <a:rPr lang="en-US" altLang="zh-CN" sz="1600" b="1" dirty="0" smtClean="0">
                <a:latin typeface="+mn-ea"/>
              </a:rPr>
              <a:t>(</a:t>
            </a:r>
            <a:r>
              <a:rPr lang="zh-CN" altLang="en-US" sz="1600" b="1" dirty="0" smtClean="0">
                <a:latin typeface="+mn-ea"/>
              </a:rPr>
              <a:t>如附加</a:t>
            </a:r>
            <a:r>
              <a:rPr lang="en-US" altLang="zh-CN" sz="1600" b="1" dirty="0" smtClean="0">
                <a:latin typeface="+mn-ea"/>
              </a:rPr>
              <a:t>REG)</a:t>
            </a:r>
            <a:r>
              <a:rPr lang="zh-CN" altLang="en-US" sz="2200" b="1" dirty="0" smtClean="0">
                <a:latin typeface="+mn-ea"/>
              </a:rPr>
              <a:t>中</a:t>
            </a:r>
            <a:endParaRPr lang="en-US" altLang="zh-CN" sz="2200" b="1" dirty="0" smtClean="0">
              <a:latin typeface="+mn-ea"/>
            </a:endParaRPr>
          </a:p>
        </p:txBody>
      </p:sp>
      <p:sp>
        <p:nvSpPr>
          <p:cNvPr id="48" name="Text Box 5"/>
          <p:cNvSpPr txBox="1">
            <a:spLocks noChangeArrowheads="1"/>
          </p:cNvSpPr>
          <p:nvPr/>
        </p:nvSpPr>
        <p:spPr bwMode="auto">
          <a:xfrm>
            <a:off x="756285" y="5004000"/>
            <a:ext cx="6057900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基于部件复用方案，组织各功能部件；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基于</a:t>
            </a:r>
            <a:r>
              <a:rPr lang="en-US" altLang="zh-CN" sz="2200" dirty="0" err="1" smtClean="0">
                <a:sym typeface="+mn-ea"/>
              </a:rPr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 err="1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dirty="0" err="1" smtClean="0">
                <a:latin typeface="宋体" panose="02010600030101010101" pitchFamily="2" charset="-122"/>
                <a:sym typeface="+mn-ea"/>
              </a:rPr>
              <a:t>划分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指令周期</a:t>
            </a:r>
            <a:r>
              <a:rPr lang="zh-CN" altLang="en-US" sz="2200" b="1" dirty="0" err="1" smtClean="0">
                <a:latin typeface="宋体" panose="02010600030101010101" pitchFamily="2" charset="-122"/>
                <a:sym typeface="+mn-ea"/>
              </a:rPr>
              <a:t>，并</a:t>
            </a:r>
            <a:r>
              <a:rPr lang="zh-CN" altLang="en-US" sz="2200" b="1" u="sng" dirty="0" err="1" smtClean="0">
                <a:latin typeface="宋体" panose="02010600030101010101" pitchFamily="2" charset="-122"/>
                <a:sym typeface="+mn-ea"/>
              </a:rPr>
              <a:t>设置</a:t>
            </a:r>
            <a:r>
              <a:rPr lang="zh-CN" altLang="en-US" sz="2200" b="1" dirty="0" err="1" smtClean="0">
                <a:latin typeface="宋体" panose="02010600030101010101" pitchFamily="2" charset="-122"/>
                <a:sym typeface="+mn-ea"/>
              </a:rPr>
              <a:t>附加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；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基于互连结构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指令功能，连接各功能部件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3" name="Text Box 5"/>
          <p:cNvSpPr txBox="1">
            <a:spLocks noChangeArrowheads="1"/>
          </p:cNvSpPr>
          <p:nvPr/>
        </p:nvSpPr>
        <p:spPr bwMode="auto">
          <a:xfrm>
            <a:off x="1872000" y="3168000"/>
            <a:ext cx="6984776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i="1" dirty="0" smtClean="0">
                <a:latin typeface="+mn-ea"/>
              </a:rPr>
              <a:t>T</a:t>
            </a:r>
            <a:r>
              <a:rPr lang="en-US" altLang="zh-CN" sz="2200" b="1" baseline="-25000" dirty="0" smtClean="0">
                <a:latin typeface="+mn-ea"/>
              </a:rPr>
              <a:t>C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dirty="0">
                <a:latin typeface="+mn-ea"/>
              </a:rPr>
              <a:t>max{</a:t>
            </a:r>
            <a:r>
              <a:rPr lang="en-US" altLang="zh-CN" sz="2200" b="1" i="1" dirty="0" err="1">
                <a:latin typeface="+mn-ea"/>
              </a:rPr>
              <a:t>T</a:t>
            </a:r>
            <a:r>
              <a:rPr lang="en-US" altLang="zh-CN" sz="2200" baseline="-18000" dirty="0" err="1"/>
              <a:t>μ</a:t>
            </a:r>
            <a:r>
              <a:rPr lang="en-US" altLang="zh-CN" sz="2200" b="1" baseline="-18000" dirty="0" err="1">
                <a:latin typeface="+mn-ea"/>
              </a:rPr>
              <a:t>OP</a:t>
            </a:r>
            <a:r>
              <a:rPr lang="en-US" altLang="zh-CN" sz="2200" b="1" i="1" baseline="-18000" dirty="0" err="1"/>
              <a:t>i</a:t>
            </a:r>
            <a:r>
              <a:rPr lang="en-US" altLang="zh-CN" sz="2200" b="1" dirty="0" smtClean="0">
                <a:latin typeface="+mn-ea"/>
              </a:rPr>
              <a:t>}</a:t>
            </a:r>
            <a:r>
              <a:rPr lang="zh-CN" altLang="en-US" sz="2200" b="1" dirty="0" smtClean="0">
                <a:latin typeface="+mn-ea"/>
              </a:rPr>
              <a:t>，任意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6000" dirty="0" smtClean="0">
                <a:latin typeface="宋体" panose="02010600030101010101" pitchFamily="2" charset="-122"/>
              </a:rPr>
              <a:t>C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1800" b="1" baseline="-16000" dirty="0" smtClean="0">
                <a:latin typeface="宋体" panose="02010600030101010101" pitchFamily="2" charset="-122"/>
              </a:rPr>
              <a:t>C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较大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i="1" dirty="0" smtClean="0">
                <a:latin typeface="+mn-ea"/>
              </a:rPr>
              <a:t>T</a:t>
            </a:r>
            <a:r>
              <a:rPr lang="en-US" altLang="zh-CN" sz="2200" b="1" baseline="-25000" dirty="0" smtClean="0">
                <a:latin typeface="+mn-ea"/>
              </a:rPr>
              <a:t>C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dirty="0">
                <a:latin typeface="+mn-ea"/>
              </a:rPr>
              <a:t>max{</a:t>
            </a:r>
            <a:r>
              <a:rPr lang="en-US" altLang="zh-CN" sz="2200" b="1" i="1" dirty="0">
                <a:latin typeface="+mn-ea"/>
              </a:rPr>
              <a:t>T</a:t>
            </a:r>
            <a:r>
              <a:rPr lang="zh-CN" altLang="en-US" sz="2200" b="1" baseline="-18000" dirty="0">
                <a:latin typeface="+mn-ea"/>
              </a:rPr>
              <a:t>基本</a:t>
            </a:r>
            <a:r>
              <a:rPr lang="en-US" altLang="zh-CN" sz="2200" baseline="-18000" dirty="0" err="1"/>
              <a:t>μ</a:t>
            </a:r>
            <a:r>
              <a:rPr lang="en-US" altLang="zh-CN" sz="2200" b="1" baseline="-18000" dirty="0" err="1">
                <a:latin typeface="+mn-ea"/>
              </a:rPr>
              <a:t>OP</a:t>
            </a:r>
            <a:r>
              <a:rPr lang="en-US" altLang="zh-CN" sz="2200" b="1" i="1" baseline="-18000" dirty="0" err="1"/>
              <a:t>i</a:t>
            </a:r>
            <a:r>
              <a:rPr lang="en-US" altLang="zh-CN" sz="2200" b="1" dirty="0">
                <a:latin typeface="+mn-ea"/>
              </a:rPr>
              <a:t>}</a:t>
            </a:r>
            <a:r>
              <a:rPr lang="zh-CN" altLang="en-US" sz="2200" b="1" dirty="0" smtClean="0">
                <a:latin typeface="+mn-ea"/>
              </a:rPr>
              <a:t>，任意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200" b="1" dirty="0">
                <a:solidFill>
                  <a:srgbClr val="990099"/>
                </a:solidFill>
              </a:rPr>
              <a:t>~</a:t>
            </a:r>
            <a:r>
              <a:rPr lang="en-US" altLang="zh-CN" sz="2200" b="1" i="1" dirty="0">
                <a:solidFill>
                  <a:srgbClr val="990099"/>
                </a:solidFill>
              </a:rPr>
              <a:t>p</a:t>
            </a:r>
            <a:r>
              <a:rPr lang="zh-CN" altLang="en-US" sz="2200" b="1" dirty="0"/>
              <a:t>个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6000" dirty="0" smtClean="0">
                <a:latin typeface="宋体" panose="02010600030101010101" pitchFamily="2" charset="-122"/>
              </a:rPr>
              <a:t>C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12" name="AutoShape 49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7" name="组合 66"/>
          <p:cNvGrpSpPr/>
          <p:nvPr/>
        </p:nvGrpSpPr>
        <p:grpSpPr>
          <a:xfrm>
            <a:off x="3347880" y="2160000"/>
            <a:ext cx="4464480" cy="1008112"/>
            <a:chOff x="1331640" y="3068960"/>
            <a:chExt cx="4464480" cy="1008112"/>
          </a:xfrm>
        </p:grpSpPr>
        <p:sp>
          <p:nvSpPr>
            <p:cNvPr id="68" name="Text Box 42"/>
            <p:cNvSpPr txBox="1">
              <a:spLocks noChangeArrowheads="1"/>
            </p:cNvSpPr>
            <p:nvPr/>
          </p:nvSpPr>
          <p:spPr bwMode="auto">
            <a:xfrm>
              <a:off x="4824008" y="3573016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9" name="Text Box 42"/>
            <p:cNvSpPr txBox="1">
              <a:spLocks noChangeArrowheads="1"/>
            </p:cNvSpPr>
            <p:nvPr/>
          </p:nvSpPr>
          <p:spPr bwMode="auto">
            <a:xfrm>
              <a:off x="2663960" y="3573016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0" name="Text Box 42"/>
            <p:cNvSpPr txBox="1">
              <a:spLocks noChangeArrowheads="1"/>
            </p:cNvSpPr>
            <p:nvPr/>
          </p:nvSpPr>
          <p:spPr bwMode="auto">
            <a:xfrm>
              <a:off x="4103928" y="3573016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1" name="Text Box 42"/>
            <p:cNvSpPr txBox="1">
              <a:spLocks noChangeArrowheads="1"/>
            </p:cNvSpPr>
            <p:nvPr/>
          </p:nvSpPr>
          <p:spPr bwMode="auto">
            <a:xfrm>
              <a:off x="2051832" y="3573016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kumimoji="0"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547704" y="3285008"/>
              <a:ext cx="36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/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2411760" y="328975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2051720" y="328498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2051720" y="32849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1907704" y="3501008"/>
              <a:ext cx="14401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2771800" y="32849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2411816" y="350100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3131840" y="328975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2771800" y="328498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3491880" y="32849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3131896" y="350100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3851920" y="328975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3491880" y="328498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211960" y="32849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3851976" y="350100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4572000" y="328975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4211960" y="328498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4932040" y="32849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4572056" y="350100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5292080" y="328975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/>
          </p:nvCxnSpPr>
          <p:spPr>
            <a:xfrm>
              <a:off x="4932040" y="3284984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>
              <a:off x="5652120" y="3284984"/>
              <a:ext cx="0" cy="216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>
              <a:off x="5292080" y="3501008"/>
              <a:ext cx="360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>
              <a:off x="5652120" y="3284984"/>
              <a:ext cx="14400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 Box 42"/>
            <p:cNvSpPr txBox="1">
              <a:spLocks noChangeArrowheads="1"/>
            </p:cNvSpPr>
            <p:nvPr/>
          </p:nvSpPr>
          <p:spPr bwMode="auto">
            <a:xfrm>
              <a:off x="2771960" y="3573016"/>
              <a:ext cx="144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kumimoji="0" lang="en-US" altLang="zh-CN" sz="1600" b="1" dirty="0" smtClean="0">
                  <a:latin typeface="宋体" panose="02010600030101010101" pitchFamily="2" charset="-122"/>
                </a:rPr>
                <a:t>2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7" name="Text Box 42"/>
            <p:cNvSpPr txBox="1">
              <a:spLocks noChangeArrowheads="1"/>
            </p:cNvSpPr>
            <p:nvPr/>
          </p:nvSpPr>
          <p:spPr bwMode="auto">
            <a:xfrm>
              <a:off x="4212040" y="3573016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OP3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2051720" y="3068984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>
              <a:off x="2771800" y="306896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>
              <a:off x="3491880" y="3068984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>
              <a:off x="4211960" y="306896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>
              <a:off x="4932040" y="3068984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5652120" y="306896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 Box 42"/>
            <p:cNvSpPr txBox="1">
              <a:spLocks noChangeArrowheads="1"/>
            </p:cNvSpPr>
            <p:nvPr/>
          </p:nvSpPr>
          <p:spPr bwMode="auto">
            <a:xfrm>
              <a:off x="2123728" y="306896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 smtClean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5" name="Text Box 42"/>
            <p:cNvSpPr txBox="1">
              <a:spLocks noChangeArrowheads="1"/>
            </p:cNvSpPr>
            <p:nvPr/>
          </p:nvSpPr>
          <p:spPr bwMode="auto">
            <a:xfrm>
              <a:off x="2843808" y="306896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 smtClean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2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42"/>
            <p:cNvSpPr txBox="1">
              <a:spLocks noChangeArrowheads="1"/>
            </p:cNvSpPr>
            <p:nvPr/>
          </p:nvSpPr>
          <p:spPr bwMode="auto">
            <a:xfrm>
              <a:off x="3563888" y="306896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 smtClean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>
                  <a:latin typeface="宋体" panose="02010600030101010101" pitchFamily="2" charset="-122"/>
                </a:rPr>
                <a:t>3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42"/>
            <p:cNvSpPr txBox="1">
              <a:spLocks noChangeArrowheads="1"/>
            </p:cNvSpPr>
            <p:nvPr/>
          </p:nvSpPr>
          <p:spPr bwMode="auto">
            <a:xfrm>
              <a:off x="4283968" y="306896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 smtClean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 smtClean="0">
                  <a:latin typeface="宋体" panose="02010600030101010101" pitchFamily="2" charset="-122"/>
                </a:rPr>
                <a:t>4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42"/>
            <p:cNvSpPr txBox="1">
              <a:spLocks noChangeArrowheads="1"/>
            </p:cNvSpPr>
            <p:nvPr/>
          </p:nvSpPr>
          <p:spPr bwMode="auto">
            <a:xfrm>
              <a:off x="5004048" y="3068960"/>
              <a:ext cx="576000" cy="18000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1600" b="1" dirty="0" smtClean="0">
                  <a:latin typeface="宋体" panose="02010600030101010101" pitchFamily="2" charset="-122"/>
                </a:rPr>
                <a:t>阶段</a:t>
              </a:r>
              <a:r>
                <a:rPr kumimoji="0" lang="en-US" altLang="zh-CN" sz="1600" b="1" dirty="0" smtClean="0">
                  <a:latin typeface="宋体" panose="02010600030101010101" pitchFamily="2" charset="-122"/>
                </a:rPr>
                <a:t>5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1331704" y="3573040"/>
              <a:ext cx="576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/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</a:t>
              </a:r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331640" y="3861072"/>
              <a:ext cx="576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/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j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1" name="Text Box 42"/>
            <p:cNvSpPr txBox="1">
              <a:spLocks noChangeArrowheads="1"/>
            </p:cNvSpPr>
            <p:nvPr/>
          </p:nvSpPr>
          <p:spPr bwMode="auto">
            <a:xfrm>
              <a:off x="2663800" y="3861072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42"/>
            <p:cNvSpPr txBox="1">
              <a:spLocks noChangeArrowheads="1"/>
            </p:cNvSpPr>
            <p:nvPr/>
          </p:nvSpPr>
          <p:spPr bwMode="auto">
            <a:xfrm>
              <a:off x="3383848" y="3861072"/>
              <a:ext cx="108000" cy="21600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42"/>
            <p:cNvSpPr txBox="1">
              <a:spLocks noChangeArrowheads="1"/>
            </p:cNvSpPr>
            <p:nvPr/>
          </p:nvSpPr>
          <p:spPr bwMode="auto">
            <a:xfrm>
              <a:off x="2051720" y="3861072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kumimoji="0"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42"/>
            <p:cNvSpPr txBox="1">
              <a:spLocks noChangeArrowheads="1"/>
            </p:cNvSpPr>
            <p:nvPr/>
          </p:nvSpPr>
          <p:spPr bwMode="auto">
            <a:xfrm>
              <a:off x="2771800" y="3861072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</a:t>
              </a:r>
              <a:r>
                <a:rPr kumimoji="0" lang="en-US" altLang="zh-CN" sz="1600" b="1" dirty="0" smtClean="0">
                  <a:latin typeface="宋体" panose="02010600030101010101" pitchFamily="2" charset="-122"/>
                </a:rPr>
                <a:t>2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5" name="Text Box 42"/>
            <p:cNvSpPr txBox="1">
              <a:spLocks noChangeArrowheads="1"/>
            </p:cNvSpPr>
            <p:nvPr/>
          </p:nvSpPr>
          <p:spPr bwMode="auto">
            <a:xfrm>
              <a:off x="3491960" y="3861072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OP3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6" name="Text Box 42"/>
            <p:cNvSpPr txBox="1">
              <a:spLocks noChangeArrowheads="1"/>
            </p:cNvSpPr>
            <p:nvPr/>
          </p:nvSpPr>
          <p:spPr bwMode="auto">
            <a:xfrm>
              <a:off x="4932120" y="3573016"/>
              <a:ext cx="720000" cy="216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OP4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0" name="Text Box 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04000" y="4104000"/>
            <a:ext cx="273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en-US" altLang="zh-CN" sz="1800" dirty="0" err="1" smtClean="0">
                <a:sym typeface="+mn-ea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时长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如何确定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12000" y="4032000"/>
            <a:ext cx="4666615" cy="61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同步控制方式时，</a:t>
            </a:r>
            <a:r>
              <a:rPr lang="en-US" altLang="zh-CN" sz="1800" b="1" i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为常数，需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≥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组</a:t>
            </a:r>
            <a:r>
              <a:rPr lang="en-US" altLang="zh-CN" sz="1800" dirty="0" err="1" smtClean="0">
                <a:sym typeface="+mn-ea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OPCmd</a:t>
            </a:r>
            <a:endParaRPr lang="en-US" altLang="zh-CN" sz="1800" b="1" dirty="0" err="1" smtClean="0">
              <a:latin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异步控制方式时，</a:t>
            </a:r>
            <a:r>
              <a:rPr lang="en-US" altLang="zh-CN" sz="1800" b="1" i="1" dirty="0" smtClean="0"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为变量，需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组</a:t>
            </a:r>
            <a:r>
              <a:rPr lang="en-US" altLang="zh-CN" sz="1800" dirty="0" err="1" smtClean="0">
                <a:sym typeface="+mn-ea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OPCmd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  <p:bldP spid="20" grpId="0" bldLvl="0" animBg="1"/>
      <p:bldP spid="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3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730899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8784976" cy="3530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(1)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功能部件设计    </a:t>
            </a:r>
            <a:r>
              <a:rPr lang="en-US" altLang="zh-CN" sz="1800" b="1" dirty="0" smtClean="0">
                <a:latin typeface="+mn-ea"/>
              </a:rPr>
              <a:t>--</a:t>
            </a:r>
            <a:r>
              <a:rPr lang="zh-CN" altLang="en-US" sz="1800" b="1" dirty="0">
                <a:latin typeface="+mn-ea"/>
              </a:rPr>
              <a:t>以</a:t>
            </a:r>
            <a:r>
              <a:rPr lang="en-US" altLang="zh-CN" sz="1800" b="1" dirty="0">
                <a:latin typeface="+mn-ea"/>
              </a:rPr>
              <a:t>MIPS</a:t>
            </a:r>
            <a:r>
              <a:rPr lang="zh-CN" altLang="en-US" sz="1800" b="1" dirty="0">
                <a:latin typeface="+mn-ea"/>
              </a:rPr>
              <a:t>为</a:t>
            </a:r>
            <a:r>
              <a:rPr lang="zh-CN" altLang="en-US" sz="1800" b="1" dirty="0" smtClean="0">
                <a:latin typeface="+mn-ea"/>
              </a:rPr>
              <a:t>例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 smtClean="0">
                <a:latin typeface="+mn-ea"/>
              </a:rPr>
              <a:t>改进单周期数据通路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20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sym typeface="+mn-ea"/>
              </a:rPr>
              <a:t>操作部件组织：</a:t>
            </a: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部件复用方案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功能部件组成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endParaRPr lang="zh-CN" altLang="en-US" sz="16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sym typeface="+mn-ea"/>
              </a:rPr>
              <a:t>指令周期阶段组织：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sym typeface="+mn-ea"/>
              </a:rPr>
              <a:t> 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基于最复杂指令的执行步骤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)</a:t>
            </a: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endParaRPr lang="zh-CN" altLang="en-US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*附加寄存器组织： 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</a:rPr>
              <a:t>  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 smtClean="0">
                <a:latin typeface="+mn-ea"/>
              </a:rPr>
              <a:t>保存其他阶段所需信息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736215" y="1188085"/>
            <a:ext cx="6227445" cy="1214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有多种，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本例为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ACU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功能由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ALU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、</a:t>
            </a:r>
            <a:r>
              <a:rPr lang="en-US" altLang="zh-CN" sz="2200" b="1" dirty="0" err="1" smtClean="0">
                <a:latin typeface="+mn-ea"/>
                <a:ea typeface="+mn-ea"/>
                <a:sym typeface="+mn-ea"/>
              </a:rPr>
              <a:t>ExtU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等实现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70C0"/>
                </a:solidFill>
                <a:latin typeface="+mn-ea"/>
                <a:ea typeface="+mn-ea"/>
              </a:rPr>
              <a:t>ALU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en-US" altLang="zh-CN" sz="2200" b="1" dirty="0" err="1" smtClean="0">
                <a:solidFill>
                  <a:srgbClr val="0070C0"/>
                </a:solidFill>
                <a:latin typeface="+mn-ea"/>
                <a:ea typeface="+mn-ea"/>
              </a:rPr>
              <a:t>ExtU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/GPRs/IMEM/DMEM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，增加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SL2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Splice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990099"/>
                </a:solidFill>
                <a:latin typeface="+mn-ea"/>
                <a:sym typeface="+mn-ea"/>
              </a:rPr>
              <a:t>  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sym typeface="+mn-ea"/>
              </a:rPr>
              <a:t>假设：</a:t>
            </a:r>
            <a:r>
              <a:rPr lang="en-US" altLang="zh-CN" sz="1800" b="1" dirty="0" smtClean="0">
                <a:latin typeface="+mn-ea"/>
                <a:sym typeface="+mn-ea"/>
              </a:rPr>
              <a:t>IMEM</a:t>
            </a:r>
            <a:r>
              <a:rPr lang="zh-CN" altLang="en-US" sz="1800" b="1" dirty="0" smtClean="0">
                <a:latin typeface="+mn-ea"/>
                <a:sym typeface="+mn-ea"/>
              </a:rPr>
              <a:t>及</a:t>
            </a:r>
            <a:r>
              <a:rPr lang="en-US" altLang="zh-CN" sz="1800" b="1" dirty="0" smtClean="0">
                <a:latin typeface="+mn-ea"/>
                <a:sym typeface="+mn-ea"/>
              </a:rPr>
              <a:t>DMEM</a:t>
            </a:r>
            <a:r>
              <a:rPr lang="zh-CN" altLang="en-US" sz="1800" b="1" dirty="0" smtClean="0">
                <a:solidFill>
                  <a:srgbClr val="FF3399"/>
                </a:solidFill>
                <a:latin typeface="+mn-ea"/>
                <a:sym typeface="+mn-ea"/>
              </a:rPr>
              <a:t>都为</a:t>
            </a:r>
            <a:r>
              <a:rPr lang="zh-CN" altLang="en-US" sz="1800" b="1" u="sng" dirty="0">
                <a:latin typeface="+mn-ea"/>
                <a:sym typeface="+mn-ea"/>
              </a:rPr>
              <a:t>同步</a:t>
            </a:r>
            <a:r>
              <a:rPr lang="en-US" altLang="zh-CN" sz="1800" b="1" u="sng" dirty="0" smtClean="0">
                <a:latin typeface="+mn-ea"/>
                <a:sym typeface="+mn-ea"/>
              </a:rPr>
              <a:t>RAM</a:t>
            </a:r>
            <a:r>
              <a:rPr lang="zh-CN" altLang="en-US" sz="1800" b="1" dirty="0" smtClean="0">
                <a:latin typeface="+mn-ea"/>
                <a:sym typeface="+mn-ea"/>
              </a:rPr>
              <a:t>、时延＝</a:t>
            </a:r>
            <a:r>
              <a:rPr lang="en-US" altLang="zh-CN" sz="1800" b="1" dirty="0" smtClean="0">
                <a:latin typeface="+mn-ea"/>
                <a:sym typeface="+mn-ea"/>
              </a:rPr>
              <a:t>ALU</a:t>
            </a:r>
            <a:r>
              <a:rPr lang="en-US" altLang="zh-CN" sz="1600" b="1" dirty="0" smtClean="0">
                <a:latin typeface="+mn-ea"/>
                <a:sym typeface="+mn-ea"/>
              </a:rPr>
              <a:t>(</a:t>
            </a:r>
            <a:r>
              <a:rPr lang="zh-CN" sz="1600" b="1" dirty="0" smtClean="0">
                <a:latin typeface="+mn-ea"/>
                <a:sym typeface="+mn-ea"/>
              </a:rPr>
              <a:t>简化设计</a:t>
            </a:r>
            <a:r>
              <a:rPr lang="en-US" altLang="zh-CN" sz="1600" b="1" dirty="0" smtClean="0">
                <a:latin typeface="+mn-ea"/>
                <a:sym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  <a:sym typeface="+mn-ea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9705" y="3743960"/>
            <a:ext cx="8973185" cy="2759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①确定时钟周期长度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  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zh-CN" sz="1800" b="1" dirty="0" smtClean="0">
                <a:latin typeface="+mn-ea"/>
                <a:ea typeface="+mn-ea"/>
              </a:rPr>
              <a:t>可完成</a:t>
            </a:r>
            <a:r>
              <a:rPr lang="zh-CN" altLang="zh-CN" sz="1800" b="1" dirty="0">
                <a:latin typeface="+mn-ea"/>
                <a:ea typeface="+mn-ea"/>
              </a:rPr>
              <a:t>哪些部件</a:t>
            </a:r>
            <a:r>
              <a:rPr lang="zh-CN" altLang="zh-CN" sz="1800" b="1" dirty="0" smtClean="0">
                <a:latin typeface="+mn-ea"/>
                <a:ea typeface="+mn-ea"/>
              </a:rPr>
              <a:t>操作</a:t>
            </a:r>
            <a:r>
              <a:rPr lang="en-US" altLang="zh-CN" sz="1800" b="1" u="sng" dirty="0" smtClean="0">
                <a:latin typeface="+mn-ea"/>
                <a:ea typeface="+mn-ea"/>
              </a:rPr>
              <a:t>/</a:t>
            </a:r>
            <a:r>
              <a:rPr lang="zh-CN" altLang="zh-CN" sz="1800" b="1" u="sng" dirty="0">
                <a:latin typeface="+mn-ea"/>
                <a:ea typeface="+mn-ea"/>
                <a:sym typeface="+mn-ea"/>
              </a:rPr>
              <a:t>时钟周期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en-US" altLang="zh-CN" sz="2200" b="1" dirty="0" smtClean="0">
                <a:latin typeface="+mn-ea"/>
                <a:ea typeface="+mn-ea"/>
              </a:rPr>
              <a:t>  </a:t>
            </a:r>
            <a:r>
              <a:rPr lang="zh-CN" altLang="en-US" sz="1600" b="1" dirty="0" smtClean="0">
                <a:latin typeface="+mn-ea"/>
                <a:sym typeface="+mn-ea"/>
              </a:rPr>
              <a:t>←便于操作合并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14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         结果：</a:t>
            </a:r>
            <a:r>
              <a:rPr lang="en-US" altLang="zh-CN" sz="2000" b="1" dirty="0" smtClean="0">
                <a:latin typeface="+mn-ea"/>
                <a:ea typeface="+mn-ea"/>
              </a:rPr>
              <a:t>max{GPRs</a:t>
            </a:r>
            <a:r>
              <a:rPr lang="zh-CN" altLang="zh-CN" sz="2000" b="1" dirty="0">
                <a:latin typeface="+mn-ea"/>
                <a:ea typeface="+mn-ea"/>
              </a:rPr>
              <a:t>读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zh-CN" sz="2000" b="1" dirty="0">
                <a:latin typeface="+mn-ea"/>
                <a:ea typeface="+mn-ea"/>
              </a:rPr>
              <a:t>写、</a:t>
            </a:r>
            <a:r>
              <a:rPr lang="en-US" altLang="zh-CN" sz="2000" b="1" dirty="0">
                <a:latin typeface="+mn-ea"/>
                <a:ea typeface="+mn-ea"/>
              </a:rPr>
              <a:t>ALU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ExtU</a:t>
            </a:r>
            <a:r>
              <a:rPr lang="zh-CN" altLang="en-US" sz="2000" b="1" dirty="0">
                <a:latin typeface="+mn-ea"/>
                <a:ea typeface="+mn-ea"/>
              </a:rPr>
              <a:t>等</a:t>
            </a: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}</a:t>
            </a:r>
            <a:r>
              <a:rPr lang="zh-CN" altLang="zh-CN" sz="2000" b="1" dirty="0">
                <a:latin typeface="+mn-ea"/>
                <a:ea typeface="+mn-ea"/>
              </a:rPr>
              <a:t>，不含</a:t>
            </a:r>
            <a:r>
              <a:rPr lang="en-US" altLang="zh-CN" sz="2000" b="1" dirty="0">
                <a:latin typeface="+mn-ea"/>
                <a:ea typeface="+mn-ea"/>
              </a:rPr>
              <a:t>MEM</a:t>
            </a:r>
            <a:r>
              <a:rPr lang="zh-CN" altLang="en-US" sz="2000" b="1" dirty="0">
                <a:latin typeface="+mn-ea"/>
                <a:ea typeface="+mn-ea"/>
              </a:rPr>
              <a:t>操作</a:t>
            </a:r>
            <a:r>
              <a:rPr lang="en-US" altLang="zh-CN" sz="1600" b="1" dirty="0">
                <a:latin typeface="+mn-ea"/>
                <a:ea typeface="+mn-ea"/>
              </a:rPr>
              <a:t>(CPU</a:t>
            </a:r>
            <a:r>
              <a:rPr lang="zh-CN" altLang="en-US" sz="1600" b="1" dirty="0">
                <a:latin typeface="+mn-ea"/>
                <a:ea typeface="+mn-ea"/>
              </a:rPr>
              <a:t>外部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②</a:t>
            </a:r>
            <a:r>
              <a:rPr lang="zh-CN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组织各个</a:t>
            </a:r>
            <a:r>
              <a:rPr lang="en-US" altLang="zh-CN" sz="2200" dirty="0" err="1">
                <a:solidFill>
                  <a:schemeClr val="accent2"/>
                </a:solidFill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  <a:ea typeface="+mn-ea"/>
              </a:rPr>
              <a:t>OP</a:t>
            </a:r>
            <a:r>
              <a:rPr lang="zh-CN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的</a:t>
            </a:r>
            <a:r>
              <a:rPr lang="zh-CN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 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zh-CN" sz="1800" b="1" dirty="0" smtClean="0">
                <a:latin typeface="+mn-ea"/>
                <a:ea typeface="+mn-ea"/>
              </a:rPr>
              <a:t>可完成</a:t>
            </a:r>
            <a:r>
              <a:rPr lang="zh-CN" altLang="zh-CN" sz="1800" b="1" dirty="0">
                <a:latin typeface="+mn-ea"/>
                <a:ea typeface="+mn-ea"/>
              </a:rPr>
              <a:t>哪些部件</a:t>
            </a:r>
            <a:r>
              <a:rPr lang="zh-CN" altLang="zh-CN" sz="1800" b="1" dirty="0" smtClean="0">
                <a:latin typeface="+mn-ea"/>
                <a:ea typeface="+mn-ea"/>
              </a:rPr>
              <a:t>操作</a:t>
            </a:r>
            <a:r>
              <a:rPr lang="en-US" altLang="zh-CN" sz="1800" b="1" u="sng" dirty="0" smtClean="0">
                <a:latin typeface="+mn-ea"/>
                <a:ea typeface="+mn-ea"/>
              </a:rPr>
              <a:t>/</a:t>
            </a:r>
            <a:r>
              <a:rPr lang="en-US" altLang="zh-CN" sz="1800" u="sng" dirty="0" err="1" smtClean="0">
                <a:latin typeface="+mn-lt"/>
                <a:ea typeface="+mn-ea"/>
                <a:sym typeface="+mn-ea"/>
              </a:rPr>
              <a:t>μ</a:t>
            </a:r>
            <a:r>
              <a:rPr lang="en-US" altLang="zh-CN" sz="1800" b="1" u="sng" dirty="0" err="1" smtClean="0">
                <a:latin typeface="+mn-ea"/>
                <a:ea typeface="+mn-ea"/>
                <a:sym typeface="+mn-ea"/>
              </a:rPr>
              <a:t>OP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en-US" altLang="zh-CN" sz="2200" b="1" dirty="0" smtClean="0">
                <a:latin typeface="+mn-ea"/>
                <a:ea typeface="+mn-ea"/>
              </a:rPr>
              <a:t>      </a:t>
            </a:r>
            <a:r>
              <a:rPr lang="zh-CN" altLang="en-US" sz="1600" b="1" dirty="0" smtClean="0">
                <a:latin typeface="+mn-ea"/>
                <a:sym typeface="+mn-ea"/>
              </a:rPr>
              <a:t>←基于时钟周期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结果：</a:t>
            </a:r>
            <a:r>
              <a:rPr lang="zh-CN" altLang="en-US" sz="2000" b="1" dirty="0" smtClean="0">
                <a:latin typeface="+mn-ea"/>
                <a:ea typeface="+mn-ea"/>
              </a:rPr>
              <a:t>含</a:t>
            </a:r>
            <a:r>
              <a:rPr lang="en-US" altLang="zh-CN" sz="2000" b="1" dirty="0" smtClean="0">
                <a:latin typeface="+mn-ea"/>
                <a:ea typeface="+mn-ea"/>
              </a:rPr>
              <a:t>1</a:t>
            </a:r>
            <a:r>
              <a:rPr lang="zh-CN" altLang="zh-CN" sz="2000" b="1" dirty="0" smtClean="0">
                <a:latin typeface="+mn-ea"/>
                <a:ea typeface="+mn-ea"/>
              </a:rPr>
              <a:t>个</a:t>
            </a:r>
            <a:r>
              <a:rPr lang="en-US" altLang="zh-CN" sz="2000" b="1" dirty="0" smtClean="0">
                <a:latin typeface="+mn-ea"/>
                <a:ea typeface="+mn-ea"/>
              </a:rPr>
              <a:t>GPRs/ALU/MEM</a:t>
            </a:r>
            <a:r>
              <a:rPr lang="zh-CN" altLang="zh-CN" sz="2000" b="1" dirty="0" smtClean="0">
                <a:latin typeface="+mn-ea"/>
                <a:ea typeface="+mn-ea"/>
              </a:rPr>
              <a:t>操作，包容</a:t>
            </a:r>
            <a:r>
              <a:rPr lang="en-US" altLang="zh-CN" sz="2000" b="1" dirty="0" err="1">
                <a:latin typeface="+mn-ea"/>
                <a:ea typeface="+mn-ea"/>
              </a:rPr>
              <a:t>ExtU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Splice</a:t>
            </a:r>
            <a:r>
              <a:rPr lang="zh-CN" altLang="zh-CN" sz="2000" b="1" dirty="0" smtClean="0">
                <a:latin typeface="+mn-ea"/>
                <a:ea typeface="+mn-ea"/>
              </a:rPr>
              <a:t>等操作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③设置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附加</a:t>
            </a:r>
            <a:r>
              <a:rPr lang="zh-CN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寄存器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    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zh-CN" sz="1800" b="1" u="sng" dirty="0" smtClean="0">
                <a:latin typeface="+mn-ea"/>
                <a:ea typeface="+mn-ea"/>
              </a:rPr>
              <a:t>每个</a:t>
            </a:r>
            <a:r>
              <a:rPr lang="en-US" altLang="zh-CN" sz="1800" u="sng" dirty="0" err="1">
                <a:latin typeface="+mn-lt"/>
                <a:ea typeface="+mn-ea"/>
              </a:rPr>
              <a:t>μ</a:t>
            </a:r>
            <a:r>
              <a:rPr lang="en-US" altLang="zh-CN" sz="1800" b="1" u="sng" dirty="0" err="1">
                <a:latin typeface="+mn-ea"/>
                <a:ea typeface="+mn-ea"/>
              </a:rPr>
              <a:t>OP</a:t>
            </a:r>
            <a:r>
              <a:rPr lang="zh-CN" altLang="zh-CN" sz="1800" b="1" u="sng" dirty="0">
                <a:latin typeface="+mn-ea"/>
                <a:ea typeface="+mn-ea"/>
              </a:rPr>
              <a:t>结束时</a:t>
            </a:r>
            <a:r>
              <a:rPr lang="zh-CN" altLang="en-US" sz="1800" b="1" dirty="0" smtClean="0">
                <a:latin typeface="+mn-ea"/>
                <a:ea typeface="+mn-ea"/>
              </a:rPr>
              <a:t>设置</a:t>
            </a:r>
            <a:r>
              <a:rPr lang="en-US" altLang="zh-CN" sz="1800" b="1" dirty="0" smtClean="0">
                <a:latin typeface="+mn-ea"/>
                <a:ea typeface="+mn-ea"/>
              </a:rPr>
              <a:t>[</a:t>
            </a:r>
            <a:r>
              <a:rPr lang="zh-CN" altLang="en-US" sz="1800" b="1" dirty="0" smtClean="0">
                <a:latin typeface="+mn-ea"/>
                <a:ea typeface="+mn-ea"/>
              </a:rPr>
              <a:t>不复用时可缺省</a:t>
            </a:r>
            <a:r>
              <a:rPr lang="en-US" altLang="zh-CN" sz="1800" b="1" dirty="0" smtClean="0">
                <a:latin typeface="+mn-ea"/>
                <a:ea typeface="+mn-ea"/>
              </a:rPr>
              <a:t>])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14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         理论结果：</a:t>
            </a:r>
            <a:r>
              <a:rPr lang="zh-CN" altLang="zh-CN" sz="2000" b="1" dirty="0" smtClean="0">
                <a:latin typeface="+mn-ea"/>
                <a:ea typeface="+mn-ea"/>
              </a:rPr>
              <a:t>在</a:t>
            </a:r>
            <a:r>
              <a:rPr lang="en-US" altLang="zh-CN" sz="2000" b="1" dirty="0">
                <a:latin typeface="+mn-ea"/>
                <a:ea typeface="+mn-ea"/>
              </a:rPr>
              <a:t>IMEM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smtClean="0">
                <a:latin typeface="+mn-ea"/>
                <a:ea typeface="+mn-ea"/>
              </a:rPr>
              <a:t>GPRs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ALU</a:t>
            </a:r>
            <a:r>
              <a:rPr lang="zh-CN" altLang="zh-CN" sz="2000" b="1" dirty="0" smtClean="0">
                <a:latin typeface="+mn-ea"/>
                <a:ea typeface="+mn-ea"/>
              </a:rPr>
              <a:t>、</a:t>
            </a:r>
            <a:r>
              <a:rPr lang="en-US" altLang="zh-CN" sz="2000" b="1" dirty="0" smtClean="0">
                <a:latin typeface="+mn-ea"/>
                <a:ea typeface="+mn-ea"/>
              </a:rPr>
              <a:t>DMEM</a:t>
            </a:r>
            <a:r>
              <a:rPr lang="zh-CN" altLang="zh-CN" sz="2000" b="1" u="sng" dirty="0" smtClean="0">
                <a:latin typeface="+mn-ea"/>
                <a:ea typeface="+mn-ea"/>
              </a:rPr>
              <a:t>之后</a:t>
            </a:r>
            <a:r>
              <a:rPr lang="zh-CN" altLang="zh-CN" sz="2000" b="1" dirty="0" smtClean="0">
                <a:latin typeface="+mn-ea"/>
                <a:ea typeface="+mn-ea"/>
              </a:rPr>
              <a:t>设置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spcBef>
                <a:spcPts val="300"/>
              </a:spcBef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实际方案：</a:t>
            </a:r>
            <a:r>
              <a:rPr lang="zh-CN" altLang="en-US" sz="2000" b="1" dirty="0" smtClean="0">
                <a:solidFill>
                  <a:srgbClr val="0070C0"/>
                </a:solidFill>
                <a:latin typeface="+mn-ea"/>
                <a:ea typeface="+mn-ea"/>
              </a:rPr>
              <a:t>设置</a:t>
            </a:r>
            <a:r>
              <a:rPr lang="en-US" altLang="zh-CN" sz="2000" b="1" dirty="0" smtClean="0">
                <a:latin typeface="+mn-ea"/>
                <a:ea typeface="+mn-ea"/>
              </a:rPr>
              <a:t>IR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smtClean="0">
                <a:latin typeface="+mn-ea"/>
                <a:ea typeface="+mn-ea"/>
              </a:rPr>
              <a:t>A</a:t>
            </a:r>
            <a:r>
              <a:rPr lang="zh-CN" altLang="en-US" sz="2000" b="1" dirty="0" smtClean="0">
                <a:latin typeface="+mn-ea"/>
                <a:ea typeface="+mn-ea"/>
              </a:rPr>
              <a:t>和</a:t>
            </a:r>
            <a:r>
              <a:rPr lang="en-US" altLang="zh-CN" sz="2000" b="1" dirty="0" smtClean="0">
                <a:latin typeface="+mn-ea"/>
                <a:ea typeface="+mn-ea"/>
              </a:rPr>
              <a:t>B</a:t>
            </a:r>
            <a:r>
              <a:rPr lang="zh-CN" altLang="en-US" sz="2000" b="1" dirty="0" smtClean="0">
                <a:latin typeface="+mn-ea"/>
                <a:ea typeface="+mn-ea"/>
              </a:rPr>
              <a:t>、</a:t>
            </a:r>
            <a:r>
              <a:rPr lang="en-US" altLang="zh-CN" sz="2000" b="1" dirty="0" err="1" smtClean="0">
                <a:latin typeface="+mn-ea"/>
                <a:ea typeface="+mn-ea"/>
              </a:rPr>
              <a:t>ALUOut</a:t>
            </a:r>
            <a:r>
              <a:rPr lang="zh-CN" altLang="en-US" sz="2000" b="1" dirty="0" smtClean="0">
                <a:latin typeface="+mn-ea"/>
                <a:ea typeface="+mn-ea"/>
              </a:rPr>
              <a:t>和</a:t>
            </a:r>
            <a:r>
              <a:rPr lang="en-US" altLang="zh-CN" sz="2000" b="1" dirty="0" smtClean="0">
                <a:latin typeface="+mn-ea"/>
                <a:ea typeface="+mn-ea"/>
              </a:rPr>
              <a:t>OF</a:t>
            </a:r>
            <a:r>
              <a:rPr lang="zh-CN" altLang="en-US" sz="2000" b="1" dirty="0" smtClean="0">
                <a:latin typeface="+mn-ea"/>
                <a:ea typeface="+mn-ea"/>
              </a:rPr>
              <a:t>，</a:t>
            </a:r>
            <a:r>
              <a:rPr lang="zh-CN" altLang="en-US" sz="2000" b="1" dirty="0" smtClean="0">
                <a:solidFill>
                  <a:srgbClr val="0070C0"/>
                </a:solidFill>
                <a:latin typeface="+mn-ea"/>
                <a:ea typeface="+mn-ea"/>
              </a:rPr>
              <a:t>缺省</a:t>
            </a:r>
            <a:r>
              <a:rPr lang="en-US" altLang="zh-CN" sz="2000" b="1" dirty="0" smtClean="0">
                <a:latin typeface="+mn-ea"/>
                <a:ea typeface="+mn-ea"/>
              </a:rPr>
              <a:t>DMDR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优化</a:t>
            </a:r>
            <a:r>
              <a:rPr lang="en-US" altLang="zh-CN" sz="1600" b="1" dirty="0" smtClean="0">
                <a:latin typeface="+mn-ea"/>
                <a:ea typeface="+mn-ea"/>
              </a:rPr>
              <a:t>MEM</a:t>
            </a:r>
            <a:r>
              <a:rPr lang="zh-CN" altLang="en-US" sz="1600" b="1" dirty="0" smtClean="0">
                <a:latin typeface="+mn-ea"/>
                <a:ea typeface="+mn-ea"/>
              </a:rPr>
              <a:t>写性能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zh-CN" altLang="zh-CN" sz="1600" b="1" dirty="0"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88085" y="2844000"/>
            <a:ext cx="6193790" cy="504190"/>
            <a:chOff x="1871" y="2048"/>
            <a:chExt cx="9754" cy="794"/>
          </a:xfrm>
        </p:grpSpPr>
        <p:sp>
          <p:nvSpPr>
            <p:cNvPr id="57" name="Text Box 40"/>
            <p:cNvSpPr txBox="1">
              <a:spLocks noChangeArrowheads="1"/>
            </p:cNvSpPr>
            <p:nvPr/>
          </p:nvSpPr>
          <p:spPr bwMode="auto">
            <a:xfrm>
              <a:off x="4024" y="2048"/>
              <a:ext cx="158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读</a:t>
              </a:r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GPRs</a:t>
              </a:r>
              <a:endParaRPr kumimoji="0" lang="en-US" altLang="zh-CN" sz="1800" b="1" baseline="30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8" name="Text Box 42"/>
            <p:cNvSpPr txBox="1">
              <a:spLocks noChangeArrowheads="1"/>
            </p:cNvSpPr>
            <p:nvPr/>
          </p:nvSpPr>
          <p:spPr bwMode="auto">
            <a:xfrm>
              <a:off x="1871" y="2048"/>
              <a:ext cx="1700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zh-CN" altLang="en-US" sz="1800" b="1" dirty="0">
                  <a:latin typeface="宋体" panose="02010600030101010101" pitchFamily="2" charset="-122"/>
                </a:rPr>
                <a:t>取</a:t>
              </a:r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指令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43"/>
            <p:cNvSpPr txBox="1">
              <a:spLocks noChangeArrowheads="1"/>
            </p:cNvSpPr>
            <p:nvPr/>
          </p:nvSpPr>
          <p:spPr bwMode="auto">
            <a:xfrm>
              <a:off x="8105" y="2048"/>
              <a:ext cx="158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MEM</a:t>
              </a:r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操作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44"/>
            <p:cNvSpPr txBox="1">
              <a:spLocks noChangeArrowheads="1"/>
            </p:cNvSpPr>
            <p:nvPr/>
          </p:nvSpPr>
          <p:spPr bwMode="auto">
            <a:xfrm>
              <a:off x="6064" y="2048"/>
              <a:ext cx="1587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ALU</a:t>
              </a:r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操作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1" name="Text Box 45"/>
            <p:cNvSpPr txBox="1">
              <a:spLocks noChangeArrowheads="1"/>
            </p:cNvSpPr>
            <p:nvPr/>
          </p:nvSpPr>
          <p:spPr bwMode="auto">
            <a:xfrm>
              <a:off x="10151" y="2048"/>
              <a:ext cx="147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prstDash val="solid"/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写</a:t>
              </a:r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GPRs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2" name="Line 46"/>
            <p:cNvSpPr>
              <a:spLocks noChangeShapeType="1"/>
            </p:cNvSpPr>
            <p:nvPr/>
          </p:nvSpPr>
          <p:spPr bwMode="auto">
            <a:xfrm flipV="1">
              <a:off x="9696" y="2275"/>
              <a:ext cx="4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3" name="Line 47"/>
            <p:cNvSpPr>
              <a:spLocks noChangeShapeType="1"/>
            </p:cNvSpPr>
            <p:nvPr/>
          </p:nvSpPr>
          <p:spPr bwMode="auto">
            <a:xfrm flipV="1">
              <a:off x="7654" y="2275"/>
              <a:ext cx="4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4" name="Line 48"/>
            <p:cNvSpPr>
              <a:spLocks noChangeShapeType="1"/>
            </p:cNvSpPr>
            <p:nvPr/>
          </p:nvSpPr>
          <p:spPr bwMode="auto">
            <a:xfrm flipV="1">
              <a:off x="5612" y="2275"/>
              <a:ext cx="4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5" name="Line 49"/>
            <p:cNvSpPr>
              <a:spLocks noChangeShapeType="1"/>
            </p:cNvSpPr>
            <p:nvPr/>
          </p:nvSpPr>
          <p:spPr bwMode="auto">
            <a:xfrm flipV="1">
              <a:off x="3571" y="2275"/>
              <a:ext cx="45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6" name="Text Box 42"/>
            <p:cNvSpPr txBox="1">
              <a:spLocks noChangeArrowheads="1"/>
            </p:cNvSpPr>
            <p:nvPr/>
          </p:nvSpPr>
          <p:spPr bwMode="auto">
            <a:xfrm>
              <a:off x="1871" y="2445"/>
              <a:ext cx="1701" cy="39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←</a:t>
              </a:r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PC+4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7" name="Text Box 42"/>
            <p:cNvSpPr txBox="1">
              <a:spLocks noChangeArrowheads="1"/>
            </p:cNvSpPr>
            <p:nvPr/>
          </p:nvSpPr>
          <p:spPr bwMode="auto">
            <a:xfrm>
              <a:off x="4026" y="2445"/>
              <a:ext cx="3628" cy="39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eaLnBrk="0" hangingPunct="0"/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PC</a:t>
              </a:r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←</a:t>
              </a:r>
              <a:r>
                <a:rPr kumimoji="0" lang="en-US" altLang="zh-CN" sz="1800" b="1" dirty="0" err="1" smtClean="0">
                  <a:latin typeface="宋体" panose="02010600030101010101" pitchFamily="2" charset="-122"/>
                </a:rPr>
                <a:t>PC+disp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" name="Text Box 4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937" y="2445"/>
              <a:ext cx="3685" cy="397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p>
              <a:pPr algn="l" eaLnBrk="0" hangingPunct="0"/>
              <a:r>
                <a:rPr kumimoji="0" lang="zh-CN" sz="1600" b="1" dirty="0" smtClean="0">
                  <a:latin typeface="宋体" panose="02010600030101010101" pitchFamily="2" charset="-122"/>
                </a:rPr>
                <a:t>注：读</a:t>
              </a:r>
              <a:r>
                <a:rPr kumimoji="0" lang="en-US" altLang="zh-CN" sz="1600" b="1" dirty="0" smtClean="0">
                  <a:latin typeface="宋体" panose="02010600030101010101" pitchFamily="2" charset="-122"/>
                </a:rPr>
                <a:t>GPRs</a:t>
              </a:r>
              <a:r>
                <a:rPr kumimoji="0" lang="zh-CN" altLang="en-US" sz="1600" b="1" dirty="0" smtClean="0">
                  <a:latin typeface="宋体" panose="02010600030101010101" pitchFamily="2" charset="-122"/>
                </a:rPr>
                <a:t>含位扩展操作</a:t>
              </a:r>
              <a:endParaRPr kumimoji="0" lang="zh-CN" altLang="en-US" sz="1600" b="1" dirty="0" smtClean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Box 5"/>
          <p:cNvSpPr txBox="1">
            <a:spLocks noChangeArrowheads="1"/>
          </p:cNvSpPr>
          <p:nvPr/>
        </p:nvSpPr>
        <p:spPr bwMode="auto">
          <a:xfrm>
            <a:off x="179512" y="360000"/>
            <a:ext cx="3312368" cy="47313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(2)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部件互连设计</a:t>
            </a: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数据路径的修改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endParaRPr lang="en-US" altLang="zh-CN" sz="2000" b="1" dirty="0">
              <a:solidFill>
                <a:srgbClr val="C00000"/>
              </a:solidFill>
              <a:latin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*</a:t>
            </a:r>
            <a:r>
              <a:rPr lang="en-US" altLang="zh-CN" sz="22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时序的组织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700000" y="786770"/>
            <a:ext cx="5954632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</a:rPr>
              <a:t>增加</a:t>
            </a:r>
            <a:r>
              <a:rPr lang="en-US" altLang="zh-CN" sz="2200" b="1" dirty="0" smtClean="0">
                <a:latin typeface="+mn-ea"/>
                <a:ea typeface="+mn-ea"/>
              </a:rPr>
              <a:t>SL2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Splice</a:t>
            </a:r>
            <a:r>
              <a:rPr lang="zh-CN" altLang="en-US" sz="2200" b="1" dirty="0" smtClean="0">
                <a:latin typeface="+mn-ea"/>
                <a:ea typeface="+mn-ea"/>
              </a:rPr>
              <a:t>、附加</a:t>
            </a:r>
            <a:r>
              <a:rPr lang="en-US" altLang="zh-CN" sz="2200" b="1" dirty="0" smtClean="0">
                <a:latin typeface="+mn-ea"/>
                <a:ea typeface="+mn-ea"/>
              </a:rPr>
              <a:t>REG</a:t>
            </a:r>
            <a:r>
              <a:rPr lang="zh-CN" altLang="en-US" sz="2200" b="1" dirty="0" smtClean="0">
                <a:latin typeface="+mn-ea"/>
                <a:ea typeface="+mn-ea"/>
              </a:rPr>
              <a:t>，及相关数据路径</a:t>
            </a:r>
            <a:endParaRPr lang="en-US" altLang="zh-CN" sz="2200" dirty="0" smtClean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137" name="Text Box 5"/>
          <p:cNvSpPr txBox="1">
            <a:spLocks noChangeArrowheads="1"/>
          </p:cNvSpPr>
          <p:nvPr/>
        </p:nvSpPr>
        <p:spPr bwMode="auto">
          <a:xfrm>
            <a:off x="2592000" y="4536000"/>
            <a:ext cx="6191672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 smtClean="0">
                <a:latin typeface="+mn-ea"/>
                <a:ea typeface="+mn-ea"/>
              </a:rPr>
              <a:t>附加</a:t>
            </a:r>
            <a:r>
              <a:rPr lang="en-US" altLang="zh-CN" sz="2200" b="1" spc="-50" dirty="0" smtClean="0">
                <a:latin typeface="+mn-ea"/>
                <a:ea typeface="+mn-ea"/>
              </a:rPr>
              <a:t>REG</a:t>
            </a:r>
            <a:r>
              <a:rPr lang="zh-CN" altLang="en-US" sz="2200" b="1" spc="-50" dirty="0" smtClean="0">
                <a:latin typeface="+mn-ea"/>
                <a:ea typeface="+mn-ea"/>
              </a:rPr>
              <a:t>在</a:t>
            </a:r>
            <a:r>
              <a:rPr lang="en-US" altLang="zh-CN" sz="2200" b="1" i="1" u="sng" dirty="0"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6000" dirty="0">
                <a:latin typeface="宋体" panose="02010600030101010101" pitchFamily="2" charset="-122"/>
              </a:rPr>
              <a:t>C</a:t>
            </a:r>
            <a:r>
              <a:rPr lang="zh-CN" altLang="en-US" sz="2200" b="1" u="sng" spc="-50" dirty="0" smtClean="0">
                <a:latin typeface="+mn-ea"/>
                <a:ea typeface="+mn-ea"/>
              </a:rPr>
              <a:t>结束时</a:t>
            </a:r>
            <a:r>
              <a:rPr lang="zh-CN" altLang="en-US" sz="2200" b="1" spc="-50" dirty="0" smtClean="0">
                <a:latin typeface="+mn-ea"/>
                <a:ea typeface="+mn-ea"/>
              </a:rPr>
              <a:t>写入，</a:t>
            </a:r>
            <a:r>
              <a:rPr lang="en-US" altLang="zh-CN" sz="2200" b="1" spc="-50" dirty="0" smtClean="0">
                <a:latin typeface="+mn-ea"/>
                <a:ea typeface="+mn-ea"/>
              </a:rPr>
              <a:t>MEM</a:t>
            </a:r>
            <a:r>
              <a:rPr lang="zh-CN" altLang="en-US" sz="2200" b="1" spc="-50" dirty="0" smtClean="0">
                <a:latin typeface="+mn-ea"/>
                <a:ea typeface="+mn-ea"/>
              </a:rPr>
              <a:t>在</a:t>
            </a:r>
            <a:r>
              <a:rPr lang="en-US" altLang="zh-CN" sz="2200" b="1" i="1" u="sng" dirty="0">
                <a:latin typeface="宋体" panose="02010600030101010101" pitchFamily="2" charset="-122"/>
              </a:rPr>
              <a:t>T</a:t>
            </a:r>
            <a:r>
              <a:rPr lang="en-US" altLang="zh-CN" sz="2200" b="1" u="sng" baseline="-16000" dirty="0">
                <a:latin typeface="宋体" panose="02010600030101010101" pitchFamily="2" charset="-122"/>
              </a:rPr>
              <a:t>C</a:t>
            </a:r>
            <a:r>
              <a:rPr lang="zh-CN" altLang="en-US" sz="2200" b="1" u="sng" spc="-50" dirty="0" smtClean="0">
                <a:latin typeface="+mn-ea"/>
                <a:ea typeface="+mn-ea"/>
              </a:rPr>
              <a:t>中部</a:t>
            </a:r>
            <a:r>
              <a:rPr lang="zh-CN" altLang="en-US" sz="2200" b="1" spc="-50" dirty="0" smtClean="0">
                <a:latin typeface="+mn-ea"/>
                <a:ea typeface="+mn-ea"/>
              </a:rPr>
              <a:t>操作</a:t>
            </a:r>
            <a:endParaRPr lang="en-US" altLang="zh-CN" sz="2200" b="1" spc="-50" dirty="0">
              <a:latin typeface="+mn-ea"/>
              <a:ea typeface="+mn-ea"/>
            </a:endParaRPr>
          </a:p>
        </p:txBody>
      </p:sp>
      <p:grpSp>
        <p:nvGrpSpPr>
          <p:cNvPr id="249" name="组合 248"/>
          <p:cNvGrpSpPr/>
          <p:nvPr/>
        </p:nvGrpSpPr>
        <p:grpSpPr>
          <a:xfrm>
            <a:off x="1116000" y="5076000"/>
            <a:ext cx="5743433" cy="576064"/>
            <a:chOff x="1403648" y="4725144"/>
            <a:chExt cx="5743433" cy="576064"/>
          </a:xfrm>
        </p:grpSpPr>
        <p:sp>
          <p:nvSpPr>
            <p:cNvPr id="190" name="TextBox 189"/>
            <p:cNvSpPr txBox="1"/>
            <p:nvPr/>
          </p:nvSpPr>
          <p:spPr>
            <a:xfrm>
              <a:off x="1403648" y="5013176"/>
              <a:ext cx="381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r"/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1" name="直接连接符 190"/>
            <p:cNvCxnSpPr/>
            <p:nvPr/>
          </p:nvCxnSpPr>
          <p:spPr>
            <a:xfrm>
              <a:off x="2483768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>
              <a:off x="1979712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>
              <a:off x="1979712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1835696" y="5301208"/>
              <a:ext cx="14401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1979712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/>
            <p:cNvSpPr txBox="1"/>
            <p:nvPr/>
          </p:nvSpPr>
          <p:spPr>
            <a:xfrm>
              <a:off x="2162342" y="4725144"/>
              <a:ext cx="4824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/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取指令  </a:t>
              </a:r>
              <a:r>
                <a:rPr lang="en-US" altLang="zh-CN" sz="1800" b="1" baseline="-25000" dirty="0" smtClean="0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GPRs    ALU      MEM    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>
            <a:xfrm>
              <a:off x="2987824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>
              <a:off x="2477770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>
              <a:off x="3491880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2987824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3995936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3485882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>
              <a:off x="4499992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>
              <a:off x="3995936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>
              <a:off x="5004048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>
              <a:off x="4493994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>
              <a:off x="5508104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>
              <a:off x="5004048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6012160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5502106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>
              <a:off x="6516216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>
              <a:off x="6012160" y="5013176"/>
              <a:ext cx="50405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>
              <a:off x="7020272" y="5013208"/>
              <a:ext cx="0" cy="288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>
              <a:off x="6510218" y="5301208"/>
              <a:ext cx="5100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>
              <a:off x="7020272" y="5013176"/>
              <a:ext cx="126809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>
              <a:off x="2987824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>
              <a:off x="3995936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>
              <a:off x="5004048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>
              <a:off x="6012160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>
              <a:off x="7020272" y="4761147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4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878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7704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3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50" name="线形标注 2 249"/>
          <p:cNvSpPr/>
          <p:nvPr/>
        </p:nvSpPr>
        <p:spPr bwMode="auto">
          <a:xfrm>
            <a:off x="6120000" y="6156000"/>
            <a:ext cx="1368000" cy="252000"/>
          </a:xfrm>
          <a:prstGeom prst="borderCallout2">
            <a:avLst>
              <a:gd name="adj1" fmla="val 51418"/>
              <a:gd name="adj2" fmla="val 155"/>
              <a:gd name="adj3" fmla="val 51785"/>
              <a:gd name="adj4" fmla="val -17118"/>
              <a:gd name="adj5" fmla="val 27343"/>
              <a:gd name="adj6" fmla="val -4501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需增设</a:t>
            </a:r>
            <a:r>
              <a:rPr lang="en-US" altLang="zh-CN" sz="1600" dirty="0" err="1" smtClean="0">
                <a:latin typeface="+mn-lt"/>
              </a:rPr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OPCmd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235" name="线形标注 2 234"/>
          <p:cNvSpPr/>
          <p:nvPr/>
        </p:nvSpPr>
        <p:spPr bwMode="auto">
          <a:xfrm>
            <a:off x="7272000" y="5076000"/>
            <a:ext cx="1728000" cy="252000"/>
          </a:xfrm>
          <a:prstGeom prst="borderCallout2">
            <a:avLst>
              <a:gd name="adj1" fmla="val 49940"/>
              <a:gd name="adj2" fmla="val 103"/>
              <a:gd name="adj3" fmla="val 50382"/>
              <a:gd name="adj4" fmla="val -10957"/>
              <a:gd name="adj5" fmla="val -52201"/>
              <a:gd name="adj6" fmla="val -21521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 algn="l">
              <a:lnSpc>
                <a:spcPct val="90000"/>
              </a:lnSpc>
            </a:pPr>
            <a:r>
              <a:rPr lang="zh-CN" sz="1600" b="1" dirty="0" smtClean="0">
                <a:latin typeface="宋体" panose="02010600030101010101" pitchFamily="2" charset="-122"/>
              </a:rPr>
              <a:t>与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ALUOut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错开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236" name="AutoShape 49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" name="组合 137"/>
          <p:cNvGrpSpPr/>
          <p:nvPr/>
        </p:nvGrpSpPr>
        <p:grpSpPr>
          <a:xfrm>
            <a:off x="1692000" y="5652000"/>
            <a:ext cx="5370016" cy="655611"/>
            <a:chOff x="1845320" y="5581701"/>
            <a:chExt cx="5370016" cy="655611"/>
          </a:xfrm>
        </p:grpSpPr>
        <p:cxnSp>
          <p:nvCxnSpPr>
            <p:cNvPr id="237" name="直接连接符 236"/>
            <p:cNvCxnSpPr/>
            <p:nvPr/>
          </p:nvCxnSpPr>
          <p:spPr>
            <a:xfrm flipV="1">
              <a:off x="2339752" y="5581701"/>
              <a:ext cx="0" cy="144000"/>
            </a:xfrm>
            <a:prstGeom prst="line">
              <a:avLst/>
            </a:prstGeom>
            <a:ln w="12700">
              <a:solidFill>
                <a:srgbClr val="990099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/>
            <p:cNvSpPr txBox="1"/>
            <p:nvPr/>
          </p:nvSpPr>
          <p:spPr>
            <a:xfrm>
              <a:off x="1845320" y="5733256"/>
              <a:ext cx="782464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IMEM</a:t>
              </a:r>
              <a:endParaRPr lang="zh-CN" altLang="en-US" sz="1800" b="1" dirty="0" smtClean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2" name="直接连接符 241"/>
            <p:cNvCxnSpPr/>
            <p:nvPr/>
          </p:nvCxnSpPr>
          <p:spPr>
            <a:xfrm flipV="1">
              <a:off x="2843808" y="5581701"/>
              <a:ext cx="0" cy="43200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/>
            <p:cNvSpPr txBox="1"/>
            <p:nvPr/>
          </p:nvSpPr>
          <p:spPr>
            <a:xfrm>
              <a:off x="2339752" y="6021288"/>
              <a:ext cx="97210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IR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及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838104" y="5733256"/>
              <a:ext cx="117405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读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/</a:t>
              </a:r>
              <a:r>
                <a:rPr lang="zh-CN" altLang="en-US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DMEM</a:t>
              </a:r>
              <a:endParaRPr lang="zh-CN" altLang="en-US" sz="1800" b="1" dirty="0" smtClean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5" name="直接连接符 244"/>
            <p:cNvCxnSpPr/>
            <p:nvPr/>
          </p:nvCxnSpPr>
          <p:spPr>
            <a:xfrm flipV="1">
              <a:off x="5364088" y="5581701"/>
              <a:ext cx="0" cy="144000"/>
            </a:xfrm>
            <a:prstGeom prst="line">
              <a:avLst/>
            </a:prstGeom>
            <a:ln w="12700">
              <a:solidFill>
                <a:srgbClr val="990099"/>
              </a:solidFill>
              <a:prstDash val="solid"/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flipV="1">
              <a:off x="6876256" y="5581701"/>
              <a:ext cx="0" cy="14400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/>
            <p:cNvSpPr txBox="1"/>
            <p:nvPr/>
          </p:nvSpPr>
          <p:spPr>
            <a:xfrm>
              <a:off x="6420916" y="5733256"/>
              <a:ext cx="79442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GPRs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8" name="直接连接符 247"/>
            <p:cNvCxnSpPr/>
            <p:nvPr/>
          </p:nvCxnSpPr>
          <p:spPr>
            <a:xfrm flipH="1" flipV="1">
              <a:off x="3844769" y="5581701"/>
              <a:ext cx="1" cy="14400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TextBox 250"/>
            <p:cNvSpPr txBox="1"/>
            <p:nvPr/>
          </p:nvSpPr>
          <p:spPr>
            <a:xfrm>
              <a:off x="3470920" y="5733256"/>
              <a:ext cx="74769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和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52" name="直接连接符 251"/>
            <p:cNvCxnSpPr/>
            <p:nvPr/>
          </p:nvCxnSpPr>
          <p:spPr>
            <a:xfrm flipV="1">
              <a:off x="4860032" y="5581701"/>
              <a:ext cx="0" cy="43200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TextBox 252"/>
            <p:cNvSpPr txBox="1"/>
            <p:nvPr/>
          </p:nvSpPr>
          <p:spPr>
            <a:xfrm>
              <a:off x="4211959" y="6021288"/>
              <a:ext cx="1440161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写</a:t>
              </a: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ALUOut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及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PC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4" name="组合 233"/>
          <p:cNvGrpSpPr/>
          <p:nvPr/>
        </p:nvGrpSpPr>
        <p:grpSpPr>
          <a:xfrm>
            <a:off x="107504" y="1332000"/>
            <a:ext cx="8856880" cy="3171373"/>
            <a:chOff x="179616" y="1268760"/>
            <a:chExt cx="8856880" cy="3171373"/>
          </a:xfrm>
        </p:grpSpPr>
        <p:sp>
          <p:nvSpPr>
            <p:cNvPr id="238" name="Text Box 323"/>
            <p:cNvSpPr txBox="1">
              <a:spLocks noChangeArrowheads="1"/>
            </p:cNvSpPr>
            <p:nvPr/>
          </p:nvSpPr>
          <p:spPr bwMode="auto">
            <a:xfrm>
              <a:off x="1187624" y="1556792"/>
              <a:ext cx="7848872" cy="262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9" name="直接连接符 8"/>
            <p:cNvCxnSpPr/>
            <p:nvPr/>
          </p:nvCxnSpPr>
          <p:spPr>
            <a:xfrm flipV="1">
              <a:off x="7884368" y="3140968"/>
              <a:ext cx="144016" cy="2098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5" name="Text Box 323"/>
            <p:cNvSpPr txBox="1">
              <a:spLocks noChangeArrowheads="1"/>
            </p:cNvSpPr>
            <p:nvPr/>
          </p:nvSpPr>
          <p:spPr bwMode="auto">
            <a:xfrm>
              <a:off x="3851920" y="2636912"/>
              <a:ext cx="723618" cy="72008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86" name="Text Box 363"/>
            <p:cNvSpPr txBox="1">
              <a:spLocks noChangeArrowheads="1"/>
            </p:cNvSpPr>
            <p:nvPr/>
          </p:nvSpPr>
          <p:spPr bwMode="auto">
            <a:xfrm>
              <a:off x="2699792" y="2492896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>
              <a:off x="2699792" y="2296810"/>
              <a:ext cx="0" cy="17082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8" name="直接连接符 387"/>
            <p:cNvCxnSpPr/>
            <p:nvPr/>
          </p:nvCxnSpPr>
          <p:spPr>
            <a:xfrm>
              <a:off x="6013055" y="3356992"/>
              <a:ext cx="215129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AutoShape 15"/>
            <p:cNvSpPr>
              <a:spLocks noChangeArrowheads="1"/>
            </p:cNvSpPr>
            <p:nvPr/>
          </p:nvSpPr>
          <p:spPr bwMode="auto">
            <a:xfrm rot="16200000">
              <a:off x="5940645" y="2924452"/>
              <a:ext cx="936104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390" name="直接连接符 389"/>
            <p:cNvCxnSpPr/>
            <p:nvPr/>
          </p:nvCxnSpPr>
          <p:spPr>
            <a:xfrm>
              <a:off x="3566130" y="2852937"/>
              <a:ext cx="28225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/>
          </p:nvCxnSpPr>
          <p:spPr>
            <a:xfrm>
              <a:off x="2699792" y="3041402"/>
              <a:ext cx="114859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/>
            <p:cNvCxnSpPr/>
            <p:nvPr/>
          </p:nvCxnSpPr>
          <p:spPr>
            <a:xfrm>
              <a:off x="2702034" y="3212976"/>
              <a:ext cx="114634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5"/>
            <p:cNvCxnSpPr>
              <a:stCxn id="420" idx="1"/>
            </p:cNvCxnSpPr>
            <p:nvPr/>
          </p:nvCxnSpPr>
          <p:spPr>
            <a:xfrm rot="10800000" flipV="1">
              <a:off x="3707257" y="1845270"/>
              <a:ext cx="288681" cy="873131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/>
            <p:cNvCxnSpPr/>
            <p:nvPr/>
          </p:nvCxnSpPr>
          <p:spPr bwMode="auto">
            <a:xfrm flipV="1">
              <a:off x="4427984" y="3356992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5" name="直接连接符 8"/>
            <p:cNvCxnSpPr>
              <a:stCxn id="468" idx="2"/>
            </p:cNvCxnSpPr>
            <p:nvPr/>
          </p:nvCxnSpPr>
          <p:spPr>
            <a:xfrm flipH="1" flipV="1">
              <a:off x="1403648" y="2060848"/>
              <a:ext cx="6984776" cy="468052"/>
            </a:xfrm>
            <a:prstGeom prst="bentConnector3">
              <a:avLst>
                <a:gd name="adj1" fmla="val -2047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/>
            <p:cNvCxnSpPr/>
            <p:nvPr/>
          </p:nvCxnSpPr>
          <p:spPr bwMode="auto">
            <a:xfrm flipV="1">
              <a:off x="8604448" y="3789040"/>
              <a:ext cx="0" cy="4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97" name="直接连接符 396"/>
            <p:cNvCxnSpPr/>
            <p:nvPr/>
          </p:nvCxnSpPr>
          <p:spPr>
            <a:xfrm>
              <a:off x="6589207" y="2852936"/>
              <a:ext cx="575081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/>
            <p:cNvCxnSpPr/>
            <p:nvPr/>
          </p:nvCxnSpPr>
          <p:spPr>
            <a:xfrm flipV="1">
              <a:off x="6589209" y="2924943"/>
              <a:ext cx="359055" cy="1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TextBox 398"/>
            <p:cNvSpPr txBox="1"/>
            <p:nvPr/>
          </p:nvSpPr>
          <p:spPr>
            <a:xfrm>
              <a:off x="2411760" y="1628800"/>
              <a:ext cx="279661" cy="25082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00" name="TextBox 399"/>
            <p:cNvSpPr txBox="1"/>
            <p:nvPr/>
          </p:nvSpPr>
          <p:spPr>
            <a:xfrm>
              <a:off x="6206256" y="4257112"/>
              <a:ext cx="814016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01" name="TextBox 400"/>
            <p:cNvSpPr txBox="1"/>
            <p:nvPr/>
          </p:nvSpPr>
          <p:spPr>
            <a:xfrm>
              <a:off x="3137544" y="4257112"/>
              <a:ext cx="692448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02" name="TextBox 401"/>
            <p:cNvSpPr txBox="1"/>
            <p:nvPr/>
          </p:nvSpPr>
          <p:spPr>
            <a:xfrm>
              <a:off x="2391447" y="2718402"/>
              <a:ext cx="308345" cy="710598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03" name="矩形 402"/>
            <p:cNvSpPr/>
            <p:nvPr/>
          </p:nvSpPr>
          <p:spPr bwMode="auto">
            <a:xfrm>
              <a:off x="3275856" y="2824359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4" name="矩形 403"/>
            <p:cNvSpPr/>
            <p:nvPr/>
          </p:nvSpPr>
          <p:spPr bwMode="auto">
            <a:xfrm>
              <a:off x="3284240" y="266584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05" name="直接连接符 404"/>
            <p:cNvCxnSpPr/>
            <p:nvPr/>
          </p:nvCxnSpPr>
          <p:spPr>
            <a:xfrm>
              <a:off x="2702034" y="3861048"/>
              <a:ext cx="1137452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/>
            <p:cNvCxnSpPr/>
            <p:nvPr/>
          </p:nvCxnSpPr>
          <p:spPr>
            <a:xfrm>
              <a:off x="2702034" y="2708920"/>
              <a:ext cx="57190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103"/>
            <p:cNvCxnSpPr/>
            <p:nvPr/>
          </p:nvCxnSpPr>
          <p:spPr>
            <a:xfrm flipV="1">
              <a:off x="3059832" y="2852936"/>
              <a:ext cx="214104" cy="185544"/>
            </a:xfrm>
            <a:prstGeom prst="bentConnector3">
              <a:avLst>
                <a:gd name="adj1" fmla="val -843"/>
              </a:avLst>
            </a:prstGeom>
            <a:ln w="1270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8" name="Text Box 323"/>
            <p:cNvSpPr txBox="1">
              <a:spLocks noChangeArrowheads="1"/>
            </p:cNvSpPr>
            <p:nvPr/>
          </p:nvSpPr>
          <p:spPr bwMode="auto">
            <a:xfrm>
              <a:off x="3848382" y="3717032"/>
              <a:ext cx="723617" cy="28803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 smtClean="0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409" name="Text Box 18"/>
            <p:cNvSpPr txBox="1">
              <a:spLocks noChangeArrowheads="1"/>
            </p:cNvSpPr>
            <p:nvPr/>
          </p:nvSpPr>
          <p:spPr bwMode="auto">
            <a:xfrm rot="16200000">
              <a:off x="5580560" y="2708473"/>
              <a:ext cx="576063" cy="288926"/>
            </a:xfrm>
            <a:prstGeom prst="rect">
              <a:avLst/>
            </a:prstGeom>
            <a:noFill/>
            <a:ln w="1905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10" name="矩形 409"/>
            <p:cNvSpPr/>
            <p:nvPr/>
          </p:nvSpPr>
          <p:spPr bwMode="auto">
            <a:xfrm>
              <a:off x="5724128" y="303630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1" name="矩形 410"/>
            <p:cNvSpPr/>
            <p:nvPr/>
          </p:nvSpPr>
          <p:spPr bwMode="auto">
            <a:xfrm>
              <a:off x="5732512" y="2597929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12" name="直接连接符 411"/>
            <p:cNvCxnSpPr/>
            <p:nvPr/>
          </p:nvCxnSpPr>
          <p:spPr>
            <a:xfrm flipV="1">
              <a:off x="6011552" y="2855462"/>
              <a:ext cx="21663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3" name="TextBox 412"/>
            <p:cNvSpPr txBox="1"/>
            <p:nvPr/>
          </p:nvSpPr>
          <p:spPr>
            <a:xfrm>
              <a:off x="2699792" y="3645024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14" name="直接连接符 413"/>
            <p:cNvCxnSpPr/>
            <p:nvPr/>
          </p:nvCxnSpPr>
          <p:spPr bwMode="auto">
            <a:xfrm>
              <a:off x="1907704" y="2420888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15" name="直接连接符 414"/>
            <p:cNvCxnSpPr/>
            <p:nvPr/>
          </p:nvCxnSpPr>
          <p:spPr bwMode="auto">
            <a:xfrm flipH="1" flipV="1">
              <a:off x="4211960" y="4005062"/>
              <a:ext cx="0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16" name="TextBox 415"/>
            <p:cNvSpPr txBox="1"/>
            <p:nvPr/>
          </p:nvSpPr>
          <p:spPr>
            <a:xfrm>
              <a:off x="1691680" y="4257112"/>
              <a:ext cx="504057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IRWr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3902000" y="4257112"/>
              <a:ext cx="814016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18" name="直接连接符 46"/>
            <p:cNvCxnSpPr/>
            <p:nvPr/>
          </p:nvCxnSpPr>
          <p:spPr bwMode="auto">
            <a:xfrm flipV="1">
              <a:off x="3491880" y="3463956"/>
              <a:ext cx="718310" cy="792000"/>
            </a:xfrm>
            <a:prstGeom prst="bentConnector3">
              <a:avLst>
                <a:gd name="adj1" fmla="val 334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19" name="TextBox 418"/>
            <p:cNvSpPr txBox="1"/>
            <p:nvPr/>
          </p:nvSpPr>
          <p:spPr>
            <a:xfrm>
              <a:off x="5316795" y="4257112"/>
              <a:ext cx="834222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ALUAsrc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20" name="Text Box 18"/>
            <p:cNvSpPr txBox="1">
              <a:spLocks noChangeArrowheads="1"/>
            </p:cNvSpPr>
            <p:nvPr/>
          </p:nvSpPr>
          <p:spPr bwMode="auto">
            <a:xfrm>
              <a:off x="3995937" y="1700808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21" name="矩形 420"/>
            <p:cNvSpPr/>
            <p:nvPr/>
          </p:nvSpPr>
          <p:spPr bwMode="auto">
            <a:xfrm>
              <a:off x="4419600" y="173561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2" name="矩形 421"/>
            <p:cNvSpPr/>
            <p:nvPr/>
          </p:nvSpPr>
          <p:spPr bwMode="auto">
            <a:xfrm>
              <a:off x="4427984" y="1879626"/>
              <a:ext cx="72000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23" name="直接连接符 422"/>
            <p:cNvCxnSpPr/>
            <p:nvPr/>
          </p:nvCxnSpPr>
          <p:spPr>
            <a:xfrm flipV="1">
              <a:off x="3707256" y="2708922"/>
              <a:ext cx="144664" cy="892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Text Box 323"/>
            <p:cNvSpPr txBox="1">
              <a:spLocks noChangeArrowheads="1"/>
            </p:cNvSpPr>
            <p:nvPr/>
          </p:nvSpPr>
          <p:spPr bwMode="auto">
            <a:xfrm>
              <a:off x="8028384" y="3068960"/>
              <a:ext cx="648072" cy="72846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25" name="直接连接符 8"/>
            <p:cNvCxnSpPr/>
            <p:nvPr/>
          </p:nvCxnSpPr>
          <p:spPr>
            <a:xfrm rot="5400000" flipH="1" flipV="1">
              <a:off x="7771897" y="2814077"/>
              <a:ext cx="439825" cy="215381"/>
            </a:xfrm>
            <a:prstGeom prst="bentConnector3">
              <a:avLst>
                <a:gd name="adj1" fmla="val 100738"/>
              </a:avLst>
            </a:prstGeom>
            <a:ln w="19050">
              <a:solidFill>
                <a:schemeClr val="accent2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8"/>
            <p:cNvCxnSpPr/>
            <p:nvPr/>
          </p:nvCxnSpPr>
          <p:spPr>
            <a:xfrm rot="10800000">
              <a:off x="4499996" y="1916836"/>
              <a:ext cx="3384372" cy="997584"/>
            </a:xfrm>
            <a:prstGeom prst="bentConnector3">
              <a:avLst>
                <a:gd name="adj1" fmla="val -2615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/>
            <p:cNvCxnSpPr/>
            <p:nvPr/>
          </p:nvCxnSpPr>
          <p:spPr bwMode="auto">
            <a:xfrm>
              <a:off x="7596336" y="1502952"/>
              <a:ext cx="0" cy="149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28" name="TextBox 427"/>
            <p:cNvSpPr txBox="1"/>
            <p:nvPr/>
          </p:nvSpPr>
          <p:spPr>
            <a:xfrm>
              <a:off x="7668344" y="4257112"/>
              <a:ext cx="685667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8316416" y="4257112"/>
              <a:ext cx="72008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MEMRd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30" name="直接连接符 429"/>
            <p:cNvCxnSpPr/>
            <p:nvPr/>
          </p:nvCxnSpPr>
          <p:spPr bwMode="auto">
            <a:xfrm flipV="1">
              <a:off x="8100392" y="3789040"/>
              <a:ext cx="0" cy="46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31" name="TextBox 430"/>
            <p:cNvSpPr txBox="1"/>
            <p:nvPr/>
          </p:nvSpPr>
          <p:spPr>
            <a:xfrm>
              <a:off x="2987824" y="12687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32" name="直接连接符 431"/>
            <p:cNvCxnSpPr/>
            <p:nvPr/>
          </p:nvCxnSpPr>
          <p:spPr bwMode="auto">
            <a:xfrm flipV="1">
              <a:off x="8388424" y="3789040"/>
              <a:ext cx="0" cy="14095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33" name="TextBox 432"/>
            <p:cNvSpPr txBox="1"/>
            <p:nvPr/>
          </p:nvSpPr>
          <p:spPr>
            <a:xfrm>
              <a:off x="2699792" y="2204864"/>
              <a:ext cx="612068" cy="21691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34" name="Text Box 323"/>
            <p:cNvSpPr txBox="1">
              <a:spLocks noChangeArrowheads="1"/>
            </p:cNvSpPr>
            <p:nvPr/>
          </p:nvSpPr>
          <p:spPr bwMode="auto">
            <a:xfrm>
              <a:off x="1544126" y="2634816"/>
              <a:ext cx="651610" cy="29012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35" name="直接连接符 434"/>
            <p:cNvCxnSpPr/>
            <p:nvPr/>
          </p:nvCxnSpPr>
          <p:spPr>
            <a:xfrm>
              <a:off x="2195736" y="2740288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直接连接符 187"/>
            <p:cNvCxnSpPr>
              <a:endCxn id="434" idx="1"/>
            </p:cNvCxnSpPr>
            <p:nvPr/>
          </p:nvCxnSpPr>
          <p:spPr>
            <a:xfrm rot="16200000" flipH="1">
              <a:off x="1114371" y="2350125"/>
              <a:ext cx="719032" cy="140478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/>
            <p:cNvCxnSpPr/>
            <p:nvPr/>
          </p:nvCxnSpPr>
          <p:spPr>
            <a:xfrm flipV="1">
              <a:off x="1403648" y="3428999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接连接符 187"/>
            <p:cNvCxnSpPr/>
            <p:nvPr/>
          </p:nvCxnSpPr>
          <p:spPr>
            <a:xfrm rot="16200000" flipH="1">
              <a:off x="1277296" y="3551136"/>
              <a:ext cx="392056" cy="148680"/>
            </a:xfrm>
            <a:prstGeom prst="bentConnector3">
              <a:avLst>
                <a:gd name="adj1" fmla="val 101829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9" name="Text Box 323"/>
            <p:cNvSpPr txBox="1">
              <a:spLocks noChangeArrowheads="1"/>
            </p:cNvSpPr>
            <p:nvPr/>
          </p:nvSpPr>
          <p:spPr bwMode="auto">
            <a:xfrm>
              <a:off x="1547664" y="3066863"/>
              <a:ext cx="648072" cy="50615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40" name="直接连接符 199"/>
            <p:cNvCxnSpPr/>
            <p:nvPr/>
          </p:nvCxnSpPr>
          <p:spPr bwMode="auto">
            <a:xfrm>
              <a:off x="1115664" y="317697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41" name="直接连接符 440"/>
            <p:cNvCxnSpPr/>
            <p:nvPr/>
          </p:nvCxnSpPr>
          <p:spPr>
            <a:xfrm>
              <a:off x="2195736" y="3834759"/>
              <a:ext cx="50405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连接符 441"/>
            <p:cNvCxnSpPr/>
            <p:nvPr/>
          </p:nvCxnSpPr>
          <p:spPr>
            <a:xfrm flipH="1">
              <a:off x="2123728" y="1628800"/>
              <a:ext cx="4824536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" name="Text Box 323"/>
            <p:cNvSpPr txBox="1">
              <a:spLocks noChangeArrowheads="1"/>
            </p:cNvSpPr>
            <p:nvPr/>
          </p:nvSpPr>
          <p:spPr bwMode="auto">
            <a:xfrm>
              <a:off x="4716016" y="3066863"/>
              <a:ext cx="216023" cy="29012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A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444" name="Text Box 323"/>
            <p:cNvSpPr txBox="1">
              <a:spLocks noChangeArrowheads="1"/>
            </p:cNvSpPr>
            <p:nvPr/>
          </p:nvSpPr>
          <p:spPr bwMode="auto">
            <a:xfrm>
              <a:off x="4716016" y="2636912"/>
              <a:ext cx="216023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B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45" name="直接连接符 444"/>
            <p:cNvCxnSpPr/>
            <p:nvPr/>
          </p:nvCxnSpPr>
          <p:spPr>
            <a:xfrm>
              <a:off x="4572000" y="3212976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/>
            <p:cNvCxnSpPr/>
            <p:nvPr/>
          </p:nvCxnSpPr>
          <p:spPr>
            <a:xfrm>
              <a:off x="4572000" y="2780928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/>
            <p:cNvCxnSpPr/>
            <p:nvPr/>
          </p:nvCxnSpPr>
          <p:spPr bwMode="auto">
            <a:xfrm flipV="1">
              <a:off x="4825392" y="3356992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48" name="直接连接符 447"/>
            <p:cNvCxnSpPr/>
            <p:nvPr/>
          </p:nvCxnSpPr>
          <p:spPr bwMode="auto">
            <a:xfrm>
              <a:off x="4825392" y="2526516"/>
              <a:ext cx="0" cy="110396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49" name="直接连接符 448"/>
            <p:cNvCxnSpPr/>
            <p:nvPr/>
          </p:nvCxnSpPr>
          <p:spPr bwMode="auto">
            <a:xfrm>
              <a:off x="1259632" y="3319938"/>
              <a:ext cx="0" cy="93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50" name="直接连接符 97"/>
            <p:cNvCxnSpPr>
              <a:stCxn id="443" idx="3"/>
            </p:cNvCxnSpPr>
            <p:nvPr/>
          </p:nvCxnSpPr>
          <p:spPr>
            <a:xfrm>
              <a:off x="4932039" y="3211928"/>
              <a:ext cx="790497" cy="344054"/>
            </a:xfrm>
            <a:prstGeom prst="bentConnector3">
              <a:avLst>
                <a:gd name="adj1" fmla="val 925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16200000">
              <a:off x="5652568" y="3284537"/>
              <a:ext cx="432047" cy="288926"/>
            </a:xfrm>
            <a:prstGeom prst="rect">
              <a:avLst/>
            </a:prstGeom>
            <a:noFill/>
            <a:ln w="1905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52" name="直接连接符 451"/>
            <p:cNvCxnSpPr/>
            <p:nvPr/>
          </p:nvCxnSpPr>
          <p:spPr>
            <a:xfrm>
              <a:off x="4932039" y="2780928"/>
              <a:ext cx="792089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Text Box 323"/>
            <p:cNvSpPr txBox="1">
              <a:spLocks noChangeArrowheads="1"/>
            </p:cNvSpPr>
            <p:nvPr/>
          </p:nvSpPr>
          <p:spPr bwMode="auto">
            <a:xfrm>
              <a:off x="4824027" y="3717032"/>
              <a:ext cx="433164" cy="288032"/>
            </a:xfrm>
            <a:prstGeom prst="rect">
              <a:avLst/>
            </a:prstGeom>
            <a:solidFill>
              <a:srgbClr val="FFCCFF"/>
            </a:solidFill>
            <a:ln w="2222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SL2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54" name="直接连接符 453"/>
            <p:cNvCxnSpPr>
              <a:stCxn id="408" idx="3"/>
              <a:endCxn id="453" idx="1"/>
            </p:cNvCxnSpPr>
            <p:nvPr/>
          </p:nvCxnSpPr>
          <p:spPr>
            <a:xfrm>
              <a:off x="4571999" y="3861048"/>
              <a:ext cx="252028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/>
            <p:cNvCxnSpPr/>
            <p:nvPr/>
          </p:nvCxnSpPr>
          <p:spPr>
            <a:xfrm>
              <a:off x="5580112" y="3066863"/>
              <a:ext cx="142424" cy="2097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直接连接符 112"/>
            <p:cNvCxnSpPr>
              <a:stCxn id="453" idx="3"/>
            </p:cNvCxnSpPr>
            <p:nvPr/>
          </p:nvCxnSpPr>
          <p:spPr>
            <a:xfrm flipV="1">
              <a:off x="5257191" y="3066863"/>
              <a:ext cx="322921" cy="794185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连接符 456"/>
            <p:cNvCxnSpPr/>
            <p:nvPr/>
          </p:nvCxnSpPr>
          <p:spPr>
            <a:xfrm>
              <a:off x="5291282" y="2924944"/>
              <a:ext cx="43284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/>
            <p:cNvCxnSpPr/>
            <p:nvPr/>
          </p:nvCxnSpPr>
          <p:spPr>
            <a:xfrm>
              <a:off x="5534868" y="2636912"/>
              <a:ext cx="18926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直接连接符 118"/>
            <p:cNvCxnSpPr/>
            <p:nvPr/>
          </p:nvCxnSpPr>
          <p:spPr>
            <a:xfrm rot="16200000" flipH="1">
              <a:off x="4894347" y="2457690"/>
              <a:ext cx="1081906" cy="574469"/>
            </a:xfrm>
            <a:prstGeom prst="bentConnector3">
              <a:avLst>
                <a:gd name="adj1" fmla="val 100262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直接连接符 459"/>
            <p:cNvCxnSpPr/>
            <p:nvPr/>
          </p:nvCxnSpPr>
          <p:spPr>
            <a:xfrm>
              <a:off x="6588224" y="3140968"/>
              <a:ext cx="282340" cy="71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1" name="Text Box 323"/>
            <p:cNvSpPr txBox="1">
              <a:spLocks noChangeArrowheads="1"/>
            </p:cNvSpPr>
            <p:nvPr/>
          </p:nvSpPr>
          <p:spPr bwMode="auto">
            <a:xfrm>
              <a:off x="6876255" y="2996952"/>
              <a:ext cx="864096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 smtClean="0">
                  <a:latin typeface="宋体" panose="02010600030101010101" pitchFamily="2" charset="-122"/>
                </a:rPr>
                <a:t>ALUOut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462" name="Text Box 323"/>
            <p:cNvSpPr txBox="1">
              <a:spLocks noChangeArrowheads="1"/>
            </p:cNvSpPr>
            <p:nvPr/>
          </p:nvSpPr>
          <p:spPr bwMode="auto">
            <a:xfrm>
              <a:off x="7164288" y="2708920"/>
              <a:ext cx="332814" cy="2181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OF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463" name="Text Box 18"/>
            <p:cNvSpPr txBox="1">
              <a:spLocks noChangeArrowheads="1"/>
            </p:cNvSpPr>
            <p:nvPr/>
          </p:nvSpPr>
          <p:spPr bwMode="auto">
            <a:xfrm rot="16200000">
              <a:off x="3203401" y="2636465"/>
              <a:ext cx="432047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64" name="Text Box 323"/>
            <p:cNvSpPr txBox="1">
              <a:spLocks noChangeArrowheads="1"/>
            </p:cNvSpPr>
            <p:nvPr/>
          </p:nvSpPr>
          <p:spPr bwMode="auto">
            <a:xfrm>
              <a:off x="6010791" y="2132856"/>
              <a:ext cx="721449" cy="360040"/>
            </a:xfrm>
            <a:prstGeom prst="rect">
              <a:avLst/>
            </a:prstGeom>
            <a:solidFill>
              <a:srgbClr val="FFCCFF"/>
            </a:solidFill>
            <a:ln w="2222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dirty="0" smtClean="0">
                  <a:latin typeface="+mn-lt"/>
                </a:rPr>
                <a:t>Splice</a:t>
              </a:r>
              <a:endParaRPr kumimoji="1" lang="zh-CN" altLang="en-US" sz="2000" dirty="0">
                <a:latin typeface="+mn-lt"/>
              </a:endParaRPr>
            </a:p>
          </p:txBody>
        </p:sp>
        <p:cxnSp>
          <p:nvCxnSpPr>
            <p:cNvPr id="465" name="直接连接符 464"/>
            <p:cNvCxnSpPr/>
            <p:nvPr/>
          </p:nvCxnSpPr>
          <p:spPr>
            <a:xfrm>
              <a:off x="2702034" y="2421782"/>
              <a:ext cx="3308757" cy="0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直接连接符 465"/>
            <p:cNvCxnSpPr/>
            <p:nvPr/>
          </p:nvCxnSpPr>
          <p:spPr>
            <a:xfrm>
              <a:off x="2339753" y="2203970"/>
              <a:ext cx="3671038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/>
            <p:cNvCxnSpPr/>
            <p:nvPr/>
          </p:nvCxnSpPr>
          <p:spPr>
            <a:xfrm>
              <a:off x="6733135" y="2348880"/>
              <a:ext cx="136636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Text Box 18"/>
            <p:cNvSpPr txBox="1">
              <a:spLocks noChangeArrowheads="1"/>
            </p:cNvSpPr>
            <p:nvPr/>
          </p:nvSpPr>
          <p:spPr bwMode="auto">
            <a:xfrm rot="16200000">
              <a:off x="7991933" y="2384437"/>
              <a:ext cx="504055" cy="288926"/>
            </a:xfrm>
            <a:prstGeom prst="rect">
              <a:avLst/>
            </a:prstGeom>
            <a:noFill/>
            <a:ln w="2222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69" name="直接连接符 8"/>
            <p:cNvCxnSpPr/>
            <p:nvPr/>
          </p:nvCxnSpPr>
          <p:spPr>
            <a:xfrm flipV="1">
              <a:off x="6696236" y="2562806"/>
              <a:ext cx="1403262" cy="578162"/>
            </a:xfrm>
            <a:prstGeom prst="bentConnector3">
              <a:avLst>
                <a:gd name="adj1" fmla="val -15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8"/>
            <p:cNvCxnSpPr/>
            <p:nvPr/>
          </p:nvCxnSpPr>
          <p:spPr>
            <a:xfrm flipH="1">
              <a:off x="4499992" y="1772816"/>
              <a:ext cx="439248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1" name="Text Box 323"/>
            <p:cNvSpPr txBox="1">
              <a:spLocks noChangeArrowheads="1"/>
            </p:cNvSpPr>
            <p:nvPr/>
          </p:nvSpPr>
          <p:spPr bwMode="auto">
            <a:xfrm>
              <a:off x="1547664" y="3714935"/>
              <a:ext cx="648072" cy="29012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IR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72" name="直接连接符 471"/>
            <p:cNvCxnSpPr/>
            <p:nvPr/>
          </p:nvCxnSpPr>
          <p:spPr>
            <a:xfrm>
              <a:off x="2339752" y="2203970"/>
              <a:ext cx="1" cy="108101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3" name="矩形 472"/>
            <p:cNvSpPr/>
            <p:nvPr/>
          </p:nvSpPr>
          <p:spPr>
            <a:xfrm>
              <a:off x="1747455" y="2204864"/>
              <a:ext cx="376273" cy="2160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solidFill>
                    <a:schemeClr val="tx1"/>
                  </a:solidFill>
                  <a:latin typeface="+mn-ea"/>
                </a:rPr>
                <a:t>≥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+mn-ea"/>
                </a:rPr>
                <a:t>1</a:t>
              </a:r>
              <a:endParaRPr lang="zh-CN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74" name="直接连接符 473"/>
            <p:cNvCxnSpPr/>
            <p:nvPr/>
          </p:nvCxnSpPr>
          <p:spPr bwMode="auto">
            <a:xfrm>
              <a:off x="1835696" y="1700864"/>
              <a:ext cx="0" cy="50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75" name="矩形 474"/>
            <p:cNvSpPr/>
            <p:nvPr/>
          </p:nvSpPr>
          <p:spPr>
            <a:xfrm>
              <a:off x="1897637" y="1844824"/>
              <a:ext cx="298100" cy="164198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76" name="直接连接符 475"/>
            <p:cNvCxnSpPr/>
            <p:nvPr/>
          </p:nvCxnSpPr>
          <p:spPr bwMode="auto">
            <a:xfrm>
              <a:off x="2051720" y="2007822"/>
              <a:ext cx="1" cy="1961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77" name="直接连接符 476"/>
            <p:cNvCxnSpPr/>
            <p:nvPr/>
          </p:nvCxnSpPr>
          <p:spPr bwMode="auto">
            <a:xfrm>
              <a:off x="1988096" y="1502824"/>
              <a:ext cx="0" cy="34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78" name="直接连接符 477"/>
            <p:cNvCxnSpPr/>
            <p:nvPr/>
          </p:nvCxnSpPr>
          <p:spPr bwMode="auto">
            <a:xfrm>
              <a:off x="2123728" y="1628800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79" name="直接连接符 478"/>
            <p:cNvCxnSpPr/>
            <p:nvPr/>
          </p:nvCxnSpPr>
          <p:spPr>
            <a:xfrm flipH="1">
              <a:off x="2186119" y="3284984"/>
              <a:ext cx="153634" cy="0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连接符 479"/>
            <p:cNvCxnSpPr/>
            <p:nvPr/>
          </p:nvCxnSpPr>
          <p:spPr bwMode="auto">
            <a:xfrm flipV="1">
              <a:off x="1907704" y="4005062"/>
              <a:ext cx="1" cy="25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81" name="直接连接符 480"/>
            <p:cNvCxnSpPr/>
            <p:nvPr/>
          </p:nvCxnSpPr>
          <p:spPr>
            <a:xfrm>
              <a:off x="5436991" y="3717032"/>
              <a:ext cx="2591393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/>
            <p:cNvCxnSpPr/>
            <p:nvPr/>
          </p:nvCxnSpPr>
          <p:spPr>
            <a:xfrm>
              <a:off x="5436096" y="2775943"/>
              <a:ext cx="0" cy="941089"/>
            </a:xfrm>
            <a:prstGeom prst="line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284"/>
            <p:cNvCxnSpPr/>
            <p:nvPr/>
          </p:nvCxnSpPr>
          <p:spPr>
            <a:xfrm flipV="1">
              <a:off x="4671640" y="3645024"/>
              <a:ext cx="620440" cy="216028"/>
            </a:xfrm>
            <a:prstGeom prst="bentConnector3">
              <a:avLst>
                <a:gd name="adj1" fmla="val -243"/>
              </a:avLst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/>
            <p:cNvCxnSpPr/>
            <p:nvPr/>
          </p:nvCxnSpPr>
          <p:spPr>
            <a:xfrm flipV="1">
              <a:off x="5292080" y="2914420"/>
              <a:ext cx="0" cy="730604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/>
            <p:cNvCxnSpPr/>
            <p:nvPr/>
          </p:nvCxnSpPr>
          <p:spPr>
            <a:xfrm flipV="1">
              <a:off x="6948264" y="1628800"/>
              <a:ext cx="0" cy="1296144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485"/>
            <p:cNvCxnSpPr/>
            <p:nvPr/>
          </p:nvCxnSpPr>
          <p:spPr>
            <a:xfrm>
              <a:off x="7740352" y="3140968"/>
              <a:ext cx="143765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7" name="TextBox 486"/>
            <p:cNvSpPr txBox="1"/>
            <p:nvPr/>
          </p:nvSpPr>
          <p:spPr>
            <a:xfrm>
              <a:off x="5328082" y="2528606"/>
              <a:ext cx="206785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88" name="直接连接符 487"/>
            <p:cNvCxnSpPr/>
            <p:nvPr/>
          </p:nvCxnSpPr>
          <p:spPr bwMode="auto">
            <a:xfrm flipV="1">
              <a:off x="4211960" y="3356992"/>
              <a:ext cx="0" cy="1080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89" name="直接连接符 488"/>
            <p:cNvCxnSpPr/>
            <p:nvPr/>
          </p:nvCxnSpPr>
          <p:spPr bwMode="auto">
            <a:xfrm flipH="1" flipV="1">
              <a:off x="5868145" y="3645024"/>
              <a:ext cx="446" cy="61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90" name="直接连接符 489"/>
            <p:cNvCxnSpPr/>
            <p:nvPr/>
          </p:nvCxnSpPr>
          <p:spPr bwMode="auto">
            <a:xfrm>
              <a:off x="3412303" y="1484784"/>
              <a:ext cx="1" cy="106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91" name="直接连接符 199"/>
            <p:cNvCxnSpPr/>
            <p:nvPr/>
          </p:nvCxnSpPr>
          <p:spPr bwMode="auto">
            <a:xfrm>
              <a:off x="1691680" y="2492896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92" name="直接连接符 491"/>
            <p:cNvCxnSpPr>
              <a:endCxn id="439" idx="1"/>
            </p:cNvCxnSpPr>
            <p:nvPr/>
          </p:nvCxnSpPr>
          <p:spPr bwMode="auto">
            <a:xfrm>
              <a:off x="1259632" y="3319939"/>
              <a:ext cx="288032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93" name="直接连接符 492"/>
            <p:cNvCxnSpPr/>
            <p:nvPr/>
          </p:nvCxnSpPr>
          <p:spPr>
            <a:xfrm>
              <a:off x="8892481" y="1771614"/>
              <a:ext cx="0" cy="1661578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/>
            <p:cNvCxnSpPr/>
            <p:nvPr/>
          </p:nvCxnSpPr>
          <p:spPr>
            <a:xfrm>
              <a:off x="8676456" y="3429000"/>
              <a:ext cx="216025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/>
            <p:cNvCxnSpPr/>
            <p:nvPr/>
          </p:nvCxnSpPr>
          <p:spPr bwMode="auto">
            <a:xfrm>
              <a:off x="8245200" y="1502872"/>
              <a:ext cx="0" cy="774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96" name="直接连接符 495"/>
            <p:cNvCxnSpPr/>
            <p:nvPr/>
          </p:nvCxnSpPr>
          <p:spPr bwMode="auto">
            <a:xfrm>
              <a:off x="4283967" y="1502808"/>
              <a:ext cx="1" cy="19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497" name="直接连接符 432"/>
            <p:cNvCxnSpPr/>
            <p:nvPr/>
          </p:nvCxnSpPr>
          <p:spPr bwMode="auto">
            <a:xfrm>
              <a:off x="1542486" y="1502808"/>
              <a:ext cx="293210" cy="198000"/>
            </a:xfrm>
            <a:prstGeom prst="bentConnector3">
              <a:avLst>
                <a:gd name="adj1" fmla="val -1048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98" name="TextBox 497"/>
            <p:cNvSpPr txBox="1"/>
            <p:nvPr/>
          </p:nvSpPr>
          <p:spPr>
            <a:xfrm>
              <a:off x="1259632" y="1268760"/>
              <a:ext cx="50405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99" name="TextBox 498"/>
            <p:cNvSpPr txBox="1"/>
            <p:nvPr/>
          </p:nvSpPr>
          <p:spPr>
            <a:xfrm>
              <a:off x="1835695" y="1268760"/>
              <a:ext cx="61206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PCWrB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00" name="TextBox 499"/>
            <p:cNvSpPr txBox="1"/>
            <p:nvPr/>
          </p:nvSpPr>
          <p:spPr>
            <a:xfrm>
              <a:off x="4097818" y="12687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01" name="矩形 500"/>
            <p:cNvSpPr/>
            <p:nvPr/>
          </p:nvSpPr>
          <p:spPr bwMode="auto">
            <a:xfrm>
              <a:off x="5724128" y="3522776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" name="矩形 501"/>
            <p:cNvSpPr/>
            <p:nvPr/>
          </p:nvSpPr>
          <p:spPr bwMode="auto">
            <a:xfrm>
              <a:off x="5732512" y="3254164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3" name="矩形 502"/>
            <p:cNvSpPr/>
            <p:nvPr/>
          </p:nvSpPr>
          <p:spPr bwMode="auto">
            <a:xfrm>
              <a:off x="8100392" y="2665384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4" name="矩形 503"/>
            <p:cNvSpPr/>
            <p:nvPr/>
          </p:nvSpPr>
          <p:spPr bwMode="auto">
            <a:xfrm>
              <a:off x="8108776" y="2312245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5" name="TextBox 504"/>
            <p:cNvSpPr txBox="1"/>
            <p:nvPr/>
          </p:nvSpPr>
          <p:spPr>
            <a:xfrm>
              <a:off x="7956376" y="1268760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06" name="直接连接符 505"/>
            <p:cNvCxnSpPr/>
            <p:nvPr/>
          </p:nvCxnSpPr>
          <p:spPr bwMode="auto">
            <a:xfrm flipV="1">
              <a:off x="6444208" y="3453464"/>
              <a:ext cx="0" cy="79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07" name="TextBox 506"/>
            <p:cNvSpPr txBox="1"/>
            <p:nvPr/>
          </p:nvSpPr>
          <p:spPr>
            <a:xfrm>
              <a:off x="7142360" y="1268760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ALUOWr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08" name="TextBox 507"/>
            <p:cNvSpPr txBox="1"/>
            <p:nvPr/>
          </p:nvSpPr>
          <p:spPr>
            <a:xfrm>
              <a:off x="5469195" y="12687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09" name="直接连接符 508"/>
            <p:cNvCxnSpPr/>
            <p:nvPr/>
          </p:nvCxnSpPr>
          <p:spPr bwMode="auto">
            <a:xfrm flipH="1">
              <a:off x="5866551" y="1502904"/>
              <a:ext cx="1593" cy="106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10" name="TextBox 509"/>
            <p:cNvSpPr txBox="1"/>
            <p:nvPr/>
          </p:nvSpPr>
          <p:spPr>
            <a:xfrm>
              <a:off x="1115616" y="4257112"/>
              <a:ext cx="504056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IMRd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11" name="直接连接符 199"/>
            <p:cNvCxnSpPr/>
            <p:nvPr/>
          </p:nvCxnSpPr>
          <p:spPr bwMode="auto">
            <a:xfrm flipV="1">
              <a:off x="1691680" y="4005064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2" name="直接连接符 199"/>
            <p:cNvCxnSpPr/>
            <p:nvPr/>
          </p:nvCxnSpPr>
          <p:spPr bwMode="auto">
            <a:xfrm flipV="1">
              <a:off x="7593747" y="3284984"/>
              <a:ext cx="2589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3" name="直接连接符 199"/>
            <p:cNvCxnSpPr/>
            <p:nvPr/>
          </p:nvCxnSpPr>
          <p:spPr bwMode="auto">
            <a:xfrm>
              <a:off x="7308304" y="2597929"/>
              <a:ext cx="0" cy="1026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4" name="直接连接符 513"/>
            <p:cNvCxnSpPr/>
            <p:nvPr/>
          </p:nvCxnSpPr>
          <p:spPr>
            <a:xfrm>
              <a:off x="1115680" y="2499467"/>
              <a:ext cx="576000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5" name="TextBox 514"/>
            <p:cNvSpPr txBox="1"/>
            <p:nvPr/>
          </p:nvSpPr>
          <p:spPr>
            <a:xfrm>
              <a:off x="8244408" y="3933080"/>
              <a:ext cx="288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6" name="TextBox 515"/>
            <p:cNvSpPr txBox="1"/>
            <p:nvPr/>
          </p:nvSpPr>
          <p:spPr>
            <a:xfrm>
              <a:off x="179616" y="2348880"/>
              <a:ext cx="936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=)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P0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7" name="TextBox 516"/>
            <p:cNvSpPr txBox="1"/>
            <p:nvPr/>
          </p:nvSpPr>
          <p:spPr>
            <a:xfrm>
              <a:off x="179616" y="2996952"/>
              <a:ext cx="936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16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Clk</a:t>
              </a: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=)</a:t>
              </a: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P1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18" name="直接连接符 517"/>
            <p:cNvCxnSpPr/>
            <p:nvPr/>
          </p:nvCxnSpPr>
          <p:spPr bwMode="auto">
            <a:xfrm>
              <a:off x="337796" y="3038480"/>
              <a:ext cx="288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9" name="直接连接符 518"/>
            <p:cNvCxnSpPr/>
            <p:nvPr/>
          </p:nvCxnSpPr>
          <p:spPr>
            <a:xfrm>
              <a:off x="2699792" y="4005064"/>
              <a:ext cx="1" cy="255069"/>
            </a:xfrm>
            <a:prstGeom prst="line">
              <a:avLst/>
            </a:prstGeom>
            <a:ln w="19050">
              <a:solidFill>
                <a:srgbClr val="990099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0" name="TextBox 519"/>
            <p:cNvSpPr txBox="1"/>
            <p:nvPr/>
          </p:nvSpPr>
          <p:spPr>
            <a:xfrm>
              <a:off x="2524787" y="4260133"/>
              <a:ext cx="319021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ID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98" name="线形标注 2 197"/>
          <p:cNvSpPr/>
          <p:nvPr/>
        </p:nvSpPr>
        <p:spPr bwMode="auto">
          <a:xfrm>
            <a:off x="5220175" y="548680"/>
            <a:ext cx="3744313" cy="288000"/>
          </a:xfrm>
          <a:prstGeom prst="borderCallout2">
            <a:avLst>
              <a:gd name="adj1" fmla="val 48951"/>
              <a:gd name="adj2" fmla="val -121"/>
              <a:gd name="adj3" fmla="val 47167"/>
              <a:gd name="adj4" fmla="val -6817"/>
              <a:gd name="adj5" fmla="val 721196"/>
              <a:gd name="adj6" fmla="val -1008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l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可缺省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执行阶段不变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，留便于理解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uOP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4" name="AutoShape 499">
            <a:hlinkClick r:id="rId4" action="ppaction://hlinksldjump" highlightClick="1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2988000" y="650704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37" grpId="0" bldLvl="0" animBg="1"/>
      <p:bldP spid="250" grpId="0" bldLvl="0" animBg="1"/>
      <p:bldP spid="235" grpId="0" bldLvl="0" animBg="1"/>
      <p:bldP spid="198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80" name="Text Box 5"/>
          <p:cNvSpPr txBox="1">
            <a:spLocks noChangeArrowheads="1"/>
          </p:cNvSpPr>
          <p:nvPr/>
        </p:nvSpPr>
        <p:spPr bwMode="auto">
          <a:xfrm>
            <a:off x="179705" y="332740"/>
            <a:ext cx="7048500" cy="5631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(3)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指令执行过程的组织   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数据通路</a:t>
            </a:r>
            <a:r>
              <a:rPr lang="zh-CN" altLang="en-US" sz="1800" b="1" dirty="0" smtClean="0">
                <a:latin typeface="+mn-ea"/>
              </a:rPr>
              <a:t>的</a:t>
            </a:r>
            <a:r>
              <a:rPr lang="zh-CN" altLang="en-US" sz="1800" b="1" dirty="0">
                <a:latin typeface="+mn-ea"/>
              </a:rPr>
              <a:t>控制</a:t>
            </a:r>
            <a:r>
              <a:rPr lang="zh-CN" altLang="en-US" sz="1800" b="1" dirty="0" smtClean="0">
                <a:latin typeface="+mn-ea"/>
              </a:rPr>
              <a:t>需求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 smtClean="0">
                <a:latin typeface="+mn-ea"/>
              </a:rPr>
              <a:t>设计验证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1800" b="1" dirty="0" smtClean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*取指令阶段的</a:t>
            </a:r>
            <a:r>
              <a:rPr lang="en-US" altLang="zh-CN" sz="2200" dirty="0" err="1" smtClean="0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*执行指令阶段的</a:t>
            </a:r>
            <a:r>
              <a:rPr lang="en-US" altLang="zh-CN" sz="2200" dirty="0" err="1" smtClean="0">
                <a:solidFill>
                  <a:srgbClr val="C00000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序列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add/sub—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ori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*分析指令阶段的安排：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稍后讨论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81" name="Text Box 5"/>
          <p:cNvSpPr txBox="1">
            <a:spLocks noChangeArrowheads="1"/>
          </p:cNvSpPr>
          <p:nvPr/>
        </p:nvSpPr>
        <p:spPr bwMode="auto">
          <a:xfrm>
            <a:off x="1188085" y="1188085"/>
            <a:ext cx="7639685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t1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 smtClean="0">
                <a:latin typeface="+mn-ea"/>
                <a:ea typeface="+mn-ea"/>
              </a:rPr>
              <a:t>IMRd</a:t>
            </a:r>
            <a:r>
              <a:rPr lang="zh-CN" altLang="zh-CN" sz="2000" b="1" dirty="0" smtClean="0">
                <a:latin typeface="+mn-ea"/>
                <a:ea typeface="+mn-ea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IWMFC</a:t>
            </a:r>
            <a:r>
              <a:rPr lang="zh-CN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 err="1" smtClean="0">
                <a:latin typeface="+mn-ea"/>
                <a:ea typeface="+mn-ea"/>
              </a:rPr>
              <a:t>IRWr</a:t>
            </a:r>
            <a:r>
              <a:rPr lang="zh-CN" altLang="zh-CN" sz="2000" b="1" dirty="0" smtClean="0">
                <a:latin typeface="+mn-ea"/>
                <a:ea typeface="+mn-ea"/>
              </a:rPr>
              <a:t>，</a:t>
            </a:r>
            <a:r>
              <a:rPr lang="en-US" altLang="zh-CN" sz="2000" b="1" dirty="0" smtClean="0">
                <a:latin typeface="+mn-ea"/>
                <a:ea typeface="+mn-ea"/>
              </a:rPr>
              <a:t>     </a:t>
            </a:r>
            <a:r>
              <a:rPr lang="en-US" altLang="zh-CN" sz="1600" b="1" dirty="0" smtClean="0">
                <a:solidFill>
                  <a:srgbClr val="FF3399"/>
                </a:solidFill>
                <a:latin typeface="+mn-ea"/>
                <a:ea typeface="+mn-ea"/>
              </a:rPr>
              <a:t>←</a:t>
            </a:r>
            <a:r>
              <a:rPr lang="zh-CN" altLang="en-US" sz="1600" b="1" dirty="0" smtClean="0">
                <a:solidFill>
                  <a:srgbClr val="FF3399"/>
                </a:solidFill>
                <a:latin typeface="+mn-ea"/>
                <a:ea typeface="+mn-ea"/>
              </a:rPr>
              <a:t>勘误：删除</a:t>
            </a:r>
            <a:r>
              <a:rPr lang="en-US" altLang="zh-CN" sz="1600" b="1" dirty="0" smtClean="0">
                <a:solidFill>
                  <a:srgbClr val="FF3399"/>
                </a:solidFill>
                <a:latin typeface="+mn-ea"/>
              </a:rPr>
              <a:t>IWMFC</a:t>
            </a:r>
            <a:r>
              <a:rPr lang="en-US" altLang="zh-CN" sz="1600" b="1" dirty="0" smtClean="0">
                <a:latin typeface="+mn-ea"/>
              </a:rPr>
              <a:t>(</a:t>
            </a:r>
            <a:r>
              <a:rPr lang="zh-CN" altLang="en-US" sz="1600" b="1" dirty="0" smtClean="0">
                <a:latin typeface="+mn-ea"/>
              </a:rPr>
              <a:t>同步控制方式</a:t>
            </a:r>
            <a:r>
              <a:rPr lang="en-US" altLang="zh-CN" sz="1600" b="1" dirty="0" smtClean="0">
                <a:latin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latin typeface="+mn-ea"/>
                <a:ea typeface="+mn-ea"/>
              </a:rPr>
              <a:t>   </a:t>
            </a:r>
            <a:r>
              <a:rPr lang="en-US" altLang="zh-CN" sz="2000" b="1" spc="-40" dirty="0" err="1" smtClean="0">
                <a:latin typeface="+mn-ea"/>
                <a:ea typeface="+mn-ea"/>
              </a:rPr>
              <a:t>ALUAsrc</a:t>
            </a:r>
            <a:r>
              <a:rPr lang="zh-CN" altLang="zh-CN" sz="2000" b="1" spc="-40" dirty="0">
                <a:latin typeface="+mn-ea"/>
                <a:ea typeface="+mn-ea"/>
              </a:rPr>
              <a:t>＝</a:t>
            </a:r>
            <a:r>
              <a:rPr lang="en-US" altLang="zh-CN" sz="2000" b="1" spc="-40" dirty="0">
                <a:latin typeface="+mn-ea"/>
                <a:ea typeface="+mn-ea"/>
              </a:rPr>
              <a:t>1</a:t>
            </a:r>
            <a:r>
              <a:rPr lang="zh-CN" altLang="zh-CN" sz="2000" b="1" spc="-40" dirty="0">
                <a:latin typeface="+mn-ea"/>
                <a:ea typeface="+mn-ea"/>
              </a:rPr>
              <a:t>、</a:t>
            </a:r>
            <a:r>
              <a:rPr lang="en-US" altLang="zh-CN" sz="2000" b="1" spc="-40" dirty="0" err="1">
                <a:latin typeface="+mn-ea"/>
                <a:ea typeface="+mn-ea"/>
              </a:rPr>
              <a:t>ALUBsrc</a:t>
            </a:r>
            <a:r>
              <a:rPr lang="zh-CN" altLang="zh-CN" sz="2000" b="1" spc="-40" dirty="0">
                <a:latin typeface="+mn-ea"/>
                <a:ea typeface="+mn-ea"/>
              </a:rPr>
              <a:t>＝</a:t>
            </a:r>
            <a:r>
              <a:rPr lang="en-US" altLang="zh-CN" sz="2000" b="1" spc="-40" dirty="0">
                <a:latin typeface="+mn-ea"/>
                <a:ea typeface="+mn-ea"/>
              </a:rPr>
              <a:t>3</a:t>
            </a:r>
            <a:r>
              <a:rPr lang="zh-CN" altLang="zh-CN" sz="2000" b="1" spc="-40" dirty="0">
                <a:latin typeface="+mn-ea"/>
                <a:ea typeface="+mn-ea"/>
              </a:rPr>
              <a:t>、</a:t>
            </a:r>
            <a:r>
              <a:rPr lang="en-US" altLang="zh-CN" sz="2000" b="1" spc="-40" dirty="0" err="1">
                <a:latin typeface="+mn-ea"/>
                <a:ea typeface="+mn-ea"/>
              </a:rPr>
              <a:t>ALUctr</a:t>
            </a:r>
            <a:r>
              <a:rPr lang="zh-CN" altLang="zh-CN" sz="2000" b="1" spc="-40" dirty="0">
                <a:latin typeface="+mn-ea"/>
                <a:ea typeface="+mn-ea"/>
              </a:rPr>
              <a:t>＝</a:t>
            </a:r>
            <a:r>
              <a:rPr lang="en-US" altLang="zh-CN" sz="2000" b="1" spc="-40" dirty="0">
                <a:latin typeface="+mn-ea"/>
                <a:ea typeface="+mn-ea"/>
              </a:rPr>
              <a:t>0</a:t>
            </a:r>
            <a:r>
              <a:rPr lang="zh-CN" altLang="zh-CN" sz="2000" b="1" spc="-40" dirty="0">
                <a:latin typeface="+mn-ea"/>
                <a:ea typeface="+mn-ea"/>
              </a:rPr>
              <a:t>、</a:t>
            </a:r>
            <a:r>
              <a:rPr lang="en-US" altLang="zh-CN" sz="2000" b="1" spc="-40" dirty="0" err="1">
                <a:latin typeface="+mn-ea"/>
                <a:ea typeface="+mn-ea"/>
              </a:rPr>
              <a:t>PCsrc</a:t>
            </a:r>
            <a:r>
              <a:rPr lang="zh-CN" altLang="zh-CN" sz="2000" b="1" spc="-40" dirty="0">
                <a:latin typeface="+mn-ea"/>
                <a:ea typeface="+mn-ea"/>
              </a:rPr>
              <a:t>＝</a:t>
            </a:r>
            <a:r>
              <a:rPr lang="en-US" altLang="zh-CN" sz="2000" b="1" spc="-40" dirty="0">
                <a:latin typeface="+mn-ea"/>
                <a:ea typeface="+mn-ea"/>
              </a:rPr>
              <a:t>1</a:t>
            </a:r>
            <a:r>
              <a:rPr lang="zh-CN" altLang="zh-CN" sz="2000" b="1" spc="-40" dirty="0">
                <a:latin typeface="+mn-ea"/>
                <a:ea typeface="+mn-ea"/>
              </a:rPr>
              <a:t>、</a:t>
            </a:r>
            <a:r>
              <a:rPr lang="en-US" altLang="zh-CN" sz="2000" b="1" spc="-40" dirty="0" err="1" smtClean="0">
                <a:latin typeface="+mn-ea"/>
                <a:ea typeface="+mn-ea"/>
              </a:rPr>
              <a:t>PCWr</a:t>
            </a:r>
            <a:endParaRPr lang="en-US" altLang="zh-CN" sz="2000" b="1" spc="-40" dirty="0" err="1" smtClean="0">
              <a:latin typeface="+mn-ea"/>
              <a:ea typeface="+mn-ea"/>
            </a:endParaRPr>
          </a:p>
        </p:txBody>
      </p:sp>
      <p:sp>
        <p:nvSpPr>
          <p:cNvPr id="83" name="Text Box 5"/>
          <p:cNvSpPr txBox="1">
            <a:spLocks noChangeArrowheads="1"/>
          </p:cNvSpPr>
          <p:nvPr/>
        </p:nvSpPr>
        <p:spPr bwMode="auto">
          <a:xfrm>
            <a:off x="1188000" y="2339975"/>
            <a:ext cx="7713345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A&amp;B</a:t>
            </a:r>
            <a:r>
              <a:rPr lang="zh-CN" altLang="en-US" sz="2200" b="1" dirty="0" smtClean="0">
                <a:latin typeface="+mn-ea"/>
              </a:rPr>
              <a:t>←</a:t>
            </a:r>
            <a:r>
              <a:rPr lang="en-US" altLang="zh-CN" sz="2200" b="1" dirty="0" smtClean="0">
                <a:latin typeface="+mn-ea"/>
              </a:rPr>
              <a:t>GPRs</a:t>
            </a:r>
            <a:r>
              <a:rPr lang="zh-CN" altLang="en-US" sz="2200" b="1" dirty="0" smtClean="0">
                <a:latin typeface="+mn-ea"/>
              </a:rPr>
              <a:t>、</a:t>
            </a:r>
            <a:r>
              <a:rPr lang="en-US" altLang="zh-CN" sz="2200" b="1" dirty="0" err="1" smtClean="0">
                <a:latin typeface="+mn-ea"/>
                <a:ea typeface="+mn-ea"/>
              </a:rPr>
              <a:t>ALUOut</a:t>
            </a:r>
            <a:r>
              <a:rPr lang="zh-CN" altLang="en-US" sz="2200" b="1" dirty="0" smtClean="0">
                <a:latin typeface="+mn-ea"/>
                <a:ea typeface="+mn-ea"/>
              </a:rPr>
              <a:t>←</a:t>
            </a:r>
            <a:r>
              <a:rPr lang="en-US" altLang="zh-CN" sz="2200" b="1" dirty="0" smtClean="0">
                <a:latin typeface="+mn-ea"/>
                <a:ea typeface="+mn-ea"/>
              </a:rPr>
              <a:t>(A)±(B)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GPRs</a:t>
            </a:r>
            <a:r>
              <a:rPr lang="zh-CN" altLang="en-US" sz="2200" b="1" dirty="0" smtClean="0">
                <a:latin typeface="+mn-ea"/>
              </a:rPr>
              <a:t>←</a:t>
            </a:r>
            <a:r>
              <a:rPr lang="en-US" altLang="zh-CN" sz="2200" b="1" dirty="0" err="1" smtClean="0">
                <a:latin typeface="+mn-ea"/>
              </a:rPr>
              <a:t>ALUOut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</a:t>
            </a:r>
            <a:r>
              <a:rPr lang="zh-CN" altLang="zh-CN" sz="2000" b="1" dirty="0">
                <a:latin typeface="+mn-ea"/>
                <a:ea typeface="+mn-ea"/>
              </a:rPr>
              <a:t>；</a:t>
            </a:r>
            <a:r>
              <a:rPr lang="en-US" altLang="zh-CN" sz="2000" dirty="0" err="1">
                <a:latin typeface="+mn-lt"/>
                <a:ea typeface="+mn-ea"/>
              </a:rPr>
              <a:t>μ</a:t>
            </a:r>
            <a:r>
              <a:rPr lang="en-US" altLang="zh-CN" sz="2000" b="1" dirty="0" err="1">
                <a:latin typeface="+mn-ea"/>
                <a:ea typeface="+mn-ea"/>
              </a:rPr>
              <a:t>OP</a:t>
            </a:r>
            <a:r>
              <a:rPr lang="zh-CN" altLang="zh-CN" sz="2000" b="1" dirty="0">
                <a:latin typeface="+mn-ea"/>
                <a:ea typeface="+mn-ea"/>
              </a:rPr>
              <a:t>为</a:t>
            </a:r>
            <a:r>
              <a:rPr lang="en-US" altLang="zh-CN" sz="2000" b="1" dirty="0">
                <a:latin typeface="+mn-ea"/>
                <a:ea typeface="+mn-ea"/>
              </a:rPr>
              <a:t>A←(</a:t>
            </a:r>
            <a:r>
              <a:rPr lang="en-US" altLang="zh-CN" sz="2000" b="1" dirty="0" err="1">
                <a:latin typeface="+mn-ea"/>
                <a:ea typeface="+mn-ea"/>
              </a:rPr>
              <a:t>rs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B←(</a:t>
            </a:r>
            <a:r>
              <a:rPr lang="en-US" altLang="zh-CN" sz="2000" b="1" dirty="0" err="1">
                <a:latin typeface="+mn-ea"/>
                <a:ea typeface="+mn-ea"/>
              </a:rPr>
              <a:t>rt</a:t>
            </a:r>
            <a:r>
              <a:rPr lang="en-US" altLang="zh-CN" sz="2000" b="1" dirty="0">
                <a:latin typeface="+mn-ea"/>
                <a:ea typeface="+mn-ea"/>
              </a:rPr>
              <a:t>)         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←A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、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B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无控制信号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ALUAsrc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ALUBsrc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ALUctr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0/1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ALUOWr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t4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RegAsrc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RegDsrc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RegWr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End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84" name="Text Box 5"/>
          <p:cNvSpPr txBox="1">
            <a:spLocks noChangeArrowheads="1"/>
          </p:cNvSpPr>
          <p:nvPr/>
        </p:nvSpPr>
        <p:spPr bwMode="auto">
          <a:xfrm>
            <a:off x="1188720" y="3708000"/>
            <a:ext cx="7712075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2200" b="1" dirty="0" smtClean="0">
                <a:latin typeface="+mn-ea"/>
              </a:rPr>
              <a:t>←</a:t>
            </a:r>
            <a:r>
              <a:rPr lang="en-US" altLang="zh-CN" sz="2200" b="1" dirty="0">
                <a:latin typeface="+mn-ea"/>
              </a:rPr>
              <a:t>GPRs</a:t>
            </a:r>
            <a:r>
              <a:rPr lang="zh-CN" altLang="en-US" sz="2200" b="1" dirty="0" smtClean="0">
                <a:latin typeface="+mn-ea"/>
              </a:rPr>
              <a:t>、</a:t>
            </a:r>
            <a:r>
              <a:rPr lang="en-US" altLang="zh-CN" sz="2200" b="1" dirty="0" err="1" smtClean="0">
                <a:latin typeface="+mn-ea"/>
              </a:rPr>
              <a:t>ALUOut</a:t>
            </a:r>
            <a:r>
              <a:rPr lang="zh-CN" altLang="en-US" sz="2200" b="1" dirty="0">
                <a:latin typeface="+mn-ea"/>
              </a:rPr>
              <a:t>←</a:t>
            </a:r>
            <a:r>
              <a:rPr lang="en-US" altLang="zh-CN" sz="2200" b="1" dirty="0">
                <a:latin typeface="+mn-ea"/>
              </a:rPr>
              <a:t>(A</a:t>
            </a:r>
            <a:r>
              <a:rPr lang="en-US" altLang="zh-CN" sz="2200" b="1" dirty="0" smtClean="0">
                <a:latin typeface="+mn-ea"/>
              </a:rPr>
              <a:t>)|(</a:t>
            </a:r>
            <a:r>
              <a:rPr lang="en-US" altLang="zh-CN" sz="2200" b="1" dirty="0" err="1" smtClean="0">
                <a:latin typeface="+mn-ea"/>
              </a:rPr>
              <a:t>ExtU</a:t>
            </a:r>
            <a:r>
              <a:rPr lang="en-US" altLang="zh-CN" sz="2200" b="1" dirty="0" smtClean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、</a:t>
            </a:r>
            <a:r>
              <a:rPr lang="en-US" altLang="zh-CN" sz="2200" b="1" dirty="0">
                <a:latin typeface="+mn-ea"/>
              </a:rPr>
              <a:t>GPRs</a:t>
            </a:r>
            <a:r>
              <a:rPr lang="zh-CN" altLang="en-US" sz="2200" b="1" dirty="0">
                <a:latin typeface="+mn-ea"/>
              </a:rPr>
              <a:t>←</a:t>
            </a:r>
            <a:r>
              <a:rPr lang="en-US" altLang="zh-CN" sz="2200" b="1" dirty="0" err="1" smtClean="0">
                <a:latin typeface="+mn-ea"/>
              </a:rPr>
              <a:t>ALUOut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</a:t>
            </a:r>
            <a:r>
              <a:rPr lang="zh-CN" altLang="zh-CN" sz="2000" b="1" dirty="0">
                <a:latin typeface="+mn-ea"/>
                <a:ea typeface="+mn-ea"/>
              </a:rPr>
              <a:t>；</a:t>
            </a:r>
            <a:r>
              <a:rPr lang="en-US" altLang="zh-CN" sz="2000" dirty="0" err="1">
                <a:latin typeface="+mn-lt"/>
                <a:ea typeface="+mn-ea"/>
              </a:rPr>
              <a:t>μ</a:t>
            </a:r>
            <a:r>
              <a:rPr lang="en-US" altLang="zh-CN" sz="2000" b="1" dirty="0" err="1">
                <a:latin typeface="+mn-ea"/>
                <a:ea typeface="+mn-ea"/>
              </a:rPr>
              <a:t>OP</a:t>
            </a:r>
            <a:r>
              <a:rPr lang="zh-CN" altLang="zh-CN" sz="2000" b="1" dirty="0" smtClean="0">
                <a:latin typeface="+mn-ea"/>
                <a:ea typeface="+mn-ea"/>
              </a:rPr>
              <a:t>为</a:t>
            </a:r>
            <a:r>
              <a:rPr lang="zh-CN" altLang="zh-CN" sz="2000" b="1" dirty="0">
                <a:latin typeface="+mn-ea"/>
                <a:ea typeface="+mn-ea"/>
              </a:rPr>
              <a:t>为</a:t>
            </a:r>
            <a:r>
              <a:rPr lang="en-US" altLang="zh-CN" sz="2000" b="1" dirty="0">
                <a:latin typeface="+mn-ea"/>
                <a:ea typeface="+mn-ea"/>
              </a:rPr>
              <a:t>A←(</a:t>
            </a:r>
            <a:r>
              <a:rPr lang="en-US" altLang="zh-CN" sz="2000" b="1" dirty="0" err="1">
                <a:latin typeface="+mn-ea"/>
                <a:ea typeface="+mn-ea"/>
              </a:rPr>
              <a:t>rs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ALUAsrc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ALUBsrc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ALUctr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 smtClean="0">
                <a:latin typeface="+mn-ea"/>
                <a:ea typeface="+mn-ea"/>
              </a:rPr>
              <a:t>ALUOWr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t4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RegAsrc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RegDsrc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RegWr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>
                <a:latin typeface="+mn-ea"/>
                <a:ea typeface="+mn-ea"/>
              </a:rPr>
              <a:t>End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85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907705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83" grpId="0" bldLvl="0" animBg="1"/>
      <p:bldP spid="84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1727200" cy="5939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+mn-ea"/>
                <a:ea typeface="+mn-ea"/>
              </a:rPr>
              <a:t>lw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sw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beq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j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latin typeface="+mn-ea"/>
              <a:ea typeface="+mn-ea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188085" y="360045"/>
            <a:ext cx="7819390" cy="19919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dirty="0" err="1" smtClean="0">
                <a:latin typeface="宋体" panose="02010600030101010101" pitchFamily="2" charset="-122"/>
              </a:rPr>
              <a:t> 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+mn-ea"/>
              </a:rPr>
              <a:t>←</a:t>
            </a:r>
            <a:r>
              <a:rPr lang="en-US" altLang="zh-CN" sz="2200" b="1" dirty="0">
                <a:latin typeface="+mn-ea"/>
              </a:rPr>
              <a:t>GPRs</a:t>
            </a:r>
            <a:r>
              <a:rPr lang="zh-CN" altLang="en-US" sz="2200" b="1" dirty="0" smtClean="0">
                <a:latin typeface="+mn-ea"/>
              </a:rPr>
              <a:t>、</a:t>
            </a:r>
            <a:r>
              <a:rPr lang="en-US" altLang="zh-CN" sz="2200" b="1" dirty="0" err="1" smtClean="0">
                <a:latin typeface="+mn-ea"/>
              </a:rPr>
              <a:t>ALUOut</a:t>
            </a:r>
            <a:r>
              <a:rPr lang="zh-CN" altLang="en-US" sz="2200" b="1" dirty="0">
                <a:latin typeface="+mn-ea"/>
              </a:rPr>
              <a:t>←</a:t>
            </a:r>
            <a:r>
              <a:rPr lang="en-US" altLang="zh-CN" sz="2200" b="1" dirty="0">
                <a:latin typeface="+mn-ea"/>
              </a:rPr>
              <a:t>(A</a:t>
            </a:r>
            <a:r>
              <a:rPr lang="en-US" altLang="zh-CN" sz="2200" b="1" dirty="0" smtClean="0">
                <a:latin typeface="+mn-ea"/>
              </a:rPr>
              <a:t>)</a:t>
            </a:r>
            <a:r>
              <a:rPr lang="zh-CN" altLang="en-US" sz="2200" b="1" dirty="0" smtClean="0">
                <a:latin typeface="+mn-ea"/>
              </a:rPr>
              <a:t>＋</a:t>
            </a:r>
            <a:r>
              <a:rPr lang="en-US" altLang="zh-CN" sz="2200" b="1" dirty="0" smtClean="0">
                <a:latin typeface="+mn-ea"/>
              </a:rPr>
              <a:t>(</a:t>
            </a:r>
            <a:r>
              <a:rPr lang="en-US" altLang="zh-CN" sz="2200" b="1" dirty="0" err="1" smtClean="0">
                <a:latin typeface="+mn-ea"/>
              </a:rPr>
              <a:t>ExtU</a:t>
            </a:r>
            <a:r>
              <a:rPr lang="en-US" altLang="zh-CN" sz="2200" b="1" dirty="0" smtClean="0">
                <a:latin typeface="+mn-ea"/>
              </a:rPr>
              <a:t>)</a:t>
            </a:r>
            <a:r>
              <a:rPr lang="zh-CN" altLang="en-US" sz="2200" b="1" dirty="0" smtClean="0">
                <a:latin typeface="+mn-ea"/>
              </a:rPr>
              <a:t>、</a:t>
            </a:r>
            <a:r>
              <a:rPr lang="en-US" altLang="zh-CN" sz="2200" b="1" dirty="0" smtClean="0">
                <a:latin typeface="+mn-ea"/>
              </a:rPr>
              <a:t>GPRs</a:t>
            </a:r>
            <a:r>
              <a:rPr lang="zh-CN" altLang="en-US" sz="2200" b="1" dirty="0" smtClean="0">
                <a:latin typeface="+mn-ea"/>
              </a:rPr>
              <a:t>←</a:t>
            </a:r>
            <a:r>
              <a:rPr lang="en-US" altLang="zh-CN" sz="2200" b="1" dirty="0" smtClean="0">
                <a:latin typeface="+mn-ea"/>
              </a:rPr>
              <a:t>M[(</a:t>
            </a:r>
            <a:r>
              <a:rPr lang="en-US" altLang="zh-CN" sz="2200" b="1" dirty="0" err="1" smtClean="0">
                <a:latin typeface="+mn-ea"/>
              </a:rPr>
              <a:t>ALUOut</a:t>
            </a:r>
            <a:r>
              <a:rPr lang="en-US" altLang="zh-CN" sz="2200" b="1" dirty="0" smtClean="0">
                <a:latin typeface="+mn-ea"/>
              </a:rPr>
              <a:t>)]</a:t>
            </a:r>
            <a:endParaRPr lang="en-US" altLang="zh-CN" sz="2200" b="1" dirty="0" smtClean="0"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chemeClr val="accent2"/>
                </a:solidFill>
                <a:latin typeface="+mn-ea"/>
                <a:ea typeface="+mn-ea"/>
              </a:rPr>
              <a:t>                                    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未</a:t>
            </a:r>
            <a:r>
              <a:rPr lang="zh-CN" altLang="en-US" sz="1600" b="1" dirty="0">
                <a:latin typeface="宋体" panose="02010600030101010101" pitchFamily="2" charset="-122"/>
              </a:rPr>
              <a:t>设置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MDR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→</a:t>
            </a:r>
            <a:r>
              <a:rPr lang="zh-CN" altLang="en-US" sz="1600" dirty="0" smtClean="0">
                <a:latin typeface="宋体" panose="02010600030101010101" pitchFamily="2" charset="-122"/>
              </a:rPr>
              <a:t>┴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→</a:t>
            </a:r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占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sz="1600" b="1" i="1" dirty="0" smtClean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600" b="1" baseline="-18000" dirty="0" smtClean="0">
                <a:latin typeface="宋体" panose="02010600030101010101" pitchFamily="2" charset="-122"/>
                <a:sym typeface="+mn-ea"/>
              </a:rPr>
              <a:t>C</a:t>
            </a:r>
            <a:endParaRPr lang="zh-CN" altLang="en-US" sz="1600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</a:t>
            </a:r>
            <a:r>
              <a:rPr lang="en-US" altLang="zh-CN" sz="2000" b="1" dirty="0" smtClean="0">
                <a:latin typeface="+mn-ea"/>
                <a:ea typeface="+mn-ea"/>
              </a:rPr>
              <a:t>    </a:t>
            </a:r>
            <a:r>
              <a:rPr lang="zh-CN" altLang="zh-CN" sz="2000" b="1" dirty="0" smtClean="0">
                <a:latin typeface="+mn-ea"/>
                <a:ea typeface="+mn-ea"/>
              </a:rPr>
              <a:t>；</a:t>
            </a:r>
            <a:r>
              <a:rPr lang="en-US" altLang="zh-CN" sz="2000" dirty="0" err="1">
                <a:latin typeface="+mn-lt"/>
                <a:ea typeface="+mn-ea"/>
              </a:rPr>
              <a:t>μ</a:t>
            </a:r>
            <a:r>
              <a:rPr lang="en-US" altLang="zh-CN" sz="2000" b="1" dirty="0" err="1">
                <a:latin typeface="+mn-ea"/>
                <a:ea typeface="+mn-ea"/>
              </a:rPr>
              <a:t>OP</a:t>
            </a:r>
            <a:r>
              <a:rPr lang="zh-CN" altLang="zh-CN" sz="2000" b="1" dirty="0" smtClean="0">
                <a:latin typeface="+mn-ea"/>
                <a:ea typeface="+mn-ea"/>
              </a:rPr>
              <a:t>为</a:t>
            </a:r>
            <a:r>
              <a:rPr lang="zh-CN" altLang="zh-CN" sz="2000" b="1" dirty="0">
                <a:latin typeface="+mn-ea"/>
                <a:ea typeface="+mn-ea"/>
              </a:rPr>
              <a:t>为</a:t>
            </a:r>
            <a:r>
              <a:rPr lang="en-US" altLang="zh-CN" sz="2000" b="1" dirty="0">
                <a:latin typeface="+mn-ea"/>
                <a:ea typeface="+mn-ea"/>
              </a:rPr>
              <a:t>A←(</a:t>
            </a:r>
            <a:r>
              <a:rPr lang="en-US" altLang="zh-CN" sz="2000" b="1" dirty="0" err="1">
                <a:latin typeface="+mn-ea"/>
                <a:ea typeface="+mn-ea"/>
              </a:rPr>
              <a:t>rs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pc="-100" dirty="0" err="1">
                <a:latin typeface="+mn-ea"/>
                <a:ea typeface="+mn-ea"/>
              </a:rPr>
              <a:t>Extctr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ALUAsrc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ALUBsrc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1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ALUctr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ALUOWr</a:t>
            </a:r>
            <a:endParaRPr lang="zh-CN" altLang="zh-CN" sz="2000" b="1" spc="-100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t4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MemRd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strike="sngStrike" dirty="0" smtClean="0">
                <a:solidFill>
                  <a:srgbClr val="FF3399"/>
                </a:solidFill>
                <a:uFillTx/>
                <a:latin typeface="宋体" panose="02010600030101010101" pitchFamily="2" charset="-122"/>
              </a:rPr>
              <a:t>WMFC</a:t>
            </a: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             </a:t>
            </a:r>
            <a:r>
              <a:rPr lang="en-US" altLang="zh-CN" sz="1600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1600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勘误：删除</a:t>
            </a:r>
            <a:r>
              <a:rPr lang="en-US" altLang="zh-CN" sz="1600" b="1" dirty="0" smtClean="0">
                <a:solidFill>
                  <a:srgbClr val="FF3399"/>
                </a:solidFill>
                <a:latin typeface="+mn-ea"/>
                <a:sym typeface="+mn-ea"/>
              </a:rPr>
              <a:t>WMFC</a:t>
            </a:r>
            <a:r>
              <a:rPr lang="zh-CN" altLang="en-US" sz="1600" b="1" dirty="0" smtClean="0">
                <a:solidFill>
                  <a:srgbClr val="FF3399"/>
                </a:solidFill>
                <a:latin typeface="+mn-ea"/>
                <a:sym typeface="+mn-ea"/>
              </a:rPr>
              <a:t>及</a:t>
            </a:r>
            <a:r>
              <a:rPr lang="en-US" altLang="zh-CN" sz="1600" b="1" dirty="0" smtClean="0">
                <a:solidFill>
                  <a:srgbClr val="FF3399"/>
                </a:solidFill>
                <a:latin typeface="+mn-ea"/>
                <a:sym typeface="+mn-ea"/>
              </a:rPr>
              <a:t>MemRd</a:t>
            </a:r>
            <a:r>
              <a:rPr lang="en-US" altLang="zh-CN" sz="1600" b="1" dirty="0" smtClean="0">
                <a:latin typeface="+mn-ea"/>
                <a:sym typeface="+mn-ea"/>
              </a:rPr>
              <a:t>(</a:t>
            </a:r>
            <a:r>
              <a:rPr lang="zh-CN" altLang="en-US" sz="1600" b="1" dirty="0" smtClean="0">
                <a:latin typeface="+mn-ea"/>
                <a:sym typeface="+mn-ea"/>
              </a:rPr>
              <a:t>同步控制方式</a:t>
            </a:r>
            <a:r>
              <a:rPr lang="en-US" altLang="zh-CN" sz="1600" b="1" dirty="0" smtClean="0">
                <a:latin typeface="+mn-ea"/>
                <a:sym typeface="+mn-ea"/>
              </a:rPr>
              <a:t>)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t5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trike="sngStrike" dirty="0" err="1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MemRd</a:t>
            </a:r>
            <a:r>
              <a:rPr lang="zh-CN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RegAsrc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RegDsrc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>
                <a:latin typeface="+mn-ea"/>
                <a:ea typeface="+mn-ea"/>
              </a:rPr>
              <a:t>RegWr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 smtClean="0">
                <a:latin typeface="+mn-ea"/>
                <a:ea typeface="+mn-ea"/>
              </a:rPr>
              <a:t>End</a:t>
            </a:r>
            <a:endParaRPr lang="zh-CN" altLang="en-US" sz="1800" b="1" dirty="0" smtClean="0">
              <a:latin typeface="+mn-ea"/>
              <a:ea typeface="+mn-ea"/>
              <a:sym typeface="+mn-ea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188085" y="2232000"/>
            <a:ext cx="7819390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A&amp;B</a:t>
            </a:r>
            <a:r>
              <a:rPr lang="zh-CN" altLang="en-US" sz="2200" b="1" dirty="0" smtClean="0">
                <a:latin typeface="+mn-ea"/>
              </a:rPr>
              <a:t>←</a:t>
            </a:r>
            <a:r>
              <a:rPr lang="en-US" altLang="zh-CN" sz="2200" b="1" dirty="0">
                <a:latin typeface="+mn-ea"/>
              </a:rPr>
              <a:t>GPRs</a:t>
            </a:r>
            <a:r>
              <a:rPr lang="zh-CN" altLang="en-US" sz="2200" b="1" dirty="0" smtClean="0">
                <a:latin typeface="+mn-ea"/>
              </a:rPr>
              <a:t>、</a:t>
            </a:r>
            <a:r>
              <a:rPr lang="en-US" altLang="zh-CN" sz="2200" b="1" dirty="0" err="1" smtClean="0">
                <a:latin typeface="+mn-ea"/>
              </a:rPr>
              <a:t>ALUOut</a:t>
            </a:r>
            <a:r>
              <a:rPr lang="zh-CN" altLang="en-US" sz="2200" b="1" dirty="0">
                <a:latin typeface="+mn-ea"/>
              </a:rPr>
              <a:t>←</a:t>
            </a:r>
            <a:r>
              <a:rPr lang="en-US" altLang="zh-CN" sz="2200" b="1" dirty="0">
                <a:latin typeface="+mn-ea"/>
              </a:rPr>
              <a:t>(A)</a:t>
            </a:r>
            <a:r>
              <a:rPr lang="zh-CN" altLang="en-US" sz="2200" b="1" dirty="0">
                <a:latin typeface="+mn-ea"/>
              </a:rPr>
              <a:t>＋</a:t>
            </a:r>
            <a:r>
              <a:rPr lang="en-US" altLang="zh-CN" sz="2200" b="1" dirty="0">
                <a:latin typeface="+mn-ea"/>
              </a:rPr>
              <a:t>(</a:t>
            </a:r>
            <a:r>
              <a:rPr lang="en-US" altLang="zh-CN" sz="2200" b="1" dirty="0" err="1">
                <a:latin typeface="+mn-ea"/>
              </a:rPr>
              <a:t>ExtU</a:t>
            </a:r>
            <a:r>
              <a:rPr lang="en-US" altLang="zh-CN" sz="2200" b="1" dirty="0">
                <a:latin typeface="+mn-ea"/>
              </a:rPr>
              <a:t>)</a:t>
            </a:r>
            <a:r>
              <a:rPr lang="zh-CN" altLang="en-US" sz="2200" b="1" dirty="0" smtClean="0">
                <a:latin typeface="+mn-ea"/>
              </a:rPr>
              <a:t>、</a:t>
            </a:r>
            <a:r>
              <a:rPr lang="en-US" altLang="zh-CN" sz="2200" b="1" dirty="0" smtClean="0">
                <a:latin typeface="+mn-ea"/>
              </a:rPr>
              <a:t>M</a:t>
            </a:r>
            <a:r>
              <a:rPr lang="en-US" altLang="zh-CN" sz="2200" b="1" dirty="0">
                <a:latin typeface="+mn-ea"/>
              </a:rPr>
              <a:t>[(</a:t>
            </a:r>
            <a:r>
              <a:rPr lang="en-US" altLang="zh-CN" sz="2200" b="1" dirty="0" err="1">
                <a:latin typeface="+mn-ea"/>
              </a:rPr>
              <a:t>ALUOut</a:t>
            </a:r>
            <a:r>
              <a:rPr lang="en-US" altLang="zh-CN" sz="2200" b="1" dirty="0" smtClean="0">
                <a:latin typeface="+mn-ea"/>
              </a:rPr>
              <a:t>)]</a:t>
            </a:r>
            <a:r>
              <a:rPr lang="zh-CN" altLang="en-US" sz="2200" b="1" dirty="0" smtClean="0">
                <a:latin typeface="+mn-ea"/>
              </a:rPr>
              <a:t>←</a:t>
            </a:r>
            <a:r>
              <a:rPr lang="en-US" altLang="zh-CN" sz="2200" b="1" dirty="0" smtClean="0">
                <a:latin typeface="+mn-ea"/>
              </a:rPr>
              <a:t>(B)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</a:t>
            </a:r>
            <a:r>
              <a:rPr lang="en-US" altLang="zh-CN" sz="2000" b="1" dirty="0" smtClean="0">
                <a:latin typeface="+mn-ea"/>
                <a:ea typeface="+mn-ea"/>
              </a:rPr>
              <a:t>    </a:t>
            </a:r>
            <a:r>
              <a:rPr lang="zh-CN" altLang="zh-CN" sz="2000" b="1" dirty="0" smtClean="0">
                <a:latin typeface="+mn-ea"/>
                <a:ea typeface="+mn-ea"/>
              </a:rPr>
              <a:t>；</a:t>
            </a:r>
            <a:r>
              <a:rPr lang="en-US" altLang="zh-CN" sz="2000" dirty="0" err="1">
                <a:latin typeface="+mn-lt"/>
                <a:ea typeface="+mn-ea"/>
              </a:rPr>
              <a:t>μ</a:t>
            </a:r>
            <a:r>
              <a:rPr lang="en-US" altLang="zh-CN" sz="2000" b="1" dirty="0" err="1">
                <a:latin typeface="+mn-ea"/>
                <a:ea typeface="+mn-ea"/>
              </a:rPr>
              <a:t>OP</a:t>
            </a:r>
            <a:r>
              <a:rPr lang="zh-CN" altLang="zh-CN" sz="2000" b="1" dirty="0" smtClean="0">
                <a:latin typeface="+mn-ea"/>
                <a:ea typeface="+mn-ea"/>
              </a:rPr>
              <a:t>为</a:t>
            </a:r>
            <a:r>
              <a:rPr lang="zh-CN" altLang="zh-CN" sz="2000" b="1" dirty="0">
                <a:latin typeface="+mn-ea"/>
                <a:ea typeface="+mn-ea"/>
              </a:rPr>
              <a:t>为</a:t>
            </a:r>
            <a:r>
              <a:rPr lang="en-US" altLang="zh-CN" sz="2000" b="1" dirty="0">
                <a:latin typeface="+mn-ea"/>
                <a:ea typeface="+mn-ea"/>
              </a:rPr>
              <a:t>A←(</a:t>
            </a:r>
            <a:r>
              <a:rPr lang="en-US" altLang="zh-CN" sz="2000" b="1" dirty="0" err="1">
                <a:latin typeface="+mn-ea"/>
                <a:ea typeface="+mn-ea"/>
              </a:rPr>
              <a:t>rs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r>
              <a:rPr lang="zh-CN" altLang="zh-CN" sz="2000" b="1" dirty="0" smtClean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B←(</a:t>
            </a:r>
            <a:r>
              <a:rPr lang="en-US" altLang="zh-CN" sz="2000" b="1" dirty="0" err="1">
                <a:latin typeface="+mn-ea"/>
                <a:ea typeface="+mn-ea"/>
              </a:rPr>
              <a:t>rt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pc="-100" dirty="0" err="1">
                <a:latin typeface="+mn-ea"/>
                <a:ea typeface="+mn-ea"/>
              </a:rPr>
              <a:t>Extctr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ALUAsrc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ALUBsrc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1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ALUctr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ALUOWr  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en-US" altLang="zh-CN" sz="1600" b="1" dirty="0" smtClean="0">
                <a:latin typeface="+mn-ea"/>
                <a:sym typeface="+mn-ea"/>
              </a:rPr>
              <a:t>(B)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值不变</a:t>
            </a:r>
            <a:endParaRPr lang="zh-CN" altLang="zh-CN" sz="2000" b="1" spc="-100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t4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MemWr</a:t>
            </a:r>
            <a:r>
              <a:rPr lang="zh-CN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 b="1" strike="sngStrike" dirty="0">
                <a:solidFill>
                  <a:srgbClr val="FF33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WMFC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 smtClean="0">
                <a:latin typeface="+mn-ea"/>
                <a:ea typeface="+mn-ea"/>
              </a:rPr>
              <a:t>End        </a:t>
            </a:r>
            <a:r>
              <a:rPr lang="en-US" altLang="zh-CN" sz="1600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1600" b="1" dirty="0" smtClean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勘误：删除</a:t>
            </a:r>
            <a:r>
              <a:rPr lang="en-US" altLang="zh-CN" sz="1600" b="1" dirty="0" smtClean="0">
                <a:solidFill>
                  <a:srgbClr val="FF3399"/>
                </a:solidFill>
                <a:latin typeface="+mn-ea"/>
                <a:sym typeface="+mn-ea"/>
              </a:rPr>
              <a:t>WMFC</a:t>
            </a:r>
            <a:r>
              <a:rPr lang="en-US" altLang="zh-CN" sz="1600" b="1" dirty="0" smtClean="0">
                <a:latin typeface="+mn-ea"/>
                <a:sym typeface="+mn-ea"/>
              </a:rPr>
              <a:t>(</a:t>
            </a:r>
            <a:r>
              <a:rPr lang="zh-CN" altLang="en-US" sz="1600" b="1" dirty="0" smtClean="0">
                <a:latin typeface="+mn-ea"/>
                <a:sym typeface="+mn-ea"/>
              </a:rPr>
              <a:t>同步控制方式</a:t>
            </a:r>
            <a:r>
              <a:rPr lang="en-US" altLang="zh-CN" sz="1600" b="1" dirty="0" smtClean="0">
                <a:latin typeface="+mn-ea"/>
                <a:sym typeface="+mn-ea"/>
              </a:rPr>
              <a:t>)</a:t>
            </a:r>
            <a:endParaRPr lang="en-US" altLang="zh-CN" sz="1600" b="1" dirty="0" smtClean="0">
              <a:solidFill>
                <a:srgbClr val="FF3399"/>
              </a:solidFill>
              <a:latin typeface="+mn-ea"/>
              <a:sym typeface="+mn-ea"/>
            </a:endParaRPr>
          </a:p>
        </p:txBody>
      </p:sp>
      <p:sp>
        <p:nvSpPr>
          <p:cNvPr id="1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224280" y="3600000"/>
            <a:ext cx="7765415" cy="1814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A&amp;B</a:t>
            </a:r>
            <a:r>
              <a:rPr lang="zh-CN" altLang="en-US" sz="2200" b="1" dirty="0">
                <a:latin typeface="+mn-ea"/>
              </a:rPr>
              <a:t>←</a:t>
            </a:r>
            <a:r>
              <a:rPr lang="en-US" altLang="zh-CN" sz="2200" b="1" dirty="0">
                <a:latin typeface="+mn-ea"/>
              </a:rPr>
              <a:t>GPRs</a:t>
            </a:r>
            <a:r>
              <a:rPr lang="zh-CN" altLang="en-US" sz="2200" b="1" dirty="0" smtClean="0">
                <a:latin typeface="+mn-ea"/>
              </a:rPr>
              <a:t>、</a:t>
            </a:r>
            <a:r>
              <a:rPr lang="en-US" altLang="zh-CN" sz="2200" b="1" dirty="0" err="1" smtClean="0">
                <a:latin typeface="+mn-ea"/>
              </a:rPr>
              <a:t>ALUOut</a:t>
            </a:r>
            <a:r>
              <a:rPr lang="zh-CN" altLang="en-US" sz="2200" b="1" dirty="0">
                <a:latin typeface="+mn-ea"/>
              </a:rPr>
              <a:t>←</a:t>
            </a:r>
            <a:r>
              <a:rPr lang="en-US" altLang="zh-CN" sz="2200" b="1" dirty="0" smtClean="0">
                <a:latin typeface="+mn-ea"/>
              </a:rPr>
              <a:t>(PC)</a:t>
            </a:r>
            <a:r>
              <a:rPr lang="zh-CN" altLang="en-US" sz="2200" b="1" dirty="0">
                <a:latin typeface="+mn-ea"/>
              </a:rPr>
              <a:t>＋</a:t>
            </a:r>
            <a:r>
              <a:rPr lang="en-US" altLang="zh-CN" sz="2200" b="1" dirty="0">
                <a:latin typeface="+mn-ea"/>
              </a:rPr>
              <a:t>(</a:t>
            </a:r>
            <a:r>
              <a:rPr lang="en-US" altLang="zh-CN" sz="2200" b="1" dirty="0" err="1" smtClean="0">
                <a:latin typeface="+mn-ea"/>
              </a:rPr>
              <a:t>ExtU</a:t>
            </a:r>
            <a:r>
              <a:rPr lang="en-US" altLang="zh-CN" sz="2200" b="1" dirty="0">
                <a:latin typeface="+mn-ea"/>
              </a:rPr>
              <a:t>)</a:t>
            </a:r>
            <a:r>
              <a:rPr lang="en-US" altLang="zh-CN" sz="2200" b="1" dirty="0" smtClean="0">
                <a:latin typeface="+mn-ea"/>
              </a:rPr>
              <a:t>&lt;&lt;2</a:t>
            </a:r>
            <a:r>
              <a:rPr lang="zh-CN" altLang="en-US" sz="2200" b="1" dirty="0" smtClean="0">
                <a:latin typeface="+mn-ea"/>
              </a:rPr>
              <a:t>、</a:t>
            </a:r>
            <a:endParaRPr lang="en-US" altLang="zh-CN" sz="2200" b="1" dirty="0" smtClean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2200" b="1" dirty="0">
                <a:latin typeface="+mn-ea"/>
              </a:rPr>
              <a:t> </a:t>
            </a:r>
            <a:r>
              <a:rPr lang="zh-CN" altLang="en-US" sz="2200" b="1" dirty="0" smtClean="0">
                <a:latin typeface="+mn-ea"/>
              </a:rPr>
              <a:t>            </a:t>
            </a:r>
            <a:r>
              <a:rPr lang="en-US" altLang="zh-CN" sz="2200" b="1" dirty="0" smtClean="0">
                <a:latin typeface="+mn-ea"/>
              </a:rPr>
              <a:t>  </a:t>
            </a:r>
            <a:r>
              <a:rPr lang="zh-CN" altLang="en-US" sz="2200" b="1" dirty="0" smtClean="0">
                <a:latin typeface="+mn-ea"/>
              </a:rPr>
              <a:t>  </a:t>
            </a:r>
            <a:r>
              <a:rPr lang="en-US" altLang="zh-CN" sz="2200" b="1" dirty="0" smtClean="0">
                <a:latin typeface="+mn-ea"/>
              </a:rPr>
              <a:t>(A)</a:t>
            </a:r>
            <a:r>
              <a:rPr lang="zh-CN" altLang="en-US" sz="2200" b="1" dirty="0" smtClean="0">
                <a:latin typeface="+mn-ea"/>
              </a:rPr>
              <a:t>－</a:t>
            </a:r>
            <a:r>
              <a:rPr lang="en-US" altLang="zh-CN" sz="2200" b="1" dirty="0" smtClean="0">
                <a:latin typeface="+mn-ea"/>
              </a:rPr>
              <a:t>(</a:t>
            </a:r>
            <a:r>
              <a:rPr lang="en-US" altLang="zh-CN" sz="2200" b="1" dirty="0">
                <a:latin typeface="+mn-ea"/>
              </a:rPr>
              <a:t>B</a:t>
            </a:r>
            <a:r>
              <a:rPr lang="en-US" altLang="zh-CN" sz="2200" b="1" dirty="0" smtClean="0">
                <a:latin typeface="+mn-ea"/>
              </a:rPr>
              <a:t>)</a:t>
            </a:r>
            <a:r>
              <a:rPr lang="zh-CN" altLang="en-US" sz="2200" b="1" dirty="0" smtClean="0">
                <a:latin typeface="+mn-ea"/>
              </a:rPr>
              <a:t>＝</a:t>
            </a:r>
            <a:r>
              <a:rPr lang="en-US" altLang="zh-CN" sz="2200" b="1" dirty="0" smtClean="0">
                <a:latin typeface="+mn-ea"/>
              </a:rPr>
              <a:t>0</a:t>
            </a:r>
            <a:r>
              <a:rPr lang="zh-CN" altLang="en-US" sz="2200" b="1" dirty="0" smtClean="0">
                <a:latin typeface="+mn-ea"/>
              </a:rPr>
              <a:t>时</a:t>
            </a:r>
            <a:r>
              <a:rPr lang="en-US" altLang="zh-CN" sz="2200" b="1" dirty="0" smtClean="0">
                <a:latin typeface="+mn-ea"/>
              </a:rPr>
              <a:t>PC</a:t>
            </a:r>
            <a:r>
              <a:rPr lang="zh-CN" altLang="en-US" sz="2200" b="1" dirty="0" smtClean="0">
                <a:latin typeface="+mn-ea"/>
              </a:rPr>
              <a:t>←</a:t>
            </a:r>
            <a:r>
              <a:rPr lang="en-US" altLang="zh-CN" sz="2200" b="1" dirty="0" smtClean="0">
                <a:latin typeface="+mn-ea"/>
              </a:rPr>
              <a:t>(</a:t>
            </a:r>
            <a:r>
              <a:rPr lang="en-US" altLang="zh-CN" sz="2200" b="1" dirty="0" err="1">
                <a:latin typeface="+mn-ea"/>
              </a:rPr>
              <a:t>ALUOut</a:t>
            </a:r>
            <a:r>
              <a:rPr lang="en-US" altLang="zh-CN" sz="2200" b="1" dirty="0" smtClean="0">
                <a:latin typeface="+mn-ea"/>
              </a:rPr>
              <a:t>)</a:t>
            </a:r>
            <a:r>
              <a:rPr lang="zh-CN" altLang="en-US" sz="2200" b="1" dirty="0">
                <a:latin typeface="+mn-ea"/>
              </a:rPr>
              <a:t> </a:t>
            </a:r>
            <a:r>
              <a:rPr lang="zh-CN" altLang="en-US" sz="2200" b="1" dirty="0" smtClean="0">
                <a:latin typeface="+mn-ea"/>
              </a:rPr>
              <a:t>  </a:t>
            </a:r>
            <a:r>
              <a:rPr lang="zh-CN" altLang="en-US" sz="1600" b="1" dirty="0" smtClean="0">
                <a:latin typeface="+mn-ea"/>
              </a:rPr>
              <a:t>←即</a:t>
            </a:r>
            <a:r>
              <a:rPr lang="en-US" altLang="zh-CN" sz="1600" b="1" dirty="0" smtClean="0">
                <a:latin typeface="+mn-ea"/>
              </a:rPr>
              <a:t>ZF</a:t>
            </a:r>
            <a:r>
              <a:rPr lang="zh-CN" altLang="en-US" sz="1600" b="1" dirty="0">
                <a:latin typeface="+mn-ea"/>
              </a:rPr>
              <a:t>＝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 smtClean="0">
                <a:latin typeface="+mn-ea"/>
              </a:rPr>
              <a:t>时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pc="-100" dirty="0" err="1">
                <a:latin typeface="+mn-ea"/>
                <a:ea typeface="+mn-ea"/>
              </a:rPr>
              <a:t>Extctr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ALUAsrc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1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ALUBsrc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ALUctr</a:t>
            </a:r>
            <a:r>
              <a:rPr lang="zh-CN" altLang="zh-CN" sz="2000" b="1" spc="-100" dirty="0">
                <a:latin typeface="+mn-ea"/>
                <a:ea typeface="+mn-ea"/>
              </a:rPr>
              <a:t>＝</a:t>
            </a:r>
            <a:r>
              <a:rPr lang="en-US" altLang="zh-CN" sz="2000" b="1" spc="-100" dirty="0">
                <a:latin typeface="+mn-ea"/>
                <a:ea typeface="+mn-ea"/>
              </a:rPr>
              <a:t>0</a:t>
            </a:r>
            <a:r>
              <a:rPr lang="zh-CN" altLang="zh-CN" sz="2000" b="1" spc="-100" dirty="0">
                <a:latin typeface="+mn-ea"/>
                <a:ea typeface="+mn-ea"/>
              </a:rPr>
              <a:t>、</a:t>
            </a:r>
            <a:r>
              <a:rPr lang="en-US" altLang="zh-CN" sz="2000" b="1" spc="-100" dirty="0" err="1">
                <a:latin typeface="+mn-ea"/>
                <a:ea typeface="+mn-ea"/>
              </a:rPr>
              <a:t>ALUOWr</a:t>
            </a:r>
            <a:endParaRPr lang="zh-CN" altLang="zh-CN" sz="2000" b="1" spc="-100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>
                <a:latin typeface="+mn-ea"/>
                <a:ea typeface="+mn-ea"/>
              </a:rPr>
              <a:t>       </a:t>
            </a:r>
            <a:r>
              <a:rPr lang="en-US" altLang="zh-CN" sz="2000" b="1" dirty="0" smtClean="0">
                <a:latin typeface="+mn-ea"/>
                <a:ea typeface="+mn-ea"/>
              </a:rPr>
              <a:t>           </a:t>
            </a:r>
            <a:r>
              <a:rPr lang="zh-CN" altLang="zh-CN" sz="2000" b="1" dirty="0" smtClean="0">
                <a:latin typeface="+mn-ea"/>
                <a:ea typeface="+mn-ea"/>
              </a:rPr>
              <a:t>；</a:t>
            </a:r>
            <a:r>
              <a:rPr lang="en-US" altLang="zh-CN" sz="2000" dirty="0" err="1">
                <a:latin typeface="+mn-lt"/>
                <a:ea typeface="+mn-ea"/>
              </a:rPr>
              <a:t>μ</a:t>
            </a:r>
            <a:r>
              <a:rPr lang="en-US" altLang="zh-CN" sz="2000" b="1" dirty="0" err="1">
                <a:latin typeface="+mn-ea"/>
                <a:ea typeface="+mn-ea"/>
              </a:rPr>
              <a:t>OP</a:t>
            </a:r>
            <a:r>
              <a:rPr lang="zh-CN" altLang="zh-CN" sz="2000" b="1" dirty="0">
                <a:latin typeface="+mn-ea"/>
                <a:ea typeface="+mn-ea"/>
              </a:rPr>
              <a:t>还包括</a:t>
            </a:r>
            <a:r>
              <a:rPr lang="en-US" altLang="zh-CN" sz="2000" b="1" dirty="0">
                <a:latin typeface="+mn-ea"/>
                <a:ea typeface="+mn-ea"/>
              </a:rPr>
              <a:t>A←(</a:t>
            </a:r>
            <a:r>
              <a:rPr lang="en-US" altLang="zh-CN" sz="2000" b="1" dirty="0" err="1">
                <a:latin typeface="+mn-ea"/>
                <a:ea typeface="+mn-ea"/>
              </a:rPr>
              <a:t>rs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B←(</a:t>
            </a:r>
            <a:r>
              <a:rPr lang="en-US" altLang="zh-CN" sz="2000" b="1" dirty="0" err="1">
                <a:latin typeface="+mn-ea"/>
                <a:ea typeface="+mn-ea"/>
              </a:rPr>
              <a:t>rt</a:t>
            </a:r>
            <a:r>
              <a:rPr lang="en-US" altLang="zh-CN" sz="2000" b="1" dirty="0">
                <a:latin typeface="+mn-ea"/>
                <a:ea typeface="+mn-ea"/>
              </a:rPr>
              <a:t>) 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spc="-150" dirty="0" err="1">
                <a:latin typeface="+mn-ea"/>
                <a:ea typeface="+mn-ea"/>
              </a:rPr>
              <a:t>ALUAsrc</a:t>
            </a:r>
            <a:r>
              <a:rPr lang="zh-CN" altLang="zh-CN" sz="2000" b="1" spc="-150" dirty="0">
                <a:latin typeface="+mn-ea"/>
                <a:ea typeface="+mn-ea"/>
              </a:rPr>
              <a:t>＝</a:t>
            </a:r>
            <a:r>
              <a:rPr lang="en-US" altLang="zh-CN" sz="2000" b="1" spc="-150" dirty="0">
                <a:latin typeface="+mn-ea"/>
                <a:ea typeface="+mn-ea"/>
              </a:rPr>
              <a:t>0</a:t>
            </a:r>
            <a:r>
              <a:rPr lang="zh-CN" altLang="zh-CN" sz="2000" b="1" spc="-150" dirty="0">
                <a:latin typeface="+mn-ea"/>
                <a:ea typeface="+mn-ea"/>
              </a:rPr>
              <a:t>、</a:t>
            </a:r>
            <a:r>
              <a:rPr lang="en-US" altLang="zh-CN" sz="2000" b="1" spc="-150" dirty="0" err="1">
                <a:latin typeface="+mn-ea"/>
                <a:ea typeface="+mn-ea"/>
              </a:rPr>
              <a:t>ALUBsrc</a:t>
            </a:r>
            <a:r>
              <a:rPr lang="zh-CN" altLang="zh-CN" sz="2000" b="1" spc="-150" dirty="0">
                <a:latin typeface="+mn-ea"/>
                <a:ea typeface="+mn-ea"/>
              </a:rPr>
              <a:t>＝</a:t>
            </a:r>
            <a:r>
              <a:rPr lang="en-US" altLang="zh-CN" sz="2000" b="1" spc="-150" dirty="0">
                <a:latin typeface="+mn-ea"/>
                <a:ea typeface="+mn-ea"/>
              </a:rPr>
              <a:t>2</a:t>
            </a:r>
            <a:r>
              <a:rPr lang="zh-CN" altLang="zh-CN" sz="2000" b="1" spc="-150" dirty="0">
                <a:latin typeface="+mn-ea"/>
                <a:ea typeface="+mn-ea"/>
              </a:rPr>
              <a:t>、</a:t>
            </a:r>
            <a:r>
              <a:rPr lang="en-US" altLang="zh-CN" sz="2000" b="1" spc="-150" dirty="0" err="1">
                <a:latin typeface="+mn-ea"/>
                <a:ea typeface="+mn-ea"/>
              </a:rPr>
              <a:t>ALUctr</a:t>
            </a:r>
            <a:r>
              <a:rPr lang="zh-CN" altLang="zh-CN" sz="2000" b="1" spc="-150" dirty="0">
                <a:latin typeface="+mn-ea"/>
                <a:ea typeface="+mn-ea"/>
              </a:rPr>
              <a:t>＝</a:t>
            </a:r>
            <a:r>
              <a:rPr lang="en-US" altLang="zh-CN" sz="2000" b="1" spc="-150" dirty="0">
                <a:latin typeface="+mn-ea"/>
                <a:ea typeface="+mn-ea"/>
              </a:rPr>
              <a:t>3</a:t>
            </a:r>
            <a:r>
              <a:rPr lang="zh-CN" altLang="zh-CN" sz="2000" b="1" spc="-150" dirty="0">
                <a:latin typeface="+mn-ea"/>
                <a:ea typeface="+mn-ea"/>
              </a:rPr>
              <a:t>、</a:t>
            </a:r>
            <a:r>
              <a:rPr lang="en-US" altLang="zh-CN" sz="2000" b="1" spc="-150" dirty="0" err="1">
                <a:latin typeface="+mn-ea"/>
                <a:ea typeface="+mn-ea"/>
              </a:rPr>
              <a:t>PCsrc</a:t>
            </a:r>
            <a:r>
              <a:rPr lang="zh-CN" altLang="zh-CN" sz="2000" b="1" spc="-150" dirty="0">
                <a:latin typeface="+mn-ea"/>
                <a:ea typeface="+mn-ea"/>
              </a:rPr>
              <a:t>＝</a:t>
            </a:r>
            <a:r>
              <a:rPr lang="en-US" altLang="zh-CN" sz="2000" b="1" spc="-150" dirty="0">
                <a:latin typeface="+mn-ea"/>
                <a:ea typeface="+mn-ea"/>
              </a:rPr>
              <a:t>0</a:t>
            </a:r>
            <a:r>
              <a:rPr lang="zh-CN" altLang="zh-CN" sz="2000" b="1" spc="-150" dirty="0">
                <a:latin typeface="+mn-ea"/>
                <a:ea typeface="+mn-ea"/>
              </a:rPr>
              <a:t>、</a:t>
            </a:r>
            <a:r>
              <a:rPr lang="en-US" altLang="zh-CN" sz="2000" b="1" spc="-150" dirty="0" err="1">
                <a:latin typeface="+mn-ea"/>
                <a:ea typeface="+mn-ea"/>
              </a:rPr>
              <a:t>PCWrB</a:t>
            </a:r>
            <a:r>
              <a:rPr lang="zh-CN" altLang="zh-CN" sz="2000" b="1" spc="-150" dirty="0">
                <a:latin typeface="+mn-ea"/>
                <a:ea typeface="+mn-ea"/>
              </a:rPr>
              <a:t>，</a:t>
            </a:r>
            <a:r>
              <a:rPr lang="en-US" altLang="zh-CN" sz="2000" b="1" spc="-150" dirty="0">
                <a:latin typeface="+mn-ea"/>
                <a:ea typeface="+mn-ea"/>
              </a:rPr>
              <a:t>End</a:t>
            </a:r>
            <a:endParaRPr lang="en-US" altLang="zh-CN" sz="2000" b="1" spc="-150" dirty="0">
              <a:latin typeface="+mn-ea"/>
              <a:ea typeface="+mn-ea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88000" y="5292000"/>
            <a:ext cx="5782310" cy="1168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dirty="0" err="1" smtClean="0">
                <a:solidFill>
                  <a:schemeClr val="tx1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</a:rPr>
              <a:t>PC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←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</a:rPr>
              <a:t>(Splice)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t2</a:t>
            </a:r>
            <a:r>
              <a:rPr lang="zh-CN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zh-CN" sz="2000" b="1" dirty="0">
                <a:latin typeface="+mn-ea"/>
                <a:ea typeface="+mn-ea"/>
              </a:rPr>
              <a:t>无</a:t>
            </a:r>
            <a:r>
              <a:rPr lang="en-US" altLang="zh-CN" sz="2000" b="1" dirty="0">
                <a:latin typeface="+mn-ea"/>
                <a:ea typeface="+mn-ea"/>
              </a:rPr>
              <a:t>  </a:t>
            </a:r>
            <a:r>
              <a:rPr lang="en-US" altLang="zh-CN" sz="2000" b="1" dirty="0" smtClean="0">
                <a:latin typeface="+mn-ea"/>
                <a:ea typeface="+mn-ea"/>
              </a:rPr>
              <a:t>  </a:t>
            </a:r>
            <a:r>
              <a:rPr lang="zh-CN" altLang="zh-CN" sz="2000" b="1" dirty="0" smtClean="0">
                <a:latin typeface="+mn-ea"/>
                <a:ea typeface="+mn-ea"/>
              </a:rPr>
              <a:t>；</a:t>
            </a:r>
            <a:r>
              <a:rPr lang="zh-CN" altLang="zh-CN" sz="2000" b="1" dirty="0">
                <a:latin typeface="+mn-ea"/>
                <a:ea typeface="+mn-ea"/>
              </a:rPr>
              <a:t>等待指令译码</a:t>
            </a:r>
            <a:r>
              <a:rPr lang="zh-CN" altLang="zh-CN" sz="2000" b="1" dirty="0" smtClean="0">
                <a:latin typeface="+mn-ea"/>
                <a:ea typeface="+mn-ea"/>
              </a:rPr>
              <a:t>结果</a:t>
            </a:r>
            <a:r>
              <a:rPr lang="en-US" altLang="zh-CN" sz="2000" b="1" dirty="0" smtClean="0">
                <a:latin typeface="+mn-ea"/>
                <a:ea typeface="+mn-ea"/>
              </a:rPr>
              <a:t> 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t3</a:t>
            </a:r>
            <a:r>
              <a:rPr lang="zh-CN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 err="1">
                <a:latin typeface="+mn-ea"/>
                <a:ea typeface="+mn-ea"/>
              </a:rPr>
              <a:t>PCsrc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zh-CN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 err="1" smtClean="0">
                <a:latin typeface="+mn-ea"/>
                <a:ea typeface="+mn-ea"/>
              </a:rPr>
              <a:t>PCWr</a:t>
            </a:r>
            <a:r>
              <a:rPr lang="zh-CN" altLang="zh-CN" sz="2000" b="1" spc="-100" dirty="0" smtClean="0">
                <a:latin typeface="+mn-ea"/>
                <a:ea typeface="+mn-ea"/>
              </a:rPr>
              <a:t>，</a:t>
            </a:r>
            <a:r>
              <a:rPr lang="en-US" altLang="zh-CN" sz="2000" b="1" spc="-100" dirty="0">
                <a:latin typeface="+mn-ea"/>
                <a:ea typeface="+mn-ea"/>
              </a:rPr>
              <a:t>End</a:t>
            </a:r>
            <a:endParaRPr lang="en-US" altLang="zh-CN" sz="2000" b="1" spc="-1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9" grpId="0" bldLvl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0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AutoShape 49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AutoShape 49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705" y="360045"/>
            <a:ext cx="511365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</a:rPr>
              <a:t> *分析指令阶段的安排：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适于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所有指令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t2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步功能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endParaRPr lang="en-US" altLang="zh-CN" sz="2200" b="1" spc="-100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t2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步</a:t>
            </a:r>
            <a:r>
              <a:rPr lang="en-US" altLang="zh-CN" sz="2200" dirty="0" err="1" smtClean="0">
                <a:solidFill>
                  <a:srgbClr val="990099"/>
                </a:solidFill>
              </a:rPr>
              <a:t>μ</a:t>
            </a:r>
            <a:r>
              <a:rPr lang="en-US" altLang="zh-CN" sz="2200" b="1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OPCmd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spc="-100" dirty="0" err="1">
              <a:latin typeface="+mn-ea"/>
              <a:ea typeface="+mn-ea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60270" y="360045"/>
            <a:ext cx="6819900" cy="13220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                 </a:t>
            </a:r>
            <a:r>
              <a:rPr lang="zh-CN" altLang="en-US" sz="2200" b="1" dirty="0" smtClean="0">
                <a:latin typeface="+mn-ea"/>
                <a:ea typeface="+mn-ea"/>
              </a:rPr>
              <a:t>，放在</a:t>
            </a:r>
            <a:r>
              <a:rPr lang="en-US" altLang="zh-CN" sz="2200" b="1" dirty="0" smtClean="0">
                <a:latin typeface="+mn-ea"/>
                <a:ea typeface="+mn-ea"/>
              </a:rPr>
              <a:t>t2</a:t>
            </a:r>
            <a:r>
              <a:rPr lang="zh-CN" altLang="en-US" sz="2200" b="1" dirty="0" smtClean="0">
                <a:latin typeface="+mn-ea"/>
                <a:ea typeface="+mn-ea"/>
              </a:rPr>
              <a:t>步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不影响其操作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</a:rPr>
              <a:t>指令译码</a:t>
            </a:r>
            <a:r>
              <a:rPr lang="zh-CN" altLang="en-US" sz="2200" b="1" spc="-100" dirty="0" smtClean="0">
                <a:latin typeface="+mn-ea"/>
                <a:ea typeface="+mn-ea"/>
              </a:rPr>
              <a:t>、</a:t>
            </a:r>
            <a:r>
              <a:rPr lang="en-US" altLang="zh-CN" sz="2200" b="1" spc="-100" dirty="0" smtClean="0">
                <a:latin typeface="+mn-ea"/>
                <a:ea typeface="+mn-ea"/>
              </a:rPr>
              <a:t>A</a:t>
            </a:r>
            <a:r>
              <a:rPr lang="en-US" altLang="zh-CN" sz="2200" b="1" spc="-100" dirty="0">
                <a:latin typeface="+mn-ea"/>
                <a:ea typeface="+mn-ea"/>
              </a:rPr>
              <a:t>←(</a:t>
            </a:r>
            <a:r>
              <a:rPr lang="en-US" altLang="zh-CN" sz="2200" b="1" spc="-100" dirty="0" err="1">
                <a:latin typeface="+mn-ea"/>
                <a:ea typeface="+mn-ea"/>
              </a:rPr>
              <a:t>rs</a:t>
            </a:r>
            <a:r>
              <a:rPr lang="en-US" altLang="zh-CN" sz="2200" b="1" spc="-100" dirty="0">
                <a:latin typeface="+mn-ea"/>
                <a:ea typeface="+mn-ea"/>
              </a:rPr>
              <a:t>)</a:t>
            </a:r>
            <a:r>
              <a:rPr lang="zh-CN" altLang="zh-CN" sz="2200" b="1" spc="-100" dirty="0">
                <a:latin typeface="+mn-ea"/>
                <a:ea typeface="+mn-ea"/>
              </a:rPr>
              <a:t>、</a:t>
            </a:r>
            <a:r>
              <a:rPr lang="en-US" altLang="zh-CN" sz="2200" b="1" spc="-100" dirty="0">
                <a:latin typeface="+mn-ea"/>
                <a:ea typeface="+mn-ea"/>
              </a:rPr>
              <a:t>B←(</a:t>
            </a:r>
            <a:r>
              <a:rPr lang="en-US" altLang="zh-CN" sz="2200" b="1" spc="-100" dirty="0" err="1">
                <a:latin typeface="+mn-ea"/>
                <a:ea typeface="+mn-ea"/>
              </a:rPr>
              <a:t>rt</a:t>
            </a:r>
            <a:r>
              <a:rPr lang="en-US" altLang="zh-CN" sz="2200" b="1" spc="-100" dirty="0" smtClean="0">
                <a:latin typeface="+mn-ea"/>
                <a:ea typeface="+mn-ea"/>
              </a:rPr>
              <a:t>)</a:t>
            </a:r>
            <a:r>
              <a:rPr lang="zh-CN" altLang="en-US" sz="2200" b="1" spc="-100" dirty="0" smtClean="0">
                <a:latin typeface="+mn-ea"/>
                <a:ea typeface="+mn-ea"/>
              </a:rPr>
              <a:t>、</a:t>
            </a:r>
            <a:r>
              <a:rPr lang="en-US" altLang="zh-CN" sz="2200" b="1" spc="-100" dirty="0" err="1">
                <a:latin typeface="+mn-ea"/>
                <a:ea typeface="+mn-ea"/>
              </a:rPr>
              <a:t>ALUOut</a:t>
            </a:r>
            <a:r>
              <a:rPr lang="en-US" altLang="zh-CN" sz="2200" b="1" spc="-100" dirty="0">
                <a:latin typeface="+mn-ea"/>
                <a:ea typeface="+mn-ea"/>
              </a:rPr>
              <a:t>←(PC)</a:t>
            </a:r>
            <a:r>
              <a:rPr lang="zh-CN" altLang="zh-CN" sz="2200" b="1" spc="-100" dirty="0" smtClean="0">
                <a:latin typeface="+mn-ea"/>
                <a:ea typeface="+mn-ea"/>
              </a:rPr>
              <a:t>＋</a:t>
            </a:r>
            <a:r>
              <a:rPr lang="en-US" altLang="zh-CN" sz="2200" b="1" spc="-100" dirty="0" err="1" smtClean="0">
                <a:latin typeface="+mn-ea"/>
                <a:ea typeface="+mn-ea"/>
              </a:rPr>
              <a:t>imme</a:t>
            </a:r>
            <a:r>
              <a:rPr lang="en-US" altLang="zh-CN" sz="2200" b="1" spc="-100" dirty="0" smtClean="0">
                <a:latin typeface="+mn-ea"/>
                <a:ea typeface="+mn-ea"/>
              </a:rPr>
              <a:t>&lt;&lt;2</a:t>
            </a:r>
            <a:endParaRPr lang="en-US" altLang="zh-CN" sz="2200" b="1" spc="-100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spc="-100" dirty="0" err="1" smtClean="0">
                <a:latin typeface="+mn-ea"/>
              </a:rPr>
              <a:t>   Extctr</a:t>
            </a:r>
            <a:r>
              <a:rPr lang="zh-CN" altLang="zh-CN" sz="2000" b="1" spc="-100" dirty="0">
                <a:latin typeface="+mn-ea"/>
              </a:rPr>
              <a:t>、</a:t>
            </a:r>
            <a:r>
              <a:rPr lang="en-US" altLang="zh-CN" sz="2000" b="1" spc="-100" dirty="0" err="1">
                <a:latin typeface="+mn-ea"/>
              </a:rPr>
              <a:t>ALUAsrc</a:t>
            </a:r>
            <a:r>
              <a:rPr lang="zh-CN" altLang="zh-CN" sz="2000" b="1" spc="-100" dirty="0">
                <a:latin typeface="+mn-ea"/>
              </a:rPr>
              <a:t>＝</a:t>
            </a:r>
            <a:r>
              <a:rPr lang="en-US" altLang="zh-CN" sz="2000" b="1" spc="-100" dirty="0">
                <a:latin typeface="+mn-ea"/>
              </a:rPr>
              <a:t>1</a:t>
            </a:r>
            <a:r>
              <a:rPr lang="zh-CN" altLang="zh-CN" sz="2000" b="1" spc="-100" dirty="0">
                <a:latin typeface="+mn-ea"/>
              </a:rPr>
              <a:t>、</a:t>
            </a:r>
            <a:r>
              <a:rPr lang="en-US" altLang="zh-CN" sz="2000" b="1" spc="-100" dirty="0" err="1">
                <a:latin typeface="+mn-ea"/>
              </a:rPr>
              <a:t>ALUBsrc</a:t>
            </a:r>
            <a:r>
              <a:rPr lang="zh-CN" altLang="zh-CN" sz="2000" b="1" spc="-100" dirty="0">
                <a:latin typeface="+mn-ea"/>
              </a:rPr>
              <a:t>＝</a:t>
            </a:r>
            <a:r>
              <a:rPr lang="en-US" altLang="zh-CN" sz="2000" b="1" spc="-100" dirty="0">
                <a:latin typeface="+mn-ea"/>
              </a:rPr>
              <a:t>0</a:t>
            </a:r>
            <a:r>
              <a:rPr lang="zh-CN" altLang="zh-CN" sz="2000" b="1" spc="-100" dirty="0">
                <a:latin typeface="+mn-ea"/>
              </a:rPr>
              <a:t>、</a:t>
            </a:r>
            <a:r>
              <a:rPr lang="en-US" altLang="zh-CN" sz="2000" b="1" spc="-100" dirty="0" err="1">
                <a:latin typeface="+mn-ea"/>
              </a:rPr>
              <a:t>ALUctr</a:t>
            </a:r>
            <a:r>
              <a:rPr lang="zh-CN" altLang="zh-CN" sz="2000" b="1" spc="-100" dirty="0">
                <a:latin typeface="+mn-ea"/>
              </a:rPr>
              <a:t>＝</a:t>
            </a:r>
            <a:r>
              <a:rPr lang="en-US" altLang="zh-CN" sz="2000" b="1" spc="-100" dirty="0">
                <a:latin typeface="+mn-ea"/>
              </a:rPr>
              <a:t>0</a:t>
            </a:r>
            <a:r>
              <a:rPr lang="zh-CN" altLang="zh-CN" sz="2000" b="1" spc="-100" dirty="0">
                <a:latin typeface="+mn-ea"/>
              </a:rPr>
              <a:t>、</a:t>
            </a:r>
            <a:r>
              <a:rPr lang="en-US" altLang="zh-CN" sz="2000" b="1" spc="-100" dirty="0" err="1">
                <a:latin typeface="+mn-ea"/>
              </a:rPr>
              <a:t>ALUOWr</a:t>
            </a:r>
            <a:endParaRPr lang="en-US" altLang="zh-CN" sz="2000" b="1" spc="-100" dirty="0" err="1">
              <a:latin typeface="+mn-ea"/>
              <a:ea typeface="+mn-ea"/>
            </a:endParaRPr>
          </a:p>
        </p:txBody>
      </p:sp>
      <p:sp>
        <p:nvSpPr>
          <p:cNvPr id="11" name="Text Box 11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9263" y="1656000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*数据通路的状态转换图：</a:t>
            </a:r>
            <a:r>
              <a:rPr kumimoji="1" lang="zh-CN" altLang="en-US" sz="2200" b="1" dirty="0" smtClean="0">
                <a:latin typeface="宋体" panose="02010600030101010101" pitchFamily="2" charset="-122"/>
              </a:rPr>
              <a:t>汇总各指令的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序列</a:t>
            </a:r>
            <a:endParaRPr lang="zh-CN" altLang="zh-CN" sz="2200" b="1" kern="100" spc="-100" dirty="0">
              <a:latin typeface="+mn-ea"/>
            </a:endParaRPr>
          </a:p>
        </p:txBody>
      </p:sp>
      <p:sp>
        <p:nvSpPr>
          <p:cNvPr id="12" name="Text Box 11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9513" y="5724000"/>
            <a:ext cx="3793462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2628265" algn="ctr"/>
                <a:tab pos="5292725" algn="r"/>
              </a:tabLst>
            </a:pPr>
            <a:r>
              <a:rPr kumimoji="1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指令周期组成</a:t>
            </a:r>
            <a:r>
              <a:rPr kumimoji="1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989341" y="5796000"/>
            <a:ext cx="5112569" cy="361274"/>
            <a:chOff x="2123728" y="5445223"/>
            <a:chExt cx="5112569" cy="361274"/>
          </a:xfrm>
        </p:grpSpPr>
        <p:sp>
          <p:nvSpPr>
            <p:cNvPr id="14" name="Text Box 4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059831" y="5518497"/>
              <a:ext cx="1295451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译码</a:t>
              </a:r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/</a:t>
              </a:r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读</a:t>
              </a:r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REG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4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123728" y="5516910"/>
              <a:ext cx="640781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r>
                <a:rPr kumimoji="0" lang="zh-CN" altLang="en-US" sz="1800" b="1" dirty="0">
                  <a:latin typeface="宋体" panose="02010600030101010101" pitchFamily="2" charset="-122"/>
                </a:rPr>
                <a:t>取</a:t>
              </a:r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指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4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578450" y="5516910"/>
              <a:ext cx="649731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lIns="18000" tIns="10800" rIns="18000" bIns="10800" anchor="ctr"/>
            <a:p>
              <a:pPr eaLnBrk="0" hangingPunct="0"/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访存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7" name="Text Box 4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43363" y="5516910"/>
              <a:ext cx="65954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执行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4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517159" y="5516910"/>
              <a:ext cx="719138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lIns="18000" tIns="10800" rIns="18000" bIns="10800" anchor="ctr"/>
            <a:p>
              <a:pPr eaLnBrk="0" hangingPunct="0"/>
              <a:r>
                <a:rPr kumimoji="0" lang="zh-CN" altLang="en-US" sz="1800" b="1" dirty="0" smtClean="0">
                  <a:latin typeface="宋体" panose="02010600030101010101" pitchFamily="2" charset="-122"/>
                </a:rPr>
                <a:t>写</a:t>
              </a:r>
              <a:r>
                <a:rPr kumimoji="0" lang="en-US" altLang="zh-CN" sz="1800" b="1" dirty="0" smtClean="0">
                  <a:latin typeface="宋体" panose="02010600030101010101" pitchFamily="2" charset="-122"/>
                </a:rPr>
                <a:t>REG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" name="Line 46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 flipV="1">
              <a:off x="6228184" y="5661223"/>
              <a:ext cx="28733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" name="Line 47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5292080" y="5661223"/>
              <a:ext cx="28733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" name="Line 48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4355976" y="5661223"/>
              <a:ext cx="28733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" name="Line 49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V="1">
              <a:off x="2771800" y="5661223"/>
              <a:ext cx="28733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" name="Line 47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H="1" flipV="1">
              <a:off x="5385040" y="5445223"/>
              <a:ext cx="81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" name="Line 4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5385040" y="5445223"/>
              <a:ext cx="986461" cy="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" name="Line 46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6371501" y="5445223"/>
              <a:ext cx="1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99795" y="2160000"/>
            <a:ext cx="7992745" cy="3569335"/>
            <a:chOff x="1417" y="1474"/>
            <a:chExt cx="12587" cy="5621"/>
          </a:xfrm>
        </p:grpSpPr>
        <p:cxnSp>
          <p:nvCxnSpPr>
            <p:cNvPr id="27" name="直接箭头连接符 26"/>
            <p:cNvCxnSpPr>
              <a:stCxn id="52" idx="3"/>
              <a:endCxn id="53" idx="1"/>
            </p:cNvCxnSpPr>
            <p:nvPr>
              <p:custDataLst>
                <p:tags r:id="rId20"/>
              </p:custDataLst>
            </p:nvPr>
          </p:nvCxnSpPr>
          <p:spPr bwMode="auto">
            <a:xfrm>
              <a:off x="5159" y="2410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5159" y="2948"/>
              <a:ext cx="1701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28"/>
            <p:cNvCxnSpPr/>
            <p:nvPr>
              <p:custDataLst>
                <p:tags r:id="rId22"/>
              </p:custDataLst>
            </p:nvPr>
          </p:nvCxnSpPr>
          <p:spPr bwMode="auto">
            <a:xfrm>
              <a:off x="7654" y="2948"/>
              <a:ext cx="1020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23"/>
              </p:custDataLst>
            </p:nvPr>
          </p:nvCxnSpPr>
          <p:spPr bwMode="auto">
            <a:xfrm>
              <a:off x="9355" y="2948"/>
              <a:ext cx="1937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直接箭头连接符 30"/>
            <p:cNvCxnSpPr>
              <a:stCxn id="53" idx="3"/>
              <a:endCxn id="54" idx="1"/>
            </p:cNvCxnSpPr>
            <p:nvPr>
              <p:custDataLst>
                <p:tags r:id="rId24"/>
              </p:custDataLst>
            </p:nvPr>
          </p:nvCxnSpPr>
          <p:spPr bwMode="auto">
            <a:xfrm>
              <a:off x="9355" y="2410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25"/>
              </p:custDataLst>
            </p:nvPr>
          </p:nvCxnSpPr>
          <p:spPr bwMode="auto">
            <a:xfrm>
              <a:off x="2551" y="498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26"/>
              </p:custDataLst>
            </p:nvPr>
          </p:nvCxnSpPr>
          <p:spPr bwMode="auto">
            <a:xfrm>
              <a:off x="2551" y="6691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27"/>
              </p:custDataLst>
            </p:nvPr>
          </p:nvCxnSpPr>
          <p:spPr bwMode="auto">
            <a:xfrm>
              <a:off x="5137" y="6699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>
              <p:custDataLst>
                <p:tags r:id="rId28"/>
              </p:custDataLst>
            </p:nvPr>
          </p:nvCxnSpPr>
          <p:spPr bwMode="auto">
            <a:xfrm>
              <a:off x="2551" y="7087"/>
              <a:ext cx="1145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14004" y="1474"/>
              <a:ext cx="0" cy="56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30"/>
              </p:custDataLst>
            </p:nvPr>
          </p:nvCxnSpPr>
          <p:spPr bwMode="auto">
            <a:xfrm>
              <a:off x="3344" y="1474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8" name="Text Box 6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417" y="1531"/>
              <a:ext cx="526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if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Text Box 63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530" y="32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6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530" y="5203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Text Box 63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252" y="5203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Text Box 63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252" y="32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" name="Text Box 6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994" y="1531"/>
              <a:ext cx="526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" name="Text Box 63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860" y="32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Text Box 63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1282" y="32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ex_j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63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0262" y="1531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ex_b</a:t>
              </a:r>
              <a:endPara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" name="Text Box 63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118" y="3062"/>
              <a:ext cx="146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add/sub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" name="Text Box 63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695" y="2948"/>
              <a:ext cx="73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9" name="Text Box 63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994" y="2948"/>
              <a:ext cx="110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0" name="Text Box 6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9468" y="2687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" name="Text Box 63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9428" y="2041"/>
              <a:ext cx="645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2" name="Text Box 323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417" y="1871"/>
              <a:ext cx="3742" cy="107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IMRd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WMFC,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IRWr</a:t>
              </a:r>
              <a:endParaRPr lang="en-US" altLang="zh-CN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(3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PCWr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53" name="Text Box 323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953" y="1871"/>
              <a:ext cx="3402" cy="107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54" name="Text Box 323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0262" y="1871"/>
              <a:ext cx="3402" cy="107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PCWrB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55" name="Text Box 323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530" y="3572"/>
              <a:ext cx="1928" cy="141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(0/1),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ALUOWr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56" name="Text Box 323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530" y="5557"/>
              <a:ext cx="1928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57" name="Text Box 323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252" y="3572"/>
              <a:ext cx="1814" cy="141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ALUOWr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58" name="Text Box 323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4252" y="5557"/>
              <a:ext cx="1814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59" name="Text Box 323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832" y="3572"/>
              <a:ext cx="3742" cy="79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61" name="Text Box 323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1291" y="3572"/>
              <a:ext cx="2381" cy="79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(2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63" name="直接箭头连接符 62"/>
            <p:cNvCxnSpPr/>
            <p:nvPr>
              <p:custDataLst>
                <p:tags r:id="rId54"/>
              </p:custDataLst>
            </p:nvPr>
          </p:nvCxnSpPr>
          <p:spPr bwMode="auto">
            <a:xfrm flipH="1">
              <a:off x="3458" y="2948"/>
              <a:ext cx="2495" cy="79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接箭头连接符 63"/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7994" y="4365"/>
              <a:ext cx="680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56"/>
              </p:custDataLst>
            </p:nvPr>
          </p:nvCxnSpPr>
          <p:spPr bwMode="auto">
            <a:xfrm>
              <a:off x="8674" y="4365"/>
              <a:ext cx="907" cy="51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接箭头连接符 66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12525" y="4365"/>
              <a:ext cx="0" cy="272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8" name="Text Box 63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6860" y="5669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9" name="直接箭头连接符 128"/>
            <p:cNvCxnSpPr/>
            <p:nvPr>
              <p:custDataLst>
                <p:tags r:id="rId59"/>
              </p:custDataLst>
            </p:nvPr>
          </p:nvCxnSpPr>
          <p:spPr bwMode="auto">
            <a:xfrm>
              <a:off x="7994" y="5612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60"/>
              </p:custDataLst>
            </p:nvPr>
          </p:nvCxnSpPr>
          <p:spPr bwMode="auto">
            <a:xfrm>
              <a:off x="10489" y="5613"/>
              <a:ext cx="0" cy="14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37"/>
            <p:cNvCxnSpPr/>
            <p:nvPr>
              <p:custDataLst>
                <p:tags r:id="rId61"/>
              </p:custDataLst>
            </p:nvPr>
          </p:nvCxnSpPr>
          <p:spPr bwMode="auto">
            <a:xfrm>
              <a:off x="7994" y="6746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9" name="Text Box 63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856" y="4535"/>
              <a:ext cx="907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mem_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0" name="Text Box 63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9804" y="4535"/>
              <a:ext cx="907" cy="340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mem_w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1" name="Text Box 323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6868" y="4875"/>
              <a:ext cx="1814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, WMFC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42" name="Text Box 323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9110" y="4875"/>
              <a:ext cx="1701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MemWr</a:t>
              </a:r>
              <a:r>
                <a:rPr lang="en-US" altLang="zh-CN" sz="1600" b="1" spc="-100" dirty="0">
                  <a:latin typeface="+mn-ea"/>
                  <a:ea typeface="+mn-ea"/>
                </a:rPr>
                <a:t>,</a:t>
              </a:r>
              <a:endParaRPr lang="zh-CN" altLang="en-US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+mn-ea"/>
                  <a:ea typeface="+mn-ea"/>
                </a:rPr>
                <a:t>WMFC,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43" name="Text Box 323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6860" y="6009"/>
              <a:ext cx="3402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44" name="Text Box 63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922" y="4365"/>
              <a:ext cx="170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5" name="直接箭头连接符 100"/>
            <p:cNvCxnSpPr/>
            <p:nvPr>
              <p:custDataLst>
                <p:tags r:id="rId68"/>
              </p:custDataLst>
            </p:nvPr>
          </p:nvCxnSpPr>
          <p:spPr bwMode="auto">
            <a:xfrm rot="16200000" flipH="1">
              <a:off x="12926" y="2211"/>
              <a:ext cx="340" cy="1814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3344" y="1474"/>
              <a:ext cx="1065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/>
            <p:cNvCxnSpPr/>
            <p:nvPr>
              <p:custDataLst>
                <p:tags r:id="rId70"/>
              </p:custDataLst>
            </p:nvPr>
          </p:nvCxnSpPr>
          <p:spPr bwMode="auto">
            <a:xfrm>
              <a:off x="5159" y="498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55" name="AutoShape 499">
            <a:hlinkClick r:id="rId71" tooltip="" action="ppaction://hlinksldjump" highlightClick="1"/>
          </p:cNvPr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 rot="10800000">
            <a:off x="1907704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179705" y="360045"/>
            <a:ext cx="8784590" cy="546036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数据通路的组织小结：</a:t>
            </a: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目标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 smtClean="0">
                <a:latin typeface="+mn-ea"/>
                <a:ea typeface="+mn-ea"/>
              </a:rPr>
              <a:t> </a:t>
            </a:r>
            <a:endParaRPr lang="en-US" altLang="zh-CN" sz="2200" b="1" dirty="0" smtClean="0">
              <a:latin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+mn-ea"/>
                <a:ea typeface="+mn-ea"/>
              </a:rPr>
              <a:t> </a:t>
            </a:r>
            <a:endParaRPr lang="en-US" altLang="zh-CN" sz="18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数据通路的组成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     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 smtClean="0">
                <a:latin typeface="+mn-ea"/>
              </a:rPr>
              <a:t>工作流程的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+mn-ea"/>
              </a:rPr>
              <a:t>硬件需求</a:t>
            </a:r>
            <a:r>
              <a:rPr lang="en-US" altLang="zh-CN" sz="1600" b="1" dirty="0" smtClean="0">
                <a:latin typeface="+mn-ea"/>
              </a:rPr>
              <a:t>[</a:t>
            </a:r>
            <a:r>
              <a:rPr lang="zh-CN" altLang="en-US" sz="1600" b="1" dirty="0" smtClean="0">
                <a:latin typeface="+mn-ea"/>
              </a:rPr>
              <a:t>基于执行过程</a:t>
            </a:r>
            <a:r>
              <a:rPr lang="en-US" altLang="zh-CN" sz="1600" b="1" dirty="0" smtClean="0">
                <a:latin typeface="+mn-ea"/>
              </a:rPr>
              <a:t>&amp;</a:t>
            </a:r>
            <a:r>
              <a:rPr lang="zh-CN" altLang="en-US" sz="1600" b="1" dirty="0" smtClean="0">
                <a:latin typeface="+mn-ea"/>
              </a:rPr>
              <a:t>指令功能</a:t>
            </a:r>
            <a:r>
              <a:rPr lang="en-US" altLang="zh-CN" sz="1600" b="1" dirty="0" smtClean="0">
                <a:latin typeface="+mn-ea"/>
              </a:rPr>
              <a:t>]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部件：</a:t>
            </a:r>
            <a:r>
              <a:rPr lang="en-US" altLang="zh-CN" sz="2200" b="1" dirty="0" smtClean="0">
                <a:latin typeface="+mn-ea"/>
                <a:ea typeface="+mn-ea"/>
              </a:rPr>
              <a:t> 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互连：</a:t>
            </a:r>
            <a:r>
              <a:rPr lang="en-US" altLang="zh-CN" sz="2200" b="1" dirty="0" smtClean="0">
                <a:latin typeface="+mn-ea"/>
                <a:ea typeface="+mn-ea"/>
              </a:rPr>
              <a:t> 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          </a:t>
            </a:r>
            <a:endParaRPr lang="en-US" altLang="zh-CN" sz="2200" b="1" dirty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及其控制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 smtClean="0">
                <a:latin typeface="+mn-ea"/>
              </a:rPr>
              <a:t>        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 smtClean="0">
                <a:latin typeface="+mn-ea"/>
              </a:rPr>
              <a:t>操作的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实现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+mn-ea"/>
              </a:rPr>
              <a:t>方法</a:t>
            </a:r>
            <a:r>
              <a:rPr lang="en-US" altLang="zh-CN" sz="1600" b="1" dirty="0" smtClean="0">
                <a:latin typeface="+mn-ea"/>
              </a:rPr>
              <a:t>[</a:t>
            </a:r>
            <a:r>
              <a:rPr lang="zh-CN" altLang="en-US" sz="1600" b="1" dirty="0" smtClean="0">
                <a:latin typeface="+mn-ea"/>
              </a:rPr>
              <a:t>基于部件功能</a:t>
            </a:r>
            <a:r>
              <a:rPr lang="en-US" altLang="zh-CN" sz="1600" b="1" dirty="0" smtClean="0">
                <a:latin typeface="+mn-ea"/>
              </a:rPr>
              <a:t>+</a:t>
            </a:r>
            <a:r>
              <a:rPr lang="zh-CN" altLang="en-US" sz="1600" b="1" dirty="0" smtClean="0">
                <a:latin typeface="+mn-ea"/>
              </a:rPr>
              <a:t>控制</a:t>
            </a:r>
            <a:r>
              <a:rPr lang="en-US" altLang="zh-CN" sz="1600" b="1" dirty="0" smtClean="0">
                <a:latin typeface="+mn-ea"/>
              </a:rPr>
              <a:t>]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b="1" dirty="0" smtClean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990099"/>
                </a:solidFill>
                <a:latin typeface="+mn-ea"/>
              </a:rPr>
              <a:t>      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的类型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基本操作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+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特殊操作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的实现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发送相应</a:t>
            </a:r>
            <a:r>
              <a:rPr lang="en-US" altLang="zh-CN" sz="1800" dirty="0" err="1" smtClean="0"/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OPCmd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指令执行过程的组织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 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 smtClean="0">
                <a:latin typeface="+mn-ea"/>
              </a:rPr>
              <a:t>工作流程的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+mn-ea"/>
              </a:rPr>
              <a:t>控制需求</a:t>
            </a:r>
            <a:r>
              <a:rPr lang="en-US" altLang="zh-CN" sz="1600" b="1" dirty="0" smtClean="0">
                <a:latin typeface="+mn-ea"/>
              </a:rPr>
              <a:t>[</a:t>
            </a:r>
            <a:r>
              <a:rPr lang="zh-CN" altLang="en-US" sz="1600" b="1" dirty="0" smtClean="0">
                <a:latin typeface="+mn-ea"/>
              </a:rPr>
              <a:t>基于硬件</a:t>
            </a:r>
            <a:r>
              <a:rPr lang="en-US" altLang="zh-CN" sz="1600" b="1" dirty="0" smtClean="0">
                <a:latin typeface="+mn-ea"/>
              </a:rPr>
              <a:t>&amp;</a:t>
            </a:r>
            <a:r>
              <a:rPr lang="zh-CN" altLang="en-US" sz="1600" b="1" dirty="0" smtClean="0">
                <a:latin typeface="+mn-ea"/>
              </a:rPr>
              <a:t>指令功能</a:t>
            </a:r>
            <a:r>
              <a:rPr lang="en-US" altLang="zh-CN" sz="1600" b="1" dirty="0" smtClean="0">
                <a:latin typeface="+mn-ea"/>
              </a:rPr>
              <a:t>]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</a:t>
            </a: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latin typeface="+mn-ea"/>
                <a:ea typeface="+mn-ea"/>
              </a:rPr>
              <a:t>基于</a:t>
            </a:r>
            <a:r>
              <a:rPr lang="zh-CN" altLang="en-US" sz="2200" b="1" u="sng" dirty="0" smtClean="0">
                <a:latin typeface="+mn-ea"/>
                <a:ea typeface="+mn-ea"/>
              </a:rPr>
              <a:t>已有</a:t>
            </a:r>
            <a:r>
              <a:rPr lang="zh-CN" altLang="en-US" sz="2200" b="1" dirty="0" smtClean="0">
                <a:latin typeface="+mn-ea"/>
              </a:rPr>
              <a:t>数据</a:t>
            </a:r>
            <a:r>
              <a:rPr lang="zh-CN" altLang="en-US" sz="2200" b="1" dirty="0">
                <a:latin typeface="+mn-ea"/>
              </a:rPr>
              <a:t>通路，</a:t>
            </a:r>
            <a:r>
              <a:rPr lang="zh-CN" altLang="en-US" sz="2200" b="1" u="sng" dirty="0">
                <a:latin typeface="+mn-ea"/>
              </a:rPr>
              <a:t>设计</a:t>
            </a:r>
            <a:r>
              <a:rPr lang="zh-CN" altLang="en-US" sz="2200" b="1" dirty="0">
                <a:latin typeface="+mn-ea"/>
              </a:rPr>
              <a:t>各</a:t>
            </a:r>
            <a:r>
              <a:rPr lang="zh-CN" altLang="en-US" sz="2200" b="1" dirty="0" smtClean="0">
                <a:latin typeface="+mn-ea"/>
              </a:rPr>
              <a:t>指令周期的</a:t>
            </a:r>
            <a:r>
              <a:rPr lang="en-US" altLang="zh-CN" sz="2200" u="sng" dirty="0" err="1">
                <a:cs typeface="Times New Roman" panose="02020603050405020304" pitchFamily="18" charset="0"/>
              </a:rPr>
              <a:t>μ</a:t>
            </a:r>
            <a:r>
              <a:rPr lang="en-US" altLang="zh-CN" sz="2200" b="1" u="sng" dirty="0" err="1">
                <a:latin typeface="宋体" panose="02010600030101010101" pitchFamily="2" charset="-122"/>
              </a:rPr>
              <a:t>OPCmd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序列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数据通路的设计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latin typeface="+mn-ea"/>
              </a:rPr>
              <a:t>步骤</a:t>
            </a:r>
            <a:r>
              <a:rPr lang="en-US" altLang="zh-CN" sz="1800" b="1" dirty="0" smtClean="0">
                <a:latin typeface="+mn-ea"/>
                <a:ea typeface="+mn-ea"/>
              </a:rPr>
              <a:t>(ISA</a:t>
            </a:r>
            <a:r>
              <a:rPr lang="zh-CN" altLang="en-US" sz="1800" b="1" dirty="0" smtClean="0">
                <a:latin typeface="+mn-ea"/>
                <a:ea typeface="+mn-ea"/>
              </a:rPr>
              <a:t>分析</a:t>
            </a:r>
            <a:r>
              <a:rPr lang="zh-CN" altLang="en-US" sz="1800" b="1" dirty="0">
                <a:latin typeface="+mn-ea"/>
                <a:ea typeface="+mn-ea"/>
              </a:rPr>
              <a:t>→部件设计→互连设计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，设计</a:t>
            </a:r>
            <a:r>
              <a:rPr lang="en-US" altLang="zh-CN" sz="2200" b="1" dirty="0" smtClean="0">
                <a:latin typeface="+mn-ea"/>
                <a:ea typeface="+mn-ea"/>
              </a:rPr>
              <a:t>&amp;</a:t>
            </a:r>
            <a:r>
              <a:rPr lang="zh-CN" altLang="en-US" sz="2200" b="1" dirty="0" smtClean="0">
                <a:latin typeface="+mn-ea"/>
                <a:ea typeface="+mn-ea"/>
              </a:rPr>
              <a:t>指令执行过程组织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1477470" y="756000"/>
            <a:ext cx="6840760" cy="252730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756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  <a:ea typeface="+mn-ea"/>
              </a:rPr>
              <a:t>实现</a:t>
            </a:r>
            <a:r>
              <a:rPr lang="en-US" altLang="zh-CN" sz="2200" b="1" dirty="0" smtClean="0">
                <a:latin typeface="+mn-ea"/>
                <a:ea typeface="+mn-ea"/>
              </a:rPr>
              <a:t>CPU</a:t>
            </a:r>
            <a:r>
              <a:rPr lang="zh-CN" altLang="en-US" sz="2200" b="1" dirty="0" smtClean="0">
                <a:latin typeface="+mn-ea"/>
                <a:ea typeface="+mn-ea"/>
              </a:rPr>
              <a:t>工作流程</a:t>
            </a:r>
            <a:r>
              <a:rPr lang="zh-CN" altLang="en-US" sz="2200" b="1" dirty="0" smtClean="0">
                <a:latin typeface="+mn-ea"/>
              </a:rPr>
              <a:t>所需的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</a:rPr>
              <a:t>操作</a:t>
            </a:r>
            <a:endParaRPr lang="en-US" altLang="zh-CN" sz="2200" b="1" u="sng" dirty="0" smtClean="0">
              <a:latin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</a:rPr>
              <a:t>           </a:t>
            </a:r>
            <a:r>
              <a:rPr lang="zh-CN" altLang="en-US" sz="1800" dirty="0" smtClean="0">
                <a:latin typeface="+mn-ea"/>
                <a:ea typeface="+mn-ea"/>
              </a:rPr>
              <a:t>└</a:t>
            </a:r>
            <a:r>
              <a:rPr lang="zh-CN" altLang="en-US" sz="1800" b="1" dirty="0" smtClean="0">
                <a:latin typeface="+mn-ea"/>
                <a:ea typeface="+mn-ea"/>
              </a:rPr>
              <a:t>←</a:t>
            </a:r>
            <a:r>
              <a:rPr lang="zh-CN" altLang="en-US" sz="1800" b="1" dirty="0" smtClean="0">
                <a:latin typeface="+mn-ea"/>
              </a:rPr>
              <a:t>指令</a:t>
            </a:r>
            <a:r>
              <a:rPr lang="zh-CN" altLang="en-US" sz="1800" b="1" dirty="0">
                <a:latin typeface="+mn-ea"/>
              </a:rPr>
              <a:t>执行</a:t>
            </a:r>
            <a:r>
              <a:rPr lang="zh-CN" altLang="en-US" sz="1800" b="1" dirty="0" smtClean="0">
                <a:latin typeface="+mn-ea"/>
              </a:rPr>
              <a:t>＋</a:t>
            </a:r>
            <a:r>
              <a:rPr lang="zh-CN" altLang="en-US" sz="1800" b="1" dirty="0" smtClean="0">
                <a:latin typeface="+mn-ea"/>
                <a:ea typeface="+mn-ea"/>
              </a:rPr>
              <a:t>中断响应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可缺省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取指部件</a:t>
            </a:r>
            <a:r>
              <a:rPr lang="en-US" altLang="zh-CN" sz="1800" b="1" dirty="0" smtClean="0">
                <a:latin typeface="+mn-ea"/>
                <a:ea typeface="+mn-ea"/>
              </a:rPr>
              <a:t>(PC/IR</a:t>
            </a:r>
            <a:r>
              <a:rPr lang="zh-CN" altLang="en-US" sz="1800" b="1" dirty="0" smtClean="0">
                <a:latin typeface="+mn-ea"/>
                <a:ea typeface="+mn-ea"/>
              </a:rPr>
              <a:t>等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＋执行部件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对应于指令功能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结构有</a:t>
            </a:r>
            <a:r>
              <a:rPr lang="zh-CN" altLang="en-US" sz="2200" b="1" u="sng" dirty="0" smtClean="0">
                <a:latin typeface="+mn-ea"/>
                <a:ea typeface="+mn-ea"/>
              </a:rPr>
              <a:t>总线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</a:rPr>
              <a:t>增设三态门</a:t>
            </a:r>
            <a:r>
              <a:rPr lang="en-US" altLang="zh-CN" sz="1800" b="1" dirty="0" smtClean="0">
                <a:latin typeface="+mn-ea"/>
              </a:rPr>
              <a:t>&amp;</a:t>
            </a:r>
            <a:r>
              <a:rPr lang="zh-CN" altLang="en-US" sz="1800" b="1" dirty="0" smtClean="0">
                <a:latin typeface="+mn-ea"/>
              </a:rPr>
              <a:t>暂存器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zh-CN" altLang="en-US" sz="2200" b="1" u="sng" dirty="0" smtClean="0">
                <a:latin typeface="+mn-ea"/>
                <a:ea typeface="+mn-ea"/>
              </a:rPr>
              <a:t>专用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</a:rPr>
              <a:t>增设选择器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方法为</a:t>
            </a:r>
            <a:r>
              <a:rPr lang="zh-CN" altLang="en-US" sz="2200" b="1" u="sng" dirty="0" smtClean="0">
                <a:latin typeface="+mn-ea"/>
                <a:ea typeface="+mn-ea"/>
              </a:rPr>
              <a:t>逐条增加</a:t>
            </a:r>
            <a:r>
              <a:rPr lang="zh-CN" altLang="en-US" sz="2200" b="1" dirty="0" smtClean="0">
                <a:latin typeface="+mn-ea"/>
                <a:ea typeface="+mn-ea"/>
              </a:rPr>
              <a:t>各</a:t>
            </a:r>
            <a:r>
              <a:rPr lang="zh-CN" altLang="en-US" sz="2200" b="1" dirty="0">
                <a:latin typeface="+mn-ea"/>
                <a:ea typeface="+mn-ea"/>
              </a:rPr>
              <a:t>指令的数据路径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2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120000" y="1080000"/>
            <a:ext cx="2664296" cy="3204024"/>
            <a:chOff x="6228184" y="1196752"/>
            <a:chExt cx="2664296" cy="3204024"/>
          </a:xfrm>
        </p:grpSpPr>
        <p:cxnSp>
          <p:nvCxnSpPr>
            <p:cNvPr id="4" name="直接箭头连接符 3"/>
            <p:cNvCxnSpPr/>
            <p:nvPr/>
          </p:nvCxnSpPr>
          <p:spPr bwMode="auto">
            <a:xfrm flipH="1">
              <a:off x="8604448" y="1916832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" name="直接箭头连接符 7"/>
            <p:cNvCxnSpPr/>
            <p:nvPr/>
          </p:nvCxnSpPr>
          <p:spPr bwMode="auto">
            <a:xfrm>
              <a:off x="8892480" y="1412752"/>
              <a:ext cx="0" cy="27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0" name="直接箭头连接符 9"/>
            <p:cNvCxnSpPr/>
            <p:nvPr/>
          </p:nvCxnSpPr>
          <p:spPr bwMode="auto">
            <a:xfrm flipH="1">
              <a:off x="8604448" y="4184752"/>
              <a:ext cx="288032" cy="216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6228184" y="1196752"/>
              <a:ext cx="2664296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28" name="线形标注 2 27"/>
          <p:cNvSpPr/>
          <p:nvPr/>
        </p:nvSpPr>
        <p:spPr bwMode="auto">
          <a:xfrm>
            <a:off x="7524581" y="5832000"/>
            <a:ext cx="1368000" cy="252000"/>
          </a:xfrm>
          <a:prstGeom prst="borderCallout2">
            <a:avLst>
              <a:gd name="adj1" fmla="val 48951"/>
              <a:gd name="adj2" fmla="val -500"/>
              <a:gd name="adj3" fmla="val 47414"/>
              <a:gd name="adj4" fmla="val -14986"/>
              <a:gd name="adj5" fmla="val -53781"/>
              <a:gd name="adj6" fmla="val -2503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latin typeface="+mn-ea"/>
                <a:cs typeface="Arial Unicode MS" panose="020B0604020202020204" charset="-122"/>
              </a:rPr>
              <a:t>CU</a:t>
            </a:r>
            <a:r>
              <a:rPr lang="zh-CN" altLang="en-US" sz="1600" b="1" dirty="0">
                <a:latin typeface="+mn-ea"/>
                <a:cs typeface="Arial Unicode MS" panose="020B0604020202020204" charset="-122"/>
              </a:rPr>
              <a:t>的功能需求</a:t>
            </a:r>
            <a:endParaRPr lang="zh-CN" altLang="en-US" sz="1600" b="1" dirty="0">
              <a:latin typeface="+mn-ea"/>
              <a:cs typeface="Arial Unicode MS" panose="020B0604020202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824095" y="1224280"/>
            <a:ext cx="575945" cy="2924810"/>
            <a:chOff x="7597" y="1928"/>
            <a:chExt cx="907" cy="4606"/>
          </a:xfrm>
        </p:grpSpPr>
        <p:cxnSp>
          <p:nvCxnSpPr>
            <p:cNvPr id="26" name="直接箭头连接符 25"/>
            <p:cNvCxnSpPr/>
            <p:nvPr/>
          </p:nvCxnSpPr>
          <p:spPr bwMode="auto">
            <a:xfrm>
              <a:off x="7767" y="5669"/>
              <a:ext cx="624" cy="8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2"/>
              </p:custDataLst>
            </p:nvPr>
          </p:nvCxnSpPr>
          <p:spPr bwMode="auto">
            <a:xfrm>
              <a:off x="7597" y="1928"/>
              <a:ext cx="907" cy="460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Box 132"/>
          <p:cNvSpPr txBox="1">
            <a:spLocks noChangeArrowheads="1"/>
          </p:cNvSpPr>
          <p:nvPr/>
        </p:nvSpPr>
        <p:spPr bwMode="auto">
          <a:xfrm>
            <a:off x="179705" y="1772920"/>
            <a:ext cx="8777605" cy="347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目标：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工作流程所需操作的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操作控制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有序地产生</a:t>
            </a:r>
            <a:r>
              <a:rPr lang="en-US" altLang="zh-CN" sz="1800" dirty="0" err="1" smtClean="0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1800" b="1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控制信号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基本组成：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spc="-140" dirty="0">
                <a:solidFill>
                  <a:srgbClr val="C00000"/>
                </a:solidFill>
                <a:latin typeface="宋体" panose="02010600030101010101" pitchFamily="2" charset="-122"/>
              </a:rPr>
              <a:t>工作原理：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838200" y="28800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5.3  </a:t>
            </a:r>
            <a:r>
              <a:rPr lang="zh-CN" altLang="en-US" sz="2800" b="1" dirty="0">
                <a:latin typeface="宋体" panose="02010600030101010101" pitchFamily="2" charset="-122"/>
              </a:rPr>
              <a:t>控制器的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组成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388" y="1311151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一、控制器的基本结构</a:t>
            </a:r>
            <a:endParaRPr lang="zh-CN" altLang="en-US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99" name="Text Box 132"/>
          <p:cNvSpPr txBox="1">
            <a:spLocks noChangeArrowheads="1"/>
          </p:cNvSpPr>
          <p:nvPr/>
        </p:nvSpPr>
        <p:spPr bwMode="auto">
          <a:xfrm>
            <a:off x="1908000" y="2204720"/>
            <a:ext cx="720000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仅控制单元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，指令部件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&amp;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中断机构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划入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数据通路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路径重叠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250" name="Text Box 132"/>
          <p:cNvSpPr txBox="1">
            <a:spLocks noChangeArrowheads="1"/>
          </p:cNvSpPr>
          <p:nvPr/>
        </p:nvSpPr>
        <p:spPr bwMode="auto">
          <a:xfrm>
            <a:off x="1802130" y="4716145"/>
            <a:ext cx="715454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时序信号形成电路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循环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有序地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各个时序信号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u="sng" dirty="0" err="1" smtClean="0">
                <a:solidFill>
                  <a:schemeClr val="tx1"/>
                </a:solidFill>
                <a:latin typeface="+mn-lt"/>
                <a:sym typeface="+mn-ea"/>
              </a:rPr>
              <a:t>μ</a:t>
            </a:r>
            <a:r>
              <a:rPr lang="en-US" altLang="zh-CN" sz="2200" b="1" u="sng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控制信号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形成电路</a:t>
            </a:r>
            <a:r>
              <a:rPr 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sz="2200" b="1" dirty="0" smtClean="0">
                <a:latin typeface="宋体" panose="02010600030101010101" pitchFamily="2" charset="-122"/>
                <a:sym typeface="+mn-ea"/>
              </a:rPr>
              <a:t>各</a:t>
            </a:r>
            <a:r>
              <a:rPr lang="en-US" altLang="zh-CN" sz="2200" dirty="0" err="1" smtClean="0">
                <a:latin typeface="+mn-lt"/>
                <a:sym typeface="+mn-ea"/>
              </a:rPr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控制信号的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逻辑函数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并与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相应时序信号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绑定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逻辑与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59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</a:rPr>
              <a:t>基本结构</a:t>
            </a:r>
            <a:r>
              <a:rPr lang="zh-CN" altLang="en-US" sz="2000" b="1" spc="-80" dirty="0">
                <a:latin typeface="宋体" panose="02010600030101010101" pitchFamily="2" charset="-122"/>
              </a:rPr>
              <a:t>，时序</a:t>
            </a:r>
            <a:r>
              <a:rPr lang="zh-CN" altLang="en-US" sz="2000" b="1" spc="-80" dirty="0" smtClean="0">
                <a:latin typeface="宋体" panose="02010600030101010101" pitchFamily="2" charset="-122"/>
              </a:rPr>
              <a:t>信</a:t>
            </a:r>
            <a:r>
              <a:rPr lang="zh-CN" altLang="en-US" sz="2000" b="1" spc="-80" dirty="0" smtClean="0">
                <a:latin typeface="+mn-ea"/>
              </a:rPr>
              <a:t>号的形成</a:t>
            </a:r>
            <a:r>
              <a:rPr lang="en-US" altLang="zh-CN" sz="1800" b="1" spc="-80" dirty="0" smtClean="0">
                <a:latin typeface="+mn-ea"/>
              </a:rPr>
              <a:t>(</a:t>
            </a:r>
            <a:r>
              <a:rPr lang="zh-CN" altLang="en-US" sz="1800" b="1" spc="-80" dirty="0" smtClean="0">
                <a:latin typeface="+mn-ea"/>
              </a:rPr>
              <a:t>组织</a:t>
            </a:r>
            <a:r>
              <a:rPr lang="en-US" altLang="zh-CN" sz="1800" b="1" spc="-80" dirty="0" smtClean="0">
                <a:latin typeface="+mn-ea"/>
              </a:rPr>
              <a:t>/</a:t>
            </a:r>
            <a:r>
              <a:rPr lang="zh-CN" altLang="en-US" sz="1800" b="1" spc="-80" dirty="0" smtClean="0">
                <a:latin typeface="+mn-ea"/>
              </a:rPr>
              <a:t>实现</a:t>
            </a:r>
            <a:r>
              <a:rPr lang="en-US" altLang="zh-CN" sz="1800" b="1" spc="-80" dirty="0" smtClean="0">
                <a:latin typeface="+mn-ea"/>
              </a:rPr>
              <a:t>)</a:t>
            </a:r>
            <a:r>
              <a:rPr lang="zh-CN" altLang="en-US" sz="2000" b="1" spc="-80" dirty="0" smtClean="0">
                <a:latin typeface="+mn-ea"/>
              </a:rPr>
              <a:t>，</a:t>
            </a:r>
            <a:r>
              <a:rPr lang="en-US" altLang="zh-CN" sz="2000" spc="-80" dirty="0" err="1" smtClean="0"/>
              <a:t>μ</a:t>
            </a:r>
            <a:r>
              <a:rPr lang="en-US" altLang="zh-CN" sz="2000" b="1" spc="-80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000" b="1" spc="-80" dirty="0" smtClean="0">
                <a:latin typeface="宋体" panose="02010600030101010101" pitchFamily="2" charset="-122"/>
              </a:rPr>
              <a:t>控制信号的形成</a:t>
            </a:r>
            <a:endParaRPr lang="en-US" altLang="zh-CN" sz="2000" b="1" spc="-80" dirty="0">
              <a:latin typeface="宋体" panose="02010600030101010101" pitchFamily="2" charset="-122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179415" y="5616000"/>
            <a:ext cx="2017294" cy="792072"/>
            <a:chOff x="2123792" y="2852936"/>
            <a:chExt cx="2017294" cy="792072"/>
          </a:xfrm>
        </p:grpSpPr>
        <p:sp>
          <p:nvSpPr>
            <p:cNvPr id="144" name="Line 511"/>
            <p:cNvSpPr>
              <a:spLocks noChangeShapeType="1"/>
            </p:cNvSpPr>
            <p:nvPr/>
          </p:nvSpPr>
          <p:spPr bwMode="auto">
            <a:xfrm>
              <a:off x="2771728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511"/>
            <p:cNvSpPr>
              <a:spLocks noChangeShapeType="1"/>
            </p:cNvSpPr>
            <p:nvPr/>
          </p:nvSpPr>
          <p:spPr bwMode="auto">
            <a:xfrm>
              <a:off x="2987824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511"/>
            <p:cNvSpPr>
              <a:spLocks noChangeShapeType="1"/>
            </p:cNvSpPr>
            <p:nvPr/>
          </p:nvSpPr>
          <p:spPr bwMode="auto">
            <a:xfrm>
              <a:off x="3203848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511"/>
            <p:cNvSpPr>
              <a:spLocks noChangeShapeType="1"/>
            </p:cNvSpPr>
            <p:nvPr/>
          </p:nvSpPr>
          <p:spPr bwMode="auto">
            <a:xfrm>
              <a:off x="3419872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511"/>
            <p:cNvSpPr>
              <a:spLocks noChangeShapeType="1"/>
            </p:cNvSpPr>
            <p:nvPr/>
          </p:nvSpPr>
          <p:spPr bwMode="auto">
            <a:xfrm>
              <a:off x="3635896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511"/>
            <p:cNvSpPr>
              <a:spLocks noChangeShapeType="1"/>
            </p:cNvSpPr>
            <p:nvPr/>
          </p:nvSpPr>
          <p:spPr bwMode="auto">
            <a:xfrm>
              <a:off x="3851920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511"/>
            <p:cNvSpPr>
              <a:spLocks noChangeShapeType="1"/>
            </p:cNvSpPr>
            <p:nvPr/>
          </p:nvSpPr>
          <p:spPr bwMode="auto">
            <a:xfrm>
              <a:off x="4067944" y="2924920"/>
              <a:ext cx="0" cy="720000"/>
            </a:xfrm>
            <a:prstGeom prst="lin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Text Box 514"/>
            <p:cNvSpPr txBox="1">
              <a:spLocks noChangeArrowheads="1"/>
            </p:cNvSpPr>
            <p:nvPr/>
          </p:nvSpPr>
          <p:spPr bwMode="auto">
            <a:xfrm>
              <a:off x="2123792" y="3069008"/>
              <a:ext cx="576000" cy="5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IRWr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MemRdRegWr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520"/>
            <p:cNvSpPr txBox="1">
              <a:spLocks noChangeArrowheads="1"/>
            </p:cNvSpPr>
            <p:nvPr/>
          </p:nvSpPr>
          <p:spPr bwMode="auto">
            <a:xfrm>
              <a:off x="2771800" y="2852936"/>
              <a:ext cx="136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2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t1</a:t>
              </a:r>
              <a:r>
                <a:rPr lang="en-US" altLang="zh-CN" sz="1200" b="1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200" b="1" dirty="0" smtClean="0">
                  <a:latin typeface="宋体" panose="02010600030101010101" pitchFamily="2" charset="-122"/>
                </a:rPr>
                <a:t>t2 t3</a:t>
              </a:r>
              <a:r>
                <a:rPr lang="en-US" altLang="zh-CN" sz="1200" b="1" baseline="-180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200" b="1" dirty="0" smtClean="0">
                  <a:latin typeface="宋体" panose="02010600030101010101" pitchFamily="2" charset="-122"/>
                </a:rPr>
                <a:t>t4 t5 </a:t>
              </a:r>
              <a:r>
                <a:rPr lang="en-US" altLang="zh-CN" sz="12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t1</a:t>
              </a:r>
              <a:endParaRPr lang="en-US" altLang="zh-CN" sz="1200" b="1" baseline="-18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>
            <a:xfrm flipH="1">
              <a:off x="2987824" y="3068960"/>
              <a:ext cx="0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2771640" y="3068936"/>
              <a:ext cx="216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H="1">
              <a:off x="2770474" y="3068936"/>
              <a:ext cx="1166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2699720" y="3212952"/>
              <a:ext cx="72008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2987824" y="3212952"/>
              <a:ext cx="864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3635896" y="3284976"/>
              <a:ext cx="0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3419872" y="3284952"/>
              <a:ext cx="216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flipH="1">
              <a:off x="3419872" y="3284952"/>
              <a:ext cx="1166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2699720" y="3428968"/>
              <a:ext cx="720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3635896" y="3428968"/>
              <a:ext cx="504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H="1">
              <a:off x="3853086" y="3501000"/>
              <a:ext cx="0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3637062" y="3500976"/>
              <a:ext cx="216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 flipH="1">
              <a:off x="3635896" y="3500976"/>
              <a:ext cx="1166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2699848" y="3644992"/>
              <a:ext cx="936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3853086" y="3644992"/>
              <a:ext cx="288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 flipH="1">
              <a:off x="3851920" y="3068936"/>
              <a:ext cx="1166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4067984" y="3212952"/>
              <a:ext cx="72008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 flipH="1">
              <a:off x="4067944" y="3068960"/>
              <a:ext cx="0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3851920" y="3068936"/>
              <a:ext cx="216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864235" y="2700000"/>
            <a:ext cx="7919720" cy="1944370"/>
            <a:chOff x="1361" y="4365"/>
            <a:chExt cx="12472" cy="3062"/>
          </a:xfrm>
        </p:grpSpPr>
        <p:sp>
          <p:nvSpPr>
            <p:cNvPr id="5" name="Rectangle 27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159" y="4554"/>
              <a:ext cx="4819" cy="192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" name="Text Box 227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1509" y="4717"/>
              <a:ext cx="567" cy="181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 cmpd="sng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中断机构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25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658" y="5613"/>
              <a:ext cx="907" cy="45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25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388" y="5499"/>
              <a:ext cx="451" cy="68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25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519" y="4704"/>
              <a:ext cx="3062" cy="45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5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633" y="5499"/>
              <a:ext cx="2156" cy="85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dirty="0" err="1" smtClean="0">
                  <a:latin typeface="+mn-lt"/>
                </a:rPr>
                <a:t>μ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控制信号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27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200" y="6520"/>
              <a:ext cx="907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</a:rPr>
                <a:t>……</a:t>
              </a:r>
              <a:endParaRPr lang="en-US" altLang="zh-CN" sz="1800" b="1" dirty="0">
                <a:solidFill>
                  <a:srgbClr val="FF3399"/>
                </a:solidFill>
              </a:endParaRPr>
            </a:p>
          </p:txBody>
        </p:sp>
        <p:sp>
          <p:nvSpPr>
            <p:cNvPr id="15" name="Text Box 39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83" y="4766"/>
              <a:ext cx="454" cy="33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>
              <p:custDataLst>
                <p:tags r:id="rId10"/>
              </p:custDataLst>
            </p:nvPr>
          </p:nvCxnSpPr>
          <p:spPr bwMode="auto">
            <a:xfrm>
              <a:off x="5839" y="5613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接箭头连接符 16"/>
            <p:cNvCxnSpPr/>
            <p:nvPr>
              <p:custDataLst>
                <p:tags r:id="rId11"/>
              </p:custDataLst>
            </p:nvPr>
          </p:nvCxnSpPr>
          <p:spPr bwMode="auto">
            <a:xfrm>
              <a:off x="5839" y="6066"/>
              <a:ext cx="79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 Box 27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16200000">
              <a:off x="5719" y="5732"/>
              <a:ext cx="468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800" b="1" dirty="0" smtClean="0">
                  <a:solidFill>
                    <a:srgbClr val="CC3300"/>
                  </a:solidFill>
                </a:rPr>
                <a:t>…</a:t>
              </a:r>
              <a:endParaRPr lang="en-US" altLang="zh-CN" sz="1800" b="1" dirty="0">
                <a:solidFill>
                  <a:srgbClr val="CC3300"/>
                </a:solidFill>
              </a:endParaRPr>
            </a:p>
          </p:txBody>
        </p:sp>
        <p:cxnSp>
          <p:nvCxnSpPr>
            <p:cNvPr id="20" name="直接箭头连接符 117"/>
            <p:cNvCxnSpPr/>
            <p:nvPr>
              <p:custDataLst>
                <p:tags r:id="rId13"/>
              </p:custDataLst>
            </p:nvPr>
          </p:nvCxnSpPr>
          <p:spPr bwMode="auto">
            <a:xfrm rot="5400000" flipH="1" flipV="1">
              <a:off x="4904" y="5188"/>
              <a:ext cx="624" cy="2835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4"/>
              </p:custDataLst>
            </p:nvPr>
          </p:nvCxnSpPr>
          <p:spPr bwMode="auto">
            <a:xfrm>
              <a:off x="7994" y="515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5"/>
              </p:custDataLst>
            </p:nvPr>
          </p:nvCxnSpPr>
          <p:spPr bwMode="auto">
            <a:xfrm>
              <a:off x="7313" y="5146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" name="Text Box 27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427" y="5183"/>
              <a:ext cx="468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80000"/>
                </a:lnSpc>
              </a:pPr>
              <a:r>
                <a:rPr lang="en-US" altLang="zh-CN" sz="1800" b="1" dirty="0" smtClean="0"/>
                <a:t>…</a:t>
              </a:r>
              <a:endParaRPr lang="en-US" altLang="zh-CN" sz="1800" b="1" dirty="0"/>
            </a:p>
          </p:txBody>
        </p:sp>
        <p:cxnSp>
          <p:nvCxnSpPr>
            <p:cNvPr id="24" name="直接箭头连接符 23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8789" y="5953"/>
              <a:ext cx="2721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3572" y="5840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19"/>
              </p:custDataLst>
            </p:nvPr>
          </p:nvCxnSpPr>
          <p:spPr bwMode="auto">
            <a:xfrm>
              <a:off x="8221" y="634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7081" y="6349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8" name="直接箭头连接符 173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12076" y="6293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28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12076" y="5386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23"/>
              </p:custDataLst>
            </p:nvPr>
          </p:nvCxnSpPr>
          <p:spPr bwMode="auto">
            <a:xfrm>
              <a:off x="12076" y="5726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1" name="Text Box 392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2416" y="5159"/>
              <a:ext cx="1417" cy="78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中断请求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中断响应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117"/>
            <p:cNvCxnSpPr/>
            <p:nvPr>
              <p:custDataLst>
                <p:tags r:id="rId25"/>
              </p:custDataLst>
            </p:nvPr>
          </p:nvCxnSpPr>
          <p:spPr bwMode="auto">
            <a:xfrm rot="5400000" flipH="1" flipV="1">
              <a:off x="5886" y="4991"/>
              <a:ext cx="813" cy="453"/>
            </a:xfrm>
            <a:prstGeom prst="bentConnector3">
              <a:avLst>
                <a:gd name="adj1" fmla="val 100351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33" name="直接箭头连接符 117"/>
            <p:cNvCxnSpPr/>
            <p:nvPr>
              <p:custDataLst>
                <p:tags r:id="rId26"/>
              </p:custDataLst>
            </p:nvPr>
          </p:nvCxnSpPr>
          <p:spPr bwMode="auto">
            <a:xfrm rot="5400000" flipH="1" flipV="1">
              <a:off x="5867" y="5426"/>
              <a:ext cx="1021" cy="283"/>
            </a:xfrm>
            <a:prstGeom prst="bentConnector3">
              <a:avLst>
                <a:gd name="adj1" fmla="val 99798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34" name="Text Box 39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742" y="5953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程序状态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5" name="直接箭头连接符 123"/>
            <p:cNvCxnSpPr/>
            <p:nvPr>
              <p:custDataLst>
                <p:tags r:id="rId28"/>
              </p:custDataLst>
            </p:nvPr>
          </p:nvCxnSpPr>
          <p:spPr bwMode="auto">
            <a:xfrm>
              <a:off x="8447" y="6349"/>
              <a:ext cx="1701" cy="397"/>
            </a:xfrm>
            <a:prstGeom prst="bentConnector3">
              <a:avLst>
                <a:gd name="adj1" fmla="val -461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124"/>
            <p:cNvCxnSpPr/>
            <p:nvPr>
              <p:custDataLst>
                <p:tags r:id="rId29"/>
              </p:custDataLst>
            </p:nvPr>
          </p:nvCxnSpPr>
          <p:spPr bwMode="auto">
            <a:xfrm>
              <a:off x="8675" y="6349"/>
              <a:ext cx="340" cy="283"/>
            </a:xfrm>
            <a:prstGeom prst="bentConnector3">
              <a:avLst>
                <a:gd name="adj1" fmla="val -1873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30"/>
              </p:custDataLst>
            </p:nvPr>
          </p:nvCxnSpPr>
          <p:spPr bwMode="auto">
            <a:xfrm flipH="1" flipV="1">
              <a:off x="9014" y="5171"/>
              <a:ext cx="1" cy="147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8" name="直接箭头连接符 117"/>
            <p:cNvCxnSpPr/>
            <p:nvPr>
              <p:custDataLst>
                <p:tags r:id="rId31"/>
              </p:custDataLst>
            </p:nvPr>
          </p:nvCxnSpPr>
          <p:spPr bwMode="auto">
            <a:xfrm rot="16200000" flipV="1">
              <a:off x="9185" y="5329"/>
              <a:ext cx="1020" cy="227"/>
            </a:xfrm>
            <a:prstGeom prst="bentConnector3">
              <a:avLst>
                <a:gd name="adj1" fmla="val 99524"/>
              </a:avLst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39" name="直接箭头连接符 173"/>
            <p:cNvCxnSpPr/>
            <p:nvPr>
              <p:custDataLst>
                <p:tags r:id="rId32"/>
              </p:custDataLst>
            </p:nvPr>
          </p:nvCxnSpPr>
          <p:spPr bwMode="auto">
            <a:xfrm>
              <a:off x="9014" y="4365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0" name="Text Box 39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0036" y="5613"/>
              <a:ext cx="1359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机器状态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1" name="直接箭头连接符 164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10148" y="6293"/>
              <a:ext cx="1361" cy="454"/>
            </a:xfrm>
            <a:prstGeom prst="bentConnector3">
              <a:avLst>
                <a:gd name="adj1" fmla="val -886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42" name="Text Box 39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701" y="4422"/>
              <a:ext cx="340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操作状态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异步控制时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3" name="Text Box 392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416" y="6576"/>
              <a:ext cx="1417" cy="4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异常请求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392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422" y="6519"/>
              <a:ext cx="2608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所有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控制信号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5" name="直接箭头连接符 44"/>
            <p:cNvCxnSpPr/>
            <p:nvPr>
              <p:custDataLst>
                <p:tags r:id="rId38"/>
              </p:custDataLst>
            </p:nvPr>
          </p:nvCxnSpPr>
          <p:spPr bwMode="auto">
            <a:xfrm>
              <a:off x="11623" y="6520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11849" y="6521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7" name="Text Box 25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474" y="5499"/>
              <a:ext cx="2211" cy="73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255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587" y="5612"/>
              <a:ext cx="907" cy="45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392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871" y="5159"/>
              <a:ext cx="158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指令部件</a:t>
              </a:r>
              <a:endParaRPr lang="zh-CN" altLang="en-US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0" name="Text Box 255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757" y="6917"/>
              <a:ext cx="10261" cy="51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运算器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+BIU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" name="Text Box 255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3344" y="6917"/>
              <a:ext cx="907" cy="45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2" name="直接箭头连接符 51"/>
            <p:cNvCxnSpPr/>
            <p:nvPr>
              <p:custDataLst>
                <p:tags r:id="rId45"/>
              </p:custDataLst>
            </p:nvPr>
          </p:nvCxnSpPr>
          <p:spPr bwMode="auto">
            <a:xfrm flipV="1">
              <a:off x="3118" y="6066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" name="直接箭头连接符 52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2211" y="6066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53"/>
            <p:cNvCxnSpPr/>
            <p:nvPr>
              <p:custDataLst>
                <p:tags r:id="rId47"/>
              </p:custDataLst>
            </p:nvPr>
          </p:nvCxnSpPr>
          <p:spPr bwMode="auto">
            <a:xfrm>
              <a:off x="1928" y="6064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173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1361" y="7200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箭头连接符 173"/>
            <p:cNvCxnSpPr/>
            <p:nvPr>
              <p:custDataLst>
                <p:tags r:id="rId49"/>
              </p:custDataLst>
            </p:nvPr>
          </p:nvCxnSpPr>
          <p:spPr bwMode="auto">
            <a:xfrm flipH="1" flipV="1">
              <a:off x="1361" y="4365"/>
              <a:ext cx="0" cy="283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箭头连接符 173"/>
            <p:cNvCxnSpPr/>
            <p:nvPr>
              <p:custDataLst>
                <p:tags r:id="rId50"/>
              </p:custDataLst>
            </p:nvPr>
          </p:nvCxnSpPr>
          <p:spPr bwMode="auto">
            <a:xfrm>
              <a:off x="1361" y="4365"/>
              <a:ext cx="76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箭头连接符 173"/>
            <p:cNvCxnSpPr/>
            <p:nvPr>
              <p:custDataLst>
                <p:tags r:id="rId51"/>
              </p:custDataLst>
            </p:nvPr>
          </p:nvCxnSpPr>
          <p:spPr bwMode="auto">
            <a:xfrm>
              <a:off x="12019" y="7200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箭头连接符 173"/>
            <p:cNvCxnSpPr/>
            <p:nvPr>
              <p:custDataLst>
                <p:tags r:id="rId52"/>
              </p:custDataLst>
            </p:nvPr>
          </p:nvCxnSpPr>
          <p:spPr bwMode="auto">
            <a:xfrm flipH="1" flipV="1">
              <a:off x="12416" y="6293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1" name="Text Box 392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742" y="5499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操作码等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0" bldLvl="0" animBg="1"/>
      <p:bldP spid="4" grpId="0" bldLvl="0" animBg="1"/>
      <p:bldP spid="199" grpId="0" bldLvl="0" animBg="1"/>
      <p:bldP spid="250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06" name="Text Box 303"/>
          <p:cNvSpPr txBox="1">
            <a:spLocks noChangeArrowheads="1"/>
          </p:cNvSpPr>
          <p:nvPr/>
        </p:nvSpPr>
        <p:spPr bwMode="auto">
          <a:xfrm>
            <a:off x="142844" y="360000"/>
            <a:ext cx="878522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lvl="0"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控制器的类型： </a:t>
            </a:r>
            <a:r>
              <a:rPr 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基于</a:t>
            </a:r>
            <a:r>
              <a:rPr lang="en-US" altLang="zh-CN" sz="1800" spc="-140" dirty="0" err="1" smtClean="0"/>
              <a:t>μ</a:t>
            </a:r>
            <a:r>
              <a:rPr lang="en-US" altLang="zh-CN" sz="1800" b="1" spc="-140" dirty="0" err="1" smtClean="0">
                <a:latin typeface="+mn-ea"/>
              </a:rPr>
              <a:t>OP</a:t>
            </a:r>
            <a:r>
              <a:rPr lang="zh-CN" altLang="en-US" sz="1800" b="1" spc="-140" dirty="0">
                <a:latin typeface="+mn-ea"/>
              </a:rPr>
              <a:t>控制信号的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</a:rPr>
              <a:t>产生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方法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18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000" y="6525145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47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332980" y="2539210"/>
          <a:ext cx="3816000" cy="1373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7918" name="Visio" r:id="rId3" imgW="4165600" imgH="1076960" progId="Visio.Drawing.11">
                  <p:embed/>
                </p:oleObj>
              </mc:Choice>
              <mc:Fallback>
                <p:oleObj name="Visio" r:id="rId3" imgW="4165600" imgH="10769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980" y="2539210"/>
                        <a:ext cx="3816000" cy="13736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499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828040" y="915670"/>
          <a:ext cx="7484745" cy="1518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945"/>
                <a:gridCol w="1469390"/>
                <a:gridCol w="1803400"/>
                <a:gridCol w="1496695"/>
                <a:gridCol w="1250315"/>
              </a:tblGrid>
              <a:tr h="566420"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属性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类型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 w="12700">
                      <a:solidFill>
                        <a:schemeClr val="tx1"/>
                      </a:solidFill>
                      <a:prstDash val="solid"/>
                    </a:lnTlToBr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-140" dirty="0" err="1" smtClean="0">
                          <a:solidFill>
                            <a:schemeClr val="tx1"/>
                          </a:solidFill>
                          <a:sym typeface="+mn-ea"/>
                        </a:rPr>
                        <a:t>μ</a:t>
                      </a:r>
                      <a:r>
                        <a:rPr lang="en-US" altLang="zh-CN" sz="1800" spc="-140" dirty="0" err="1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OP</a:t>
                      </a:r>
                      <a:r>
                        <a:rPr lang="zh-CN" altLang="en-US" sz="1800" spc="-140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控制信号的</a:t>
                      </a:r>
                      <a:r>
                        <a:rPr lang="zh-CN" altLang="en-US" sz="1800" spc="-140" dirty="0" smtClean="0">
                          <a:solidFill>
                            <a:srgbClr val="C00000"/>
                          </a:solidFill>
                          <a:latin typeface="+mn-ea"/>
                          <a:sym typeface="+mn-ea"/>
                        </a:rPr>
                        <a:t>描述方法</a:t>
                      </a:r>
                      <a:endParaRPr lang="zh-CN" altLang="en-US" sz="1800" b="1" spc="-140" dirty="0" smtClean="0">
                        <a:solidFill>
                          <a:srgbClr val="C00000"/>
                        </a:solidFill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zh-CN" altLang="en-US" sz="18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时序信号的</a:t>
                      </a:r>
                      <a:endParaRPr kumimoji="1" lang="zh-CN" altLang="en-US" sz="18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zh-CN" altLang="en-US" sz="180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ea"/>
                          <a:sym typeface="+mn-ea"/>
                        </a:rPr>
                        <a:t>循环周期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-140" dirty="0" err="1" smtClean="0">
                          <a:solidFill>
                            <a:schemeClr val="tx1"/>
                          </a:solidFill>
                          <a:sym typeface="+mn-ea"/>
                        </a:rPr>
                        <a:t>μ</a:t>
                      </a:r>
                      <a:r>
                        <a:rPr lang="en-US" altLang="zh-CN" sz="1800" spc="-140" dirty="0" err="1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OP</a:t>
                      </a:r>
                      <a:r>
                        <a:rPr lang="zh-CN" altLang="en-US" sz="1800" spc="-140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控制信号的</a:t>
                      </a:r>
                      <a:endParaRPr lang="zh-CN" altLang="en-US" sz="1800" spc="-140" dirty="0" smtClean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zh-CN" altLang="en-US" sz="180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ea"/>
                          <a:sym typeface="+mn-ea"/>
                        </a:rPr>
                        <a:t>产生方法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特点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marR="0" lvl="0" indent="0" algn="l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硬布线控制器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有限状态机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1</a:t>
                      </a: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个指令周期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sym typeface="+mn-ea"/>
                        </a:rPr>
                        <a:t>组合逻辑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速度快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 marR="0" lvl="0" indent="0" algn="l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微程序控制器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7665">
                <a:tc gridSpan="5">
                  <a:txBody>
                    <a:bodyPr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kumimoji="1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注：</a:t>
                      </a:r>
                      <a:endParaRPr kumimoji="1" lang="zh-CN" altLang="en-US" sz="1600" b="1" i="0" u="none" strike="noStrike" cap="none" spc="-14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 Box 39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52855" y="1776730"/>
            <a:ext cx="6997065" cy="559435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t" anchorCtr="0"/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微程序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b="1" dirty="0">
                <a:latin typeface="+mn-ea"/>
                <a:sym typeface="+mn-ea"/>
              </a:rPr>
              <a:t>1</a:t>
            </a:r>
            <a:r>
              <a:rPr lang="zh-CN" altLang="en-US" sz="1800" b="1" dirty="0">
                <a:latin typeface="+mn-ea"/>
                <a:sym typeface="+mn-ea"/>
              </a:rPr>
              <a:t>个微指令</a:t>
            </a:r>
            <a:r>
              <a:rPr lang="zh-CN" altLang="en-US" sz="1800" b="1" dirty="0" smtClean="0">
                <a:latin typeface="+mn-ea"/>
                <a:sym typeface="+mn-ea"/>
              </a:rPr>
              <a:t>周期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存储逻辑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r>
              <a:rPr lang="zh-CN" altLang="en-US" sz="1800" b="1" dirty="0">
                <a:latin typeface="+mn-ea"/>
                <a:sym typeface="+mn-ea"/>
              </a:rPr>
              <a:t>简单</a:t>
            </a:r>
            <a:endParaRPr lang="zh-CN" altLang="en-US" sz="1800" b="1" dirty="0">
              <a:latin typeface="+mn-ea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+mn-ea"/>
                <a:sym typeface="+mn-ea"/>
              </a:rPr>
              <a:t>⑴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个</a:t>
            </a:r>
            <a:r>
              <a:rPr lang="zh-CN" altLang="en-US" sz="1600" b="1" dirty="0" smtClean="0">
                <a:latin typeface="+mn-ea"/>
                <a:sym typeface="+mn-ea"/>
              </a:rPr>
              <a:t>微程序</a:t>
            </a:r>
            <a:r>
              <a:rPr lang="zh-CN" altLang="en-US" sz="1600" b="1" spc="-140" dirty="0">
                <a:latin typeface="+mn-ea"/>
                <a:sym typeface="+mn-ea"/>
              </a:rPr>
              <a:t>＝</a:t>
            </a:r>
            <a:r>
              <a:rPr lang="en-US" altLang="zh-CN" sz="1600" b="1" dirty="0" smtClean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条指令的</a:t>
            </a:r>
            <a:r>
              <a:rPr lang="en-US" altLang="zh-CN" sz="1600" spc="-140" dirty="0" err="1">
                <a:sym typeface="+mn-ea"/>
              </a:rPr>
              <a:t>μ</a:t>
            </a:r>
            <a:r>
              <a:rPr lang="en-US" altLang="zh-CN" sz="1600" b="1" spc="-140" dirty="0" err="1">
                <a:latin typeface="+mn-ea"/>
                <a:sym typeface="+mn-ea"/>
              </a:rPr>
              <a:t>OPCmd</a:t>
            </a:r>
            <a:r>
              <a:rPr lang="zh-CN" altLang="en-US" sz="1600" b="1" spc="-140" dirty="0" smtClean="0">
                <a:latin typeface="+mn-ea"/>
                <a:sym typeface="+mn-ea"/>
              </a:rPr>
              <a:t>序列</a:t>
            </a:r>
            <a:r>
              <a:rPr lang="en-US" altLang="zh-CN" sz="1600" b="1" spc="-140" dirty="0" smtClean="0">
                <a:latin typeface="+mn-ea"/>
                <a:sym typeface="+mn-ea"/>
              </a:rPr>
              <a:t>  </a:t>
            </a:r>
            <a:r>
              <a:rPr lang="zh-CN" altLang="en-US" sz="1600" b="1" dirty="0" smtClean="0">
                <a:latin typeface="+mn-ea"/>
                <a:sym typeface="+mn-ea"/>
              </a:rPr>
              <a:t>⑵</a:t>
            </a:r>
            <a:r>
              <a:rPr lang="en-US" altLang="zh-CN" sz="1600" b="1" dirty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个微指令</a:t>
            </a:r>
            <a:r>
              <a:rPr lang="zh-CN" altLang="en-US" sz="1600" b="1" dirty="0" smtClean="0">
                <a:latin typeface="+mn-ea"/>
                <a:sym typeface="+mn-ea"/>
              </a:rPr>
              <a:t>周期</a:t>
            </a:r>
            <a:r>
              <a:rPr lang="zh-CN" altLang="en-US" sz="1600" b="1" spc="-140" dirty="0">
                <a:latin typeface="+mn-ea"/>
                <a:sym typeface="+mn-ea"/>
              </a:rPr>
              <a:t>＞</a:t>
            </a:r>
            <a:r>
              <a:rPr lang="en-US" altLang="zh-CN" sz="1600" b="1" dirty="0" smtClean="0">
                <a:latin typeface="+mn-ea"/>
                <a:sym typeface="+mn-ea"/>
              </a:rPr>
              <a:t>1</a:t>
            </a:r>
            <a:r>
              <a:rPr lang="zh-CN" altLang="en-US" sz="1600" b="1" dirty="0">
                <a:latin typeface="+mn-ea"/>
                <a:sym typeface="+mn-ea"/>
              </a:rPr>
              <a:t>个</a:t>
            </a:r>
            <a:r>
              <a:rPr lang="en-US" altLang="zh-CN" sz="1600" spc="-140" dirty="0" err="1" smtClean="0">
                <a:sym typeface="+mn-ea"/>
              </a:rPr>
              <a:t>μ</a:t>
            </a:r>
            <a:r>
              <a:rPr lang="en-US" altLang="zh-CN" sz="1600" b="1" spc="-140" dirty="0" err="1" smtClean="0">
                <a:latin typeface="+mn-ea"/>
                <a:sym typeface="+mn-ea"/>
              </a:rPr>
              <a:t>OP</a:t>
            </a:r>
            <a:r>
              <a:rPr lang="zh-CN" altLang="en-US" sz="1600" b="1" spc="-140" dirty="0" smtClean="0">
                <a:latin typeface="+mn-ea"/>
                <a:sym typeface="+mn-ea"/>
              </a:rPr>
              <a:t>的时延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   </a:t>
            </a:r>
            <a:endParaRPr lang="en-US" altLang="zh-CN" sz="1800" b="1" dirty="0" smtClean="0">
              <a:latin typeface="+mn-ea"/>
              <a:ea typeface="+mn-ea"/>
              <a:sym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795645" y="2561590"/>
            <a:ext cx="2663825" cy="1403985"/>
            <a:chOff x="8901" y="6520"/>
            <a:chExt cx="4195" cy="2211"/>
          </a:xfrm>
        </p:grpSpPr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8901" y="7200"/>
              <a:ext cx="1587" cy="1077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9128" y="6917"/>
              <a:ext cx="1134" cy="17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8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  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微</a:t>
              </a:r>
              <a:r>
                <a:rPr lang="zh-CN" sz="1600" b="1" dirty="0" smtClean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</a:t>
              </a:r>
              <a:r>
                <a:rPr lang="zh-CN" sz="1600" b="1" dirty="0">
                  <a:latin typeface="宋体" panose="02010600030101010101" pitchFamily="2" charset="-122"/>
                </a:rPr>
                <a:t>指令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</a:t>
              </a:r>
              <a:r>
                <a:rPr lang="zh-CN" sz="1600" b="1" dirty="0">
                  <a:latin typeface="宋体" panose="02010600030101010101" pitchFamily="2" charset="-122"/>
                </a:rPr>
                <a:t>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  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12"/>
            <p:cNvSpPr txBox="1">
              <a:spLocks noChangeArrowheads="1"/>
            </p:cNvSpPr>
            <p:nvPr/>
          </p:nvSpPr>
          <p:spPr bwMode="auto">
            <a:xfrm>
              <a:off x="8901" y="6520"/>
              <a:ext cx="1587" cy="45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微程序</a:t>
              </a:r>
              <a:r>
                <a:rPr lang="en-US" alt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6" name="直接箭头连接符 173"/>
            <p:cNvCxnSpPr/>
            <p:nvPr>
              <p:custDataLst>
                <p:tags r:id="rId8"/>
              </p:custDataLst>
            </p:nvPr>
          </p:nvCxnSpPr>
          <p:spPr bwMode="auto">
            <a:xfrm flipH="1" flipV="1">
              <a:off x="8901" y="6690"/>
              <a:ext cx="0" cy="20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直接箭头连接符 173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8901" y="691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直接箭头连接符 173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10488" y="6690"/>
              <a:ext cx="0" cy="204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箭头连接符 173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8901" y="7200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箭头连接符 173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8901" y="7540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箭头连接符 173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8901" y="7880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直接箭头连接符 173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8901" y="827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箭头连接符 173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8901" y="8617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右大括号 30"/>
            <p:cNvSpPr/>
            <p:nvPr/>
          </p:nvSpPr>
          <p:spPr>
            <a:xfrm>
              <a:off x="10545" y="7200"/>
              <a:ext cx="113" cy="1021"/>
            </a:xfrm>
            <a:prstGeom prst="rightBrace">
              <a:avLst>
                <a:gd name="adj1" fmla="val 37041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Text Box 1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0715" y="7484"/>
              <a:ext cx="2381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某指令的微程序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2" name="AutoShape 499">
            <a:hlinkClick r:id="rId17" tooltip="" action="ppaction://hlinksldjump" highlightClick="1"/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10800000">
            <a:off x="2988000" y="650794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63" name="Text Box 30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224280"/>
            <a:ext cx="5103495" cy="5035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、时序系统的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组织 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时序系统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的设计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*时序系统的组成：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时序信号类型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sym typeface="+mn-ea"/>
              </a:rPr>
              <a:t>  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sym typeface="+mn-ea"/>
              </a:rPr>
              <a:t> 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sym typeface="+mn-ea"/>
              </a:rPr>
              <a:t>信号同步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sym typeface="+mn-ea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时序信号序列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rgbClr val="990099"/>
              </a:solidFill>
              <a:latin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rgbClr val="990099"/>
              </a:solidFill>
              <a:latin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solidFill>
                <a:srgbClr val="990099"/>
              </a:solidFill>
              <a:latin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</a:rPr>
              <a:t>   时序信号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的定时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305050" y="2051685"/>
            <a:ext cx="6689090" cy="1819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机器周期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对应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600" dirty="0" err="1" smtClean="0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1600" b="1" dirty="0" err="1" smtClean="0">
                <a:solidFill>
                  <a:srgbClr val="990099"/>
                </a:solidFill>
                <a:latin typeface="+mn-ea"/>
                <a:sym typeface="+mn-ea"/>
              </a:rPr>
              <a:t>OP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工作脉冲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dirty="0" err="1" smtClean="0">
                <a:solidFill>
                  <a:srgbClr val="990099"/>
                </a:solidFill>
                <a:sym typeface="+mn-ea"/>
              </a:rPr>
              <a:t>μ</a:t>
            </a:r>
            <a:r>
              <a:rPr lang="en-US" altLang="zh-CN" sz="1600" b="1" dirty="0" err="1" smtClean="0">
                <a:solidFill>
                  <a:srgbClr val="990099"/>
                </a:solidFill>
                <a:latin typeface="+mn-ea"/>
                <a:sym typeface="+mn-ea"/>
              </a:rPr>
              <a:t>OP</a:t>
            </a:r>
            <a:r>
              <a:rPr lang="zh-CN" altLang="en-US" sz="1600" b="1" dirty="0">
                <a:solidFill>
                  <a:srgbClr val="990099"/>
                </a:solidFill>
                <a:latin typeface="+mn-ea"/>
                <a:sym typeface="+mn-ea"/>
              </a:rPr>
              <a:t>内部</a:t>
            </a:r>
            <a:r>
              <a:rPr lang="zh-CN" altLang="en-US" sz="1600" b="1" dirty="0" smtClean="0">
                <a:latin typeface="+mn-ea"/>
                <a:sym typeface="+mn-ea"/>
              </a:rPr>
              <a:t>的</a:t>
            </a:r>
            <a:r>
              <a:rPr lang="zh-CN" altLang="en-US" sz="1600" b="1" dirty="0" smtClean="0">
                <a:cs typeface="Times New Roman" panose="02020603050405020304" pitchFamily="18" charset="0"/>
                <a:sym typeface="+mn-ea"/>
              </a:rPr>
              <a:t>↑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对应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基本功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能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含多个</a:t>
            </a:r>
            <a:r>
              <a:rPr lang="en-US" altLang="zh-CN" sz="1600" dirty="0" err="1" smtClean="0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+mn-ea"/>
                <a:sym typeface="+mn-ea"/>
              </a:rPr>
              <a:t>OP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+mn-ea"/>
              <a:sym typeface="+mn-ea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机器周期＝∑节拍</a:t>
            </a:r>
            <a:r>
              <a:rPr lang="en-US" altLang="zh-CN" sz="2200" b="1" baseline="-18000" dirty="0" err="1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sz="22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，节拍＝∑工作脉冲</a:t>
            </a:r>
            <a:r>
              <a:rPr lang="en-US" altLang="zh-CN" sz="2200" b="1" baseline="-1800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sym typeface="+mn-ea"/>
              </a:rPr>
              <a:t>j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无间歇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重叠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每级有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信号，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各级时序信号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按一定次序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组成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               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可仅含部分信号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1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388" y="348377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 algn="l"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+mn-ea"/>
                <a:ea typeface="+mn-ea"/>
                <a:cs typeface="+mn-ea"/>
              </a:rPr>
              <a:t>二、时序信号的</a:t>
            </a:r>
            <a:r>
              <a:rPr lang="zh-CN" altLang="en-US" sz="2400" dirty="0" smtClean="0">
                <a:latin typeface="+mn-ea"/>
                <a:ea typeface="+mn-ea"/>
                <a:cs typeface="+mn-ea"/>
              </a:rPr>
              <a:t>形成    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--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时序信号形成电路的组织</a:t>
            </a:r>
            <a:endParaRPr lang="zh-CN" altLang="en-US" sz="24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" name="Text Box 30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264" y="792000"/>
            <a:ext cx="878535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时序系统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表示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时间组成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的各种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时序信号序列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+mn-ea"/>
                <a:sym typeface="+mn-ea"/>
              </a:rPr>
              <a:t>时序</a:t>
            </a:r>
            <a:r>
              <a:rPr lang="zh-CN" altLang="en-US" sz="1600" b="1" dirty="0">
                <a:latin typeface="+mn-ea"/>
                <a:sym typeface="+mn-ea"/>
              </a:rPr>
              <a:t>信号形成</a:t>
            </a:r>
            <a:r>
              <a:rPr lang="zh-CN" altLang="en-US" sz="1600" b="1" dirty="0" smtClean="0">
                <a:latin typeface="+mn-ea"/>
                <a:sym typeface="+mn-ea"/>
              </a:rPr>
              <a:t>电路的输出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dirty="0" smtClean="0">
              <a:latin typeface="+mn-ea"/>
            </a:endParaRPr>
          </a:p>
        </p:txBody>
      </p:sp>
      <p:grpSp>
        <p:nvGrpSpPr>
          <p:cNvPr id="358" name="组合 357"/>
          <p:cNvGrpSpPr/>
          <p:nvPr/>
        </p:nvGrpSpPr>
        <p:grpSpPr>
          <a:xfrm>
            <a:off x="1117041" y="3600000"/>
            <a:ext cx="5977670" cy="2088096"/>
            <a:chOff x="1475816" y="3068960"/>
            <a:chExt cx="5977670" cy="2088096"/>
          </a:xfrm>
        </p:grpSpPr>
        <p:sp>
          <p:nvSpPr>
            <p:cNvPr id="359" name="Text Box 108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475816" y="3212976"/>
              <a:ext cx="1440000" cy="172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l"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机器周期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取指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机器周期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译码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88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机器周期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执行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88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>
                <a:lnSpc>
                  <a:spcPct val="88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>
                <a:lnSpc>
                  <a:spcPct val="88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节拍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>
                <a:lnSpc>
                  <a:spcPct val="88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工作脉冲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>
                  <a:latin typeface="宋体" panose="02010600030101010101" pitchFamily="2" charset="-122"/>
                </a:rPr>
                <a:t>0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>
                <a:lnSpc>
                  <a:spcPct val="88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工作脉冲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4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60" name="直接连接符 359"/>
            <p:cNvCxnSpPr/>
            <p:nvPr>
              <p:custDataLst>
                <p:tags r:id="rId5"/>
              </p:custDataLst>
            </p:nvPr>
          </p:nvCxnSpPr>
          <p:spPr>
            <a:xfrm>
              <a:off x="2988990" y="3284984"/>
              <a:ext cx="0" cy="1872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接连接符 360"/>
            <p:cNvCxnSpPr/>
            <p:nvPr>
              <p:custDataLst>
                <p:tags r:id="rId6"/>
              </p:custDataLst>
            </p:nvPr>
          </p:nvCxnSpPr>
          <p:spPr>
            <a:xfrm>
              <a:off x="6877422" y="3284984"/>
              <a:ext cx="0" cy="1872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/>
            <p:cNvCxnSpPr/>
            <p:nvPr>
              <p:custDataLst>
                <p:tags r:id="rId7"/>
              </p:custDataLst>
            </p:nvPr>
          </p:nvCxnSpPr>
          <p:spPr>
            <a:xfrm>
              <a:off x="4285134" y="3284984"/>
              <a:ext cx="0" cy="1872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/>
            <p:cNvCxnSpPr/>
            <p:nvPr>
              <p:custDataLst>
                <p:tags r:id="rId8"/>
              </p:custDataLst>
            </p:nvPr>
          </p:nvCxnSpPr>
          <p:spPr>
            <a:xfrm>
              <a:off x="5581278" y="3284984"/>
              <a:ext cx="0" cy="1872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/>
            <p:cNvCxnSpPr/>
            <p:nvPr>
              <p:custDataLst>
                <p:tags r:id="rId9"/>
              </p:custDataLst>
            </p:nvPr>
          </p:nvCxnSpPr>
          <p:spPr>
            <a:xfrm flipH="1">
              <a:off x="3419872" y="3933056"/>
              <a:ext cx="0" cy="1224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/>
            <p:cNvCxnSpPr/>
            <p:nvPr>
              <p:custDataLst>
                <p:tags r:id="rId10"/>
              </p:custDataLst>
            </p:nvPr>
          </p:nvCxnSpPr>
          <p:spPr>
            <a:xfrm flipH="1">
              <a:off x="3850990" y="3933056"/>
              <a:ext cx="0" cy="12240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/>
            <p:cNvSpPr txBox="1"/>
            <p:nvPr>
              <p:custDataLst>
                <p:tags r:id="rId11"/>
              </p:custDataLst>
            </p:nvPr>
          </p:nvSpPr>
          <p:spPr>
            <a:xfrm>
              <a:off x="4427984" y="3068984"/>
              <a:ext cx="100800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69" name="直接连接符 368"/>
            <p:cNvCxnSpPr/>
            <p:nvPr>
              <p:custDataLst>
                <p:tags r:id="rId12"/>
              </p:custDataLst>
            </p:nvPr>
          </p:nvCxnSpPr>
          <p:spPr>
            <a:xfrm>
              <a:off x="2988990" y="306896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/>
            <p:cNvCxnSpPr/>
            <p:nvPr>
              <p:custDataLst>
                <p:tags r:id="rId13"/>
              </p:custDataLst>
            </p:nvPr>
          </p:nvCxnSpPr>
          <p:spPr>
            <a:xfrm>
              <a:off x="3421038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/>
            <p:cNvCxnSpPr/>
            <p:nvPr>
              <p:custDataLst>
                <p:tags r:id="rId14"/>
              </p:custDataLst>
            </p:nvPr>
          </p:nvCxnSpPr>
          <p:spPr>
            <a:xfrm>
              <a:off x="2988990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/>
            <p:cNvCxnSpPr/>
            <p:nvPr>
              <p:custDataLst>
                <p:tags r:id="rId15"/>
              </p:custDataLst>
            </p:nvPr>
          </p:nvCxnSpPr>
          <p:spPr>
            <a:xfrm>
              <a:off x="2988990" y="393305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/>
            <p:cNvCxnSpPr/>
            <p:nvPr>
              <p:custDataLst>
                <p:tags r:id="rId16"/>
              </p:custDataLst>
            </p:nvPr>
          </p:nvCxnSpPr>
          <p:spPr>
            <a:xfrm>
              <a:off x="2916982" y="4077072"/>
              <a:ext cx="7200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连接符 373"/>
            <p:cNvCxnSpPr/>
            <p:nvPr>
              <p:custDataLst>
                <p:tags r:id="rId17"/>
              </p:custDataLst>
            </p:nvPr>
          </p:nvCxnSpPr>
          <p:spPr>
            <a:xfrm>
              <a:off x="3421038" y="407707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/>
            <p:cNvCxnSpPr/>
            <p:nvPr>
              <p:custDataLst>
                <p:tags r:id="rId18"/>
              </p:custDataLst>
            </p:nvPr>
          </p:nvCxnSpPr>
          <p:spPr>
            <a:xfrm>
              <a:off x="3853086" y="4152811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/>
            <p:cNvCxnSpPr/>
            <p:nvPr>
              <p:custDataLst>
                <p:tags r:id="rId19"/>
              </p:custDataLst>
            </p:nvPr>
          </p:nvCxnSpPr>
          <p:spPr>
            <a:xfrm>
              <a:off x="3416846" y="414908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/>
            <p:cNvCxnSpPr/>
            <p:nvPr>
              <p:custDataLst>
                <p:tags r:id="rId20"/>
              </p:custDataLst>
            </p:nvPr>
          </p:nvCxnSpPr>
          <p:spPr>
            <a:xfrm>
              <a:off x="3416846" y="414908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/>
            <p:cNvCxnSpPr/>
            <p:nvPr>
              <p:custDataLst>
                <p:tags r:id="rId21"/>
              </p:custDataLst>
            </p:nvPr>
          </p:nvCxnSpPr>
          <p:spPr>
            <a:xfrm>
              <a:off x="2916982" y="4293096"/>
              <a:ext cx="4998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连接符 378"/>
            <p:cNvCxnSpPr/>
            <p:nvPr>
              <p:custDataLst>
                <p:tags r:id="rId22"/>
              </p:custDataLst>
            </p:nvPr>
          </p:nvCxnSpPr>
          <p:spPr>
            <a:xfrm>
              <a:off x="3848894" y="4293096"/>
              <a:ext cx="87248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连接符 379"/>
            <p:cNvCxnSpPr/>
            <p:nvPr>
              <p:custDataLst>
                <p:tags r:id="rId23"/>
              </p:custDataLst>
            </p:nvPr>
          </p:nvCxnSpPr>
          <p:spPr>
            <a:xfrm>
              <a:off x="4285134" y="436883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连接符 380"/>
            <p:cNvCxnSpPr/>
            <p:nvPr>
              <p:custDataLst>
                <p:tags r:id="rId24"/>
              </p:custDataLst>
            </p:nvPr>
          </p:nvCxnSpPr>
          <p:spPr>
            <a:xfrm>
              <a:off x="3853086" y="436510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连接符 381"/>
            <p:cNvCxnSpPr/>
            <p:nvPr>
              <p:custDataLst>
                <p:tags r:id="rId25"/>
              </p:custDataLst>
            </p:nvPr>
          </p:nvCxnSpPr>
          <p:spPr>
            <a:xfrm>
              <a:off x="3853086" y="436510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/>
            <p:cNvCxnSpPr/>
            <p:nvPr>
              <p:custDataLst>
                <p:tags r:id="rId26"/>
              </p:custDataLst>
            </p:nvPr>
          </p:nvCxnSpPr>
          <p:spPr>
            <a:xfrm>
              <a:off x="2916982" y="4509120"/>
              <a:ext cx="93191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连接符 383"/>
            <p:cNvCxnSpPr/>
            <p:nvPr>
              <p:custDataLst>
                <p:tags r:id="rId27"/>
              </p:custDataLst>
            </p:nvPr>
          </p:nvCxnSpPr>
          <p:spPr>
            <a:xfrm>
              <a:off x="4285134" y="4509120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/>
            <p:cNvCxnSpPr/>
            <p:nvPr>
              <p:custDataLst>
                <p:tags r:id="rId28"/>
              </p:custDataLst>
            </p:nvPr>
          </p:nvCxnSpPr>
          <p:spPr>
            <a:xfrm>
              <a:off x="4717182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/>
            <p:cNvCxnSpPr/>
            <p:nvPr>
              <p:custDataLst>
                <p:tags r:id="rId29"/>
              </p:custDataLst>
            </p:nvPr>
          </p:nvCxnSpPr>
          <p:spPr>
            <a:xfrm>
              <a:off x="4285134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/>
            <p:cNvCxnSpPr/>
            <p:nvPr>
              <p:custDataLst>
                <p:tags r:id="rId30"/>
              </p:custDataLst>
            </p:nvPr>
          </p:nvCxnSpPr>
          <p:spPr>
            <a:xfrm>
              <a:off x="4285134" y="393305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连接符 387"/>
            <p:cNvCxnSpPr/>
            <p:nvPr>
              <p:custDataLst>
                <p:tags r:id="rId31"/>
              </p:custDataLst>
            </p:nvPr>
          </p:nvCxnSpPr>
          <p:spPr>
            <a:xfrm>
              <a:off x="4721374" y="407707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连接符 388"/>
            <p:cNvCxnSpPr/>
            <p:nvPr>
              <p:custDataLst>
                <p:tags r:id="rId32"/>
              </p:custDataLst>
            </p:nvPr>
          </p:nvCxnSpPr>
          <p:spPr>
            <a:xfrm>
              <a:off x="5149230" y="4152811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/>
            <p:cNvCxnSpPr/>
            <p:nvPr>
              <p:custDataLst>
                <p:tags r:id="rId33"/>
              </p:custDataLst>
            </p:nvPr>
          </p:nvCxnSpPr>
          <p:spPr>
            <a:xfrm>
              <a:off x="4717182" y="414908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>
              <p:custDataLst>
                <p:tags r:id="rId34"/>
              </p:custDataLst>
            </p:nvPr>
          </p:nvCxnSpPr>
          <p:spPr>
            <a:xfrm>
              <a:off x="4717182" y="414908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/>
            <p:cNvCxnSpPr/>
            <p:nvPr>
              <p:custDataLst>
                <p:tags r:id="rId35"/>
              </p:custDataLst>
            </p:nvPr>
          </p:nvCxnSpPr>
          <p:spPr>
            <a:xfrm>
              <a:off x="5149230" y="4293096"/>
              <a:ext cx="86828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92"/>
            <p:cNvCxnSpPr/>
            <p:nvPr>
              <p:custDataLst>
                <p:tags r:id="rId36"/>
              </p:custDataLst>
            </p:nvPr>
          </p:nvCxnSpPr>
          <p:spPr>
            <a:xfrm>
              <a:off x="5581278" y="436883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/>
            <p:cNvCxnSpPr/>
            <p:nvPr>
              <p:custDataLst>
                <p:tags r:id="rId37"/>
              </p:custDataLst>
            </p:nvPr>
          </p:nvCxnSpPr>
          <p:spPr>
            <a:xfrm>
              <a:off x="5149230" y="436510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/>
            <p:cNvCxnSpPr/>
            <p:nvPr>
              <p:custDataLst>
                <p:tags r:id="rId38"/>
              </p:custDataLst>
            </p:nvPr>
          </p:nvCxnSpPr>
          <p:spPr>
            <a:xfrm>
              <a:off x="5149230" y="436510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/>
            <p:cNvCxnSpPr/>
            <p:nvPr>
              <p:custDataLst>
                <p:tags r:id="rId39"/>
              </p:custDataLst>
            </p:nvPr>
          </p:nvCxnSpPr>
          <p:spPr>
            <a:xfrm>
              <a:off x="5581278" y="4509120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连接符 396"/>
            <p:cNvCxnSpPr/>
            <p:nvPr>
              <p:custDataLst>
                <p:tags r:id="rId40"/>
              </p:custDataLst>
            </p:nvPr>
          </p:nvCxnSpPr>
          <p:spPr>
            <a:xfrm>
              <a:off x="6013326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/>
            <p:cNvCxnSpPr/>
            <p:nvPr>
              <p:custDataLst>
                <p:tags r:id="rId41"/>
              </p:custDataLst>
            </p:nvPr>
          </p:nvCxnSpPr>
          <p:spPr>
            <a:xfrm>
              <a:off x="5581278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连接符 398"/>
            <p:cNvCxnSpPr/>
            <p:nvPr>
              <p:custDataLst>
                <p:tags r:id="rId42"/>
              </p:custDataLst>
            </p:nvPr>
          </p:nvCxnSpPr>
          <p:spPr>
            <a:xfrm>
              <a:off x="5581278" y="393305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连接符 399"/>
            <p:cNvCxnSpPr/>
            <p:nvPr>
              <p:custDataLst>
                <p:tags r:id="rId43"/>
              </p:custDataLst>
            </p:nvPr>
          </p:nvCxnSpPr>
          <p:spPr>
            <a:xfrm>
              <a:off x="6017518" y="407707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/>
            <p:cNvCxnSpPr/>
            <p:nvPr>
              <p:custDataLst>
                <p:tags r:id="rId44"/>
              </p:custDataLst>
            </p:nvPr>
          </p:nvCxnSpPr>
          <p:spPr>
            <a:xfrm>
              <a:off x="6445374" y="4152811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/>
            <p:cNvCxnSpPr/>
            <p:nvPr>
              <p:custDataLst>
                <p:tags r:id="rId45"/>
              </p:custDataLst>
            </p:nvPr>
          </p:nvCxnSpPr>
          <p:spPr>
            <a:xfrm>
              <a:off x="6013326" y="414908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/>
            <p:cNvCxnSpPr/>
            <p:nvPr>
              <p:custDataLst>
                <p:tags r:id="rId46"/>
              </p:custDataLst>
            </p:nvPr>
          </p:nvCxnSpPr>
          <p:spPr>
            <a:xfrm>
              <a:off x="6013326" y="414908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/>
            <p:cNvCxnSpPr/>
            <p:nvPr>
              <p:custDataLst>
                <p:tags r:id="rId47"/>
              </p:custDataLst>
            </p:nvPr>
          </p:nvCxnSpPr>
          <p:spPr>
            <a:xfrm>
              <a:off x="6445374" y="4293096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连接符 404"/>
            <p:cNvCxnSpPr/>
            <p:nvPr>
              <p:custDataLst>
                <p:tags r:id="rId48"/>
              </p:custDataLst>
            </p:nvPr>
          </p:nvCxnSpPr>
          <p:spPr>
            <a:xfrm>
              <a:off x="6877422" y="436883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/>
            <p:cNvCxnSpPr/>
            <p:nvPr>
              <p:custDataLst>
                <p:tags r:id="rId49"/>
              </p:custDataLst>
            </p:nvPr>
          </p:nvCxnSpPr>
          <p:spPr>
            <a:xfrm>
              <a:off x="6445374" y="436510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/>
            <p:cNvCxnSpPr/>
            <p:nvPr>
              <p:custDataLst>
                <p:tags r:id="rId50"/>
              </p:custDataLst>
            </p:nvPr>
          </p:nvCxnSpPr>
          <p:spPr>
            <a:xfrm>
              <a:off x="6445374" y="436510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/>
            <p:cNvCxnSpPr/>
            <p:nvPr>
              <p:custDataLst>
                <p:tags r:id="rId51"/>
              </p:custDataLst>
            </p:nvPr>
          </p:nvCxnSpPr>
          <p:spPr>
            <a:xfrm>
              <a:off x="6877422" y="4509120"/>
              <a:ext cx="5760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/>
            <p:cNvCxnSpPr/>
            <p:nvPr>
              <p:custDataLst>
                <p:tags r:id="rId52"/>
              </p:custDataLst>
            </p:nvPr>
          </p:nvCxnSpPr>
          <p:spPr>
            <a:xfrm>
              <a:off x="6877422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/>
            <p:cNvCxnSpPr/>
            <p:nvPr>
              <p:custDataLst>
                <p:tags r:id="rId53"/>
              </p:custDataLst>
            </p:nvPr>
          </p:nvCxnSpPr>
          <p:spPr>
            <a:xfrm>
              <a:off x="7305278" y="3936787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/>
            <p:cNvCxnSpPr/>
            <p:nvPr>
              <p:custDataLst>
                <p:tags r:id="rId54"/>
              </p:custDataLst>
            </p:nvPr>
          </p:nvCxnSpPr>
          <p:spPr>
            <a:xfrm>
              <a:off x="6873230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/>
            <p:cNvCxnSpPr/>
            <p:nvPr>
              <p:custDataLst>
                <p:tags r:id="rId55"/>
              </p:custDataLst>
            </p:nvPr>
          </p:nvCxnSpPr>
          <p:spPr>
            <a:xfrm>
              <a:off x="7309470" y="4077072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/>
            <p:cNvCxnSpPr/>
            <p:nvPr>
              <p:custDataLst>
                <p:tags r:id="rId56"/>
              </p:custDataLst>
            </p:nvPr>
          </p:nvCxnSpPr>
          <p:spPr>
            <a:xfrm>
              <a:off x="7309470" y="4149080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/>
            <p:cNvCxnSpPr/>
            <p:nvPr>
              <p:custDataLst>
                <p:tags r:id="rId57"/>
              </p:custDataLst>
            </p:nvPr>
          </p:nvCxnSpPr>
          <p:spPr>
            <a:xfrm>
              <a:off x="7309470" y="414908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/>
            <p:cNvCxnSpPr/>
            <p:nvPr>
              <p:custDataLst>
                <p:tags r:id="rId58"/>
              </p:custDataLst>
            </p:nvPr>
          </p:nvCxnSpPr>
          <p:spPr>
            <a:xfrm>
              <a:off x="3205014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连接符 415"/>
            <p:cNvCxnSpPr/>
            <p:nvPr>
              <p:custDataLst>
                <p:tags r:id="rId59"/>
              </p:custDataLst>
            </p:nvPr>
          </p:nvCxnSpPr>
          <p:spPr>
            <a:xfrm>
              <a:off x="2988990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直接连接符 416"/>
            <p:cNvCxnSpPr/>
            <p:nvPr>
              <p:custDataLst>
                <p:tags r:id="rId60"/>
              </p:custDataLst>
            </p:nvPr>
          </p:nvCxnSpPr>
          <p:spPr>
            <a:xfrm>
              <a:off x="2988990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连接符 417"/>
            <p:cNvCxnSpPr/>
            <p:nvPr>
              <p:custDataLst>
                <p:tags r:id="rId61"/>
              </p:custDataLst>
            </p:nvPr>
          </p:nvCxnSpPr>
          <p:spPr>
            <a:xfrm>
              <a:off x="2916982" y="4725144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/>
            <p:cNvCxnSpPr/>
            <p:nvPr>
              <p:custDataLst>
                <p:tags r:id="rId62"/>
              </p:custDataLst>
            </p:nvPr>
          </p:nvCxnSpPr>
          <p:spPr>
            <a:xfrm>
              <a:off x="3205014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直接连接符 419"/>
            <p:cNvCxnSpPr/>
            <p:nvPr>
              <p:custDataLst>
                <p:tags r:id="rId63"/>
              </p:custDataLst>
            </p:nvPr>
          </p:nvCxnSpPr>
          <p:spPr>
            <a:xfrm>
              <a:off x="3637062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连接符 420"/>
            <p:cNvCxnSpPr/>
            <p:nvPr>
              <p:custDataLst>
                <p:tags r:id="rId64"/>
              </p:custDataLst>
            </p:nvPr>
          </p:nvCxnSpPr>
          <p:spPr>
            <a:xfrm>
              <a:off x="3421038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/>
            <p:cNvCxnSpPr/>
            <p:nvPr>
              <p:custDataLst>
                <p:tags r:id="rId65"/>
              </p:custDataLst>
            </p:nvPr>
          </p:nvCxnSpPr>
          <p:spPr>
            <a:xfrm>
              <a:off x="3421038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/>
            <p:cNvCxnSpPr/>
            <p:nvPr>
              <p:custDataLst>
                <p:tags r:id="rId66"/>
              </p:custDataLst>
            </p:nvPr>
          </p:nvCxnSpPr>
          <p:spPr>
            <a:xfrm>
              <a:off x="3637062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/>
            <p:cNvCxnSpPr/>
            <p:nvPr>
              <p:custDataLst>
                <p:tags r:id="rId67"/>
              </p:custDataLst>
            </p:nvPr>
          </p:nvCxnSpPr>
          <p:spPr>
            <a:xfrm>
              <a:off x="4069110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/>
            <p:cNvCxnSpPr/>
            <p:nvPr>
              <p:custDataLst>
                <p:tags r:id="rId68"/>
              </p:custDataLst>
            </p:nvPr>
          </p:nvCxnSpPr>
          <p:spPr>
            <a:xfrm>
              <a:off x="3853086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/>
            <p:cNvCxnSpPr/>
            <p:nvPr>
              <p:custDataLst>
                <p:tags r:id="rId69"/>
              </p:custDataLst>
            </p:nvPr>
          </p:nvCxnSpPr>
          <p:spPr>
            <a:xfrm>
              <a:off x="3853086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/>
            <p:cNvCxnSpPr/>
            <p:nvPr>
              <p:custDataLst>
                <p:tags r:id="rId70"/>
              </p:custDataLst>
            </p:nvPr>
          </p:nvCxnSpPr>
          <p:spPr>
            <a:xfrm>
              <a:off x="4069110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/>
            <p:cNvCxnSpPr/>
            <p:nvPr>
              <p:custDataLst>
                <p:tags r:id="rId71"/>
              </p:custDataLst>
            </p:nvPr>
          </p:nvCxnSpPr>
          <p:spPr>
            <a:xfrm>
              <a:off x="4501158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连接符 428"/>
            <p:cNvCxnSpPr/>
            <p:nvPr>
              <p:custDataLst>
                <p:tags r:id="rId72"/>
              </p:custDataLst>
            </p:nvPr>
          </p:nvCxnSpPr>
          <p:spPr>
            <a:xfrm>
              <a:off x="4285134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连接符 429"/>
            <p:cNvCxnSpPr/>
            <p:nvPr>
              <p:custDataLst>
                <p:tags r:id="rId73"/>
              </p:custDataLst>
            </p:nvPr>
          </p:nvCxnSpPr>
          <p:spPr>
            <a:xfrm>
              <a:off x="4285134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直接连接符 430"/>
            <p:cNvCxnSpPr/>
            <p:nvPr>
              <p:custDataLst>
                <p:tags r:id="rId74"/>
              </p:custDataLst>
            </p:nvPr>
          </p:nvCxnSpPr>
          <p:spPr>
            <a:xfrm>
              <a:off x="4501158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连接符 431"/>
            <p:cNvCxnSpPr/>
            <p:nvPr>
              <p:custDataLst>
                <p:tags r:id="rId75"/>
              </p:custDataLst>
            </p:nvPr>
          </p:nvCxnSpPr>
          <p:spPr>
            <a:xfrm>
              <a:off x="4933206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直接连接符 432"/>
            <p:cNvCxnSpPr/>
            <p:nvPr>
              <p:custDataLst>
                <p:tags r:id="rId76"/>
              </p:custDataLst>
            </p:nvPr>
          </p:nvCxnSpPr>
          <p:spPr>
            <a:xfrm>
              <a:off x="4717182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连接符 433"/>
            <p:cNvCxnSpPr/>
            <p:nvPr>
              <p:custDataLst>
                <p:tags r:id="rId77"/>
              </p:custDataLst>
            </p:nvPr>
          </p:nvCxnSpPr>
          <p:spPr>
            <a:xfrm>
              <a:off x="4717182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连接符 434"/>
            <p:cNvCxnSpPr/>
            <p:nvPr>
              <p:custDataLst>
                <p:tags r:id="rId78"/>
              </p:custDataLst>
            </p:nvPr>
          </p:nvCxnSpPr>
          <p:spPr>
            <a:xfrm>
              <a:off x="4933206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直接连接符 435"/>
            <p:cNvCxnSpPr/>
            <p:nvPr>
              <p:custDataLst>
                <p:tags r:id="rId79"/>
              </p:custDataLst>
            </p:nvPr>
          </p:nvCxnSpPr>
          <p:spPr>
            <a:xfrm>
              <a:off x="5365254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直接连接符 436"/>
            <p:cNvCxnSpPr/>
            <p:nvPr>
              <p:custDataLst>
                <p:tags r:id="rId80"/>
              </p:custDataLst>
            </p:nvPr>
          </p:nvCxnSpPr>
          <p:spPr>
            <a:xfrm>
              <a:off x="5149230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直接连接符 437"/>
            <p:cNvCxnSpPr/>
            <p:nvPr>
              <p:custDataLst>
                <p:tags r:id="rId81"/>
              </p:custDataLst>
            </p:nvPr>
          </p:nvCxnSpPr>
          <p:spPr>
            <a:xfrm>
              <a:off x="5149230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直接连接符 438"/>
            <p:cNvCxnSpPr/>
            <p:nvPr>
              <p:custDataLst>
                <p:tags r:id="rId82"/>
              </p:custDataLst>
            </p:nvPr>
          </p:nvCxnSpPr>
          <p:spPr>
            <a:xfrm>
              <a:off x="5365254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连接符 439"/>
            <p:cNvCxnSpPr/>
            <p:nvPr>
              <p:custDataLst>
                <p:tags r:id="rId83"/>
              </p:custDataLst>
            </p:nvPr>
          </p:nvCxnSpPr>
          <p:spPr>
            <a:xfrm>
              <a:off x="5797302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直接连接符 440"/>
            <p:cNvCxnSpPr/>
            <p:nvPr>
              <p:custDataLst>
                <p:tags r:id="rId84"/>
              </p:custDataLst>
            </p:nvPr>
          </p:nvCxnSpPr>
          <p:spPr>
            <a:xfrm>
              <a:off x="5581278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连接符 441"/>
            <p:cNvCxnSpPr/>
            <p:nvPr>
              <p:custDataLst>
                <p:tags r:id="rId85"/>
              </p:custDataLst>
            </p:nvPr>
          </p:nvCxnSpPr>
          <p:spPr>
            <a:xfrm>
              <a:off x="5581278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/>
            <p:cNvCxnSpPr/>
            <p:nvPr>
              <p:custDataLst>
                <p:tags r:id="rId86"/>
              </p:custDataLst>
            </p:nvPr>
          </p:nvCxnSpPr>
          <p:spPr>
            <a:xfrm>
              <a:off x="5797302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/>
            <p:cNvCxnSpPr/>
            <p:nvPr>
              <p:custDataLst>
                <p:tags r:id="rId87"/>
              </p:custDataLst>
            </p:nvPr>
          </p:nvCxnSpPr>
          <p:spPr>
            <a:xfrm>
              <a:off x="6229350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接连接符 444"/>
            <p:cNvCxnSpPr/>
            <p:nvPr>
              <p:custDataLst>
                <p:tags r:id="rId88"/>
              </p:custDataLst>
            </p:nvPr>
          </p:nvCxnSpPr>
          <p:spPr>
            <a:xfrm>
              <a:off x="6013326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/>
            <p:cNvCxnSpPr/>
            <p:nvPr>
              <p:custDataLst>
                <p:tags r:id="rId89"/>
              </p:custDataLst>
            </p:nvPr>
          </p:nvCxnSpPr>
          <p:spPr>
            <a:xfrm>
              <a:off x="6013326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/>
            <p:cNvCxnSpPr/>
            <p:nvPr>
              <p:custDataLst>
                <p:tags r:id="rId90"/>
              </p:custDataLst>
            </p:nvPr>
          </p:nvCxnSpPr>
          <p:spPr>
            <a:xfrm>
              <a:off x="6229350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/>
            <p:cNvCxnSpPr/>
            <p:nvPr>
              <p:custDataLst>
                <p:tags r:id="rId91"/>
              </p:custDataLst>
            </p:nvPr>
          </p:nvCxnSpPr>
          <p:spPr>
            <a:xfrm>
              <a:off x="6661398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接连接符 448"/>
            <p:cNvCxnSpPr/>
            <p:nvPr>
              <p:custDataLst>
                <p:tags r:id="rId92"/>
              </p:custDataLst>
            </p:nvPr>
          </p:nvCxnSpPr>
          <p:spPr>
            <a:xfrm>
              <a:off x="6445374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接连接符 449"/>
            <p:cNvCxnSpPr/>
            <p:nvPr>
              <p:custDataLst>
                <p:tags r:id="rId93"/>
              </p:custDataLst>
            </p:nvPr>
          </p:nvCxnSpPr>
          <p:spPr>
            <a:xfrm>
              <a:off x="6445374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/>
            <p:cNvCxnSpPr/>
            <p:nvPr>
              <p:custDataLst>
                <p:tags r:id="rId94"/>
              </p:custDataLst>
            </p:nvPr>
          </p:nvCxnSpPr>
          <p:spPr>
            <a:xfrm>
              <a:off x="6661398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接连接符 451"/>
            <p:cNvCxnSpPr/>
            <p:nvPr>
              <p:custDataLst>
                <p:tags r:id="rId95"/>
              </p:custDataLst>
            </p:nvPr>
          </p:nvCxnSpPr>
          <p:spPr>
            <a:xfrm>
              <a:off x="7093446" y="458485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直接连接符 452"/>
            <p:cNvCxnSpPr/>
            <p:nvPr>
              <p:custDataLst>
                <p:tags r:id="rId96"/>
              </p:custDataLst>
            </p:nvPr>
          </p:nvCxnSpPr>
          <p:spPr>
            <a:xfrm>
              <a:off x="6877422" y="458112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直接连接符 453"/>
            <p:cNvCxnSpPr/>
            <p:nvPr>
              <p:custDataLst>
                <p:tags r:id="rId97"/>
              </p:custDataLst>
            </p:nvPr>
          </p:nvCxnSpPr>
          <p:spPr>
            <a:xfrm>
              <a:off x="6877422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直接连接符 454"/>
            <p:cNvCxnSpPr/>
            <p:nvPr>
              <p:custDataLst>
                <p:tags r:id="rId98"/>
              </p:custDataLst>
            </p:nvPr>
          </p:nvCxnSpPr>
          <p:spPr>
            <a:xfrm>
              <a:off x="7093446" y="472514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直接连接符 455"/>
            <p:cNvCxnSpPr/>
            <p:nvPr>
              <p:custDataLst>
                <p:tags r:id="rId99"/>
              </p:custDataLst>
            </p:nvPr>
          </p:nvCxnSpPr>
          <p:spPr>
            <a:xfrm>
              <a:off x="7309470" y="4581128"/>
              <a:ext cx="144016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连接符 456"/>
            <p:cNvCxnSpPr/>
            <p:nvPr>
              <p:custDataLst>
                <p:tags r:id="rId100"/>
              </p:custDataLst>
            </p:nvPr>
          </p:nvCxnSpPr>
          <p:spPr>
            <a:xfrm>
              <a:off x="7309470" y="458112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/>
            <p:cNvCxnSpPr/>
            <p:nvPr>
              <p:custDataLst>
                <p:tags r:id="rId101"/>
              </p:custDataLst>
            </p:nvPr>
          </p:nvCxnSpPr>
          <p:spPr>
            <a:xfrm>
              <a:off x="3421038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直接连接符 458"/>
            <p:cNvCxnSpPr/>
            <p:nvPr>
              <p:custDataLst>
                <p:tags r:id="rId102"/>
              </p:custDataLst>
            </p:nvPr>
          </p:nvCxnSpPr>
          <p:spPr>
            <a:xfrm>
              <a:off x="3205014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直接连接符 459"/>
            <p:cNvCxnSpPr/>
            <p:nvPr>
              <p:custDataLst>
                <p:tags r:id="rId103"/>
              </p:custDataLst>
            </p:nvPr>
          </p:nvCxnSpPr>
          <p:spPr>
            <a:xfrm>
              <a:off x="3205014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接连接符 460"/>
            <p:cNvCxnSpPr/>
            <p:nvPr>
              <p:custDataLst>
                <p:tags r:id="rId104"/>
              </p:custDataLst>
            </p:nvPr>
          </p:nvCxnSpPr>
          <p:spPr>
            <a:xfrm>
              <a:off x="2916982" y="4797152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直接连接符 461"/>
            <p:cNvCxnSpPr/>
            <p:nvPr>
              <p:custDataLst>
                <p:tags r:id="rId105"/>
              </p:custDataLst>
            </p:nvPr>
          </p:nvCxnSpPr>
          <p:spPr>
            <a:xfrm>
              <a:off x="3421038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接连接符 462"/>
            <p:cNvCxnSpPr/>
            <p:nvPr>
              <p:custDataLst>
                <p:tags r:id="rId106"/>
              </p:custDataLst>
            </p:nvPr>
          </p:nvCxnSpPr>
          <p:spPr>
            <a:xfrm>
              <a:off x="3853086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接连接符 463"/>
            <p:cNvCxnSpPr/>
            <p:nvPr>
              <p:custDataLst>
                <p:tags r:id="rId107"/>
              </p:custDataLst>
            </p:nvPr>
          </p:nvCxnSpPr>
          <p:spPr>
            <a:xfrm>
              <a:off x="3637062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直接连接符 464"/>
            <p:cNvCxnSpPr/>
            <p:nvPr>
              <p:custDataLst>
                <p:tags r:id="rId108"/>
              </p:custDataLst>
            </p:nvPr>
          </p:nvCxnSpPr>
          <p:spPr>
            <a:xfrm>
              <a:off x="3637062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直接连接符 465"/>
            <p:cNvCxnSpPr/>
            <p:nvPr>
              <p:custDataLst>
                <p:tags r:id="rId109"/>
              </p:custDataLst>
            </p:nvPr>
          </p:nvCxnSpPr>
          <p:spPr>
            <a:xfrm>
              <a:off x="3853086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/>
            <p:cNvCxnSpPr/>
            <p:nvPr>
              <p:custDataLst>
                <p:tags r:id="rId110"/>
              </p:custDataLst>
            </p:nvPr>
          </p:nvCxnSpPr>
          <p:spPr>
            <a:xfrm>
              <a:off x="4285134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接连接符 467"/>
            <p:cNvCxnSpPr/>
            <p:nvPr>
              <p:custDataLst>
                <p:tags r:id="rId111"/>
              </p:custDataLst>
            </p:nvPr>
          </p:nvCxnSpPr>
          <p:spPr>
            <a:xfrm>
              <a:off x="4069110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接连接符 468"/>
            <p:cNvCxnSpPr/>
            <p:nvPr>
              <p:custDataLst>
                <p:tags r:id="rId112"/>
              </p:custDataLst>
            </p:nvPr>
          </p:nvCxnSpPr>
          <p:spPr>
            <a:xfrm>
              <a:off x="4069110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连接符 469"/>
            <p:cNvCxnSpPr/>
            <p:nvPr>
              <p:custDataLst>
                <p:tags r:id="rId113"/>
              </p:custDataLst>
            </p:nvPr>
          </p:nvCxnSpPr>
          <p:spPr>
            <a:xfrm>
              <a:off x="4285134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连接符 470"/>
            <p:cNvCxnSpPr/>
            <p:nvPr>
              <p:custDataLst>
                <p:tags r:id="rId114"/>
              </p:custDataLst>
            </p:nvPr>
          </p:nvCxnSpPr>
          <p:spPr>
            <a:xfrm>
              <a:off x="4717182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接连接符 471"/>
            <p:cNvCxnSpPr/>
            <p:nvPr>
              <p:custDataLst>
                <p:tags r:id="rId115"/>
              </p:custDataLst>
            </p:nvPr>
          </p:nvCxnSpPr>
          <p:spPr>
            <a:xfrm>
              <a:off x="4501158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连接符 472"/>
            <p:cNvCxnSpPr/>
            <p:nvPr>
              <p:custDataLst>
                <p:tags r:id="rId116"/>
              </p:custDataLst>
            </p:nvPr>
          </p:nvCxnSpPr>
          <p:spPr>
            <a:xfrm>
              <a:off x="4501158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连接符 473"/>
            <p:cNvCxnSpPr/>
            <p:nvPr>
              <p:custDataLst>
                <p:tags r:id="rId117"/>
              </p:custDataLst>
            </p:nvPr>
          </p:nvCxnSpPr>
          <p:spPr>
            <a:xfrm>
              <a:off x="4717182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/>
            <p:cNvCxnSpPr/>
            <p:nvPr>
              <p:custDataLst>
                <p:tags r:id="rId118"/>
              </p:custDataLst>
            </p:nvPr>
          </p:nvCxnSpPr>
          <p:spPr>
            <a:xfrm>
              <a:off x="5149230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/>
            <p:cNvCxnSpPr/>
            <p:nvPr>
              <p:custDataLst>
                <p:tags r:id="rId119"/>
              </p:custDataLst>
            </p:nvPr>
          </p:nvCxnSpPr>
          <p:spPr>
            <a:xfrm>
              <a:off x="4933206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连接符 476"/>
            <p:cNvCxnSpPr/>
            <p:nvPr>
              <p:custDataLst>
                <p:tags r:id="rId120"/>
              </p:custDataLst>
            </p:nvPr>
          </p:nvCxnSpPr>
          <p:spPr>
            <a:xfrm>
              <a:off x="4933206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连接符 477"/>
            <p:cNvCxnSpPr/>
            <p:nvPr>
              <p:custDataLst>
                <p:tags r:id="rId121"/>
              </p:custDataLst>
            </p:nvPr>
          </p:nvCxnSpPr>
          <p:spPr>
            <a:xfrm>
              <a:off x="5149230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连接符 478"/>
            <p:cNvCxnSpPr/>
            <p:nvPr>
              <p:custDataLst>
                <p:tags r:id="rId122"/>
              </p:custDataLst>
            </p:nvPr>
          </p:nvCxnSpPr>
          <p:spPr>
            <a:xfrm>
              <a:off x="5581278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连接符 479"/>
            <p:cNvCxnSpPr/>
            <p:nvPr>
              <p:custDataLst>
                <p:tags r:id="rId123"/>
              </p:custDataLst>
            </p:nvPr>
          </p:nvCxnSpPr>
          <p:spPr>
            <a:xfrm>
              <a:off x="5365254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/>
            <p:cNvCxnSpPr/>
            <p:nvPr>
              <p:custDataLst>
                <p:tags r:id="rId124"/>
              </p:custDataLst>
            </p:nvPr>
          </p:nvCxnSpPr>
          <p:spPr>
            <a:xfrm>
              <a:off x="5365254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连接符 481"/>
            <p:cNvCxnSpPr/>
            <p:nvPr>
              <p:custDataLst>
                <p:tags r:id="rId125"/>
              </p:custDataLst>
            </p:nvPr>
          </p:nvCxnSpPr>
          <p:spPr>
            <a:xfrm>
              <a:off x="5581278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接连接符 482"/>
            <p:cNvCxnSpPr/>
            <p:nvPr>
              <p:custDataLst>
                <p:tags r:id="rId126"/>
              </p:custDataLst>
            </p:nvPr>
          </p:nvCxnSpPr>
          <p:spPr>
            <a:xfrm>
              <a:off x="6013326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接连接符 483"/>
            <p:cNvCxnSpPr/>
            <p:nvPr>
              <p:custDataLst>
                <p:tags r:id="rId127"/>
              </p:custDataLst>
            </p:nvPr>
          </p:nvCxnSpPr>
          <p:spPr>
            <a:xfrm>
              <a:off x="5797302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直接连接符 484"/>
            <p:cNvCxnSpPr/>
            <p:nvPr>
              <p:custDataLst>
                <p:tags r:id="rId128"/>
              </p:custDataLst>
            </p:nvPr>
          </p:nvCxnSpPr>
          <p:spPr>
            <a:xfrm>
              <a:off x="5797302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485"/>
            <p:cNvCxnSpPr/>
            <p:nvPr>
              <p:custDataLst>
                <p:tags r:id="rId129"/>
              </p:custDataLst>
            </p:nvPr>
          </p:nvCxnSpPr>
          <p:spPr>
            <a:xfrm>
              <a:off x="6013326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/>
            <p:cNvCxnSpPr/>
            <p:nvPr>
              <p:custDataLst>
                <p:tags r:id="rId130"/>
              </p:custDataLst>
            </p:nvPr>
          </p:nvCxnSpPr>
          <p:spPr>
            <a:xfrm>
              <a:off x="6445374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/>
            <p:cNvCxnSpPr/>
            <p:nvPr>
              <p:custDataLst>
                <p:tags r:id="rId131"/>
              </p:custDataLst>
            </p:nvPr>
          </p:nvCxnSpPr>
          <p:spPr>
            <a:xfrm>
              <a:off x="6229350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/>
            <p:cNvCxnSpPr/>
            <p:nvPr>
              <p:custDataLst>
                <p:tags r:id="rId132"/>
              </p:custDataLst>
            </p:nvPr>
          </p:nvCxnSpPr>
          <p:spPr>
            <a:xfrm>
              <a:off x="6229350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/>
            <p:cNvCxnSpPr/>
            <p:nvPr>
              <p:custDataLst>
                <p:tags r:id="rId133"/>
              </p:custDataLst>
            </p:nvPr>
          </p:nvCxnSpPr>
          <p:spPr>
            <a:xfrm>
              <a:off x="6445374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/>
            <p:cNvCxnSpPr/>
            <p:nvPr>
              <p:custDataLst>
                <p:tags r:id="rId134"/>
              </p:custDataLst>
            </p:nvPr>
          </p:nvCxnSpPr>
          <p:spPr>
            <a:xfrm>
              <a:off x="6877422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/>
            <p:cNvCxnSpPr/>
            <p:nvPr>
              <p:custDataLst>
                <p:tags r:id="rId135"/>
              </p:custDataLst>
            </p:nvPr>
          </p:nvCxnSpPr>
          <p:spPr>
            <a:xfrm>
              <a:off x="6661398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直接连接符 492"/>
            <p:cNvCxnSpPr/>
            <p:nvPr>
              <p:custDataLst>
                <p:tags r:id="rId136"/>
              </p:custDataLst>
            </p:nvPr>
          </p:nvCxnSpPr>
          <p:spPr>
            <a:xfrm>
              <a:off x="6661398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接连接符 493"/>
            <p:cNvCxnSpPr/>
            <p:nvPr>
              <p:custDataLst>
                <p:tags r:id="rId137"/>
              </p:custDataLst>
            </p:nvPr>
          </p:nvCxnSpPr>
          <p:spPr>
            <a:xfrm>
              <a:off x="6877422" y="4944899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接连接符 494"/>
            <p:cNvCxnSpPr/>
            <p:nvPr>
              <p:custDataLst>
                <p:tags r:id="rId138"/>
              </p:custDataLst>
            </p:nvPr>
          </p:nvCxnSpPr>
          <p:spPr>
            <a:xfrm>
              <a:off x="7309470" y="4800883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接连接符 495"/>
            <p:cNvCxnSpPr/>
            <p:nvPr>
              <p:custDataLst>
                <p:tags r:id="rId139"/>
              </p:custDataLst>
            </p:nvPr>
          </p:nvCxnSpPr>
          <p:spPr>
            <a:xfrm>
              <a:off x="7093446" y="4797152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/>
            <p:cNvCxnSpPr/>
            <p:nvPr>
              <p:custDataLst>
                <p:tags r:id="rId140"/>
              </p:custDataLst>
            </p:nvPr>
          </p:nvCxnSpPr>
          <p:spPr>
            <a:xfrm>
              <a:off x="7093446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/>
            <p:cNvCxnSpPr/>
            <p:nvPr>
              <p:custDataLst>
                <p:tags r:id="rId141"/>
              </p:custDataLst>
            </p:nvPr>
          </p:nvCxnSpPr>
          <p:spPr>
            <a:xfrm>
              <a:off x="7309470" y="4944899"/>
              <a:ext cx="144016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直接连接符 498"/>
            <p:cNvCxnSpPr/>
            <p:nvPr>
              <p:custDataLst>
                <p:tags r:id="rId142"/>
              </p:custDataLst>
            </p:nvPr>
          </p:nvCxnSpPr>
          <p:spPr>
            <a:xfrm>
              <a:off x="2988990" y="4797152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直接连接符 499"/>
            <p:cNvCxnSpPr/>
            <p:nvPr>
              <p:custDataLst>
                <p:tags r:id="rId143"/>
              </p:custDataLst>
            </p:nvPr>
          </p:nvCxnSpPr>
          <p:spPr>
            <a:xfrm>
              <a:off x="2988990" y="494116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/>
            <p:cNvCxnSpPr/>
            <p:nvPr>
              <p:custDataLst>
                <p:tags r:id="rId144"/>
              </p:custDataLst>
            </p:nvPr>
          </p:nvCxnSpPr>
          <p:spPr>
            <a:xfrm>
              <a:off x="6877422" y="3717048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直接连接符 501"/>
            <p:cNvCxnSpPr/>
            <p:nvPr>
              <p:custDataLst>
                <p:tags r:id="rId145"/>
              </p:custDataLst>
            </p:nvPr>
          </p:nvCxnSpPr>
          <p:spPr>
            <a:xfrm>
              <a:off x="5581278" y="3717032"/>
              <a:ext cx="129614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/>
            <p:cNvCxnSpPr/>
            <p:nvPr>
              <p:custDataLst>
                <p:tags r:id="rId146"/>
              </p:custDataLst>
            </p:nvPr>
          </p:nvCxnSpPr>
          <p:spPr>
            <a:xfrm>
              <a:off x="5581278" y="3717048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/>
            <p:cNvCxnSpPr/>
            <p:nvPr>
              <p:custDataLst>
                <p:tags r:id="rId147"/>
              </p:custDataLst>
            </p:nvPr>
          </p:nvCxnSpPr>
          <p:spPr>
            <a:xfrm>
              <a:off x="2916982" y="3861048"/>
              <a:ext cx="266429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连接符 504"/>
            <p:cNvCxnSpPr/>
            <p:nvPr>
              <p:custDataLst>
                <p:tags r:id="rId148"/>
              </p:custDataLst>
            </p:nvPr>
          </p:nvCxnSpPr>
          <p:spPr>
            <a:xfrm>
              <a:off x="6877422" y="3861048"/>
              <a:ext cx="57606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直接连接符 505"/>
            <p:cNvCxnSpPr/>
            <p:nvPr>
              <p:custDataLst>
                <p:tags r:id="rId149"/>
              </p:custDataLst>
            </p:nvPr>
          </p:nvCxnSpPr>
          <p:spPr>
            <a:xfrm>
              <a:off x="5581278" y="3501024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连接符 506"/>
            <p:cNvCxnSpPr/>
            <p:nvPr>
              <p:custDataLst>
                <p:tags r:id="rId150"/>
              </p:custDataLst>
            </p:nvPr>
          </p:nvCxnSpPr>
          <p:spPr>
            <a:xfrm>
              <a:off x="4285134" y="3501008"/>
              <a:ext cx="129614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连接符 507"/>
            <p:cNvCxnSpPr/>
            <p:nvPr>
              <p:custDataLst>
                <p:tags r:id="rId151"/>
              </p:custDataLst>
            </p:nvPr>
          </p:nvCxnSpPr>
          <p:spPr>
            <a:xfrm>
              <a:off x="4285134" y="3501024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直接连接符 508"/>
            <p:cNvCxnSpPr/>
            <p:nvPr>
              <p:custDataLst>
                <p:tags r:id="rId152"/>
              </p:custDataLst>
            </p:nvPr>
          </p:nvCxnSpPr>
          <p:spPr>
            <a:xfrm>
              <a:off x="2916982" y="3645024"/>
              <a:ext cx="13681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连接符 509"/>
            <p:cNvCxnSpPr/>
            <p:nvPr>
              <p:custDataLst>
                <p:tags r:id="rId153"/>
              </p:custDataLst>
            </p:nvPr>
          </p:nvCxnSpPr>
          <p:spPr>
            <a:xfrm>
              <a:off x="5581278" y="3645024"/>
              <a:ext cx="187220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接连接符 510"/>
            <p:cNvCxnSpPr/>
            <p:nvPr>
              <p:custDataLst>
                <p:tags r:id="rId154"/>
              </p:custDataLst>
            </p:nvPr>
          </p:nvCxnSpPr>
          <p:spPr>
            <a:xfrm>
              <a:off x="4285134" y="3285000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/>
            <p:cNvCxnSpPr/>
            <p:nvPr>
              <p:custDataLst>
                <p:tags r:id="rId155"/>
              </p:custDataLst>
            </p:nvPr>
          </p:nvCxnSpPr>
          <p:spPr>
            <a:xfrm>
              <a:off x="2988990" y="3284984"/>
              <a:ext cx="129614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连接符 512"/>
            <p:cNvCxnSpPr/>
            <p:nvPr>
              <p:custDataLst>
                <p:tags r:id="rId156"/>
              </p:custDataLst>
            </p:nvPr>
          </p:nvCxnSpPr>
          <p:spPr>
            <a:xfrm>
              <a:off x="2988990" y="3285000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接连接符 513"/>
            <p:cNvCxnSpPr/>
            <p:nvPr>
              <p:custDataLst>
                <p:tags r:id="rId157"/>
              </p:custDataLst>
            </p:nvPr>
          </p:nvCxnSpPr>
          <p:spPr>
            <a:xfrm>
              <a:off x="2916982" y="3429000"/>
              <a:ext cx="7200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接连接符 514"/>
            <p:cNvCxnSpPr/>
            <p:nvPr>
              <p:custDataLst>
                <p:tags r:id="rId158"/>
              </p:custDataLst>
            </p:nvPr>
          </p:nvCxnSpPr>
          <p:spPr>
            <a:xfrm>
              <a:off x="4285134" y="3444690"/>
              <a:ext cx="259228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直接连接符 515"/>
            <p:cNvCxnSpPr/>
            <p:nvPr>
              <p:custDataLst>
                <p:tags r:id="rId159"/>
              </p:custDataLst>
            </p:nvPr>
          </p:nvCxnSpPr>
          <p:spPr>
            <a:xfrm>
              <a:off x="6877422" y="3284984"/>
              <a:ext cx="57606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直接连接符 516"/>
            <p:cNvCxnSpPr/>
            <p:nvPr>
              <p:custDataLst>
                <p:tags r:id="rId160"/>
              </p:custDataLst>
            </p:nvPr>
          </p:nvCxnSpPr>
          <p:spPr>
            <a:xfrm>
              <a:off x="6877422" y="3285000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直接连接符 517"/>
            <p:cNvCxnSpPr/>
            <p:nvPr>
              <p:custDataLst>
                <p:tags r:id="rId161"/>
              </p:custDataLst>
            </p:nvPr>
          </p:nvCxnSpPr>
          <p:spPr>
            <a:xfrm>
              <a:off x="6877422" y="3068960"/>
              <a:ext cx="0" cy="18000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接连接符 518"/>
            <p:cNvCxnSpPr/>
            <p:nvPr>
              <p:custDataLst>
                <p:tags r:id="rId162"/>
              </p:custDataLst>
            </p:nvPr>
          </p:nvCxnSpPr>
          <p:spPr>
            <a:xfrm>
              <a:off x="5436096" y="3140968"/>
              <a:ext cx="144000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接连接符 519"/>
            <p:cNvCxnSpPr/>
            <p:nvPr>
              <p:custDataLst>
                <p:tags r:id="rId163"/>
              </p:custDataLst>
            </p:nvPr>
          </p:nvCxnSpPr>
          <p:spPr>
            <a:xfrm flipH="1">
              <a:off x="2998614" y="3140968"/>
              <a:ext cx="144000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组合 520"/>
          <p:cNvGrpSpPr/>
          <p:nvPr/>
        </p:nvGrpSpPr>
        <p:grpSpPr>
          <a:xfrm>
            <a:off x="1332735" y="5508000"/>
            <a:ext cx="5761807" cy="183715"/>
            <a:chOff x="1691680" y="4977192"/>
            <a:chExt cx="5761807" cy="183715"/>
          </a:xfrm>
        </p:grpSpPr>
        <p:cxnSp>
          <p:nvCxnSpPr>
            <p:cNvPr id="522" name="直接连接符 521"/>
            <p:cNvCxnSpPr/>
            <p:nvPr>
              <p:custDataLst>
                <p:tags r:id="rId164"/>
              </p:custDataLst>
            </p:nvPr>
          </p:nvCxnSpPr>
          <p:spPr>
            <a:xfrm>
              <a:off x="3205015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连接符 522"/>
            <p:cNvCxnSpPr/>
            <p:nvPr>
              <p:custDataLst>
                <p:tags r:id="rId165"/>
              </p:custDataLst>
            </p:nvPr>
          </p:nvCxnSpPr>
          <p:spPr>
            <a:xfrm>
              <a:off x="2988991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直接连接符 523"/>
            <p:cNvCxnSpPr/>
            <p:nvPr>
              <p:custDataLst>
                <p:tags r:id="rId166"/>
              </p:custDataLst>
            </p:nvPr>
          </p:nvCxnSpPr>
          <p:spPr>
            <a:xfrm>
              <a:off x="2988991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直接连接符 524"/>
            <p:cNvCxnSpPr/>
            <p:nvPr>
              <p:custDataLst>
                <p:tags r:id="rId167"/>
              </p:custDataLst>
            </p:nvPr>
          </p:nvCxnSpPr>
          <p:spPr>
            <a:xfrm>
              <a:off x="2916983" y="5157192"/>
              <a:ext cx="7200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直接连接符 525"/>
            <p:cNvCxnSpPr/>
            <p:nvPr>
              <p:custDataLst>
                <p:tags r:id="rId168"/>
              </p:custDataLst>
            </p:nvPr>
          </p:nvCxnSpPr>
          <p:spPr>
            <a:xfrm>
              <a:off x="3205015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直接连接符 526"/>
            <p:cNvCxnSpPr/>
            <p:nvPr>
              <p:custDataLst>
                <p:tags r:id="rId169"/>
              </p:custDataLst>
            </p:nvPr>
          </p:nvCxnSpPr>
          <p:spPr>
            <a:xfrm>
              <a:off x="3637063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直接连接符 527"/>
            <p:cNvCxnSpPr/>
            <p:nvPr>
              <p:custDataLst>
                <p:tags r:id="rId170"/>
              </p:custDataLst>
            </p:nvPr>
          </p:nvCxnSpPr>
          <p:spPr>
            <a:xfrm>
              <a:off x="3421039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直接连接符 528"/>
            <p:cNvCxnSpPr/>
            <p:nvPr>
              <p:custDataLst>
                <p:tags r:id="rId171"/>
              </p:custDataLst>
            </p:nvPr>
          </p:nvCxnSpPr>
          <p:spPr>
            <a:xfrm>
              <a:off x="3421039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/>
            <p:cNvCxnSpPr/>
            <p:nvPr>
              <p:custDataLst>
                <p:tags r:id="rId172"/>
              </p:custDataLst>
            </p:nvPr>
          </p:nvCxnSpPr>
          <p:spPr>
            <a:xfrm>
              <a:off x="3637063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/>
            <p:cNvCxnSpPr/>
            <p:nvPr>
              <p:custDataLst>
                <p:tags r:id="rId173"/>
              </p:custDataLst>
            </p:nvPr>
          </p:nvCxnSpPr>
          <p:spPr>
            <a:xfrm>
              <a:off x="4069111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/>
            <p:cNvCxnSpPr/>
            <p:nvPr>
              <p:custDataLst>
                <p:tags r:id="rId174"/>
              </p:custDataLst>
            </p:nvPr>
          </p:nvCxnSpPr>
          <p:spPr>
            <a:xfrm>
              <a:off x="3853087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直接连接符 532"/>
            <p:cNvCxnSpPr/>
            <p:nvPr>
              <p:custDataLst>
                <p:tags r:id="rId175"/>
              </p:custDataLst>
            </p:nvPr>
          </p:nvCxnSpPr>
          <p:spPr>
            <a:xfrm>
              <a:off x="3853087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直接连接符 533"/>
            <p:cNvCxnSpPr/>
            <p:nvPr>
              <p:custDataLst>
                <p:tags r:id="rId176"/>
              </p:custDataLst>
            </p:nvPr>
          </p:nvCxnSpPr>
          <p:spPr>
            <a:xfrm>
              <a:off x="4069111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连接符 534"/>
            <p:cNvCxnSpPr/>
            <p:nvPr>
              <p:custDataLst>
                <p:tags r:id="rId177"/>
              </p:custDataLst>
            </p:nvPr>
          </p:nvCxnSpPr>
          <p:spPr>
            <a:xfrm>
              <a:off x="4501159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连接符 535"/>
            <p:cNvCxnSpPr/>
            <p:nvPr>
              <p:custDataLst>
                <p:tags r:id="rId178"/>
              </p:custDataLst>
            </p:nvPr>
          </p:nvCxnSpPr>
          <p:spPr>
            <a:xfrm>
              <a:off x="4285135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连接符 536"/>
            <p:cNvCxnSpPr/>
            <p:nvPr>
              <p:custDataLst>
                <p:tags r:id="rId179"/>
              </p:custDataLst>
            </p:nvPr>
          </p:nvCxnSpPr>
          <p:spPr>
            <a:xfrm>
              <a:off x="4285135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连接符 537"/>
            <p:cNvCxnSpPr/>
            <p:nvPr>
              <p:custDataLst>
                <p:tags r:id="rId180"/>
              </p:custDataLst>
            </p:nvPr>
          </p:nvCxnSpPr>
          <p:spPr>
            <a:xfrm>
              <a:off x="4501159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连接符 538"/>
            <p:cNvCxnSpPr/>
            <p:nvPr>
              <p:custDataLst>
                <p:tags r:id="rId181"/>
              </p:custDataLst>
            </p:nvPr>
          </p:nvCxnSpPr>
          <p:spPr>
            <a:xfrm>
              <a:off x="4933207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连接符 539"/>
            <p:cNvCxnSpPr/>
            <p:nvPr>
              <p:custDataLst>
                <p:tags r:id="rId182"/>
              </p:custDataLst>
            </p:nvPr>
          </p:nvCxnSpPr>
          <p:spPr>
            <a:xfrm>
              <a:off x="4717183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/>
            <p:cNvCxnSpPr/>
            <p:nvPr>
              <p:custDataLst>
                <p:tags r:id="rId183"/>
              </p:custDataLst>
            </p:nvPr>
          </p:nvCxnSpPr>
          <p:spPr>
            <a:xfrm>
              <a:off x="4717183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/>
            <p:cNvCxnSpPr/>
            <p:nvPr>
              <p:custDataLst>
                <p:tags r:id="rId184"/>
              </p:custDataLst>
            </p:nvPr>
          </p:nvCxnSpPr>
          <p:spPr>
            <a:xfrm>
              <a:off x="4933207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/>
            <p:cNvCxnSpPr/>
            <p:nvPr>
              <p:custDataLst>
                <p:tags r:id="rId185"/>
              </p:custDataLst>
            </p:nvPr>
          </p:nvCxnSpPr>
          <p:spPr>
            <a:xfrm>
              <a:off x="5365255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连接符 543"/>
            <p:cNvCxnSpPr/>
            <p:nvPr>
              <p:custDataLst>
                <p:tags r:id="rId186"/>
              </p:custDataLst>
            </p:nvPr>
          </p:nvCxnSpPr>
          <p:spPr>
            <a:xfrm>
              <a:off x="5149231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直接连接符 544"/>
            <p:cNvCxnSpPr/>
            <p:nvPr>
              <p:custDataLst>
                <p:tags r:id="rId187"/>
              </p:custDataLst>
            </p:nvPr>
          </p:nvCxnSpPr>
          <p:spPr>
            <a:xfrm>
              <a:off x="5149231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直接连接符 545"/>
            <p:cNvCxnSpPr/>
            <p:nvPr>
              <p:custDataLst>
                <p:tags r:id="rId188"/>
              </p:custDataLst>
            </p:nvPr>
          </p:nvCxnSpPr>
          <p:spPr>
            <a:xfrm>
              <a:off x="5365255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直接连接符 546"/>
            <p:cNvCxnSpPr/>
            <p:nvPr>
              <p:custDataLst>
                <p:tags r:id="rId189"/>
              </p:custDataLst>
            </p:nvPr>
          </p:nvCxnSpPr>
          <p:spPr>
            <a:xfrm>
              <a:off x="5797303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直接连接符 547"/>
            <p:cNvCxnSpPr/>
            <p:nvPr>
              <p:custDataLst>
                <p:tags r:id="rId190"/>
              </p:custDataLst>
            </p:nvPr>
          </p:nvCxnSpPr>
          <p:spPr>
            <a:xfrm>
              <a:off x="5581279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/>
            <p:cNvCxnSpPr/>
            <p:nvPr>
              <p:custDataLst>
                <p:tags r:id="rId191"/>
              </p:custDataLst>
            </p:nvPr>
          </p:nvCxnSpPr>
          <p:spPr>
            <a:xfrm>
              <a:off x="5581279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直接连接符 549"/>
            <p:cNvCxnSpPr/>
            <p:nvPr>
              <p:custDataLst>
                <p:tags r:id="rId192"/>
              </p:custDataLst>
            </p:nvPr>
          </p:nvCxnSpPr>
          <p:spPr>
            <a:xfrm>
              <a:off x="5797303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接连接符 550"/>
            <p:cNvCxnSpPr/>
            <p:nvPr>
              <p:custDataLst>
                <p:tags r:id="rId193"/>
              </p:custDataLst>
            </p:nvPr>
          </p:nvCxnSpPr>
          <p:spPr>
            <a:xfrm>
              <a:off x="6229351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/>
            <p:cNvCxnSpPr/>
            <p:nvPr>
              <p:custDataLst>
                <p:tags r:id="rId194"/>
              </p:custDataLst>
            </p:nvPr>
          </p:nvCxnSpPr>
          <p:spPr>
            <a:xfrm>
              <a:off x="6013327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接连接符 552"/>
            <p:cNvCxnSpPr/>
            <p:nvPr>
              <p:custDataLst>
                <p:tags r:id="rId195"/>
              </p:custDataLst>
            </p:nvPr>
          </p:nvCxnSpPr>
          <p:spPr>
            <a:xfrm>
              <a:off x="6013327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连接符 553"/>
            <p:cNvCxnSpPr/>
            <p:nvPr>
              <p:custDataLst>
                <p:tags r:id="rId196"/>
              </p:custDataLst>
            </p:nvPr>
          </p:nvCxnSpPr>
          <p:spPr>
            <a:xfrm>
              <a:off x="6229351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直接连接符 554"/>
            <p:cNvCxnSpPr/>
            <p:nvPr>
              <p:custDataLst>
                <p:tags r:id="rId197"/>
              </p:custDataLst>
            </p:nvPr>
          </p:nvCxnSpPr>
          <p:spPr>
            <a:xfrm>
              <a:off x="6661399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直接连接符 555"/>
            <p:cNvCxnSpPr/>
            <p:nvPr>
              <p:custDataLst>
                <p:tags r:id="rId198"/>
              </p:custDataLst>
            </p:nvPr>
          </p:nvCxnSpPr>
          <p:spPr>
            <a:xfrm>
              <a:off x="6445375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直接连接符 556"/>
            <p:cNvCxnSpPr/>
            <p:nvPr>
              <p:custDataLst>
                <p:tags r:id="rId199"/>
              </p:custDataLst>
            </p:nvPr>
          </p:nvCxnSpPr>
          <p:spPr>
            <a:xfrm>
              <a:off x="6445375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直接连接符 557"/>
            <p:cNvCxnSpPr/>
            <p:nvPr>
              <p:custDataLst>
                <p:tags r:id="rId200"/>
              </p:custDataLst>
            </p:nvPr>
          </p:nvCxnSpPr>
          <p:spPr>
            <a:xfrm>
              <a:off x="6661399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直接连接符 558"/>
            <p:cNvCxnSpPr/>
            <p:nvPr>
              <p:custDataLst>
                <p:tags r:id="rId201"/>
              </p:custDataLst>
            </p:nvPr>
          </p:nvCxnSpPr>
          <p:spPr>
            <a:xfrm>
              <a:off x="7093447" y="5016907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/>
            <p:cNvCxnSpPr/>
            <p:nvPr>
              <p:custDataLst>
                <p:tags r:id="rId202"/>
              </p:custDataLst>
            </p:nvPr>
          </p:nvCxnSpPr>
          <p:spPr>
            <a:xfrm>
              <a:off x="6877423" y="501317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连接符 560"/>
            <p:cNvCxnSpPr/>
            <p:nvPr>
              <p:custDataLst>
                <p:tags r:id="rId203"/>
              </p:custDataLst>
            </p:nvPr>
          </p:nvCxnSpPr>
          <p:spPr>
            <a:xfrm>
              <a:off x="6877423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连接符 561"/>
            <p:cNvCxnSpPr/>
            <p:nvPr>
              <p:custDataLst>
                <p:tags r:id="rId204"/>
              </p:custDataLst>
            </p:nvPr>
          </p:nvCxnSpPr>
          <p:spPr>
            <a:xfrm>
              <a:off x="7093447" y="51571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连接符 563"/>
            <p:cNvCxnSpPr/>
            <p:nvPr>
              <p:custDataLst>
                <p:tags r:id="rId205"/>
              </p:custDataLst>
            </p:nvPr>
          </p:nvCxnSpPr>
          <p:spPr>
            <a:xfrm>
              <a:off x="7309471" y="5013176"/>
              <a:ext cx="14401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直接连接符 628"/>
            <p:cNvCxnSpPr/>
            <p:nvPr>
              <p:custDataLst>
                <p:tags r:id="rId206"/>
              </p:custDataLst>
            </p:nvPr>
          </p:nvCxnSpPr>
          <p:spPr>
            <a:xfrm>
              <a:off x="7309471" y="5013176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0" name="Text Box 108"/>
            <p:cNvSpPr txBox="1">
              <a:spLocks noChangeArrowheads="1"/>
            </p:cNvSpPr>
            <p:nvPr>
              <p:custDataLst>
                <p:tags r:id="rId207"/>
              </p:custDataLst>
            </p:nvPr>
          </p:nvSpPr>
          <p:spPr bwMode="auto">
            <a:xfrm>
              <a:off x="1691680" y="4977192"/>
              <a:ext cx="11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85000"/>
                </a:lnSpc>
              </a:pP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节拍</a:t>
              </a:r>
              <a:r>
                <a:rPr lang="zh-CN" altLang="en-US" sz="16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脉冲</a:t>
              </a:r>
              <a:r>
                <a:rPr lang="en-US" altLang="zh-CN" sz="16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CP</a:t>
              </a:r>
              <a:endParaRPr lang="en-US" altLang="zh-CN" sz="1600" b="1" baseline="-14000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357" name="线形标注 2 356"/>
          <p:cNvSpPr/>
          <p:nvPr>
            <p:custDataLst>
              <p:tags r:id="rId208"/>
            </p:custDataLst>
          </p:nvPr>
        </p:nvSpPr>
        <p:spPr bwMode="auto">
          <a:xfrm>
            <a:off x="7488000" y="5011673"/>
            <a:ext cx="1224136" cy="263170"/>
          </a:xfrm>
          <a:prstGeom prst="borderCallout2">
            <a:avLst>
              <a:gd name="adj1" fmla="val 50268"/>
              <a:gd name="adj2" fmla="val -181"/>
              <a:gd name="adj3" fmla="val 49730"/>
              <a:gd name="adj4" fmla="val -15567"/>
              <a:gd name="adj5" fmla="val 131131"/>
              <a:gd name="adj6" fmla="val -2979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r>
              <a:rPr lang="zh-CN" altLang="en-US" sz="1600" b="1" spc="-140" dirty="0" smtClean="0">
                <a:solidFill>
                  <a:srgbClr val="FF3399"/>
                </a:solidFill>
                <a:latin typeface="+mn-ea"/>
              </a:rPr>
              <a:t>数据通路</a:t>
            </a:r>
            <a:r>
              <a:rPr lang="zh-CN" altLang="en-US" sz="1600" b="1" spc="-140" dirty="0" smtClean="0">
                <a:latin typeface="+mn-ea"/>
              </a:rPr>
              <a:t>所需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879725" y="5688000"/>
            <a:ext cx="5849620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基于节拍脉冲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宽度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＝节拍周期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56" name="Text Box 131"/>
          <p:cNvSpPr txBox="1">
            <a:spLocks noChangeArrowheads="1"/>
          </p:cNvSpPr>
          <p:nvPr>
            <p:custDataLst>
              <p:tags r:id="rId209"/>
            </p:custDataLst>
          </p:nvPr>
        </p:nvSpPr>
        <p:spPr bwMode="auto">
          <a:xfrm>
            <a:off x="2844384" y="6192000"/>
            <a:ext cx="4680000" cy="288000"/>
          </a:xfrm>
          <a:prstGeom prst="rect">
            <a:avLst/>
          </a:prstGeom>
          <a:noFill/>
          <a:ln w="15875">
            <a:solidFill>
              <a:schemeClr val="tx1">
                <a:lumMod val="65000"/>
                <a:lumOff val="35000"/>
              </a:schemeClr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r>
              <a:rPr lang="zh-CN" altLang="en-US" sz="1800" b="1" dirty="0" smtClean="0">
                <a:solidFill>
                  <a:srgbClr val="C00000"/>
                </a:solidFill>
                <a:latin typeface="+mn-ea"/>
                <a:ea typeface="+mn-ea"/>
              </a:rPr>
              <a:t>节拍周期</a:t>
            </a:r>
            <a:r>
              <a:rPr lang="en-US" altLang="zh-CN" sz="1800" b="1" dirty="0" smtClean="0">
                <a:solidFill>
                  <a:srgbClr val="C00000"/>
                </a:solidFill>
                <a:latin typeface="+mn-ea"/>
                <a:sym typeface="+mn-ea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节拍</a:t>
            </a:r>
            <a:r>
              <a:rPr lang="zh-CN" altLang="en-US" sz="1800" b="1" dirty="0">
                <a:latin typeface="宋体" panose="02010600030101010101" pitchFamily="2" charset="-122"/>
              </a:rPr>
              <a:t>信号的宽度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</a:t>
            </a:r>
            <a:r>
              <a:rPr lang="en-US" altLang="zh-CN" sz="1800" spc="-140" dirty="0" err="1" smtClean="0"/>
              <a:t>μ</a:t>
            </a:r>
            <a:r>
              <a:rPr lang="en-US" altLang="zh-CN" sz="1800" b="1" spc="-140" dirty="0" err="1" smtClean="0">
                <a:latin typeface="+mn-ea"/>
              </a:rPr>
              <a:t>OP</a:t>
            </a:r>
            <a:r>
              <a:rPr lang="zh-CN" altLang="en-US" sz="1800" b="1" spc="-140" dirty="0" smtClean="0">
                <a:latin typeface="+mn-ea"/>
              </a:rPr>
              <a:t>的时延</a:t>
            </a:r>
            <a:endParaRPr lang="en-US" altLang="zh-CN" sz="1800" b="1" spc="-3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62" name="AutoShape 499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210"/>
            </p:custDataLst>
          </p:nvPr>
        </p:nvSpPr>
        <p:spPr bwMode="auto">
          <a:xfrm rot="10800000">
            <a:off x="399593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" grpId="0" bldLvl="0" animBg="1"/>
      <p:bldP spid="357" grpId="0" bldLvl="0" animBg="1"/>
      <p:bldP spid="356" grpId="0" bldLvl="0" animBg="1"/>
      <p:bldP spid="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56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3995936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15816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303"/>
          <p:cNvSpPr txBox="1">
            <a:spLocks noChangeArrowheads="1"/>
          </p:cNvSpPr>
          <p:nvPr/>
        </p:nvSpPr>
        <p:spPr bwMode="auto">
          <a:xfrm>
            <a:off x="179512" y="380558"/>
            <a:ext cx="8785225" cy="45383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早期</a:t>
            </a:r>
            <a:r>
              <a:rPr lang="zh-CN" altLang="en-US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计算机的时序系统组织</a:t>
            </a:r>
            <a:r>
              <a:rPr lang="zh-CN" altLang="en-US" sz="2200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信号个数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信号功能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信号定时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信号序列组成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信号的循环周期：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Text Box 303"/>
          <p:cNvSpPr txBox="1">
            <a:spLocks noChangeArrowheads="1"/>
          </p:cNvSpPr>
          <p:nvPr/>
        </p:nvSpPr>
        <p:spPr bwMode="auto">
          <a:xfrm>
            <a:off x="1187623" y="819374"/>
            <a:ext cx="7777113" cy="1807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三级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时序，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各级按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最复杂情况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设置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←面向各种指令需求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892175" indent="-89217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若指令周期＝</a:t>
            </a:r>
            <a:r>
              <a:rPr lang="en-US" altLang="zh-CN" sz="1800" b="1" i="1" dirty="0"/>
              <a:t> </a:t>
            </a:r>
            <a:r>
              <a:rPr lang="en-US" altLang="zh-CN" sz="1800" b="1" i="1" dirty="0" smtClean="0"/>
              <a:t>x</a:t>
            </a:r>
            <a:r>
              <a:rPr lang="zh-CN" altLang="en-US" sz="1800" b="1" dirty="0" smtClean="0"/>
              <a:t>个机器周期，</a:t>
            </a:r>
            <a:r>
              <a:rPr lang="en-US" altLang="zh-CN" sz="1800" b="1" i="1" dirty="0" smtClean="0"/>
              <a:t>x</a:t>
            </a:r>
            <a:r>
              <a:rPr lang="zh-CN" altLang="en-US" sz="1800" b="1" dirty="0">
                <a:latin typeface="宋体" panose="02010600030101010101" pitchFamily="2" charset="-122"/>
              </a:rPr>
              <a:t>＝</a:t>
            </a:r>
            <a:r>
              <a:rPr lang="en-US" altLang="zh-CN" sz="1800" b="1" dirty="0">
                <a:latin typeface="宋体" panose="02010600030101010101" pitchFamily="2" charset="-122"/>
              </a:rPr>
              <a:t>{3,5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}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；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892175" indent="-892175" algn="l">
              <a:lnSpc>
                <a:spcPct val="114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机器周期＝</a:t>
            </a:r>
            <a:r>
              <a:rPr lang="en-US" altLang="zh-CN" sz="1800" b="1" i="1" dirty="0" smtClean="0"/>
              <a:t>m</a:t>
            </a:r>
            <a:r>
              <a:rPr lang="zh-CN" altLang="en-US" sz="1800" b="1" dirty="0" smtClean="0"/>
              <a:t>个节拍周期，</a:t>
            </a:r>
            <a:r>
              <a:rPr lang="en-US" altLang="zh-CN" sz="1800" b="1" i="1" dirty="0" smtClean="0"/>
              <a:t>m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{3,4}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；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892175" indent="-892175" algn="l">
              <a:lnSpc>
                <a:spcPct val="114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节拍周期＝</a:t>
            </a:r>
            <a:r>
              <a:rPr lang="en-US" altLang="zh-CN" sz="1800" b="1" i="1" dirty="0" smtClean="0"/>
              <a:t> </a:t>
            </a:r>
            <a:r>
              <a:rPr lang="en-US" altLang="zh-CN" sz="1800" b="1" i="1" dirty="0"/>
              <a:t>k</a:t>
            </a:r>
            <a:r>
              <a:rPr lang="zh-CN" altLang="en-US" sz="1800" b="1" dirty="0" smtClean="0"/>
              <a:t>个工作脉冲，</a:t>
            </a:r>
            <a:r>
              <a:rPr lang="en-US" altLang="zh-CN" sz="1800" b="1" i="1" dirty="0" smtClean="0"/>
              <a:t> k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2(</a:t>
            </a:r>
            <a:r>
              <a:rPr lang="en-US" altLang="zh-CN" sz="1800" spc="-140" dirty="0" err="1" smtClean="0"/>
              <a:t>μ</a:t>
            </a:r>
            <a:r>
              <a:rPr lang="en-US" altLang="zh-CN" sz="1800" b="1" spc="-140" dirty="0" err="1" smtClean="0">
                <a:latin typeface="+mn-ea"/>
              </a:rPr>
              <a:t>OP</a:t>
            </a:r>
            <a:r>
              <a:rPr lang="zh-CN" altLang="en-US" sz="1800" b="1" spc="-140" dirty="0" smtClean="0">
                <a:latin typeface="+mn-ea"/>
              </a:rPr>
              <a:t>需使用</a:t>
            </a:r>
            <a:r>
              <a:rPr lang="en-US" altLang="zh-CN" sz="1800" b="1" spc="-140" dirty="0" smtClean="0">
                <a:latin typeface="+mn-ea"/>
              </a:rPr>
              <a:t>CLK</a:t>
            </a:r>
            <a:r>
              <a:rPr lang="zh-CN" altLang="en-US" sz="1800" b="1" spc="-140" dirty="0" smtClean="0">
                <a:latin typeface="+mn-ea"/>
              </a:rPr>
              <a:t>的↓及↑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sz="1800" b="1" dirty="0" smtClean="0">
                <a:latin typeface="+mn-ea"/>
                <a:ea typeface="+mn-ea"/>
              </a:rPr>
              <a:t>    </a:t>
            </a:r>
            <a:r>
              <a:rPr lang="zh-CN" altLang="en-US" sz="1800" b="1" dirty="0" smtClean="0">
                <a:latin typeface="+mn-ea"/>
                <a:ea typeface="+mn-ea"/>
              </a:rPr>
              <a:t>则</a:t>
            </a:r>
            <a:r>
              <a:rPr lang="zh-CN" altLang="en-US" sz="1800" b="1" dirty="0">
                <a:latin typeface="+mn-ea"/>
                <a:ea typeface="+mn-ea"/>
              </a:rPr>
              <a:t>机器</a:t>
            </a:r>
            <a:r>
              <a:rPr lang="zh-CN" altLang="en-US" sz="1800" b="1" dirty="0" smtClean="0">
                <a:latin typeface="+mn-ea"/>
                <a:ea typeface="+mn-ea"/>
              </a:rPr>
              <a:t>周期、节拍、</a:t>
            </a:r>
            <a:r>
              <a:rPr lang="zh-CN" altLang="en-US" sz="1800" b="1" dirty="0">
                <a:latin typeface="+mn-ea"/>
                <a:ea typeface="+mn-ea"/>
              </a:rPr>
              <a:t>工作脉冲</a:t>
            </a:r>
            <a:r>
              <a:rPr lang="zh-CN" altLang="en-US" sz="1800" b="1" u="sng" dirty="0" smtClean="0">
                <a:latin typeface="+mn-ea"/>
                <a:ea typeface="+mn-ea"/>
              </a:rPr>
              <a:t>信号</a:t>
            </a:r>
            <a:r>
              <a:rPr lang="zh-CN" altLang="en-US" sz="1800" b="1" dirty="0" smtClean="0">
                <a:latin typeface="+mn-ea"/>
                <a:ea typeface="+mn-ea"/>
              </a:rPr>
              <a:t>各为</a:t>
            </a:r>
            <a:r>
              <a:rPr lang="zh-CN" altLang="en-US" sz="1800" b="1" dirty="0" smtClean="0">
                <a:solidFill>
                  <a:srgbClr val="FF3399"/>
                </a:solidFill>
                <a:latin typeface="+mn-ea"/>
                <a:ea typeface="+mn-ea"/>
              </a:rPr>
              <a:t>≥</a:t>
            </a:r>
            <a:r>
              <a:rPr lang="en-US" altLang="zh-CN" sz="1800" b="1" dirty="0" smtClean="0">
                <a:solidFill>
                  <a:srgbClr val="FF3399"/>
                </a:solidFill>
                <a:latin typeface="+mn-ea"/>
                <a:ea typeface="+mn-ea"/>
              </a:rPr>
              <a:t>6</a:t>
            </a:r>
            <a:r>
              <a:rPr lang="zh-CN" altLang="en-US" sz="1800" b="1" dirty="0" smtClean="0">
                <a:solidFill>
                  <a:srgbClr val="FF3399"/>
                </a:solidFill>
                <a:latin typeface="+mn-ea"/>
                <a:ea typeface="+mn-ea"/>
              </a:rPr>
              <a:t>个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含中断周期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1800" b="1" dirty="0" smtClean="0">
                <a:latin typeface="+mn-ea"/>
                <a:ea typeface="+mn-ea"/>
              </a:rPr>
              <a:t>、</a:t>
            </a:r>
            <a:r>
              <a:rPr lang="en-US" altLang="zh-CN" sz="1800" b="1" dirty="0" smtClean="0">
                <a:latin typeface="+mn-ea"/>
                <a:ea typeface="+mn-ea"/>
              </a:rPr>
              <a:t>4</a:t>
            </a:r>
            <a:r>
              <a:rPr lang="zh-CN" altLang="en-US" sz="1800" b="1" dirty="0" smtClean="0">
                <a:latin typeface="+mn-ea"/>
                <a:ea typeface="+mn-ea"/>
              </a:rPr>
              <a:t>个、</a:t>
            </a:r>
            <a:r>
              <a:rPr lang="en-US" altLang="zh-CN" sz="1800" b="1" dirty="0" smtClean="0">
                <a:latin typeface="+mn-ea"/>
                <a:ea typeface="+mn-ea"/>
              </a:rPr>
              <a:t>2</a:t>
            </a:r>
            <a:r>
              <a:rPr lang="zh-CN" altLang="en-US" sz="1800" b="1" dirty="0" smtClean="0">
                <a:latin typeface="+mn-ea"/>
                <a:ea typeface="+mn-ea"/>
              </a:rPr>
              <a:t>个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  <p:sp>
        <p:nvSpPr>
          <p:cNvPr id="18" name="Text Box 303"/>
          <p:cNvSpPr txBox="1">
            <a:spLocks noChangeArrowheads="1"/>
          </p:cNvSpPr>
          <p:nvPr/>
        </p:nvSpPr>
        <p:spPr bwMode="auto">
          <a:xfrm>
            <a:off x="2016125" y="2520315"/>
            <a:ext cx="6952615" cy="29648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表示</a:t>
            </a:r>
            <a:r>
              <a:rPr lang="zh-CN" altLang="en-US" sz="2200" b="1" dirty="0">
                <a:latin typeface="宋体" panose="02010600030101010101" pitchFamily="2" charset="-122"/>
              </a:rPr>
              <a:t>操作次序、操作类型，常为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后者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可简化电路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基于节拍脉冲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←节拍脉冲宽度～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uOP</a:t>
            </a:r>
            <a:r>
              <a:rPr lang="zh-CN" altLang="en-US" sz="1600" b="1" dirty="0">
                <a:latin typeface="宋体" panose="02010600030101010101" pitchFamily="2" charset="-122"/>
              </a:rPr>
              <a:t>时延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各级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信号组成，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多种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信号序列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      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满足不同指令需求→</a:t>
            </a:r>
            <a:r>
              <a:rPr lang="zh-CN" altLang="en-US" sz="1600" dirty="0">
                <a:latin typeface="宋体" panose="02010600030101010101" pitchFamily="2" charset="-122"/>
                <a:sym typeface="+mn-ea"/>
              </a:rPr>
              <a:t>┼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权衡性能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成本</a:t>
            </a:r>
            <a:endParaRPr lang="zh-CN" altLang="en-US" sz="1600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→每级信号的个数可不同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   </a:t>
            </a: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zh-CN" altLang="en-US" sz="2200" b="1" u="sng" dirty="0">
                <a:latin typeface="宋体" panose="02010600030101010101" pitchFamily="2" charset="-122"/>
              </a:rPr>
              <a:t>定长型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每级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含所有信号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变长型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每级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含部分信号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←1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种序列时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＞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种序列时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        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工作脉冲均为定长型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数量少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简化实现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49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15817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6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47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1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308652" y="650983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44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26" name="Text Box 303"/>
          <p:cNvSpPr txBox="1">
            <a:spLocks noChangeArrowheads="1"/>
          </p:cNvSpPr>
          <p:nvPr/>
        </p:nvSpPr>
        <p:spPr bwMode="auto">
          <a:xfrm>
            <a:off x="179512" y="360000"/>
            <a:ext cx="7916688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*现代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计算机的时序系统组织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信号个数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信号功能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信号定时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信号序列组成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643" name="Text Box 303"/>
          <p:cNvSpPr txBox="1">
            <a:spLocks noChangeArrowheads="1"/>
          </p:cNvSpPr>
          <p:nvPr/>
        </p:nvSpPr>
        <p:spPr bwMode="auto">
          <a:xfrm>
            <a:off x="2195736" y="792000"/>
            <a:ext cx="6768752" cy="20053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两级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时序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节拍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工作脉冲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各级按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最复杂情况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设置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常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表示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操作类型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←可</a:t>
            </a:r>
            <a:r>
              <a:rPr lang="zh-CN" altLang="en-US" sz="1600" b="1" dirty="0">
                <a:latin typeface="宋体" panose="02010600030101010101" pitchFamily="2" charset="-122"/>
              </a:rPr>
              <a:t>简化电路</a:t>
            </a:r>
            <a:endParaRPr lang="en-US" altLang="zh-CN" b="1" u="sng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基于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节拍脉冲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    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←节拍周期＝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uOP</a:t>
            </a:r>
            <a:r>
              <a:rPr lang="zh-CN" altLang="en-US" sz="1600" b="1" dirty="0">
                <a:latin typeface="宋体" panose="02010600030101010101" pitchFamily="2" charset="-122"/>
              </a:rPr>
              <a:t>时延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常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有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多种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节拍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为变长型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工作脉冲为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定长型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←＝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uOP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时延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      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←简化实现</a:t>
            </a:r>
            <a:endParaRPr lang="zh-CN" altLang="en-US" sz="1600" dirty="0" smtClean="0"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619672" y="4653389"/>
            <a:ext cx="1297310" cy="1728192"/>
            <a:chOff x="1619672" y="4576358"/>
            <a:chExt cx="1297310" cy="1728192"/>
          </a:xfrm>
        </p:grpSpPr>
        <p:sp>
          <p:nvSpPr>
            <p:cNvPr id="644" name="Text Box 108"/>
            <p:cNvSpPr txBox="1">
              <a:spLocks noChangeArrowheads="1"/>
            </p:cNvSpPr>
            <p:nvPr/>
          </p:nvSpPr>
          <p:spPr bwMode="auto">
            <a:xfrm>
              <a:off x="1619672" y="4576358"/>
              <a:ext cx="1297310" cy="17281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3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4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spc="-200" dirty="0">
                  <a:latin typeface="+mn-ea"/>
                  <a:cs typeface="Times New Roman" panose="02020603050405020304" pitchFamily="18" charset="0"/>
                </a:rPr>
                <a:t>(</a:t>
              </a:r>
              <a:r>
                <a:rPr lang="zh-CN" altLang="en-US" sz="1600" b="1" spc="-200" dirty="0">
                  <a:latin typeface="+mn-ea"/>
                  <a:cs typeface="Times New Roman" panose="02020603050405020304" pitchFamily="18" charset="0"/>
                </a:rPr>
                <a:t>中断周期</a:t>
              </a:r>
              <a:r>
                <a:rPr lang="en-US" altLang="zh-CN" sz="1600" b="1" dirty="0" smtClean="0">
                  <a:latin typeface="+mn-ea"/>
                  <a:cs typeface="Times New Roman" panose="02020603050405020304" pitchFamily="18" charset="0"/>
                </a:rPr>
                <a:t>) T</a:t>
              </a:r>
              <a:r>
                <a:rPr lang="en-US" altLang="zh-CN" sz="1600" b="1" baseline="-18000" dirty="0" smtClean="0">
                  <a:latin typeface="+mn-ea"/>
                  <a:cs typeface="Times New Roman" panose="02020603050405020304" pitchFamily="18" charset="0"/>
                </a:rPr>
                <a:t>5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CP) P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baseline="-14000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CP) P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cxnSp>
          <p:nvCxnSpPr>
            <p:cNvPr id="324" name="直接连接符 323"/>
            <p:cNvCxnSpPr/>
            <p:nvPr/>
          </p:nvCxnSpPr>
          <p:spPr>
            <a:xfrm flipH="1">
              <a:off x="2316892" y="6102380"/>
              <a:ext cx="196385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5" name="Text Box 303"/>
          <p:cNvSpPr txBox="1">
            <a:spLocks noChangeArrowheads="1"/>
          </p:cNvSpPr>
          <p:nvPr/>
        </p:nvSpPr>
        <p:spPr bwMode="auto">
          <a:xfrm>
            <a:off x="179512" y="2637165"/>
            <a:ext cx="8136904" cy="15278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例：</a:t>
            </a:r>
            <a:r>
              <a:rPr lang="zh-CN" altLang="en-US" sz="2000" b="1" dirty="0">
                <a:latin typeface="宋体" panose="02010600030101010101" pitchFamily="2" charset="-122"/>
              </a:rPr>
              <a:t>若时序系统支持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7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条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MIPS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指令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P47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状态转换图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及中断处理，则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信号个数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为：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          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信号功能</a:t>
            </a:r>
            <a:r>
              <a:rPr lang="zh-CN" altLang="en-US" sz="2000" b="1" dirty="0">
                <a:latin typeface="宋体" panose="02010600030101010101" pitchFamily="2" charset="-122"/>
              </a:rPr>
              <a:t>为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：            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信号定时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为：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         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信号序列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为：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327" name="Text Box 303"/>
          <p:cNvSpPr txBox="1">
            <a:spLocks noChangeArrowheads="1"/>
          </p:cNvSpPr>
          <p:nvPr/>
        </p:nvSpPr>
        <p:spPr bwMode="auto">
          <a:xfrm>
            <a:off x="3060065" y="2988310"/>
            <a:ext cx="5810250" cy="11772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≥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6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个节拍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含中断处理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个工作脉冲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DP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仅使用</a:t>
            </a:r>
            <a:r>
              <a:rPr lang="zh-CN" altLang="en-US" sz="1600" b="1" dirty="0" smtClean="0">
                <a:cs typeface="Times New Roman" panose="02020603050405020304" pitchFamily="18" charset="0"/>
              </a:rPr>
              <a:t>↑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和</a:t>
            </a:r>
            <a:r>
              <a:rPr lang="zh-CN" altLang="en-US" sz="1600" b="1" dirty="0" smtClean="0">
                <a:cs typeface="Times New Roman" panose="02020603050405020304" pitchFamily="18" charset="0"/>
              </a:rPr>
              <a:t>↓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操作类型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种序列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节拍信号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可变</a:t>
            </a:r>
            <a:r>
              <a:rPr lang="en-US" sz="1600" b="1" dirty="0" smtClean="0">
                <a:latin typeface="宋体" panose="02010600030101010101" pitchFamily="2" charset="-122"/>
              </a:rPr>
              <a:t>&amp;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全部工作脉冲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←有多种方案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452" name="Text Box 108"/>
          <p:cNvSpPr txBox="1">
            <a:spLocks noChangeArrowheads="1"/>
          </p:cNvSpPr>
          <p:nvPr/>
        </p:nvSpPr>
        <p:spPr bwMode="auto">
          <a:xfrm>
            <a:off x="6300192" y="3414391"/>
            <a:ext cx="1512168" cy="3203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l"/>
            <a:r>
              <a:rPr lang="zh-CN" altLang="en-US" sz="2000" b="1" dirty="0" smtClean="0">
                <a:latin typeface="宋体" panose="02010600030101010101" pitchFamily="2" charset="-122"/>
              </a:rPr>
              <a:t>节拍脉冲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CP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646" name="组合 645"/>
          <p:cNvGrpSpPr/>
          <p:nvPr/>
        </p:nvGrpSpPr>
        <p:grpSpPr>
          <a:xfrm>
            <a:off x="1618506" y="4392000"/>
            <a:ext cx="6480720" cy="283262"/>
            <a:chOff x="1618506" y="4369874"/>
            <a:chExt cx="6480720" cy="283262"/>
          </a:xfrm>
        </p:grpSpPr>
        <p:cxnSp>
          <p:nvCxnSpPr>
            <p:cNvPr id="647" name="直接连接符 646"/>
            <p:cNvCxnSpPr/>
            <p:nvPr/>
          </p:nvCxnSpPr>
          <p:spPr>
            <a:xfrm>
              <a:off x="3203848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直接连接符 647"/>
            <p:cNvCxnSpPr/>
            <p:nvPr/>
          </p:nvCxnSpPr>
          <p:spPr>
            <a:xfrm>
              <a:off x="3060998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直接连接符 648"/>
            <p:cNvCxnSpPr/>
            <p:nvPr/>
          </p:nvCxnSpPr>
          <p:spPr>
            <a:xfrm>
              <a:off x="3060998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直接连接符 649"/>
            <p:cNvCxnSpPr/>
            <p:nvPr/>
          </p:nvCxnSpPr>
          <p:spPr>
            <a:xfrm>
              <a:off x="2988990" y="4581128"/>
              <a:ext cx="7200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直接连接符 650"/>
            <p:cNvCxnSpPr/>
            <p:nvPr/>
          </p:nvCxnSpPr>
          <p:spPr>
            <a:xfrm>
              <a:off x="3203848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直接连接符 651"/>
            <p:cNvCxnSpPr/>
            <p:nvPr/>
          </p:nvCxnSpPr>
          <p:spPr>
            <a:xfrm>
              <a:off x="3490714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直接连接符 652"/>
            <p:cNvCxnSpPr/>
            <p:nvPr/>
          </p:nvCxnSpPr>
          <p:spPr>
            <a:xfrm>
              <a:off x="3347864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直接连接符 653"/>
            <p:cNvCxnSpPr/>
            <p:nvPr/>
          </p:nvCxnSpPr>
          <p:spPr>
            <a:xfrm>
              <a:off x="3347864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直接连接符 654"/>
            <p:cNvCxnSpPr/>
            <p:nvPr/>
          </p:nvCxnSpPr>
          <p:spPr>
            <a:xfrm>
              <a:off x="3490714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直接连接符 655"/>
            <p:cNvCxnSpPr/>
            <p:nvPr/>
          </p:nvCxnSpPr>
          <p:spPr>
            <a:xfrm>
              <a:off x="3779912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直接连接符 656"/>
            <p:cNvCxnSpPr/>
            <p:nvPr/>
          </p:nvCxnSpPr>
          <p:spPr>
            <a:xfrm>
              <a:off x="3637062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直接连接符 657"/>
            <p:cNvCxnSpPr/>
            <p:nvPr/>
          </p:nvCxnSpPr>
          <p:spPr>
            <a:xfrm>
              <a:off x="3637062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直接连接符 658"/>
            <p:cNvCxnSpPr/>
            <p:nvPr/>
          </p:nvCxnSpPr>
          <p:spPr>
            <a:xfrm>
              <a:off x="3779912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直接连接符 659"/>
            <p:cNvCxnSpPr/>
            <p:nvPr/>
          </p:nvCxnSpPr>
          <p:spPr>
            <a:xfrm>
              <a:off x="4066778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直接连接符 660"/>
            <p:cNvCxnSpPr/>
            <p:nvPr/>
          </p:nvCxnSpPr>
          <p:spPr>
            <a:xfrm>
              <a:off x="3923928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直接连接符 661"/>
            <p:cNvCxnSpPr/>
            <p:nvPr/>
          </p:nvCxnSpPr>
          <p:spPr>
            <a:xfrm>
              <a:off x="3923928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直接连接符 662"/>
            <p:cNvCxnSpPr/>
            <p:nvPr/>
          </p:nvCxnSpPr>
          <p:spPr>
            <a:xfrm>
              <a:off x="4066778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直接连接符 663"/>
            <p:cNvCxnSpPr/>
            <p:nvPr/>
          </p:nvCxnSpPr>
          <p:spPr>
            <a:xfrm>
              <a:off x="4354810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直接连接符 664"/>
            <p:cNvCxnSpPr/>
            <p:nvPr/>
          </p:nvCxnSpPr>
          <p:spPr>
            <a:xfrm>
              <a:off x="4211960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直接连接符 665"/>
            <p:cNvCxnSpPr/>
            <p:nvPr/>
          </p:nvCxnSpPr>
          <p:spPr>
            <a:xfrm>
              <a:off x="4211960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直接连接符 666"/>
            <p:cNvCxnSpPr/>
            <p:nvPr/>
          </p:nvCxnSpPr>
          <p:spPr>
            <a:xfrm>
              <a:off x="4354810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直接连接符 667"/>
            <p:cNvCxnSpPr/>
            <p:nvPr/>
          </p:nvCxnSpPr>
          <p:spPr>
            <a:xfrm>
              <a:off x="4641676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直接连接符 668"/>
            <p:cNvCxnSpPr/>
            <p:nvPr/>
          </p:nvCxnSpPr>
          <p:spPr>
            <a:xfrm>
              <a:off x="4498826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直接连接符 669"/>
            <p:cNvCxnSpPr/>
            <p:nvPr/>
          </p:nvCxnSpPr>
          <p:spPr>
            <a:xfrm>
              <a:off x="4498826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直接连接符 670"/>
            <p:cNvCxnSpPr/>
            <p:nvPr/>
          </p:nvCxnSpPr>
          <p:spPr>
            <a:xfrm>
              <a:off x="4641676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直接连接符 671"/>
            <p:cNvCxnSpPr/>
            <p:nvPr/>
          </p:nvCxnSpPr>
          <p:spPr>
            <a:xfrm>
              <a:off x="4930874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直接连接符 672"/>
            <p:cNvCxnSpPr/>
            <p:nvPr/>
          </p:nvCxnSpPr>
          <p:spPr>
            <a:xfrm>
              <a:off x="4788024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直接连接符 673"/>
            <p:cNvCxnSpPr/>
            <p:nvPr/>
          </p:nvCxnSpPr>
          <p:spPr>
            <a:xfrm>
              <a:off x="4788024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直接连接符 674"/>
            <p:cNvCxnSpPr/>
            <p:nvPr/>
          </p:nvCxnSpPr>
          <p:spPr>
            <a:xfrm>
              <a:off x="4930874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直接连接符 675"/>
            <p:cNvCxnSpPr/>
            <p:nvPr/>
          </p:nvCxnSpPr>
          <p:spPr>
            <a:xfrm>
              <a:off x="5217740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直接连接符 676"/>
            <p:cNvCxnSpPr/>
            <p:nvPr/>
          </p:nvCxnSpPr>
          <p:spPr>
            <a:xfrm>
              <a:off x="5074890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直接连接符 677"/>
            <p:cNvCxnSpPr/>
            <p:nvPr/>
          </p:nvCxnSpPr>
          <p:spPr>
            <a:xfrm>
              <a:off x="5074890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直接连接符 678"/>
            <p:cNvCxnSpPr/>
            <p:nvPr/>
          </p:nvCxnSpPr>
          <p:spPr>
            <a:xfrm>
              <a:off x="5217740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直接连接符 679"/>
            <p:cNvCxnSpPr/>
            <p:nvPr/>
          </p:nvCxnSpPr>
          <p:spPr>
            <a:xfrm>
              <a:off x="5506938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直接连接符 680"/>
            <p:cNvCxnSpPr/>
            <p:nvPr/>
          </p:nvCxnSpPr>
          <p:spPr>
            <a:xfrm>
              <a:off x="5364088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直接连接符 681"/>
            <p:cNvCxnSpPr/>
            <p:nvPr/>
          </p:nvCxnSpPr>
          <p:spPr>
            <a:xfrm>
              <a:off x="5364088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直接连接符 682"/>
            <p:cNvCxnSpPr/>
            <p:nvPr/>
          </p:nvCxnSpPr>
          <p:spPr>
            <a:xfrm>
              <a:off x="5506938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直接连接符 683"/>
            <p:cNvCxnSpPr/>
            <p:nvPr/>
          </p:nvCxnSpPr>
          <p:spPr>
            <a:xfrm>
              <a:off x="5796136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直接连接符 684"/>
            <p:cNvCxnSpPr/>
            <p:nvPr/>
          </p:nvCxnSpPr>
          <p:spPr>
            <a:xfrm>
              <a:off x="5653286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直接连接符 685"/>
            <p:cNvCxnSpPr/>
            <p:nvPr/>
          </p:nvCxnSpPr>
          <p:spPr>
            <a:xfrm>
              <a:off x="5653286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直接连接符 686"/>
            <p:cNvCxnSpPr/>
            <p:nvPr/>
          </p:nvCxnSpPr>
          <p:spPr>
            <a:xfrm>
              <a:off x="5796136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直接连接符 687"/>
            <p:cNvCxnSpPr/>
            <p:nvPr/>
          </p:nvCxnSpPr>
          <p:spPr>
            <a:xfrm>
              <a:off x="6083002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直接连接符 688"/>
            <p:cNvCxnSpPr/>
            <p:nvPr/>
          </p:nvCxnSpPr>
          <p:spPr>
            <a:xfrm>
              <a:off x="5940152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直接连接符 689"/>
            <p:cNvCxnSpPr/>
            <p:nvPr/>
          </p:nvCxnSpPr>
          <p:spPr>
            <a:xfrm>
              <a:off x="5940152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直接连接符 690"/>
            <p:cNvCxnSpPr/>
            <p:nvPr/>
          </p:nvCxnSpPr>
          <p:spPr>
            <a:xfrm>
              <a:off x="6083002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直接连接符 691"/>
            <p:cNvCxnSpPr/>
            <p:nvPr/>
          </p:nvCxnSpPr>
          <p:spPr>
            <a:xfrm>
              <a:off x="6371034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直接连接符 692"/>
            <p:cNvCxnSpPr/>
            <p:nvPr/>
          </p:nvCxnSpPr>
          <p:spPr>
            <a:xfrm>
              <a:off x="6228184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直接连接符 693"/>
            <p:cNvCxnSpPr/>
            <p:nvPr/>
          </p:nvCxnSpPr>
          <p:spPr>
            <a:xfrm>
              <a:off x="6228184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直接连接符 694"/>
            <p:cNvCxnSpPr/>
            <p:nvPr/>
          </p:nvCxnSpPr>
          <p:spPr>
            <a:xfrm>
              <a:off x="6371034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直接连接符 695"/>
            <p:cNvCxnSpPr/>
            <p:nvPr/>
          </p:nvCxnSpPr>
          <p:spPr>
            <a:xfrm>
              <a:off x="6657900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直接连接符 696"/>
            <p:cNvCxnSpPr/>
            <p:nvPr/>
          </p:nvCxnSpPr>
          <p:spPr>
            <a:xfrm>
              <a:off x="6515050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直接连接符 697"/>
            <p:cNvCxnSpPr/>
            <p:nvPr/>
          </p:nvCxnSpPr>
          <p:spPr>
            <a:xfrm>
              <a:off x="6515050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直接连接符 698"/>
            <p:cNvCxnSpPr/>
            <p:nvPr/>
          </p:nvCxnSpPr>
          <p:spPr>
            <a:xfrm>
              <a:off x="6657900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直接连接符 699"/>
            <p:cNvCxnSpPr/>
            <p:nvPr/>
          </p:nvCxnSpPr>
          <p:spPr>
            <a:xfrm>
              <a:off x="6947098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直接连接符 700"/>
            <p:cNvCxnSpPr/>
            <p:nvPr/>
          </p:nvCxnSpPr>
          <p:spPr>
            <a:xfrm>
              <a:off x="6804248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直接连接符 701"/>
            <p:cNvCxnSpPr/>
            <p:nvPr/>
          </p:nvCxnSpPr>
          <p:spPr>
            <a:xfrm>
              <a:off x="6804248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直接连接符 702"/>
            <p:cNvCxnSpPr/>
            <p:nvPr/>
          </p:nvCxnSpPr>
          <p:spPr>
            <a:xfrm>
              <a:off x="6947098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直接连接符 703"/>
            <p:cNvCxnSpPr/>
            <p:nvPr/>
          </p:nvCxnSpPr>
          <p:spPr>
            <a:xfrm>
              <a:off x="7233964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直接连接符 704"/>
            <p:cNvCxnSpPr/>
            <p:nvPr/>
          </p:nvCxnSpPr>
          <p:spPr>
            <a:xfrm>
              <a:off x="7091114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直接连接符 705"/>
            <p:cNvCxnSpPr/>
            <p:nvPr/>
          </p:nvCxnSpPr>
          <p:spPr>
            <a:xfrm>
              <a:off x="7091114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直接连接符 706"/>
            <p:cNvCxnSpPr/>
            <p:nvPr/>
          </p:nvCxnSpPr>
          <p:spPr>
            <a:xfrm>
              <a:off x="7233964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直接连接符 707"/>
            <p:cNvCxnSpPr/>
            <p:nvPr/>
          </p:nvCxnSpPr>
          <p:spPr>
            <a:xfrm>
              <a:off x="7523162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直接连接符 708"/>
            <p:cNvCxnSpPr/>
            <p:nvPr/>
          </p:nvCxnSpPr>
          <p:spPr>
            <a:xfrm>
              <a:off x="7380312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直接连接符 709"/>
            <p:cNvCxnSpPr/>
            <p:nvPr/>
          </p:nvCxnSpPr>
          <p:spPr>
            <a:xfrm>
              <a:off x="7380312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直接连接符 710"/>
            <p:cNvCxnSpPr/>
            <p:nvPr/>
          </p:nvCxnSpPr>
          <p:spPr>
            <a:xfrm>
              <a:off x="7523162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直接连接符 711"/>
            <p:cNvCxnSpPr/>
            <p:nvPr/>
          </p:nvCxnSpPr>
          <p:spPr>
            <a:xfrm>
              <a:off x="7812360" y="4441882"/>
              <a:ext cx="0" cy="13924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直接连接符 712"/>
            <p:cNvCxnSpPr/>
            <p:nvPr/>
          </p:nvCxnSpPr>
          <p:spPr>
            <a:xfrm>
              <a:off x="7669510" y="4437112"/>
              <a:ext cx="142850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直接连接符 713"/>
            <p:cNvCxnSpPr/>
            <p:nvPr/>
          </p:nvCxnSpPr>
          <p:spPr>
            <a:xfrm>
              <a:off x="7669510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直接连接符 714"/>
            <p:cNvCxnSpPr/>
            <p:nvPr/>
          </p:nvCxnSpPr>
          <p:spPr>
            <a:xfrm>
              <a:off x="7812360" y="4581128"/>
              <a:ext cx="14518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直接连接符 715"/>
            <p:cNvCxnSpPr/>
            <p:nvPr/>
          </p:nvCxnSpPr>
          <p:spPr>
            <a:xfrm>
              <a:off x="7956376" y="4437112"/>
              <a:ext cx="0" cy="144016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直接连接符 716"/>
            <p:cNvCxnSpPr/>
            <p:nvPr/>
          </p:nvCxnSpPr>
          <p:spPr>
            <a:xfrm>
              <a:off x="7957542" y="4437112"/>
              <a:ext cx="14168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8" name="Text Box 108"/>
            <p:cNvSpPr txBox="1">
              <a:spLocks noChangeArrowheads="1"/>
            </p:cNvSpPr>
            <p:nvPr/>
          </p:nvSpPr>
          <p:spPr bwMode="auto">
            <a:xfrm>
              <a:off x="1618506" y="4369874"/>
              <a:ext cx="1297310" cy="28326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/>
              <a:r>
                <a:rPr lang="zh-CN" altLang="en-US" sz="16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节拍脉冲 </a:t>
              </a:r>
              <a:r>
                <a:rPr lang="en-US" altLang="zh-CN" sz="16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CP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19" name="组合 718"/>
          <p:cNvGrpSpPr/>
          <p:nvPr/>
        </p:nvGrpSpPr>
        <p:grpSpPr>
          <a:xfrm>
            <a:off x="2913484" y="4176000"/>
            <a:ext cx="5186908" cy="2232248"/>
            <a:chOff x="2913484" y="4149080"/>
            <a:chExt cx="5186908" cy="2232248"/>
          </a:xfrm>
        </p:grpSpPr>
        <p:cxnSp>
          <p:nvCxnSpPr>
            <p:cNvPr id="720" name="直接连接符 719"/>
            <p:cNvCxnSpPr/>
            <p:nvPr/>
          </p:nvCxnSpPr>
          <p:spPr>
            <a:xfrm>
              <a:off x="7668344" y="4581128"/>
              <a:ext cx="2332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直接连接符 720"/>
            <p:cNvCxnSpPr/>
            <p:nvPr/>
          </p:nvCxnSpPr>
          <p:spPr>
            <a:xfrm>
              <a:off x="5652120" y="4581128"/>
              <a:ext cx="2332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直接连接符 721"/>
            <p:cNvCxnSpPr/>
            <p:nvPr/>
          </p:nvCxnSpPr>
          <p:spPr>
            <a:xfrm flipH="1">
              <a:off x="3060415" y="4581128"/>
              <a:ext cx="583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直接连接符 722"/>
            <p:cNvCxnSpPr/>
            <p:nvPr/>
          </p:nvCxnSpPr>
          <p:spPr>
            <a:xfrm flipH="1">
              <a:off x="4209628" y="4581128"/>
              <a:ext cx="2332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4" name="TextBox 723"/>
            <p:cNvSpPr txBox="1"/>
            <p:nvPr/>
          </p:nvSpPr>
          <p:spPr>
            <a:xfrm>
              <a:off x="3062165" y="4149080"/>
              <a:ext cx="114979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R-</a:t>
              </a:r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725" name="直接连接符 724"/>
            <p:cNvCxnSpPr/>
            <p:nvPr/>
          </p:nvCxnSpPr>
          <p:spPr>
            <a:xfrm>
              <a:off x="3060998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连接符 725"/>
            <p:cNvCxnSpPr/>
            <p:nvPr/>
          </p:nvCxnSpPr>
          <p:spPr>
            <a:xfrm>
              <a:off x="3347864" y="465790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连接符 726"/>
            <p:cNvCxnSpPr/>
            <p:nvPr/>
          </p:nvCxnSpPr>
          <p:spPr>
            <a:xfrm>
              <a:off x="3060998" y="465313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连接符 727"/>
            <p:cNvCxnSpPr/>
            <p:nvPr/>
          </p:nvCxnSpPr>
          <p:spPr>
            <a:xfrm>
              <a:off x="3060998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直接连接符 728"/>
            <p:cNvCxnSpPr/>
            <p:nvPr/>
          </p:nvCxnSpPr>
          <p:spPr>
            <a:xfrm>
              <a:off x="2988990" y="4797152"/>
              <a:ext cx="7200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直接连接符 729"/>
            <p:cNvCxnSpPr/>
            <p:nvPr/>
          </p:nvCxnSpPr>
          <p:spPr>
            <a:xfrm>
              <a:off x="3347864" y="479715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直接连接符 730"/>
            <p:cNvCxnSpPr/>
            <p:nvPr/>
          </p:nvCxnSpPr>
          <p:spPr>
            <a:xfrm>
              <a:off x="5360826" y="5440454"/>
              <a:ext cx="1154224" cy="477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直接连接符 731"/>
            <p:cNvCxnSpPr/>
            <p:nvPr/>
          </p:nvCxnSpPr>
          <p:spPr>
            <a:xfrm>
              <a:off x="4211960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直接连接符 732"/>
            <p:cNvCxnSpPr/>
            <p:nvPr/>
          </p:nvCxnSpPr>
          <p:spPr>
            <a:xfrm flipH="1">
              <a:off x="4209628" y="4259188"/>
              <a:ext cx="14518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直接连接符 733"/>
            <p:cNvCxnSpPr/>
            <p:nvPr/>
          </p:nvCxnSpPr>
          <p:spPr>
            <a:xfrm flipV="1">
              <a:off x="2988990" y="5440454"/>
              <a:ext cx="2087066" cy="477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直接连接符 734"/>
            <p:cNvCxnSpPr/>
            <p:nvPr/>
          </p:nvCxnSpPr>
          <p:spPr>
            <a:xfrm flipH="1">
              <a:off x="6800750" y="4581128"/>
              <a:ext cx="3498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6" name="TextBox 735"/>
            <p:cNvSpPr txBox="1"/>
            <p:nvPr/>
          </p:nvSpPr>
          <p:spPr>
            <a:xfrm>
              <a:off x="4354810" y="4149080"/>
              <a:ext cx="1153294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 err="1"/>
                <a:t>lw</a:t>
              </a:r>
              <a:r>
                <a:rPr lang="zh-CN" altLang="en-US" dirty="0"/>
                <a:t>指令周期</a:t>
              </a:r>
              <a:endParaRPr lang="zh-CN" altLang="en-US" dirty="0"/>
            </a:p>
          </p:txBody>
        </p:sp>
        <p:cxnSp>
          <p:nvCxnSpPr>
            <p:cNvPr id="737" name="直接连接符 736"/>
            <p:cNvCxnSpPr/>
            <p:nvPr/>
          </p:nvCxnSpPr>
          <p:spPr>
            <a:xfrm flipV="1">
              <a:off x="5508104" y="4259188"/>
              <a:ext cx="146348" cy="2292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连接符 737"/>
            <p:cNvCxnSpPr/>
            <p:nvPr/>
          </p:nvCxnSpPr>
          <p:spPr>
            <a:xfrm>
              <a:off x="5652120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9" name="TextBox 738"/>
            <p:cNvSpPr txBox="1"/>
            <p:nvPr/>
          </p:nvSpPr>
          <p:spPr>
            <a:xfrm>
              <a:off x="5652120" y="4149080"/>
              <a:ext cx="115212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 err="1"/>
                <a:t>sw</a:t>
              </a:r>
              <a:r>
                <a:rPr lang="zh-CN" altLang="en-US" dirty="0"/>
                <a:t>指令周期</a:t>
              </a:r>
              <a:endParaRPr lang="zh-CN" altLang="en-US" dirty="0"/>
            </a:p>
          </p:txBody>
        </p:sp>
        <p:cxnSp>
          <p:nvCxnSpPr>
            <p:cNvPr id="740" name="直接连接符 739"/>
            <p:cNvCxnSpPr/>
            <p:nvPr/>
          </p:nvCxnSpPr>
          <p:spPr>
            <a:xfrm>
              <a:off x="6804248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1" name="TextBox 740"/>
            <p:cNvSpPr txBox="1"/>
            <p:nvPr/>
          </p:nvSpPr>
          <p:spPr>
            <a:xfrm>
              <a:off x="6804248" y="4149080"/>
              <a:ext cx="859904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90000"/>
                </a:lnSpc>
                <a:defRPr sz="1600" b="1">
                  <a:latin typeface="+mn-ea"/>
                  <a:ea typeface="+mn-ea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 err="1"/>
                <a:t>beq</a:t>
              </a:r>
              <a:r>
                <a:rPr lang="zh-CN" altLang="en-US" dirty="0" smtClean="0"/>
                <a:t>指令</a:t>
              </a:r>
              <a:endParaRPr lang="zh-CN" altLang="en-US" dirty="0"/>
            </a:p>
          </p:txBody>
        </p:sp>
        <p:cxnSp>
          <p:nvCxnSpPr>
            <p:cNvPr id="742" name="直接连接符 741"/>
            <p:cNvCxnSpPr/>
            <p:nvPr/>
          </p:nvCxnSpPr>
          <p:spPr>
            <a:xfrm>
              <a:off x="3635896" y="4873930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连接符 742"/>
            <p:cNvCxnSpPr/>
            <p:nvPr/>
          </p:nvCxnSpPr>
          <p:spPr>
            <a:xfrm>
              <a:off x="3349030" y="4869160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直接连接符 743"/>
            <p:cNvCxnSpPr/>
            <p:nvPr/>
          </p:nvCxnSpPr>
          <p:spPr>
            <a:xfrm>
              <a:off x="3349030" y="4869160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直接连接符 744"/>
            <p:cNvCxnSpPr/>
            <p:nvPr/>
          </p:nvCxnSpPr>
          <p:spPr>
            <a:xfrm>
              <a:off x="2987824" y="5013176"/>
              <a:ext cx="36120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直接连接符 745"/>
            <p:cNvCxnSpPr/>
            <p:nvPr/>
          </p:nvCxnSpPr>
          <p:spPr>
            <a:xfrm>
              <a:off x="3635896" y="5013176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直接连接符 746"/>
            <p:cNvCxnSpPr/>
            <p:nvPr/>
          </p:nvCxnSpPr>
          <p:spPr>
            <a:xfrm>
              <a:off x="3923928" y="5089954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直接连接符 747"/>
            <p:cNvCxnSpPr/>
            <p:nvPr/>
          </p:nvCxnSpPr>
          <p:spPr>
            <a:xfrm>
              <a:off x="3637062" y="5085184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直接连接符 748"/>
            <p:cNvCxnSpPr/>
            <p:nvPr/>
          </p:nvCxnSpPr>
          <p:spPr>
            <a:xfrm>
              <a:off x="3637062" y="5085184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直接连接符 749"/>
            <p:cNvCxnSpPr/>
            <p:nvPr/>
          </p:nvCxnSpPr>
          <p:spPr>
            <a:xfrm>
              <a:off x="2987824" y="5229200"/>
              <a:ext cx="64923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直接连接符 750"/>
            <p:cNvCxnSpPr/>
            <p:nvPr/>
          </p:nvCxnSpPr>
          <p:spPr>
            <a:xfrm>
              <a:off x="3923928" y="5229200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直接连接符 751"/>
            <p:cNvCxnSpPr/>
            <p:nvPr/>
          </p:nvCxnSpPr>
          <p:spPr>
            <a:xfrm>
              <a:off x="4211960" y="5522002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直接连接符 752"/>
            <p:cNvCxnSpPr/>
            <p:nvPr/>
          </p:nvCxnSpPr>
          <p:spPr>
            <a:xfrm>
              <a:off x="3925094" y="5517232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直接连接符 753"/>
            <p:cNvCxnSpPr/>
            <p:nvPr/>
          </p:nvCxnSpPr>
          <p:spPr>
            <a:xfrm>
              <a:off x="3925094" y="5517232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直接连接符 754"/>
            <p:cNvCxnSpPr/>
            <p:nvPr/>
          </p:nvCxnSpPr>
          <p:spPr>
            <a:xfrm>
              <a:off x="2987824" y="5661248"/>
              <a:ext cx="93727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直接连接符 755"/>
            <p:cNvCxnSpPr/>
            <p:nvPr/>
          </p:nvCxnSpPr>
          <p:spPr>
            <a:xfrm>
              <a:off x="4211960" y="5661248"/>
              <a:ext cx="115096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直接连接符 756"/>
            <p:cNvCxnSpPr/>
            <p:nvPr/>
          </p:nvCxnSpPr>
          <p:spPr>
            <a:xfrm>
              <a:off x="4498826" y="465790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直接连接符 757"/>
            <p:cNvCxnSpPr/>
            <p:nvPr/>
          </p:nvCxnSpPr>
          <p:spPr>
            <a:xfrm>
              <a:off x="4211960" y="465313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直接连接符 758"/>
            <p:cNvCxnSpPr/>
            <p:nvPr/>
          </p:nvCxnSpPr>
          <p:spPr>
            <a:xfrm>
              <a:off x="4211960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直接连接符 759"/>
            <p:cNvCxnSpPr/>
            <p:nvPr/>
          </p:nvCxnSpPr>
          <p:spPr>
            <a:xfrm>
              <a:off x="4498826" y="4797152"/>
              <a:ext cx="115212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直接连接符 760"/>
            <p:cNvCxnSpPr/>
            <p:nvPr/>
          </p:nvCxnSpPr>
          <p:spPr>
            <a:xfrm>
              <a:off x="4786858" y="4873930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直接连接符 761"/>
            <p:cNvCxnSpPr/>
            <p:nvPr/>
          </p:nvCxnSpPr>
          <p:spPr>
            <a:xfrm>
              <a:off x="4499992" y="4869160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直接连接符 762"/>
            <p:cNvCxnSpPr/>
            <p:nvPr/>
          </p:nvCxnSpPr>
          <p:spPr>
            <a:xfrm>
              <a:off x="4499992" y="4869160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直接连接符 763"/>
            <p:cNvCxnSpPr/>
            <p:nvPr/>
          </p:nvCxnSpPr>
          <p:spPr>
            <a:xfrm>
              <a:off x="4786858" y="5013176"/>
              <a:ext cx="1152711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直接连接符 764"/>
            <p:cNvCxnSpPr/>
            <p:nvPr/>
          </p:nvCxnSpPr>
          <p:spPr>
            <a:xfrm>
              <a:off x="5074890" y="5089954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直接连接符 765"/>
            <p:cNvCxnSpPr/>
            <p:nvPr/>
          </p:nvCxnSpPr>
          <p:spPr>
            <a:xfrm>
              <a:off x="4788024" y="5085184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直接连接符 766"/>
            <p:cNvCxnSpPr/>
            <p:nvPr/>
          </p:nvCxnSpPr>
          <p:spPr>
            <a:xfrm>
              <a:off x="4788024" y="5085184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直接连接符 767"/>
            <p:cNvCxnSpPr/>
            <p:nvPr/>
          </p:nvCxnSpPr>
          <p:spPr>
            <a:xfrm>
              <a:off x="5074890" y="5229200"/>
              <a:ext cx="115329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直接连接符 768"/>
            <p:cNvCxnSpPr/>
            <p:nvPr/>
          </p:nvCxnSpPr>
          <p:spPr>
            <a:xfrm>
              <a:off x="5362922" y="5305978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直接连接符 769"/>
            <p:cNvCxnSpPr/>
            <p:nvPr/>
          </p:nvCxnSpPr>
          <p:spPr>
            <a:xfrm>
              <a:off x="5076056" y="5301208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直接连接符 770"/>
            <p:cNvCxnSpPr/>
            <p:nvPr/>
          </p:nvCxnSpPr>
          <p:spPr>
            <a:xfrm>
              <a:off x="5076056" y="5301208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直接连接符 771"/>
            <p:cNvCxnSpPr/>
            <p:nvPr/>
          </p:nvCxnSpPr>
          <p:spPr>
            <a:xfrm>
              <a:off x="5650954" y="5522002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直接连接符 772"/>
            <p:cNvCxnSpPr/>
            <p:nvPr/>
          </p:nvCxnSpPr>
          <p:spPr>
            <a:xfrm>
              <a:off x="5364088" y="5517232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直接连接符 773"/>
            <p:cNvCxnSpPr/>
            <p:nvPr/>
          </p:nvCxnSpPr>
          <p:spPr>
            <a:xfrm>
              <a:off x="5364088" y="5517232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直接连接符 774"/>
            <p:cNvCxnSpPr/>
            <p:nvPr/>
          </p:nvCxnSpPr>
          <p:spPr>
            <a:xfrm>
              <a:off x="5650954" y="5661248"/>
              <a:ext cx="244943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直接连接符 775"/>
            <p:cNvCxnSpPr/>
            <p:nvPr/>
          </p:nvCxnSpPr>
          <p:spPr>
            <a:xfrm>
              <a:off x="5938986" y="465790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直接连接符 776"/>
            <p:cNvCxnSpPr/>
            <p:nvPr/>
          </p:nvCxnSpPr>
          <p:spPr>
            <a:xfrm>
              <a:off x="5652120" y="465313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直接连接符 777"/>
            <p:cNvCxnSpPr/>
            <p:nvPr/>
          </p:nvCxnSpPr>
          <p:spPr>
            <a:xfrm>
              <a:off x="5652120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直接连接符 778"/>
            <p:cNvCxnSpPr/>
            <p:nvPr/>
          </p:nvCxnSpPr>
          <p:spPr>
            <a:xfrm>
              <a:off x="5938986" y="479715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直接连接符 779"/>
            <p:cNvCxnSpPr/>
            <p:nvPr/>
          </p:nvCxnSpPr>
          <p:spPr>
            <a:xfrm>
              <a:off x="6227018" y="4873930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直接连接符 780"/>
            <p:cNvCxnSpPr/>
            <p:nvPr/>
          </p:nvCxnSpPr>
          <p:spPr>
            <a:xfrm>
              <a:off x="5940152" y="4869160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直接连接符 781"/>
            <p:cNvCxnSpPr/>
            <p:nvPr/>
          </p:nvCxnSpPr>
          <p:spPr>
            <a:xfrm>
              <a:off x="5940152" y="4869160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直接连接符 782"/>
            <p:cNvCxnSpPr/>
            <p:nvPr/>
          </p:nvCxnSpPr>
          <p:spPr>
            <a:xfrm>
              <a:off x="6227018" y="5013176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直接连接符 783"/>
            <p:cNvCxnSpPr/>
            <p:nvPr/>
          </p:nvCxnSpPr>
          <p:spPr>
            <a:xfrm>
              <a:off x="6515050" y="5089954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直接连接符 784"/>
            <p:cNvCxnSpPr/>
            <p:nvPr/>
          </p:nvCxnSpPr>
          <p:spPr>
            <a:xfrm>
              <a:off x="6228184" y="5085184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直接连接符 785"/>
            <p:cNvCxnSpPr/>
            <p:nvPr/>
          </p:nvCxnSpPr>
          <p:spPr>
            <a:xfrm>
              <a:off x="6228184" y="5085184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直接连接符 786"/>
            <p:cNvCxnSpPr/>
            <p:nvPr/>
          </p:nvCxnSpPr>
          <p:spPr>
            <a:xfrm>
              <a:off x="6515050" y="5229200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直接连接符 787"/>
            <p:cNvCxnSpPr/>
            <p:nvPr/>
          </p:nvCxnSpPr>
          <p:spPr>
            <a:xfrm>
              <a:off x="6803082" y="5305978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直接连接符 788"/>
            <p:cNvCxnSpPr/>
            <p:nvPr/>
          </p:nvCxnSpPr>
          <p:spPr>
            <a:xfrm>
              <a:off x="6516216" y="5301208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直接连接符 789"/>
            <p:cNvCxnSpPr/>
            <p:nvPr/>
          </p:nvCxnSpPr>
          <p:spPr>
            <a:xfrm>
              <a:off x="6516216" y="5301208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直接连接符 790"/>
            <p:cNvCxnSpPr/>
            <p:nvPr/>
          </p:nvCxnSpPr>
          <p:spPr>
            <a:xfrm>
              <a:off x="6804248" y="5445224"/>
              <a:ext cx="129497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直接连接符 791"/>
            <p:cNvCxnSpPr/>
            <p:nvPr/>
          </p:nvCxnSpPr>
          <p:spPr>
            <a:xfrm>
              <a:off x="7091114" y="465790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直接连接符 792"/>
            <p:cNvCxnSpPr/>
            <p:nvPr/>
          </p:nvCxnSpPr>
          <p:spPr>
            <a:xfrm>
              <a:off x="6804248" y="465313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直接连接符 793"/>
            <p:cNvCxnSpPr/>
            <p:nvPr/>
          </p:nvCxnSpPr>
          <p:spPr>
            <a:xfrm>
              <a:off x="6804248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直接连接符 794"/>
            <p:cNvCxnSpPr/>
            <p:nvPr/>
          </p:nvCxnSpPr>
          <p:spPr>
            <a:xfrm>
              <a:off x="7091114" y="4797152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直接连接符 795"/>
            <p:cNvCxnSpPr/>
            <p:nvPr/>
          </p:nvCxnSpPr>
          <p:spPr>
            <a:xfrm>
              <a:off x="7379146" y="4873930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直接连接符 796"/>
            <p:cNvCxnSpPr/>
            <p:nvPr/>
          </p:nvCxnSpPr>
          <p:spPr>
            <a:xfrm>
              <a:off x="7092280" y="4869160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直接连接符 797"/>
            <p:cNvCxnSpPr/>
            <p:nvPr/>
          </p:nvCxnSpPr>
          <p:spPr>
            <a:xfrm>
              <a:off x="7092280" y="4869160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直接连接符 798"/>
            <p:cNvCxnSpPr/>
            <p:nvPr/>
          </p:nvCxnSpPr>
          <p:spPr>
            <a:xfrm>
              <a:off x="7379146" y="5013176"/>
              <a:ext cx="72124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直接连接符 799"/>
            <p:cNvCxnSpPr/>
            <p:nvPr/>
          </p:nvCxnSpPr>
          <p:spPr>
            <a:xfrm>
              <a:off x="7667178" y="5089954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直接连接符 800"/>
            <p:cNvCxnSpPr/>
            <p:nvPr/>
          </p:nvCxnSpPr>
          <p:spPr>
            <a:xfrm>
              <a:off x="7380312" y="5085184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直接连接符 801"/>
            <p:cNvCxnSpPr/>
            <p:nvPr/>
          </p:nvCxnSpPr>
          <p:spPr>
            <a:xfrm>
              <a:off x="7380312" y="5085184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直接连接符 802"/>
            <p:cNvCxnSpPr/>
            <p:nvPr/>
          </p:nvCxnSpPr>
          <p:spPr>
            <a:xfrm>
              <a:off x="7667178" y="5229200"/>
              <a:ext cx="43321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直接连接符 803"/>
            <p:cNvCxnSpPr/>
            <p:nvPr/>
          </p:nvCxnSpPr>
          <p:spPr>
            <a:xfrm>
              <a:off x="7956376" y="4581128"/>
              <a:ext cx="2332" cy="1800200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直接连接符 804"/>
            <p:cNvCxnSpPr/>
            <p:nvPr/>
          </p:nvCxnSpPr>
          <p:spPr>
            <a:xfrm>
              <a:off x="7956376" y="4653136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直接连接符 805"/>
            <p:cNvCxnSpPr/>
            <p:nvPr/>
          </p:nvCxnSpPr>
          <p:spPr>
            <a:xfrm>
              <a:off x="7956376" y="465313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直接连接符 806"/>
            <p:cNvCxnSpPr/>
            <p:nvPr/>
          </p:nvCxnSpPr>
          <p:spPr>
            <a:xfrm>
              <a:off x="7955210" y="5738026"/>
              <a:ext cx="1166" cy="13924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直接连接符 807"/>
            <p:cNvCxnSpPr/>
            <p:nvPr/>
          </p:nvCxnSpPr>
          <p:spPr>
            <a:xfrm>
              <a:off x="7668344" y="5733256"/>
              <a:ext cx="28686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直接连接符 808"/>
            <p:cNvCxnSpPr/>
            <p:nvPr/>
          </p:nvCxnSpPr>
          <p:spPr>
            <a:xfrm>
              <a:off x="7668344" y="5733256"/>
              <a:ext cx="0" cy="144016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直接连接符 809"/>
            <p:cNvCxnSpPr/>
            <p:nvPr/>
          </p:nvCxnSpPr>
          <p:spPr>
            <a:xfrm>
              <a:off x="7955210" y="5877272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直接连接符 810"/>
            <p:cNvCxnSpPr/>
            <p:nvPr/>
          </p:nvCxnSpPr>
          <p:spPr>
            <a:xfrm>
              <a:off x="2987824" y="5877272"/>
              <a:ext cx="468168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直接连接符 811"/>
            <p:cNvCxnSpPr/>
            <p:nvPr/>
          </p:nvCxnSpPr>
          <p:spPr>
            <a:xfrm>
              <a:off x="3205014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直接连接符 812"/>
            <p:cNvCxnSpPr/>
            <p:nvPr/>
          </p:nvCxnSpPr>
          <p:spPr>
            <a:xfrm>
              <a:off x="3062164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直接连接符 813"/>
            <p:cNvCxnSpPr/>
            <p:nvPr/>
          </p:nvCxnSpPr>
          <p:spPr>
            <a:xfrm>
              <a:off x="3062164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直接连接符 814"/>
            <p:cNvCxnSpPr/>
            <p:nvPr/>
          </p:nvCxnSpPr>
          <p:spPr>
            <a:xfrm>
              <a:off x="2990156" y="6093296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直接连接符 815"/>
            <p:cNvCxnSpPr/>
            <p:nvPr/>
          </p:nvCxnSpPr>
          <p:spPr>
            <a:xfrm>
              <a:off x="3205014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直接连接符 816"/>
            <p:cNvCxnSpPr/>
            <p:nvPr/>
          </p:nvCxnSpPr>
          <p:spPr>
            <a:xfrm>
              <a:off x="3491880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直接连接符 817"/>
            <p:cNvCxnSpPr/>
            <p:nvPr/>
          </p:nvCxnSpPr>
          <p:spPr>
            <a:xfrm>
              <a:off x="3349030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直接连接符 818"/>
            <p:cNvCxnSpPr/>
            <p:nvPr/>
          </p:nvCxnSpPr>
          <p:spPr>
            <a:xfrm>
              <a:off x="3349030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直接连接符 819"/>
            <p:cNvCxnSpPr/>
            <p:nvPr/>
          </p:nvCxnSpPr>
          <p:spPr>
            <a:xfrm>
              <a:off x="3491880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直接连接符 820"/>
            <p:cNvCxnSpPr/>
            <p:nvPr/>
          </p:nvCxnSpPr>
          <p:spPr>
            <a:xfrm>
              <a:off x="3781078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直接连接符 821"/>
            <p:cNvCxnSpPr/>
            <p:nvPr/>
          </p:nvCxnSpPr>
          <p:spPr>
            <a:xfrm>
              <a:off x="3638228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直接连接符 822"/>
            <p:cNvCxnSpPr/>
            <p:nvPr/>
          </p:nvCxnSpPr>
          <p:spPr>
            <a:xfrm>
              <a:off x="3638228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直接连接符 823"/>
            <p:cNvCxnSpPr/>
            <p:nvPr/>
          </p:nvCxnSpPr>
          <p:spPr>
            <a:xfrm>
              <a:off x="3781078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直接连接符 824"/>
            <p:cNvCxnSpPr/>
            <p:nvPr/>
          </p:nvCxnSpPr>
          <p:spPr>
            <a:xfrm>
              <a:off x="4067944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直接连接符 825"/>
            <p:cNvCxnSpPr/>
            <p:nvPr/>
          </p:nvCxnSpPr>
          <p:spPr>
            <a:xfrm>
              <a:off x="3925094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直接连接符 826"/>
            <p:cNvCxnSpPr/>
            <p:nvPr/>
          </p:nvCxnSpPr>
          <p:spPr>
            <a:xfrm>
              <a:off x="3925094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直接连接符 827"/>
            <p:cNvCxnSpPr/>
            <p:nvPr/>
          </p:nvCxnSpPr>
          <p:spPr>
            <a:xfrm>
              <a:off x="4067944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直接连接符 828"/>
            <p:cNvCxnSpPr/>
            <p:nvPr/>
          </p:nvCxnSpPr>
          <p:spPr>
            <a:xfrm>
              <a:off x="4355976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直接连接符 829"/>
            <p:cNvCxnSpPr/>
            <p:nvPr/>
          </p:nvCxnSpPr>
          <p:spPr>
            <a:xfrm>
              <a:off x="4213126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直接连接符 830"/>
            <p:cNvCxnSpPr/>
            <p:nvPr/>
          </p:nvCxnSpPr>
          <p:spPr>
            <a:xfrm>
              <a:off x="4213126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直接连接符 831"/>
            <p:cNvCxnSpPr/>
            <p:nvPr/>
          </p:nvCxnSpPr>
          <p:spPr>
            <a:xfrm>
              <a:off x="4355976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直接连接符 832"/>
            <p:cNvCxnSpPr/>
            <p:nvPr/>
          </p:nvCxnSpPr>
          <p:spPr>
            <a:xfrm>
              <a:off x="4642842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直接连接符 833"/>
            <p:cNvCxnSpPr/>
            <p:nvPr/>
          </p:nvCxnSpPr>
          <p:spPr>
            <a:xfrm>
              <a:off x="4499992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直接连接符 834"/>
            <p:cNvCxnSpPr/>
            <p:nvPr/>
          </p:nvCxnSpPr>
          <p:spPr>
            <a:xfrm>
              <a:off x="4499992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直接连接符 835"/>
            <p:cNvCxnSpPr/>
            <p:nvPr/>
          </p:nvCxnSpPr>
          <p:spPr>
            <a:xfrm>
              <a:off x="4642842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直接连接符 836"/>
            <p:cNvCxnSpPr/>
            <p:nvPr/>
          </p:nvCxnSpPr>
          <p:spPr>
            <a:xfrm>
              <a:off x="4932040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直接连接符 837"/>
            <p:cNvCxnSpPr/>
            <p:nvPr/>
          </p:nvCxnSpPr>
          <p:spPr>
            <a:xfrm>
              <a:off x="4789190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直接连接符 838"/>
            <p:cNvCxnSpPr/>
            <p:nvPr/>
          </p:nvCxnSpPr>
          <p:spPr>
            <a:xfrm>
              <a:off x="4789190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直接连接符 839"/>
            <p:cNvCxnSpPr/>
            <p:nvPr/>
          </p:nvCxnSpPr>
          <p:spPr>
            <a:xfrm>
              <a:off x="4932040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直接连接符 840"/>
            <p:cNvCxnSpPr/>
            <p:nvPr/>
          </p:nvCxnSpPr>
          <p:spPr>
            <a:xfrm>
              <a:off x="5218906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直接连接符 841"/>
            <p:cNvCxnSpPr/>
            <p:nvPr/>
          </p:nvCxnSpPr>
          <p:spPr>
            <a:xfrm>
              <a:off x="5076056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直接连接符 842"/>
            <p:cNvCxnSpPr/>
            <p:nvPr/>
          </p:nvCxnSpPr>
          <p:spPr>
            <a:xfrm>
              <a:off x="5076056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直接连接符 843"/>
            <p:cNvCxnSpPr/>
            <p:nvPr/>
          </p:nvCxnSpPr>
          <p:spPr>
            <a:xfrm>
              <a:off x="5218906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直接连接符 844"/>
            <p:cNvCxnSpPr/>
            <p:nvPr/>
          </p:nvCxnSpPr>
          <p:spPr>
            <a:xfrm>
              <a:off x="5508104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直接连接符 845"/>
            <p:cNvCxnSpPr/>
            <p:nvPr/>
          </p:nvCxnSpPr>
          <p:spPr>
            <a:xfrm>
              <a:off x="5365254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直接连接符 846"/>
            <p:cNvCxnSpPr/>
            <p:nvPr/>
          </p:nvCxnSpPr>
          <p:spPr>
            <a:xfrm>
              <a:off x="5365254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直接连接符 847"/>
            <p:cNvCxnSpPr/>
            <p:nvPr/>
          </p:nvCxnSpPr>
          <p:spPr>
            <a:xfrm>
              <a:off x="5508104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直接连接符 848"/>
            <p:cNvCxnSpPr/>
            <p:nvPr/>
          </p:nvCxnSpPr>
          <p:spPr>
            <a:xfrm>
              <a:off x="5797302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直接连接符 849"/>
            <p:cNvCxnSpPr/>
            <p:nvPr/>
          </p:nvCxnSpPr>
          <p:spPr>
            <a:xfrm>
              <a:off x="5654452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直接连接符 850"/>
            <p:cNvCxnSpPr/>
            <p:nvPr/>
          </p:nvCxnSpPr>
          <p:spPr>
            <a:xfrm>
              <a:off x="5654452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直接连接符 851"/>
            <p:cNvCxnSpPr/>
            <p:nvPr/>
          </p:nvCxnSpPr>
          <p:spPr>
            <a:xfrm>
              <a:off x="5797302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直接连接符 852"/>
            <p:cNvCxnSpPr/>
            <p:nvPr/>
          </p:nvCxnSpPr>
          <p:spPr>
            <a:xfrm>
              <a:off x="6084168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直接连接符 853"/>
            <p:cNvCxnSpPr/>
            <p:nvPr/>
          </p:nvCxnSpPr>
          <p:spPr>
            <a:xfrm>
              <a:off x="5941318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直接连接符 854"/>
            <p:cNvCxnSpPr/>
            <p:nvPr/>
          </p:nvCxnSpPr>
          <p:spPr>
            <a:xfrm>
              <a:off x="5941318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直接连接符 855"/>
            <p:cNvCxnSpPr/>
            <p:nvPr/>
          </p:nvCxnSpPr>
          <p:spPr>
            <a:xfrm>
              <a:off x="6084168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直接连接符 856"/>
            <p:cNvCxnSpPr/>
            <p:nvPr/>
          </p:nvCxnSpPr>
          <p:spPr>
            <a:xfrm>
              <a:off x="6372200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直接连接符 857"/>
            <p:cNvCxnSpPr/>
            <p:nvPr/>
          </p:nvCxnSpPr>
          <p:spPr>
            <a:xfrm>
              <a:off x="6229350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直接连接符 858"/>
            <p:cNvCxnSpPr/>
            <p:nvPr/>
          </p:nvCxnSpPr>
          <p:spPr>
            <a:xfrm>
              <a:off x="6229350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直接连接符 859"/>
            <p:cNvCxnSpPr/>
            <p:nvPr/>
          </p:nvCxnSpPr>
          <p:spPr>
            <a:xfrm>
              <a:off x="6372200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直接连接符 860"/>
            <p:cNvCxnSpPr/>
            <p:nvPr/>
          </p:nvCxnSpPr>
          <p:spPr>
            <a:xfrm>
              <a:off x="6659066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直接连接符 861"/>
            <p:cNvCxnSpPr/>
            <p:nvPr/>
          </p:nvCxnSpPr>
          <p:spPr>
            <a:xfrm>
              <a:off x="6516216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3" name="直接连接符 862"/>
            <p:cNvCxnSpPr/>
            <p:nvPr/>
          </p:nvCxnSpPr>
          <p:spPr>
            <a:xfrm>
              <a:off x="6516216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直接连接符 863"/>
            <p:cNvCxnSpPr/>
            <p:nvPr/>
          </p:nvCxnSpPr>
          <p:spPr>
            <a:xfrm>
              <a:off x="6659066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直接连接符 864"/>
            <p:cNvCxnSpPr/>
            <p:nvPr/>
          </p:nvCxnSpPr>
          <p:spPr>
            <a:xfrm>
              <a:off x="6948264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直接连接符 865"/>
            <p:cNvCxnSpPr/>
            <p:nvPr/>
          </p:nvCxnSpPr>
          <p:spPr>
            <a:xfrm>
              <a:off x="6805414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直接连接符 866"/>
            <p:cNvCxnSpPr/>
            <p:nvPr/>
          </p:nvCxnSpPr>
          <p:spPr>
            <a:xfrm>
              <a:off x="6805414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直接连接符 867"/>
            <p:cNvCxnSpPr/>
            <p:nvPr/>
          </p:nvCxnSpPr>
          <p:spPr>
            <a:xfrm>
              <a:off x="6948264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直接连接符 868"/>
            <p:cNvCxnSpPr/>
            <p:nvPr/>
          </p:nvCxnSpPr>
          <p:spPr>
            <a:xfrm>
              <a:off x="7235130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直接连接符 869"/>
            <p:cNvCxnSpPr/>
            <p:nvPr/>
          </p:nvCxnSpPr>
          <p:spPr>
            <a:xfrm>
              <a:off x="7092280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直接连接符 870"/>
            <p:cNvCxnSpPr/>
            <p:nvPr/>
          </p:nvCxnSpPr>
          <p:spPr>
            <a:xfrm>
              <a:off x="7092280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直接连接符 871"/>
            <p:cNvCxnSpPr/>
            <p:nvPr/>
          </p:nvCxnSpPr>
          <p:spPr>
            <a:xfrm>
              <a:off x="7235130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直接连接符 872"/>
            <p:cNvCxnSpPr/>
            <p:nvPr/>
          </p:nvCxnSpPr>
          <p:spPr>
            <a:xfrm>
              <a:off x="7524328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直接连接符 873"/>
            <p:cNvCxnSpPr/>
            <p:nvPr/>
          </p:nvCxnSpPr>
          <p:spPr>
            <a:xfrm>
              <a:off x="7381478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直接连接符 874"/>
            <p:cNvCxnSpPr/>
            <p:nvPr/>
          </p:nvCxnSpPr>
          <p:spPr>
            <a:xfrm>
              <a:off x="7381478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直接连接符 875"/>
            <p:cNvCxnSpPr/>
            <p:nvPr/>
          </p:nvCxnSpPr>
          <p:spPr>
            <a:xfrm>
              <a:off x="7524328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直接连接符 876"/>
            <p:cNvCxnSpPr/>
            <p:nvPr/>
          </p:nvCxnSpPr>
          <p:spPr>
            <a:xfrm>
              <a:off x="7813526" y="5954050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直接连接符 877"/>
            <p:cNvCxnSpPr/>
            <p:nvPr/>
          </p:nvCxnSpPr>
          <p:spPr>
            <a:xfrm>
              <a:off x="7670676" y="5949280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直接连接符 878"/>
            <p:cNvCxnSpPr/>
            <p:nvPr/>
          </p:nvCxnSpPr>
          <p:spPr>
            <a:xfrm>
              <a:off x="7670676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直接连接符 879"/>
            <p:cNvCxnSpPr/>
            <p:nvPr/>
          </p:nvCxnSpPr>
          <p:spPr>
            <a:xfrm>
              <a:off x="7813526" y="6093296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直接连接符 880"/>
            <p:cNvCxnSpPr/>
            <p:nvPr/>
          </p:nvCxnSpPr>
          <p:spPr>
            <a:xfrm>
              <a:off x="7957542" y="5949280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直接连接符 881"/>
            <p:cNvCxnSpPr/>
            <p:nvPr/>
          </p:nvCxnSpPr>
          <p:spPr>
            <a:xfrm>
              <a:off x="7958708" y="5949280"/>
              <a:ext cx="14168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直接连接符 882"/>
            <p:cNvCxnSpPr/>
            <p:nvPr/>
          </p:nvCxnSpPr>
          <p:spPr>
            <a:xfrm>
              <a:off x="3346698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直接连接符 883"/>
            <p:cNvCxnSpPr/>
            <p:nvPr/>
          </p:nvCxnSpPr>
          <p:spPr>
            <a:xfrm>
              <a:off x="3203848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5" name="直接连接符 884"/>
            <p:cNvCxnSpPr/>
            <p:nvPr/>
          </p:nvCxnSpPr>
          <p:spPr>
            <a:xfrm>
              <a:off x="3203848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直接连接符 885"/>
            <p:cNvCxnSpPr/>
            <p:nvPr/>
          </p:nvCxnSpPr>
          <p:spPr>
            <a:xfrm>
              <a:off x="2987824" y="6165304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直接连接符 886"/>
            <p:cNvCxnSpPr/>
            <p:nvPr/>
          </p:nvCxnSpPr>
          <p:spPr>
            <a:xfrm>
              <a:off x="3346698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直接连接符 887"/>
            <p:cNvCxnSpPr/>
            <p:nvPr/>
          </p:nvCxnSpPr>
          <p:spPr>
            <a:xfrm>
              <a:off x="3633564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直接连接符 888"/>
            <p:cNvCxnSpPr/>
            <p:nvPr/>
          </p:nvCxnSpPr>
          <p:spPr>
            <a:xfrm>
              <a:off x="3490714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直接连接符 889"/>
            <p:cNvCxnSpPr/>
            <p:nvPr/>
          </p:nvCxnSpPr>
          <p:spPr>
            <a:xfrm>
              <a:off x="3490714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直接连接符 890"/>
            <p:cNvCxnSpPr/>
            <p:nvPr/>
          </p:nvCxnSpPr>
          <p:spPr>
            <a:xfrm>
              <a:off x="3633564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直接连接符 891"/>
            <p:cNvCxnSpPr/>
            <p:nvPr/>
          </p:nvCxnSpPr>
          <p:spPr>
            <a:xfrm>
              <a:off x="3922762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直接连接符 892"/>
            <p:cNvCxnSpPr/>
            <p:nvPr/>
          </p:nvCxnSpPr>
          <p:spPr>
            <a:xfrm>
              <a:off x="3779912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直接连接符 893"/>
            <p:cNvCxnSpPr/>
            <p:nvPr/>
          </p:nvCxnSpPr>
          <p:spPr>
            <a:xfrm>
              <a:off x="3779912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直接连接符 894"/>
            <p:cNvCxnSpPr/>
            <p:nvPr/>
          </p:nvCxnSpPr>
          <p:spPr>
            <a:xfrm>
              <a:off x="3922762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直接连接符 895"/>
            <p:cNvCxnSpPr/>
            <p:nvPr/>
          </p:nvCxnSpPr>
          <p:spPr>
            <a:xfrm>
              <a:off x="4209628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直接连接符 896"/>
            <p:cNvCxnSpPr/>
            <p:nvPr/>
          </p:nvCxnSpPr>
          <p:spPr>
            <a:xfrm>
              <a:off x="4066778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直接连接符 897"/>
            <p:cNvCxnSpPr/>
            <p:nvPr/>
          </p:nvCxnSpPr>
          <p:spPr>
            <a:xfrm>
              <a:off x="4066778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直接连接符 898"/>
            <p:cNvCxnSpPr/>
            <p:nvPr/>
          </p:nvCxnSpPr>
          <p:spPr>
            <a:xfrm>
              <a:off x="4209628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直接连接符 899"/>
            <p:cNvCxnSpPr/>
            <p:nvPr/>
          </p:nvCxnSpPr>
          <p:spPr>
            <a:xfrm>
              <a:off x="449766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直接连接符 900"/>
            <p:cNvCxnSpPr/>
            <p:nvPr/>
          </p:nvCxnSpPr>
          <p:spPr>
            <a:xfrm>
              <a:off x="4354810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直接连接符 901"/>
            <p:cNvCxnSpPr/>
            <p:nvPr/>
          </p:nvCxnSpPr>
          <p:spPr>
            <a:xfrm>
              <a:off x="4354810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直接连接符 902"/>
            <p:cNvCxnSpPr/>
            <p:nvPr/>
          </p:nvCxnSpPr>
          <p:spPr>
            <a:xfrm>
              <a:off x="4497660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直接连接符 903"/>
            <p:cNvCxnSpPr/>
            <p:nvPr/>
          </p:nvCxnSpPr>
          <p:spPr>
            <a:xfrm>
              <a:off x="4784526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直接连接符 904"/>
            <p:cNvCxnSpPr/>
            <p:nvPr/>
          </p:nvCxnSpPr>
          <p:spPr>
            <a:xfrm>
              <a:off x="4641676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直接连接符 905"/>
            <p:cNvCxnSpPr/>
            <p:nvPr/>
          </p:nvCxnSpPr>
          <p:spPr>
            <a:xfrm>
              <a:off x="4641676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直接连接符 906"/>
            <p:cNvCxnSpPr/>
            <p:nvPr/>
          </p:nvCxnSpPr>
          <p:spPr>
            <a:xfrm>
              <a:off x="4784526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直接连接符 907"/>
            <p:cNvCxnSpPr/>
            <p:nvPr/>
          </p:nvCxnSpPr>
          <p:spPr>
            <a:xfrm>
              <a:off x="5073724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直接连接符 908"/>
            <p:cNvCxnSpPr/>
            <p:nvPr/>
          </p:nvCxnSpPr>
          <p:spPr>
            <a:xfrm>
              <a:off x="4930874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直接连接符 909"/>
            <p:cNvCxnSpPr/>
            <p:nvPr/>
          </p:nvCxnSpPr>
          <p:spPr>
            <a:xfrm>
              <a:off x="4930874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直接连接符 910"/>
            <p:cNvCxnSpPr/>
            <p:nvPr/>
          </p:nvCxnSpPr>
          <p:spPr>
            <a:xfrm>
              <a:off x="5073724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直接连接符 911"/>
            <p:cNvCxnSpPr/>
            <p:nvPr/>
          </p:nvCxnSpPr>
          <p:spPr>
            <a:xfrm>
              <a:off x="536059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直接连接符 912"/>
            <p:cNvCxnSpPr/>
            <p:nvPr/>
          </p:nvCxnSpPr>
          <p:spPr>
            <a:xfrm>
              <a:off x="5217740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直接连接符 913"/>
            <p:cNvCxnSpPr/>
            <p:nvPr/>
          </p:nvCxnSpPr>
          <p:spPr>
            <a:xfrm>
              <a:off x="5217740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直接连接符 914"/>
            <p:cNvCxnSpPr/>
            <p:nvPr/>
          </p:nvCxnSpPr>
          <p:spPr>
            <a:xfrm>
              <a:off x="5360590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直接连接符 915"/>
            <p:cNvCxnSpPr/>
            <p:nvPr/>
          </p:nvCxnSpPr>
          <p:spPr>
            <a:xfrm>
              <a:off x="565212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直接连接符 916"/>
            <p:cNvCxnSpPr/>
            <p:nvPr/>
          </p:nvCxnSpPr>
          <p:spPr>
            <a:xfrm>
              <a:off x="5506938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直接连接符 917"/>
            <p:cNvCxnSpPr/>
            <p:nvPr/>
          </p:nvCxnSpPr>
          <p:spPr>
            <a:xfrm>
              <a:off x="5506938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直接连接符 918"/>
            <p:cNvCxnSpPr/>
            <p:nvPr/>
          </p:nvCxnSpPr>
          <p:spPr>
            <a:xfrm>
              <a:off x="5649788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直接连接符 919"/>
            <p:cNvCxnSpPr/>
            <p:nvPr/>
          </p:nvCxnSpPr>
          <p:spPr>
            <a:xfrm>
              <a:off x="5938986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直接连接符 920"/>
            <p:cNvCxnSpPr/>
            <p:nvPr/>
          </p:nvCxnSpPr>
          <p:spPr>
            <a:xfrm>
              <a:off x="5796136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直接连接符 921"/>
            <p:cNvCxnSpPr/>
            <p:nvPr/>
          </p:nvCxnSpPr>
          <p:spPr>
            <a:xfrm>
              <a:off x="5796136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直接连接符 922"/>
            <p:cNvCxnSpPr/>
            <p:nvPr/>
          </p:nvCxnSpPr>
          <p:spPr>
            <a:xfrm>
              <a:off x="5938986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直接连接符 923"/>
            <p:cNvCxnSpPr/>
            <p:nvPr/>
          </p:nvCxnSpPr>
          <p:spPr>
            <a:xfrm>
              <a:off x="6225852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直接连接符 924"/>
            <p:cNvCxnSpPr/>
            <p:nvPr/>
          </p:nvCxnSpPr>
          <p:spPr>
            <a:xfrm>
              <a:off x="6083002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直接连接符 925"/>
            <p:cNvCxnSpPr/>
            <p:nvPr/>
          </p:nvCxnSpPr>
          <p:spPr>
            <a:xfrm>
              <a:off x="6083002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直接连接符 926"/>
            <p:cNvCxnSpPr/>
            <p:nvPr/>
          </p:nvCxnSpPr>
          <p:spPr>
            <a:xfrm>
              <a:off x="6225852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直接连接符 927"/>
            <p:cNvCxnSpPr/>
            <p:nvPr/>
          </p:nvCxnSpPr>
          <p:spPr>
            <a:xfrm>
              <a:off x="6513884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直接连接符 928"/>
            <p:cNvCxnSpPr/>
            <p:nvPr/>
          </p:nvCxnSpPr>
          <p:spPr>
            <a:xfrm>
              <a:off x="6371034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直接连接符 929"/>
            <p:cNvCxnSpPr/>
            <p:nvPr/>
          </p:nvCxnSpPr>
          <p:spPr>
            <a:xfrm>
              <a:off x="6371034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直接连接符 930"/>
            <p:cNvCxnSpPr/>
            <p:nvPr/>
          </p:nvCxnSpPr>
          <p:spPr>
            <a:xfrm>
              <a:off x="6513884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直接连接符 931"/>
            <p:cNvCxnSpPr/>
            <p:nvPr/>
          </p:nvCxnSpPr>
          <p:spPr>
            <a:xfrm>
              <a:off x="680075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直接连接符 932"/>
            <p:cNvCxnSpPr/>
            <p:nvPr/>
          </p:nvCxnSpPr>
          <p:spPr>
            <a:xfrm>
              <a:off x="6657900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直接连接符 933"/>
            <p:cNvCxnSpPr/>
            <p:nvPr/>
          </p:nvCxnSpPr>
          <p:spPr>
            <a:xfrm>
              <a:off x="6657900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5" name="直接连接符 934"/>
            <p:cNvCxnSpPr/>
            <p:nvPr/>
          </p:nvCxnSpPr>
          <p:spPr>
            <a:xfrm>
              <a:off x="6800750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直接连接符 935"/>
            <p:cNvCxnSpPr/>
            <p:nvPr/>
          </p:nvCxnSpPr>
          <p:spPr>
            <a:xfrm>
              <a:off x="7089948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直接连接符 936"/>
            <p:cNvCxnSpPr/>
            <p:nvPr/>
          </p:nvCxnSpPr>
          <p:spPr>
            <a:xfrm>
              <a:off x="6947098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直接连接符 937"/>
            <p:cNvCxnSpPr/>
            <p:nvPr/>
          </p:nvCxnSpPr>
          <p:spPr>
            <a:xfrm>
              <a:off x="6947098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直接连接符 938"/>
            <p:cNvCxnSpPr/>
            <p:nvPr/>
          </p:nvCxnSpPr>
          <p:spPr>
            <a:xfrm>
              <a:off x="7089948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直接连接符 939"/>
            <p:cNvCxnSpPr/>
            <p:nvPr/>
          </p:nvCxnSpPr>
          <p:spPr>
            <a:xfrm>
              <a:off x="7376814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直接连接符 940"/>
            <p:cNvCxnSpPr/>
            <p:nvPr/>
          </p:nvCxnSpPr>
          <p:spPr>
            <a:xfrm>
              <a:off x="7233964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直接连接符 941"/>
            <p:cNvCxnSpPr/>
            <p:nvPr/>
          </p:nvCxnSpPr>
          <p:spPr>
            <a:xfrm>
              <a:off x="7233964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直接连接符 942"/>
            <p:cNvCxnSpPr/>
            <p:nvPr/>
          </p:nvCxnSpPr>
          <p:spPr>
            <a:xfrm>
              <a:off x="7376814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直接连接符 943"/>
            <p:cNvCxnSpPr/>
            <p:nvPr/>
          </p:nvCxnSpPr>
          <p:spPr>
            <a:xfrm>
              <a:off x="7666012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直接连接符 944"/>
            <p:cNvCxnSpPr/>
            <p:nvPr/>
          </p:nvCxnSpPr>
          <p:spPr>
            <a:xfrm>
              <a:off x="7523162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直接连接符 945"/>
            <p:cNvCxnSpPr/>
            <p:nvPr/>
          </p:nvCxnSpPr>
          <p:spPr>
            <a:xfrm>
              <a:off x="7523162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直接连接符 946"/>
            <p:cNvCxnSpPr/>
            <p:nvPr/>
          </p:nvCxnSpPr>
          <p:spPr>
            <a:xfrm>
              <a:off x="7666012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直接连接符 947"/>
            <p:cNvCxnSpPr/>
            <p:nvPr/>
          </p:nvCxnSpPr>
          <p:spPr>
            <a:xfrm>
              <a:off x="7955210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948"/>
            <p:cNvCxnSpPr/>
            <p:nvPr/>
          </p:nvCxnSpPr>
          <p:spPr>
            <a:xfrm>
              <a:off x="7812360" y="6165304"/>
              <a:ext cx="142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949"/>
            <p:cNvCxnSpPr/>
            <p:nvPr/>
          </p:nvCxnSpPr>
          <p:spPr>
            <a:xfrm>
              <a:off x="7812360" y="6165304"/>
              <a:ext cx="0" cy="14401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/>
            <p:cNvCxnSpPr/>
            <p:nvPr/>
          </p:nvCxnSpPr>
          <p:spPr>
            <a:xfrm>
              <a:off x="7955210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直接连接符 951"/>
            <p:cNvCxnSpPr/>
            <p:nvPr/>
          </p:nvCxnSpPr>
          <p:spPr>
            <a:xfrm>
              <a:off x="3059832" y="6170074"/>
              <a:ext cx="0" cy="139246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直接连接符 952"/>
            <p:cNvCxnSpPr/>
            <p:nvPr/>
          </p:nvCxnSpPr>
          <p:spPr>
            <a:xfrm>
              <a:off x="3059832" y="6309320"/>
              <a:ext cx="14518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直接连接符 953"/>
            <p:cNvCxnSpPr/>
            <p:nvPr/>
          </p:nvCxnSpPr>
          <p:spPr>
            <a:xfrm>
              <a:off x="7668344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直接连接符 954"/>
            <p:cNvCxnSpPr/>
            <p:nvPr/>
          </p:nvCxnSpPr>
          <p:spPr>
            <a:xfrm>
              <a:off x="7956376" y="414908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直接连接符 955"/>
            <p:cNvCxnSpPr/>
            <p:nvPr/>
          </p:nvCxnSpPr>
          <p:spPr>
            <a:xfrm flipH="1">
              <a:off x="7952184" y="4259188"/>
              <a:ext cx="130476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直接连接符 956"/>
            <p:cNvCxnSpPr/>
            <p:nvPr/>
          </p:nvCxnSpPr>
          <p:spPr>
            <a:xfrm flipV="1">
              <a:off x="2913484" y="4259188"/>
              <a:ext cx="146348" cy="2292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8" name="Text Box 108"/>
          <p:cNvSpPr txBox="1">
            <a:spLocks noChangeArrowheads="1"/>
          </p:cNvSpPr>
          <p:nvPr/>
        </p:nvSpPr>
        <p:spPr bwMode="auto">
          <a:xfrm>
            <a:off x="1755140" y="4653280"/>
            <a:ext cx="872490" cy="1080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0" rIns="18000" bIns="10800"/>
          <a:lstStyle/>
          <a:p>
            <a:pPr algn="r">
              <a:lnSpc>
                <a:spcPct val="80000"/>
              </a:lnSpc>
              <a:spcBef>
                <a:spcPts val="0"/>
              </a:spcBef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取指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baseline="-14000" dirty="0">
              <a:latin typeface="宋体" panose="02010600030101010101" pitchFamily="2" charset="-122"/>
            </a:endParaRPr>
          </a:p>
          <a:p>
            <a:pPr algn="r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读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GPR)</a:t>
            </a:r>
            <a:endParaRPr lang="en-US" altLang="zh-CN" sz="1600" b="1" baseline="-14000" dirty="0">
              <a:latin typeface="宋体" panose="02010600030101010101" pitchFamily="2" charset="-122"/>
            </a:endParaRPr>
          </a:p>
          <a:p>
            <a:pPr algn="r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执行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baseline="-14000" dirty="0">
              <a:latin typeface="宋体" panose="02010600030101010101" pitchFamily="2" charset="-122"/>
            </a:endParaRPr>
          </a:p>
          <a:p>
            <a:pPr algn="r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访存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baseline="-14000" dirty="0">
              <a:latin typeface="宋体" panose="02010600030101010101" pitchFamily="2" charset="-122"/>
            </a:endParaRPr>
          </a:p>
          <a:p>
            <a:pPr algn="r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写回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" grpId="0" bldLvl="0" animBg="1"/>
      <p:bldP spid="328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03"/>
          <p:cNvSpPr txBox="1">
            <a:spLocks noChangeArrowheads="1"/>
          </p:cNvSpPr>
          <p:nvPr/>
        </p:nvSpPr>
        <p:spPr bwMode="auto">
          <a:xfrm>
            <a:off x="179263" y="360000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、时序信号形成电路的组成  </a:t>
            </a:r>
            <a:r>
              <a:rPr 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时序系统的实现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*电路组成：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定序逻辑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时序信号</a:t>
            </a:r>
            <a:r>
              <a:rPr lang="zh-CN" altLang="en-US" sz="1600" b="1" u="sng" dirty="0">
                <a:latin typeface="宋体" panose="02010600030101010101" pitchFamily="2" charset="-122"/>
              </a:rPr>
              <a:t>次序</a:t>
            </a:r>
            <a:r>
              <a:rPr lang="zh-CN" altLang="en-US" sz="1600" b="1" dirty="0">
                <a:latin typeface="宋体" panose="02010600030101010101" pitchFamily="2" charset="-122"/>
              </a:rPr>
              <a:t>控制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＋定时逻辑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时序信号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时长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控制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37" name="Text Box 77"/>
          <p:cNvSpPr txBox="1">
            <a:spLocks noChangeArrowheads="1"/>
          </p:cNvSpPr>
          <p:nvPr/>
        </p:nvSpPr>
        <p:spPr bwMode="auto">
          <a:xfrm>
            <a:off x="179263" y="2700000"/>
            <a:ext cx="878522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环形信号发生器的组成：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定</a:t>
            </a:r>
            <a:r>
              <a:rPr lang="zh-CN" altLang="en-US" sz="1800" b="1" dirty="0">
                <a:latin typeface="宋体" panose="02010600030101010101" pitchFamily="2" charset="-122"/>
              </a:rPr>
              <a:t>序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逻辑</a:t>
            </a:r>
            <a:r>
              <a:rPr lang="zh-CN" altLang="en-US" sz="1800" b="1" dirty="0">
                <a:latin typeface="宋体" panose="02010600030101010101" pitchFamily="2" charset="-122"/>
              </a:rPr>
              <a:t>的实现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基本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方法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有移位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、计数器＋译码器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数电讲过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不懂就看数电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多种序列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通过改变次态函数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如引入指令类型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实现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8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5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2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AutoShape 49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AutoShape 49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30899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7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78" name="组合 177"/>
          <p:cNvGrpSpPr/>
          <p:nvPr/>
        </p:nvGrpSpPr>
        <p:grpSpPr>
          <a:xfrm>
            <a:off x="4785768" y="4140000"/>
            <a:ext cx="3674664" cy="1406505"/>
            <a:chOff x="4716016" y="4365104"/>
            <a:chExt cx="3674664" cy="1406505"/>
          </a:xfrm>
        </p:grpSpPr>
        <p:sp>
          <p:nvSpPr>
            <p:cNvPr id="179" name="矩形 178"/>
            <p:cNvSpPr/>
            <p:nvPr/>
          </p:nvSpPr>
          <p:spPr>
            <a:xfrm>
              <a:off x="5364671" y="4365104"/>
              <a:ext cx="2592000" cy="136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0" name="Text Box 148"/>
            <p:cNvSpPr txBox="1">
              <a:spLocks noChangeArrowheads="1"/>
            </p:cNvSpPr>
            <p:nvPr/>
          </p:nvSpPr>
          <p:spPr bwMode="auto">
            <a:xfrm>
              <a:off x="7668344" y="4446232"/>
              <a:ext cx="288000" cy="10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2-4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译码器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149"/>
            <p:cNvSpPr txBox="1">
              <a:spLocks noChangeArrowheads="1"/>
            </p:cNvSpPr>
            <p:nvPr/>
          </p:nvSpPr>
          <p:spPr bwMode="auto">
            <a:xfrm>
              <a:off x="8174680" y="4444644"/>
              <a:ext cx="216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10800" anchor="t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baseline="-20000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2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baseline="-20000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20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20000" dirty="0">
                <a:latin typeface="宋体" panose="02010600030101010101" pitchFamily="2" charset="-122"/>
              </a:endParaRPr>
            </a:p>
            <a:p>
              <a:pPr algn="l"/>
              <a:endParaRPr lang="en-US" altLang="zh-CN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82" name="Text Box 157"/>
            <p:cNvSpPr txBox="1">
              <a:spLocks noChangeArrowheads="1"/>
            </p:cNvSpPr>
            <p:nvPr/>
          </p:nvSpPr>
          <p:spPr bwMode="auto">
            <a:xfrm>
              <a:off x="6084168" y="5303488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3" name="Text Box 163"/>
            <p:cNvSpPr txBox="1">
              <a:spLocks noChangeArrowheads="1"/>
            </p:cNvSpPr>
            <p:nvPr/>
          </p:nvSpPr>
          <p:spPr bwMode="auto">
            <a:xfrm>
              <a:off x="5434399" y="4434832"/>
              <a:ext cx="1728000" cy="720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LDN</a:t>
              </a:r>
              <a:r>
                <a:rPr lang="en-US" altLang="zh-CN" sz="1600" b="1" dirty="0" smtClean="0"/>
                <a:t> </a:t>
              </a:r>
              <a:endParaRPr lang="en-US" altLang="zh-CN" sz="1600" b="1" dirty="0" smtClean="0"/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D[1..0]  Q[1..0]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CP    CLRN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163"/>
            <p:cNvSpPr txBox="1">
              <a:spLocks noChangeArrowheads="1"/>
            </p:cNvSpPr>
            <p:nvPr/>
          </p:nvSpPr>
          <p:spPr bwMode="auto">
            <a:xfrm>
              <a:off x="6660232" y="5305400"/>
              <a:ext cx="936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归零电路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5" name="直接箭头连接符 184"/>
            <p:cNvCxnSpPr/>
            <p:nvPr/>
          </p:nvCxnSpPr>
          <p:spPr bwMode="auto">
            <a:xfrm>
              <a:off x="7956376" y="4577952"/>
              <a:ext cx="216000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6" name="直接箭头连接符 185"/>
            <p:cNvCxnSpPr/>
            <p:nvPr/>
          </p:nvCxnSpPr>
          <p:spPr bwMode="auto">
            <a:xfrm>
              <a:off x="7956376" y="4797152"/>
              <a:ext cx="216000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7" name="直接箭头连接符 186"/>
            <p:cNvCxnSpPr/>
            <p:nvPr/>
          </p:nvCxnSpPr>
          <p:spPr bwMode="auto">
            <a:xfrm>
              <a:off x="7956376" y="5085184"/>
              <a:ext cx="216000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8" name="直接箭头连接符 187"/>
            <p:cNvCxnSpPr/>
            <p:nvPr/>
          </p:nvCxnSpPr>
          <p:spPr bwMode="auto">
            <a:xfrm>
              <a:off x="7956376" y="5373216"/>
              <a:ext cx="216000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9" name="直接箭头连接符 188"/>
            <p:cNvCxnSpPr/>
            <p:nvPr/>
          </p:nvCxnSpPr>
          <p:spPr bwMode="auto">
            <a:xfrm>
              <a:off x="6372200" y="5665440"/>
              <a:ext cx="72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0" name="直接箭头连接符 189"/>
            <p:cNvCxnSpPr/>
            <p:nvPr/>
          </p:nvCxnSpPr>
          <p:spPr bwMode="auto">
            <a:xfrm>
              <a:off x="6300192" y="5153793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1" name="直接箭头连接符 190"/>
            <p:cNvCxnSpPr/>
            <p:nvPr/>
          </p:nvCxnSpPr>
          <p:spPr bwMode="auto">
            <a:xfrm>
              <a:off x="7164288" y="4725144"/>
              <a:ext cx="52070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2" name="直接箭头连接符 191"/>
            <p:cNvCxnSpPr/>
            <p:nvPr/>
          </p:nvCxnSpPr>
          <p:spPr bwMode="auto">
            <a:xfrm>
              <a:off x="7164288" y="4869160"/>
              <a:ext cx="52070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3" name="直接箭头连接符 192"/>
            <p:cNvCxnSpPr/>
            <p:nvPr/>
          </p:nvCxnSpPr>
          <p:spPr bwMode="auto">
            <a:xfrm>
              <a:off x="7308304" y="4725144"/>
              <a:ext cx="0" cy="57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94" name="直接箭头连接符 193"/>
            <p:cNvCxnSpPr/>
            <p:nvPr/>
          </p:nvCxnSpPr>
          <p:spPr bwMode="auto">
            <a:xfrm>
              <a:off x="7452320" y="4869160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95" name="直接箭头连接符 194"/>
            <p:cNvCxnSpPr/>
            <p:nvPr/>
          </p:nvCxnSpPr>
          <p:spPr bwMode="auto">
            <a:xfrm>
              <a:off x="7092280" y="5521424"/>
              <a:ext cx="0" cy="14820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6" name="直接箭头连接符 195"/>
            <p:cNvCxnSpPr/>
            <p:nvPr/>
          </p:nvCxnSpPr>
          <p:spPr bwMode="auto">
            <a:xfrm>
              <a:off x="6372200" y="552142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箭头连接符 196"/>
            <p:cNvCxnSpPr/>
            <p:nvPr/>
          </p:nvCxnSpPr>
          <p:spPr bwMode="auto">
            <a:xfrm>
              <a:off x="5225177" y="566544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8" name="直接箭头连接符 197"/>
            <p:cNvCxnSpPr/>
            <p:nvPr/>
          </p:nvCxnSpPr>
          <p:spPr bwMode="auto">
            <a:xfrm>
              <a:off x="6228184" y="552142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9" name="椭圆 198"/>
            <p:cNvSpPr/>
            <p:nvPr/>
          </p:nvSpPr>
          <p:spPr bwMode="auto">
            <a:xfrm>
              <a:off x="6264040" y="5229200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0" name="Text Box 320"/>
            <p:cNvSpPr txBox="1">
              <a:spLocks noChangeArrowheads="1"/>
            </p:cNvSpPr>
            <p:nvPr/>
          </p:nvSpPr>
          <p:spPr bwMode="auto">
            <a:xfrm>
              <a:off x="4932623" y="4905104"/>
              <a:ext cx="28862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01" name="Text Box 320"/>
            <p:cNvSpPr txBox="1">
              <a:spLocks noChangeArrowheads="1"/>
            </p:cNvSpPr>
            <p:nvPr/>
          </p:nvSpPr>
          <p:spPr bwMode="auto">
            <a:xfrm>
              <a:off x="4716016" y="5553104"/>
              <a:ext cx="504639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err="1" smtClean="0"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2" name="直接箭头连接符 201"/>
            <p:cNvCxnSpPr/>
            <p:nvPr/>
          </p:nvCxnSpPr>
          <p:spPr bwMode="auto">
            <a:xfrm>
              <a:off x="5225177" y="5013176"/>
              <a:ext cx="21150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26" name="组合 125"/>
          <p:cNvGrpSpPr/>
          <p:nvPr/>
        </p:nvGrpSpPr>
        <p:grpSpPr>
          <a:xfrm>
            <a:off x="1259885" y="4032000"/>
            <a:ext cx="3024336" cy="1584120"/>
            <a:chOff x="611560" y="4437016"/>
            <a:chExt cx="3024336" cy="1584120"/>
          </a:xfrm>
        </p:grpSpPr>
        <p:sp>
          <p:nvSpPr>
            <p:cNvPr id="127" name="矩形 126"/>
            <p:cNvSpPr/>
            <p:nvPr/>
          </p:nvSpPr>
          <p:spPr>
            <a:xfrm>
              <a:off x="611560" y="4653136"/>
              <a:ext cx="2376000" cy="136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28" name="Rectangle 128"/>
            <p:cNvSpPr>
              <a:spLocks noChangeArrowheads="1"/>
            </p:cNvSpPr>
            <p:nvPr/>
          </p:nvSpPr>
          <p:spPr bwMode="auto">
            <a:xfrm>
              <a:off x="827584" y="4797224"/>
              <a:ext cx="504000" cy="64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600" b="1" baseline="-25000" dirty="0" smtClean="0">
                  <a:latin typeface="+mn-ea"/>
                  <a:ea typeface="+mn-ea"/>
                </a:rPr>
                <a:t>  </a:t>
              </a:r>
              <a:r>
                <a:rPr lang="en-US" altLang="zh-CN" sz="1600" b="1" dirty="0" smtClean="0">
                  <a:latin typeface="+mn-ea"/>
                  <a:ea typeface="+mn-ea"/>
                </a:rPr>
                <a:t>Q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R  S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</a:pP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latin typeface="+mn-ea"/>
                  <a:ea typeface="+mn-ea"/>
                </a:rPr>
                <a:t>D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129" name="Text Box 82"/>
            <p:cNvSpPr txBox="1">
              <a:spLocks noChangeArrowheads="1"/>
            </p:cNvSpPr>
            <p:nvPr/>
          </p:nvSpPr>
          <p:spPr bwMode="auto">
            <a:xfrm>
              <a:off x="1079880" y="4437016"/>
              <a:ext cx="187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130" name="直接箭头连接符 129"/>
            <p:cNvCxnSpPr/>
            <p:nvPr/>
          </p:nvCxnSpPr>
          <p:spPr bwMode="auto">
            <a:xfrm flipV="1">
              <a:off x="1043608" y="4437032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箭头连接符 76"/>
            <p:cNvCxnSpPr/>
            <p:nvPr/>
          </p:nvCxnSpPr>
          <p:spPr bwMode="auto">
            <a:xfrm rot="10800000">
              <a:off x="971600" y="5445224"/>
              <a:ext cx="432000" cy="288000"/>
            </a:xfrm>
            <a:prstGeom prst="bentConnector3">
              <a:avLst>
                <a:gd name="adj1" fmla="val 100951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32" name="直接箭头连接符 131"/>
            <p:cNvCxnSpPr/>
            <p:nvPr/>
          </p:nvCxnSpPr>
          <p:spPr bwMode="auto">
            <a:xfrm flipV="1">
              <a:off x="1115616" y="5331799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 flipH="1" flipV="1">
              <a:off x="1179240" y="5328916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5" name="直接箭头连接符 224"/>
            <p:cNvCxnSpPr/>
            <p:nvPr/>
          </p:nvCxnSpPr>
          <p:spPr bwMode="auto">
            <a:xfrm flipV="1">
              <a:off x="1187624" y="5445224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6" name="直接箭头连接符 225"/>
            <p:cNvCxnSpPr/>
            <p:nvPr/>
          </p:nvCxnSpPr>
          <p:spPr bwMode="auto">
            <a:xfrm flipH="1">
              <a:off x="682526" y="5661248"/>
              <a:ext cx="20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7" name="直接箭头连接符 226"/>
            <p:cNvCxnSpPr/>
            <p:nvPr/>
          </p:nvCxnSpPr>
          <p:spPr bwMode="auto">
            <a:xfrm flipV="1">
              <a:off x="1835696" y="4437110"/>
              <a:ext cx="0" cy="36004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8" name="直接箭头连接符 227"/>
            <p:cNvCxnSpPr/>
            <p:nvPr/>
          </p:nvCxnSpPr>
          <p:spPr bwMode="auto">
            <a:xfrm flipV="1">
              <a:off x="1403600" y="4725144"/>
              <a:ext cx="49" cy="10080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9" name="直接箭头连接符 114"/>
            <p:cNvCxnSpPr/>
            <p:nvPr/>
          </p:nvCxnSpPr>
          <p:spPr bwMode="auto">
            <a:xfrm rot="5400000" flipH="1" flipV="1">
              <a:off x="1224455" y="5336385"/>
              <a:ext cx="576000" cy="73598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30" name="椭圆 229"/>
            <p:cNvSpPr/>
            <p:nvPr/>
          </p:nvSpPr>
          <p:spPr bwMode="auto">
            <a:xfrm>
              <a:off x="1549254" y="5054704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31" name="直接箭头连接符 230"/>
            <p:cNvCxnSpPr/>
            <p:nvPr/>
          </p:nvCxnSpPr>
          <p:spPr bwMode="auto">
            <a:xfrm flipH="1">
              <a:off x="1187624" y="5589240"/>
              <a:ext cx="19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2" name="直接箭头连接符 231"/>
            <p:cNvCxnSpPr/>
            <p:nvPr/>
          </p:nvCxnSpPr>
          <p:spPr bwMode="auto">
            <a:xfrm flipV="1">
              <a:off x="2627784" y="4437110"/>
              <a:ext cx="0" cy="36004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3" name="直接箭头连接符 114"/>
            <p:cNvCxnSpPr/>
            <p:nvPr/>
          </p:nvCxnSpPr>
          <p:spPr bwMode="auto">
            <a:xfrm rot="5400000" flipH="1" flipV="1">
              <a:off x="432368" y="5336385"/>
              <a:ext cx="576000" cy="73598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34" name="椭圆 233"/>
            <p:cNvSpPr/>
            <p:nvPr/>
          </p:nvSpPr>
          <p:spPr bwMode="auto">
            <a:xfrm>
              <a:off x="757167" y="5054704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35" name="直接箭头连接符 149"/>
            <p:cNvCxnSpPr/>
            <p:nvPr/>
          </p:nvCxnSpPr>
          <p:spPr bwMode="auto">
            <a:xfrm rot="10800000">
              <a:off x="2771800" y="5661248"/>
              <a:ext cx="359470" cy="144014"/>
            </a:xfrm>
            <a:prstGeom prst="bentConnector3">
              <a:avLst>
                <a:gd name="adj1" fmla="val 99462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6" name="直接箭头连接符 76"/>
            <p:cNvCxnSpPr/>
            <p:nvPr/>
          </p:nvCxnSpPr>
          <p:spPr bwMode="auto">
            <a:xfrm rot="10800000">
              <a:off x="1763736" y="5445224"/>
              <a:ext cx="432000" cy="324000"/>
            </a:xfrm>
            <a:prstGeom prst="bentConnector3">
              <a:avLst>
                <a:gd name="adj1" fmla="val 100951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7" name="直接箭头连接符 236"/>
            <p:cNvCxnSpPr/>
            <p:nvPr/>
          </p:nvCxnSpPr>
          <p:spPr bwMode="auto">
            <a:xfrm flipH="1">
              <a:off x="1403648" y="4725144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sp>
          <p:nvSpPr>
            <p:cNvPr id="238" name="Text Box 320"/>
            <p:cNvSpPr txBox="1">
              <a:spLocks noChangeArrowheads="1"/>
            </p:cNvSpPr>
            <p:nvPr/>
          </p:nvSpPr>
          <p:spPr bwMode="auto">
            <a:xfrm>
              <a:off x="3131920" y="5481016"/>
              <a:ext cx="28862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39" name="Text Box 320"/>
            <p:cNvSpPr txBox="1">
              <a:spLocks noChangeArrowheads="1"/>
            </p:cNvSpPr>
            <p:nvPr/>
          </p:nvSpPr>
          <p:spPr bwMode="auto">
            <a:xfrm>
              <a:off x="3131257" y="5697016"/>
              <a:ext cx="50463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err="1" smtClean="0"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0" name="Rectangle 128"/>
            <p:cNvSpPr>
              <a:spLocks noChangeArrowheads="1"/>
            </p:cNvSpPr>
            <p:nvPr/>
          </p:nvSpPr>
          <p:spPr bwMode="auto">
            <a:xfrm>
              <a:off x="1619728" y="4797152"/>
              <a:ext cx="504000" cy="64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600" b="1" baseline="-25000" dirty="0" smtClean="0">
                  <a:latin typeface="+mn-ea"/>
                  <a:ea typeface="+mn-ea"/>
                </a:rPr>
                <a:t>  </a:t>
              </a:r>
              <a:r>
                <a:rPr lang="en-US" altLang="zh-CN" sz="1600" b="1" dirty="0" smtClean="0">
                  <a:latin typeface="+mn-ea"/>
                  <a:ea typeface="+mn-ea"/>
                </a:rPr>
                <a:t>Q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R  S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</a:pP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latin typeface="+mn-ea"/>
                  <a:ea typeface="+mn-ea"/>
                </a:rPr>
                <a:t>D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241" name="直接箭头连接符 240"/>
            <p:cNvCxnSpPr/>
            <p:nvPr/>
          </p:nvCxnSpPr>
          <p:spPr bwMode="auto">
            <a:xfrm flipV="1">
              <a:off x="1907704" y="5337777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2" name="直接箭头连接符 241"/>
            <p:cNvCxnSpPr/>
            <p:nvPr/>
          </p:nvCxnSpPr>
          <p:spPr bwMode="auto">
            <a:xfrm flipH="1" flipV="1">
              <a:off x="1971328" y="5334894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3" name="直接箭头连接符 242"/>
            <p:cNvCxnSpPr/>
            <p:nvPr/>
          </p:nvCxnSpPr>
          <p:spPr bwMode="auto">
            <a:xfrm>
              <a:off x="1971328" y="5446810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44" name="直接箭头连接符 243"/>
            <p:cNvCxnSpPr/>
            <p:nvPr/>
          </p:nvCxnSpPr>
          <p:spPr bwMode="auto">
            <a:xfrm flipH="1" flipV="1">
              <a:off x="2195784" y="4725144"/>
              <a:ext cx="1" cy="10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5" name="直接箭头连接符 244"/>
            <p:cNvCxnSpPr/>
            <p:nvPr/>
          </p:nvCxnSpPr>
          <p:spPr bwMode="auto">
            <a:xfrm flipH="1">
              <a:off x="2195784" y="4725144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246" name="直接箭头连接符 114"/>
            <p:cNvCxnSpPr/>
            <p:nvPr/>
          </p:nvCxnSpPr>
          <p:spPr bwMode="auto">
            <a:xfrm rot="5400000" flipH="1" flipV="1">
              <a:off x="2016543" y="5336385"/>
              <a:ext cx="576000" cy="73598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47" name="椭圆 246"/>
            <p:cNvSpPr/>
            <p:nvPr/>
          </p:nvSpPr>
          <p:spPr bwMode="auto">
            <a:xfrm>
              <a:off x="2341342" y="5054704"/>
              <a:ext cx="70417" cy="6478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8" name="Rectangle 128"/>
            <p:cNvSpPr>
              <a:spLocks noChangeArrowheads="1"/>
            </p:cNvSpPr>
            <p:nvPr/>
          </p:nvSpPr>
          <p:spPr bwMode="auto">
            <a:xfrm>
              <a:off x="2411816" y="4797152"/>
              <a:ext cx="504000" cy="64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600" b="1" baseline="-25000" dirty="0" smtClean="0">
                  <a:latin typeface="+mn-ea"/>
                  <a:ea typeface="+mn-ea"/>
                </a:rPr>
                <a:t>  </a:t>
              </a:r>
              <a:r>
                <a:rPr lang="en-US" altLang="zh-CN" sz="1600" b="1" dirty="0" smtClean="0">
                  <a:latin typeface="+mn-ea"/>
                  <a:ea typeface="+mn-ea"/>
                </a:rPr>
                <a:t>Q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R  S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</a:pP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latin typeface="+mn-ea"/>
                  <a:ea typeface="+mn-ea"/>
                </a:rPr>
                <a:t>D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249" name="直接箭头连接符 248"/>
            <p:cNvCxnSpPr/>
            <p:nvPr/>
          </p:nvCxnSpPr>
          <p:spPr bwMode="auto">
            <a:xfrm flipV="1">
              <a:off x="2708176" y="5337777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0" name="直接箭头连接符 249"/>
            <p:cNvCxnSpPr/>
            <p:nvPr/>
          </p:nvCxnSpPr>
          <p:spPr bwMode="auto">
            <a:xfrm flipH="1" flipV="1">
              <a:off x="2771800" y="5334894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1" name="直接箭头连接符 250"/>
            <p:cNvCxnSpPr/>
            <p:nvPr/>
          </p:nvCxnSpPr>
          <p:spPr bwMode="auto">
            <a:xfrm>
              <a:off x="2771800" y="5446810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52" name="直接箭头连接符 134"/>
            <p:cNvCxnSpPr/>
            <p:nvPr/>
          </p:nvCxnSpPr>
          <p:spPr bwMode="auto">
            <a:xfrm flipV="1">
              <a:off x="2483776" y="5445272"/>
              <a:ext cx="72000" cy="396000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53" name="组合 252"/>
          <p:cNvGrpSpPr/>
          <p:nvPr/>
        </p:nvGrpSpPr>
        <p:grpSpPr>
          <a:xfrm>
            <a:off x="2051924" y="5328000"/>
            <a:ext cx="1080169" cy="216000"/>
            <a:chOff x="2123679" y="5805264"/>
            <a:chExt cx="1080169" cy="216000"/>
          </a:xfrm>
        </p:grpSpPr>
        <p:sp>
          <p:nvSpPr>
            <p:cNvPr id="254" name="Text Box 260"/>
            <p:cNvSpPr txBox="1">
              <a:spLocks noChangeArrowheads="1"/>
            </p:cNvSpPr>
            <p:nvPr/>
          </p:nvSpPr>
          <p:spPr bwMode="auto">
            <a:xfrm>
              <a:off x="3059848" y="5805264"/>
              <a:ext cx="14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55" name="直接箭头连接符 254"/>
            <p:cNvCxnSpPr/>
            <p:nvPr/>
          </p:nvCxnSpPr>
          <p:spPr bwMode="auto">
            <a:xfrm flipH="1">
              <a:off x="2123728" y="5985248"/>
              <a:ext cx="86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56" name="椭圆 255"/>
            <p:cNvSpPr/>
            <p:nvPr/>
          </p:nvSpPr>
          <p:spPr bwMode="auto">
            <a:xfrm>
              <a:off x="2985221" y="5945619"/>
              <a:ext cx="70417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7" name="椭圆 256"/>
            <p:cNvSpPr/>
            <p:nvPr/>
          </p:nvSpPr>
          <p:spPr bwMode="auto">
            <a:xfrm>
              <a:off x="2989415" y="5805264"/>
              <a:ext cx="70417" cy="72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58" name="直接箭头连接符 257"/>
            <p:cNvCxnSpPr/>
            <p:nvPr/>
          </p:nvCxnSpPr>
          <p:spPr bwMode="auto">
            <a:xfrm>
              <a:off x="2917358" y="5836800"/>
              <a:ext cx="7205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9" name="直接箭头连接符 258"/>
            <p:cNvCxnSpPr/>
            <p:nvPr/>
          </p:nvCxnSpPr>
          <p:spPr bwMode="auto">
            <a:xfrm>
              <a:off x="2123679" y="5805264"/>
              <a:ext cx="0" cy="17998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1296035" y="1296000"/>
            <a:ext cx="6659880" cy="1475740"/>
            <a:chOff x="1928" y="2041"/>
            <a:chExt cx="10488" cy="2324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9128" y="2041"/>
              <a:ext cx="2268" cy="1814"/>
            </a:xfrm>
            <a:prstGeom prst="rect">
              <a:avLst/>
            </a:prstGeom>
            <a:solidFill>
              <a:srgbClr val="CCCCFF"/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7200" y="2041"/>
              <a:ext cx="1928" cy="1814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2778" y="2041"/>
              <a:ext cx="3288" cy="124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7200" y="2041"/>
              <a:ext cx="4195" cy="18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9" name="矩形 8"/>
            <p:cNvSpPr/>
            <p:nvPr>
              <p:custDataLst>
                <p:tags r:id="rId8"/>
              </p:custDataLst>
            </p:nvPr>
          </p:nvSpPr>
          <p:spPr>
            <a:xfrm>
              <a:off x="10375" y="3062"/>
              <a:ext cx="907" cy="68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11" name="Text Box 23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005" y="2154"/>
              <a:ext cx="2041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启停控制逻辑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23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808" y="2154"/>
              <a:ext cx="1474" cy="794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环形信号发生器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4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 rot="16200000">
              <a:off x="11340" y="2381"/>
              <a:ext cx="454" cy="33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25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1736" y="2089"/>
              <a:ext cx="680" cy="90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10800" anchor="ctr" anchorCtr="0"/>
            <a:p>
              <a:pPr algn="l"/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l">
                <a:spcBef>
                  <a:spcPts val="600"/>
                </a:spcBef>
              </a:pP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600" b="1" i="1" baseline="-14000" dirty="0" smtClean="0">
                  <a:solidFill>
                    <a:schemeClr val="accent2"/>
                  </a:solidFill>
                </a:rPr>
                <a:t>m</a:t>
              </a:r>
              <a:r>
                <a:rPr lang="en-US" altLang="zh-CN" sz="1600" b="1" baseline="-14000" dirty="0" smtClean="0">
                  <a:solidFill>
                    <a:schemeClr val="accent2"/>
                  </a:solidFill>
                  <a:latin typeface="+mn-ea"/>
                  <a:ea typeface="+mn-ea"/>
                </a:rPr>
                <a:t>-1</a:t>
              </a:r>
              <a:endParaRPr lang="en-US" altLang="zh-CN" sz="1600" b="1" baseline="-14000" dirty="0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  <p:sp>
          <p:nvSpPr>
            <p:cNvPr id="15" name="Text Box 25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1764" y="2948"/>
              <a:ext cx="340" cy="7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36000" rIns="18000" bIns="10800" anchor="t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  <a:endPara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P</a:t>
              </a:r>
              <a:r>
                <a:rPr lang="en-US" altLang="zh-CN" sz="1600" b="1" baseline="-14000" dirty="0" smtClean="0">
                  <a:solidFill>
                    <a:srgbClr val="990099"/>
                  </a:solidFill>
                  <a:latin typeface="+mn-ea"/>
                  <a:ea typeface="+mn-ea"/>
                </a:rPr>
                <a:t>1</a:t>
              </a:r>
              <a:endParaRPr lang="en-US" altLang="zh-CN" sz="1600" b="1" baseline="-14000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 Box 25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928" y="2041"/>
              <a:ext cx="737" cy="6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停机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26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613" y="2579"/>
              <a:ext cx="340" cy="51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2000" b="1" dirty="0">
                  <a:latin typeface="宋体" panose="02010600030101010101" pitchFamily="2" charset="-122"/>
                </a:rPr>
                <a:t>&amp;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9" name="Text Box 23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427" y="2608"/>
              <a:ext cx="1474" cy="45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定时逻辑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23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912" y="2721"/>
              <a:ext cx="1134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脉冲源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>
              <p:custDataLst>
                <p:tags r:id="rId18"/>
              </p:custDataLst>
            </p:nvPr>
          </p:nvCxnSpPr>
          <p:spPr bwMode="auto">
            <a:xfrm>
              <a:off x="5953" y="2835"/>
              <a:ext cx="147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9"/>
              </p:custDataLst>
            </p:nvPr>
          </p:nvCxnSpPr>
          <p:spPr bwMode="auto">
            <a:xfrm>
              <a:off x="2665" y="226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20"/>
              </p:custDataLst>
            </p:nvPr>
          </p:nvCxnSpPr>
          <p:spPr bwMode="auto">
            <a:xfrm>
              <a:off x="2665" y="249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64"/>
            <p:cNvCxnSpPr/>
            <p:nvPr>
              <p:custDataLst>
                <p:tags r:id="rId21"/>
              </p:custDataLst>
            </p:nvPr>
          </p:nvCxnSpPr>
          <p:spPr bwMode="auto">
            <a:xfrm rot="16200000" flipH="1">
              <a:off x="5329" y="2381"/>
              <a:ext cx="283" cy="283"/>
            </a:xfrm>
            <a:prstGeom prst="bentConnector3">
              <a:avLst>
                <a:gd name="adj1" fmla="val 97033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11169" y="3514"/>
              <a:ext cx="567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25"/>
            <p:cNvCxnSpPr/>
            <p:nvPr>
              <p:custDataLst>
                <p:tags r:id="rId23"/>
              </p:custDataLst>
            </p:nvPr>
          </p:nvCxnSpPr>
          <p:spPr bwMode="auto">
            <a:xfrm>
              <a:off x="8901" y="2835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24"/>
              </p:custDataLst>
            </p:nvPr>
          </p:nvCxnSpPr>
          <p:spPr bwMode="auto">
            <a:xfrm>
              <a:off x="5046" y="2381"/>
              <a:ext cx="476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Text Box 26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829" y="3288"/>
              <a:ext cx="227" cy="3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9" name="直接箭头连接符 64"/>
            <p:cNvCxnSpPr/>
            <p:nvPr>
              <p:custDataLst>
                <p:tags r:id="rId26"/>
              </p:custDataLst>
            </p:nvPr>
          </p:nvCxnSpPr>
          <p:spPr bwMode="auto">
            <a:xfrm>
              <a:off x="9241" y="2835"/>
              <a:ext cx="1928" cy="340"/>
            </a:xfrm>
            <a:prstGeom prst="bentConnector3">
              <a:avLst>
                <a:gd name="adj1" fmla="val 156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30" name="椭圆 29"/>
            <p:cNvSpPr/>
            <p:nvPr>
              <p:custDataLst>
                <p:tags r:id="rId27"/>
              </p:custDataLst>
            </p:nvPr>
          </p:nvSpPr>
          <p:spPr bwMode="auto">
            <a:xfrm>
              <a:off x="11056" y="3457"/>
              <a:ext cx="111" cy="102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1" name="直接箭头连接符 64"/>
            <p:cNvCxnSpPr/>
            <p:nvPr>
              <p:custDataLst>
                <p:tags r:id="rId28"/>
              </p:custDataLst>
            </p:nvPr>
          </p:nvCxnSpPr>
          <p:spPr bwMode="auto">
            <a:xfrm>
              <a:off x="10602" y="3175"/>
              <a:ext cx="227" cy="340"/>
            </a:xfrm>
            <a:prstGeom prst="bentConnector3">
              <a:avLst>
                <a:gd name="adj1" fmla="val 478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29"/>
              </p:custDataLst>
            </p:nvPr>
          </p:nvCxnSpPr>
          <p:spPr bwMode="auto">
            <a:xfrm>
              <a:off x="11282" y="2268"/>
              <a:ext cx="45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30"/>
              </p:custDataLst>
            </p:nvPr>
          </p:nvCxnSpPr>
          <p:spPr bwMode="auto">
            <a:xfrm>
              <a:off x="11284" y="2835"/>
              <a:ext cx="45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Text Box 32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293" y="2495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  <a:endParaRPr lang="zh-CN" altLang="en-US" sz="1600" b="1" baseline="-20000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" name="Text Box 320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957" y="2495"/>
              <a:ext cx="455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CP</a:t>
              </a:r>
              <a:endParaRPr lang="zh-CN" altLang="en-US" sz="1800" b="1" baseline="-200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" name="Text Box 32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236" y="2041"/>
              <a:ext cx="795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7" name="直接箭头连接符 36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7654" y="3062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8674" y="3062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10148" y="2948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0" name="Text Box 320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576" y="4025"/>
              <a:ext cx="147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定时方式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1" name="Text Box 32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8107" y="4025"/>
              <a:ext cx="147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操作状态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2" name="Text Box 320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581" y="4025"/>
              <a:ext cx="147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变长参数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320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891" y="3345"/>
              <a:ext cx="306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主时钟脉冲形成部件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4" name="直接连接符 43"/>
            <p:cNvCxnSpPr/>
            <p:nvPr>
              <p:custDataLst>
                <p:tags r:id="rId41"/>
              </p:custDataLst>
            </p:nvPr>
          </p:nvCxnSpPr>
          <p:spPr bwMode="auto">
            <a:xfrm>
              <a:off x="9128" y="2041"/>
              <a:ext cx="0" cy="181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箭头连接符 44"/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11169" y="3175"/>
              <a:ext cx="567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6" name="Text Box 320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9128" y="3175"/>
              <a:ext cx="794" cy="68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t" anchorCtr="0"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定序逻辑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44"/>
              </p:custDataLst>
            </p:nvPr>
          </p:nvCxnSpPr>
          <p:spPr bwMode="auto">
            <a:xfrm>
              <a:off x="5046" y="2948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33" name="线形标注 2 132"/>
          <p:cNvSpPr/>
          <p:nvPr/>
        </p:nvSpPr>
        <p:spPr bwMode="auto">
          <a:xfrm>
            <a:off x="7380312" y="2520000"/>
            <a:ext cx="1656000" cy="540000"/>
          </a:xfrm>
          <a:prstGeom prst="borderCallout2">
            <a:avLst>
              <a:gd name="adj1" fmla="val 42779"/>
              <a:gd name="adj2" fmla="val -1541"/>
              <a:gd name="adj3" fmla="val 42184"/>
              <a:gd name="adj4" fmla="val -13408"/>
              <a:gd name="adj5" fmla="val -42474"/>
              <a:gd name="adj6" fmla="val -3262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r>
              <a:rPr lang="zh-CN" altLang="en-US" sz="1600" b="1" dirty="0">
                <a:latin typeface="宋体" panose="02010600030101010101" pitchFamily="2" charset="-122"/>
              </a:rPr>
              <a:t>信号数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＞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个时为环形信号发生器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 Box 6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576000" y="5688000"/>
                <a:ext cx="3949700" cy="6540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 anchor="t" anchorCtr="0">
                <a:spAutoFit/>
              </a:bodyPr>
              <a:p>
                <a:pPr marL="490855" indent="-490855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复位时</a:t>
                </a:r>
                <a:r>
                  <a:rPr lang="en-US" altLang="zh-CN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(T</a:t>
                </a:r>
                <a:r>
                  <a:rPr lang="en-US" altLang="zh-CN" sz="1800" b="1" kern="100" baseline="-250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</a:t>
                </a:r>
                <a:r>
                  <a:rPr lang="en-US" altLang="zh-CN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800" b="1" kern="100" baseline="-250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</a:t>
                </a:r>
                <a:r>
                  <a:rPr lang="en-US" altLang="zh-CN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800" b="1" kern="100" baseline="-250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:r>
                  <a:rPr lang="en-US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=0</a:t>
                </a:r>
                <a:r>
                  <a:rPr lang="en-US" altLang="zh-CN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en-US" altLang="zh-CN" sz="1800" b="1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—  </a:t>
                </a:r>
                <a:r>
                  <a:rPr lang="en-US" sz="1800" b="1" kern="1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</a:t>
                </a:r>
                <a:r>
                  <a:rPr lang="en-US" sz="1800" b="1" kern="100" baseline="-250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1800" b="1" kern="1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18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sz="1800" b="1" kern="100" baseline="-25000" dirty="0" smtClean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18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sz="1800" b="1" kern="100" baseline="-25000" dirty="0" smtClean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18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1800" b="1" kern="1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endParaRPr lang="zh-CN" altLang="zh-CN" sz="1800" b="1" kern="100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  <a:p>
                <a:pPr marL="490855" indent="-490855" algn="l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轮转时</a:t>
                </a:r>
                <a:r>
                  <a:rPr lang="en-US" altLang="zh-CN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(T</a:t>
                </a:r>
                <a:r>
                  <a:rPr lang="en-US" altLang="zh-CN" sz="1800" b="1" kern="100" baseline="-250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en-US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</a:t>
                </a:r>
                <a:r>
                  <a:rPr lang="en-US" altLang="zh-CN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800" b="1" kern="100" baseline="-250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en-US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=0,</a:t>
                </a:r>
                <a:r>
                  <a:rPr lang="en-US" altLang="zh-CN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800" b="1" kern="100" baseline="-250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:r>
                  <a:rPr lang="en-US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=1</a:t>
                </a:r>
                <a:r>
                  <a:rPr lang="en-US" altLang="zh-CN" sz="1800" b="1" kern="100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)</a:t>
                </a:r>
                <a:r>
                  <a:rPr lang="en-US" altLang="zh-CN" sz="1800" b="1" dirty="0">
                    <a:solidFill>
                      <a:srgbClr val="0070C0"/>
                    </a:solidFill>
                    <a:latin typeface="宋体" panose="02010600030101010101" pitchFamily="2" charset="-122"/>
                    <a:sym typeface="+mn-ea"/>
                  </a:rPr>
                  <a:t>—</a:t>
                </a:r>
                <a:r>
                  <a:rPr lang="en-US" sz="1800" b="1" kern="1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D</a:t>
                </a:r>
                <a:r>
                  <a:rPr lang="en-US" sz="1800" b="1" kern="100" baseline="-250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0</a:t>
                </a:r>
                <a:r>
                  <a:rPr lang="zh-CN" altLang="en-US" sz="1800" b="1" kern="1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＝</a:t>
                </a:r>
                <a:r>
                  <a:rPr lang="en-US" altLang="zh-CN" sz="1800" b="1" kern="1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T</a:t>
                </a:r>
                <a:r>
                  <a:rPr lang="en-US" altLang="zh-CN" sz="1800" b="1" kern="100" baseline="-250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2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18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altLang="zh-CN" sz="1800" b="1" kern="100" baseline="-25000" dirty="0" smtClean="0">
                    <a:cs typeface="Times New Roman" panose="020206030504050203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800" b="1" i="1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1800" kern="1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  <m:r>
                          <a:rPr lang="en-US" altLang="zh-CN" sz="1800" kern="100" baseline="-25000" dirty="0" smtClean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0</m:t>
                        </m:r>
                      </m:e>
                    </m:acc>
                  </m:oMath>
                </a14:m>
                <a:r>
                  <a:rPr lang="zh-CN" altLang="en-US" sz="1800" b="1" kern="100" dirty="0" smtClean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，</a:t>
                </a:r>
                <a:endParaRPr lang="en-US" altLang="zh-CN" sz="1800" b="1" kern="100" dirty="0" smtClean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endParaRPr>
              </a:p>
            </p:txBody>
          </p:sp>
        </mc:Choice>
        <mc:Fallback>
          <p:sp>
            <p:nvSpPr>
              <p:cNvPr id="4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576000" y="5688000"/>
                <a:ext cx="3949700" cy="654050"/>
              </a:xfrm>
              <a:prstGeom prst="rect">
                <a:avLst/>
              </a:prstGeom>
              <a:blipFill rotWithShape="1">
                <a:blip r:embed="rId47"/>
                <a:stretch>
                  <a:fillRect l="-1" t="-47" r="1" b="47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8"/>
          <p:cNvSpPr txBox="1"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4643755" y="5724000"/>
            <a:ext cx="41400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若</a:t>
            </a:r>
            <a:r>
              <a:rPr lang="zh-CN" sz="1800" b="1" dirty="0" err="1" smtClean="0">
                <a:sym typeface="+mn-ea"/>
              </a:rPr>
              <a:t>左图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1800" b="1" baseline="-25000" dirty="0" smtClean="0"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+T</a:t>
            </a:r>
            <a:r>
              <a:rPr lang="en-US" altLang="zh-CN" sz="1800" b="1" baseline="-25000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+T</a:t>
            </a:r>
            <a:r>
              <a:rPr lang="en-US" altLang="zh-CN" sz="1800" b="1" baseline="-25000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及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baseline="-25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+T</a:t>
            </a:r>
            <a:r>
              <a:rPr lang="en-US" altLang="zh-CN" sz="1800" b="1" baseline="-25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选择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信号为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S(=1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为前者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，则</a:t>
            </a:r>
            <a:r>
              <a:rPr lang="zh-CN" sz="1800" b="1" dirty="0" err="1" smtClean="0">
                <a:sym typeface="+mn-ea"/>
              </a:rPr>
              <a:t>如何</a:t>
            </a:r>
            <a:r>
              <a:rPr lang="zh-CN" sz="1800" b="1" dirty="0" err="1" smtClean="0">
                <a:sym typeface="+mn-ea"/>
              </a:rPr>
              <a:t>改变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24" name="Text Box 303"/>
          <p:cNvSpPr txBox="1">
            <a:spLocks noChangeArrowheads="1"/>
          </p:cNvSpPr>
          <p:nvPr/>
        </p:nvSpPr>
        <p:spPr bwMode="auto">
          <a:xfrm>
            <a:off x="179263" y="360000"/>
            <a:ext cx="8785225" cy="1283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dirty="0" err="1" smtClean="0">
                <a:solidFill>
                  <a:srgbClr val="C00000"/>
                </a:solidFill>
              </a:rPr>
              <a:t>μ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+mn-ea"/>
              </a:rPr>
              <a:t>OP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</a:rPr>
              <a:t>的定时方式：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定时逻辑的实现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latin typeface="+mn-ea"/>
              </a:rPr>
              <a:t>即节拍脉冲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</a:rPr>
              <a:t>CP</a:t>
            </a:r>
            <a:r>
              <a:rPr lang="zh-CN" altLang="en-US" sz="2200" b="1" dirty="0" smtClean="0">
                <a:latin typeface="+mn-ea"/>
                <a:sym typeface="+mn-ea"/>
              </a:rPr>
              <a:t>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+mn-ea"/>
              </a:rPr>
              <a:t>时长控制</a:t>
            </a:r>
            <a:r>
              <a:rPr lang="zh-CN" altLang="en-US" sz="2200" b="1" dirty="0" smtClean="0">
                <a:latin typeface="+mn-ea"/>
              </a:rPr>
              <a:t>方式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 smtClean="0">
                <a:latin typeface="+mn-ea"/>
                <a:sym typeface="+mn-ea"/>
              </a:rPr>
              <a:t>受</a:t>
            </a:r>
            <a:r>
              <a:rPr lang="en-US" altLang="zh-CN" sz="1800" dirty="0" err="1">
                <a:solidFill>
                  <a:srgbClr val="0070C0"/>
                </a:solidFill>
                <a:sym typeface="+mn-ea"/>
              </a:rPr>
              <a:t>μ</a:t>
            </a:r>
            <a:r>
              <a:rPr lang="en-US" altLang="zh-CN" sz="1800" b="1" dirty="0" err="1" smtClean="0">
                <a:solidFill>
                  <a:srgbClr val="0070C0"/>
                </a:solidFill>
                <a:latin typeface="+mn-ea"/>
                <a:sym typeface="+mn-ea"/>
              </a:rPr>
              <a:t>OP</a:t>
            </a:r>
            <a:r>
              <a:rPr lang="zh-CN" altLang="en-US" sz="1800" b="1" dirty="0" err="1" smtClean="0">
                <a:solidFill>
                  <a:srgbClr val="0070C0"/>
                </a:solidFill>
                <a:latin typeface="+mn-ea"/>
                <a:sym typeface="+mn-ea"/>
              </a:rPr>
              <a:t>类型</a:t>
            </a:r>
            <a:r>
              <a:rPr lang="en-US" altLang="zh-CN" sz="1800" b="1" dirty="0" err="1" smtClean="0">
                <a:solidFill>
                  <a:srgbClr val="0070C0"/>
                </a:solidFill>
                <a:latin typeface="+mn-ea"/>
                <a:sym typeface="+mn-ea"/>
              </a:rPr>
              <a:t>&amp;</a:t>
            </a:r>
            <a:r>
              <a:rPr lang="zh-CN" altLang="en-US" sz="1800" b="1" dirty="0" smtClean="0">
                <a:solidFill>
                  <a:srgbClr val="0070C0"/>
                </a:solidFill>
                <a:latin typeface="+mn-ea"/>
                <a:sym typeface="+mn-ea"/>
              </a:rPr>
              <a:t>状态</a:t>
            </a:r>
            <a:r>
              <a:rPr lang="zh-CN" altLang="en-US" sz="1800" b="1" dirty="0" smtClean="0">
                <a:latin typeface="+mn-ea"/>
                <a:sym typeface="+mn-ea"/>
              </a:rPr>
              <a:t>影响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zh-CN" altLang="en-US" sz="1600" b="1" dirty="0" smtClean="0">
              <a:latin typeface="+mn-ea"/>
            </a:endParaRPr>
          </a:p>
        </p:txBody>
      </p:sp>
      <p:sp>
        <p:nvSpPr>
          <p:cNvPr id="332" name="Text Box 168"/>
          <p:cNvSpPr txBox="1">
            <a:spLocks noChangeArrowheads="1"/>
          </p:cNvSpPr>
          <p:nvPr/>
        </p:nvSpPr>
        <p:spPr bwMode="auto">
          <a:xfrm>
            <a:off x="179070" y="1558925"/>
            <a:ext cx="7650480" cy="42075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同步控制方式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各</a:t>
            </a:r>
            <a:r>
              <a:rPr lang="en-US" altLang="zh-CN" sz="2200" spc="-50" dirty="0" err="1" smtClean="0"/>
              <a:t>μ</a:t>
            </a:r>
            <a:r>
              <a:rPr lang="en-US" altLang="zh-CN" sz="2200" b="1" spc="-50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时长只受</a:t>
            </a:r>
            <a:r>
              <a:rPr lang="zh-CN" altLang="en-US" sz="2200" b="1" spc="-5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统一的</a:t>
            </a:r>
            <a:r>
              <a:rPr lang="zh-CN" altLang="en-US" sz="2200" b="1" u="sng" spc="-50" dirty="0" smtClean="0">
                <a:latin typeface="宋体" panose="02010600030101010101" pitchFamily="2" charset="-122"/>
              </a:rPr>
              <a:t>基准时钟信号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主时钟信号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控制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定时原理：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示例：</a:t>
            </a:r>
            <a:endParaRPr lang="en-US" altLang="zh-CN" sz="1800" b="1" dirty="0" err="1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定时逻辑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特点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328" name="Text Box 161"/>
          <p:cNvSpPr txBox="1">
            <a:spLocks noChangeArrowheads="1"/>
          </p:cNvSpPr>
          <p:nvPr/>
        </p:nvSpPr>
        <p:spPr bwMode="auto">
          <a:xfrm>
            <a:off x="1872000" y="4822530"/>
            <a:ext cx="709228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2200" b="1" dirty="0">
                <a:latin typeface="宋体" panose="02010600030101010101" pitchFamily="2" charset="-122"/>
              </a:rPr>
              <a:t>CP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CLK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控制简单，适合</a:t>
            </a:r>
            <a:r>
              <a:rPr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内部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+mn-ea"/>
              </a:rPr>
              <a:t>OP</a:t>
            </a:r>
            <a:r>
              <a:rPr lang="zh-CN" altLang="en-US" sz="2200" b="1" dirty="0" smtClean="0">
                <a:latin typeface="+mn-ea"/>
              </a:rPr>
              <a:t>定时</a:t>
            </a:r>
            <a:r>
              <a:rPr lang="en-US" altLang="zh-CN" sz="1600" b="1" dirty="0" smtClean="0">
                <a:latin typeface="+mn-ea"/>
              </a:rPr>
              <a:t>(</a:t>
            </a:r>
            <a:r>
              <a:rPr lang="zh-CN" altLang="en-US" sz="1600" b="1" dirty="0" smtClean="0">
                <a:latin typeface="+mn-ea"/>
              </a:rPr>
              <a:t>时延固定</a:t>
            </a:r>
            <a:r>
              <a:rPr lang="en-US" altLang="zh-CN" sz="1600" b="1" dirty="0" smtClean="0">
                <a:latin typeface="+mn-ea"/>
              </a:rPr>
              <a:t>/</a:t>
            </a:r>
            <a:r>
              <a:rPr lang="zh-CN" altLang="en-US" sz="1600" b="1" dirty="0" smtClean="0">
                <a:latin typeface="+mn-ea"/>
              </a:rPr>
              <a:t>相差较小</a:t>
            </a:r>
            <a:r>
              <a:rPr lang="en-US" altLang="zh-CN" sz="1600" b="1" dirty="0" smtClean="0">
                <a:latin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388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839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5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Text Box 131"/>
          <p:cNvSpPr txBox="1">
            <a:spLocks noChangeArrowheads="1"/>
          </p:cNvSpPr>
          <p:nvPr/>
        </p:nvSpPr>
        <p:spPr bwMode="auto">
          <a:xfrm>
            <a:off x="936000" y="864000"/>
            <a:ext cx="5832000" cy="288000"/>
          </a:xfrm>
          <a:prstGeom prst="rect">
            <a:avLst/>
          </a:prstGeom>
          <a:noFill/>
          <a:ln w="15875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b="1" dirty="0" smtClean="0">
                <a:latin typeface="+mn-ea"/>
                <a:ea typeface="+mn-ea"/>
              </a:rPr>
              <a:t>CP</a:t>
            </a:r>
            <a:r>
              <a:rPr lang="zh-CN" altLang="en-US" sz="1800" b="1" dirty="0" smtClean="0">
                <a:latin typeface="+mn-ea"/>
                <a:ea typeface="+mn-ea"/>
              </a:rPr>
              <a:t>宽度与</a:t>
            </a:r>
            <a:r>
              <a:rPr lang="en-US" altLang="zh-CN" sz="1800" dirty="0" err="1" smtClean="0"/>
              <a:t>μ</a:t>
            </a:r>
            <a:r>
              <a:rPr lang="en-US" altLang="zh-CN" sz="1800" b="1" dirty="0" err="1" smtClean="0">
                <a:latin typeface="+mn-ea"/>
                <a:ea typeface="+mn-ea"/>
              </a:rPr>
              <a:t>OP</a:t>
            </a:r>
            <a:r>
              <a:rPr lang="zh-CN" altLang="en-US" sz="1800" b="1" dirty="0" smtClean="0">
                <a:latin typeface="+mn-ea"/>
                <a:ea typeface="+mn-ea"/>
              </a:rPr>
              <a:t>时长的关系？</a:t>
            </a:r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+mn-ea"/>
                <a:ea typeface="+mn-ea"/>
                <a:sym typeface="+mn-ea"/>
              </a:rPr>
              <a:t>OP</a:t>
            </a:r>
            <a:r>
              <a:rPr lang="zh-CN" altLang="en-US" sz="1600" b="1" dirty="0" err="1" smtClean="0">
                <a:latin typeface="+mn-ea"/>
                <a:ea typeface="+mn-ea"/>
                <a:sym typeface="+mn-ea"/>
              </a:rPr>
              <a:t>序列中</a:t>
            </a:r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+mn-ea"/>
                <a:ea typeface="+mn-ea"/>
                <a:sym typeface="+mn-ea"/>
              </a:rPr>
              <a:t>OP</a:t>
            </a:r>
            <a:r>
              <a:rPr lang="zh-CN" altLang="en-US" sz="1600" b="1" dirty="0" err="1" smtClean="0">
                <a:latin typeface="+mn-ea"/>
                <a:ea typeface="+mn-ea"/>
                <a:sym typeface="+mn-ea"/>
              </a:rPr>
              <a:t>的</a:t>
            </a:r>
            <a:r>
              <a:rPr lang="zh-CN" altLang="en-US" sz="1600" b="1" dirty="0" err="1" smtClean="0">
                <a:latin typeface="+mn-ea"/>
                <a:ea typeface="+mn-ea"/>
                <a:sym typeface="+mn-ea"/>
              </a:rPr>
              <a:t>定时方法？</a:t>
            </a:r>
            <a:endParaRPr lang="zh-CN" altLang="en-US" sz="1600" b="1" spc="-30" dirty="0" err="1" smtClean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92" name="Text Box 320"/>
          <p:cNvSpPr txBox="1">
            <a:spLocks noChangeArrowheads="1"/>
          </p:cNvSpPr>
          <p:nvPr/>
        </p:nvSpPr>
        <p:spPr bwMode="auto">
          <a:xfrm>
            <a:off x="6804000" y="864000"/>
            <a:ext cx="2232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l"/>
            <a:r>
              <a:rPr lang="zh-CN" altLang="en-US" sz="1600" b="1" dirty="0" smtClean="0">
                <a:latin typeface="宋体" panose="02010600030101010101" pitchFamily="2" charset="-122"/>
              </a:rPr>
              <a:t>相等，每个</a:t>
            </a:r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+mn-ea"/>
                <a:ea typeface="+mn-ea"/>
                <a:sym typeface="+mn-ea"/>
              </a:rPr>
              <a:t>OP</a:t>
            </a:r>
            <a:r>
              <a:rPr lang="zh-CN" altLang="en-US" sz="1600" b="1" dirty="0" err="1" smtClean="0">
                <a:latin typeface="+mn-ea"/>
                <a:ea typeface="+mn-ea"/>
                <a:sym typeface="+mn-ea"/>
              </a:rPr>
              <a:t>与</a:t>
            </a:r>
            <a:r>
              <a:rPr lang="en-US" altLang="zh-CN" sz="1600" b="1" dirty="0" err="1" smtClean="0">
                <a:latin typeface="+mn-ea"/>
                <a:ea typeface="+mn-ea"/>
                <a:sym typeface="+mn-ea"/>
              </a:rPr>
              <a:t>CP</a:t>
            </a:r>
            <a:r>
              <a:rPr lang="zh-CN" altLang="en-US" sz="1600" b="1" dirty="0" err="1" smtClean="0">
                <a:latin typeface="+mn-ea"/>
                <a:ea typeface="+mn-ea"/>
                <a:sym typeface="+mn-ea"/>
              </a:rPr>
              <a:t>绑定</a:t>
            </a:r>
            <a:endParaRPr lang="zh-CN" altLang="en-US" sz="1600" b="1" dirty="0" err="1" smtClean="0">
              <a:latin typeface="+mn-ea"/>
              <a:ea typeface="+mn-ea"/>
              <a:sym typeface="+mn-ea"/>
            </a:endParaRPr>
          </a:p>
        </p:txBody>
      </p:sp>
      <p:sp>
        <p:nvSpPr>
          <p:cNvPr id="288" name="Text Box 168"/>
          <p:cNvSpPr txBox="1">
            <a:spLocks noChangeArrowheads="1"/>
          </p:cNvSpPr>
          <p:nvPr/>
        </p:nvSpPr>
        <p:spPr bwMode="auto">
          <a:xfrm>
            <a:off x="2411730" y="2448000"/>
            <a:ext cx="6574790" cy="2018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同步于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CLK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，即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节拍</a:t>
            </a:r>
            <a:r>
              <a:rPr lang="zh-CN" altLang="en-US" sz="2200" b="1" dirty="0">
                <a:latin typeface="宋体" panose="02010600030101010101" pitchFamily="2" charset="-122"/>
              </a:rPr>
              <a:t>周期</a:t>
            </a:r>
            <a:r>
              <a:rPr lang="en-US" altLang="zh-CN" sz="2200" b="1" i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6000" dirty="0">
                <a:solidFill>
                  <a:schemeClr val="tx1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200" b="1" i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各</a:t>
            </a:r>
            <a:r>
              <a:rPr lang="en-US" altLang="zh-CN" sz="2200" dirty="0" err="1" smtClean="0">
                <a:sym typeface="+mn-ea"/>
              </a:rPr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同步于</a:t>
            </a:r>
            <a:r>
              <a:rPr lang="zh-CN" altLang="en-US" sz="2200" b="1" dirty="0" err="1" smtClean="0">
                <a:latin typeface="宋体" panose="02010600030101010101" pitchFamily="2" charset="-122"/>
                <a:sym typeface="+mn-ea"/>
              </a:rPr>
              <a:t>节拍信号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节拍信号基于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CP</a:t>
            </a:r>
            <a:endParaRPr lang="en-US" altLang="zh-CN" sz="22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1800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en-US" altLang="zh-CN" sz="1800" dirty="0" err="1" smtClean="0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1800" b="1" dirty="0" err="1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Cmd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形成逻辑：</a:t>
            </a:r>
            <a:endParaRPr lang="zh-CN" altLang="en-US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                   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dirty="0" smtClean="0">
                <a:sym typeface="+mn-ea"/>
              </a:rPr>
              <a:t>μ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OPCmd1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T0+T2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sz="18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                </a:t>
            </a:r>
            <a:r>
              <a:rPr lang="en-US" altLang="zh-CN" sz="1800" dirty="0" smtClean="0">
                <a:sym typeface="+mn-ea"/>
              </a:rPr>
              <a:t>μ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OPCmd2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T1</a:t>
            </a:r>
            <a:endParaRPr lang="en-US" altLang="zh-CN" sz="18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1979295" y="3420745"/>
            <a:ext cx="2811145" cy="1080135"/>
            <a:chOff x="2778" y="5726"/>
            <a:chExt cx="4427" cy="1701"/>
          </a:xfrm>
        </p:grpSpPr>
        <p:sp>
          <p:nvSpPr>
            <p:cNvPr id="233" name="Text Box 108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778" y="5726"/>
              <a:ext cx="1474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OPCmd1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OPCmd2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smtClean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OPCmd3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+mn-ea"/>
                  <a:ea typeface="+mn-ea"/>
                  <a:sym typeface="+mn-ea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5" name="直接连接符 234"/>
            <p:cNvCxnSpPr/>
            <p:nvPr>
              <p:custDataLst>
                <p:tags r:id="rId2"/>
              </p:custDataLst>
            </p:nvPr>
          </p:nvCxnSpPr>
          <p:spPr>
            <a:xfrm flipH="1">
              <a:off x="5272" y="6066"/>
              <a:ext cx="1" cy="1361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>
              <p:custDataLst>
                <p:tags r:id="rId3"/>
              </p:custDataLst>
            </p:nvPr>
          </p:nvCxnSpPr>
          <p:spPr>
            <a:xfrm>
              <a:off x="7090" y="6066"/>
              <a:ext cx="0" cy="1361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>
              <p:custDataLst>
                <p:tags r:id="rId4"/>
              </p:custDataLst>
            </p:nvPr>
          </p:nvCxnSpPr>
          <p:spPr>
            <a:xfrm flipH="1">
              <a:off x="4365" y="6066"/>
              <a:ext cx="1" cy="1361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>
              <p:custDataLst>
                <p:tags r:id="rId5"/>
              </p:custDataLst>
            </p:nvPr>
          </p:nvCxnSpPr>
          <p:spPr>
            <a:xfrm>
              <a:off x="6183" y="6066"/>
              <a:ext cx="0" cy="1361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>
              <p:custDataLst>
                <p:tags r:id="rId6"/>
              </p:custDataLst>
            </p:nvPr>
          </p:nvCxnSpPr>
          <p:spPr>
            <a:xfrm flipH="1">
              <a:off x="5272" y="5783"/>
              <a:ext cx="5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>
              <p:custDataLst>
                <p:tags r:id="rId7"/>
              </p:custDataLst>
            </p:nvPr>
          </p:nvCxnSpPr>
          <p:spPr>
            <a:xfrm>
              <a:off x="4365" y="5783"/>
              <a:ext cx="907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>
              <p:custDataLst>
                <p:tags r:id="rId8"/>
              </p:custDataLst>
            </p:nvPr>
          </p:nvCxnSpPr>
          <p:spPr>
            <a:xfrm flipH="1">
              <a:off x="4363" y="5783"/>
              <a:ext cx="2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>
              <p:custDataLst>
                <p:tags r:id="rId9"/>
              </p:custDataLst>
            </p:nvPr>
          </p:nvCxnSpPr>
          <p:spPr>
            <a:xfrm>
              <a:off x="4252" y="6066"/>
              <a:ext cx="113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>
              <p:custDataLst>
                <p:tags r:id="rId10"/>
              </p:custDataLst>
            </p:nvPr>
          </p:nvCxnSpPr>
          <p:spPr>
            <a:xfrm>
              <a:off x="5272" y="6066"/>
              <a:ext cx="907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>
              <p:custDataLst>
                <p:tags r:id="rId11"/>
              </p:custDataLst>
            </p:nvPr>
          </p:nvCxnSpPr>
          <p:spPr>
            <a:xfrm flipH="1">
              <a:off x="6184" y="6180"/>
              <a:ext cx="0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>
              <p:custDataLst>
                <p:tags r:id="rId12"/>
              </p:custDataLst>
            </p:nvPr>
          </p:nvCxnSpPr>
          <p:spPr>
            <a:xfrm>
              <a:off x="5272" y="6180"/>
              <a:ext cx="907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>
              <p:custDataLst>
                <p:tags r:id="rId13"/>
              </p:custDataLst>
            </p:nvPr>
          </p:nvCxnSpPr>
          <p:spPr>
            <a:xfrm>
              <a:off x="5277" y="6180"/>
              <a:ext cx="0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>
              <p:custDataLst>
                <p:tags r:id="rId14"/>
              </p:custDataLst>
            </p:nvPr>
          </p:nvCxnSpPr>
          <p:spPr>
            <a:xfrm>
              <a:off x="4252" y="6463"/>
              <a:ext cx="102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>
              <p:custDataLst>
                <p:tags r:id="rId15"/>
              </p:custDataLst>
            </p:nvPr>
          </p:nvCxnSpPr>
          <p:spPr>
            <a:xfrm>
              <a:off x="6185" y="6463"/>
              <a:ext cx="102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>
              <p:custDataLst>
                <p:tags r:id="rId16"/>
              </p:custDataLst>
            </p:nvPr>
          </p:nvCxnSpPr>
          <p:spPr>
            <a:xfrm flipH="1">
              <a:off x="6184" y="6576"/>
              <a:ext cx="0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>
              <p:custDataLst>
                <p:tags r:id="rId17"/>
              </p:custDataLst>
            </p:nvPr>
          </p:nvCxnSpPr>
          <p:spPr>
            <a:xfrm>
              <a:off x="5272" y="6576"/>
              <a:ext cx="907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>
              <p:custDataLst>
                <p:tags r:id="rId18"/>
              </p:custDataLst>
            </p:nvPr>
          </p:nvCxnSpPr>
          <p:spPr>
            <a:xfrm>
              <a:off x="5272" y="6576"/>
              <a:ext cx="0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>
              <p:custDataLst>
                <p:tags r:id="rId19"/>
              </p:custDataLst>
            </p:nvPr>
          </p:nvCxnSpPr>
          <p:spPr>
            <a:xfrm>
              <a:off x="4252" y="6860"/>
              <a:ext cx="102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>
              <p:custDataLst>
                <p:tags r:id="rId20"/>
              </p:custDataLst>
            </p:nvPr>
          </p:nvCxnSpPr>
          <p:spPr>
            <a:xfrm>
              <a:off x="6185" y="6860"/>
              <a:ext cx="102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>
              <p:custDataLst>
                <p:tags r:id="rId21"/>
              </p:custDataLst>
            </p:nvPr>
          </p:nvCxnSpPr>
          <p:spPr>
            <a:xfrm>
              <a:off x="7090" y="5783"/>
              <a:ext cx="0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>
              <p:custDataLst>
                <p:tags r:id="rId22"/>
              </p:custDataLst>
            </p:nvPr>
          </p:nvCxnSpPr>
          <p:spPr>
            <a:xfrm>
              <a:off x="6185" y="5783"/>
              <a:ext cx="907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>
              <p:custDataLst>
                <p:tags r:id="rId23"/>
              </p:custDataLst>
            </p:nvPr>
          </p:nvCxnSpPr>
          <p:spPr>
            <a:xfrm flipH="1">
              <a:off x="6183" y="5783"/>
              <a:ext cx="2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>
              <p:custDataLst>
                <p:tags r:id="rId24"/>
              </p:custDataLst>
            </p:nvPr>
          </p:nvCxnSpPr>
          <p:spPr>
            <a:xfrm>
              <a:off x="7090" y="6066"/>
              <a:ext cx="113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>
              <p:custDataLst>
                <p:tags r:id="rId25"/>
              </p:custDataLst>
            </p:nvPr>
          </p:nvCxnSpPr>
          <p:spPr>
            <a:xfrm>
              <a:off x="4365" y="6973"/>
              <a:ext cx="4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>
              <p:custDataLst>
                <p:tags r:id="rId26"/>
              </p:custDataLst>
            </p:nvPr>
          </p:nvCxnSpPr>
          <p:spPr>
            <a:xfrm>
              <a:off x="4365" y="6973"/>
              <a:ext cx="2" cy="28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>
              <p:custDataLst>
                <p:tags r:id="rId27"/>
              </p:custDataLst>
            </p:nvPr>
          </p:nvCxnSpPr>
          <p:spPr>
            <a:xfrm>
              <a:off x="4252" y="7256"/>
              <a:ext cx="113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>
              <p:custDataLst>
                <p:tags r:id="rId28"/>
              </p:custDataLst>
            </p:nvPr>
          </p:nvCxnSpPr>
          <p:spPr>
            <a:xfrm>
              <a:off x="7090" y="6973"/>
              <a:ext cx="113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>
              <p:custDataLst>
                <p:tags r:id="rId29"/>
              </p:custDataLst>
            </p:nvPr>
          </p:nvCxnSpPr>
          <p:spPr>
            <a:xfrm>
              <a:off x="4819" y="6973"/>
              <a:ext cx="2" cy="28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>
              <p:custDataLst>
                <p:tags r:id="rId30"/>
              </p:custDataLst>
            </p:nvPr>
          </p:nvCxnSpPr>
          <p:spPr>
            <a:xfrm>
              <a:off x="4819" y="7256"/>
              <a:ext cx="4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>
              <p:custDataLst>
                <p:tags r:id="rId31"/>
              </p:custDataLst>
            </p:nvPr>
          </p:nvCxnSpPr>
          <p:spPr>
            <a:xfrm>
              <a:off x="5272" y="6973"/>
              <a:ext cx="4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>
              <p:custDataLst>
                <p:tags r:id="rId32"/>
              </p:custDataLst>
            </p:nvPr>
          </p:nvCxnSpPr>
          <p:spPr>
            <a:xfrm>
              <a:off x="5272" y="6973"/>
              <a:ext cx="2" cy="28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>
              <p:custDataLst>
                <p:tags r:id="rId33"/>
              </p:custDataLst>
            </p:nvPr>
          </p:nvCxnSpPr>
          <p:spPr>
            <a:xfrm>
              <a:off x="5728" y="6973"/>
              <a:ext cx="2" cy="28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>
              <p:custDataLst>
                <p:tags r:id="rId34"/>
              </p:custDataLst>
            </p:nvPr>
          </p:nvCxnSpPr>
          <p:spPr>
            <a:xfrm>
              <a:off x="5726" y="7256"/>
              <a:ext cx="4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>
              <p:custDataLst>
                <p:tags r:id="rId35"/>
              </p:custDataLst>
            </p:nvPr>
          </p:nvCxnSpPr>
          <p:spPr>
            <a:xfrm>
              <a:off x="6179" y="6973"/>
              <a:ext cx="4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>
              <p:custDataLst>
                <p:tags r:id="rId36"/>
              </p:custDataLst>
            </p:nvPr>
          </p:nvCxnSpPr>
          <p:spPr>
            <a:xfrm>
              <a:off x="6179" y="6973"/>
              <a:ext cx="2" cy="28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>
              <p:custDataLst>
                <p:tags r:id="rId37"/>
              </p:custDataLst>
            </p:nvPr>
          </p:nvCxnSpPr>
          <p:spPr>
            <a:xfrm>
              <a:off x="6633" y="6973"/>
              <a:ext cx="2" cy="28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>
              <p:custDataLst>
                <p:tags r:id="rId38"/>
              </p:custDataLst>
            </p:nvPr>
          </p:nvCxnSpPr>
          <p:spPr>
            <a:xfrm>
              <a:off x="6633" y="7256"/>
              <a:ext cx="45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>
              <p:custDataLst>
                <p:tags r:id="rId39"/>
              </p:custDataLst>
            </p:nvPr>
          </p:nvCxnSpPr>
          <p:spPr>
            <a:xfrm>
              <a:off x="7088" y="6973"/>
              <a:ext cx="2" cy="283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>
          <a:xfrm>
            <a:off x="2628265" y="4464050"/>
            <a:ext cx="2161540" cy="390525"/>
            <a:chOff x="4139" y="7030"/>
            <a:chExt cx="3404" cy="615"/>
          </a:xfrm>
        </p:grpSpPr>
        <p:sp>
          <p:nvSpPr>
            <p:cNvPr id="290" name="Text Box 10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139" y="7030"/>
              <a:ext cx="454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+mn-ea"/>
                  <a:ea typeface="+mn-ea"/>
                  <a:sym typeface="+mn-ea"/>
                </a:rPr>
                <a:t>CP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91" name="直接连接符 290"/>
            <p:cNvCxnSpPr/>
            <p:nvPr>
              <p:custDataLst>
                <p:tags r:id="rId41"/>
              </p:custDataLst>
            </p:nvPr>
          </p:nvCxnSpPr>
          <p:spPr>
            <a:xfrm>
              <a:off x="4706" y="7033"/>
              <a:ext cx="45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>
              <p:custDataLst>
                <p:tags r:id="rId42"/>
              </p:custDataLst>
            </p:nvPr>
          </p:nvCxnSpPr>
          <p:spPr>
            <a:xfrm>
              <a:off x="4706" y="7033"/>
              <a:ext cx="2" cy="283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>
              <p:custDataLst>
                <p:tags r:id="rId43"/>
              </p:custDataLst>
            </p:nvPr>
          </p:nvCxnSpPr>
          <p:spPr>
            <a:xfrm>
              <a:off x="4593" y="7316"/>
              <a:ext cx="113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>
              <p:custDataLst>
                <p:tags r:id="rId44"/>
              </p:custDataLst>
            </p:nvPr>
          </p:nvCxnSpPr>
          <p:spPr>
            <a:xfrm>
              <a:off x="7431" y="7033"/>
              <a:ext cx="113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/>
            <p:nvPr>
              <p:custDataLst>
                <p:tags r:id="rId45"/>
              </p:custDataLst>
            </p:nvPr>
          </p:nvCxnSpPr>
          <p:spPr>
            <a:xfrm>
              <a:off x="5160" y="7033"/>
              <a:ext cx="2" cy="283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/>
            <p:nvPr>
              <p:custDataLst>
                <p:tags r:id="rId46"/>
              </p:custDataLst>
            </p:nvPr>
          </p:nvCxnSpPr>
          <p:spPr>
            <a:xfrm>
              <a:off x="5160" y="7316"/>
              <a:ext cx="45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/>
            <p:nvPr>
              <p:custDataLst>
                <p:tags r:id="rId47"/>
              </p:custDataLst>
            </p:nvPr>
          </p:nvCxnSpPr>
          <p:spPr>
            <a:xfrm>
              <a:off x="5613" y="7033"/>
              <a:ext cx="45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/>
            <p:nvPr>
              <p:custDataLst>
                <p:tags r:id="rId48"/>
              </p:custDataLst>
            </p:nvPr>
          </p:nvCxnSpPr>
          <p:spPr>
            <a:xfrm>
              <a:off x="5613" y="7033"/>
              <a:ext cx="2" cy="283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>
              <p:custDataLst>
                <p:tags r:id="rId49"/>
              </p:custDataLst>
            </p:nvPr>
          </p:nvCxnSpPr>
          <p:spPr>
            <a:xfrm>
              <a:off x="6067" y="7033"/>
              <a:ext cx="2" cy="283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>
              <p:custDataLst>
                <p:tags r:id="rId50"/>
              </p:custDataLst>
            </p:nvPr>
          </p:nvCxnSpPr>
          <p:spPr>
            <a:xfrm>
              <a:off x="6067" y="7316"/>
              <a:ext cx="45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/>
            <p:nvPr>
              <p:custDataLst>
                <p:tags r:id="rId51"/>
              </p:custDataLst>
            </p:nvPr>
          </p:nvCxnSpPr>
          <p:spPr>
            <a:xfrm>
              <a:off x="6524" y="7033"/>
              <a:ext cx="45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>
              <p:custDataLst>
                <p:tags r:id="rId52"/>
              </p:custDataLst>
            </p:nvPr>
          </p:nvCxnSpPr>
          <p:spPr>
            <a:xfrm>
              <a:off x="6524" y="7033"/>
              <a:ext cx="2" cy="283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/>
            <p:nvPr>
              <p:custDataLst>
                <p:tags r:id="rId53"/>
              </p:custDataLst>
            </p:nvPr>
          </p:nvCxnSpPr>
          <p:spPr>
            <a:xfrm>
              <a:off x="6977" y="7033"/>
              <a:ext cx="2" cy="283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/>
            <p:nvPr>
              <p:custDataLst>
                <p:tags r:id="rId54"/>
              </p:custDataLst>
            </p:nvPr>
          </p:nvCxnSpPr>
          <p:spPr>
            <a:xfrm>
              <a:off x="6975" y="7316"/>
              <a:ext cx="45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>
              <p:custDataLst>
                <p:tags r:id="rId55"/>
              </p:custDataLst>
            </p:nvPr>
          </p:nvCxnSpPr>
          <p:spPr>
            <a:xfrm>
              <a:off x="7429" y="7033"/>
              <a:ext cx="2" cy="283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Text Box 82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5044" y="7363"/>
              <a:ext cx="2381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84000" y="5004000"/>
            <a:ext cx="3923665" cy="288290"/>
            <a:chOff x="3175" y="9206"/>
            <a:chExt cx="6179" cy="454"/>
          </a:xfrm>
        </p:grpSpPr>
        <p:sp>
          <p:nvSpPr>
            <p:cNvPr id="128" name="矩形 127"/>
            <p:cNvSpPr/>
            <p:nvPr>
              <p:custDataLst>
                <p:tags r:id="rId57"/>
              </p:custDataLst>
            </p:nvPr>
          </p:nvSpPr>
          <p:spPr>
            <a:xfrm>
              <a:off x="5731" y="9206"/>
              <a:ext cx="1587" cy="454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cxnSp>
          <p:nvCxnSpPr>
            <p:cNvPr id="137" name="直接箭头连接符 136"/>
            <p:cNvCxnSpPr/>
            <p:nvPr>
              <p:custDataLst>
                <p:tags r:id="rId58"/>
              </p:custDataLst>
            </p:nvPr>
          </p:nvCxnSpPr>
          <p:spPr bwMode="auto">
            <a:xfrm>
              <a:off x="5385" y="941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8" name="Text Box 147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175" y="9241"/>
              <a:ext cx="2268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主时钟脉冲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CLK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2" name="直接箭头连接符 141"/>
            <p:cNvCxnSpPr/>
            <p:nvPr>
              <p:custDataLst>
                <p:tags r:id="rId60"/>
              </p:custDataLst>
            </p:nvPr>
          </p:nvCxnSpPr>
          <p:spPr bwMode="auto">
            <a:xfrm>
              <a:off x="5731" y="9411"/>
              <a:ext cx="158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61"/>
              </p:custDataLst>
            </p:nvPr>
          </p:nvCxnSpPr>
          <p:spPr bwMode="auto">
            <a:xfrm>
              <a:off x="7313" y="941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8" name="Text Box 147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7654" y="9241"/>
              <a:ext cx="170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节拍脉冲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CP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" grpId="0" bldLvl="0" animBg="1"/>
      <p:bldP spid="92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68"/>
          <p:cNvSpPr txBox="1">
            <a:spLocks noChangeArrowheads="1"/>
          </p:cNvSpPr>
          <p:nvPr/>
        </p:nvSpPr>
        <p:spPr bwMode="auto">
          <a:xfrm>
            <a:off x="179705" y="332740"/>
            <a:ext cx="7020560" cy="563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异步控制方式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又称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应答方式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或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握手方式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各</a:t>
            </a:r>
            <a:r>
              <a:rPr lang="en-US" altLang="zh-CN" sz="2200" u="sng" dirty="0" err="1" smtClean="0"/>
              <a:t>μ</a:t>
            </a:r>
            <a:r>
              <a:rPr lang="en-US" altLang="zh-CN" sz="2200" b="1" u="sng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的时长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只受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专门的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联络信号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应答信号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控制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      </a:t>
            </a:r>
            <a:r>
              <a:rPr lang="en-US" altLang="zh-CN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发出</a:t>
            </a:r>
            <a:r>
              <a:rPr lang="en-US" altLang="zh-CN" sz="1800" dirty="0" err="1" smtClean="0">
                <a:sym typeface="+mn-ea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后，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收到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应答信号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后本</a:t>
            </a:r>
            <a:r>
              <a:rPr lang="en-US" altLang="zh-CN" sz="1800" dirty="0" err="1">
                <a:sym typeface="+mn-ea"/>
              </a:rPr>
              <a:t>μ</a:t>
            </a:r>
            <a:r>
              <a:rPr lang="en-US" altLang="zh-CN" sz="18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完成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定时原理：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i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定时逻辑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特点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7" name="Text Box 161"/>
          <p:cNvSpPr txBox="1">
            <a:spLocks noChangeArrowheads="1"/>
          </p:cNvSpPr>
          <p:nvPr/>
        </p:nvSpPr>
        <p:spPr bwMode="auto">
          <a:xfrm>
            <a:off x="1872000" y="4140000"/>
            <a:ext cx="7092280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CP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dirty="0" smtClean="0">
                <a:latin typeface="+mn-lt"/>
                <a:sym typeface="+mn-ea"/>
              </a:rPr>
              <a:t>μ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OPCmd</a:t>
            </a:r>
            <a:r>
              <a:rPr lang="en-US" altLang="zh-CN" sz="2200" b="1" i="1" baseline="-25000" dirty="0" smtClean="0"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200" b="1" dirty="0" smtClean="0">
                <a:latin typeface="+mn-ea"/>
                <a:ea typeface="+mn-ea"/>
              </a:rPr>
              <a:t>•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ACK</a:t>
            </a:r>
            <a:r>
              <a:rPr lang="en-US" altLang="zh-CN" sz="2200" b="1" i="1" baseline="-16000" dirty="0" err="1" smtClean="0">
                <a:sym typeface="+mn-ea"/>
              </a:rPr>
              <a:t>i</a:t>
            </a:r>
            <a:r>
              <a:rPr lang="zh-CN" sz="2200" b="1" dirty="0" smtClean="0">
                <a:latin typeface="+mn-ea"/>
                <a:ea typeface="+mn-ea"/>
              </a:rPr>
              <a:t>下降沿</a:t>
            </a:r>
            <a:r>
              <a:rPr lang="zh-CN" altLang="en-US" sz="2200" b="1" dirty="0" smtClean="0">
                <a:cs typeface="Times New Roman" panose="02020603050405020304" pitchFamily="18" charset="0"/>
              </a:rPr>
              <a:t>时改变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控制复杂，适合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与外部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+mn-ea"/>
              </a:rPr>
              <a:t>OP</a:t>
            </a:r>
            <a:r>
              <a:rPr lang="zh-CN" altLang="en-US" sz="2200" b="1" dirty="0" smtClean="0">
                <a:latin typeface="+mn-ea"/>
              </a:rPr>
              <a:t>定时</a:t>
            </a:r>
            <a:r>
              <a:rPr lang="en-US" altLang="zh-CN" sz="1600" b="1" dirty="0" smtClean="0">
                <a:latin typeface="+mn-ea"/>
              </a:rPr>
              <a:t>(</a:t>
            </a:r>
            <a:r>
              <a:rPr lang="zh-CN" altLang="en-US" sz="1600" b="1" dirty="0" smtClean="0">
                <a:latin typeface="+mn-ea"/>
              </a:rPr>
              <a:t>时延可变</a:t>
            </a:r>
            <a:r>
              <a:rPr lang="en-US" altLang="zh-CN" sz="1600" b="1" dirty="0" smtClean="0">
                <a:latin typeface="+mn-ea"/>
              </a:rPr>
              <a:t>/</a:t>
            </a:r>
            <a:r>
              <a:rPr lang="zh-CN" altLang="en-US" sz="1600" b="1" dirty="0" smtClean="0">
                <a:latin typeface="+mn-ea"/>
              </a:rPr>
              <a:t>相差较大</a:t>
            </a:r>
            <a:r>
              <a:rPr lang="en-US" altLang="zh-CN" sz="1600" b="1" dirty="0" smtClean="0">
                <a:latin typeface="+mn-ea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09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907705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AutoShape 49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168"/>
          <p:cNvSpPr txBox="1">
            <a:spLocks noChangeArrowheads="1"/>
          </p:cNvSpPr>
          <p:nvPr/>
        </p:nvSpPr>
        <p:spPr bwMode="auto">
          <a:xfrm>
            <a:off x="2447925" y="1475740"/>
            <a:ext cx="644588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CP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同步于应答信号，</a:t>
            </a:r>
            <a:r>
              <a:rPr lang="en-US" altLang="zh-CN" sz="2200" b="1" i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6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i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200" b="1" baseline="-16000" dirty="0">
                <a:solidFill>
                  <a:schemeClr val="tx1"/>
                </a:solidFill>
                <a:latin typeface="宋体" panose="02010600030101010101" pitchFamily="2" charset="-122"/>
              </a:rPr>
              <a:t>收到应答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200" b="1" i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200" b="1" baseline="-16000" dirty="0">
                <a:solidFill>
                  <a:schemeClr val="tx1"/>
                </a:solidFill>
                <a:latin typeface="宋体" panose="02010600030101010101" pitchFamily="2" charset="-122"/>
              </a:rPr>
              <a:t>发出</a:t>
            </a:r>
            <a:r>
              <a:rPr lang="zh-CN" altLang="en-US" sz="2200" b="1" baseline="-160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；</a:t>
            </a:r>
            <a:endParaRPr lang="zh-CN" altLang="en-US" sz="2200" b="1" baseline="-16000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各</a:t>
            </a:r>
            <a:r>
              <a:rPr lang="en-US" altLang="zh-CN" sz="2200" dirty="0" err="1" smtClean="0">
                <a:sym typeface="+mn-ea"/>
              </a:rPr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同步于</a:t>
            </a:r>
            <a:r>
              <a:rPr lang="zh-CN" altLang="en-US" sz="2200" b="1" dirty="0" err="1" smtClean="0">
                <a:latin typeface="宋体" panose="02010600030101010101" pitchFamily="2" charset="-122"/>
                <a:sym typeface="+mn-ea"/>
              </a:rPr>
              <a:t>节拍信号</a:t>
            </a:r>
            <a:r>
              <a:rPr lang="en-US" altLang="zh-CN" sz="2200" b="1" dirty="0" err="1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节拍信号基于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CP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产生</a:t>
            </a:r>
            <a:endParaRPr lang="zh-CN" altLang="en-US" sz="1600" b="1" baseline="-16000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1296035" y="2376000"/>
            <a:ext cx="5292090" cy="1332230"/>
            <a:chOff x="2041" y="3458"/>
            <a:chExt cx="8334" cy="2098"/>
          </a:xfrm>
        </p:grpSpPr>
        <p:sp>
          <p:nvSpPr>
            <p:cNvPr id="73" name="矩形 72"/>
            <p:cNvSpPr/>
            <p:nvPr>
              <p:custDataLst>
                <p:tags r:id="rId1"/>
              </p:custDataLst>
            </p:nvPr>
          </p:nvSpPr>
          <p:spPr>
            <a:xfrm>
              <a:off x="9638" y="4252"/>
              <a:ext cx="170" cy="1247"/>
            </a:xfrm>
            <a:prstGeom prst="rect">
              <a:avLst/>
            </a:prstGeom>
            <a:solidFill>
              <a:srgbClr val="CCCCFF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74" name="矩形 73"/>
            <p:cNvSpPr/>
            <p:nvPr>
              <p:custDataLst>
                <p:tags r:id="rId2"/>
              </p:custDataLst>
            </p:nvPr>
          </p:nvSpPr>
          <p:spPr>
            <a:xfrm>
              <a:off x="8334" y="4252"/>
              <a:ext cx="170" cy="1247"/>
            </a:xfrm>
            <a:prstGeom prst="rect">
              <a:avLst/>
            </a:prstGeom>
            <a:solidFill>
              <a:srgbClr val="CCCCFF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75" name="矩形 74"/>
            <p:cNvSpPr/>
            <p:nvPr>
              <p:custDataLst>
                <p:tags r:id="rId3"/>
              </p:custDataLst>
            </p:nvPr>
          </p:nvSpPr>
          <p:spPr>
            <a:xfrm>
              <a:off x="7710" y="3798"/>
              <a:ext cx="170" cy="1247"/>
            </a:xfrm>
            <a:prstGeom prst="rect">
              <a:avLst/>
            </a:prstGeom>
            <a:solidFill>
              <a:srgbClr val="CCCCFF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76" name="矩形 75"/>
            <p:cNvSpPr/>
            <p:nvPr>
              <p:custDataLst>
                <p:tags r:id="rId4"/>
              </p:custDataLst>
            </p:nvPr>
          </p:nvSpPr>
          <p:spPr>
            <a:xfrm>
              <a:off x="6067" y="3798"/>
              <a:ext cx="170" cy="1247"/>
            </a:xfrm>
            <a:prstGeom prst="rect">
              <a:avLst/>
            </a:prstGeom>
            <a:solidFill>
              <a:srgbClr val="CCCCFF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cxnSp>
          <p:nvCxnSpPr>
            <p:cNvPr id="77" name="直接连接符 76"/>
            <p:cNvCxnSpPr/>
            <p:nvPr>
              <p:custDataLst>
                <p:tags r:id="rId5"/>
              </p:custDataLst>
            </p:nvPr>
          </p:nvCxnSpPr>
          <p:spPr>
            <a:xfrm>
              <a:off x="5839" y="3458"/>
              <a:ext cx="0" cy="2041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 Box 10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041" y="3798"/>
              <a:ext cx="3345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r">
                <a:lnSpc>
                  <a:spcPct val="100000"/>
                </a:lnSpc>
              </a:pPr>
              <a:r>
                <a:rPr lang="en-US" altLang="zh-CN" sz="1600" dirty="0" smtClean="0">
                  <a:latin typeface="+mn-lt"/>
                </a:rPr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OPCmd1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/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OPCmd2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MEM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mfc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应答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ACK1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应答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ACK2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连接符 79"/>
            <p:cNvCxnSpPr/>
            <p:nvPr>
              <p:custDataLst>
                <p:tags r:id="rId7"/>
              </p:custDataLst>
            </p:nvPr>
          </p:nvCxnSpPr>
          <p:spPr>
            <a:xfrm>
              <a:off x="5386" y="4705"/>
              <a:ext cx="85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8"/>
              </p:custDataLst>
            </p:nvPr>
          </p:nvCxnSpPr>
          <p:spPr>
            <a:xfrm>
              <a:off x="8334" y="4251"/>
              <a:ext cx="1474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>
              <p:custDataLst>
                <p:tags r:id="rId9"/>
              </p:custDataLst>
            </p:nvPr>
          </p:nvCxnSpPr>
          <p:spPr>
            <a:xfrm>
              <a:off x="5386" y="4592"/>
              <a:ext cx="2721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>
              <p:custDataLst>
                <p:tags r:id="rId10"/>
              </p:custDataLst>
            </p:nvPr>
          </p:nvCxnSpPr>
          <p:spPr>
            <a:xfrm flipV="1">
              <a:off x="8107" y="4251"/>
              <a:ext cx="227" cy="34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>
              <p:custDataLst>
                <p:tags r:id="rId11"/>
              </p:custDataLst>
            </p:nvPr>
          </p:nvCxnSpPr>
          <p:spPr>
            <a:xfrm flipH="1" flipV="1">
              <a:off x="6236" y="4705"/>
              <a:ext cx="227" cy="34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>
              <p:custDataLst>
                <p:tags r:id="rId12"/>
              </p:custDataLst>
            </p:nvPr>
          </p:nvCxnSpPr>
          <p:spPr>
            <a:xfrm>
              <a:off x="6463" y="5045"/>
              <a:ext cx="102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>
              <p:custDataLst>
                <p:tags r:id="rId13"/>
              </p:custDataLst>
            </p:nvPr>
          </p:nvCxnSpPr>
          <p:spPr>
            <a:xfrm flipV="1">
              <a:off x="7483" y="4705"/>
              <a:ext cx="227" cy="34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>
              <p:custDataLst>
                <p:tags r:id="rId14"/>
              </p:custDataLst>
            </p:nvPr>
          </p:nvCxnSpPr>
          <p:spPr>
            <a:xfrm>
              <a:off x="7710" y="4705"/>
              <a:ext cx="26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>
              <p:custDataLst>
                <p:tags r:id="rId15"/>
              </p:custDataLst>
            </p:nvPr>
          </p:nvCxnSpPr>
          <p:spPr>
            <a:xfrm flipH="1" flipV="1">
              <a:off x="9808" y="4251"/>
              <a:ext cx="227" cy="283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16"/>
              </p:custDataLst>
            </p:nvPr>
          </p:nvCxnSpPr>
          <p:spPr>
            <a:xfrm>
              <a:off x="10035" y="4535"/>
              <a:ext cx="34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>
              <p:custDataLst>
                <p:tags r:id="rId17"/>
              </p:custDataLst>
            </p:nvPr>
          </p:nvCxnSpPr>
          <p:spPr>
            <a:xfrm>
              <a:off x="6066" y="3798"/>
              <a:ext cx="1814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18"/>
              </p:custDataLst>
            </p:nvPr>
          </p:nvCxnSpPr>
          <p:spPr>
            <a:xfrm>
              <a:off x="5386" y="4138"/>
              <a:ext cx="454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19"/>
              </p:custDataLst>
            </p:nvPr>
          </p:nvCxnSpPr>
          <p:spPr>
            <a:xfrm flipV="1">
              <a:off x="5839" y="3798"/>
              <a:ext cx="227" cy="34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>
              <p:custDataLst>
                <p:tags r:id="rId20"/>
              </p:custDataLst>
            </p:nvPr>
          </p:nvCxnSpPr>
          <p:spPr>
            <a:xfrm flipH="1" flipV="1">
              <a:off x="7880" y="3798"/>
              <a:ext cx="227" cy="34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>
              <p:custDataLst>
                <p:tags r:id="rId21"/>
              </p:custDataLst>
            </p:nvPr>
          </p:nvCxnSpPr>
          <p:spPr>
            <a:xfrm>
              <a:off x="8107" y="4138"/>
              <a:ext cx="2268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>
              <p:custDataLst>
                <p:tags r:id="rId22"/>
              </p:custDataLst>
            </p:nvPr>
          </p:nvCxnSpPr>
          <p:spPr>
            <a:xfrm>
              <a:off x="5386" y="5159"/>
              <a:ext cx="311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>
              <p:custDataLst>
                <p:tags r:id="rId23"/>
              </p:custDataLst>
            </p:nvPr>
          </p:nvCxnSpPr>
          <p:spPr>
            <a:xfrm flipH="1" flipV="1">
              <a:off x="8504" y="5159"/>
              <a:ext cx="227" cy="34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24"/>
              </p:custDataLst>
            </p:nvPr>
          </p:nvCxnSpPr>
          <p:spPr>
            <a:xfrm flipV="1">
              <a:off x="9411" y="5159"/>
              <a:ext cx="227" cy="34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25"/>
              </p:custDataLst>
            </p:nvPr>
          </p:nvCxnSpPr>
          <p:spPr>
            <a:xfrm>
              <a:off x="9638" y="5159"/>
              <a:ext cx="68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26"/>
              </p:custDataLst>
            </p:nvPr>
          </p:nvCxnSpPr>
          <p:spPr>
            <a:xfrm>
              <a:off x="7880" y="3458"/>
              <a:ext cx="0" cy="2041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弧形 103"/>
            <p:cNvSpPr/>
            <p:nvPr>
              <p:custDataLst>
                <p:tags r:id="rId27"/>
              </p:custDataLst>
            </p:nvPr>
          </p:nvSpPr>
          <p:spPr bwMode="auto">
            <a:xfrm>
              <a:off x="5556" y="3968"/>
              <a:ext cx="1020" cy="964"/>
            </a:xfrm>
            <a:prstGeom prst="arc">
              <a:avLst>
                <a:gd name="adj1" fmla="val 15638733"/>
                <a:gd name="adj2" fmla="val 3367197"/>
              </a:avLst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弧形 104"/>
            <p:cNvSpPr/>
            <p:nvPr>
              <p:custDataLst>
                <p:tags r:id="rId28"/>
              </p:custDataLst>
            </p:nvPr>
          </p:nvSpPr>
          <p:spPr bwMode="auto">
            <a:xfrm>
              <a:off x="7427" y="4025"/>
              <a:ext cx="1020" cy="1020"/>
            </a:xfrm>
            <a:prstGeom prst="arc">
              <a:avLst>
                <a:gd name="adj1" fmla="val 8115158"/>
                <a:gd name="adj2" fmla="val 16944891"/>
              </a:avLst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连接符 105"/>
            <p:cNvCxnSpPr/>
            <p:nvPr>
              <p:custDataLst>
                <p:tags r:id="rId29"/>
              </p:custDataLst>
            </p:nvPr>
          </p:nvCxnSpPr>
          <p:spPr>
            <a:xfrm>
              <a:off x="8731" y="5499"/>
              <a:ext cx="68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>
              <p:custDataLst>
                <p:tags r:id="rId30"/>
              </p:custDataLst>
            </p:nvPr>
          </p:nvCxnSpPr>
          <p:spPr>
            <a:xfrm>
              <a:off x="10035" y="5556"/>
              <a:ext cx="34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>
              <p:custDataLst>
                <p:tags r:id="rId31"/>
              </p:custDataLst>
            </p:nvPr>
          </p:nvCxnSpPr>
          <p:spPr>
            <a:xfrm>
              <a:off x="9808" y="3458"/>
              <a:ext cx="0" cy="2041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>
              <p:custDataLst>
                <p:tags r:id="rId32"/>
              </p:custDataLst>
            </p:nvPr>
          </p:nvCxnSpPr>
          <p:spPr>
            <a:xfrm>
              <a:off x="8107" y="3458"/>
              <a:ext cx="0" cy="2041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 Box 8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522" y="3458"/>
              <a:ext cx="2826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l">
                <a:lnSpc>
                  <a:spcPct val="90000"/>
                </a:lnSpc>
              </a:pPr>
              <a:r>
                <a:rPr lang="en-US" altLang="zh-CN" sz="1600" dirty="0" smtClean="0">
                  <a:latin typeface="+mn-lt"/>
                  <a:sym typeface="+mn-ea"/>
                </a:rPr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OP1        </a:t>
              </a:r>
              <a:r>
                <a:rPr lang="en-US" altLang="zh-CN" sz="1600" dirty="0" smtClean="0">
                  <a:latin typeface="+mn-lt"/>
                  <a:sym typeface="+mn-ea"/>
                </a:rPr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OP2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 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3168015" y="3708000"/>
            <a:ext cx="3203575" cy="467995"/>
            <a:chOff x="4989" y="5556"/>
            <a:chExt cx="5045" cy="737"/>
          </a:xfrm>
        </p:grpSpPr>
        <p:sp>
          <p:nvSpPr>
            <p:cNvPr id="114" name="Text Box 108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989" y="5613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+mn-ea"/>
                  <a:ea typeface="+mn-ea"/>
                  <a:sym typeface="+mn-ea"/>
                </a:rPr>
                <a:t>CP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5" name="直接连接符 114"/>
            <p:cNvCxnSpPr/>
            <p:nvPr>
              <p:custDataLst>
                <p:tags r:id="rId35"/>
              </p:custDataLst>
            </p:nvPr>
          </p:nvCxnSpPr>
          <p:spPr>
            <a:xfrm>
              <a:off x="5839" y="5613"/>
              <a:ext cx="397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>
              <p:custDataLst>
                <p:tags r:id="rId36"/>
              </p:custDataLst>
            </p:nvPr>
          </p:nvCxnSpPr>
          <p:spPr>
            <a:xfrm flipH="1">
              <a:off x="5613" y="5613"/>
              <a:ext cx="227" cy="34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>
              <p:custDataLst>
                <p:tags r:id="rId37"/>
              </p:custDataLst>
            </p:nvPr>
          </p:nvCxnSpPr>
          <p:spPr>
            <a:xfrm>
              <a:off x="5386" y="5953"/>
              <a:ext cx="227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>
              <p:custDataLst>
                <p:tags r:id="rId38"/>
              </p:custDataLst>
            </p:nvPr>
          </p:nvCxnSpPr>
          <p:spPr>
            <a:xfrm>
              <a:off x="8731" y="5896"/>
              <a:ext cx="1077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>
              <p:custDataLst>
                <p:tags r:id="rId39"/>
              </p:custDataLst>
            </p:nvPr>
          </p:nvCxnSpPr>
          <p:spPr>
            <a:xfrm>
              <a:off x="6236" y="5613"/>
              <a:ext cx="227" cy="34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>
              <p:custDataLst>
                <p:tags r:id="rId40"/>
              </p:custDataLst>
            </p:nvPr>
          </p:nvCxnSpPr>
          <p:spPr>
            <a:xfrm>
              <a:off x="6463" y="5953"/>
              <a:ext cx="1417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>
              <p:custDataLst>
                <p:tags r:id="rId41"/>
              </p:custDataLst>
            </p:nvPr>
          </p:nvCxnSpPr>
          <p:spPr>
            <a:xfrm flipH="1">
              <a:off x="7880" y="5613"/>
              <a:ext cx="227" cy="34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>
              <p:custDataLst>
                <p:tags r:id="rId42"/>
              </p:custDataLst>
            </p:nvPr>
          </p:nvCxnSpPr>
          <p:spPr>
            <a:xfrm>
              <a:off x="8105" y="5613"/>
              <a:ext cx="397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>
              <p:custDataLst>
                <p:tags r:id="rId43"/>
              </p:custDataLst>
            </p:nvPr>
          </p:nvCxnSpPr>
          <p:spPr>
            <a:xfrm>
              <a:off x="8504" y="5613"/>
              <a:ext cx="227" cy="283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>
              <p:custDataLst>
                <p:tags r:id="rId44"/>
              </p:custDataLst>
            </p:nvPr>
          </p:nvCxnSpPr>
          <p:spPr>
            <a:xfrm flipV="1">
              <a:off x="9808" y="5556"/>
              <a:ext cx="227" cy="34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 Box 82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6690" y="6009"/>
              <a:ext cx="2608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          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132" name="直接连接符 131"/>
            <p:cNvCxnSpPr/>
            <p:nvPr>
              <p:custDataLst>
                <p:tags r:id="rId46"/>
              </p:custDataLst>
            </p:nvPr>
          </p:nvCxnSpPr>
          <p:spPr>
            <a:xfrm>
              <a:off x="7880" y="5556"/>
              <a:ext cx="0" cy="397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>
              <p:custDataLst>
                <p:tags r:id="rId47"/>
              </p:custDataLst>
            </p:nvPr>
          </p:nvCxnSpPr>
          <p:spPr>
            <a:xfrm>
              <a:off x="6236" y="5556"/>
              <a:ext cx="0" cy="397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>
              <p:custDataLst>
                <p:tags r:id="rId48"/>
              </p:custDataLst>
            </p:nvPr>
          </p:nvCxnSpPr>
          <p:spPr>
            <a:xfrm>
              <a:off x="5612" y="5556"/>
              <a:ext cx="0" cy="397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>
              <p:custDataLst>
                <p:tags r:id="rId49"/>
              </p:custDataLst>
            </p:nvPr>
          </p:nvCxnSpPr>
          <p:spPr>
            <a:xfrm>
              <a:off x="9808" y="5556"/>
              <a:ext cx="0" cy="34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>
              <p:custDataLst>
                <p:tags r:id="rId50"/>
              </p:custDataLst>
            </p:nvPr>
          </p:nvCxnSpPr>
          <p:spPr>
            <a:xfrm>
              <a:off x="8502" y="5556"/>
              <a:ext cx="0" cy="340"/>
            </a:xfrm>
            <a:prstGeom prst="line">
              <a:avLst/>
            </a:prstGeom>
            <a:ln w="9525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>
              <p:custDataLst>
                <p:tags r:id="rId51"/>
              </p:custDataLst>
            </p:nvPr>
          </p:nvCxnSpPr>
          <p:spPr>
            <a:xfrm>
              <a:off x="5839" y="5953"/>
              <a:ext cx="0" cy="340"/>
            </a:xfrm>
            <a:prstGeom prst="line">
              <a:avLst/>
            </a:prstGeom>
            <a:ln w="952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>
              <p:custDataLst>
                <p:tags r:id="rId52"/>
              </p:custDataLst>
            </p:nvPr>
          </p:nvCxnSpPr>
          <p:spPr>
            <a:xfrm>
              <a:off x="7880" y="5953"/>
              <a:ext cx="0" cy="340"/>
            </a:xfrm>
            <a:prstGeom prst="line">
              <a:avLst/>
            </a:prstGeom>
            <a:ln w="952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>
              <p:custDataLst>
                <p:tags r:id="rId53"/>
              </p:custDataLst>
            </p:nvPr>
          </p:nvCxnSpPr>
          <p:spPr>
            <a:xfrm>
              <a:off x="8107" y="5953"/>
              <a:ext cx="0" cy="340"/>
            </a:xfrm>
            <a:prstGeom prst="line">
              <a:avLst/>
            </a:prstGeom>
            <a:ln w="952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>
              <p:custDataLst>
                <p:tags r:id="rId54"/>
              </p:custDataLst>
            </p:nvPr>
          </p:nvCxnSpPr>
          <p:spPr>
            <a:xfrm>
              <a:off x="9808" y="5896"/>
              <a:ext cx="0" cy="340"/>
            </a:xfrm>
            <a:prstGeom prst="line">
              <a:avLst/>
            </a:prstGeom>
            <a:ln w="9525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>
              <p:custDataLst>
                <p:tags r:id="rId55"/>
              </p:custDataLst>
            </p:nvPr>
          </p:nvCxnSpPr>
          <p:spPr>
            <a:xfrm flipV="1">
              <a:off x="9184" y="6123"/>
              <a:ext cx="624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>
              <p:custDataLst>
                <p:tags r:id="rId56"/>
              </p:custDataLst>
            </p:nvPr>
          </p:nvCxnSpPr>
          <p:spPr>
            <a:xfrm flipH="1" flipV="1">
              <a:off x="5839" y="6123"/>
              <a:ext cx="794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>
              <p:custDataLst>
                <p:tags r:id="rId57"/>
              </p:custDataLst>
            </p:nvPr>
          </p:nvCxnSpPr>
          <p:spPr>
            <a:xfrm flipV="1">
              <a:off x="7087" y="6123"/>
              <a:ext cx="794" cy="16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>
              <p:custDataLst>
                <p:tags r:id="rId58"/>
              </p:custDataLst>
            </p:nvPr>
          </p:nvCxnSpPr>
          <p:spPr>
            <a:xfrm flipH="1" flipV="1">
              <a:off x="8110" y="6139"/>
              <a:ext cx="624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组合 163"/>
          <p:cNvGrpSpPr/>
          <p:nvPr/>
        </p:nvGrpSpPr>
        <p:grpSpPr>
          <a:xfrm>
            <a:off x="3204210" y="4679315"/>
            <a:ext cx="3815080" cy="720090"/>
            <a:chOff x="5046" y="7369"/>
            <a:chExt cx="6008" cy="1134"/>
          </a:xfrm>
        </p:grpSpPr>
        <p:sp>
          <p:nvSpPr>
            <p:cNvPr id="151" name="矩形 150"/>
            <p:cNvSpPr/>
            <p:nvPr>
              <p:custDataLst>
                <p:tags r:id="rId59"/>
              </p:custDataLst>
            </p:nvPr>
          </p:nvSpPr>
          <p:spPr>
            <a:xfrm>
              <a:off x="6576" y="7369"/>
              <a:ext cx="2608" cy="1134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152" name="Text Box 147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5046" y="7369"/>
              <a:ext cx="1247" cy="6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smtClean="0">
                  <a:latin typeface="+mn-lt"/>
                  <a:sym typeface="+mn-ea"/>
                </a:rPr>
                <a:t>μ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OPCmd1</a:t>
              </a:r>
              <a:endParaRPr lang="en-US" altLang="zh-CN" sz="1600" b="1" dirty="0" smtClean="0">
                <a:latin typeface="宋体" panose="02010600030101010101" pitchFamily="2" charset="-122"/>
                <a:sym typeface="+mn-ea"/>
              </a:endParaRPr>
            </a:p>
            <a:p>
              <a:pPr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ACK1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3" name="直接箭头连接符 152"/>
            <p:cNvCxnSpPr/>
            <p:nvPr>
              <p:custDataLst>
                <p:tags r:id="rId61"/>
              </p:custDataLst>
            </p:nvPr>
          </p:nvCxnSpPr>
          <p:spPr bwMode="auto">
            <a:xfrm>
              <a:off x="9071" y="7709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4" name="Text Box 147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9354" y="7539"/>
              <a:ext cx="170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节拍脉冲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CP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5" name="Text Box 260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6803" y="7482"/>
              <a:ext cx="283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6" name="直接箭头连接符 155"/>
            <p:cNvCxnSpPr/>
            <p:nvPr>
              <p:custDataLst>
                <p:tags r:id="rId64"/>
              </p:custDataLst>
            </p:nvPr>
          </p:nvCxnSpPr>
          <p:spPr bwMode="auto">
            <a:xfrm>
              <a:off x="6293" y="7539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箭头连接符 156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7540" y="7935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8" name="Text Box 260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087" y="7482"/>
              <a:ext cx="454" cy="90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>
                <a:lnSpc>
                  <a:spcPct val="90000"/>
                </a:lnSpc>
              </a:pPr>
              <a:r>
                <a:rPr lang="zh-CN" altLang="en-US" sz="12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260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6803" y="7936"/>
              <a:ext cx="283" cy="45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0" name="直接箭头连接符 159"/>
            <p:cNvCxnSpPr/>
            <p:nvPr>
              <p:custDataLst>
                <p:tags r:id="rId68"/>
              </p:custDataLst>
            </p:nvPr>
          </p:nvCxnSpPr>
          <p:spPr bwMode="auto">
            <a:xfrm>
              <a:off x="6293" y="8105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>
              <p:custDataLst>
                <p:tags r:id="rId69"/>
              </p:custDataLst>
            </p:nvPr>
          </p:nvCxnSpPr>
          <p:spPr bwMode="auto">
            <a:xfrm>
              <a:off x="6293" y="7822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62" name="Text Box 36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7935" y="7539"/>
              <a:ext cx="907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17780" tIns="0" rIns="0" bIns="0" anchor="t" anchorCtr="0">
              <a:noAutofit/>
            </a:bodyPr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 smtClean="0">
                  <a:latin typeface="宋体" panose="02010600030101010101" pitchFamily="2" charset="-122"/>
                </a:rPr>
                <a:t>Q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600" b="1" baseline="-250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Q</a:t>
              </a:r>
              <a:endParaRPr lang="en-US" altLang="zh-CN" sz="1600" b="1" u="none" dirty="0" smtClean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465" name="直接箭头连接符 464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8844" y="7709"/>
              <a:ext cx="22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6" name="直接箭头连接符 465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8955" y="8106"/>
              <a:ext cx="11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67" name="等腰三角形 466"/>
            <p:cNvSpPr/>
            <p:nvPr>
              <p:custDataLst>
                <p:tags r:id="rId73"/>
              </p:custDataLst>
            </p:nvPr>
          </p:nvSpPr>
          <p:spPr>
            <a:xfrm>
              <a:off x="7880" y="7879"/>
              <a:ext cx="227" cy="113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8" name="椭圆 467"/>
            <p:cNvSpPr/>
            <p:nvPr>
              <p:custDataLst>
                <p:tags r:id="rId74"/>
              </p:custDataLst>
            </p:nvPr>
          </p:nvSpPr>
          <p:spPr>
            <a:xfrm>
              <a:off x="8842" y="8049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5" name="Text Box 19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8018" y="7765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T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62" name="直接箭头连接符 161"/>
            <p:cNvCxnSpPr/>
            <p:nvPr>
              <p:custDataLst>
                <p:tags r:id="rId76"/>
              </p:custDataLst>
            </p:nvPr>
          </p:nvCxnSpPr>
          <p:spPr bwMode="auto">
            <a:xfrm>
              <a:off x="6293" y="8276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3" name="椭圆 162"/>
            <p:cNvSpPr/>
            <p:nvPr>
              <p:custDataLst>
                <p:tags r:id="rId77"/>
              </p:custDataLst>
            </p:nvPr>
          </p:nvSpPr>
          <p:spPr>
            <a:xfrm>
              <a:off x="7540" y="7880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组合 122"/>
          <p:cNvGrpSpPr/>
          <p:nvPr/>
        </p:nvGrpSpPr>
        <p:grpSpPr>
          <a:xfrm>
            <a:off x="4788024" y="4144832"/>
            <a:ext cx="2962883" cy="1512168"/>
            <a:chOff x="4788024" y="4288342"/>
            <a:chExt cx="2962883" cy="1512168"/>
          </a:xfrm>
        </p:grpSpPr>
        <p:sp>
          <p:nvSpPr>
            <p:cNvPr id="124" name="Text Box 109"/>
            <p:cNvSpPr txBox="1">
              <a:spLocks noChangeArrowheads="1"/>
            </p:cNvSpPr>
            <p:nvPr/>
          </p:nvSpPr>
          <p:spPr bwMode="auto">
            <a:xfrm>
              <a:off x="5436144" y="4581144"/>
              <a:ext cx="432000" cy="144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bg1">
                  <a:lumMod val="50000"/>
                </a:schemeClr>
              </a:solidFill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endParaRPr lang="zh-CN" altLang="en-US" sz="1600" dirty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109"/>
            <p:cNvSpPr txBox="1">
              <a:spLocks noChangeArrowheads="1"/>
            </p:cNvSpPr>
            <p:nvPr/>
          </p:nvSpPr>
          <p:spPr bwMode="auto">
            <a:xfrm>
              <a:off x="5884987" y="4576374"/>
              <a:ext cx="1152000" cy="36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bg1">
                  <a:lumMod val="50000"/>
                </a:schemeClr>
              </a:solidFill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r>
                <a:rPr lang="zh-CN" altLang="en-US" sz="1600" dirty="0" smtClean="0">
                  <a:latin typeface="宋体" panose="02010600030101010101" pitchFamily="2" charset="-122"/>
                </a:rPr>
                <a:t>异步方式</a:t>
              </a:r>
              <a:endParaRPr lang="zh-CN" altLang="en-US" sz="1600" dirty="0">
                <a:latin typeface="宋体" panose="02010600030101010101" pitchFamily="2" charset="-122"/>
              </a:endParaRPr>
            </a:p>
          </p:txBody>
        </p:sp>
        <p:cxnSp>
          <p:nvCxnSpPr>
            <p:cNvPr id="126" name="直接连接符 125"/>
            <p:cNvCxnSpPr/>
            <p:nvPr/>
          </p:nvCxnSpPr>
          <p:spPr>
            <a:xfrm flipH="1">
              <a:off x="5444555" y="4504366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 Box 108"/>
            <p:cNvSpPr txBox="1">
              <a:spLocks noChangeArrowheads="1"/>
            </p:cNvSpPr>
            <p:nvPr/>
          </p:nvSpPr>
          <p:spPr bwMode="auto">
            <a:xfrm>
              <a:off x="4788024" y="4288342"/>
              <a:ext cx="504000" cy="151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8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CLK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88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WMFC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88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mfc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88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CP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88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88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88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4000" dirty="0" smtClean="0">
                  <a:latin typeface="宋体" panose="02010600030101010101" pitchFamily="2" charset="-122"/>
                </a:rPr>
                <a:t>2</a:t>
              </a:r>
              <a:endParaRPr lang="en-US" altLang="zh-CN" sz="1600" b="1" baseline="-140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8" name="直接连接符 127"/>
            <p:cNvCxnSpPr/>
            <p:nvPr/>
          </p:nvCxnSpPr>
          <p:spPr>
            <a:xfrm>
              <a:off x="5338639" y="4504366"/>
              <a:ext cx="10591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5662675" y="436035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5444555" y="4360350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5444555" y="436035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5660579" y="450436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6092627" y="436512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5876603" y="4360350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5876603" y="436035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6092627" y="450436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6524675" y="436512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6308651" y="4360350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6308651" y="436035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6524675" y="450436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6956723" y="436512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6740699" y="4360350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6740699" y="436035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6956723" y="450436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7172747" y="4360350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7172747" y="436035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5338639" y="5368462"/>
              <a:ext cx="11010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5336543" y="5584486"/>
              <a:ext cx="54215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5446651" y="565649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5338639" y="5656494"/>
              <a:ext cx="10801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5878699" y="522921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5448747" y="522444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5446651" y="522444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5878699" y="544047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5338639" y="4720390"/>
              <a:ext cx="546348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5878699" y="4576374"/>
              <a:ext cx="0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5338639" y="4792398"/>
              <a:ext cx="61206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5950707" y="4792398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5338639" y="5152438"/>
              <a:ext cx="10801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5662675" y="5013192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5446651" y="5008422"/>
              <a:ext cx="21602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5446651" y="5008422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5662675" y="5152438"/>
              <a:ext cx="21602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5950707" y="5013192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5878699" y="5008422"/>
              <a:ext cx="7200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5878699" y="5008422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7390867" y="436512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7390867" y="450436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7606891" y="4360350"/>
              <a:ext cx="144016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7606891" y="4360350"/>
              <a:ext cx="0" cy="14400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5884987" y="4576374"/>
              <a:ext cx="504056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5956995" y="4936414"/>
              <a:ext cx="43204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5956995" y="5152438"/>
              <a:ext cx="43204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5876603" y="5368462"/>
              <a:ext cx="51244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5878699" y="5440470"/>
              <a:ext cx="51244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5443550" y="5800510"/>
              <a:ext cx="93610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6" name="Text Box 77"/>
          <p:cNvSpPr txBox="1">
            <a:spLocks noChangeArrowheads="1"/>
          </p:cNvSpPr>
          <p:nvPr/>
        </p:nvSpPr>
        <p:spPr bwMode="auto">
          <a:xfrm>
            <a:off x="2195736" y="3384000"/>
            <a:ext cx="6120680" cy="7981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               </a:t>
            </a:r>
            <a:r>
              <a:rPr lang="en-US" altLang="zh-CN" sz="2000" b="1" spc="200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CLK                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mfc</a:t>
            </a:r>
            <a:r>
              <a:rPr lang="en-US" altLang="zh-CN" sz="2000" b="1" dirty="0" smtClean="0">
                <a:latin typeface="+mn-lt"/>
              </a:rPr>
              <a:t> · </a:t>
            </a:r>
            <a:r>
              <a:rPr lang="en-US" altLang="zh-CN" sz="2000" b="1" dirty="0" smtClean="0">
                <a:latin typeface="+mn-ea"/>
                <a:ea typeface="+mn-ea"/>
              </a:rPr>
              <a:t>CLK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</a:pPr>
            <a:r>
              <a:rPr lang="zh-CN" altLang="en-US" sz="2000" b="1" dirty="0" smtClean="0">
                <a:latin typeface="+mn-ea"/>
                <a:ea typeface="+mn-ea"/>
              </a:rPr>
              <a:t>则 </a:t>
            </a:r>
            <a:r>
              <a:rPr lang="en-US" altLang="zh-CN" sz="2000" b="1" dirty="0" smtClean="0">
                <a:latin typeface="+mn-ea"/>
                <a:ea typeface="+mn-ea"/>
              </a:rPr>
              <a:t>CP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(WMFC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WMFC</a:t>
            </a:r>
            <a:r>
              <a:rPr lang="en-US" altLang="zh-CN" sz="2000" b="1" dirty="0" smtClean="0"/>
              <a:t> ·</a:t>
            </a:r>
            <a:r>
              <a:rPr lang="en-US" altLang="zh-CN" sz="2000" b="1" dirty="0"/>
              <a:t> 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mfc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000" b="1" dirty="0" smtClean="0"/>
              <a:t>· </a:t>
            </a:r>
            <a:r>
              <a:rPr lang="en-US" altLang="zh-CN" sz="2000" b="1" dirty="0" smtClean="0">
                <a:latin typeface="+mn-ea"/>
                <a:ea typeface="+mn-ea"/>
              </a:rPr>
              <a:t>CLK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9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000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2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000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308652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8" name="Text Box 77"/>
          <p:cNvSpPr txBox="1">
            <a:spLocks noChangeArrowheads="1"/>
          </p:cNvSpPr>
          <p:nvPr/>
        </p:nvSpPr>
        <p:spPr bwMode="auto">
          <a:xfrm>
            <a:off x="131106" y="5579020"/>
            <a:ext cx="2712702" cy="89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应用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特点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79" name="Text Box 168"/>
          <p:cNvSpPr txBox="1">
            <a:spLocks noChangeArrowheads="1"/>
          </p:cNvSpPr>
          <p:nvPr/>
        </p:nvSpPr>
        <p:spPr bwMode="auto">
          <a:xfrm>
            <a:off x="179263" y="332656"/>
            <a:ext cx="8785225" cy="31635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联合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又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称半同步方式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各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的时长受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基准时钟信号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及</a:t>
            </a:r>
            <a:r>
              <a:rPr lang="zh-CN" altLang="en-US" sz="2200" b="1" u="sng" dirty="0">
                <a:latin typeface="宋体" panose="02010600030101010101" pitchFamily="2" charset="-122"/>
              </a:rPr>
              <a:t>联络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信号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共同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控制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定时原理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u="sng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定时逻辑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示例：</a:t>
            </a: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80" name="组合 179"/>
          <p:cNvGrpSpPr/>
          <p:nvPr/>
        </p:nvGrpSpPr>
        <p:grpSpPr>
          <a:xfrm>
            <a:off x="1763435" y="4284000"/>
            <a:ext cx="2952296" cy="1226593"/>
            <a:chOff x="1187624" y="4578646"/>
            <a:chExt cx="2952296" cy="1226593"/>
          </a:xfrm>
        </p:grpSpPr>
        <p:sp>
          <p:nvSpPr>
            <p:cNvPr id="181" name="矩形 180"/>
            <p:cNvSpPr/>
            <p:nvPr/>
          </p:nvSpPr>
          <p:spPr>
            <a:xfrm>
              <a:off x="1691680" y="4581127"/>
              <a:ext cx="2016000" cy="86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2" name="Text Box 260"/>
            <p:cNvSpPr txBox="1">
              <a:spLocks noChangeArrowheads="1"/>
            </p:cNvSpPr>
            <p:nvPr/>
          </p:nvSpPr>
          <p:spPr bwMode="auto">
            <a:xfrm>
              <a:off x="3347864" y="4653215"/>
              <a:ext cx="288032" cy="504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&amp;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3" name="Text Box 320"/>
            <p:cNvSpPr txBox="1">
              <a:spLocks noChangeArrowheads="1"/>
            </p:cNvSpPr>
            <p:nvPr/>
          </p:nvSpPr>
          <p:spPr bwMode="auto">
            <a:xfrm>
              <a:off x="1187624" y="4578646"/>
              <a:ext cx="432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CLK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184" name="直接箭头连接符 183"/>
            <p:cNvCxnSpPr/>
            <p:nvPr/>
          </p:nvCxnSpPr>
          <p:spPr bwMode="auto">
            <a:xfrm>
              <a:off x="2627784" y="4941167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5" name="直接箭头连接符 184"/>
            <p:cNvCxnSpPr/>
            <p:nvPr/>
          </p:nvCxnSpPr>
          <p:spPr bwMode="auto">
            <a:xfrm flipV="1">
              <a:off x="2195736" y="5442209"/>
              <a:ext cx="0" cy="1470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6" name="直接箭头连接符 185"/>
            <p:cNvCxnSpPr/>
            <p:nvPr/>
          </p:nvCxnSpPr>
          <p:spPr bwMode="auto">
            <a:xfrm>
              <a:off x="1619872" y="4725143"/>
              <a:ext cx="172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7" name="Text Box 260"/>
            <p:cNvSpPr txBox="1">
              <a:spLocks noChangeArrowheads="1"/>
            </p:cNvSpPr>
            <p:nvPr/>
          </p:nvSpPr>
          <p:spPr bwMode="auto">
            <a:xfrm>
              <a:off x="2771800" y="4869159"/>
              <a:ext cx="360000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260"/>
            <p:cNvSpPr txBox="1">
              <a:spLocks noChangeArrowheads="1"/>
            </p:cNvSpPr>
            <p:nvPr/>
          </p:nvSpPr>
          <p:spPr bwMode="auto">
            <a:xfrm>
              <a:off x="2339752" y="4797175"/>
              <a:ext cx="216000" cy="216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9" name="直接箭头连接符 188"/>
            <p:cNvCxnSpPr/>
            <p:nvPr/>
          </p:nvCxnSpPr>
          <p:spPr bwMode="auto">
            <a:xfrm flipV="1">
              <a:off x="1763688" y="5445223"/>
              <a:ext cx="0" cy="1470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0" name="直接箭头连接符 189"/>
            <p:cNvCxnSpPr/>
            <p:nvPr/>
          </p:nvCxnSpPr>
          <p:spPr bwMode="auto">
            <a:xfrm>
              <a:off x="2555776" y="5229199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1" name="Text Box 260"/>
            <p:cNvSpPr txBox="1">
              <a:spLocks noChangeArrowheads="1"/>
            </p:cNvSpPr>
            <p:nvPr/>
          </p:nvSpPr>
          <p:spPr bwMode="auto">
            <a:xfrm>
              <a:off x="2339752" y="5085185"/>
              <a:ext cx="216000" cy="288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2" name="椭圆 191"/>
            <p:cNvSpPr/>
            <p:nvPr/>
          </p:nvSpPr>
          <p:spPr bwMode="auto">
            <a:xfrm>
              <a:off x="2557367" y="4904959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95" name="直接箭头连接符 194"/>
            <p:cNvCxnSpPr/>
            <p:nvPr/>
          </p:nvCxnSpPr>
          <p:spPr bwMode="auto">
            <a:xfrm>
              <a:off x="1763760" y="5157192"/>
              <a:ext cx="57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97" name="直接箭头连接符 45"/>
            <p:cNvCxnSpPr/>
            <p:nvPr/>
          </p:nvCxnSpPr>
          <p:spPr bwMode="auto">
            <a:xfrm flipV="1">
              <a:off x="2195752" y="5301207"/>
              <a:ext cx="144000" cy="144000"/>
            </a:xfrm>
            <a:prstGeom prst="bentConnector3">
              <a:avLst>
                <a:gd name="adj1" fmla="val -905"/>
              </a:avLst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3" name="直接箭头连接符 46"/>
            <p:cNvCxnSpPr/>
            <p:nvPr/>
          </p:nvCxnSpPr>
          <p:spPr bwMode="auto">
            <a:xfrm flipV="1">
              <a:off x="1763760" y="4941231"/>
              <a:ext cx="576000" cy="504000"/>
            </a:xfrm>
            <a:prstGeom prst="bentConnector3">
              <a:avLst>
                <a:gd name="adj1" fmla="val 89"/>
              </a:avLst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4" name="直接箭头连接符 293"/>
            <p:cNvCxnSpPr/>
            <p:nvPr/>
          </p:nvCxnSpPr>
          <p:spPr bwMode="auto">
            <a:xfrm>
              <a:off x="3131840" y="5085185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5" name="直接箭头连接符 294"/>
            <p:cNvCxnSpPr/>
            <p:nvPr/>
          </p:nvCxnSpPr>
          <p:spPr bwMode="auto">
            <a:xfrm>
              <a:off x="3635896" y="4941167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6" name="Text Box 320"/>
            <p:cNvSpPr txBox="1">
              <a:spLocks noChangeArrowheads="1"/>
            </p:cNvSpPr>
            <p:nvPr/>
          </p:nvSpPr>
          <p:spPr bwMode="auto">
            <a:xfrm>
              <a:off x="3851920" y="4797151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CP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97" name="Text Box 320"/>
            <p:cNvSpPr txBox="1">
              <a:spLocks noChangeArrowheads="1"/>
            </p:cNvSpPr>
            <p:nvPr/>
          </p:nvSpPr>
          <p:spPr bwMode="auto">
            <a:xfrm>
              <a:off x="2051719" y="5589239"/>
              <a:ext cx="432049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mfc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98" name="Text Box 320"/>
            <p:cNvSpPr txBox="1">
              <a:spLocks noChangeArrowheads="1"/>
            </p:cNvSpPr>
            <p:nvPr/>
          </p:nvSpPr>
          <p:spPr bwMode="auto">
            <a:xfrm>
              <a:off x="1454268" y="5589239"/>
              <a:ext cx="597452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WMFC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99" name="Text Box 32"/>
          <p:cNvSpPr txBox="1">
            <a:spLocks noChangeArrowheads="1"/>
          </p:cNvSpPr>
          <p:nvPr/>
        </p:nvSpPr>
        <p:spPr bwMode="auto">
          <a:xfrm>
            <a:off x="2448000" y="1188000"/>
            <a:ext cx="6336704" cy="19075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基础</a:t>
            </a:r>
            <a:r>
              <a:rPr lang="zh-CN" altLang="en-US" sz="2200" b="1" dirty="0">
                <a:latin typeface="宋体" panose="02010600030101010101" pitchFamily="2" charset="-122"/>
              </a:rPr>
              <a:t>为同步控制方式，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支持</a:t>
            </a:r>
            <a:r>
              <a:rPr lang="zh-CN" altLang="en-US" sz="2200" b="1" dirty="0">
                <a:latin typeface="宋体" panose="02010600030101010101" pitchFamily="2" charset="-122"/>
              </a:rPr>
              <a:t>异步控制方式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即</a:t>
            </a:r>
            <a:r>
              <a:rPr lang="en-US" altLang="zh-CN" sz="2200" b="1" i="1" dirty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6000" dirty="0">
                <a:solidFill>
                  <a:schemeClr val="tx1"/>
                </a:solidFill>
                <a:latin typeface="宋体" panose="02010600030101010101" pitchFamily="2" charset="-122"/>
              </a:rPr>
              <a:t>CP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sz="2200" b="1" i="1" dirty="0" err="1" smtClean="0">
                <a:solidFill>
                  <a:schemeClr val="tx1"/>
                </a:solidFill>
                <a:latin typeface="+mn-lt"/>
                <a:ea typeface="+mn-ea"/>
              </a:rPr>
              <a:t>k</a:t>
            </a:r>
            <a:r>
              <a:rPr lang="en-US" altLang="zh-CN" sz="2200" b="1" i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i="1" dirty="0" smtClean="0"/>
              <a:t>k</a:t>
            </a:r>
            <a:r>
              <a:rPr lang="zh-CN" altLang="en-US" sz="2200" b="1" dirty="0" smtClean="0"/>
              <a:t>为常量</a:t>
            </a:r>
            <a:r>
              <a:rPr lang="en-US" altLang="zh-CN" sz="2200" b="1" dirty="0" smtClean="0">
                <a:latin typeface="+mn-ea"/>
                <a:ea typeface="+mn-ea"/>
              </a:rPr>
              <a:t>/</a:t>
            </a:r>
            <a:r>
              <a:rPr lang="zh-CN" altLang="en-US" sz="2200" b="1" dirty="0" smtClean="0"/>
              <a:t>变量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同步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异步方式时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CP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同步于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时钟信号、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当前方式相关信号，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                        </a:t>
            </a:r>
            <a:r>
              <a:rPr lang="en-US" altLang="zh-CN" sz="1600" dirty="0" smtClean="0">
                <a:latin typeface="宋体" panose="02010600030101010101" pitchFamily="2" charset="-122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表示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C)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即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i="1" dirty="0" smtClean="0">
                <a:latin typeface="+mn-lt"/>
              </a:rPr>
              <a:t>f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C,CLK,ACK</a:t>
            </a:r>
            <a:r>
              <a:rPr lang="en-US" altLang="zh-CN" sz="2200" b="1" i="1" baseline="-18000" dirty="0" err="1" smtClean="0">
                <a:latin typeface="+mn-lt"/>
              </a:rPr>
              <a:t>i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←不同</a:t>
            </a:r>
            <a:r>
              <a:rPr lang="en-US" altLang="zh-CN" sz="1600" dirty="0" err="1" smtClean="0"/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OP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对应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ACK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可不同</a:t>
            </a:r>
            <a:endParaRPr lang="zh-CN" altLang="en-US" sz="1400" b="1" dirty="0">
              <a:latin typeface="+mn-lt"/>
            </a:endParaRPr>
          </a:p>
        </p:txBody>
      </p:sp>
      <p:sp>
        <p:nvSpPr>
          <p:cNvPr id="300" name="Text Box 77"/>
          <p:cNvSpPr txBox="1">
            <a:spLocks noChangeArrowheads="1"/>
          </p:cNvSpPr>
          <p:nvPr/>
        </p:nvSpPr>
        <p:spPr bwMode="auto">
          <a:xfrm>
            <a:off x="1871980" y="5580000"/>
            <a:ext cx="5598795" cy="89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访问异步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MEM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控制较简单，适合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的所有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+mn-ea"/>
              </a:rPr>
              <a:t>OP</a:t>
            </a:r>
            <a:r>
              <a:rPr lang="zh-CN" altLang="en-US" sz="2200" b="1" dirty="0" smtClean="0">
                <a:latin typeface="+mn-ea"/>
              </a:rPr>
              <a:t>定时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301" name="线形标注 2 300"/>
          <p:cNvSpPr/>
          <p:nvPr/>
        </p:nvSpPr>
        <p:spPr bwMode="auto">
          <a:xfrm>
            <a:off x="7812000" y="3959020"/>
            <a:ext cx="1224000" cy="468000"/>
          </a:xfrm>
          <a:prstGeom prst="borderCallout2">
            <a:avLst>
              <a:gd name="adj1" fmla="val 50268"/>
              <a:gd name="adj2" fmla="val -181"/>
              <a:gd name="adj3" fmla="val 50111"/>
              <a:gd name="adj4" fmla="val -12262"/>
              <a:gd name="adj5" fmla="val -38354"/>
              <a:gd name="adj6" fmla="val -3851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90000"/>
              </a:lnSpc>
            </a:pPr>
            <a:r>
              <a:rPr lang="en-US" altLang="zh-CN" sz="1600" b="1" dirty="0" err="1" smtClean="0">
                <a:latin typeface="宋体" panose="02010600030101010101" pitchFamily="2" charset="-122"/>
              </a:rPr>
              <a:t>mfc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=0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CP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被封锁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等待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335" name="矩形 334"/>
          <p:cNvSpPr/>
          <p:nvPr/>
        </p:nvSpPr>
        <p:spPr>
          <a:xfrm>
            <a:off x="2195736" y="3060000"/>
            <a:ext cx="6840760" cy="792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sz="2000" b="1" spc="-50" dirty="0" smtClean="0">
                <a:latin typeface="宋体" panose="02010600030101010101" pitchFamily="2" charset="-122"/>
              </a:rPr>
              <a:t>当前方式用</a:t>
            </a:r>
            <a:r>
              <a:rPr lang="en-US" altLang="zh-CN" sz="2000" b="1" spc="-50" dirty="0" smtClean="0">
                <a:latin typeface="宋体" panose="02010600030101010101" pitchFamily="2" charset="-122"/>
              </a:rPr>
              <a:t>WMFC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指明</a:t>
            </a:r>
            <a:r>
              <a:rPr lang="en-US" altLang="zh-CN" sz="1600" b="1" spc="-50" dirty="0" smtClean="0">
                <a:latin typeface="宋体" panose="02010600030101010101" pitchFamily="2" charset="-122"/>
              </a:rPr>
              <a:t>(0</a:t>
            </a:r>
            <a:r>
              <a:rPr lang="zh-CN" altLang="en-US" sz="1600" b="1" spc="-50" dirty="0" smtClean="0">
                <a:latin typeface="宋体" panose="02010600030101010101" pitchFamily="2" charset="-122"/>
              </a:rPr>
              <a:t>为</a:t>
            </a:r>
            <a:r>
              <a:rPr lang="zh-CN" altLang="en-US" sz="1600" b="1" spc="-50" dirty="0">
                <a:latin typeface="宋体" panose="02010600030101010101" pitchFamily="2" charset="-122"/>
              </a:rPr>
              <a:t>同步</a:t>
            </a:r>
            <a:r>
              <a:rPr lang="en-US" altLang="zh-CN" sz="1600" b="1" spc="-50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spc="-50" dirty="0" smtClean="0">
                <a:latin typeface="宋体" panose="02010600030101010101" pitchFamily="2" charset="-122"/>
              </a:rPr>
              <a:t>MEM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联络信号</a:t>
            </a:r>
            <a:r>
              <a:rPr lang="zh-CN" altLang="en-US" sz="2000" b="1" spc="-50" dirty="0">
                <a:latin typeface="宋体" panose="02010600030101010101" pitchFamily="2" charset="-122"/>
              </a:rPr>
              <a:t>为</a:t>
            </a:r>
            <a:r>
              <a:rPr lang="en-US" altLang="zh-CN" sz="2000" b="1" spc="-50" dirty="0" err="1" smtClean="0">
                <a:latin typeface="宋体" panose="02010600030101010101" pitchFamily="2" charset="-122"/>
              </a:rPr>
              <a:t>mfc</a:t>
            </a:r>
            <a:r>
              <a:rPr lang="en-US" altLang="zh-CN" sz="1600" b="1" spc="-50" dirty="0" smtClean="0">
                <a:latin typeface="宋体" panose="02010600030101010101" pitchFamily="2" charset="-122"/>
              </a:rPr>
              <a:t>(0</a:t>
            </a:r>
            <a:r>
              <a:rPr lang="zh-CN" altLang="en-US" sz="1600" b="1" spc="-50" dirty="0" smtClean="0">
                <a:latin typeface="宋体" panose="02010600030101010101" pitchFamily="2" charset="-122"/>
              </a:rPr>
              <a:t>为未完成</a:t>
            </a:r>
            <a:r>
              <a:rPr lang="en-US" altLang="zh-CN" sz="1600" b="1" spc="-50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spc="-50" dirty="0" smtClean="0">
                <a:latin typeface="宋体" panose="02010600030101010101" pitchFamily="2" charset="-122"/>
              </a:rPr>
              <a:t>，</a:t>
            </a:r>
            <a:endParaRPr lang="en-US" altLang="zh-CN" sz="2000" b="1" spc="-50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</a:rPr>
              <a:t>即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WMFC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宋体" panose="02010600030101010101" pitchFamily="2" charset="-122"/>
              </a:rPr>
              <a:t>时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CP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WMFC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时</a:t>
            </a:r>
            <a:r>
              <a:rPr lang="en-US" altLang="zh-CN" sz="2000" b="1" dirty="0">
                <a:latin typeface="宋体" panose="02010600030101010101" pitchFamily="2" charset="-122"/>
              </a:rPr>
              <a:t>CP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＝        ；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cxnSp>
        <p:nvCxnSpPr>
          <p:cNvPr id="337" name="直接连接符 336"/>
          <p:cNvCxnSpPr/>
          <p:nvPr/>
        </p:nvCxnSpPr>
        <p:spPr>
          <a:xfrm flipH="1">
            <a:off x="3312000" y="3841200"/>
            <a:ext cx="504000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线形标注 2 338"/>
          <p:cNvSpPr/>
          <p:nvPr/>
        </p:nvSpPr>
        <p:spPr bwMode="auto">
          <a:xfrm>
            <a:off x="7956376" y="4576880"/>
            <a:ext cx="864000" cy="252000"/>
          </a:xfrm>
          <a:prstGeom prst="borderCallout2">
            <a:avLst>
              <a:gd name="adj1" fmla="val 50268"/>
              <a:gd name="adj2" fmla="val -181"/>
              <a:gd name="adj3" fmla="val 53149"/>
              <a:gd name="adj4" fmla="val -23190"/>
              <a:gd name="adj5" fmla="val 139685"/>
              <a:gd name="adj6" fmla="val -8865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下个</a:t>
            </a:r>
            <a:r>
              <a:rPr lang="en-US" altLang="zh-CN" sz="1600" dirty="0" err="1" smtClean="0"/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</a:rPr>
              <a:t>OP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251" name="组合 250"/>
          <p:cNvGrpSpPr/>
          <p:nvPr/>
        </p:nvGrpSpPr>
        <p:grpSpPr>
          <a:xfrm>
            <a:off x="6382755" y="4432864"/>
            <a:ext cx="896314" cy="1224136"/>
            <a:chOff x="6516216" y="4005064"/>
            <a:chExt cx="896314" cy="1224136"/>
          </a:xfrm>
        </p:grpSpPr>
        <p:cxnSp>
          <p:nvCxnSpPr>
            <p:cNvPr id="252" name="直接连接符 251"/>
            <p:cNvCxnSpPr/>
            <p:nvPr/>
          </p:nvCxnSpPr>
          <p:spPr>
            <a:xfrm>
              <a:off x="6516216" y="5229200"/>
              <a:ext cx="72008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>
              <a:off x="6518718" y="4797152"/>
              <a:ext cx="72008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 flipV="1">
              <a:off x="6516216" y="4869160"/>
              <a:ext cx="7116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6516216" y="4005064"/>
              <a:ext cx="72008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>
              <a:off x="7164288" y="4221104"/>
              <a:ext cx="0" cy="14400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>
              <a:off x="6518718" y="4365104"/>
              <a:ext cx="64178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>
              <a:off x="6518718" y="4581128"/>
              <a:ext cx="78580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>
              <a:off x="7304518" y="4437112"/>
              <a:ext cx="10801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>
              <a:off x="7308304" y="4437112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>
              <a:off x="7166790" y="4221088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线形标注 2 176"/>
          <p:cNvSpPr/>
          <p:nvPr/>
        </p:nvSpPr>
        <p:spPr bwMode="auto">
          <a:xfrm>
            <a:off x="6300192" y="3888000"/>
            <a:ext cx="1080000" cy="252000"/>
          </a:xfrm>
          <a:prstGeom prst="borderCallout2">
            <a:avLst>
              <a:gd name="adj1" fmla="val 50268"/>
              <a:gd name="adj2" fmla="val -181"/>
              <a:gd name="adj3" fmla="val 51388"/>
              <a:gd name="adj4" fmla="val -16790"/>
              <a:gd name="adj5" fmla="val 210428"/>
              <a:gd name="adj6" fmla="val -3727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如读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MEM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时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284" name="组合 283"/>
          <p:cNvGrpSpPr/>
          <p:nvPr/>
        </p:nvGrpSpPr>
        <p:grpSpPr>
          <a:xfrm>
            <a:off x="7030827" y="4360856"/>
            <a:ext cx="720080" cy="1300898"/>
            <a:chOff x="7030827" y="4504366"/>
            <a:chExt cx="720080" cy="1300898"/>
          </a:xfrm>
        </p:grpSpPr>
        <p:sp>
          <p:nvSpPr>
            <p:cNvPr id="285" name="Text Box 109"/>
            <p:cNvSpPr txBox="1">
              <a:spLocks noChangeArrowheads="1"/>
            </p:cNvSpPr>
            <p:nvPr/>
          </p:nvSpPr>
          <p:spPr bwMode="auto">
            <a:xfrm>
              <a:off x="7164288" y="4581144"/>
              <a:ext cx="432000" cy="144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bg1">
                  <a:lumMod val="50000"/>
                </a:schemeClr>
              </a:solidFill>
              <a:prstDash val="sysDot"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endParaRPr lang="zh-CN" altLang="en-US" sz="1600" dirty="0">
                <a:latin typeface="宋体" panose="02010600030101010101" pitchFamily="2" charset="-122"/>
              </a:endParaRPr>
            </a:p>
          </p:txBody>
        </p:sp>
        <p:cxnSp>
          <p:nvCxnSpPr>
            <p:cNvPr id="286" name="直接连接符 285"/>
            <p:cNvCxnSpPr/>
            <p:nvPr/>
          </p:nvCxnSpPr>
          <p:spPr>
            <a:xfrm>
              <a:off x="7606891" y="4504366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/>
            <p:cNvCxnSpPr/>
            <p:nvPr/>
          </p:nvCxnSpPr>
          <p:spPr>
            <a:xfrm>
              <a:off x="7030827" y="5800510"/>
              <a:ext cx="14820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/>
            <p:cNvCxnSpPr/>
            <p:nvPr/>
          </p:nvCxnSpPr>
          <p:spPr>
            <a:xfrm>
              <a:off x="7040352" y="5368462"/>
              <a:ext cx="562347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/>
            <p:cNvCxnSpPr/>
            <p:nvPr/>
          </p:nvCxnSpPr>
          <p:spPr>
            <a:xfrm>
              <a:off x="7174843" y="5445240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/>
            <p:cNvCxnSpPr/>
            <p:nvPr/>
          </p:nvCxnSpPr>
          <p:spPr>
            <a:xfrm>
              <a:off x="7040352" y="5440470"/>
              <a:ext cx="134491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/>
            <p:nvPr/>
          </p:nvCxnSpPr>
          <p:spPr>
            <a:xfrm>
              <a:off x="7174843" y="4720390"/>
              <a:ext cx="576064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>
              <a:off x="7606891" y="566126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>
              <a:off x="7174843" y="565649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/>
            <p:nvPr/>
          </p:nvCxnSpPr>
          <p:spPr>
            <a:xfrm>
              <a:off x="7174843" y="5656494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/>
            <p:nvPr/>
          </p:nvCxnSpPr>
          <p:spPr>
            <a:xfrm>
              <a:off x="7174843" y="4581144"/>
              <a:ext cx="0" cy="14400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>
              <a:off x="7102835" y="4576374"/>
              <a:ext cx="72000" cy="0"/>
            </a:xfrm>
            <a:prstGeom prst="line">
              <a:avLst/>
            </a:prstGeom>
            <a:ln w="15875">
              <a:solidFill>
                <a:srgbClr val="FF33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>
            <a:xfrm>
              <a:off x="7102835" y="4792398"/>
              <a:ext cx="648000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/>
            <p:nvPr/>
          </p:nvCxnSpPr>
          <p:spPr>
            <a:xfrm>
              <a:off x="7390867" y="5013192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/>
            <p:nvPr/>
          </p:nvCxnSpPr>
          <p:spPr>
            <a:xfrm>
              <a:off x="7174843" y="5008422"/>
              <a:ext cx="21602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/>
            <p:cNvCxnSpPr/>
            <p:nvPr/>
          </p:nvCxnSpPr>
          <p:spPr>
            <a:xfrm>
              <a:off x="7390867" y="5152438"/>
              <a:ext cx="21602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/>
            <p:cNvCxnSpPr/>
            <p:nvPr/>
          </p:nvCxnSpPr>
          <p:spPr>
            <a:xfrm>
              <a:off x="7606891" y="5008422"/>
              <a:ext cx="14401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/>
            <p:cNvCxnSpPr/>
            <p:nvPr/>
          </p:nvCxnSpPr>
          <p:spPr>
            <a:xfrm>
              <a:off x="7606891" y="5008422"/>
              <a:ext cx="0" cy="144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/>
            <p:cNvCxnSpPr/>
            <p:nvPr/>
          </p:nvCxnSpPr>
          <p:spPr>
            <a:xfrm>
              <a:off x="7174843" y="5584486"/>
              <a:ext cx="5760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/>
            <p:cNvCxnSpPr/>
            <p:nvPr/>
          </p:nvCxnSpPr>
          <p:spPr>
            <a:xfrm>
              <a:off x="7606891" y="5800510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/>
            <p:cNvCxnSpPr/>
            <p:nvPr/>
          </p:nvCxnSpPr>
          <p:spPr>
            <a:xfrm>
              <a:off x="7606891" y="5224446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/>
            <p:cNvCxnSpPr/>
            <p:nvPr/>
          </p:nvCxnSpPr>
          <p:spPr>
            <a:xfrm>
              <a:off x="7606891" y="5224446"/>
              <a:ext cx="0" cy="14400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 bldLvl="0" animBg="1"/>
      <p:bldP spid="301" grpId="1" bldLvl="0" animBg="1"/>
      <p:bldP spid="335" grpId="0"/>
      <p:bldP spid="339" grpId="0" bldLvl="0" animBg="1"/>
      <p:bldP spid="177" grpId="0" bldLvl="0" animBg="1"/>
      <p:bldP spid="177" grpId="1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179388" y="375047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 algn="l"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uOP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控制信号的</a:t>
            </a:r>
            <a:r>
              <a:rPr lang="zh-CN" altLang="en-US" sz="2400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形成 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ea typeface="+mn-ea"/>
              </a:rPr>
              <a:t>--</a:t>
            </a:r>
            <a:r>
              <a:rPr lang="en-US" altLang="zh-CN" sz="1800" b="0" dirty="0" err="1" smtClean="0">
                <a:solidFill>
                  <a:schemeClr val="tx1"/>
                </a:solidFill>
                <a:latin typeface="+mn-lt"/>
                <a:ea typeface="+mn-ea"/>
              </a:rPr>
              <a:t>μ</a:t>
            </a:r>
            <a:r>
              <a:rPr lang="en-US" altLang="zh-CN" sz="1800" dirty="0" err="1" smtClean="0">
                <a:solidFill>
                  <a:schemeClr val="tx1"/>
                </a:solidFill>
                <a:latin typeface="+mn-ea"/>
                <a:ea typeface="+mn-ea"/>
              </a:rPr>
              <a:t>OP</a:t>
            </a:r>
            <a:r>
              <a:rPr lang="zh-CN" altLang="en-US" sz="1800" dirty="0" smtClean="0">
                <a:solidFill>
                  <a:schemeClr val="tx1"/>
                </a:solidFill>
                <a:latin typeface="+mn-ea"/>
                <a:ea typeface="+mn-ea"/>
              </a:rPr>
              <a:t>控制信号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形成电路的组织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2" name="Text Box 132"/>
          <p:cNvSpPr txBox="1">
            <a:spLocks noChangeArrowheads="1"/>
          </p:cNvSpPr>
          <p:nvPr/>
        </p:nvSpPr>
        <p:spPr bwMode="auto">
          <a:xfrm>
            <a:off x="179513" y="836712"/>
            <a:ext cx="2808312" cy="5328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电路功能</a:t>
            </a:r>
            <a:r>
              <a:rPr lang="zh-CN" altLang="en-US" sz="2200" b="1" spc="-14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spc="-14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1600" b="1" spc="-14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14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4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spc="-14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spc="-14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信号：</a:t>
            </a:r>
            <a:endParaRPr lang="en-US" altLang="zh-CN" sz="2200" b="1" spc="-14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14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4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输入</a:t>
            </a:r>
            <a:r>
              <a:rPr lang="en-US" altLang="zh-CN" sz="2200" b="1" spc="-14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spc="-14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spc="-14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sz="1600" b="1" spc="-14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4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14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输出</a:t>
            </a:r>
            <a:r>
              <a:rPr lang="en-US" altLang="zh-CN" sz="2200" b="1" spc="-14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spc="-14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4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4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4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2200" b="1" spc="-14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4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*内部逻辑：</a:t>
            </a:r>
            <a:endParaRPr lang="zh-CN" altLang="en-US" sz="2200" b="1" spc="-14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5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5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5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硬布线</a:t>
            </a:r>
            <a:r>
              <a:rPr lang="en-US" altLang="zh-CN" sz="2200" b="1" spc="-5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CU</a:t>
            </a:r>
            <a:r>
              <a:rPr lang="en-US" altLang="zh-CN" sz="2200" b="1" spc="-14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4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5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spc="-5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微程序</a:t>
            </a:r>
            <a:r>
              <a:rPr lang="en-US" altLang="zh-CN" sz="2200" b="1" spc="-5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CU</a:t>
            </a:r>
            <a:r>
              <a:rPr lang="en-US" altLang="zh-CN" sz="2200" b="1" spc="-14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40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3" name="Text Box 132"/>
          <p:cNvSpPr txBox="1">
            <a:spLocks noChangeArrowheads="1"/>
          </p:cNvSpPr>
          <p:nvPr/>
        </p:nvSpPr>
        <p:spPr bwMode="auto">
          <a:xfrm>
            <a:off x="1511935" y="836930"/>
            <a:ext cx="7505065" cy="22885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 smtClean="0">
                <a:latin typeface="宋体" panose="02010600030101010101" pitchFamily="2" charset="-122"/>
              </a:rPr>
              <a:t>   </a:t>
            </a:r>
            <a:r>
              <a:rPr lang="zh-CN" altLang="en-US" sz="2200" b="1" u="sng" spc="-5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工作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流程中</a:t>
            </a:r>
            <a:r>
              <a:rPr lang="zh-CN" altLang="en-US" sz="2200" b="1" u="sng" spc="-50" dirty="0">
                <a:solidFill>
                  <a:srgbClr val="0070C0"/>
                </a:solidFill>
                <a:latin typeface="宋体" panose="02010600030101010101" pitchFamily="2" charset="-122"/>
              </a:rPr>
              <a:t>当前</a:t>
            </a:r>
            <a:r>
              <a:rPr lang="zh-CN" altLang="en-US" sz="2200" b="1" u="sng" spc="-5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节拍</a:t>
            </a:r>
            <a:r>
              <a:rPr lang="zh-CN" altLang="en-US" sz="2200" b="1" spc="-50" dirty="0" smtClean="0">
                <a:latin typeface="宋体" panose="02010600030101010101" pitchFamily="2" charset="-122"/>
                <a:sym typeface="+mn-ea"/>
              </a:rPr>
              <a:t>所需的</a:t>
            </a:r>
            <a:r>
              <a:rPr lang="en-US" altLang="zh-CN" sz="2200" spc="-50" dirty="0" err="1" smtClean="0">
                <a:solidFill>
                  <a:schemeClr val="tx1"/>
                </a:solidFill>
              </a:rPr>
              <a:t>μ</a:t>
            </a:r>
            <a:r>
              <a:rPr lang="en-US" altLang="zh-CN" sz="2200" b="1" spc="-50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spc="-50" dirty="0" smtClean="0">
                <a:solidFill>
                  <a:schemeClr val="tx1"/>
                </a:solidFill>
                <a:latin typeface="宋体" panose="02010600030101010101" pitchFamily="2" charset="-122"/>
              </a:rPr>
              <a:t>控制信号</a:t>
            </a:r>
            <a:endParaRPr lang="en-US" altLang="zh-CN" sz="2200" b="1" spc="-50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 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└─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─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按序产生</a:t>
            </a:r>
            <a:r>
              <a: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──</a:t>
            </a:r>
            <a:r>
              <a: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┴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←时序电路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自动改变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节拍</a:t>
            </a:r>
            <a:r>
              <a:rPr lang="zh-CN" altLang="en-US" sz="2200" b="1" dirty="0">
                <a:latin typeface="宋体" panose="02010600030101010101" pitchFamily="2" charset="-122"/>
              </a:rPr>
              <a:t>信号，指令操作</a:t>
            </a:r>
            <a:r>
              <a:rPr lang="en-US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寻址方式、程序状态、机器状态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latin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zh-CN" sz="1600" b="1" dirty="0">
                <a:latin typeface="宋体" panose="02010600030101010101" pitchFamily="2" charset="-122"/>
              </a:rPr>
              <a:t>表示当前节拍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←表示指令需求类型←</a:t>
            </a:r>
            <a:r>
              <a:rPr lang="zh-CN" altLang="en-US" sz="1600" dirty="0" smtClean="0">
                <a:latin typeface="宋体" panose="02010600030101010101" pitchFamily="2" charset="-122"/>
              </a:rPr>
              <a:t>┘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←表示请求类型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</a:rPr>
              <a:t>所有的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控制信号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即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状态转换图</a:t>
            </a:r>
            <a:r>
              <a:rPr lang="zh-CN" altLang="en-US" sz="1800" b="1" dirty="0">
                <a:latin typeface="宋体" panose="02010600030101010101" pitchFamily="2" charset="-122"/>
              </a:rPr>
              <a:t>中所有的</a:t>
            </a:r>
            <a:r>
              <a:rPr lang="en-US" altLang="zh-CN" sz="1800" dirty="0" err="1" smtClean="0"/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OPCmd)</a:t>
            </a:r>
            <a:endParaRPr lang="en-US" altLang="zh-CN" sz="1800" b="1" dirty="0" err="1" smtClean="0">
              <a:latin typeface="宋体" panose="02010600030101010101" pitchFamily="2" charset="-122"/>
            </a:endParaRPr>
          </a:p>
        </p:txBody>
      </p:sp>
      <p:sp>
        <p:nvSpPr>
          <p:cNvPr id="119" name="Text Box 132"/>
          <p:cNvSpPr txBox="1">
            <a:spLocks noChangeArrowheads="1"/>
          </p:cNvSpPr>
          <p:nvPr/>
        </p:nvSpPr>
        <p:spPr bwMode="auto">
          <a:xfrm>
            <a:off x="1835785" y="4356100"/>
            <a:ext cx="7101205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</a:rPr>
              <a:t>状态转换图中每个</a:t>
            </a:r>
            <a:r>
              <a:rPr lang="en-US" altLang="zh-CN" sz="2200" dirty="0" err="1">
                <a:sym typeface="+mn-ea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控制信号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的逻辑函数；</a:t>
            </a:r>
            <a:endParaRPr lang="zh-CN" altLang="en-US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有</a:t>
            </a:r>
            <a:r>
              <a:rPr lang="en-US" altLang="zh-CN" sz="2200" b="1" u="sng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200" b="1" u="sng" spc="-50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种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</a:rPr>
              <a:t>实现方法</a:t>
            </a:r>
            <a:r>
              <a:rPr lang="en-US" altLang="zh-CN" sz="2200" b="1" spc="-50" dirty="0">
                <a:latin typeface="宋体" panose="02010600030101010101" pitchFamily="2" charset="-122"/>
              </a:rPr>
              <a:t>  </a:t>
            </a:r>
            <a:r>
              <a:rPr lang="en-US" altLang="zh-CN" sz="1800" b="1" spc="-50" dirty="0">
                <a:latin typeface="宋体" panose="02010600030101010101" pitchFamily="2" charset="-122"/>
              </a:rPr>
              <a:t>(</a:t>
            </a:r>
            <a:r>
              <a:rPr lang="zh-CN" altLang="en-US" sz="1800" b="1" spc="-50" dirty="0">
                <a:latin typeface="宋体" panose="02010600030101010101" pitchFamily="2" charset="-122"/>
              </a:rPr>
              <a:t>细节稍后讨论</a:t>
            </a:r>
            <a:r>
              <a:rPr lang="en-US" altLang="zh-CN" sz="1800" b="1" spc="-50" dirty="0">
                <a:latin typeface="宋体" panose="02010600030101010101" pitchFamily="2" charset="-122"/>
              </a:rPr>
              <a:t>)</a:t>
            </a:r>
            <a:endParaRPr lang="zh-CN" altLang="en-US" sz="2200" b="1" spc="-5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50" dirty="0">
                <a:latin typeface="宋体" panose="02010600030101010101" pitchFamily="2" charset="-122"/>
              </a:rPr>
              <a:t> 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组合逻辑，实质是编码器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输出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=f(in</a:t>
            </a:r>
            <a:r>
              <a:rPr lang="en-US" altLang="zh-CN" sz="1800" b="1" spc="-50" dirty="0">
                <a:latin typeface="宋体" panose="02010600030101010101" pitchFamily="2" charset="-122"/>
              </a:rPr>
              <a:t>)]</a:t>
            </a:r>
            <a:endParaRPr lang="en-US" altLang="zh-CN" sz="2200" b="1" spc="-5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50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存储逻辑，实质是微主机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输出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=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微指令执行结果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]</a:t>
            </a:r>
            <a:endParaRPr lang="en-US" altLang="zh-CN" sz="1800" b="1" spc="-50" dirty="0" smtClean="0">
              <a:latin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16000" y="3131820"/>
            <a:ext cx="7775575" cy="1224915"/>
            <a:chOff x="1985" y="4932"/>
            <a:chExt cx="12245" cy="1929"/>
          </a:xfrm>
        </p:grpSpPr>
        <p:sp>
          <p:nvSpPr>
            <p:cNvPr id="35" name="Text Box 320"/>
            <p:cNvSpPr txBox="1">
              <a:spLocks noChangeArrowheads="1"/>
            </p:cNvSpPr>
            <p:nvPr/>
          </p:nvSpPr>
          <p:spPr bwMode="auto">
            <a:xfrm>
              <a:off x="10148" y="5216"/>
              <a:ext cx="2665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联合方式定时时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6" name="Text Box 320"/>
            <p:cNvSpPr txBox="1">
              <a:spLocks noChangeArrowheads="1"/>
            </p:cNvSpPr>
            <p:nvPr/>
          </p:nvSpPr>
          <p:spPr bwMode="auto">
            <a:xfrm>
              <a:off x="2892" y="5273"/>
              <a:ext cx="2041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多种序列时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242"/>
            <p:cNvSpPr txBox="1">
              <a:spLocks noChangeArrowheads="1"/>
            </p:cNvSpPr>
            <p:nvPr/>
          </p:nvSpPr>
          <p:spPr bwMode="auto">
            <a:xfrm>
              <a:off x="5499" y="4932"/>
              <a:ext cx="4139" cy="45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箭头连接符 121"/>
            <p:cNvCxnSpPr/>
            <p:nvPr/>
          </p:nvCxnSpPr>
          <p:spPr bwMode="auto">
            <a:xfrm rot="5400000">
              <a:off x="6181" y="5607"/>
              <a:ext cx="45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rot="5400000">
              <a:off x="6859" y="5611"/>
              <a:ext cx="45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4" name="Text Box 211"/>
            <p:cNvSpPr txBox="1">
              <a:spLocks noChangeArrowheads="1"/>
            </p:cNvSpPr>
            <p:nvPr/>
          </p:nvSpPr>
          <p:spPr bwMode="auto">
            <a:xfrm>
              <a:off x="6520" y="5386"/>
              <a:ext cx="454" cy="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</a:rPr>
                <a:t>…</a:t>
              </a:r>
              <a:endParaRPr lang="en-US" altLang="zh-CN" sz="1600" b="1" baseline="-20000" dirty="0">
                <a:solidFill>
                  <a:schemeClr val="accent2"/>
                </a:solidFill>
              </a:endParaRPr>
            </a:p>
          </p:txBody>
        </p:sp>
        <p:cxnSp>
          <p:nvCxnSpPr>
            <p:cNvPr id="125" name="直接箭头连接符 124"/>
            <p:cNvCxnSpPr/>
            <p:nvPr/>
          </p:nvCxnSpPr>
          <p:spPr bwMode="auto">
            <a:xfrm flipV="1">
              <a:off x="4479" y="5953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 bwMode="auto">
            <a:xfrm>
              <a:off x="4479" y="6293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7" name="Text Box 211"/>
            <p:cNvSpPr txBox="1">
              <a:spLocks noChangeArrowheads="1"/>
            </p:cNvSpPr>
            <p:nvPr/>
          </p:nvSpPr>
          <p:spPr bwMode="auto">
            <a:xfrm rot="16200000">
              <a:off x="5102" y="5954"/>
              <a:ext cx="340" cy="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baseline="-20000" dirty="0"/>
            </a:p>
          </p:txBody>
        </p:sp>
        <p:cxnSp>
          <p:nvCxnSpPr>
            <p:cNvPr id="128" name="直接箭头连接符 127"/>
            <p:cNvCxnSpPr/>
            <p:nvPr/>
          </p:nvCxnSpPr>
          <p:spPr bwMode="auto">
            <a:xfrm flipV="1">
              <a:off x="4479" y="6520"/>
              <a:ext cx="113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9" name="Text Box 320"/>
            <p:cNvSpPr txBox="1">
              <a:spLocks noChangeArrowheads="1"/>
            </p:cNvSpPr>
            <p:nvPr/>
          </p:nvSpPr>
          <p:spPr bwMode="auto">
            <a:xfrm>
              <a:off x="2098" y="5953"/>
              <a:ext cx="2268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zh-CN" altLang="en-US" sz="1600" b="1" dirty="0" smtClean="0">
                  <a:latin typeface="宋体" panose="02010600030101010101" pitchFamily="2" charset="-122"/>
                </a:rPr>
                <a:t>指令操作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寻址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320"/>
            <p:cNvSpPr txBox="1">
              <a:spLocks noChangeArrowheads="1"/>
            </p:cNvSpPr>
            <p:nvPr/>
          </p:nvSpPr>
          <p:spPr bwMode="auto">
            <a:xfrm>
              <a:off x="1985" y="6293"/>
              <a:ext cx="2381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如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ZF)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程序状态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1" name="直接箭头连接符 130"/>
            <p:cNvCxnSpPr/>
            <p:nvPr/>
          </p:nvCxnSpPr>
          <p:spPr bwMode="auto">
            <a:xfrm>
              <a:off x="7767" y="5955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31"/>
            <p:cNvCxnSpPr/>
            <p:nvPr/>
          </p:nvCxnSpPr>
          <p:spPr bwMode="auto">
            <a:xfrm flipH="1">
              <a:off x="7768" y="6633"/>
              <a:ext cx="23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3" name="Text Box 320"/>
            <p:cNvSpPr txBox="1">
              <a:spLocks noChangeArrowheads="1"/>
            </p:cNvSpPr>
            <p:nvPr/>
          </p:nvSpPr>
          <p:spPr bwMode="auto">
            <a:xfrm>
              <a:off x="10091" y="6407"/>
              <a:ext cx="3855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机器状态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如中断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异常请求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)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4" name="直接箭头连接符 133"/>
            <p:cNvCxnSpPr/>
            <p:nvPr/>
          </p:nvCxnSpPr>
          <p:spPr bwMode="auto">
            <a:xfrm flipH="1">
              <a:off x="9638" y="5159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135" name="Text Box 320"/>
            <p:cNvSpPr txBox="1">
              <a:spLocks noChangeArrowheads="1"/>
            </p:cNvSpPr>
            <p:nvPr/>
          </p:nvSpPr>
          <p:spPr bwMode="auto">
            <a:xfrm>
              <a:off x="10148" y="5613"/>
              <a:ext cx="4082" cy="4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操作状态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如部件状态</a:t>
              </a:r>
              <a:r>
                <a:rPr lang="en-US" altLang="zh-CN" sz="1400" b="1" dirty="0" err="1" smtClean="0">
                  <a:latin typeface="宋体" panose="02010600030101010101" pitchFamily="2" charset="-122"/>
                </a:rPr>
                <a:t>mfc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)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6" name="直接箭头连接符 82"/>
            <p:cNvCxnSpPr/>
            <p:nvPr/>
          </p:nvCxnSpPr>
          <p:spPr bwMode="auto">
            <a:xfrm rot="5400000" flipH="1" flipV="1">
              <a:off x="4819" y="5613"/>
              <a:ext cx="1020" cy="340"/>
            </a:xfrm>
            <a:prstGeom prst="bentConnector3">
              <a:avLst>
                <a:gd name="adj1" fmla="val 100271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37" name="直接箭头连接符 85"/>
            <p:cNvCxnSpPr/>
            <p:nvPr/>
          </p:nvCxnSpPr>
          <p:spPr bwMode="auto">
            <a:xfrm rot="5400000" flipH="1" flipV="1">
              <a:off x="4791" y="5244"/>
              <a:ext cx="907" cy="510"/>
            </a:xfrm>
            <a:prstGeom prst="bentConnector3">
              <a:avLst>
                <a:gd name="adj1" fmla="val 100126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sp>
          <p:nvSpPr>
            <p:cNvPr id="138" name="Text Box 238"/>
            <p:cNvSpPr txBox="1">
              <a:spLocks noChangeArrowheads="1"/>
            </p:cNvSpPr>
            <p:nvPr/>
          </p:nvSpPr>
          <p:spPr bwMode="auto">
            <a:xfrm>
              <a:off x="5613" y="5839"/>
              <a:ext cx="2154" cy="90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spc="-50" dirty="0" err="1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控制信号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形成电路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9" name="Text Box 238"/>
            <p:cNvSpPr txBox="1">
              <a:spLocks noChangeArrowheads="1"/>
            </p:cNvSpPr>
            <p:nvPr/>
          </p:nvSpPr>
          <p:spPr bwMode="auto">
            <a:xfrm>
              <a:off x="8334" y="5839"/>
              <a:ext cx="1417" cy="68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数据通路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0" name="直接箭头连接符 139"/>
            <p:cNvCxnSpPr/>
            <p:nvPr/>
          </p:nvCxnSpPr>
          <p:spPr bwMode="auto">
            <a:xfrm>
              <a:off x="7768" y="6406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1" name="Text Box 211"/>
            <p:cNvSpPr txBox="1">
              <a:spLocks noChangeArrowheads="1"/>
            </p:cNvSpPr>
            <p:nvPr/>
          </p:nvSpPr>
          <p:spPr bwMode="auto">
            <a:xfrm rot="16200000">
              <a:off x="7767" y="6010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</a:rPr>
                <a:t>…</a:t>
              </a:r>
              <a:endParaRPr lang="en-US" altLang="zh-CN" sz="1600" b="1" baseline="-20000" dirty="0">
                <a:solidFill>
                  <a:srgbClr val="FF3399"/>
                </a:solidFill>
              </a:endParaRPr>
            </a:p>
          </p:txBody>
        </p:sp>
        <p:cxnSp>
          <p:nvCxnSpPr>
            <p:cNvPr id="142" name="直接箭头连接符 141"/>
            <p:cNvCxnSpPr/>
            <p:nvPr/>
          </p:nvCxnSpPr>
          <p:spPr bwMode="auto">
            <a:xfrm rot="5400000">
              <a:off x="8674" y="5607"/>
              <a:ext cx="45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 rot="5400000">
              <a:off x="9128" y="5611"/>
              <a:ext cx="454" cy="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4" name="Text Box 211"/>
            <p:cNvSpPr txBox="1">
              <a:spLocks noChangeArrowheads="1"/>
            </p:cNvSpPr>
            <p:nvPr/>
          </p:nvSpPr>
          <p:spPr bwMode="auto">
            <a:xfrm>
              <a:off x="8957" y="5386"/>
              <a:ext cx="340" cy="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</a:rPr>
                <a:t>…</a:t>
              </a:r>
              <a:endParaRPr lang="en-US" altLang="zh-CN" sz="1600" b="1" baseline="-20000" dirty="0">
                <a:solidFill>
                  <a:srgbClr val="990099"/>
                </a:solidFill>
              </a:endParaRPr>
            </a:p>
          </p:txBody>
        </p:sp>
        <p:cxnSp>
          <p:nvCxnSpPr>
            <p:cNvPr id="145" name="直接箭头连接符 36"/>
            <p:cNvCxnSpPr/>
            <p:nvPr/>
          </p:nvCxnSpPr>
          <p:spPr bwMode="auto">
            <a:xfrm flipV="1">
              <a:off x="9751" y="5159"/>
              <a:ext cx="340" cy="1020"/>
            </a:xfrm>
            <a:prstGeom prst="bentConnector3">
              <a:avLst>
                <a:gd name="adj1" fmla="val 99125"/>
              </a:avLst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4" name="Text Box 32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613" y="5386"/>
              <a:ext cx="737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节拍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" name="Text Box 32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427" y="5381"/>
              <a:ext cx="1417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工作脉冲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90476" y="332656"/>
            <a:ext cx="8774012" cy="502475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控制器的组成小结：</a:t>
            </a:r>
            <a:endParaRPr lang="en-US" altLang="zh-CN" sz="22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b="1" spc="-50" dirty="0" smtClean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600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控制器的组成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lang="zh-CN" altLang="en-US" sz="16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lang="zh-CN" altLang="en-US" sz="16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时序信号形成电路的组成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时序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系统组织：</a:t>
            </a:r>
            <a:r>
              <a:rPr lang="zh-CN" altLang="en-US" sz="2200" b="1" dirty="0" smtClean="0">
                <a:latin typeface="+mn-ea"/>
                <a:ea typeface="+mn-ea"/>
              </a:rPr>
              <a:t> 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1600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时序系统实现：</a:t>
            </a:r>
            <a:r>
              <a:rPr lang="zh-CN" altLang="en-US" sz="2200" b="1" dirty="0" smtClean="0">
                <a:latin typeface="+mn-ea"/>
                <a:ea typeface="+mn-ea"/>
              </a:rPr>
              <a:t> 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solidFill>
                  <a:schemeClr val="accent2"/>
                </a:solidFill>
                <a:latin typeface="+mn-ea"/>
                <a:ea typeface="+mn-ea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控制信号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形成电路的组成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 I/O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信号：</a:t>
            </a:r>
            <a:r>
              <a:rPr lang="en-US" altLang="zh-CN" sz="2200" b="1" dirty="0" smtClean="0">
                <a:latin typeface="+mn-ea"/>
                <a:ea typeface="+mn-ea"/>
              </a:rPr>
              <a:t> 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内部逻辑：</a:t>
            </a:r>
            <a:r>
              <a:rPr lang="zh-CN" altLang="en-US" sz="2200" b="1" dirty="0" smtClean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88000" y="756285"/>
            <a:ext cx="7800340" cy="502475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</a:rPr>
              <a:t>   循环</a:t>
            </a:r>
            <a:r>
              <a:rPr lang="en-US" altLang="zh-CN" sz="2200" b="1" dirty="0">
                <a:latin typeface="+mn-ea"/>
                <a:ea typeface="+mn-ea"/>
              </a:rPr>
              <a:t>&amp;</a:t>
            </a:r>
            <a:r>
              <a:rPr lang="zh-CN" altLang="en-US" sz="2200" b="1" dirty="0">
                <a:latin typeface="+mn-ea"/>
                <a:ea typeface="+mn-ea"/>
              </a:rPr>
              <a:t>有序地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产生</a:t>
            </a:r>
            <a:r>
              <a:rPr lang="zh-CN" altLang="en-US" sz="2200" b="1" dirty="0">
                <a:latin typeface="+mn-ea"/>
                <a:ea typeface="+mn-ea"/>
              </a:rPr>
              <a:t>工作流程所需的</a:t>
            </a:r>
            <a:r>
              <a:rPr lang="en-US" altLang="zh-CN" sz="2200" dirty="0" err="1"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latin typeface="+mn-ea"/>
                <a:ea typeface="+mn-ea"/>
              </a:rPr>
              <a:t>OP</a:t>
            </a:r>
            <a:r>
              <a:rPr lang="zh-CN" altLang="en-US" sz="2200" b="1" dirty="0" smtClean="0">
                <a:latin typeface="+mn-ea"/>
                <a:ea typeface="+mn-ea"/>
              </a:rPr>
              <a:t>控制信号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+mn-ea"/>
                <a:ea typeface="+mn-ea"/>
              </a:rPr>
              <a:t>                       </a:t>
            </a:r>
            <a:r>
              <a:rPr lang="en-US" altLang="zh-CN" sz="1600" b="1" dirty="0" smtClean="0">
                <a:latin typeface="+mn-ea"/>
                <a:ea typeface="+mn-ea"/>
              </a:rPr>
              <a:t> </a:t>
            </a:r>
            <a:r>
              <a:rPr lang="zh-CN" altLang="en-US" sz="1600" b="1" dirty="0" smtClean="0">
                <a:latin typeface="+mn-ea"/>
                <a:ea typeface="+mn-ea"/>
              </a:rPr>
              <a:t> 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源自</a:t>
            </a:r>
            <a:r>
              <a:rPr lang="zh-CN" altLang="en-US" sz="1600" b="1" dirty="0" smtClean="0">
                <a:solidFill>
                  <a:srgbClr val="0070C0"/>
                </a:solidFill>
                <a:latin typeface="+mn-ea"/>
                <a:ea typeface="+mn-ea"/>
              </a:rPr>
              <a:t>状态转换图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sz="1600" dirty="0" smtClean="0">
              <a:solidFill>
                <a:srgbClr val="0070C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latin typeface="+mn-ea"/>
              </a:rPr>
              <a:t>           CU</a:t>
            </a:r>
            <a:r>
              <a:rPr lang="zh-CN" altLang="en-US" sz="2200" b="1" dirty="0" smtClean="0">
                <a:latin typeface="+mn-ea"/>
              </a:rPr>
              <a:t>＝</a:t>
            </a:r>
            <a:r>
              <a:rPr lang="en-US" altLang="zh-CN" sz="2200" b="1" dirty="0" smtClean="0">
                <a:latin typeface="+mn-ea"/>
              </a:rPr>
              <a:t>ID</a:t>
            </a:r>
            <a:r>
              <a:rPr lang="zh-CN" altLang="en-US" sz="2200" b="1" dirty="0" smtClean="0">
                <a:latin typeface="+mn-ea"/>
              </a:rPr>
              <a:t>＋时序信号形成电路＋控制信号</a:t>
            </a:r>
            <a:r>
              <a:rPr lang="zh-CN" altLang="en-US" sz="2200" b="1" dirty="0">
                <a:latin typeface="+mn-ea"/>
              </a:rPr>
              <a:t>形成</a:t>
            </a:r>
            <a:r>
              <a:rPr lang="zh-CN" altLang="en-US" sz="2200" b="1" dirty="0" smtClean="0">
                <a:latin typeface="+mn-ea"/>
              </a:rPr>
              <a:t>电路</a:t>
            </a:r>
            <a:endParaRPr lang="zh-CN" altLang="en-US" sz="2200" b="1" dirty="0" smtClean="0">
              <a:latin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+mn-ea"/>
              </a:rPr>
              <a:t> </a:t>
            </a:r>
            <a:r>
              <a:rPr lang="en-US" altLang="zh-CN" sz="1600" b="1" dirty="0" smtClean="0">
                <a:latin typeface="+mn-ea"/>
              </a:rPr>
              <a:t>                    </a:t>
            </a:r>
            <a:r>
              <a:rPr lang="en-US" altLang="zh-CN" sz="1600" dirty="0" smtClean="0">
                <a:latin typeface="+mn-ea"/>
              </a:rPr>
              <a:t>│</a:t>
            </a:r>
            <a:r>
              <a:rPr lang="en-US" altLang="zh-CN" sz="1600" b="1" dirty="0" smtClean="0">
                <a:latin typeface="+mn-ea"/>
              </a:rPr>
              <a:t>       </a:t>
            </a:r>
            <a:r>
              <a:rPr lang="zh-CN" altLang="en-US" sz="1600" dirty="0" smtClean="0">
                <a:latin typeface="+mn-ea"/>
                <a:sym typeface="+mn-ea"/>
              </a:rPr>
              <a:t>└</a:t>
            </a:r>
            <a:r>
              <a:rPr lang="zh-CN" altLang="en-US" sz="1600" b="1" dirty="0" smtClean="0">
                <a:latin typeface="+mn-ea"/>
                <a:sym typeface="+mn-ea"/>
              </a:rPr>
              <a:t>←产生当前轮所有节拍</a:t>
            </a:r>
            <a:r>
              <a:rPr lang="en-US" altLang="zh-CN" sz="1600" b="1" dirty="0" smtClean="0">
                <a:latin typeface="+mn-ea"/>
                <a:sym typeface="+mn-ea"/>
              </a:rPr>
              <a:t>  </a:t>
            </a:r>
            <a:r>
              <a:rPr lang="zh-CN" altLang="en-US" sz="1600" dirty="0" smtClean="0">
                <a:latin typeface="+mn-ea"/>
                <a:sym typeface="+mn-ea"/>
              </a:rPr>
              <a:t>└</a:t>
            </a:r>
            <a:r>
              <a:rPr lang="zh-CN" altLang="en-US" sz="1600" b="1" dirty="0" smtClean="0">
                <a:latin typeface="+mn-ea"/>
                <a:sym typeface="+mn-ea"/>
              </a:rPr>
              <a:t>←产生当前节拍信号</a:t>
            </a:r>
            <a:endParaRPr lang="en-US" altLang="zh-CN" sz="1600" b="1" dirty="0" smtClean="0">
              <a:latin typeface="+mn-ea"/>
              <a:ea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zh-CN" altLang="en-US" sz="1600" b="1" dirty="0" smtClean="0">
                <a:latin typeface="+mn-ea"/>
                <a:sym typeface="+mn-ea"/>
              </a:rPr>
              <a:t> </a:t>
            </a:r>
            <a:r>
              <a:rPr lang="en-US" altLang="zh-CN" sz="1600" b="1" dirty="0" smtClean="0">
                <a:latin typeface="+mn-ea"/>
                <a:sym typeface="+mn-ea"/>
              </a:rPr>
              <a:t>                    </a:t>
            </a:r>
            <a:r>
              <a:rPr lang="zh-CN" altLang="en-US" sz="1600" dirty="0" smtClean="0">
                <a:latin typeface="+mn-ea"/>
                <a:sym typeface="+mn-ea"/>
              </a:rPr>
              <a:t>└</a:t>
            </a:r>
            <a:r>
              <a:rPr lang="zh-CN" altLang="en-US" sz="1600" b="1" dirty="0" smtClean="0">
                <a:latin typeface="+mn-ea"/>
                <a:sym typeface="+mn-ea"/>
              </a:rPr>
              <a:t>←</a:t>
            </a:r>
            <a:r>
              <a:rPr lang="zh-CN" altLang="en-US" sz="1600" b="1" dirty="0" smtClean="0">
                <a:latin typeface="+mn-ea"/>
                <a:sym typeface="+mn-ea"/>
              </a:rPr>
              <a:t>表示</a:t>
            </a:r>
            <a:r>
              <a:rPr lang="zh-CN" altLang="en-US" sz="1600" b="1" dirty="0" smtClean="0">
                <a:latin typeface="+mn-ea"/>
                <a:sym typeface="+mn-ea"/>
              </a:rPr>
              <a:t>当前轮需求类型</a:t>
            </a:r>
            <a:endParaRPr lang="en-US" altLang="zh-CN" sz="16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+mn-ea"/>
                <a:ea typeface="+mn-ea"/>
              </a:rPr>
              <a:t>              信号的个数</a:t>
            </a:r>
            <a:r>
              <a:rPr lang="en-US" altLang="zh-CN" sz="2200" b="1" dirty="0">
                <a:latin typeface="+mn-ea"/>
                <a:ea typeface="+mn-ea"/>
              </a:rPr>
              <a:t>/</a:t>
            </a:r>
            <a:r>
              <a:rPr lang="zh-CN" altLang="en-US" sz="2200" b="1" dirty="0" smtClean="0">
                <a:latin typeface="+mn-ea"/>
                <a:ea typeface="+mn-ea"/>
              </a:rPr>
              <a:t>功能</a:t>
            </a:r>
            <a:r>
              <a:rPr lang="en-US" altLang="zh-CN" sz="2200" b="1" dirty="0" smtClean="0">
                <a:latin typeface="+mn-ea"/>
                <a:ea typeface="+mn-ea"/>
              </a:rPr>
              <a:t>/</a:t>
            </a:r>
            <a:r>
              <a:rPr lang="zh-CN" altLang="en-US" sz="2200" b="1" dirty="0" smtClean="0">
                <a:latin typeface="+mn-ea"/>
                <a:ea typeface="+mn-ea"/>
              </a:rPr>
              <a:t>定时，信号序列组成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 smtClean="0">
                <a:latin typeface="+mn-ea"/>
              </a:rPr>
              <a:t>          </a:t>
            </a:r>
            <a:r>
              <a:rPr lang="en-US" altLang="zh-CN" sz="1600" b="1" dirty="0" smtClean="0">
                <a:latin typeface="+mn-ea"/>
              </a:rPr>
              <a:t> </a:t>
            </a:r>
            <a:r>
              <a:rPr lang="zh-CN" altLang="en-US" sz="1600" b="1" dirty="0" smtClean="0">
                <a:latin typeface="+mn-ea"/>
              </a:rPr>
              <a:t> </a:t>
            </a:r>
            <a:r>
              <a:rPr lang="zh-CN" altLang="en-US" sz="1600" dirty="0" smtClean="0">
                <a:latin typeface="+mn-ea"/>
              </a:rPr>
              <a:t>└</a:t>
            </a:r>
            <a:r>
              <a:rPr lang="zh-CN" altLang="en-US" sz="1600" b="1" dirty="0" smtClean="0">
                <a:latin typeface="+mn-ea"/>
              </a:rPr>
              <a:t>←基于状态</a:t>
            </a:r>
            <a:r>
              <a:rPr lang="zh-CN" altLang="en-US" sz="1600" b="1" dirty="0">
                <a:latin typeface="+mn-ea"/>
              </a:rPr>
              <a:t>转换</a:t>
            </a:r>
            <a:r>
              <a:rPr lang="zh-CN" altLang="en-US" sz="1600" b="1" dirty="0" smtClean="0">
                <a:latin typeface="+mn-ea"/>
              </a:rPr>
              <a:t>图       </a:t>
            </a:r>
            <a:r>
              <a:rPr lang="en-US" altLang="zh-CN" sz="1600" b="1" dirty="0" smtClean="0">
                <a:latin typeface="+mn-ea"/>
              </a:rPr>
              <a:t>    </a:t>
            </a:r>
            <a:r>
              <a:rPr lang="zh-CN" altLang="en-US" sz="1600" b="1" dirty="0" smtClean="0">
                <a:latin typeface="+mn-ea"/>
              </a:rPr>
              <a:t>  </a:t>
            </a:r>
            <a:r>
              <a:rPr lang="zh-CN" altLang="en-US" sz="1600" dirty="0" smtClean="0">
                <a:latin typeface="+mn-ea"/>
              </a:rPr>
              <a:t>└</a:t>
            </a:r>
            <a:r>
              <a:rPr lang="zh-CN" altLang="en-US" sz="1600" b="1" dirty="0" smtClean="0">
                <a:latin typeface="+mn-ea"/>
              </a:rPr>
              <a:t>←满足</a:t>
            </a:r>
            <a:r>
              <a:rPr lang="en-US" altLang="zh-CN" sz="1600" dirty="0" err="1" smtClean="0"/>
              <a:t>μ</a:t>
            </a:r>
            <a:r>
              <a:rPr lang="en-US" altLang="zh-CN" sz="1600" b="1" dirty="0" err="1" smtClean="0">
                <a:latin typeface="+mn-ea"/>
              </a:rPr>
              <a:t>OP</a:t>
            </a:r>
            <a:r>
              <a:rPr lang="zh-CN" altLang="en-US" sz="1600" b="1" dirty="0" smtClean="0">
                <a:latin typeface="+mn-ea"/>
              </a:rPr>
              <a:t>时延</a:t>
            </a:r>
            <a:endParaRPr lang="en-US" altLang="zh-CN" sz="1600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+mn-ea"/>
                <a:ea typeface="+mn-ea"/>
              </a:rPr>
              <a:t>              定时逻辑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CLK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→</a:t>
            </a:r>
            <a:r>
              <a:rPr lang="en-US" altLang="zh-CN" sz="1600" b="1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CP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en-US" sz="2200" b="1" dirty="0" smtClean="0">
                <a:latin typeface="+mn-ea"/>
                <a:ea typeface="+mn-ea"/>
              </a:rPr>
              <a:t>＋定序逻辑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en-US" altLang="zh-CN" sz="1600" b="1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CP</a:t>
            </a:r>
            <a:r>
              <a:rPr lang="zh-CN" altLang="en-US" sz="1600" b="1" dirty="0" smtClean="0">
                <a:latin typeface="+mn-ea"/>
                <a:sym typeface="+mn-ea"/>
              </a:rPr>
              <a:t>→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信号序列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      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输入为</a:t>
            </a:r>
            <a:r>
              <a:rPr lang="zh-CN" altLang="en-US" sz="2200" b="1" dirty="0" smtClean="0">
                <a:latin typeface="+mn-ea"/>
                <a:ea typeface="+mn-ea"/>
              </a:rPr>
              <a:t>节拍、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ID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等信号</a:t>
            </a:r>
            <a:r>
              <a:rPr lang="zh-CN" altLang="en-US" sz="2200" b="1" dirty="0" smtClean="0">
                <a:latin typeface="+mn-ea"/>
                <a:ea typeface="+mn-ea"/>
              </a:rPr>
              <a:t>，输出为所有</a:t>
            </a:r>
            <a:r>
              <a:rPr lang="en-US" altLang="zh-CN" sz="2200" dirty="0" err="1">
                <a:latin typeface="+mn-lt"/>
                <a:ea typeface="+mn-ea"/>
              </a:rPr>
              <a:t>μ</a:t>
            </a:r>
            <a:r>
              <a:rPr lang="en-US" altLang="zh-CN" sz="2200" b="1" dirty="0" err="1">
                <a:latin typeface="+mn-ea"/>
                <a:ea typeface="+mn-ea"/>
              </a:rPr>
              <a:t>OP</a:t>
            </a:r>
            <a:r>
              <a:rPr lang="zh-CN" altLang="en-US" sz="2200" b="1" dirty="0" smtClean="0">
                <a:latin typeface="+mn-ea"/>
                <a:ea typeface="+mn-ea"/>
              </a:rPr>
              <a:t>控制信号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状态转换图的逻辑函数；</a:t>
            </a: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组织方式有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组合逻辑、存储逻辑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016000" y="1224000"/>
            <a:ext cx="2088000" cy="360000"/>
            <a:chOff x="2610272" y="1340768"/>
            <a:chExt cx="2088000" cy="360000"/>
          </a:xfrm>
        </p:grpSpPr>
        <p:cxnSp>
          <p:nvCxnSpPr>
            <p:cNvPr id="5" name="直接箭头连接符 4"/>
            <p:cNvCxnSpPr/>
            <p:nvPr/>
          </p:nvCxnSpPr>
          <p:spPr bwMode="auto">
            <a:xfrm>
              <a:off x="2610272" y="1340768"/>
              <a:ext cx="194400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7" name="直接箭头连接符 6"/>
            <p:cNvCxnSpPr/>
            <p:nvPr/>
          </p:nvCxnSpPr>
          <p:spPr bwMode="auto">
            <a:xfrm>
              <a:off x="3438272" y="1340768"/>
              <a:ext cx="126000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29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4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28800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r>
              <a:rPr lang="en-US" altLang="zh-CN" sz="2800" b="1" dirty="0">
                <a:latin typeface="宋体" panose="02010600030101010101" pitchFamily="2" charset="-122"/>
              </a:rPr>
              <a:t>§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5.4  </a:t>
            </a:r>
            <a:r>
              <a:rPr lang="zh-CN" altLang="en-US" sz="2800" b="1" dirty="0">
                <a:latin typeface="宋体" panose="02010600030101010101" pitchFamily="2" charset="-122"/>
              </a:rPr>
              <a:t>硬布线控制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器的设计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5" name="Text Box 52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20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 smtClean="0">
                <a:latin typeface="+mn-ea"/>
                <a:ea typeface="+mn-ea"/>
              </a:rPr>
              <a:t>实现方法，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设计</a:t>
            </a:r>
            <a:r>
              <a:rPr lang="zh-CN" altLang="en-US" sz="2000" b="1" dirty="0">
                <a:latin typeface="宋体" panose="02010600030101010101" pitchFamily="2" charset="-122"/>
              </a:rPr>
              <a:t>步骤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CU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的设计过程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△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spc="-80" dirty="0">
              <a:latin typeface="宋体" panose="02010600030101010101" pitchFamily="2" charset="-122"/>
            </a:endParaRPr>
          </a:p>
        </p:txBody>
      </p:sp>
      <p:sp>
        <p:nvSpPr>
          <p:cNvPr id="359509" name="Text Box 8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388" y="270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 algn="l"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的设计步骤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 Box 14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528000" y="3816000"/>
            <a:ext cx="3888432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p>
            <a:pPr algn="l">
              <a:lnSpc>
                <a:spcPct val="12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合并</a:t>
            </a:r>
            <a:r>
              <a:rPr lang="zh-CN" altLang="en-US" sz="1800" b="1" dirty="0" smtClean="0">
                <a:latin typeface="+mn-ea"/>
              </a:rPr>
              <a:t>相同状态，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+mn-ea"/>
              </a:rPr>
              <a:t>标注</a:t>
            </a:r>
            <a:r>
              <a:rPr lang="zh-CN" altLang="en-US" sz="1800" b="1" dirty="0" smtClean="0">
                <a:latin typeface="+mn-ea"/>
              </a:rPr>
              <a:t>状态转换条件</a:t>
            </a:r>
            <a:endParaRPr lang="zh-CN" altLang="en-US" sz="1400" b="1" dirty="0">
              <a:latin typeface="宋体" panose="02010600030101010101" pitchFamily="2" charset="-122"/>
            </a:endParaRPr>
          </a:p>
        </p:txBody>
      </p:sp>
      <p:sp>
        <p:nvSpPr>
          <p:cNvPr id="47" name="Text Box 14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528000" y="4428000"/>
            <a:ext cx="554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确定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信号个数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定时方式、信号序列组成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含适用条件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68000" y="3276000"/>
            <a:ext cx="3636000" cy="2880000"/>
            <a:chOff x="540008" y="1412744"/>
            <a:chExt cx="3636000" cy="2880000"/>
          </a:xfrm>
        </p:grpSpPr>
        <p:sp>
          <p:nvSpPr>
            <p:cNvPr id="49" name="Text Box 13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332008" y="1988744"/>
              <a:ext cx="2124000" cy="288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(1)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化简状态转换图</a:t>
              </a:r>
              <a:endParaRPr lang="zh-CN" altLang="en-US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0" name="Text Box 13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08008" y="2564744"/>
              <a:ext cx="1944000" cy="288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(2)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组织时序系统</a:t>
              </a:r>
              <a:endParaRPr lang="zh-CN" altLang="en-US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1" name="Text Box 13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40008" y="3142233"/>
              <a:ext cx="1584000" cy="576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marL="358775" indent="-358775" algn="l"/>
              <a:r>
                <a:rPr lang="en-US" altLang="zh-CN" sz="1800" b="1" dirty="0" smtClean="0">
                  <a:latin typeface="宋体" panose="02010600030101010101" pitchFamily="2" charset="-122"/>
                </a:rPr>
                <a:t>(3)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设计时序信号形成电路</a:t>
              </a:r>
              <a:endParaRPr lang="zh-CN" altLang="en-US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2" name="Text Box 13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412008" y="3142233"/>
              <a:ext cx="1764000" cy="576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marL="271780" indent="-271780" algn="l"/>
              <a:r>
                <a:rPr lang="en-US" altLang="zh-CN" sz="1800" b="1" dirty="0" smtClean="0">
                  <a:latin typeface="宋体" panose="02010600030101010101" pitchFamily="2" charset="-122"/>
                </a:rPr>
                <a:t>(4)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设计</a:t>
              </a:r>
              <a:r>
                <a:rPr lang="en-US" altLang="zh-CN" sz="1800" spc="-100" dirty="0" err="1"/>
                <a:t>μ</a:t>
              </a:r>
              <a:r>
                <a:rPr lang="en-US" altLang="zh-CN" sz="1800" b="1" dirty="0" err="1">
                  <a:latin typeface="+mn-ea"/>
                </a:rPr>
                <a:t>OP</a:t>
              </a:r>
              <a:r>
                <a:rPr lang="zh-CN" altLang="en-US" sz="1800" b="1" dirty="0"/>
                <a:t>控制信号形成电路 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3" name="Text Box 13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152008" y="4004744"/>
              <a:ext cx="2448000" cy="288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800" b="1" dirty="0" smtClean="0">
                  <a:latin typeface="+mn-ea"/>
                  <a:ea typeface="+mn-ea"/>
                </a:rPr>
                <a:t>(5)</a:t>
              </a:r>
              <a:r>
                <a:rPr lang="zh-CN" altLang="en-US" sz="1800" b="1" dirty="0">
                  <a:latin typeface="+mn-ea"/>
                  <a:ea typeface="+mn-ea"/>
                </a:rPr>
                <a:t>连接三个</a:t>
              </a:r>
              <a:r>
                <a:rPr lang="zh-CN" altLang="en-US" sz="1800" b="1" dirty="0" smtClean="0">
                  <a:latin typeface="+mn-ea"/>
                  <a:ea typeface="+mn-ea"/>
                </a:rPr>
                <a:t>电路成</a:t>
              </a:r>
              <a:r>
                <a:rPr lang="en-US" altLang="zh-CN" sz="1800" b="1" dirty="0" smtClean="0">
                  <a:latin typeface="+mn-ea"/>
                  <a:ea typeface="+mn-ea"/>
                </a:rPr>
                <a:t>CU</a:t>
              </a:r>
              <a:r>
                <a:rPr lang="zh-CN" altLang="en-US" sz="1800" b="1" dirty="0" smtClean="0">
                  <a:latin typeface="+mn-ea"/>
                  <a:ea typeface="+mn-ea"/>
                </a:rPr>
                <a:t> </a:t>
              </a:r>
              <a:endParaRPr lang="zh-CN" altLang="en-US" sz="1800" b="1" dirty="0" smtClean="0">
                <a:latin typeface="+mn-ea"/>
                <a:ea typeface="+mn-ea"/>
              </a:endParaRPr>
            </a:p>
          </p:txBody>
        </p:sp>
        <p:cxnSp>
          <p:nvCxnSpPr>
            <p:cNvPr id="54" name="直接箭头连接符 53"/>
            <p:cNvCxnSpPr/>
            <p:nvPr>
              <p:custDataLst>
                <p:tags r:id="rId13"/>
              </p:custDataLst>
            </p:nvPr>
          </p:nvCxnSpPr>
          <p:spPr bwMode="auto">
            <a:xfrm>
              <a:off x="1979712" y="2276872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/>
            <p:cNvCxnSpPr/>
            <p:nvPr>
              <p:custDataLst>
                <p:tags r:id="rId14"/>
              </p:custDataLst>
            </p:nvPr>
          </p:nvCxnSpPr>
          <p:spPr bwMode="auto">
            <a:xfrm>
              <a:off x="1331640" y="2852744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3203847" y="2276872"/>
              <a:ext cx="1" cy="86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16"/>
              </p:custDataLst>
            </p:nvPr>
          </p:nvCxnSpPr>
          <p:spPr bwMode="auto">
            <a:xfrm>
              <a:off x="1325064" y="3718803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17"/>
              </p:custDataLst>
            </p:nvPr>
          </p:nvCxnSpPr>
          <p:spPr bwMode="auto">
            <a:xfrm>
              <a:off x="3485304" y="3718803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18"/>
              </p:custDataLst>
            </p:nvPr>
          </p:nvCxnSpPr>
          <p:spPr bwMode="auto">
            <a:xfrm>
              <a:off x="2771800" y="2852744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0" name="Text Box 13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188008" y="1412744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数据通路＋状态转换图</a:t>
              </a:r>
              <a:endParaRPr lang="zh-CN" altLang="en-US" sz="18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1" name="直接箭头连接符 60"/>
            <p:cNvCxnSpPr/>
            <p:nvPr>
              <p:custDataLst>
                <p:tags r:id="rId20"/>
              </p:custDataLst>
            </p:nvPr>
          </p:nvCxnSpPr>
          <p:spPr bwMode="auto">
            <a:xfrm>
              <a:off x="2411760" y="1700744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21"/>
              </p:custDataLst>
            </p:nvPr>
          </p:nvCxnSpPr>
          <p:spPr bwMode="auto">
            <a:xfrm>
              <a:off x="2124008" y="3428744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3" name="组合 62"/>
          <p:cNvGrpSpPr/>
          <p:nvPr/>
        </p:nvGrpSpPr>
        <p:grpSpPr>
          <a:xfrm>
            <a:off x="755015" y="5609590"/>
            <a:ext cx="7813040" cy="798195"/>
            <a:chOff x="1189" y="5896"/>
            <a:chExt cx="12304" cy="1257"/>
          </a:xfrm>
        </p:grpSpPr>
        <p:sp>
          <p:nvSpPr>
            <p:cNvPr id="64" name="Text Box 14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030" y="6246"/>
              <a:ext cx="6463" cy="907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100000"/>
                </a:lnSpc>
              </a:pPr>
              <a:r>
                <a:rPr lang="zh-CN" altLang="en-US" sz="18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形成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次态函数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含复位逻辑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zh-CN" altLang="en-US" sz="18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实现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状态存储逻辑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&amp;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次态函数、定时逻辑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1189" y="5896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1189" y="6860"/>
              <a:ext cx="5726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7" name="左大括号 66"/>
            <p:cNvSpPr/>
            <p:nvPr>
              <p:custDataLst>
                <p:tags r:id="rId25"/>
              </p:custDataLst>
            </p:nvPr>
          </p:nvSpPr>
          <p:spPr>
            <a:xfrm>
              <a:off x="6917" y="6473"/>
              <a:ext cx="119" cy="567"/>
            </a:xfrm>
            <a:prstGeom prst="leftBrace">
              <a:avLst>
                <a:gd name="adj1" fmla="val 27413"/>
                <a:gd name="adj2" fmla="val 6790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211955" y="4860000"/>
            <a:ext cx="4427855" cy="828040"/>
            <a:chOff x="6633" y="4706"/>
            <a:chExt cx="6973" cy="1304"/>
          </a:xfrm>
        </p:grpSpPr>
        <p:sp>
          <p:nvSpPr>
            <p:cNvPr id="69" name="Text Box 14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633" y="4706"/>
              <a:ext cx="6973" cy="1304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10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+mn-ea"/>
                </a:rPr>
                <a:t>  </a:t>
              </a:r>
              <a:r>
                <a:rPr lang="en-US" altLang="zh-CN" sz="1200" b="1" dirty="0" smtClean="0">
                  <a:solidFill>
                    <a:srgbClr val="990099"/>
                  </a:solidFill>
                  <a:latin typeface="+mn-ea"/>
                </a:rPr>
                <a:t> </a:t>
              </a:r>
              <a:r>
                <a:rPr lang="zh-CN" altLang="zh-CN" sz="1800" b="1" u="sng" dirty="0" smtClean="0">
                  <a:solidFill>
                    <a:srgbClr val="990099"/>
                  </a:solidFill>
                  <a:latin typeface="+mn-ea"/>
                </a:rPr>
                <a:t>列出</a:t>
              </a:r>
              <a:r>
                <a:rPr lang="zh-CN" altLang="en-US" sz="1800" b="1" dirty="0" smtClean="0">
                  <a:latin typeface="+mn-ea"/>
                </a:rPr>
                <a:t>各</a:t>
              </a:r>
              <a:r>
                <a:rPr lang="en-US" altLang="zh-CN" sz="1800" dirty="0" err="1" smtClean="0"/>
                <a:t>μ</a:t>
              </a:r>
              <a:r>
                <a:rPr lang="en-US" altLang="zh-CN" sz="1800" b="1" dirty="0" err="1" smtClean="0">
                  <a:latin typeface="+mn-ea"/>
                </a:rPr>
                <a:t>OPCmd</a:t>
              </a:r>
              <a:r>
                <a:rPr lang="zh-CN" altLang="zh-CN" sz="1800" b="1" dirty="0">
                  <a:latin typeface="+mn-ea"/>
                </a:rPr>
                <a:t>的使用</a:t>
              </a:r>
              <a:r>
                <a:rPr lang="zh-CN" altLang="zh-CN" sz="1800" b="1" dirty="0" smtClean="0">
                  <a:latin typeface="+mn-ea"/>
                </a:rPr>
                <a:t>时间</a:t>
              </a:r>
              <a:r>
                <a:rPr lang="zh-CN" altLang="en-US" sz="1800" b="1" dirty="0" smtClean="0">
                  <a:latin typeface="+mn-ea"/>
                </a:rPr>
                <a:t>表</a:t>
              </a:r>
              <a:r>
                <a:rPr lang="en-US" altLang="zh-CN" sz="1600" b="1" dirty="0" smtClean="0">
                  <a:latin typeface="+mn-ea"/>
                </a:rPr>
                <a:t>(</a:t>
              </a:r>
              <a:r>
                <a:rPr lang="zh-CN" altLang="en-US" sz="1600" b="1" dirty="0" smtClean="0">
                  <a:latin typeface="+mn-ea"/>
                </a:rPr>
                <a:t>填有效条件</a:t>
              </a:r>
              <a:r>
                <a:rPr lang="en-US" altLang="zh-CN" sz="1600" b="1" dirty="0" smtClean="0">
                  <a:latin typeface="+mn-ea"/>
                </a:rPr>
                <a:t>)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2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800" b="1" u="sng" dirty="0" smtClean="0">
                  <a:solidFill>
                    <a:srgbClr val="990099"/>
                  </a:solidFill>
                  <a:latin typeface="+mn-ea"/>
                </a:rPr>
                <a:t>形成</a:t>
              </a:r>
              <a:r>
                <a:rPr lang="zh-CN" altLang="en-US" sz="1800" b="1" dirty="0" smtClean="0">
                  <a:latin typeface="+mn-ea"/>
                </a:rPr>
                <a:t>各</a:t>
              </a:r>
              <a:r>
                <a:rPr lang="en-US" altLang="zh-CN" sz="1800" dirty="0" err="1" smtClean="0"/>
                <a:t>μ</a:t>
              </a:r>
              <a:r>
                <a:rPr lang="en-US" altLang="zh-CN" sz="1800" b="1" dirty="0" err="1" smtClean="0">
                  <a:latin typeface="+mn-ea"/>
                </a:rPr>
                <a:t>OPCmd</a:t>
              </a:r>
              <a:r>
                <a:rPr lang="zh-CN" altLang="zh-CN" sz="1800" b="1" dirty="0">
                  <a:latin typeface="+mn-ea"/>
                </a:rPr>
                <a:t>的</a:t>
              </a:r>
              <a:r>
                <a:rPr lang="zh-CN" altLang="zh-CN" sz="1800" b="1" dirty="0" smtClean="0">
                  <a:latin typeface="+mn-ea"/>
                </a:rPr>
                <a:t>逻辑函数</a:t>
              </a:r>
              <a:r>
                <a:rPr lang="en-US" altLang="zh-CN" sz="1600" b="1" dirty="0" smtClean="0">
                  <a:latin typeface="+mn-ea"/>
                </a:rPr>
                <a:t>(</a:t>
              </a:r>
              <a:r>
                <a:rPr lang="zh-CN" altLang="en-US" sz="1600" b="1" dirty="0" smtClean="0">
                  <a:latin typeface="+mn-ea"/>
                </a:rPr>
                <a:t>按行汇总</a:t>
              </a:r>
              <a:r>
                <a:rPr lang="en-US" altLang="zh-CN" sz="1600" b="1" dirty="0" smtClean="0">
                  <a:latin typeface="+mn-ea"/>
                </a:rPr>
                <a:t>)</a:t>
              </a:r>
              <a:endParaRPr lang="en-US" altLang="zh-CN" sz="1800" b="1" dirty="0" smtClean="0">
                <a:latin typeface="+mn-ea"/>
              </a:endParaRPr>
            </a:p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latin typeface="+mn-ea"/>
                </a:rPr>
                <a:t> </a:t>
              </a:r>
              <a:r>
                <a:rPr lang="en-US" altLang="zh-CN" sz="1800" b="1" dirty="0" smtClean="0">
                  <a:latin typeface="+mn-ea"/>
                </a:rPr>
                <a:t> </a:t>
              </a:r>
              <a:r>
                <a:rPr lang="en-US" altLang="zh-CN" sz="1200" b="1" dirty="0" smtClean="0">
                  <a:latin typeface="+mn-ea"/>
                </a:rPr>
                <a:t> </a:t>
              </a:r>
              <a:r>
                <a:rPr lang="zh-CN" altLang="en-US" sz="1800" b="1" u="sng" dirty="0" smtClean="0">
                  <a:solidFill>
                    <a:srgbClr val="990099"/>
                  </a:solidFill>
                  <a:latin typeface="+mn-ea"/>
                </a:rPr>
                <a:t>实现</a:t>
              </a:r>
              <a:r>
                <a:rPr lang="zh-CN" altLang="en-US" sz="1800" b="1" dirty="0" smtClean="0">
                  <a:latin typeface="+mn-ea"/>
                </a:rPr>
                <a:t>各</a:t>
              </a:r>
              <a:r>
                <a:rPr lang="en-US" altLang="zh-CN" sz="1800" dirty="0" err="1" smtClean="0"/>
                <a:t>μ</a:t>
              </a:r>
              <a:r>
                <a:rPr lang="en-US" altLang="zh-CN" sz="1800" b="1" dirty="0" err="1" smtClean="0">
                  <a:latin typeface="+mn-ea"/>
                </a:rPr>
                <a:t>OPCmd</a:t>
              </a:r>
              <a:r>
                <a:rPr lang="zh-CN" altLang="zh-CN" sz="1800" b="1" dirty="0" smtClean="0">
                  <a:latin typeface="+mn-ea"/>
                </a:rPr>
                <a:t>的逻辑函数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0" name="左大括号 69"/>
            <p:cNvSpPr/>
            <p:nvPr>
              <p:custDataLst>
                <p:tags r:id="rId27"/>
              </p:custDataLst>
            </p:nvPr>
          </p:nvSpPr>
          <p:spPr>
            <a:xfrm>
              <a:off x="7002" y="4932"/>
              <a:ext cx="113" cy="907"/>
            </a:xfrm>
            <a:prstGeom prst="leftBrace">
              <a:avLst>
                <a:gd name="adj1" fmla="val 37673"/>
                <a:gd name="adj2" fmla="val 45609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551930" y="4140000"/>
            <a:ext cx="1763395" cy="755650"/>
            <a:chOff x="10318" y="3572"/>
            <a:chExt cx="2777" cy="1190"/>
          </a:xfrm>
        </p:grpSpPr>
        <p:cxnSp>
          <p:nvCxnSpPr>
            <p:cNvPr id="72" name="直接箭头连接符 71"/>
            <p:cNvCxnSpPr/>
            <p:nvPr>
              <p:custDataLst>
                <p:tags r:id="rId28"/>
              </p:custDataLst>
            </p:nvPr>
          </p:nvCxnSpPr>
          <p:spPr bwMode="auto">
            <a:xfrm>
              <a:off x="10318" y="3572"/>
              <a:ext cx="1984" cy="119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12359" y="4450"/>
              <a:ext cx="737" cy="31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74" name="Text Box 303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142875" y="1188000"/>
            <a:ext cx="87344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硬布线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的实现：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基于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有限状态机</a:t>
            </a:r>
            <a:r>
              <a:rPr lang="zh-CN" altLang="en-US" sz="2200" b="1" dirty="0">
                <a:latin typeface="宋体" panose="02010600030101010101" pitchFamily="2" charset="-122"/>
              </a:rPr>
              <a:t>模型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900000" y="1692275"/>
            <a:ext cx="6911340" cy="900430"/>
            <a:chOff x="2891" y="2778"/>
            <a:chExt cx="10884" cy="1418"/>
          </a:xfrm>
        </p:grpSpPr>
        <p:sp>
          <p:nvSpPr>
            <p:cNvPr id="78" name="矩形 77"/>
            <p:cNvSpPr/>
            <p:nvPr>
              <p:custDataLst>
                <p:tags r:id="rId31"/>
              </p:custDataLst>
            </p:nvPr>
          </p:nvSpPr>
          <p:spPr>
            <a:xfrm>
              <a:off x="4649" y="3572"/>
              <a:ext cx="5386" cy="62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79" name="矩形 78"/>
            <p:cNvSpPr/>
            <p:nvPr>
              <p:custDataLst>
                <p:tags r:id="rId32"/>
              </p:custDataLst>
            </p:nvPr>
          </p:nvSpPr>
          <p:spPr>
            <a:xfrm>
              <a:off x="4649" y="2778"/>
              <a:ext cx="8220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82" name="Text Box 147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0148" y="3005"/>
              <a:ext cx="272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4" name="Text Box 14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649" y="3628"/>
              <a:ext cx="323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控制信号形成电路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5" name="Text Box 147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891" y="3402"/>
              <a:ext cx="1644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(ID&amp;PSR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等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6" name="Text Box 14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1735" y="3685"/>
              <a:ext cx="2041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所有</a:t>
              </a:r>
              <a:r>
                <a:rPr lang="en-US" altLang="zh-CN" sz="1600" dirty="0" err="1">
                  <a:sym typeface="+mn-ea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  <a:sym typeface="+mn-ea"/>
                </a:rPr>
                <a:t>OPCmd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1008000" y="1764030"/>
            <a:ext cx="5507355" cy="791845"/>
            <a:chOff x="3061" y="2891"/>
            <a:chExt cx="8673" cy="1247"/>
          </a:xfrm>
        </p:grpSpPr>
        <p:sp>
          <p:nvSpPr>
            <p:cNvPr id="89" name="Text Box 132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045" y="3005"/>
              <a:ext cx="204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状态存储逻辑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0" name="Text Box 14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061" y="3798"/>
              <a:ext cx="141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输入信号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1" name="直接箭头连接符 90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7086" y="3175"/>
              <a:ext cx="13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>
              <p:custDataLst>
                <p:tags r:id="rId40"/>
              </p:custDataLst>
            </p:nvPr>
          </p:nvCxnSpPr>
          <p:spPr bwMode="auto">
            <a:xfrm>
              <a:off x="4479" y="3969"/>
              <a:ext cx="391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>
              <p:custDataLst>
                <p:tags r:id="rId41"/>
              </p:custDataLst>
            </p:nvPr>
          </p:nvCxnSpPr>
          <p:spPr bwMode="auto">
            <a:xfrm>
              <a:off x="9865" y="385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4" name="Text Box 147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318" y="3685"/>
              <a:ext cx="141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输出信号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5" name="直接箭头连接符 94"/>
            <p:cNvCxnSpPr/>
            <p:nvPr>
              <p:custDataLst>
                <p:tags r:id="rId43"/>
              </p:custDataLst>
            </p:nvPr>
          </p:nvCxnSpPr>
          <p:spPr bwMode="auto">
            <a:xfrm>
              <a:off x="4762" y="2891"/>
              <a:ext cx="5329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6" name="Text Box 132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8391" y="3005"/>
              <a:ext cx="147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次态函数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7" name="Text Box 132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8391" y="3685"/>
              <a:ext cx="147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输出函数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8" name="直接箭头连接符 97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4762" y="3232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/>
            <p:cNvCxnSpPr/>
            <p:nvPr>
              <p:custDataLst>
                <p:tags r:id="rId47"/>
              </p:custDataLst>
            </p:nvPr>
          </p:nvCxnSpPr>
          <p:spPr bwMode="auto">
            <a:xfrm>
              <a:off x="4762" y="2892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直接箭头连接符 99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9865" y="3232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1" name="直接箭头连接符 100"/>
            <p:cNvCxnSpPr/>
            <p:nvPr>
              <p:custDataLst>
                <p:tags r:id="rId49"/>
              </p:custDataLst>
            </p:nvPr>
          </p:nvCxnSpPr>
          <p:spPr bwMode="auto">
            <a:xfrm>
              <a:off x="10091" y="2892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101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8050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3" name="直接箭头连接符 102"/>
            <p:cNvCxnSpPr/>
            <p:nvPr>
              <p:custDataLst>
                <p:tags r:id="rId51"/>
              </p:custDataLst>
            </p:nvPr>
          </p:nvCxnSpPr>
          <p:spPr bwMode="auto">
            <a:xfrm>
              <a:off x="7878" y="3175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7878" y="3798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104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8050" y="3288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sp>
        <p:nvSpPr>
          <p:cNvPr id="106" name="AutoShape 62">
            <a:hlinkClick r:id="rId54" action="ppaction://hlinksldjump"/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 rot="16200000">
            <a:off x="4068291" y="652479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47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7" name="AutoShape 499">
            <a:hlinkClick r:id="rId56" tooltip="" action="ppaction://hlinksldjump" highlightClick="1"/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 rot="10800000"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5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7" grpId="0" bldLvl="0" animBg="1"/>
      <p:bldP spid="74" grpId="0" bldLvl="0" animBg="1"/>
      <p:bldP spid="359509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90"/>
          <p:cNvSpPr txBox="1">
            <a:spLocks noChangeArrowheads="1"/>
          </p:cNvSpPr>
          <p:nvPr/>
        </p:nvSpPr>
        <p:spPr bwMode="auto">
          <a:xfrm>
            <a:off x="179389" y="2592000"/>
            <a:ext cx="4032572" cy="330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*化简状态转换图：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组织时序系统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6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设计时序信号形成电路：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次态函数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电路实现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33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二、单周期</a:t>
            </a:r>
            <a:r>
              <a:rPr lang="en-US" altLang="zh-CN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的设计                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zh-CN" altLang="en-US" sz="2000" b="1" dirty="0" smtClean="0">
                <a:latin typeface="+mn-ea"/>
              </a:rPr>
              <a:t>不考，掌握过程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sz="1800" b="1" dirty="0">
              <a:latin typeface="+mn-ea"/>
            </a:endParaRPr>
          </a:p>
        </p:txBody>
      </p:sp>
      <p:sp>
        <p:nvSpPr>
          <p:cNvPr id="4" name="Text Box 90"/>
          <p:cNvSpPr txBox="1">
            <a:spLocks noChangeArrowheads="1"/>
          </p:cNvSpPr>
          <p:nvPr/>
        </p:nvSpPr>
        <p:spPr bwMode="auto">
          <a:xfrm>
            <a:off x="179388" y="828000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设计背景：</a:t>
            </a:r>
            <a:r>
              <a:rPr lang="zh-CN" altLang="en-US" sz="2200" b="1" dirty="0">
                <a:latin typeface="宋体" panose="02010600030101010101" pitchFamily="2" charset="-122"/>
              </a:rPr>
              <a:t>支持</a:t>
            </a:r>
            <a:r>
              <a:rPr lang="en-US" altLang="zh-CN" sz="2200" b="1" dirty="0">
                <a:latin typeface="宋体" panose="02010600030101010101" pitchFamily="2" charset="-122"/>
              </a:rPr>
              <a:t>7</a:t>
            </a:r>
            <a:r>
              <a:rPr lang="zh-CN" altLang="en-US" sz="2200" b="1" dirty="0">
                <a:latin typeface="宋体" panose="02010600030101010101" pitchFamily="2" charset="-122"/>
              </a:rPr>
              <a:t>条</a:t>
            </a:r>
            <a:r>
              <a:rPr lang="en-US" altLang="zh-CN" sz="2200" b="1" dirty="0">
                <a:latin typeface="宋体" panose="02010600030101010101" pitchFamily="2" charset="-122"/>
              </a:rPr>
              <a:t>MIPS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指令的数据通路＋状态转换图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5" name="Text Box 91"/>
          <p:cNvSpPr txBox="1">
            <a:spLocks noChangeArrowheads="1"/>
          </p:cNvSpPr>
          <p:nvPr/>
        </p:nvSpPr>
        <p:spPr bwMode="auto">
          <a:xfrm>
            <a:off x="2484000" y="2592000"/>
            <a:ext cx="6408712" cy="203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100" dirty="0" smtClean="0">
                <a:latin typeface="+mn-ea"/>
              </a:rPr>
              <a:t>  每条</a:t>
            </a:r>
            <a:r>
              <a:rPr lang="zh-CN" altLang="en-US" sz="2200" b="1" spc="-100" dirty="0">
                <a:latin typeface="宋体" panose="02010600030101010101" pitchFamily="2" charset="-122"/>
                <a:sym typeface="+mn-ea"/>
              </a:rPr>
              <a:t>指令</a:t>
            </a:r>
            <a:r>
              <a:rPr lang="zh-CN" altLang="en-US" sz="2200" b="1" spc="-100" dirty="0" smtClean="0">
                <a:latin typeface="+mn-ea"/>
              </a:rPr>
              <a:t>仅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1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个状态，无重复状态；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100" dirty="0" smtClean="0">
                <a:latin typeface="宋体" panose="02010600030101010101" pitchFamily="2" charset="-122"/>
              </a:rPr>
              <a:t>  状态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转换条件为操作码</a:t>
            </a:r>
            <a:endParaRPr lang="zh-CN" altLang="en-US" sz="22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仅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个工作脉冲信号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0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个节拍信号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，同步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方式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定时；</a:t>
            </a:r>
            <a:endParaRPr lang="zh-CN" altLang="en-US" sz="2200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b="1" spc="-100" dirty="0" smtClean="0">
                <a:latin typeface="宋体" panose="02010600030101010101" pitchFamily="2" charset="-122"/>
              </a:rPr>
              <a:t> 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                           </a:t>
            </a:r>
            <a:r>
              <a:rPr lang="en-US" altLang="zh-CN" sz="1600" spc="-100" dirty="0" smtClean="0">
                <a:latin typeface="宋体" panose="02010600030101010101" pitchFamily="2" charset="-122"/>
              </a:rPr>
              <a:t>└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理论上有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个，但一直有效</a:t>
            </a:r>
            <a:endParaRPr lang="en-US" altLang="zh-CN" sz="1600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100" dirty="0" smtClean="0">
                <a:latin typeface="宋体" panose="02010600030101010101" pitchFamily="2" charset="-122"/>
              </a:rPr>
              <a:t>工作脉冲信号序列仅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种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轮流有效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、适于所有指令</a:t>
            </a:r>
            <a:endParaRPr lang="en-US" altLang="zh-CN" sz="2200" b="1" spc="-100" dirty="0" smtClean="0">
              <a:latin typeface="宋体" panose="02010600030101010101" pitchFamily="2" charset="-122"/>
            </a:endParaRPr>
          </a:p>
        </p:txBody>
      </p:sp>
      <p:cxnSp>
        <p:nvCxnSpPr>
          <p:cNvPr id="67" name="直接连接符 66"/>
          <p:cNvCxnSpPr/>
          <p:nvPr/>
        </p:nvCxnSpPr>
        <p:spPr>
          <a:xfrm flipH="1">
            <a:off x="4676649" y="5076000"/>
            <a:ext cx="261210" cy="0"/>
          </a:xfrm>
          <a:prstGeom prst="line">
            <a:avLst/>
          </a:prstGeom>
          <a:ln w="158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730899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1" name="Text Box 91"/>
          <p:cNvSpPr txBox="1">
            <a:spLocks noChangeArrowheads="1"/>
          </p:cNvSpPr>
          <p:nvPr/>
        </p:nvSpPr>
        <p:spPr bwMode="auto">
          <a:xfrm>
            <a:off x="2232025" y="4932000"/>
            <a:ext cx="6732270" cy="1195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P0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 err="1">
                <a:latin typeface="宋体" panose="02010600030101010101" pitchFamily="2" charset="-122"/>
              </a:rPr>
              <a:t>CP</a:t>
            </a:r>
            <a:r>
              <a:rPr lang="en-US" altLang="zh-CN" sz="2200" b="1" dirty="0" err="1"/>
              <a:t>·</a:t>
            </a:r>
            <a:r>
              <a:rPr lang="en-US" altLang="zh-CN" sz="2200" b="1" dirty="0" err="1">
                <a:latin typeface="宋体" panose="02010600030101010101" pitchFamily="2" charset="-122"/>
              </a:rPr>
              <a:t>ClrN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P1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 err="1">
                <a:latin typeface="宋体" panose="02010600030101010101" pitchFamily="2" charset="-122"/>
              </a:rPr>
              <a:t>CP</a:t>
            </a:r>
            <a:r>
              <a:rPr lang="en-US" altLang="zh-CN" sz="2200" b="1" dirty="0" err="1"/>
              <a:t>·</a:t>
            </a:r>
            <a:r>
              <a:rPr lang="en-US" altLang="zh-CN" sz="2200" b="1" dirty="0" err="1">
                <a:latin typeface="宋体" panose="02010600030101010101" pitchFamily="2" charset="-122"/>
              </a:rPr>
              <a:t>ClrN  </a:t>
            </a:r>
            <a:r>
              <a:rPr lang="en-US" altLang="zh-CN" sz="1600" b="1" dirty="0" err="1">
                <a:latin typeface="宋体" panose="02010600030101010101" pitchFamily="2" charset="-122"/>
              </a:rPr>
              <a:t>←</a:t>
            </a:r>
            <a:r>
              <a:rPr lang="en-US" altLang="zh-CN" sz="1600" b="1" dirty="0" err="1" smtClean="0">
                <a:latin typeface="宋体" panose="02010600030101010101" pitchFamily="2" charset="-122"/>
                <a:sym typeface="+mn-ea"/>
              </a:rPr>
              <a:t>ClrN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复位信号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低电平有效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spc="-100" dirty="0" smtClean="0">
                <a:latin typeface="宋体" panose="02010600030101010101" pitchFamily="2" charset="-122"/>
              </a:rPr>
              <a:t>信号存储逻辑，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次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态函数，定时逻辑</a:t>
            </a:r>
            <a:endParaRPr lang="en-US" altLang="zh-CN" sz="2200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600" b="1" spc="-100" dirty="0">
                <a:latin typeface="宋体" panose="02010600030101010101" pitchFamily="2" charset="-122"/>
              </a:rPr>
              <a:t>    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触发器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)     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  (</a:t>
            </a:r>
            <a:r>
              <a:rPr lang="zh-CN" sz="1600" b="1" spc="-100" dirty="0">
                <a:latin typeface="宋体" panose="02010600030101010101" pitchFamily="2" charset="-122"/>
              </a:rPr>
              <a:t>如上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)      (</a:t>
            </a:r>
            <a:r>
              <a:rPr lang="en-US" altLang="zh-CN" sz="1600" b="1" dirty="0">
                <a:latin typeface="宋体" panose="02010600030101010101" pitchFamily="2" charset="-122"/>
              </a:rPr>
              <a:t>CP</a:t>
            </a:r>
            <a:r>
              <a:rPr lang="zh-CN" altLang="en-US" sz="1600" b="1" dirty="0">
                <a:latin typeface="宋体" panose="02010600030101010101" pitchFamily="2" charset="-122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</a:rPr>
              <a:t>CLK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)</a:t>
            </a:r>
            <a:endParaRPr lang="en-US" altLang="zh-CN" sz="2000" b="1" spc="-100" dirty="0" smtClean="0">
              <a:latin typeface="宋体" panose="02010600030101010101" pitchFamily="2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323640" y="1332000"/>
            <a:ext cx="8712856" cy="1237886"/>
            <a:chOff x="251520" y="2708952"/>
            <a:chExt cx="8712856" cy="1237886"/>
          </a:xfrm>
        </p:grpSpPr>
        <p:cxnSp>
          <p:nvCxnSpPr>
            <p:cNvPr id="68" name="直接箭头连接符 67"/>
            <p:cNvCxnSpPr/>
            <p:nvPr/>
          </p:nvCxnSpPr>
          <p:spPr bwMode="auto">
            <a:xfrm>
              <a:off x="251792" y="2830838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9" name="Text Box 132"/>
            <p:cNvSpPr txBox="1">
              <a:spLocks noChangeArrowheads="1"/>
            </p:cNvSpPr>
            <p:nvPr/>
          </p:nvSpPr>
          <p:spPr bwMode="auto">
            <a:xfrm>
              <a:off x="395672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add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1" name="直接箭头连接符 70"/>
            <p:cNvCxnSpPr/>
            <p:nvPr/>
          </p:nvCxnSpPr>
          <p:spPr bwMode="auto">
            <a:xfrm flipH="1">
              <a:off x="3633141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2" name="Text Box 132"/>
            <p:cNvSpPr txBox="1">
              <a:spLocks noChangeArrowheads="1"/>
            </p:cNvSpPr>
            <p:nvPr/>
          </p:nvSpPr>
          <p:spPr bwMode="auto">
            <a:xfrm>
              <a:off x="1691816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sub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3" name="Text Box 132"/>
            <p:cNvSpPr txBox="1">
              <a:spLocks noChangeArrowheads="1"/>
            </p:cNvSpPr>
            <p:nvPr/>
          </p:nvSpPr>
          <p:spPr bwMode="auto">
            <a:xfrm>
              <a:off x="2987960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ori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5" name="Text Box 132"/>
            <p:cNvSpPr txBox="1">
              <a:spLocks noChangeArrowheads="1"/>
            </p:cNvSpPr>
            <p:nvPr/>
          </p:nvSpPr>
          <p:spPr bwMode="auto">
            <a:xfrm>
              <a:off x="4283936" y="3429032"/>
              <a:ext cx="11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lw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6" name="Text Box 132"/>
            <p:cNvSpPr txBox="1">
              <a:spLocks noChangeArrowheads="1"/>
            </p:cNvSpPr>
            <p:nvPr/>
          </p:nvSpPr>
          <p:spPr bwMode="auto">
            <a:xfrm>
              <a:off x="5472224" y="3429032"/>
              <a:ext cx="111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sw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7" name="Text Box 132"/>
            <p:cNvSpPr txBox="1">
              <a:spLocks noChangeArrowheads="1"/>
            </p:cNvSpPr>
            <p:nvPr/>
          </p:nvSpPr>
          <p:spPr bwMode="auto">
            <a:xfrm>
              <a:off x="6660345" y="3429032"/>
              <a:ext cx="1224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beq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8" name="Text Box 132"/>
            <p:cNvSpPr txBox="1">
              <a:spLocks noChangeArrowheads="1"/>
            </p:cNvSpPr>
            <p:nvPr/>
          </p:nvSpPr>
          <p:spPr bwMode="auto">
            <a:xfrm>
              <a:off x="7956376" y="3429032"/>
              <a:ext cx="100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j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en-US" altLang="zh-CN" sz="1600" b="1" dirty="0" err="1">
                  <a:latin typeface="+mn-ea"/>
                </a:rPr>
                <a:t>Cmd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9" name="Text Box 132"/>
            <p:cNvSpPr txBox="1">
              <a:spLocks noChangeArrowheads="1"/>
            </p:cNvSpPr>
            <p:nvPr/>
          </p:nvSpPr>
          <p:spPr bwMode="auto">
            <a:xfrm>
              <a:off x="2555776" y="2708952"/>
              <a:ext cx="4248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取指令及译码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+mn-ea"/>
                  <a:ea typeface="+mn-ea"/>
                </a:rPr>
                <a:t>由</a:t>
              </a:r>
              <a:r>
                <a:rPr lang="en-US" altLang="zh-CN" sz="1600" b="1" dirty="0" smtClean="0">
                  <a:latin typeface="+mn-ea"/>
                  <a:ea typeface="+mn-ea"/>
                </a:rPr>
                <a:t>PC</a:t>
              </a:r>
              <a:r>
                <a:rPr lang="zh-CN" altLang="en-US" sz="1600" b="1" dirty="0" smtClean="0">
                  <a:latin typeface="+mn-ea"/>
                  <a:ea typeface="+mn-ea"/>
                </a:rPr>
                <a:t>值改变触发、没有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OPCmd</a:t>
              </a:r>
              <a:r>
                <a:rPr lang="en-US" altLang="zh-CN" sz="1600" b="1" dirty="0" smtClean="0">
                  <a:latin typeface="+mn-ea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箭头连接符 79"/>
            <p:cNvCxnSpPr/>
            <p:nvPr/>
          </p:nvCxnSpPr>
          <p:spPr bwMode="auto">
            <a:xfrm>
              <a:off x="4860032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1" name="直接箭头连接符 80"/>
            <p:cNvCxnSpPr/>
            <p:nvPr/>
          </p:nvCxnSpPr>
          <p:spPr bwMode="auto">
            <a:xfrm>
              <a:off x="6012048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>
              <a:off x="7308305" y="3212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1043777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/>
          </p:nvCxnSpPr>
          <p:spPr bwMode="auto">
            <a:xfrm>
              <a:off x="2339831" y="321300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/>
            <p:nvPr/>
          </p:nvCxnSpPr>
          <p:spPr bwMode="auto">
            <a:xfrm>
              <a:off x="8460320" y="3212976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6" name="Text Box 147"/>
            <p:cNvSpPr txBox="1">
              <a:spLocks noChangeArrowheads="1"/>
            </p:cNvSpPr>
            <p:nvPr/>
          </p:nvSpPr>
          <p:spPr bwMode="auto">
            <a:xfrm>
              <a:off x="539721" y="321300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add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7" name="Text Box 147"/>
            <p:cNvSpPr txBox="1">
              <a:spLocks noChangeArrowheads="1"/>
            </p:cNvSpPr>
            <p:nvPr/>
          </p:nvSpPr>
          <p:spPr bwMode="auto">
            <a:xfrm>
              <a:off x="1835831" y="321300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8" name="Text Box 147"/>
            <p:cNvSpPr txBox="1">
              <a:spLocks noChangeArrowheads="1"/>
            </p:cNvSpPr>
            <p:nvPr/>
          </p:nvSpPr>
          <p:spPr bwMode="auto">
            <a:xfrm>
              <a:off x="3129085" y="321300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" name="Text Box 147"/>
            <p:cNvSpPr txBox="1">
              <a:spLocks noChangeArrowheads="1"/>
            </p:cNvSpPr>
            <p:nvPr/>
          </p:nvSpPr>
          <p:spPr bwMode="auto">
            <a:xfrm>
              <a:off x="4497214" y="3213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lw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0" name="Text Box 147"/>
            <p:cNvSpPr txBox="1">
              <a:spLocks noChangeArrowheads="1"/>
            </p:cNvSpPr>
            <p:nvPr/>
          </p:nvSpPr>
          <p:spPr bwMode="auto">
            <a:xfrm>
              <a:off x="5652048" y="3213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1" name="Text Box 147"/>
            <p:cNvSpPr txBox="1">
              <a:spLocks noChangeArrowheads="1"/>
            </p:cNvSpPr>
            <p:nvPr/>
          </p:nvSpPr>
          <p:spPr bwMode="auto">
            <a:xfrm>
              <a:off x="6804249" y="3213000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2" name="Text Box 147"/>
            <p:cNvSpPr txBox="1">
              <a:spLocks noChangeArrowheads="1"/>
            </p:cNvSpPr>
            <p:nvPr/>
          </p:nvSpPr>
          <p:spPr bwMode="auto">
            <a:xfrm>
              <a:off x="8172289" y="3213000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3" name="直接箭头连接符 92"/>
            <p:cNvCxnSpPr/>
            <p:nvPr/>
          </p:nvCxnSpPr>
          <p:spPr bwMode="auto">
            <a:xfrm>
              <a:off x="252464" y="3933056"/>
              <a:ext cx="820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4" name="直接箭头连接符 93"/>
            <p:cNvCxnSpPr/>
            <p:nvPr/>
          </p:nvCxnSpPr>
          <p:spPr bwMode="auto">
            <a:xfrm>
              <a:off x="1031262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>
              <a:off x="2339831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>
              <a:off x="8460320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>
              <a:off x="3633141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8" name="直接箭头连接符 97"/>
            <p:cNvCxnSpPr/>
            <p:nvPr/>
          </p:nvCxnSpPr>
          <p:spPr bwMode="auto">
            <a:xfrm>
              <a:off x="4860032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/>
            <p:cNvCxnSpPr/>
            <p:nvPr/>
          </p:nvCxnSpPr>
          <p:spPr bwMode="auto">
            <a:xfrm>
              <a:off x="7308304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6012048" y="3717032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100"/>
            <p:cNvCxnSpPr/>
            <p:nvPr/>
          </p:nvCxnSpPr>
          <p:spPr bwMode="auto">
            <a:xfrm>
              <a:off x="251520" y="2830838"/>
              <a:ext cx="0" cy="11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101"/>
            <p:cNvCxnSpPr/>
            <p:nvPr/>
          </p:nvCxnSpPr>
          <p:spPr bwMode="auto">
            <a:xfrm>
              <a:off x="1044472" y="3212976"/>
              <a:ext cx="741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3" name="直接箭头连接符 102"/>
            <p:cNvCxnSpPr/>
            <p:nvPr/>
          </p:nvCxnSpPr>
          <p:spPr bwMode="auto">
            <a:xfrm>
              <a:off x="4716016" y="299697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/>
          <p:cNvGrpSpPr/>
          <p:nvPr/>
        </p:nvGrpSpPr>
        <p:grpSpPr>
          <a:xfrm>
            <a:off x="2699792" y="3047738"/>
            <a:ext cx="5040560" cy="3045811"/>
            <a:chOff x="2699792" y="3119493"/>
            <a:chExt cx="5040560" cy="3045811"/>
          </a:xfrm>
        </p:grpSpPr>
        <p:sp>
          <p:nvSpPr>
            <p:cNvPr id="93" name="矩形 92"/>
            <p:cNvSpPr/>
            <p:nvPr/>
          </p:nvSpPr>
          <p:spPr>
            <a:xfrm>
              <a:off x="2699792" y="3140274"/>
              <a:ext cx="3689528" cy="302503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4" name="Text Box 132"/>
            <p:cNvSpPr txBox="1">
              <a:spLocks noChangeArrowheads="1"/>
            </p:cNvSpPr>
            <p:nvPr/>
          </p:nvSpPr>
          <p:spPr bwMode="auto">
            <a:xfrm>
              <a:off x="2951820" y="3454132"/>
              <a:ext cx="2772308" cy="313432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指令译码器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5" name="Text Box 147"/>
            <p:cNvSpPr txBox="1">
              <a:spLocks noChangeArrowheads="1"/>
            </p:cNvSpPr>
            <p:nvPr/>
          </p:nvSpPr>
          <p:spPr bwMode="auto">
            <a:xfrm>
              <a:off x="6444208" y="3501008"/>
              <a:ext cx="772368" cy="52811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Branch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2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Jump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箭头连接符 95"/>
            <p:cNvCxnSpPr/>
            <p:nvPr/>
          </p:nvCxnSpPr>
          <p:spPr bwMode="auto">
            <a:xfrm>
              <a:off x="4571042" y="3263508"/>
              <a:ext cx="0" cy="1906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>
              <a:off x="4427984" y="3191499"/>
              <a:ext cx="0" cy="25957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8" name="Text Box 147"/>
            <p:cNvSpPr txBox="1">
              <a:spLocks noChangeArrowheads="1"/>
            </p:cNvSpPr>
            <p:nvPr/>
          </p:nvSpPr>
          <p:spPr bwMode="auto">
            <a:xfrm>
              <a:off x="4103948" y="3235854"/>
              <a:ext cx="972108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op 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err="1" smtClean="0">
                  <a:latin typeface="宋体" panose="02010600030101010101" pitchFamily="2" charset="-122"/>
                </a:rPr>
                <a:t>func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/>
            <p:cNvCxnSpPr/>
            <p:nvPr/>
          </p:nvCxnSpPr>
          <p:spPr bwMode="auto">
            <a:xfrm flipV="1">
              <a:off x="4572000" y="3263506"/>
              <a:ext cx="2808312" cy="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00" name="直接箭头连接符 99"/>
            <p:cNvCxnSpPr/>
            <p:nvPr/>
          </p:nvCxnSpPr>
          <p:spPr bwMode="auto">
            <a:xfrm flipV="1">
              <a:off x="4427984" y="3191500"/>
              <a:ext cx="2952328" cy="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01" name="Text Box 147"/>
            <p:cNvSpPr txBox="1">
              <a:spLocks noChangeArrowheads="1"/>
            </p:cNvSpPr>
            <p:nvPr/>
          </p:nvSpPr>
          <p:spPr bwMode="auto">
            <a:xfrm>
              <a:off x="3059832" y="5639773"/>
              <a:ext cx="360040" cy="2528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2000" b="1" dirty="0" smtClean="0">
                  <a:latin typeface="宋体" panose="02010600030101010101" pitchFamily="2" charset="-122"/>
                </a:rPr>
                <a:t>CU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132"/>
            <p:cNvSpPr txBox="1">
              <a:spLocks noChangeArrowheads="1"/>
            </p:cNvSpPr>
            <p:nvPr/>
          </p:nvSpPr>
          <p:spPr bwMode="auto">
            <a:xfrm>
              <a:off x="7380312" y="3119493"/>
              <a:ext cx="360040" cy="29523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单周期数据通路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3" name="Text Box 147"/>
            <p:cNvSpPr txBox="1">
              <a:spLocks noChangeArrowheads="1"/>
            </p:cNvSpPr>
            <p:nvPr/>
          </p:nvSpPr>
          <p:spPr bwMode="auto">
            <a:xfrm>
              <a:off x="2699792" y="3791446"/>
              <a:ext cx="2952328" cy="1921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add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r>
                <a:rPr lang="en-US" altLang="zh-CN" sz="20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ori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sw</a:t>
              </a:r>
              <a:r>
                <a:rPr lang="en-US" altLang="zh-CN" sz="20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beq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  j </a:t>
              </a:r>
              <a:endPara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4" name="直接箭头连接符 103"/>
            <p:cNvCxnSpPr/>
            <p:nvPr/>
          </p:nvCxnSpPr>
          <p:spPr bwMode="auto">
            <a:xfrm>
              <a:off x="3059832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>
              <a:off x="3491880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3915400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7" name="直接箭头连接符 106"/>
            <p:cNvCxnSpPr/>
            <p:nvPr/>
          </p:nvCxnSpPr>
          <p:spPr bwMode="auto">
            <a:xfrm>
              <a:off x="4355976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8" name="直接箭头连接符 107"/>
            <p:cNvCxnSpPr/>
            <p:nvPr/>
          </p:nvCxnSpPr>
          <p:spPr bwMode="auto">
            <a:xfrm>
              <a:off x="4788024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9" name="直接箭头连接符 108"/>
            <p:cNvCxnSpPr/>
            <p:nvPr/>
          </p:nvCxnSpPr>
          <p:spPr bwMode="auto">
            <a:xfrm>
              <a:off x="5228600" y="3767565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grpSp>
          <p:nvGrpSpPr>
            <p:cNvPr id="110" name="组合 109"/>
            <p:cNvGrpSpPr/>
            <p:nvPr/>
          </p:nvGrpSpPr>
          <p:grpSpPr>
            <a:xfrm>
              <a:off x="5652120" y="3717032"/>
              <a:ext cx="1728192" cy="2282781"/>
              <a:chOff x="5652120" y="3717032"/>
              <a:chExt cx="1728192" cy="2282781"/>
            </a:xfrm>
          </p:grpSpPr>
          <p:cxnSp>
            <p:nvCxnSpPr>
              <p:cNvPr id="111" name="直接箭头连接符 110"/>
              <p:cNvCxnSpPr/>
              <p:nvPr/>
            </p:nvCxnSpPr>
            <p:spPr bwMode="auto">
              <a:xfrm>
                <a:off x="6084168" y="3717032"/>
                <a:ext cx="1296144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2" name="直接箭头连接符 111"/>
              <p:cNvCxnSpPr/>
              <p:nvPr/>
            </p:nvCxnSpPr>
            <p:spPr bwMode="auto">
              <a:xfrm flipV="1">
                <a:off x="6156176" y="3789040"/>
                <a:ext cx="1224136" cy="2406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3" name="直接箭头连接符 112"/>
              <p:cNvCxnSpPr/>
              <p:nvPr/>
            </p:nvCxnSpPr>
            <p:spPr bwMode="auto">
              <a:xfrm>
                <a:off x="5652120" y="3767565"/>
                <a:ext cx="0" cy="288032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14" name="Text Box 253"/>
              <p:cNvSpPr txBox="1">
                <a:spLocks noChangeArrowheads="1"/>
              </p:cNvSpPr>
              <p:nvPr/>
            </p:nvSpPr>
            <p:spPr bwMode="auto">
              <a:xfrm>
                <a:off x="6444208" y="5279733"/>
                <a:ext cx="291408" cy="72008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l"/>
                <a:r>
                  <a:rPr lang="en-US" altLang="zh-CN" sz="1800" b="1" dirty="0" smtClean="0">
                    <a:latin typeface="宋体" panose="02010600030101010101" pitchFamily="2" charset="-122"/>
                  </a:rPr>
                  <a:t>P</a:t>
                </a:r>
                <a:r>
                  <a:rPr lang="en-US" altLang="zh-CN" sz="1800" b="1" baseline="-14000" dirty="0" smtClean="0">
                    <a:latin typeface="宋体" panose="02010600030101010101" pitchFamily="2" charset="-122"/>
                  </a:rPr>
                  <a:t>0</a:t>
                </a:r>
                <a:endParaRPr lang="en-US" altLang="zh-CN" sz="1800" b="1" dirty="0" smtClean="0">
                  <a:latin typeface="宋体" panose="02010600030101010101" pitchFamily="2" charset="-122"/>
                </a:endParaRPr>
              </a:p>
              <a:p>
                <a:pPr algn="l">
                  <a:spcBef>
                    <a:spcPts val="600"/>
                  </a:spcBef>
                </a:pPr>
                <a:r>
                  <a:rPr lang="en-US" altLang="zh-CN" sz="1800" b="1" dirty="0" smtClean="0">
                    <a:latin typeface="宋体" panose="02010600030101010101" pitchFamily="2" charset="-122"/>
                  </a:rPr>
                  <a:t>P</a:t>
                </a:r>
                <a:r>
                  <a:rPr lang="en-US" altLang="zh-CN" sz="1800" b="1" baseline="-14000" dirty="0" smtClean="0">
                    <a:latin typeface="+mn-ea"/>
                    <a:ea typeface="+mn-ea"/>
                  </a:rPr>
                  <a:t>1</a:t>
                </a:r>
                <a:endParaRPr lang="en-US" altLang="zh-CN" sz="1800" b="1" baseline="-14000" dirty="0">
                  <a:latin typeface="+mn-ea"/>
                  <a:ea typeface="+mn-ea"/>
                </a:endParaRPr>
              </a:p>
            </p:txBody>
          </p:sp>
          <p:cxnSp>
            <p:nvCxnSpPr>
              <p:cNvPr id="115" name="直接箭头连接符 114"/>
              <p:cNvCxnSpPr/>
              <p:nvPr/>
            </p:nvCxnSpPr>
            <p:spPr bwMode="auto">
              <a:xfrm>
                <a:off x="6300192" y="5567765"/>
                <a:ext cx="108012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6" name="直接箭头连接符 115"/>
              <p:cNvCxnSpPr/>
              <p:nvPr/>
            </p:nvCxnSpPr>
            <p:spPr bwMode="auto">
              <a:xfrm>
                <a:off x="6300192" y="5927805"/>
                <a:ext cx="108012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7" name="直接箭头连接符 116"/>
              <p:cNvCxnSpPr/>
              <p:nvPr/>
            </p:nvCxnSpPr>
            <p:spPr bwMode="auto">
              <a:xfrm>
                <a:off x="6228184" y="4271621"/>
                <a:ext cx="1152128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8" name="直接箭头连接符 117"/>
              <p:cNvCxnSpPr/>
              <p:nvPr/>
            </p:nvCxnSpPr>
            <p:spPr bwMode="auto">
              <a:xfrm>
                <a:off x="6228184" y="4631661"/>
                <a:ext cx="1152128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19" name="Text Box 147"/>
              <p:cNvSpPr txBox="1">
                <a:spLocks noChangeArrowheads="1"/>
              </p:cNvSpPr>
              <p:nvPr/>
            </p:nvSpPr>
            <p:spPr bwMode="auto">
              <a:xfrm>
                <a:off x="6444208" y="4055597"/>
                <a:ext cx="792088" cy="19214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800" b="1" dirty="0" err="1" smtClean="0">
                    <a:latin typeface="宋体" panose="02010600030101010101" pitchFamily="2" charset="-122"/>
                  </a:rPr>
                  <a:t>Extctr</a:t>
                </a:r>
                <a:endParaRPr lang="zh-CN" altLang="en-US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20" name="Text Box 147"/>
              <p:cNvSpPr txBox="1">
                <a:spLocks noChangeArrowheads="1"/>
              </p:cNvSpPr>
              <p:nvPr/>
            </p:nvSpPr>
            <p:spPr bwMode="auto">
              <a:xfrm>
                <a:off x="6444208" y="4415637"/>
                <a:ext cx="864096" cy="19214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800" b="1" dirty="0" err="1" smtClean="0">
                    <a:latin typeface="宋体" panose="02010600030101010101" pitchFamily="2" charset="-122"/>
                  </a:rPr>
                  <a:t>ALUBsrc</a:t>
                </a:r>
                <a:endParaRPr lang="zh-CN" altLang="en-US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21" name="Text Box 147"/>
              <p:cNvSpPr txBox="1">
                <a:spLocks noChangeArrowheads="1"/>
              </p:cNvSpPr>
              <p:nvPr/>
            </p:nvSpPr>
            <p:spPr bwMode="auto">
              <a:xfrm>
                <a:off x="6461328" y="4919693"/>
                <a:ext cx="702960" cy="192143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1800" b="1" dirty="0" err="1" smtClean="0">
                    <a:latin typeface="宋体" panose="02010600030101010101" pitchFamily="2" charset="-122"/>
                  </a:rPr>
                  <a:t>MemWr</a:t>
                </a:r>
                <a:endParaRPr lang="zh-CN" altLang="en-US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22" name="Text Box 211"/>
              <p:cNvSpPr txBox="1">
                <a:spLocks noChangeArrowheads="1"/>
              </p:cNvSpPr>
              <p:nvPr/>
            </p:nvSpPr>
            <p:spPr bwMode="auto">
              <a:xfrm>
                <a:off x="6516216" y="4631661"/>
                <a:ext cx="360040" cy="18002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800" b="1" dirty="0" smtClean="0"/>
                  <a:t>…</a:t>
                </a:r>
                <a:endParaRPr lang="en-US" altLang="zh-CN" sz="1800" b="1" baseline="-20000" dirty="0"/>
              </a:p>
            </p:txBody>
          </p:sp>
          <p:cxnSp>
            <p:nvCxnSpPr>
              <p:cNvPr id="125" name="直接箭头连接符 124"/>
              <p:cNvCxnSpPr/>
              <p:nvPr/>
            </p:nvCxnSpPr>
            <p:spPr bwMode="auto">
              <a:xfrm>
                <a:off x="6228184" y="5135717"/>
                <a:ext cx="1152128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26" name="直接箭头连接符 125"/>
              <p:cNvCxnSpPr/>
              <p:nvPr/>
            </p:nvCxnSpPr>
            <p:spPr bwMode="auto">
              <a:xfrm>
                <a:off x="6156176" y="3789040"/>
                <a:ext cx="0" cy="266557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129" name="直接箭头连接符 128"/>
              <p:cNvCxnSpPr/>
              <p:nvPr/>
            </p:nvCxnSpPr>
            <p:spPr bwMode="auto">
              <a:xfrm>
                <a:off x="6084168" y="3717032"/>
                <a:ext cx="0" cy="33856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sp>
        <p:nvSpPr>
          <p:cNvPr id="79" name="Text Box 93"/>
          <p:cNvSpPr txBox="1">
            <a:spLocks noChangeArrowheads="1"/>
          </p:cNvSpPr>
          <p:nvPr/>
        </p:nvSpPr>
        <p:spPr bwMode="auto">
          <a:xfrm>
            <a:off x="179513" y="360000"/>
            <a:ext cx="4680520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*设计</a:t>
            </a:r>
            <a:r>
              <a:rPr lang="en-US" altLang="zh-CN" sz="2200" spc="-1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+mn-ea"/>
                <a:ea typeface="+mn-ea"/>
              </a:rPr>
              <a:t>OP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控制信号</a:t>
            </a:r>
            <a:r>
              <a:rPr lang="zh-CN" altLang="en-US" sz="2200" b="1" dirty="0">
                <a:solidFill>
                  <a:srgbClr val="C00000"/>
                </a:solidFill>
              </a:rPr>
              <a:t>形成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电路：</a:t>
            </a:r>
            <a:endParaRPr lang="en-US" altLang="zh-CN" sz="2200" b="1" dirty="0">
              <a:solidFill>
                <a:srgbClr val="C00000"/>
              </a:solidFill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整合成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CU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93"/>
          <p:cNvSpPr txBox="1">
            <a:spLocks noChangeArrowheads="1"/>
          </p:cNvSpPr>
          <p:nvPr/>
        </p:nvSpPr>
        <p:spPr bwMode="auto">
          <a:xfrm>
            <a:off x="179388" y="756000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    ⑴</a:t>
            </a:r>
            <a:r>
              <a:rPr lang="en-US" altLang="zh-CN" sz="2200" dirty="0" err="1" smtClean="0">
                <a:latin typeface="+mn-lt"/>
                <a:ea typeface="+mn-ea"/>
              </a:rPr>
              <a:t>μ</a:t>
            </a:r>
            <a:r>
              <a:rPr lang="en-US" altLang="zh-CN" sz="2200" b="1" dirty="0" err="1" smtClean="0">
                <a:latin typeface="+mn-ea"/>
                <a:ea typeface="+mn-ea"/>
              </a:rPr>
              <a:t>OPCmd</a:t>
            </a:r>
            <a:r>
              <a:rPr lang="zh-CN" altLang="zh-CN" sz="2200" b="1" dirty="0" smtClean="0">
                <a:latin typeface="+mn-ea"/>
                <a:ea typeface="+mn-ea"/>
              </a:rPr>
              <a:t>使用时间表</a:t>
            </a:r>
            <a:r>
              <a:rPr lang="zh-CN" altLang="en-US" sz="2200" b="1" dirty="0" smtClean="0">
                <a:latin typeface="+mn-ea"/>
                <a:ea typeface="+mn-ea"/>
              </a:rPr>
              <a:t>只有</a:t>
            </a:r>
            <a:r>
              <a:rPr lang="en-US" altLang="zh-CN" sz="2200" b="1" dirty="0" smtClean="0">
                <a:latin typeface="+mn-ea"/>
                <a:ea typeface="+mn-ea"/>
              </a:rPr>
              <a:t>1</a:t>
            </a:r>
            <a:r>
              <a:rPr lang="zh-CN" altLang="en-US" sz="2200" b="1" dirty="0" smtClean="0">
                <a:latin typeface="+mn-ea"/>
                <a:ea typeface="+mn-ea"/>
              </a:rPr>
              <a:t>列，无时间戳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时序系统无节拍信号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75656" y="1260000"/>
          <a:ext cx="7200800" cy="110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3096344"/>
                <a:gridCol w="1008112"/>
                <a:gridCol w="2160240"/>
              </a:tblGrid>
              <a:tr h="2785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Extctr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altLang="zh-CN" sz="16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RegAsrc</a:t>
                      </a:r>
                      <a:endParaRPr lang="zh-CN" altLang="zh-CN" sz="16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ALUBsrc</a:t>
                      </a:r>
                      <a:endParaRPr lang="zh-CN" altLang="zh-CN" sz="16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en-US" altLang="zh-CN" sz="16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RegDsrc</a:t>
                      </a:r>
                      <a:endParaRPr lang="zh-CN" altLang="zh-CN" sz="16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200" dirty="0" err="1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endParaRPr lang="zh-CN" altLang="zh-CN" sz="16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4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[1]=</a:t>
                      </a: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,[0]=sub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RegWr</a:t>
                      </a:r>
                      <a:endParaRPr lang="zh-CN" alt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28265" algn="ctr"/>
                          <a:tab pos="5292725" algn="r"/>
                        </a:tabLst>
                        <a:defRPr/>
                      </a:pP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</a:t>
                      </a:r>
                      <a:r>
                        <a:rPr lang="zh-CN" alt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200" dirty="0" err="1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ori</a:t>
                      </a:r>
                      <a:r>
                        <a:rPr lang="zh-CN" altLang="en-US" sz="1600" b="1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＋</a:t>
                      </a: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532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MemRd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 err="1" smtClean="0">
                          <a:latin typeface="+mn-ea"/>
                          <a:ea typeface="+mn-ea"/>
                        </a:rPr>
                        <a:t>lw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MemWr</a:t>
                      </a:r>
                      <a:endParaRPr lang="zh-CN" altLang="zh-CN" sz="1600" b="1" kern="100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 err="1" smtClean="0">
                          <a:latin typeface="+mn-ea"/>
                          <a:ea typeface="+mn-ea"/>
                        </a:rPr>
                        <a:t>sw</a:t>
                      </a:r>
                      <a:endParaRPr lang="zh-CN" altLang="en-US" sz="16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93"/>
          <p:cNvSpPr txBox="1">
            <a:spLocks noChangeArrowheads="1"/>
          </p:cNvSpPr>
          <p:nvPr/>
        </p:nvSpPr>
        <p:spPr bwMode="auto">
          <a:xfrm>
            <a:off x="179512" y="2340000"/>
            <a:ext cx="8785101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⑵⑶</a:t>
            </a:r>
            <a:r>
              <a:rPr lang="zh-CN" altLang="en-US" sz="2200" b="1" dirty="0" smtClean="0">
                <a:latin typeface="+mn-ea"/>
                <a:ea typeface="+mn-ea"/>
              </a:rPr>
              <a:t>各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+mn-ea"/>
              </a:rPr>
              <a:t>OPCmd</a:t>
            </a:r>
            <a:r>
              <a:rPr lang="zh-CN" altLang="en-US" sz="2200" b="1" dirty="0" smtClean="0">
                <a:latin typeface="+mn-ea"/>
              </a:rPr>
              <a:t>的有效逻辑如上表，用门电路实现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130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7308998" y="6526038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41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1115776" y="5293840"/>
            <a:ext cx="5184417" cy="761642"/>
            <a:chOff x="971760" y="4378958"/>
            <a:chExt cx="5184417" cy="761642"/>
          </a:xfrm>
        </p:grpSpPr>
        <p:sp>
          <p:nvSpPr>
            <p:cNvPr id="128" name="矩形 127"/>
            <p:cNvSpPr/>
            <p:nvPr/>
          </p:nvSpPr>
          <p:spPr>
            <a:xfrm>
              <a:off x="3779913" y="4378958"/>
              <a:ext cx="2376264" cy="761642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31" name="直接箭头连接符 130"/>
            <p:cNvCxnSpPr/>
            <p:nvPr/>
          </p:nvCxnSpPr>
          <p:spPr bwMode="auto">
            <a:xfrm>
              <a:off x="5436096" y="4859113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2" name="Text Box 260"/>
            <p:cNvSpPr txBox="1">
              <a:spLocks noChangeArrowheads="1"/>
            </p:cNvSpPr>
            <p:nvPr/>
          </p:nvSpPr>
          <p:spPr bwMode="auto">
            <a:xfrm>
              <a:off x="5185168" y="4725144"/>
              <a:ext cx="178920" cy="2160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3" name="椭圆 132"/>
            <p:cNvSpPr/>
            <p:nvPr/>
          </p:nvSpPr>
          <p:spPr bwMode="auto">
            <a:xfrm>
              <a:off x="5365679" y="4822250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4" name="直接箭头连接符 64"/>
            <p:cNvCxnSpPr/>
            <p:nvPr/>
          </p:nvCxnSpPr>
          <p:spPr bwMode="auto">
            <a:xfrm rot="5400000" flipH="1" flipV="1">
              <a:off x="5508104" y="4725144"/>
              <a:ext cx="360040" cy="216024"/>
            </a:xfrm>
            <a:prstGeom prst="bentConnector3">
              <a:avLst>
                <a:gd name="adj1" fmla="val 100025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37" name="直接箭头连接符 136"/>
            <p:cNvCxnSpPr/>
            <p:nvPr/>
          </p:nvCxnSpPr>
          <p:spPr bwMode="auto">
            <a:xfrm>
              <a:off x="2411760" y="4509118"/>
              <a:ext cx="1368000" cy="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8" name="Text Box 147"/>
            <p:cNvSpPr txBox="1">
              <a:spLocks noChangeArrowheads="1"/>
            </p:cNvSpPr>
            <p:nvPr/>
          </p:nvSpPr>
          <p:spPr bwMode="auto">
            <a:xfrm>
              <a:off x="971760" y="4388984"/>
              <a:ext cx="14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主时钟脉冲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CLK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147"/>
            <p:cNvSpPr txBox="1">
              <a:spLocks noChangeArrowheads="1"/>
            </p:cNvSpPr>
            <p:nvPr/>
          </p:nvSpPr>
          <p:spPr bwMode="auto">
            <a:xfrm>
              <a:off x="3923928" y="4548779"/>
              <a:ext cx="864096" cy="4219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260"/>
            <p:cNvSpPr txBox="1">
              <a:spLocks noChangeArrowheads="1"/>
            </p:cNvSpPr>
            <p:nvPr/>
          </p:nvSpPr>
          <p:spPr bwMode="auto">
            <a:xfrm>
              <a:off x="5796136" y="4437112"/>
              <a:ext cx="180020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260"/>
            <p:cNvSpPr txBox="1">
              <a:spLocks noChangeArrowheads="1"/>
            </p:cNvSpPr>
            <p:nvPr/>
          </p:nvSpPr>
          <p:spPr bwMode="auto">
            <a:xfrm>
              <a:off x="5796136" y="4797152"/>
              <a:ext cx="180020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2" name="直接箭头连接符 141"/>
            <p:cNvCxnSpPr/>
            <p:nvPr/>
          </p:nvCxnSpPr>
          <p:spPr bwMode="auto">
            <a:xfrm>
              <a:off x="3779912" y="4509120"/>
              <a:ext cx="20162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>
              <a:off x="3779913" y="5013176"/>
              <a:ext cx="201622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/>
          </p:nvCxnSpPr>
          <p:spPr bwMode="auto">
            <a:xfrm>
              <a:off x="5976156" y="4586420"/>
              <a:ext cx="180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64"/>
            <p:cNvCxnSpPr>
              <a:endCxn id="132" idx="1"/>
            </p:cNvCxnSpPr>
            <p:nvPr/>
          </p:nvCxnSpPr>
          <p:spPr bwMode="auto">
            <a:xfrm rot="16200000" flipH="1">
              <a:off x="4932590" y="4580578"/>
              <a:ext cx="324036" cy="18112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5976156" y="4941168"/>
              <a:ext cx="180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7" name="直接箭头连接符 146"/>
            <p:cNvCxnSpPr/>
            <p:nvPr/>
          </p:nvCxnSpPr>
          <p:spPr bwMode="auto">
            <a:xfrm>
              <a:off x="2411760" y="5013174"/>
              <a:ext cx="1368000" cy="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8" name="Text Box 147"/>
            <p:cNvSpPr txBox="1">
              <a:spLocks noChangeArrowheads="1"/>
            </p:cNvSpPr>
            <p:nvPr/>
          </p:nvSpPr>
          <p:spPr bwMode="auto">
            <a:xfrm>
              <a:off x="1079760" y="4893040"/>
              <a:ext cx="13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复位信号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ClrN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71" name="组合 170"/>
          <p:cNvGrpSpPr/>
          <p:nvPr/>
        </p:nvGrpSpPr>
        <p:grpSpPr>
          <a:xfrm>
            <a:off x="2951820" y="3983842"/>
            <a:ext cx="3348372" cy="1224136"/>
            <a:chOff x="2735796" y="4365104"/>
            <a:chExt cx="3348372" cy="1224136"/>
          </a:xfrm>
        </p:grpSpPr>
        <p:sp>
          <p:nvSpPr>
            <p:cNvPr id="172" name="矩形 171"/>
            <p:cNvSpPr/>
            <p:nvPr/>
          </p:nvSpPr>
          <p:spPr>
            <a:xfrm>
              <a:off x="2735796" y="4365104"/>
              <a:ext cx="3348372" cy="122413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73" name="直接箭头连接符 172"/>
            <p:cNvCxnSpPr/>
            <p:nvPr/>
          </p:nvCxnSpPr>
          <p:spPr bwMode="auto">
            <a:xfrm>
              <a:off x="2843808" y="4365104"/>
              <a:ext cx="0" cy="7200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4" name="直接箭头连接符 173"/>
            <p:cNvCxnSpPr/>
            <p:nvPr/>
          </p:nvCxnSpPr>
          <p:spPr bwMode="auto">
            <a:xfrm>
              <a:off x="3275856" y="4365104"/>
              <a:ext cx="0" cy="7200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/>
            <p:cNvCxnSpPr/>
            <p:nvPr/>
          </p:nvCxnSpPr>
          <p:spPr bwMode="auto">
            <a:xfrm>
              <a:off x="3707904" y="4365104"/>
              <a:ext cx="0" cy="7200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/>
            <p:cNvCxnSpPr/>
            <p:nvPr/>
          </p:nvCxnSpPr>
          <p:spPr bwMode="auto">
            <a:xfrm>
              <a:off x="4139952" y="4365104"/>
              <a:ext cx="0" cy="11521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7" name="直接箭头连接符 176"/>
            <p:cNvCxnSpPr/>
            <p:nvPr/>
          </p:nvCxnSpPr>
          <p:spPr bwMode="auto">
            <a:xfrm>
              <a:off x="4572000" y="4365104"/>
              <a:ext cx="0" cy="11521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8" name="直接箭头连接符 177"/>
            <p:cNvCxnSpPr/>
            <p:nvPr/>
          </p:nvCxnSpPr>
          <p:spPr bwMode="auto">
            <a:xfrm>
              <a:off x="5004048" y="4365104"/>
              <a:ext cx="0" cy="11521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9" name="直接箭头连接符 178"/>
            <p:cNvCxnSpPr/>
            <p:nvPr/>
          </p:nvCxnSpPr>
          <p:spPr bwMode="auto">
            <a:xfrm>
              <a:off x="5436096" y="4365104"/>
              <a:ext cx="0" cy="11521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0" name="Text Box 260"/>
            <p:cNvSpPr txBox="1">
              <a:spLocks noChangeArrowheads="1"/>
            </p:cNvSpPr>
            <p:nvPr/>
          </p:nvSpPr>
          <p:spPr bwMode="auto">
            <a:xfrm>
              <a:off x="5652120" y="4437112"/>
              <a:ext cx="360040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1" name="直接箭头连接符 180"/>
            <p:cNvCxnSpPr/>
            <p:nvPr/>
          </p:nvCxnSpPr>
          <p:spPr bwMode="auto">
            <a:xfrm>
              <a:off x="4139952" y="4509120"/>
              <a:ext cx="151216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82" name="直接箭头连接符 181"/>
            <p:cNvCxnSpPr/>
            <p:nvPr/>
          </p:nvCxnSpPr>
          <p:spPr bwMode="auto">
            <a:xfrm>
              <a:off x="4572000" y="4661520"/>
              <a:ext cx="10801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83" name="Text Box 260"/>
            <p:cNvSpPr txBox="1">
              <a:spLocks noChangeArrowheads="1"/>
            </p:cNvSpPr>
            <p:nvPr/>
          </p:nvSpPr>
          <p:spPr bwMode="auto">
            <a:xfrm>
              <a:off x="5652120" y="4797152"/>
              <a:ext cx="360040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4" name="直接箭头连接符 183"/>
            <p:cNvCxnSpPr/>
            <p:nvPr/>
          </p:nvCxnSpPr>
          <p:spPr bwMode="auto">
            <a:xfrm>
              <a:off x="2843808" y="4869160"/>
              <a:ext cx="280831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85" name="直接箭头连接符 184"/>
            <p:cNvCxnSpPr/>
            <p:nvPr/>
          </p:nvCxnSpPr>
          <p:spPr bwMode="auto">
            <a:xfrm>
              <a:off x="5004048" y="5021560"/>
              <a:ext cx="64807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86" name="直接箭头连接符 185"/>
            <p:cNvCxnSpPr/>
            <p:nvPr/>
          </p:nvCxnSpPr>
          <p:spPr bwMode="auto">
            <a:xfrm>
              <a:off x="3275856" y="4941168"/>
              <a:ext cx="237626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87" name="直接箭头连接符 186"/>
            <p:cNvCxnSpPr/>
            <p:nvPr/>
          </p:nvCxnSpPr>
          <p:spPr bwMode="auto">
            <a:xfrm>
              <a:off x="4572000" y="5445224"/>
              <a:ext cx="144016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90" name="Text Box 211"/>
            <p:cNvSpPr txBox="1">
              <a:spLocks noChangeArrowheads="1"/>
            </p:cNvSpPr>
            <p:nvPr/>
          </p:nvSpPr>
          <p:spPr bwMode="auto">
            <a:xfrm>
              <a:off x="5652120" y="5128292"/>
              <a:ext cx="36004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/>
                <a:t>…</a:t>
              </a:r>
              <a:endParaRPr lang="en-US" altLang="zh-CN" sz="1800" b="1" baseline="-20000" dirty="0"/>
            </a:p>
          </p:txBody>
        </p:sp>
        <p:sp>
          <p:nvSpPr>
            <p:cNvPr id="196" name="Text Box 147"/>
            <p:cNvSpPr txBox="1">
              <a:spLocks noChangeArrowheads="1"/>
            </p:cNvSpPr>
            <p:nvPr/>
          </p:nvSpPr>
          <p:spPr bwMode="auto">
            <a:xfrm>
              <a:off x="2861908" y="5120744"/>
              <a:ext cx="1206036" cy="44417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</a:rPr>
                <a:t>OP</a:t>
              </a:r>
              <a:r>
                <a:rPr lang="zh-CN" altLang="en-US" sz="1600" b="1" dirty="0" smtClean="0">
                  <a:latin typeface="+mn-ea"/>
                </a:rPr>
                <a:t>控制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信号形成电路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73" name="Text Box 133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三、多周期</a:t>
            </a:r>
            <a:r>
              <a:rPr lang="en-US" altLang="zh-CN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CU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的设计                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zh-CN" altLang="en-US" sz="2000" b="1" dirty="0" smtClean="0">
                <a:latin typeface="+mn-ea"/>
              </a:rPr>
              <a:t>不考，掌握过程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sz="2000" b="1" dirty="0">
              <a:latin typeface="+mn-ea"/>
            </a:endParaRPr>
          </a:p>
        </p:txBody>
      </p:sp>
      <p:sp>
        <p:nvSpPr>
          <p:cNvPr id="174" name="Text Box 90"/>
          <p:cNvSpPr txBox="1">
            <a:spLocks noChangeArrowheads="1"/>
          </p:cNvSpPr>
          <p:nvPr/>
        </p:nvSpPr>
        <p:spPr bwMode="auto">
          <a:xfrm>
            <a:off x="179388" y="828000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*设计背景：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支持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7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条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MIPS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指令的数据通路</a:t>
            </a:r>
            <a:r>
              <a:rPr lang="zh-CN" altLang="en-US" sz="2200" b="1" dirty="0">
                <a:latin typeface="宋体" panose="02010600030101010101" pitchFamily="2" charset="-122"/>
              </a:rPr>
              <a:t>＋状态转换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图</a:t>
            </a:r>
            <a:endParaRPr lang="en-US" altLang="zh-CN" sz="2200" b="1" spc="-100" dirty="0" smtClean="0">
              <a:latin typeface="宋体" panose="02010600030101010101" pitchFamily="2" charset="-122"/>
            </a:endParaRPr>
          </a:p>
        </p:txBody>
      </p:sp>
      <p:sp>
        <p:nvSpPr>
          <p:cNvPr id="293" name="AutoShape 94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3557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60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1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5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8" name="Text Box 90"/>
          <p:cNvSpPr txBox="1">
            <a:spLocks noChangeArrowheads="1"/>
          </p:cNvSpPr>
          <p:nvPr/>
        </p:nvSpPr>
        <p:spPr bwMode="auto">
          <a:xfrm>
            <a:off x="179705" y="5229860"/>
            <a:ext cx="871029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*化简状态转换图：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无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重复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状态，</a:t>
            </a:r>
            <a:endParaRPr lang="en-US" altLang="zh-CN" sz="2200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100" dirty="0">
                <a:latin typeface="宋体" panose="02010600030101010101" pitchFamily="2" charset="-122"/>
              </a:rPr>
              <a:t> 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                  </a:t>
            </a:r>
            <a:r>
              <a:rPr lang="zh-CN" altLang="en-US" sz="2200" b="1" u="sng" spc="-100" dirty="0" smtClean="0">
                <a:latin typeface="宋体" panose="02010600030101010101" pitchFamily="2" charset="-122"/>
              </a:rPr>
              <a:t>状态</a:t>
            </a:r>
            <a:r>
              <a:rPr lang="zh-CN" altLang="en-US" sz="2200" b="1" u="sng" spc="-100" dirty="0">
                <a:latin typeface="宋体" panose="02010600030101010101" pitchFamily="2" charset="-122"/>
              </a:rPr>
              <a:t>转换条件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为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操作码或次序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≤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5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个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755576" y="1336463"/>
            <a:ext cx="7992891" cy="3821235"/>
            <a:chOff x="755573" y="2010906"/>
            <a:chExt cx="7992891" cy="3821235"/>
          </a:xfrm>
        </p:grpSpPr>
        <p:sp>
          <p:nvSpPr>
            <p:cNvPr id="80" name="Text Box 63"/>
            <p:cNvSpPr txBox="1">
              <a:spLocks noChangeArrowheads="1"/>
            </p:cNvSpPr>
            <p:nvPr/>
          </p:nvSpPr>
          <p:spPr bwMode="auto">
            <a:xfrm>
              <a:off x="4211957" y="489122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1" name="直接箭头连接符 80"/>
            <p:cNvCxnSpPr>
              <a:stCxn id="114" idx="3"/>
              <a:endCxn id="115" idx="1"/>
            </p:cNvCxnSpPr>
            <p:nvPr/>
          </p:nvCxnSpPr>
          <p:spPr bwMode="auto">
            <a:xfrm>
              <a:off x="3131837" y="2587010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H="1">
              <a:off x="3131960" y="2947065"/>
              <a:ext cx="1080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4716016" y="2947066"/>
              <a:ext cx="648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/>
          </p:nvCxnSpPr>
          <p:spPr bwMode="auto">
            <a:xfrm>
              <a:off x="5796134" y="2947066"/>
              <a:ext cx="1229737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>
              <a:stCxn id="115" idx="3"/>
              <a:endCxn id="116" idx="1"/>
            </p:cNvCxnSpPr>
            <p:nvPr/>
          </p:nvCxnSpPr>
          <p:spPr bwMode="auto">
            <a:xfrm>
              <a:off x="5796133" y="2587010"/>
              <a:ext cx="57606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85"/>
            <p:cNvCxnSpPr/>
            <p:nvPr/>
          </p:nvCxnSpPr>
          <p:spPr bwMode="auto">
            <a:xfrm>
              <a:off x="1475656" y="4387066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7" name="直接箭头连接符 86"/>
            <p:cNvCxnSpPr/>
            <p:nvPr/>
          </p:nvCxnSpPr>
          <p:spPr bwMode="auto">
            <a:xfrm flipH="1">
              <a:off x="4932088" y="3955122"/>
              <a:ext cx="43200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8" name="直接箭头连接符 87"/>
            <p:cNvCxnSpPr/>
            <p:nvPr/>
          </p:nvCxnSpPr>
          <p:spPr bwMode="auto">
            <a:xfrm>
              <a:off x="5364088" y="3955122"/>
              <a:ext cx="575659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>
              <a:off x="4932037" y="4819194"/>
              <a:ext cx="1" cy="28803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>
              <a:off x="6516216" y="4819218"/>
              <a:ext cx="0" cy="100811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>
              <a:off x="1475656" y="546721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/>
          </p:nvCxnSpPr>
          <p:spPr bwMode="auto">
            <a:xfrm>
              <a:off x="3118274" y="5472141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/>
          </p:nvCxnSpPr>
          <p:spPr bwMode="auto">
            <a:xfrm>
              <a:off x="1475656" y="5827330"/>
              <a:ext cx="7272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4" name="直接箭头连接符 93"/>
            <p:cNvCxnSpPr/>
            <p:nvPr/>
          </p:nvCxnSpPr>
          <p:spPr bwMode="auto">
            <a:xfrm>
              <a:off x="4932037" y="5611282"/>
              <a:ext cx="1" cy="2160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 flipH="1">
              <a:off x="7809644" y="3955122"/>
              <a:ext cx="0" cy="187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 flipV="1">
              <a:off x="8748464" y="2010906"/>
              <a:ext cx="0" cy="38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>
              <a:off x="1979712" y="2010930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8" name="Text Box 63"/>
            <p:cNvSpPr txBox="1">
              <a:spLocks noChangeArrowheads="1"/>
            </p:cNvSpPr>
            <p:nvPr/>
          </p:nvSpPr>
          <p:spPr bwMode="auto">
            <a:xfrm>
              <a:off x="755576" y="2010930"/>
              <a:ext cx="288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if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9" name="Text Box 63"/>
            <p:cNvSpPr txBox="1">
              <a:spLocks noChangeArrowheads="1"/>
            </p:cNvSpPr>
            <p:nvPr/>
          </p:nvSpPr>
          <p:spPr bwMode="auto">
            <a:xfrm>
              <a:off x="827581" y="323506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0" name="Text Box 63"/>
            <p:cNvSpPr txBox="1">
              <a:spLocks noChangeArrowheads="1"/>
            </p:cNvSpPr>
            <p:nvPr/>
          </p:nvSpPr>
          <p:spPr bwMode="auto">
            <a:xfrm>
              <a:off x="827581" y="4522042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1" name="Text Box 63"/>
            <p:cNvSpPr txBox="1">
              <a:spLocks noChangeArrowheads="1"/>
            </p:cNvSpPr>
            <p:nvPr/>
          </p:nvSpPr>
          <p:spPr bwMode="auto">
            <a:xfrm>
              <a:off x="2555773" y="4522042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3"/>
            <p:cNvSpPr txBox="1">
              <a:spLocks noChangeArrowheads="1"/>
            </p:cNvSpPr>
            <p:nvPr/>
          </p:nvSpPr>
          <p:spPr bwMode="auto">
            <a:xfrm>
              <a:off x="2555773" y="323506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3" name="Text Box 63"/>
            <p:cNvSpPr txBox="1">
              <a:spLocks noChangeArrowheads="1"/>
            </p:cNvSpPr>
            <p:nvPr/>
          </p:nvSpPr>
          <p:spPr bwMode="auto">
            <a:xfrm>
              <a:off x="3661985" y="2010930"/>
              <a:ext cx="333948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4" name="Text Box 63"/>
            <p:cNvSpPr txBox="1">
              <a:spLocks noChangeArrowheads="1"/>
            </p:cNvSpPr>
            <p:nvPr/>
          </p:nvSpPr>
          <p:spPr bwMode="auto">
            <a:xfrm>
              <a:off x="4211957" y="323506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63"/>
            <p:cNvSpPr txBox="1">
              <a:spLocks noChangeArrowheads="1"/>
            </p:cNvSpPr>
            <p:nvPr/>
          </p:nvSpPr>
          <p:spPr bwMode="auto">
            <a:xfrm>
              <a:off x="7020269" y="323506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ex_j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6" name="Text Box 63"/>
            <p:cNvSpPr txBox="1">
              <a:spLocks noChangeArrowheads="1"/>
            </p:cNvSpPr>
            <p:nvPr/>
          </p:nvSpPr>
          <p:spPr bwMode="auto">
            <a:xfrm>
              <a:off x="6372197" y="2010906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ex_b</a:t>
              </a:r>
              <a:endPara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7" name="Text Box 63"/>
            <p:cNvSpPr txBox="1">
              <a:spLocks noChangeArrowheads="1"/>
            </p:cNvSpPr>
            <p:nvPr/>
          </p:nvSpPr>
          <p:spPr bwMode="auto">
            <a:xfrm>
              <a:off x="4209501" y="4099138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mem_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8" name="Text Box 63"/>
            <p:cNvSpPr txBox="1">
              <a:spLocks noChangeArrowheads="1"/>
            </p:cNvSpPr>
            <p:nvPr/>
          </p:nvSpPr>
          <p:spPr bwMode="auto">
            <a:xfrm>
              <a:off x="6081709" y="4099138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mem_w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9" name="Text Box 63"/>
            <p:cNvSpPr txBox="1">
              <a:spLocks noChangeArrowheads="1"/>
            </p:cNvSpPr>
            <p:nvPr/>
          </p:nvSpPr>
          <p:spPr bwMode="auto">
            <a:xfrm>
              <a:off x="1835693" y="3019018"/>
              <a:ext cx="92881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add/sub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0" name="Text Box 63"/>
            <p:cNvSpPr txBox="1">
              <a:spLocks noChangeArrowheads="1"/>
            </p:cNvSpPr>
            <p:nvPr/>
          </p:nvSpPr>
          <p:spPr bwMode="auto">
            <a:xfrm>
              <a:off x="4107592" y="2947010"/>
              <a:ext cx="46440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1" name="Text Box 63"/>
            <p:cNvSpPr txBox="1">
              <a:spLocks noChangeArrowheads="1"/>
            </p:cNvSpPr>
            <p:nvPr/>
          </p:nvSpPr>
          <p:spPr bwMode="auto">
            <a:xfrm>
              <a:off x="4932040" y="2947010"/>
              <a:ext cx="69843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2" name="Text Box 63"/>
            <p:cNvSpPr txBox="1">
              <a:spLocks noChangeArrowheads="1"/>
            </p:cNvSpPr>
            <p:nvPr/>
          </p:nvSpPr>
          <p:spPr bwMode="auto">
            <a:xfrm>
              <a:off x="5868144" y="2780984"/>
              <a:ext cx="17982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3" name="Text Box 63"/>
            <p:cNvSpPr txBox="1">
              <a:spLocks noChangeArrowheads="1"/>
            </p:cNvSpPr>
            <p:nvPr/>
          </p:nvSpPr>
          <p:spPr bwMode="auto">
            <a:xfrm>
              <a:off x="5843028" y="2370970"/>
              <a:ext cx="409877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4" name="Text Box 323"/>
            <p:cNvSpPr txBox="1">
              <a:spLocks noChangeArrowheads="1"/>
            </p:cNvSpPr>
            <p:nvPr/>
          </p:nvSpPr>
          <p:spPr bwMode="auto">
            <a:xfrm>
              <a:off x="755573" y="2227010"/>
              <a:ext cx="2376264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IMRd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WMFC,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IRWr</a:t>
              </a:r>
              <a:endParaRPr lang="en-US" altLang="zh-CN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(3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PCWr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15" name="Text Box 323"/>
            <p:cNvSpPr txBox="1">
              <a:spLocks noChangeArrowheads="1"/>
            </p:cNvSpPr>
            <p:nvPr/>
          </p:nvSpPr>
          <p:spPr bwMode="auto">
            <a:xfrm>
              <a:off x="3635893" y="2227010"/>
              <a:ext cx="216024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16" name="Text Box 323"/>
            <p:cNvSpPr txBox="1">
              <a:spLocks noChangeArrowheads="1"/>
            </p:cNvSpPr>
            <p:nvPr/>
          </p:nvSpPr>
          <p:spPr bwMode="auto">
            <a:xfrm>
              <a:off x="6372197" y="2227010"/>
              <a:ext cx="216024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PCWrB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17" name="Text Box 323"/>
            <p:cNvSpPr txBox="1">
              <a:spLocks noChangeArrowheads="1"/>
            </p:cNvSpPr>
            <p:nvPr/>
          </p:nvSpPr>
          <p:spPr bwMode="auto">
            <a:xfrm>
              <a:off x="827581" y="3451066"/>
              <a:ext cx="1224136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(0/1),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ALUOWr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18" name="Text Box 323"/>
            <p:cNvSpPr txBox="1">
              <a:spLocks noChangeArrowheads="1"/>
            </p:cNvSpPr>
            <p:nvPr/>
          </p:nvSpPr>
          <p:spPr bwMode="auto">
            <a:xfrm>
              <a:off x="827581" y="4747210"/>
              <a:ext cx="1224136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19" name="Text Box 323"/>
            <p:cNvSpPr txBox="1">
              <a:spLocks noChangeArrowheads="1"/>
            </p:cNvSpPr>
            <p:nvPr/>
          </p:nvSpPr>
          <p:spPr bwMode="auto">
            <a:xfrm>
              <a:off x="2555773" y="3451066"/>
              <a:ext cx="115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ALUOWr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0" name="Text Box 323"/>
            <p:cNvSpPr txBox="1">
              <a:spLocks noChangeArrowheads="1"/>
            </p:cNvSpPr>
            <p:nvPr/>
          </p:nvSpPr>
          <p:spPr bwMode="auto">
            <a:xfrm>
              <a:off x="2555773" y="4747210"/>
              <a:ext cx="1152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21" name="Text Box 323"/>
            <p:cNvSpPr txBox="1">
              <a:spLocks noChangeArrowheads="1"/>
            </p:cNvSpPr>
            <p:nvPr/>
          </p:nvSpPr>
          <p:spPr bwMode="auto">
            <a:xfrm>
              <a:off x="4194395" y="3451066"/>
              <a:ext cx="2376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2" name="Text Box 323"/>
            <p:cNvSpPr txBox="1">
              <a:spLocks noChangeArrowheads="1"/>
            </p:cNvSpPr>
            <p:nvPr/>
          </p:nvSpPr>
          <p:spPr bwMode="auto">
            <a:xfrm>
              <a:off x="4216867" y="4315138"/>
              <a:ext cx="1152000" cy="50405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, WMFC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3" name="Text Box 323"/>
            <p:cNvSpPr txBox="1">
              <a:spLocks noChangeArrowheads="1"/>
            </p:cNvSpPr>
            <p:nvPr/>
          </p:nvSpPr>
          <p:spPr bwMode="auto">
            <a:xfrm>
              <a:off x="5640913" y="4315138"/>
              <a:ext cx="1080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MemWr</a:t>
              </a:r>
              <a:r>
                <a:rPr lang="en-US" altLang="zh-CN" sz="1600" b="1" spc="-100" dirty="0">
                  <a:latin typeface="+mn-ea"/>
                  <a:ea typeface="+mn-ea"/>
                </a:rPr>
                <a:t>,</a:t>
              </a:r>
              <a:endParaRPr lang="zh-CN" altLang="en-US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+mn-ea"/>
                  <a:ea typeface="+mn-ea"/>
                </a:rPr>
                <a:t>WMFC,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4" name="Text Box 323"/>
            <p:cNvSpPr txBox="1">
              <a:spLocks noChangeArrowheads="1"/>
            </p:cNvSpPr>
            <p:nvPr/>
          </p:nvSpPr>
          <p:spPr bwMode="auto">
            <a:xfrm>
              <a:off x="4211957" y="5107226"/>
              <a:ext cx="216024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25" name="Text Box 323"/>
            <p:cNvSpPr txBox="1">
              <a:spLocks noChangeArrowheads="1"/>
            </p:cNvSpPr>
            <p:nvPr/>
          </p:nvSpPr>
          <p:spPr bwMode="auto">
            <a:xfrm>
              <a:off x="7025871" y="3451066"/>
              <a:ext cx="1512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(2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126" name="直接箭头连接符 125"/>
            <p:cNvCxnSpPr/>
            <p:nvPr/>
          </p:nvCxnSpPr>
          <p:spPr bwMode="auto">
            <a:xfrm flipH="1">
              <a:off x="2051717" y="2947066"/>
              <a:ext cx="1584176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7" name="Text Box 63"/>
            <p:cNvSpPr txBox="1">
              <a:spLocks noChangeArrowheads="1"/>
            </p:cNvSpPr>
            <p:nvPr/>
          </p:nvSpPr>
          <p:spPr bwMode="auto">
            <a:xfrm>
              <a:off x="4886316" y="3955122"/>
              <a:ext cx="10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28" name="直接箭头连接符 100"/>
            <p:cNvCxnSpPr/>
            <p:nvPr/>
          </p:nvCxnSpPr>
          <p:spPr bwMode="auto">
            <a:xfrm rot="16200000" flipH="1">
              <a:off x="7992317" y="2407010"/>
              <a:ext cx="216000" cy="1296000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9" name="直接箭头连接符 128"/>
            <p:cNvCxnSpPr/>
            <p:nvPr/>
          </p:nvCxnSpPr>
          <p:spPr bwMode="auto">
            <a:xfrm flipH="1">
              <a:off x="1979712" y="2010906"/>
              <a:ext cx="676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0" name="直接箭头连接符 129"/>
            <p:cNvCxnSpPr/>
            <p:nvPr/>
          </p:nvCxnSpPr>
          <p:spPr bwMode="auto">
            <a:xfrm>
              <a:off x="3131840" y="4387066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1" name="组合 130"/>
          <p:cNvGrpSpPr/>
          <p:nvPr/>
        </p:nvGrpSpPr>
        <p:grpSpPr>
          <a:xfrm>
            <a:off x="1115651" y="1336463"/>
            <a:ext cx="6768685" cy="3095427"/>
            <a:chOff x="1259664" y="908720"/>
            <a:chExt cx="6768685" cy="3095427"/>
          </a:xfrm>
        </p:grpSpPr>
        <p:sp>
          <p:nvSpPr>
            <p:cNvPr id="132" name="Text Box 63"/>
            <p:cNvSpPr txBox="1">
              <a:spLocks noChangeArrowheads="1"/>
            </p:cNvSpPr>
            <p:nvPr/>
          </p:nvSpPr>
          <p:spPr bwMode="auto">
            <a:xfrm>
              <a:off x="1259664" y="908720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0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63"/>
            <p:cNvSpPr txBox="1">
              <a:spLocks noChangeArrowheads="1"/>
            </p:cNvSpPr>
            <p:nvPr/>
          </p:nvSpPr>
          <p:spPr bwMode="auto">
            <a:xfrm>
              <a:off x="4211960" y="908720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63"/>
            <p:cNvSpPr txBox="1">
              <a:spLocks noChangeArrowheads="1"/>
            </p:cNvSpPr>
            <p:nvPr/>
          </p:nvSpPr>
          <p:spPr bwMode="auto">
            <a:xfrm>
              <a:off x="1547661" y="2132856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63"/>
            <p:cNvSpPr txBox="1">
              <a:spLocks noChangeArrowheads="1"/>
            </p:cNvSpPr>
            <p:nvPr/>
          </p:nvSpPr>
          <p:spPr bwMode="auto">
            <a:xfrm>
              <a:off x="3563888" y="2132856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63"/>
            <p:cNvSpPr txBox="1">
              <a:spLocks noChangeArrowheads="1"/>
            </p:cNvSpPr>
            <p:nvPr/>
          </p:nvSpPr>
          <p:spPr bwMode="auto">
            <a:xfrm>
              <a:off x="5004048" y="2133749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63"/>
            <p:cNvSpPr txBox="1">
              <a:spLocks noChangeArrowheads="1"/>
            </p:cNvSpPr>
            <p:nvPr/>
          </p:nvSpPr>
          <p:spPr bwMode="auto">
            <a:xfrm>
              <a:off x="7740349" y="2133749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63"/>
            <p:cNvSpPr txBox="1">
              <a:spLocks noChangeArrowheads="1"/>
            </p:cNvSpPr>
            <p:nvPr/>
          </p:nvSpPr>
          <p:spPr bwMode="auto">
            <a:xfrm>
              <a:off x="7092277" y="908720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63"/>
            <p:cNvSpPr txBox="1">
              <a:spLocks noChangeArrowheads="1"/>
            </p:cNvSpPr>
            <p:nvPr/>
          </p:nvSpPr>
          <p:spPr bwMode="auto">
            <a:xfrm>
              <a:off x="1763720" y="3429893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4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0" name="Text Box 63"/>
            <p:cNvSpPr txBox="1">
              <a:spLocks noChangeArrowheads="1"/>
            </p:cNvSpPr>
            <p:nvPr/>
          </p:nvSpPr>
          <p:spPr bwMode="auto">
            <a:xfrm>
              <a:off x="3419872" y="3429893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4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63"/>
            <p:cNvSpPr txBox="1">
              <a:spLocks noChangeArrowheads="1"/>
            </p:cNvSpPr>
            <p:nvPr/>
          </p:nvSpPr>
          <p:spPr bwMode="auto">
            <a:xfrm>
              <a:off x="3995933" y="299695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3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63"/>
            <p:cNvSpPr txBox="1">
              <a:spLocks noChangeArrowheads="1"/>
            </p:cNvSpPr>
            <p:nvPr/>
          </p:nvSpPr>
          <p:spPr bwMode="auto">
            <a:xfrm>
              <a:off x="6876253" y="299695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3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63"/>
            <p:cNvSpPr txBox="1">
              <a:spLocks noChangeArrowheads="1"/>
            </p:cNvSpPr>
            <p:nvPr/>
          </p:nvSpPr>
          <p:spPr bwMode="auto">
            <a:xfrm>
              <a:off x="5220104" y="3788147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4</a:t>
              </a:r>
              <a:endParaRPr lang="zh-CN" altLang="en-US" sz="1800" b="1" baseline="-180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 Box 90"/>
          <p:cNvSpPr txBox="1">
            <a:spLocks noChangeArrowheads="1"/>
          </p:cNvSpPr>
          <p:nvPr/>
        </p:nvSpPr>
        <p:spPr bwMode="auto">
          <a:xfrm>
            <a:off x="179388" y="360000"/>
            <a:ext cx="6558210" cy="50539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组织时序系统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设计时序信号形成电路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⑴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确定</a:t>
            </a:r>
            <a:r>
              <a:rPr lang="zh-CN" altLang="en-US" sz="2200" b="1" dirty="0">
                <a:latin typeface="宋体" panose="02010600030101010101" pitchFamily="2" charset="-122"/>
              </a:rPr>
              <a:t>次态产生函数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(T</a:t>
            </a:r>
            <a:r>
              <a:rPr lang="en-US" altLang="zh-CN" sz="1800" b="1" baseline="-25000" dirty="0" smtClean="0">
                <a:latin typeface="宋体" panose="02010600030101010101" pitchFamily="2" charset="-122"/>
              </a:rPr>
              <a:t>i</a:t>
            </a:r>
            <a:r>
              <a:rPr lang="en-US" altLang="zh-CN" sz="1800" b="1" baseline="30000" dirty="0" smtClean="0">
                <a:latin typeface="宋体" panose="02010600030101010101" pitchFamily="2" charset="-122"/>
              </a:rPr>
              <a:t>*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表示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T</a:t>
            </a:r>
            <a:r>
              <a:rPr lang="en-US" altLang="zh-CN" sz="1800" b="1" baseline="-25000" dirty="0" smtClean="0">
                <a:latin typeface="宋体" panose="02010600030101010101" pitchFamily="2" charset="-122"/>
              </a:rPr>
              <a:t>i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的次态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200" b="1" spc="-100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4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7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" name="Text Box 91"/>
          <p:cNvSpPr txBox="1">
            <a:spLocks noChangeArrowheads="1"/>
          </p:cNvSpPr>
          <p:nvPr/>
        </p:nvSpPr>
        <p:spPr bwMode="auto">
          <a:xfrm>
            <a:off x="2484120" y="360045"/>
            <a:ext cx="637984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5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个节拍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表示操作功能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个工作脉冲，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</a:t>
            </a:r>
            <a:r>
              <a:rPr lang="zh-CN" altLang="en-US" sz="2200" b="1" spc="-100" dirty="0" smtClean="0">
                <a:latin typeface="宋体" panose="02010600030101010101" pitchFamily="2" charset="-122"/>
                <a:sym typeface="+mn-ea"/>
              </a:rPr>
              <a:t>定时采用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联合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控制方式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；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4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种时序信号序列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适用条件如下图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endParaRPr lang="en-US" altLang="zh-CN" sz="1800" b="1" spc="-100" dirty="0" smtClean="0">
              <a:latin typeface="宋体" panose="02010600030101010101" pitchFamily="2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395536" y="1332000"/>
            <a:ext cx="8428198" cy="2664296"/>
            <a:chOff x="538386" y="2996952"/>
            <a:chExt cx="8428198" cy="2664296"/>
          </a:xfrm>
        </p:grpSpPr>
        <p:sp>
          <p:nvSpPr>
            <p:cNvPr id="134" name="Text Box 108"/>
            <p:cNvSpPr txBox="1">
              <a:spLocks noChangeArrowheads="1"/>
            </p:cNvSpPr>
            <p:nvPr/>
          </p:nvSpPr>
          <p:spPr bwMode="auto">
            <a:xfrm>
              <a:off x="538386" y="3284984"/>
              <a:ext cx="1225302" cy="237626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18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节拍脉冲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CP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取指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译码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 smtClean="0">
                  <a:latin typeface="宋体" panose="02010600030101010101" pitchFamily="2" charset="-122"/>
                </a:rPr>
                <a:t>1</a:t>
              </a:r>
              <a:endParaRPr lang="en-US" altLang="zh-CN" sz="18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执行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 smtClean="0">
                  <a:latin typeface="宋体" panose="02010600030101010101" pitchFamily="2" charset="-122"/>
                </a:rPr>
                <a:t>2</a:t>
              </a:r>
              <a:endParaRPr lang="en-US" altLang="zh-CN" sz="18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访存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 smtClean="0">
                  <a:latin typeface="宋体" panose="02010600030101010101" pitchFamily="2" charset="-122"/>
                </a:rPr>
                <a:t>3</a:t>
              </a:r>
              <a:endParaRPr lang="en-US" altLang="zh-CN" sz="1800" b="1" baseline="-14000" dirty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写回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)T</a:t>
              </a:r>
              <a:r>
                <a:rPr lang="en-US" altLang="zh-CN" sz="1800" b="1" baseline="-14000" dirty="0" smtClean="0">
                  <a:latin typeface="宋体" panose="02010600030101010101" pitchFamily="2" charset="-122"/>
                </a:rPr>
                <a:t>4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CP)P</a:t>
              </a:r>
              <a:r>
                <a:rPr lang="en-US" altLang="zh-CN" sz="1800" b="1" baseline="-14000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baseline="-14000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0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CP)P</a:t>
              </a:r>
              <a:r>
                <a:rPr lang="en-US" altLang="zh-CN" sz="1800" b="1" baseline="-14000" dirty="0" smtClean="0">
                  <a:latin typeface="宋体" panose="02010600030101010101" pitchFamily="2" charset="-122"/>
                </a:rPr>
                <a:t>1</a:t>
              </a:r>
              <a:endParaRPr lang="en-US" altLang="zh-CN" sz="1800" b="1" baseline="-14000" dirty="0">
                <a:latin typeface="宋体" panose="02010600030101010101" pitchFamily="2" charset="-122"/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>
            <a:xfrm flipH="1">
              <a:off x="8818376" y="3645024"/>
              <a:ext cx="4192" cy="2016224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>
              <a:off x="5794040" y="3573016"/>
              <a:ext cx="0" cy="208823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/>
          </p:nvCxnSpPr>
          <p:spPr>
            <a:xfrm>
              <a:off x="1907704" y="3573016"/>
              <a:ext cx="0" cy="208823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>
              <a:off x="3635896" y="3573016"/>
              <a:ext cx="0" cy="208823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/>
            <p:cNvSpPr txBox="1"/>
            <p:nvPr/>
          </p:nvSpPr>
          <p:spPr>
            <a:xfrm>
              <a:off x="2195736" y="2996952"/>
              <a:ext cx="1258044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/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R-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0" name="直接连接符 139"/>
            <p:cNvCxnSpPr/>
            <p:nvPr/>
          </p:nvCxnSpPr>
          <p:spPr>
            <a:xfrm>
              <a:off x="1907704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2123728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1907704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/>
          </p:nvCxnSpPr>
          <p:spPr>
            <a:xfrm>
              <a:off x="1907704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>
              <a:off x="1835696" y="3573016"/>
              <a:ext cx="72008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2123728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2555776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2339752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2339752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2555776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2987824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2771800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2771800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2987824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3419872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3203848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3203848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3419872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3851920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3635896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3635896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>
              <a:off x="3851920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>
              <a:off x="4283968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4067944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>
              <a:off x="4067944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>
              <a:off x="4283968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4716016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>
              <a:off x="4499992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>
              <a:off x="4499992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4716016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/>
            <p:nvPr/>
          </p:nvCxnSpPr>
          <p:spPr>
            <a:xfrm>
              <a:off x="5148064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/>
            <p:cNvCxnSpPr/>
            <p:nvPr/>
          </p:nvCxnSpPr>
          <p:spPr>
            <a:xfrm>
              <a:off x="4932040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4932040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/>
            <p:cNvCxnSpPr/>
            <p:nvPr/>
          </p:nvCxnSpPr>
          <p:spPr>
            <a:xfrm>
              <a:off x="5148064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5580112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5364088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5364088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5580112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>
              <a:off x="6012160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5796136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5796136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>
              <a:off x="6012160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>
              <a:off x="6228184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2339752" y="364979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1907704" y="364502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1907704" y="3645024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>
              <a:off x="1835696" y="3861048"/>
              <a:ext cx="7200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>
            <a:xfrm>
              <a:off x="2341848" y="3861048"/>
              <a:ext cx="130033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/>
            <p:nvPr/>
          </p:nvCxnSpPr>
          <p:spPr>
            <a:xfrm>
              <a:off x="2771800" y="3937826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/>
            <p:cNvCxnSpPr/>
            <p:nvPr/>
          </p:nvCxnSpPr>
          <p:spPr>
            <a:xfrm>
              <a:off x="2335560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>
              <a:off x="2335560" y="3933056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1837792" y="4149080"/>
              <a:ext cx="4998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/>
            <p:cNvCxnSpPr/>
            <p:nvPr/>
          </p:nvCxnSpPr>
          <p:spPr>
            <a:xfrm>
              <a:off x="2769704" y="4149080"/>
              <a:ext cx="130452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/>
            <p:cNvCxnSpPr/>
            <p:nvPr/>
          </p:nvCxnSpPr>
          <p:spPr>
            <a:xfrm>
              <a:off x="3203848" y="4225858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/>
            <p:nvPr/>
          </p:nvCxnSpPr>
          <p:spPr>
            <a:xfrm>
              <a:off x="2771800" y="4221088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/>
            <p:cNvCxnSpPr/>
            <p:nvPr/>
          </p:nvCxnSpPr>
          <p:spPr>
            <a:xfrm>
              <a:off x="2771800" y="4221088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>
              <a:off x="1837792" y="4437112"/>
              <a:ext cx="93191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3205944" y="4437112"/>
              <a:ext cx="130033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>
            <a:xfrm>
              <a:off x="4067944" y="364979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>
              <a:off x="3637992" y="364502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/>
            <p:nvPr/>
          </p:nvCxnSpPr>
          <p:spPr>
            <a:xfrm>
              <a:off x="3635896" y="3645024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连接符 200"/>
            <p:cNvCxnSpPr/>
            <p:nvPr/>
          </p:nvCxnSpPr>
          <p:spPr>
            <a:xfrm>
              <a:off x="4074232" y="3861048"/>
              <a:ext cx="172400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>
              <a:off x="4499992" y="3937826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4067944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4067944" y="3933056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>
              <a:off x="4502088" y="4149080"/>
              <a:ext cx="172819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>
              <a:off x="4932040" y="4225858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>
              <a:off x="4499992" y="4221088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>
              <a:off x="4499992" y="4221088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>
              <a:off x="4934136" y="4437112"/>
              <a:ext cx="172819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>
              <a:off x="6230280" y="364979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5798232" y="364502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5796136" y="3645024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>
              <a:off x="6234472" y="3861048"/>
              <a:ext cx="129195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>
              <a:off x="6662328" y="3937826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>
              <a:off x="6230280" y="393305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>
              <a:off x="6230280" y="3933056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>
              <a:off x="6662328" y="4149080"/>
              <a:ext cx="129614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>
              <a:off x="7094376" y="4225858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>
              <a:off x="6662328" y="4221088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>
              <a:off x="6662328" y="4221088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>
              <a:off x="7094376" y="4437112"/>
              <a:ext cx="129614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>
              <a:off x="7524328" y="364979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>
              <a:off x="7522232" y="3645024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>
              <a:off x="8822568" y="3645024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>
              <a:off x="8822568" y="3645024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>
              <a:off x="3635896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>
              <a:off x="3419872" y="3143260"/>
              <a:ext cx="213928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flipH="1">
              <a:off x="1907704" y="3140968"/>
              <a:ext cx="216024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>
              <a:off x="1835696" y="4725144"/>
              <a:ext cx="309583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>
              <a:off x="5364088" y="4513890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>
              <a:off x="4932040" y="450912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>
              <a:off x="4932040" y="4509120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>
              <a:off x="5366184" y="4725144"/>
              <a:ext cx="172400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>
              <a:off x="7526424" y="4513890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>
              <a:off x="7094376" y="4509120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>
              <a:off x="7094376" y="4509120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>
              <a:off x="7526424" y="4725144"/>
              <a:ext cx="1440160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>
              <a:off x="3635896" y="4801922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>
              <a:off x="3203848" y="4797152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>
              <a:off x="3203848" y="4797152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>
              <a:off x="1835696" y="5013176"/>
              <a:ext cx="136605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>
              <a:off x="3637992" y="5013176"/>
              <a:ext cx="172819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>
              <a:off x="5798232" y="4801922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>
              <a:off x="5366184" y="4797152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>
              <a:off x="5364088" y="4797152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>
              <a:off x="5798232" y="5013176"/>
              <a:ext cx="3168352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>
              <a:off x="7958472" y="3645024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>
              <a:off x="8390520" y="3933056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>
              <a:off x="7958472" y="3928286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>
              <a:off x="7958472" y="3928286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>
              <a:off x="8390520" y="4144310"/>
              <a:ext cx="576064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>
              <a:off x="8822568" y="4221088"/>
              <a:ext cx="0" cy="21125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>
              <a:off x="8390520" y="4216318"/>
              <a:ext cx="432048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>
              <a:off x="8390520" y="4216318"/>
              <a:ext cx="0" cy="216024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>
              <a:off x="8822568" y="4432342"/>
              <a:ext cx="14401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>
              <a:off x="7958472" y="3861048"/>
              <a:ext cx="864096" cy="0"/>
            </a:xfrm>
            <a:prstGeom prst="line">
              <a:avLst/>
            </a:prstGeom>
            <a:ln w="158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 flipH="1">
              <a:off x="7522232" y="3573016"/>
              <a:ext cx="2096" cy="2088232"/>
            </a:xfrm>
            <a:prstGeom prst="line">
              <a:avLst/>
            </a:prstGeom>
            <a:ln w="12700">
              <a:solidFill>
                <a:srgbClr val="FF33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flipH="1">
              <a:off x="1200324" y="5366866"/>
              <a:ext cx="216024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>
              <a:off x="6444208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>
              <a:off x="6228184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>
              <a:off x="6444208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>
              <a:off x="6876256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>
              <a:off x="6660232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>
              <a:off x="6660232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>
              <a:off x="6876256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>
              <a:off x="7308304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>
              <a:off x="7092280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>
              <a:off x="7092280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>
              <a:off x="7308304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>
              <a:off x="7740352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>
              <a:off x="7524328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>
            <a:xfrm>
              <a:off x="7524328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>
              <a:off x="7740352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>
              <a:off x="8172400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>
              <a:off x="7956376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>
              <a:off x="7956376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>
              <a:off x="8172400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>
              <a:off x="8604448" y="3361762"/>
              <a:ext cx="0" cy="21125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/>
            <p:cNvCxnSpPr/>
            <p:nvPr/>
          </p:nvCxnSpPr>
          <p:spPr>
            <a:xfrm>
              <a:off x="8388424" y="3356992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/>
            <p:cNvCxnSpPr/>
            <p:nvPr/>
          </p:nvCxnSpPr>
          <p:spPr>
            <a:xfrm>
              <a:off x="8388424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/>
            <p:cNvCxnSpPr/>
            <p:nvPr/>
          </p:nvCxnSpPr>
          <p:spPr>
            <a:xfrm>
              <a:off x="8604448" y="3573016"/>
              <a:ext cx="216024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/>
            <p:cNvCxnSpPr/>
            <p:nvPr/>
          </p:nvCxnSpPr>
          <p:spPr>
            <a:xfrm>
              <a:off x="8820472" y="3356992"/>
              <a:ext cx="146112" cy="0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/>
            <p:cNvCxnSpPr/>
            <p:nvPr/>
          </p:nvCxnSpPr>
          <p:spPr>
            <a:xfrm>
              <a:off x="8820472" y="3356992"/>
              <a:ext cx="0" cy="216024"/>
            </a:xfrm>
            <a:prstGeom prst="line">
              <a:avLst/>
            </a:prstGeom>
            <a:ln w="15875">
              <a:solidFill>
                <a:srgbClr val="CC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/>
            <p:cNvCxnSpPr/>
            <p:nvPr/>
          </p:nvCxnSpPr>
          <p:spPr>
            <a:xfrm>
              <a:off x="2123728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/>
            <p:cNvCxnSpPr/>
            <p:nvPr/>
          </p:nvCxnSpPr>
          <p:spPr>
            <a:xfrm>
              <a:off x="1907704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/>
            <p:cNvCxnSpPr/>
            <p:nvPr/>
          </p:nvCxnSpPr>
          <p:spPr>
            <a:xfrm>
              <a:off x="1907704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/>
            <p:cNvCxnSpPr/>
            <p:nvPr/>
          </p:nvCxnSpPr>
          <p:spPr>
            <a:xfrm>
              <a:off x="1835696" y="5301208"/>
              <a:ext cx="72008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/>
            <p:cNvCxnSpPr/>
            <p:nvPr/>
          </p:nvCxnSpPr>
          <p:spPr>
            <a:xfrm>
              <a:off x="2123728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/>
            <p:cNvCxnSpPr/>
            <p:nvPr/>
          </p:nvCxnSpPr>
          <p:spPr>
            <a:xfrm>
              <a:off x="2555776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/>
            <p:cNvCxnSpPr/>
            <p:nvPr/>
          </p:nvCxnSpPr>
          <p:spPr>
            <a:xfrm>
              <a:off x="2339752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连接符 290"/>
            <p:cNvCxnSpPr/>
            <p:nvPr/>
          </p:nvCxnSpPr>
          <p:spPr>
            <a:xfrm>
              <a:off x="233975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连接符 291"/>
            <p:cNvCxnSpPr/>
            <p:nvPr/>
          </p:nvCxnSpPr>
          <p:spPr>
            <a:xfrm>
              <a:off x="2555776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>
              <a:off x="2987824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>
              <a:off x="2771800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连接符 294"/>
            <p:cNvCxnSpPr/>
            <p:nvPr/>
          </p:nvCxnSpPr>
          <p:spPr>
            <a:xfrm>
              <a:off x="2771800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连接符 295"/>
            <p:cNvCxnSpPr/>
            <p:nvPr/>
          </p:nvCxnSpPr>
          <p:spPr>
            <a:xfrm>
              <a:off x="2987824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连接符 296"/>
            <p:cNvCxnSpPr/>
            <p:nvPr/>
          </p:nvCxnSpPr>
          <p:spPr>
            <a:xfrm>
              <a:off x="3419872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/>
            <p:cNvCxnSpPr/>
            <p:nvPr/>
          </p:nvCxnSpPr>
          <p:spPr>
            <a:xfrm>
              <a:off x="3203848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/>
          </p:nvCxnSpPr>
          <p:spPr>
            <a:xfrm>
              <a:off x="3203848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>
            <a:xfrm>
              <a:off x="3419872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/>
            <p:nvPr/>
          </p:nvCxnSpPr>
          <p:spPr>
            <a:xfrm>
              <a:off x="3854016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>
              <a:off x="3637992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连接符 302"/>
            <p:cNvCxnSpPr/>
            <p:nvPr/>
          </p:nvCxnSpPr>
          <p:spPr>
            <a:xfrm>
              <a:off x="363799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/>
            <p:nvPr/>
          </p:nvCxnSpPr>
          <p:spPr>
            <a:xfrm>
              <a:off x="3851920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>
              <a:off x="4283968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/>
            <p:nvPr/>
          </p:nvCxnSpPr>
          <p:spPr>
            <a:xfrm>
              <a:off x="4067944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/>
            <p:nvPr/>
          </p:nvCxnSpPr>
          <p:spPr>
            <a:xfrm>
              <a:off x="4067944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/>
            <p:nvPr/>
          </p:nvCxnSpPr>
          <p:spPr>
            <a:xfrm>
              <a:off x="4283968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/>
            <p:cNvCxnSpPr/>
            <p:nvPr/>
          </p:nvCxnSpPr>
          <p:spPr>
            <a:xfrm>
              <a:off x="4716016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/>
            <p:cNvCxnSpPr/>
            <p:nvPr/>
          </p:nvCxnSpPr>
          <p:spPr>
            <a:xfrm>
              <a:off x="4499992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/>
            <p:cNvCxnSpPr/>
            <p:nvPr/>
          </p:nvCxnSpPr>
          <p:spPr>
            <a:xfrm>
              <a:off x="449999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/>
            <p:cNvCxnSpPr/>
            <p:nvPr/>
          </p:nvCxnSpPr>
          <p:spPr>
            <a:xfrm>
              <a:off x="4716016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/>
            <p:cNvCxnSpPr/>
            <p:nvPr/>
          </p:nvCxnSpPr>
          <p:spPr>
            <a:xfrm>
              <a:off x="5148064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/>
            <p:cNvCxnSpPr/>
            <p:nvPr/>
          </p:nvCxnSpPr>
          <p:spPr>
            <a:xfrm>
              <a:off x="4932040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连接符 314"/>
            <p:cNvCxnSpPr/>
            <p:nvPr/>
          </p:nvCxnSpPr>
          <p:spPr>
            <a:xfrm>
              <a:off x="4932040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连接符 315"/>
            <p:cNvCxnSpPr/>
            <p:nvPr/>
          </p:nvCxnSpPr>
          <p:spPr>
            <a:xfrm>
              <a:off x="5148064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连接符 316"/>
            <p:cNvCxnSpPr/>
            <p:nvPr/>
          </p:nvCxnSpPr>
          <p:spPr>
            <a:xfrm>
              <a:off x="5580112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/>
            <p:cNvCxnSpPr/>
            <p:nvPr/>
          </p:nvCxnSpPr>
          <p:spPr>
            <a:xfrm>
              <a:off x="5364088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接连接符 318"/>
            <p:cNvCxnSpPr/>
            <p:nvPr/>
          </p:nvCxnSpPr>
          <p:spPr>
            <a:xfrm>
              <a:off x="5364088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/>
            <p:cNvCxnSpPr/>
            <p:nvPr/>
          </p:nvCxnSpPr>
          <p:spPr>
            <a:xfrm>
              <a:off x="5580112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直接连接符 320"/>
            <p:cNvCxnSpPr/>
            <p:nvPr/>
          </p:nvCxnSpPr>
          <p:spPr>
            <a:xfrm>
              <a:off x="6012160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/>
            <p:cNvCxnSpPr/>
            <p:nvPr/>
          </p:nvCxnSpPr>
          <p:spPr>
            <a:xfrm>
              <a:off x="5796136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直接连接符 322"/>
            <p:cNvCxnSpPr/>
            <p:nvPr/>
          </p:nvCxnSpPr>
          <p:spPr>
            <a:xfrm>
              <a:off x="5796136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直接连接符 323"/>
            <p:cNvCxnSpPr/>
            <p:nvPr/>
          </p:nvCxnSpPr>
          <p:spPr>
            <a:xfrm>
              <a:off x="6012160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/>
            <p:cNvCxnSpPr/>
            <p:nvPr/>
          </p:nvCxnSpPr>
          <p:spPr>
            <a:xfrm>
              <a:off x="6228184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/>
            <p:cNvCxnSpPr/>
            <p:nvPr/>
          </p:nvCxnSpPr>
          <p:spPr>
            <a:xfrm>
              <a:off x="6444208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/>
            <p:cNvCxnSpPr/>
            <p:nvPr/>
          </p:nvCxnSpPr>
          <p:spPr>
            <a:xfrm>
              <a:off x="6228184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/>
            <p:cNvCxnSpPr/>
            <p:nvPr/>
          </p:nvCxnSpPr>
          <p:spPr>
            <a:xfrm>
              <a:off x="6444208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/>
            <p:cNvCxnSpPr/>
            <p:nvPr/>
          </p:nvCxnSpPr>
          <p:spPr>
            <a:xfrm>
              <a:off x="6876256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/>
            <p:cNvCxnSpPr/>
            <p:nvPr/>
          </p:nvCxnSpPr>
          <p:spPr>
            <a:xfrm>
              <a:off x="6660232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/>
            <p:cNvCxnSpPr/>
            <p:nvPr/>
          </p:nvCxnSpPr>
          <p:spPr>
            <a:xfrm>
              <a:off x="666023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连接符 331"/>
            <p:cNvCxnSpPr/>
            <p:nvPr/>
          </p:nvCxnSpPr>
          <p:spPr>
            <a:xfrm>
              <a:off x="6876256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连接符 332"/>
            <p:cNvCxnSpPr/>
            <p:nvPr/>
          </p:nvCxnSpPr>
          <p:spPr>
            <a:xfrm>
              <a:off x="7308304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/>
            <p:cNvCxnSpPr/>
            <p:nvPr/>
          </p:nvCxnSpPr>
          <p:spPr>
            <a:xfrm>
              <a:off x="7092280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连接符 334"/>
            <p:cNvCxnSpPr/>
            <p:nvPr/>
          </p:nvCxnSpPr>
          <p:spPr>
            <a:xfrm>
              <a:off x="7092280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接连接符 335"/>
            <p:cNvCxnSpPr/>
            <p:nvPr/>
          </p:nvCxnSpPr>
          <p:spPr>
            <a:xfrm>
              <a:off x="7308304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接连接符 336"/>
            <p:cNvCxnSpPr/>
            <p:nvPr/>
          </p:nvCxnSpPr>
          <p:spPr>
            <a:xfrm>
              <a:off x="7740352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/>
            <p:cNvCxnSpPr/>
            <p:nvPr/>
          </p:nvCxnSpPr>
          <p:spPr>
            <a:xfrm>
              <a:off x="7524328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连接符 338"/>
            <p:cNvCxnSpPr/>
            <p:nvPr/>
          </p:nvCxnSpPr>
          <p:spPr>
            <a:xfrm>
              <a:off x="7524328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直接连接符 339"/>
            <p:cNvCxnSpPr/>
            <p:nvPr/>
          </p:nvCxnSpPr>
          <p:spPr>
            <a:xfrm>
              <a:off x="7740352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直接连接符 340"/>
            <p:cNvCxnSpPr/>
            <p:nvPr/>
          </p:nvCxnSpPr>
          <p:spPr>
            <a:xfrm>
              <a:off x="8172400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连接符 341"/>
            <p:cNvCxnSpPr/>
            <p:nvPr/>
          </p:nvCxnSpPr>
          <p:spPr>
            <a:xfrm>
              <a:off x="7956376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直接连接符 342"/>
            <p:cNvCxnSpPr/>
            <p:nvPr/>
          </p:nvCxnSpPr>
          <p:spPr>
            <a:xfrm>
              <a:off x="7956376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直接连接符 343"/>
            <p:cNvCxnSpPr/>
            <p:nvPr/>
          </p:nvCxnSpPr>
          <p:spPr>
            <a:xfrm>
              <a:off x="8172400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直接连接符 344"/>
            <p:cNvCxnSpPr/>
            <p:nvPr/>
          </p:nvCxnSpPr>
          <p:spPr>
            <a:xfrm>
              <a:off x="8604448" y="5089954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345"/>
            <p:cNvCxnSpPr/>
            <p:nvPr/>
          </p:nvCxnSpPr>
          <p:spPr>
            <a:xfrm>
              <a:off x="8388424" y="5085184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直接连接符 346"/>
            <p:cNvCxnSpPr/>
            <p:nvPr/>
          </p:nvCxnSpPr>
          <p:spPr>
            <a:xfrm>
              <a:off x="8388424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直接连接符 347"/>
            <p:cNvCxnSpPr/>
            <p:nvPr/>
          </p:nvCxnSpPr>
          <p:spPr>
            <a:xfrm>
              <a:off x="8604448" y="5301208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连接符 348"/>
            <p:cNvCxnSpPr/>
            <p:nvPr/>
          </p:nvCxnSpPr>
          <p:spPr>
            <a:xfrm>
              <a:off x="8820472" y="5085184"/>
              <a:ext cx="14611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接连接符 349"/>
            <p:cNvCxnSpPr/>
            <p:nvPr/>
          </p:nvCxnSpPr>
          <p:spPr>
            <a:xfrm>
              <a:off x="8820472" y="5085184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接连接符 350"/>
            <p:cNvCxnSpPr/>
            <p:nvPr/>
          </p:nvCxnSpPr>
          <p:spPr>
            <a:xfrm>
              <a:off x="233765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直接连接符 351"/>
            <p:cNvCxnSpPr/>
            <p:nvPr/>
          </p:nvCxnSpPr>
          <p:spPr>
            <a:xfrm>
              <a:off x="2121632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直接连接符 352"/>
            <p:cNvCxnSpPr/>
            <p:nvPr/>
          </p:nvCxnSpPr>
          <p:spPr>
            <a:xfrm>
              <a:off x="2121632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连接符 353"/>
            <p:cNvCxnSpPr/>
            <p:nvPr/>
          </p:nvCxnSpPr>
          <p:spPr>
            <a:xfrm>
              <a:off x="1835696" y="5589240"/>
              <a:ext cx="285936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直接连接符 354"/>
            <p:cNvCxnSpPr/>
            <p:nvPr/>
          </p:nvCxnSpPr>
          <p:spPr>
            <a:xfrm>
              <a:off x="2337656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直接连接符 355"/>
            <p:cNvCxnSpPr/>
            <p:nvPr/>
          </p:nvCxnSpPr>
          <p:spPr>
            <a:xfrm>
              <a:off x="2769704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直接连接符 356"/>
            <p:cNvCxnSpPr/>
            <p:nvPr/>
          </p:nvCxnSpPr>
          <p:spPr>
            <a:xfrm>
              <a:off x="2553680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连接符 357"/>
            <p:cNvCxnSpPr/>
            <p:nvPr/>
          </p:nvCxnSpPr>
          <p:spPr>
            <a:xfrm>
              <a:off x="2553680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接连接符 358"/>
            <p:cNvCxnSpPr/>
            <p:nvPr/>
          </p:nvCxnSpPr>
          <p:spPr>
            <a:xfrm>
              <a:off x="2769704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接连接符 359"/>
            <p:cNvCxnSpPr/>
            <p:nvPr/>
          </p:nvCxnSpPr>
          <p:spPr>
            <a:xfrm>
              <a:off x="3201752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直接连接符 360"/>
            <p:cNvCxnSpPr/>
            <p:nvPr/>
          </p:nvCxnSpPr>
          <p:spPr>
            <a:xfrm>
              <a:off x="2985728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接连接符 361"/>
            <p:cNvCxnSpPr/>
            <p:nvPr/>
          </p:nvCxnSpPr>
          <p:spPr>
            <a:xfrm>
              <a:off x="2985728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/>
            <p:cNvCxnSpPr/>
            <p:nvPr/>
          </p:nvCxnSpPr>
          <p:spPr>
            <a:xfrm>
              <a:off x="3201752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连接符 363"/>
            <p:cNvCxnSpPr/>
            <p:nvPr/>
          </p:nvCxnSpPr>
          <p:spPr>
            <a:xfrm>
              <a:off x="363589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/>
            <p:cNvCxnSpPr/>
            <p:nvPr/>
          </p:nvCxnSpPr>
          <p:spPr>
            <a:xfrm>
              <a:off x="3417776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/>
            <p:cNvCxnSpPr/>
            <p:nvPr/>
          </p:nvCxnSpPr>
          <p:spPr>
            <a:xfrm>
              <a:off x="3417776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/>
            <p:cNvCxnSpPr/>
            <p:nvPr/>
          </p:nvCxnSpPr>
          <p:spPr>
            <a:xfrm>
              <a:off x="3635896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/>
            <p:cNvCxnSpPr/>
            <p:nvPr/>
          </p:nvCxnSpPr>
          <p:spPr>
            <a:xfrm>
              <a:off x="4065848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/>
            <p:cNvCxnSpPr/>
            <p:nvPr/>
          </p:nvCxnSpPr>
          <p:spPr>
            <a:xfrm>
              <a:off x="3849824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/>
            <p:cNvCxnSpPr/>
            <p:nvPr/>
          </p:nvCxnSpPr>
          <p:spPr>
            <a:xfrm>
              <a:off x="3851920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/>
            <p:cNvCxnSpPr/>
            <p:nvPr/>
          </p:nvCxnSpPr>
          <p:spPr>
            <a:xfrm>
              <a:off x="4065848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/>
            <p:cNvCxnSpPr/>
            <p:nvPr/>
          </p:nvCxnSpPr>
          <p:spPr>
            <a:xfrm>
              <a:off x="449789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直接连接符 372"/>
            <p:cNvCxnSpPr/>
            <p:nvPr/>
          </p:nvCxnSpPr>
          <p:spPr>
            <a:xfrm>
              <a:off x="4281872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直接连接符 373"/>
            <p:cNvCxnSpPr/>
            <p:nvPr/>
          </p:nvCxnSpPr>
          <p:spPr>
            <a:xfrm>
              <a:off x="4281872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/>
            <p:cNvCxnSpPr/>
            <p:nvPr/>
          </p:nvCxnSpPr>
          <p:spPr>
            <a:xfrm>
              <a:off x="4497896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/>
            <p:cNvCxnSpPr/>
            <p:nvPr/>
          </p:nvCxnSpPr>
          <p:spPr>
            <a:xfrm>
              <a:off x="4929944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/>
            <p:cNvCxnSpPr/>
            <p:nvPr/>
          </p:nvCxnSpPr>
          <p:spPr>
            <a:xfrm>
              <a:off x="4713920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/>
            <p:cNvCxnSpPr/>
            <p:nvPr/>
          </p:nvCxnSpPr>
          <p:spPr>
            <a:xfrm>
              <a:off x="4713920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连接符 378"/>
            <p:cNvCxnSpPr/>
            <p:nvPr/>
          </p:nvCxnSpPr>
          <p:spPr>
            <a:xfrm>
              <a:off x="4929944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接连接符 379"/>
            <p:cNvCxnSpPr/>
            <p:nvPr/>
          </p:nvCxnSpPr>
          <p:spPr>
            <a:xfrm>
              <a:off x="5361992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连接符 380"/>
            <p:cNvCxnSpPr/>
            <p:nvPr/>
          </p:nvCxnSpPr>
          <p:spPr>
            <a:xfrm>
              <a:off x="5145968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连接符 381"/>
            <p:cNvCxnSpPr/>
            <p:nvPr/>
          </p:nvCxnSpPr>
          <p:spPr>
            <a:xfrm>
              <a:off x="5145968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接连接符 382"/>
            <p:cNvCxnSpPr/>
            <p:nvPr/>
          </p:nvCxnSpPr>
          <p:spPr>
            <a:xfrm>
              <a:off x="5361992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连接符 383"/>
            <p:cNvCxnSpPr/>
            <p:nvPr/>
          </p:nvCxnSpPr>
          <p:spPr>
            <a:xfrm>
              <a:off x="5794040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连接符 384"/>
            <p:cNvCxnSpPr/>
            <p:nvPr/>
          </p:nvCxnSpPr>
          <p:spPr>
            <a:xfrm>
              <a:off x="5578016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连接符 385"/>
            <p:cNvCxnSpPr/>
            <p:nvPr/>
          </p:nvCxnSpPr>
          <p:spPr>
            <a:xfrm>
              <a:off x="5578016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直接连接符 386"/>
            <p:cNvCxnSpPr/>
            <p:nvPr/>
          </p:nvCxnSpPr>
          <p:spPr>
            <a:xfrm>
              <a:off x="5794040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直接连接符 387"/>
            <p:cNvCxnSpPr/>
            <p:nvPr/>
          </p:nvCxnSpPr>
          <p:spPr>
            <a:xfrm>
              <a:off x="6226088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连接符 388"/>
            <p:cNvCxnSpPr/>
            <p:nvPr/>
          </p:nvCxnSpPr>
          <p:spPr>
            <a:xfrm>
              <a:off x="6010064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连接符 389"/>
            <p:cNvCxnSpPr/>
            <p:nvPr/>
          </p:nvCxnSpPr>
          <p:spPr>
            <a:xfrm>
              <a:off x="6010064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/>
            <p:cNvCxnSpPr/>
            <p:nvPr/>
          </p:nvCxnSpPr>
          <p:spPr>
            <a:xfrm>
              <a:off x="6226088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连接符 391"/>
            <p:cNvCxnSpPr/>
            <p:nvPr/>
          </p:nvCxnSpPr>
          <p:spPr>
            <a:xfrm>
              <a:off x="6442112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连接符 392"/>
            <p:cNvCxnSpPr/>
            <p:nvPr/>
          </p:nvCxnSpPr>
          <p:spPr>
            <a:xfrm>
              <a:off x="665813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直接连接符 393"/>
            <p:cNvCxnSpPr/>
            <p:nvPr/>
          </p:nvCxnSpPr>
          <p:spPr>
            <a:xfrm>
              <a:off x="6442112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连接符 394"/>
            <p:cNvCxnSpPr/>
            <p:nvPr/>
          </p:nvCxnSpPr>
          <p:spPr>
            <a:xfrm>
              <a:off x="6658136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/>
            <p:cNvCxnSpPr/>
            <p:nvPr/>
          </p:nvCxnSpPr>
          <p:spPr>
            <a:xfrm>
              <a:off x="7090184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连接符 396"/>
            <p:cNvCxnSpPr/>
            <p:nvPr/>
          </p:nvCxnSpPr>
          <p:spPr>
            <a:xfrm>
              <a:off x="6874160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连接符 397"/>
            <p:cNvCxnSpPr/>
            <p:nvPr/>
          </p:nvCxnSpPr>
          <p:spPr>
            <a:xfrm>
              <a:off x="6874160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直接连接符 398"/>
            <p:cNvCxnSpPr/>
            <p:nvPr/>
          </p:nvCxnSpPr>
          <p:spPr>
            <a:xfrm>
              <a:off x="7090184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连接符 399"/>
            <p:cNvCxnSpPr/>
            <p:nvPr/>
          </p:nvCxnSpPr>
          <p:spPr>
            <a:xfrm>
              <a:off x="7522232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直接连接符 400"/>
            <p:cNvCxnSpPr/>
            <p:nvPr/>
          </p:nvCxnSpPr>
          <p:spPr>
            <a:xfrm>
              <a:off x="7306208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直接连接符 401"/>
            <p:cNvCxnSpPr/>
            <p:nvPr/>
          </p:nvCxnSpPr>
          <p:spPr>
            <a:xfrm>
              <a:off x="7306208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直接连接符 402"/>
            <p:cNvCxnSpPr/>
            <p:nvPr/>
          </p:nvCxnSpPr>
          <p:spPr>
            <a:xfrm>
              <a:off x="7522232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连接符 403"/>
            <p:cNvCxnSpPr/>
            <p:nvPr/>
          </p:nvCxnSpPr>
          <p:spPr>
            <a:xfrm>
              <a:off x="7954280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直接连接符 404"/>
            <p:cNvCxnSpPr/>
            <p:nvPr/>
          </p:nvCxnSpPr>
          <p:spPr>
            <a:xfrm>
              <a:off x="7738256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/>
            <p:cNvCxnSpPr/>
            <p:nvPr/>
          </p:nvCxnSpPr>
          <p:spPr>
            <a:xfrm>
              <a:off x="7738256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连接符 406"/>
            <p:cNvCxnSpPr/>
            <p:nvPr/>
          </p:nvCxnSpPr>
          <p:spPr>
            <a:xfrm>
              <a:off x="7954280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/>
            <p:cNvCxnSpPr/>
            <p:nvPr/>
          </p:nvCxnSpPr>
          <p:spPr>
            <a:xfrm>
              <a:off x="8386328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/>
            <p:cNvCxnSpPr/>
            <p:nvPr/>
          </p:nvCxnSpPr>
          <p:spPr>
            <a:xfrm>
              <a:off x="8170304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/>
            <p:cNvCxnSpPr/>
            <p:nvPr/>
          </p:nvCxnSpPr>
          <p:spPr>
            <a:xfrm>
              <a:off x="8170304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/>
            <p:cNvCxnSpPr/>
            <p:nvPr/>
          </p:nvCxnSpPr>
          <p:spPr>
            <a:xfrm>
              <a:off x="8386328" y="5589240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/>
            <p:cNvCxnSpPr/>
            <p:nvPr/>
          </p:nvCxnSpPr>
          <p:spPr>
            <a:xfrm>
              <a:off x="8818376" y="5377986"/>
              <a:ext cx="0" cy="21125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/>
            <p:cNvCxnSpPr/>
            <p:nvPr/>
          </p:nvCxnSpPr>
          <p:spPr>
            <a:xfrm>
              <a:off x="8602352" y="5373216"/>
              <a:ext cx="216024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/>
            <p:cNvCxnSpPr/>
            <p:nvPr/>
          </p:nvCxnSpPr>
          <p:spPr>
            <a:xfrm>
              <a:off x="8602352" y="5373216"/>
              <a:ext cx="0" cy="216024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/>
            <p:cNvCxnSpPr/>
            <p:nvPr/>
          </p:nvCxnSpPr>
          <p:spPr>
            <a:xfrm>
              <a:off x="8820472" y="5589240"/>
              <a:ext cx="146112" cy="0"/>
            </a:xfrm>
            <a:prstGeom prst="line">
              <a:avLst/>
            </a:prstGeom>
            <a:ln w="15875">
              <a:solidFill>
                <a:srgbClr val="99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TextBox 415"/>
            <p:cNvSpPr txBox="1"/>
            <p:nvPr/>
          </p:nvSpPr>
          <p:spPr>
            <a:xfrm>
              <a:off x="4106044" y="2996952"/>
              <a:ext cx="1258044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lw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17" name="直接连接符 416"/>
            <p:cNvCxnSpPr/>
            <p:nvPr/>
          </p:nvCxnSpPr>
          <p:spPr>
            <a:xfrm>
              <a:off x="5366184" y="3143260"/>
              <a:ext cx="42995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连接符 417"/>
            <p:cNvCxnSpPr/>
            <p:nvPr/>
          </p:nvCxnSpPr>
          <p:spPr>
            <a:xfrm flipH="1">
              <a:off x="3633800" y="3143260"/>
              <a:ext cx="432048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连接符 418"/>
            <p:cNvCxnSpPr/>
            <p:nvPr/>
          </p:nvCxnSpPr>
          <p:spPr>
            <a:xfrm>
              <a:off x="5796136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TextBox 419"/>
            <p:cNvSpPr txBox="1"/>
            <p:nvPr/>
          </p:nvSpPr>
          <p:spPr>
            <a:xfrm>
              <a:off x="6084168" y="2996952"/>
              <a:ext cx="1258044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l"/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sw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指令周期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21" name="直接连接符 420"/>
            <p:cNvCxnSpPr/>
            <p:nvPr/>
          </p:nvCxnSpPr>
          <p:spPr>
            <a:xfrm>
              <a:off x="7308304" y="3143260"/>
              <a:ext cx="218120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连接符 421"/>
            <p:cNvCxnSpPr/>
            <p:nvPr/>
          </p:nvCxnSpPr>
          <p:spPr>
            <a:xfrm flipH="1">
              <a:off x="5794040" y="3143260"/>
              <a:ext cx="220216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/>
            <p:cNvCxnSpPr/>
            <p:nvPr/>
          </p:nvCxnSpPr>
          <p:spPr>
            <a:xfrm>
              <a:off x="7526424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TextBox 423"/>
            <p:cNvSpPr txBox="1"/>
            <p:nvPr/>
          </p:nvSpPr>
          <p:spPr>
            <a:xfrm>
              <a:off x="7740352" y="2996952"/>
              <a:ext cx="862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beq</a:t>
              </a:r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指令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25" name="直接连接符 424"/>
            <p:cNvCxnSpPr/>
            <p:nvPr/>
          </p:nvCxnSpPr>
          <p:spPr>
            <a:xfrm>
              <a:off x="8602352" y="3143260"/>
              <a:ext cx="216024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/>
            <p:cNvCxnSpPr/>
            <p:nvPr/>
          </p:nvCxnSpPr>
          <p:spPr>
            <a:xfrm flipH="1">
              <a:off x="7524328" y="3143260"/>
              <a:ext cx="213928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/>
            <p:cNvCxnSpPr/>
            <p:nvPr/>
          </p:nvCxnSpPr>
          <p:spPr>
            <a:xfrm>
              <a:off x="8818376" y="3068960"/>
              <a:ext cx="0" cy="216024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3" name="组合 442"/>
          <p:cNvGrpSpPr/>
          <p:nvPr/>
        </p:nvGrpSpPr>
        <p:grpSpPr>
          <a:xfrm>
            <a:off x="972488" y="4869666"/>
            <a:ext cx="8064000" cy="1245235"/>
            <a:chOff x="179388" y="4005064"/>
            <a:chExt cx="8064000" cy="1245235"/>
          </a:xfrm>
        </p:grpSpPr>
        <p:sp>
          <p:nvSpPr>
            <p:cNvPr id="444" name="Text Box 92"/>
            <p:cNvSpPr txBox="1">
              <a:spLocks noChangeArrowheads="1"/>
            </p:cNvSpPr>
            <p:nvPr/>
          </p:nvSpPr>
          <p:spPr bwMode="auto">
            <a:xfrm>
              <a:off x="179388" y="4005064"/>
              <a:ext cx="8064000" cy="124523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  <a:ea typeface="+mn-ea"/>
                </a:rPr>
                <a:t>1</a:t>
              </a:r>
              <a:r>
                <a:rPr lang="en-US" altLang="zh-CN" sz="2000" b="1" baseline="30000" dirty="0" smtClean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0</a:t>
              </a:r>
              <a:r>
                <a:rPr lang="zh-CN" altLang="zh-CN" sz="2000" b="1" dirty="0">
                  <a:latin typeface="+mn-ea"/>
                  <a:ea typeface="+mn-ea"/>
                </a:rPr>
                <a:t>，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2</a:t>
              </a:r>
              <a:r>
                <a:rPr lang="en-US" altLang="zh-CN" sz="2000" b="1" baseline="30000" dirty="0" smtClean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1</a:t>
              </a:r>
              <a:r>
                <a:rPr lang="zh-CN" altLang="zh-CN" sz="2000" b="1" dirty="0">
                  <a:latin typeface="+mn-ea"/>
                  <a:ea typeface="+mn-ea"/>
                </a:rPr>
                <a:t>，</a:t>
              </a:r>
              <a:r>
                <a:rPr lang="en-US" altLang="zh-CN" sz="2000" b="1" dirty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>
                  <a:latin typeface="+mn-ea"/>
                  <a:ea typeface="+mn-ea"/>
                </a:rPr>
                <a:t>3</a:t>
              </a:r>
              <a:r>
                <a:rPr lang="en-US" altLang="zh-CN" sz="2000" b="1" baseline="30000" dirty="0" smtClean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(</a:t>
              </a:r>
              <a:r>
                <a:rPr lang="en-US" altLang="zh-CN" sz="2000" b="1" dirty="0" err="1">
                  <a:latin typeface="+mn-ea"/>
                  <a:ea typeface="+mn-ea"/>
                </a:rPr>
                <a:t>lw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 err="1">
                  <a:latin typeface="+mn-ea"/>
                  <a:ea typeface="+mn-ea"/>
                </a:rPr>
                <a:t>sw</a:t>
              </a:r>
              <a:r>
                <a:rPr lang="en-US" altLang="zh-CN" sz="2000" b="1" dirty="0">
                  <a:latin typeface="+mn-ea"/>
                  <a:ea typeface="+mn-ea"/>
                </a:rPr>
                <a:t>)</a:t>
              </a:r>
              <a:r>
                <a:rPr lang="en-US" altLang="zh-CN" sz="2000" b="1" dirty="0" smtClean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  <a:ea typeface="+mn-ea"/>
                </a:rPr>
                <a:t>2</a:t>
              </a:r>
              <a:r>
                <a:rPr lang="zh-CN" altLang="zh-CN" sz="2000" b="1" dirty="0" smtClean="0">
                  <a:latin typeface="+mn-ea"/>
                  <a:ea typeface="+mn-ea"/>
                </a:rPr>
                <a:t>，</a:t>
              </a: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  <a:ea typeface="+mn-ea"/>
                </a:rPr>
                <a:t>4</a:t>
              </a:r>
              <a:r>
                <a:rPr lang="en-US" altLang="zh-CN" sz="2000" b="1" baseline="30000" dirty="0" smtClean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(add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>
                  <a:latin typeface="+mn-ea"/>
                  <a:ea typeface="+mn-ea"/>
                </a:rPr>
                <a:t>sub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 err="1">
                  <a:latin typeface="+mn-ea"/>
                  <a:ea typeface="+mn-ea"/>
                </a:rPr>
                <a:t>ori</a:t>
              </a:r>
              <a:r>
                <a:rPr lang="en-US" altLang="zh-CN" sz="2000" b="1" dirty="0">
                  <a:latin typeface="+mn-ea"/>
                  <a:ea typeface="+mn-ea"/>
                </a:rPr>
                <a:t>)</a:t>
              </a:r>
              <a:r>
                <a:rPr lang="en-US" altLang="zh-CN" sz="2000" b="1" dirty="0" smtClean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  <a:ea typeface="+mn-ea"/>
                </a:rPr>
                <a:t>2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 smtClean="0">
                  <a:latin typeface="+mn-ea"/>
                  <a:ea typeface="+mn-ea"/>
                </a:rPr>
                <a:t>lw</a:t>
              </a:r>
              <a:r>
                <a:rPr lang="en-US" altLang="zh-CN" sz="2000" b="1" dirty="0" smtClean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  <a:ea typeface="+mn-ea"/>
                </a:rPr>
                <a:t>3</a:t>
              </a:r>
              <a:r>
                <a:rPr lang="zh-CN" altLang="zh-CN" sz="2000" b="1" dirty="0" smtClean="0">
                  <a:latin typeface="+mn-ea"/>
                  <a:ea typeface="+mn-ea"/>
                </a:rPr>
                <a:t>，</a:t>
              </a:r>
              <a:endParaRPr lang="en-US" altLang="zh-CN" sz="2000" b="1" dirty="0" smtClean="0">
                <a:latin typeface="+mn-ea"/>
                <a:ea typeface="+mn-ea"/>
              </a:endParaRPr>
            </a:p>
            <a:p>
              <a:pPr algn="l">
                <a:lnSpc>
                  <a:spcPct val="125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25000" dirty="0" smtClean="0">
                  <a:latin typeface="+mn-ea"/>
                  <a:ea typeface="+mn-ea"/>
                </a:rPr>
                <a:t>0</a:t>
              </a:r>
              <a:r>
                <a:rPr lang="en-US" altLang="zh-CN" sz="2000" b="1" baseline="30000" dirty="0" smtClean="0">
                  <a:latin typeface="宋体" panose="02010600030101010101" pitchFamily="2" charset="-122"/>
                  <a:sym typeface="+mn-ea"/>
                </a:rPr>
                <a:t>*</a:t>
              </a:r>
              <a:r>
                <a:rPr lang="zh-CN" altLang="zh-CN" sz="2000" b="1" dirty="0">
                  <a:latin typeface="+mn-ea"/>
                  <a:ea typeface="+mn-ea"/>
                </a:rPr>
                <a:t>＝</a:t>
              </a:r>
              <a:r>
                <a:rPr lang="en-US" altLang="zh-CN" sz="2000" b="1" dirty="0">
                  <a:latin typeface="+mn-ea"/>
                  <a:ea typeface="+mn-ea"/>
                </a:rPr>
                <a:t>(add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>
                  <a:latin typeface="+mn-ea"/>
                  <a:ea typeface="+mn-ea"/>
                </a:rPr>
                <a:t>sub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 err="1">
                  <a:latin typeface="+mn-ea"/>
                  <a:ea typeface="+mn-ea"/>
                </a:rPr>
                <a:t>ori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 err="1">
                  <a:latin typeface="+mn-ea"/>
                  <a:ea typeface="+mn-ea"/>
                </a:rPr>
                <a:t>lw</a:t>
              </a:r>
              <a:r>
                <a:rPr lang="en-US" altLang="zh-CN" sz="2000" b="1" dirty="0">
                  <a:latin typeface="+mn-ea"/>
                  <a:ea typeface="+mn-ea"/>
                </a:rPr>
                <a:t>)</a:t>
              </a:r>
              <a:r>
                <a:rPr lang="en-US" altLang="zh-CN" sz="2000" b="1" dirty="0" smtClean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  <a:ea typeface="+mn-ea"/>
                </a:rPr>
                <a:t>4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 smtClean="0">
                  <a:latin typeface="+mn-ea"/>
                  <a:ea typeface="+mn-ea"/>
                </a:rPr>
                <a:t>sw</a:t>
              </a:r>
              <a:r>
                <a:rPr lang="en-US" altLang="zh-CN" sz="2000" b="1" dirty="0" smtClean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  <a:ea typeface="+mn-ea"/>
                </a:rPr>
                <a:t>3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>
                  <a:latin typeface="+mn-ea"/>
                  <a:ea typeface="+mn-ea"/>
                </a:rPr>
                <a:t>(</a:t>
              </a:r>
              <a:r>
                <a:rPr lang="en-US" altLang="zh-CN" sz="2000" b="1" dirty="0" err="1">
                  <a:latin typeface="+mn-ea"/>
                  <a:ea typeface="+mn-ea"/>
                </a:rPr>
                <a:t>beq</a:t>
              </a:r>
              <a:r>
                <a:rPr lang="zh-CN" altLang="zh-CN" sz="2000" b="1" dirty="0">
                  <a:latin typeface="+mn-ea"/>
                  <a:ea typeface="+mn-ea"/>
                </a:rPr>
                <a:t>＋</a:t>
              </a:r>
              <a:r>
                <a:rPr lang="en-US" altLang="zh-CN" sz="2000" b="1" dirty="0">
                  <a:latin typeface="+mn-ea"/>
                  <a:ea typeface="+mn-ea"/>
                </a:rPr>
                <a:t>j)</a:t>
              </a:r>
              <a:r>
                <a:rPr lang="en-US" altLang="zh-CN" sz="2000" b="1" dirty="0" smtClean="0">
                  <a:latin typeface="+mn-ea"/>
                  <a:ea typeface="+mn-ea"/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  <a:ea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  <a:ea typeface="+mn-ea"/>
                </a:rPr>
                <a:t>2</a:t>
              </a:r>
              <a:r>
                <a:rPr lang="zh-CN" altLang="zh-CN" sz="2000" b="1" dirty="0" smtClean="0">
                  <a:latin typeface="+mn-ea"/>
                  <a:ea typeface="+mn-ea"/>
                </a:rPr>
                <a:t>＋</a:t>
              </a:r>
              <a:r>
                <a:rPr lang="en-US" altLang="zh-CN" sz="2000" b="1" dirty="0" smtClean="0">
                  <a:latin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</a:rPr>
                <a:t>0</a:t>
              </a:r>
              <a:r>
                <a:rPr lang="en-US" altLang="zh-CN" sz="2000" dirty="0" smtClean="0"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</a:rPr>
                <a:t>1</a:t>
              </a:r>
              <a:r>
                <a:rPr lang="en-US" altLang="zh-CN" sz="2000" dirty="0" smtClean="0"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</a:rPr>
                <a:t>2</a:t>
              </a:r>
              <a:r>
                <a:rPr lang="en-US" altLang="zh-CN" sz="2000" dirty="0" smtClean="0">
                  <a:sym typeface="Symbol" panose="05050102010706020507"/>
                </a:rPr>
                <a:t></a:t>
              </a:r>
              <a:r>
                <a:rPr lang="en-US" altLang="zh-CN" sz="2000" b="1" dirty="0" smtClean="0">
                  <a:latin typeface="+mn-ea"/>
                </a:rPr>
                <a:t>T</a:t>
              </a:r>
              <a:r>
                <a:rPr lang="en-US" altLang="zh-CN" sz="2000" b="1" baseline="-18000" dirty="0" smtClean="0">
                  <a:latin typeface="+mn-ea"/>
                </a:rPr>
                <a:t>3</a:t>
              </a:r>
              <a:endParaRPr lang="en-US" altLang="zh-CN" sz="2000" b="1" dirty="0" smtClean="0">
                <a:latin typeface="+mn-ea"/>
                <a:ea typeface="+mn-ea"/>
              </a:endParaRPr>
            </a:p>
          </p:txBody>
        </p:sp>
        <p:cxnSp>
          <p:nvCxnSpPr>
            <p:cNvPr id="445" name="直接连接符 444"/>
            <p:cNvCxnSpPr/>
            <p:nvPr/>
          </p:nvCxnSpPr>
          <p:spPr>
            <a:xfrm flipH="1">
              <a:off x="6074643" y="4509120"/>
              <a:ext cx="203612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/>
            <p:cNvCxnSpPr/>
            <p:nvPr/>
          </p:nvCxnSpPr>
          <p:spPr>
            <a:xfrm flipH="1">
              <a:off x="6348766" y="4509120"/>
              <a:ext cx="203612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接连接符 446"/>
            <p:cNvCxnSpPr/>
            <p:nvPr/>
          </p:nvCxnSpPr>
          <p:spPr>
            <a:xfrm flipH="1">
              <a:off x="6628332" y="4509120"/>
              <a:ext cx="203612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/>
            <p:cNvCxnSpPr/>
            <p:nvPr/>
          </p:nvCxnSpPr>
          <p:spPr>
            <a:xfrm flipH="1">
              <a:off x="6903665" y="4509120"/>
              <a:ext cx="203612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9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28000" y="5688000"/>
            <a:ext cx="6299112" cy="396032"/>
            <a:chOff x="2235292" y="6165304"/>
            <a:chExt cx="6299112" cy="396032"/>
          </a:xfrm>
        </p:grpSpPr>
        <p:sp>
          <p:nvSpPr>
            <p:cNvPr id="3" name="左大括号 2"/>
            <p:cNvSpPr/>
            <p:nvPr/>
          </p:nvSpPr>
          <p:spPr bwMode="auto">
            <a:xfrm rot="16200000">
              <a:off x="4639114" y="3761482"/>
              <a:ext cx="120424" cy="4928068"/>
            </a:xfrm>
            <a:prstGeom prst="leftBrace">
              <a:avLst>
                <a:gd name="adj1" fmla="val 21561"/>
                <a:gd name="adj2" fmla="val 5000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8" name="左大括号 427"/>
            <p:cNvSpPr/>
            <p:nvPr/>
          </p:nvSpPr>
          <p:spPr bwMode="auto">
            <a:xfrm rot="16200000">
              <a:off x="7887292" y="5705525"/>
              <a:ext cx="120424" cy="1039983"/>
            </a:xfrm>
            <a:prstGeom prst="leftBrace">
              <a:avLst>
                <a:gd name="adj1" fmla="val 21561"/>
                <a:gd name="adj2" fmla="val 5000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4107292" y="6273304"/>
              <a:ext cx="1116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 smtClean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循环逻辑</a:t>
              </a:r>
              <a:endParaRPr lang="zh-CN" altLang="en-US" sz="1800" b="1" dirty="0" smtClean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7346404" y="6273304"/>
              <a:ext cx="118800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复位</a:t>
              </a:r>
              <a:r>
                <a:rPr lang="zh-CN" altLang="en-US" sz="1800" b="1" dirty="0" smtClean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逻辑</a:t>
              </a:r>
              <a:endParaRPr lang="zh-CN" altLang="en-US" sz="1800" b="1" dirty="0" smtClean="0">
                <a:solidFill>
                  <a:srgbClr val="9900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19" name="组合 318"/>
          <p:cNvGrpSpPr/>
          <p:nvPr/>
        </p:nvGrpSpPr>
        <p:grpSpPr>
          <a:xfrm>
            <a:off x="467544" y="2924557"/>
            <a:ext cx="2376264" cy="2304256"/>
            <a:chOff x="467544" y="3212976"/>
            <a:chExt cx="2376264" cy="2304256"/>
          </a:xfrm>
        </p:grpSpPr>
        <p:sp>
          <p:nvSpPr>
            <p:cNvPr id="245" name="矩形 244"/>
            <p:cNvSpPr/>
            <p:nvPr/>
          </p:nvSpPr>
          <p:spPr>
            <a:xfrm>
              <a:off x="1259632" y="3212976"/>
              <a:ext cx="1583851" cy="79208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46" name="Text Box 260"/>
            <p:cNvSpPr txBox="1">
              <a:spLocks noChangeArrowheads="1"/>
            </p:cNvSpPr>
            <p:nvPr/>
          </p:nvSpPr>
          <p:spPr bwMode="auto">
            <a:xfrm>
              <a:off x="2555776" y="3285777"/>
              <a:ext cx="216408" cy="46678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&amp;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7" name="Text Box 320"/>
            <p:cNvSpPr txBox="1">
              <a:spLocks noChangeArrowheads="1"/>
            </p:cNvSpPr>
            <p:nvPr/>
          </p:nvSpPr>
          <p:spPr bwMode="auto">
            <a:xfrm>
              <a:off x="467544" y="3247739"/>
              <a:ext cx="504056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CLK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48" name="直接箭头连接符 247"/>
            <p:cNvCxnSpPr/>
            <p:nvPr/>
          </p:nvCxnSpPr>
          <p:spPr bwMode="auto">
            <a:xfrm>
              <a:off x="1746357" y="3537456"/>
              <a:ext cx="233355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9" name="直接箭头连接符 248"/>
            <p:cNvCxnSpPr/>
            <p:nvPr/>
          </p:nvCxnSpPr>
          <p:spPr bwMode="auto">
            <a:xfrm rot="16200000" flipV="1">
              <a:off x="1115187" y="4509224"/>
              <a:ext cx="1296678" cy="288356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0" name="直接箭头连接符 249"/>
            <p:cNvCxnSpPr/>
            <p:nvPr/>
          </p:nvCxnSpPr>
          <p:spPr bwMode="auto">
            <a:xfrm flipV="1">
              <a:off x="1259632" y="3356992"/>
              <a:ext cx="1296144" cy="79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51" name="Text Box 260"/>
            <p:cNvSpPr txBox="1">
              <a:spLocks noChangeArrowheads="1"/>
            </p:cNvSpPr>
            <p:nvPr/>
          </p:nvSpPr>
          <p:spPr bwMode="auto">
            <a:xfrm>
              <a:off x="1979712" y="3433925"/>
              <a:ext cx="360039" cy="4991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2" name="Text Box 260"/>
            <p:cNvSpPr txBox="1">
              <a:spLocks noChangeArrowheads="1"/>
            </p:cNvSpPr>
            <p:nvPr/>
          </p:nvSpPr>
          <p:spPr bwMode="auto">
            <a:xfrm>
              <a:off x="1475656" y="3429001"/>
              <a:ext cx="198693" cy="216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53" name="直接箭头连接符 252"/>
            <p:cNvCxnSpPr/>
            <p:nvPr/>
          </p:nvCxnSpPr>
          <p:spPr bwMode="auto">
            <a:xfrm flipV="1">
              <a:off x="1331640" y="4005064"/>
              <a:ext cx="0" cy="129667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4" name="直接箭头连接符 253"/>
            <p:cNvCxnSpPr/>
            <p:nvPr/>
          </p:nvCxnSpPr>
          <p:spPr bwMode="auto">
            <a:xfrm flipV="1">
              <a:off x="1619348" y="3867449"/>
              <a:ext cx="144340" cy="137614"/>
            </a:xfrm>
            <a:prstGeom prst="bentConnector3">
              <a:avLst>
                <a:gd name="adj1" fmla="val 727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55" name="Text Box 260"/>
            <p:cNvSpPr txBox="1">
              <a:spLocks noChangeArrowheads="1"/>
            </p:cNvSpPr>
            <p:nvPr/>
          </p:nvSpPr>
          <p:spPr bwMode="auto">
            <a:xfrm>
              <a:off x="1763689" y="3645025"/>
              <a:ext cx="216024" cy="2880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6" name="椭圆 255"/>
            <p:cNvSpPr/>
            <p:nvPr/>
          </p:nvSpPr>
          <p:spPr bwMode="auto">
            <a:xfrm>
              <a:off x="1675940" y="3501008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57" name="直接箭头连接符 256"/>
            <p:cNvCxnSpPr/>
            <p:nvPr/>
          </p:nvCxnSpPr>
          <p:spPr bwMode="auto">
            <a:xfrm>
              <a:off x="1331640" y="3742286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9" name="直接箭头连接符 46"/>
            <p:cNvCxnSpPr/>
            <p:nvPr/>
          </p:nvCxnSpPr>
          <p:spPr bwMode="auto">
            <a:xfrm rot="5400000" flipH="1" flipV="1">
              <a:off x="1162665" y="3692072"/>
              <a:ext cx="481968" cy="144015"/>
            </a:xfrm>
            <a:prstGeom prst="bentConnector3">
              <a:avLst>
                <a:gd name="adj1" fmla="val 99539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0" name="直接箭头连接符 259"/>
            <p:cNvCxnSpPr/>
            <p:nvPr/>
          </p:nvCxnSpPr>
          <p:spPr bwMode="auto">
            <a:xfrm>
              <a:off x="2339752" y="3684641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64" name="Text Box 320"/>
            <p:cNvSpPr txBox="1">
              <a:spLocks noChangeArrowheads="1"/>
            </p:cNvSpPr>
            <p:nvPr/>
          </p:nvSpPr>
          <p:spPr bwMode="auto">
            <a:xfrm>
              <a:off x="1115616" y="5298727"/>
              <a:ext cx="1151777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 smtClean="0">
                  <a:latin typeface="宋体" panose="02010600030101010101" pitchFamily="2" charset="-122"/>
                </a:rPr>
                <a:t>WMFC 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mfc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1" name="直接箭头连接符 280"/>
            <p:cNvCxnSpPr/>
            <p:nvPr/>
          </p:nvCxnSpPr>
          <p:spPr bwMode="auto">
            <a:xfrm>
              <a:off x="969888" y="3356992"/>
              <a:ext cx="28974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0" name="TextBox 289"/>
            <p:cNvSpPr txBox="1"/>
            <p:nvPr/>
          </p:nvSpPr>
          <p:spPr>
            <a:xfrm>
              <a:off x="1871700" y="4021008"/>
              <a:ext cx="972108" cy="2720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noAutofit/>
            </a:bodyPr>
            <a:lstStyle/>
            <a:p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定时逻辑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321" name="Text Box 92"/>
          <p:cNvSpPr txBox="1">
            <a:spLocks noChangeArrowheads="1"/>
          </p:cNvSpPr>
          <p:nvPr/>
        </p:nvSpPr>
        <p:spPr bwMode="auto">
          <a:xfrm>
            <a:off x="179388" y="360000"/>
            <a:ext cx="8857108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⑵电路实现：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状态存储逻辑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(5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个触发器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次态函数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(5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个组合逻辑电路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含复位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             定时逻辑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同步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异步分类定时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325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5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9" name="组合 328"/>
          <p:cNvGrpSpPr/>
          <p:nvPr/>
        </p:nvGrpSpPr>
        <p:grpSpPr>
          <a:xfrm>
            <a:off x="395536" y="1700421"/>
            <a:ext cx="8352928" cy="3529285"/>
            <a:chOff x="395536" y="2276872"/>
            <a:chExt cx="8352928" cy="3529285"/>
          </a:xfrm>
        </p:grpSpPr>
        <p:sp>
          <p:nvSpPr>
            <p:cNvPr id="49" name="Text Box 320"/>
            <p:cNvSpPr txBox="1">
              <a:spLocks noChangeArrowheads="1"/>
            </p:cNvSpPr>
            <p:nvPr/>
          </p:nvSpPr>
          <p:spPr bwMode="auto">
            <a:xfrm>
              <a:off x="395536" y="4617133"/>
              <a:ext cx="504639" cy="2520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 smtClean="0">
                  <a:latin typeface="宋体" panose="02010600030101010101" pitchFamily="2" charset="-122"/>
                </a:rPr>
                <a:t>ClrN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9" name="直接箭头连接符 278"/>
            <p:cNvCxnSpPr/>
            <p:nvPr/>
          </p:nvCxnSpPr>
          <p:spPr bwMode="auto">
            <a:xfrm>
              <a:off x="971600" y="4797152"/>
              <a:ext cx="215985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" name="矩形 13"/>
            <p:cNvSpPr/>
            <p:nvPr/>
          </p:nvSpPr>
          <p:spPr>
            <a:xfrm>
              <a:off x="3347088" y="2708920"/>
              <a:ext cx="5329368" cy="266429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Text Box 82"/>
            <p:cNvSpPr txBox="1">
              <a:spLocks noChangeArrowheads="1"/>
            </p:cNvSpPr>
            <p:nvPr/>
          </p:nvSpPr>
          <p:spPr bwMode="auto">
            <a:xfrm>
              <a:off x="2789131" y="2276872"/>
              <a:ext cx="5527285" cy="28803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100" b="1" dirty="0" smtClean="0">
                  <a:latin typeface="+mn-lt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4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    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3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    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2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    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1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   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0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 flipV="1">
              <a:off x="3852696" y="2564904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直接箭头连接符 20"/>
            <p:cNvCxnSpPr/>
            <p:nvPr/>
          </p:nvCxnSpPr>
          <p:spPr bwMode="auto">
            <a:xfrm flipH="1">
              <a:off x="3347088" y="3933056"/>
              <a:ext cx="420860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/>
          </p:nvCxnSpPr>
          <p:spPr bwMode="auto">
            <a:xfrm flipV="1">
              <a:off x="4860032" y="2564904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直接箭头连接符 24"/>
            <p:cNvCxnSpPr/>
            <p:nvPr/>
          </p:nvCxnSpPr>
          <p:spPr bwMode="auto">
            <a:xfrm>
              <a:off x="5148064" y="3646610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 bwMode="auto">
            <a:xfrm flipV="1">
              <a:off x="4427208" y="2780928"/>
              <a:ext cx="1" cy="20162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7" name="直接箭头连接符 114"/>
            <p:cNvCxnSpPr>
              <a:endCxn id="28" idx="2"/>
            </p:cNvCxnSpPr>
            <p:nvPr/>
          </p:nvCxnSpPr>
          <p:spPr bwMode="auto">
            <a:xfrm rot="5400000" flipH="1" flipV="1">
              <a:off x="4196561" y="3556027"/>
              <a:ext cx="717260" cy="36799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8" name="椭圆 27"/>
            <p:cNvSpPr/>
            <p:nvPr/>
          </p:nvSpPr>
          <p:spPr bwMode="auto">
            <a:xfrm>
              <a:off x="4573591" y="318340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箭头连接符 29"/>
            <p:cNvCxnSpPr/>
            <p:nvPr/>
          </p:nvCxnSpPr>
          <p:spPr bwMode="auto">
            <a:xfrm flipH="1">
              <a:off x="3347088" y="3789040"/>
              <a:ext cx="482453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直接箭头连接符 30"/>
            <p:cNvCxnSpPr/>
            <p:nvPr/>
          </p:nvCxnSpPr>
          <p:spPr bwMode="auto">
            <a:xfrm flipV="1">
              <a:off x="5868143" y="2564904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>
              <a:off x="6156175" y="3646610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36" name="直接箭头连接符 114"/>
            <p:cNvCxnSpPr>
              <a:endCxn id="37" idx="2"/>
            </p:cNvCxnSpPr>
            <p:nvPr/>
          </p:nvCxnSpPr>
          <p:spPr bwMode="auto">
            <a:xfrm rot="5400000" flipH="1" flipV="1">
              <a:off x="5204672" y="3556027"/>
              <a:ext cx="717260" cy="36799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37" name="椭圆 36"/>
            <p:cNvSpPr/>
            <p:nvPr/>
          </p:nvSpPr>
          <p:spPr bwMode="auto">
            <a:xfrm>
              <a:off x="5581702" y="318340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8" name="直接箭头连接符 114"/>
            <p:cNvCxnSpPr>
              <a:endCxn id="39" idx="2"/>
            </p:cNvCxnSpPr>
            <p:nvPr/>
          </p:nvCxnSpPr>
          <p:spPr bwMode="auto">
            <a:xfrm rot="5400000" flipH="1" flipV="1">
              <a:off x="3189225" y="3556027"/>
              <a:ext cx="717260" cy="36799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39" name="椭圆 38"/>
            <p:cNvSpPr/>
            <p:nvPr/>
          </p:nvSpPr>
          <p:spPr bwMode="auto">
            <a:xfrm>
              <a:off x="3566255" y="318340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 bwMode="auto">
            <a:xfrm flipH="1" flipV="1">
              <a:off x="5436096" y="2780928"/>
              <a:ext cx="522" cy="194422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/>
          </p:nvCxnSpPr>
          <p:spPr bwMode="auto">
            <a:xfrm flipH="1">
              <a:off x="4427208" y="2780928"/>
              <a:ext cx="43230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44" name="直接箭头连接符 43"/>
            <p:cNvCxnSpPr/>
            <p:nvPr/>
          </p:nvCxnSpPr>
          <p:spPr bwMode="auto">
            <a:xfrm flipH="1">
              <a:off x="5436096" y="2780928"/>
              <a:ext cx="43204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46" name="直接箭头连接符 45"/>
            <p:cNvCxnSpPr/>
            <p:nvPr/>
          </p:nvCxnSpPr>
          <p:spPr bwMode="auto">
            <a:xfrm flipH="1">
              <a:off x="6804248" y="4077041"/>
              <a:ext cx="647549" cy="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50" name="Rectangle 128"/>
            <p:cNvSpPr>
              <a:spLocks noChangeArrowheads="1"/>
            </p:cNvSpPr>
            <p:nvPr/>
          </p:nvSpPr>
          <p:spPr bwMode="auto">
            <a:xfrm>
              <a:off x="3636672" y="2852936"/>
              <a:ext cx="648072" cy="792088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 smtClean="0">
                  <a:latin typeface="+mn-ea"/>
                  <a:ea typeface="+mn-ea"/>
                </a:rPr>
                <a:t>  </a:t>
              </a:r>
              <a:r>
                <a:rPr lang="en-US" altLang="zh-CN" sz="1800" b="1" dirty="0" smtClean="0">
                  <a:latin typeface="+mn-ea"/>
                  <a:ea typeface="+mn-ea"/>
                </a:rPr>
                <a:t>Q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R   S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800" b="1" dirty="0" smtClean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51" name="Rectangle 128"/>
            <p:cNvSpPr>
              <a:spLocks noChangeArrowheads="1"/>
            </p:cNvSpPr>
            <p:nvPr/>
          </p:nvSpPr>
          <p:spPr bwMode="auto">
            <a:xfrm>
              <a:off x="4644008" y="2852936"/>
              <a:ext cx="648072" cy="792088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 smtClean="0">
                  <a:latin typeface="+mn-ea"/>
                  <a:ea typeface="+mn-ea"/>
                </a:rPr>
                <a:t>  </a:t>
              </a:r>
              <a:r>
                <a:rPr lang="en-US" altLang="zh-CN" sz="1800" b="1" dirty="0" smtClean="0">
                  <a:latin typeface="+mn-ea"/>
                  <a:ea typeface="+mn-ea"/>
                </a:rPr>
                <a:t>Q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R   S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800" b="1" dirty="0" smtClean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52" name="Rectangle 128"/>
            <p:cNvSpPr>
              <a:spLocks noChangeArrowheads="1"/>
            </p:cNvSpPr>
            <p:nvPr/>
          </p:nvSpPr>
          <p:spPr bwMode="auto">
            <a:xfrm>
              <a:off x="5652119" y="2852936"/>
              <a:ext cx="648072" cy="792088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 smtClean="0">
                  <a:latin typeface="+mn-ea"/>
                  <a:ea typeface="+mn-ea"/>
                </a:rPr>
                <a:t>  </a:t>
              </a:r>
              <a:r>
                <a:rPr lang="en-US" altLang="zh-CN" sz="1800" b="1" dirty="0" smtClean="0">
                  <a:latin typeface="+mn-ea"/>
                  <a:ea typeface="+mn-ea"/>
                </a:rPr>
                <a:t>Q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R   S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800" b="1" dirty="0" smtClean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54" name="直接箭头连接符 53"/>
            <p:cNvCxnSpPr/>
            <p:nvPr/>
          </p:nvCxnSpPr>
          <p:spPr bwMode="auto">
            <a:xfrm flipV="1">
              <a:off x="6876255" y="2564904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/>
          </p:nvCxnSpPr>
          <p:spPr bwMode="auto">
            <a:xfrm>
              <a:off x="7164287" y="3646610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58" name="直接箭头连接符 114"/>
            <p:cNvCxnSpPr>
              <a:endCxn id="59" idx="2"/>
            </p:cNvCxnSpPr>
            <p:nvPr/>
          </p:nvCxnSpPr>
          <p:spPr bwMode="auto">
            <a:xfrm rot="5400000" flipH="1" flipV="1">
              <a:off x="6212387" y="3555629"/>
              <a:ext cx="717260" cy="37594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59" name="椭圆 58"/>
            <p:cNvSpPr/>
            <p:nvPr/>
          </p:nvSpPr>
          <p:spPr bwMode="auto">
            <a:xfrm>
              <a:off x="6589814" y="318340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/>
            <p:nvPr/>
          </p:nvCxnSpPr>
          <p:spPr bwMode="auto">
            <a:xfrm flipV="1">
              <a:off x="7884367" y="2564904"/>
              <a:ext cx="0" cy="2880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>
              <a:off x="8172399" y="3646610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64" name="直接箭头连接符 114"/>
            <p:cNvCxnSpPr>
              <a:endCxn id="65" idx="2"/>
            </p:cNvCxnSpPr>
            <p:nvPr/>
          </p:nvCxnSpPr>
          <p:spPr bwMode="auto">
            <a:xfrm rot="5400000" flipH="1" flipV="1">
              <a:off x="7220896" y="3556027"/>
              <a:ext cx="717260" cy="36799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65" name="椭圆 64"/>
            <p:cNvSpPr/>
            <p:nvPr/>
          </p:nvSpPr>
          <p:spPr bwMode="auto">
            <a:xfrm>
              <a:off x="7597926" y="3183404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66" name="直接箭头连接符 65"/>
            <p:cNvCxnSpPr/>
            <p:nvPr/>
          </p:nvCxnSpPr>
          <p:spPr bwMode="auto">
            <a:xfrm flipH="1">
              <a:off x="6443686" y="2780928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 flipH="1">
              <a:off x="7451798" y="2780928"/>
              <a:ext cx="43257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sp>
          <p:nvSpPr>
            <p:cNvPr id="68" name="Rectangle 128"/>
            <p:cNvSpPr>
              <a:spLocks noChangeArrowheads="1"/>
            </p:cNvSpPr>
            <p:nvPr/>
          </p:nvSpPr>
          <p:spPr bwMode="auto">
            <a:xfrm>
              <a:off x="6660231" y="2852936"/>
              <a:ext cx="648072" cy="792088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 smtClean="0">
                  <a:latin typeface="+mn-ea"/>
                  <a:ea typeface="+mn-ea"/>
                </a:rPr>
                <a:t>  </a:t>
              </a:r>
              <a:r>
                <a:rPr lang="en-US" altLang="zh-CN" sz="1800" b="1" dirty="0" smtClean="0">
                  <a:latin typeface="+mn-ea"/>
                  <a:ea typeface="+mn-ea"/>
                </a:rPr>
                <a:t>Q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R   S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800" b="1" dirty="0" smtClean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69" name="Rectangle 128"/>
            <p:cNvSpPr>
              <a:spLocks noChangeArrowheads="1"/>
            </p:cNvSpPr>
            <p:nvPr/>
          </p:nvSpPr>
          <p:spPr bwMode="auto">
            <a:xfrm>
              <a:off x="7668343" y="2852936"/>
              <a:ext cx="648072" cy="792088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0" rIns="18000" bIns="0" anchor="t" anchorCtr="0"/>
            <a:lstStyle/>
            <a:p>
              <a:pPr algn="l">
                <a:lnSpc>
                  <a:spcPct val="85000"/>
                </a:lnSpc>
              </a:pPr>
              <a:r>
                <a:rPr lang="en-US" altLang="zh-CN" sz="1800" b="1" baseline="-25000" dirty="0" smtClean="0">
                  <a:latin typeface="+mn-ea"/>
                  <a:ea typeface="+mn-ea"/>
                </a:rPr>
                <a:t>  </a:t>
              </a:r>
              <a:r>
                <a:rPr lang="en-US" altLang="zh-CN" sz="1800" b="1" dirty="0" smtClean="0">
                  <a:latin typeface="+mn-ea"/>
                  <a:ea typeface="+mn-ea"/>
                </a:rPr>
                <a:t>Q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R   S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 algn="l">
                <a:spcBef>
                  <a:spcPts val="300"/>
                </a:spcBef>
              </a:pPr>
              <a:r>
                <a:rPr lang="en-US" altLang="zh-CN" sz="1200" b="1" dirty="0" smtClean="0">
                  <a:latin typeface="+mn-ea"/>
                  <a:ea typeface="+mn-ea"/>
                </a:rPr>
                <a:t> </a:t>
              </a:r>
              <a:r>
                <a:rPr lang="en-US" altLang="zh-CN" sz="1800" b="1" dirty="0" smtClean="0">
                  <a:latin typeface="+mn-ea"/>
                  <a:ea typeface="+mn-ea"/>
                </a:rPr>
                <a:t>D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 bwMode="auto">
            <a:xfrm flipH="1" flipV="1">
              <a:off x="6443686" y="2780928"/>
              <a:ext cx="522" cy="129614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V="1">
              <a:off x="7451798" y="2780928"/>
              <a:ext cx="0" cy="129614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7" name="Text Box 260"/>
            <p:cNvSpPr txBox="1">
              <a:spLocks noChangeArrowheads="1"/>
            </p:cNvSpPr>
            <p:nvPr/>
          </p:nvSpPr>
          <p:spPr bwMode="auto">
            <a:xfrm>
              <a:off x="3491880" y="4077072"/>
              <a:ext cx="576064" cy="18165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88" name="Text Box 260"/>
            <p:cNvSpPr txBox="1">
              <a:spLocks noChangeArrowheads="1"/>
            </p:cNvSpPr>
            <p:nvPr/>
          </p:nvSpPr>
          <p:spPr bwMode="auto">
            <a:xfrm>
              <a:off x="3491880" y="4258727"/>
              <a:ext cx="288032" cy="1783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 bwMode="auto">
            <a:xfrm flipV="1">
              <a:off x="3707904" y="4437110"/>
              <a:ext cx="0" cy="36004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 flipV="1">
              <a:off x="3563888" y="4437114"/>
              <a:ext cx="1" cy="50405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2" name="Text Box 260"/>
            <p:cNvSpPr txBox="1">
              <a:spLocks noChangeArrowheads="1"/>
            </p:cNvSpPr>
            <p:nvPr/>
          </p:nvSpPr>
          <p:spPr bwMode="auto">
            <a:xfrm>
              <a:off x="3779912" y="4258727"/>
              <a:ext cx="288032" cy="1783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3" name="直接箭头连接符 92"/>
            <p:cNvCxnSpPr/>
            <p:nvPr/>
          </p:nvCxnSpPr>
          <p:spPr bwMode="auto">
            <a:xfrm flipV="1">
              <a:off x="3995935" y="4437113"/>
              <a:ext cx="1" cy="28555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4" name="直接箭头连接符 93"/>
            <p:cNvCxnSpPr/>
            <p:nvPr/>
          </p:nvCxnSpPr>
          <p:spPr bwMode="auto">
            <a:xfrm flipV="1">
              <a:off x="3851919" y="4437116"/>
              <a:ext cx="1" cy="64806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 flipV="1">
              <a:off x="3779912" y="3645022"/>
              <a:ext cx="0" cy="43205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7" name="Text Box 260"/>
            <p:cNvSpPr txBox="1">
              <a:spLocks noChangeArrowheads="1"/>
            </p:cNvSpPr>
            <p:nvPr/>
          </p:nvSpPr>
          <p:spPr bwMode="auto">
            <a:xfrm>
              <a:off x="4572000" y="4077072"/>
              <a:ext cx="502464" cy="1783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260"/>
            <p:cNvSpPr txBox="1">
              <a:spLocks noChangeArrowheads="1"/>
            </p:cNvSpPr>
            <p:nvPr/>
          </p:nvSpPr>
          <p:spPr bwMode="auto">
            <a:xfrm>
              <a:off x="4573590" y="4258728"/>
              <a:ext cx="358449" cy="1759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9" name="直接箭头连接符 98"/>
            <p:cNvCxnSpPr/>
            <p:nvPr/>
          </p:nvCxnSpPr>
          <p:spPr bwMode="auto">
            <a:xfrm flipH="1">
              <a:off x="6804248" y="4581127"/>
              <a:ext cx="792089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101"/>
            <p:cNvCxnSpPr/>
            <p:nvPr/>
          </p:nvCxnSpPr>
          <p:spPr bwMode="auto">
            <a:xfrm flipV="1">
              <a:off x="4643359" y="4437114"/>
              <a:ext cx="650" cy="107922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3" name="直接箭头连接符 102"/>
            <p:cNvCxnSpPr/>
            <p:nvPr/>
          </p:nvCxnSpPr>
          <p:spPr bwMode="auto">
            <a:xfrm flipV="1">
              <a:off x="5004047" y="4258727"/>
              <a:ext cx="0" cy="46393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4" name="直接箭头连接符 103"/>
            <p:cNvCxnSpPr/>
            <p:nvPr/>
          </p:nvCxnSpPr>
          <p:spPr bwMode="auto">
            <a:xfrm flipV="1">
              <a:off x="4860032" y="4437112"/>
              <a:ext cx="0" cy="10801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 flipV="1">
              <a:off x="4788024" y="3645024"/>
              <a:ext cx="0" cy="43205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直接箭头连接符 106"/>
            <p:cNvCxnSpPr/>
            <p:nvPr/>
          </p:nvCxnSpPr>
          <p:spPr bwMode="auto">
            <a:xfrm flipV="1">
              <a:off x="5796136" y="3645024"/>
              <a:ext cx="0" cy="100812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8" name="直接箭头连接符 107"/>
            <p:cNvCxnSpPr/>
            <p:nvPr/>
          </p:nvCxnSpPr>
          <p:spPr bwMode="auto">
            <a:xfrm flipV="1">
              <a:off x="7812360" y="3645024"/>
              <a:ext cx="0" cy="43205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9" name="Text Box 260"/>
            <p:cNvSpPr txBox="1">
              <a:spLocks noChangeArrowheads="1"/>
            </p:cNvSpPr>
            <p:nvPr/>
          </p:nvSpPr>
          <p:spPr bwMode="auto">
            <a:xfrm>
              <a:off x="7524651" y="4077072"/>
              <a:ext cx="1007785" cy="18165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260"/>
            <p:cNvSpPr txBox="1">
              <a:spLocks noChangeArrowheads="1"/>
            </p:cNvSpPr>
            <p:nvPr/>
          </p:nvSpPr>
          <p:spPr bwMode="auto">
            <a:xfrm>
              <a:off x="7524651" y="4258727"/>
              <a:ext cx="359715" cy="1783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1" name="直接箭头连接符 110"/>
            <p:cNvCxnSpPr/>
            <p:nvPr/>
          </p:nvCxnSpPr>
          <p:spPr bwMode="auto">
            <a:xfrm flipH="1" flipV="1">
              <a:off x="8028383" y="4437110"/>
              <a:ext cx="1142" cy="64807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2" name="直接箭头连接符 111"/>
            <p:cNvCxnSpPr/>
            <p:nvPr/>
          </p:nvCxnSpPr>
          <p:spPr bwMode="auto">
            <a:xfrm flipV="1">
              <a:off x="7956373" y="4437113"/>
              <a:ext cx="1" cy="4320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3" name="Text Box 260"/>
            <p:cNvSpPr txBox="1">
              <a:spLocks noChangeArrowheads="1"/>
            </p:cNvSpPr>
            <p:nvPr/>
          </p:nvSpPr>
          <p:spPr bwMode="auto">
            <a:xfrm>
              <a:off x="8100390" y="4258727"/>
              <a:ext cx="216025" cy="1783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4" name="直接箭头连接符 113"/>
            <p:cNvCxnSpPr/>
            <p:nvPr/>
          </p:nvCxnSpPr>
          <p:spPr bwMode="auto">
            <a:xfrm flipV="1">
              <a:off x="8460432" y="4444337"/>
              <a:ext cx="0" cy="5688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 bwMode="auto">
            <a:xfrm flipV="1">
              <a:off x="8388423" y="4437117"/>
              <a:ext cx="1" cy="28554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6" name="Text Box 260"/>
            <p:cNvSpPr txBox="1">
              <a:spLocks noChangeArrowheads="1"/>
            </p:cNvSpPr>
            <p:nvPr/>
          </p:nvSpPr>
          <p:spPr bwMode="auto">
            <a:xfrm>
              <a:off x="7884366" y="4258727"/>
              <a:ext cx="216025" cy="1783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260"/>
            <p:cNvSpPr txBox="1">
              <a:spLocks noChangeArrowheads="1"/>
            </p:cNvSpPr>
            <p:nvPr/>
          </p:nvSpPr>
          <p:spPr bwMode="auto">
            <a:xfrm>
              <a:off x="8316416" y="4258727"/>
              <a:ext cx="216024" cy="1783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8" name="直接箭头连接符 117"/>
            <p:cNvCxnSpPr/>
            <p:nvPr/>
          </p:nvCxnSpPr>
          <p:spPr bwMode="auto">
            <a:xfrm flipV="1">
              <a:off x="8244407" y="4437113"/>
              <a:ext cx="1" cy="50405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9" name="直接箭头连接符 118"/>
            <p:cNvCxnSpPr/>
            <p:nvPr/>
          </p:nvCxnSpPr>
          <p:spPr bwMode="auto">
            <a:xfrm flipH="1" flipV="1">
              <a:off x="8172399" y="4437116"/>
              <a:ext cx="570" cy="36003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0" name="直接箭头连接符 119"/>
            <p:cNvCxnSpPr/>
            <p:nvPr/>
          </p:nvCxnSpPr>
          <p:spPr bwMode="auto">
            <a:xfrm flipV="1">
              <a:off x="7668083" y="4509121"/>
              <a:ext cx="261" cy="14401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 flipV="1">
              <a:off x="7812360" y="4509124"/>
              <a:ext cx="2" cy="28802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flipV="1">
              <a:off x="7740353" y="4509126"/>
              <a:ext cx="1" cy="2160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24" name="椭圆 123"/>
            <p:cNvSpPr/>
            <p:nvPr/>
          </p:nvSpPr>
          <p:spPr bwMode="auto">
            <a:xfrm>
              <a:off x="7556820" y="4444337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5" name="椭圆 124"/>
            <p:cNvSpPr/>
            <p:nvPr/>
          </p:nvSpPr>
          <p:spPr bwMode="auto">
            <a:xfrm>
              <a:off x="7633099" y="4444337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椭圆 125"/>
            <p:cNvSpPr/>
            <p:nvPr/>
          </p:nvSpPr>
          <p:spPr bwMode="auto">
            <a:xfrm>
              <a:off x="7702500" y="4444337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7" name="椭圆 126"/>
            <p:cNvSpPr/>
            <p:nvPr/>
          </p:nvSpPr>
          <p:spPr bwMode="auto">
            <a:xfrm>
              <a:off x="7772917" y="4444337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0" name="直接箭头连接符 129"/>
            <p:cNvCxnSpPr/>
            <p:nvPr/>
          </p:nvCxnSpPr>
          <p:spPr bwMode="auto">
            <a:xfrm flipV="1">
              <a:off x="6804248" y="3645025"/>
              <a:ext cx="0" cy="93486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8" name="直接箭头连接符 137"/>
            <p:cNvCxnSpPr/>
            <p:nvPr/>
          </p:nvCxnSpPr>
          <p:spPr bwMode="auto">
            <a:xfrm flipV="1">
              <a:off x="7596337" y="4509121"/>
              <a:ext cx="0" cy="7200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0" name="直接箭头连接符 139"/>
            <p:cNvCxnSpPr/>
            <p:nvPr/>
          </p:nvCxnSpPr>
          <p:spPr bwMode="auto">
            <a:xfrm flipH="1">
              <a:off x="5796136" y="4653136"/>
              <a:ext cx="1873350" cy="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1" name="直接箭头连接符 140"/>
            <p:cNvCxnSpPr/>
            <p:nvPr/>
          </p:nvCxnSpPr>
          <p:spPr bwMode="auto">
            <a:xfrm flipH="1">
              <a:off x="3995935" y="4725145"/>
              <a:ext cx="4392491" cy="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2" name="直接箭头连接符 141"/>
            <p:cNvCxnSpPr/>
            <p:nvPr/>
          </p:nvCxnSpPr>
          <p:spPr bwMode="auto">
            <a:xfrm flipH="1">
              <a:off x="3707904" y="4797152"/>
              <a:ext cx="446449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 flipH="1">
              <a:off x="3419872" y="4869160"/>
              <a:ext cx="4537646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 flipH="1">
              <a:off x="4860032" y="4941168"/>
              <a:ext cx="3384377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55" name="直接箭头连接符 154"/>
            <p:cNvCxnSpPr/>
            <p:nvPr/>
          </p:nvCxnSpPr>
          <p:spPr bwMode="auto">
            <a:xfrm flipH="1">
              <a:off x="6300192" y="5085183"/>
              <a:ext cx="172933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 flipH="1">
              <a:off x="5796136" y="4077072"/>
              <a:ext cx="647549" cy="3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184" name="Text Box 260"/>
            <p:cNvSpPr txBox="1">
              <a:spLocks noChangeArrowheads="1"/>
            </p:cNvSpPr>
            <p:nvPr/>
          </p:nvSpPr>
          <p:spPr bwMode="auto">
            <a:xfrm>
              <a:off x="5941743" y="4981288"/>
              <a:ext cx="358449" cy="1759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7" name="直接箭头连接符 186"/>
            <p:cNvCxnSpPr/>
            <p:nvPr/>
          </p:nvCxnSpPr>
          <p:spPr bwMode="auto">
            <a:xfrm flipH="1">
              <a:off x="4643359" y="5085184"/>
              <a:ext cx="129679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90" name="直接箭头连接符 189"/>
            <p:cNvCxnSpPr/>
            <p:nvPr/>
          </p:nvCxnSpPr>
          <p:spPr bwMode="auto">
            <a:xfrm flipH="1">
              <a:off x="3851919" y="5013176"/>
              <a:ext cx="208888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193" name="Text Box 260"/>
            <p:cNvSpPr txBox="1">
              <a:spLocks noChangeArrowheads="1"/>
            </p:cNvSpPr>
            <p:nvPr/>
          </p:nvSpPr>
          <p:spPr bwMode="auto">
            <a:xfrm>
              <a:off x="3491880" y="5085184"/>
              <a:ext cx="792088" cy="18001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4" name="直接箭头连接符 193"/>
            <p:cNvCxnSpPr/>
            <p:nvPr/>
          </p:nvCxnSpPr>
          <p:spPr bwMode="auto">
            <a:xfrm flipV="1">
              <a:off x="3860304" y="5265204"/>
              <a:ext cx="0" cy="25202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0" name="直接箭头连接符 199"/>
            <p:cNvCxnSpPr/>
            <p:nvPr/>
          </p:nvCxnSpPr>
          <p:spPr bwMode="auto">
            <a:xfrm flipV="1">
              <a:off x="4211960" y="5265204"/>
              <a:ext cx="0" cy="25202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/>
            <p:cNvCxnSpPr/>
            <p:nvPr/>
          </p:nvCxnSpPr>
          <p:spPr bwMode="auto">
            <a:xfrm flipV="1">
              <a:off x="3563888" y="5265204"/>
              <a:ext cx="0" cy="25202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8" name="Text Box 63"/>
            <p:cNvSpPr txBox="1">
              <a:spLocks noChangeArrowheads="1"/>
            </p:cNvSpPr>
            <p:nvPr/>
          </p:nvSpPr>
          <p:spPr bwMode="auto">
            <a:xfrm>
              <a:off x="3347864" y="5517232"/>
              <a:ext cx="5257361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add </a:t>
              </a:r>
              <a:r>
                <a:rPr lang="en-US" altLang="zh-CN" sz="1600" b="1" spc="-100" dirty="0">
                  <a:latin typeface="宋体" panose="02010600030101010101" pitchFamily="2" charset="-122"/>
                </a:rPr>
                <a:t>sub </a:t>
              </a:r>
              <a:r>
                <a:rPr lang="en-US" altLang="zh-CN" sz="1600" b="1" spc="-100" dirty="0" err="1" smtClean="0">
                  <a:latin typeface="宋体" panose="02010600030101010101" pitchFamily="2" charset="-122"/>
                </a:rPr>
                <a:t>ori</a:t>
              </a: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000" b="1" spc="-1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 err="1" smtClean="0">
                  <a:latin typeface="宋体" panose="02010600030101010101" pitchFamily="2" charset="-122"/>
                </a:rPr>
                <a:t>lw</a:t>
              </a: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 err="1" smtClean="0">
                  <a:latin typeface="宋体" panose="02010600030101010101" pitchFamily="2" charset="-122"/>
                </a:rPr>
                <a:t>sw</a:t>
              </a: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                                   </a:t>
              </a:r>
              <a:r>
                <a:rPr lang="en-US" altLang="zh-CN" sz="1600" b="1" spc="-100" dirty="0" err="1">
                  <a:latin typeface="宋体" panose="02010600030101010101" pitchFamily="2" charset="-122"/>
                </a:rPr>
                <a:t>beq</a:t>
              </a:r>
              <a:r>
                <a:rPr lang="en-US" altLang="zh-CN" sz="1600" b="1" spc="-100" dirty="0">
                  <a:latin typeface="宋体" panose="02010600030101010101" pitchFamily="2" charset="-122"/>
                </a:rPr>
                <a:t> </a:t>
              </a: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j</a:t>
              </a:r>
              <a:endParaRPr lang="zh-CN" altLang="en-US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214" name="直接箭头连接符 213"/>
            <p:cNvCxnSpPr/>
            <p:nvPr/>
          </p:nvCxnSpPr>
          <p:spPr bwMode="auto">
            <a:xfrm>
              <a:off x="3563888" y="4941168"/>
              <a:ext cx="108012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19" name="直接箭头连接符 218"/>
            <p:cNvCxnSpPr/>
            <p:nvPr/>
          </p:nvCxnSpPr>
          <p:spPr bwMode="auto">
            <a:xfrm flipV="1">
              <a:off x="3419872" y="2780928"/>
              <a:ext cx="1" cy="208823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0" name="直接箭头连接符 219"/>
            <p:cNvCxnSpPr/>
            <p:nvPr/>
          </p:nvCxnSpPr>
          <p:spPr bwMode="auto">
            <a:xfrm flipH="1">
              <a:off x="3419872" y="2780928"/>
              <a:ext cx="43230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</p:cxnSp>
        <p:sp>
          <p:nvSpPr>
            <p:cNvPr id="223" name="Text Box 260"/>
            <p:cNvSpPr txBox="1">
              <a:spLocks noChangeArrowheads="1"/>
            </p:cNvSpPr>
            <p:nvPr/>
          </p:nvSpPr>
          <p:spPr bwMode="auto">
            <a:xfrm>
              <a:off x="8245999" y="5013176"/>
              <a:ext cx="358449" cy="17590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4" name="直接箭头连接符 223"/>
            <p:cNvCxnSpPr/>
            <p:nvPr/>
          </p:nvCxnSpPr>
          <p:spPr bwMode="auto">
            <a:xfrm flipH="1" flipV="1">
              <a:off x="8316415" y="5189080"/>
              <a:ext cx="1" cy="32815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5" name="直接箭头连接符 224"/>
            <p:cNvCxnSpPr/>
            <p:nvPr/>
          </p:nvCxnSpPr>
          <p:spPr bwMode="auto">
            <a:xfrm flipV="1">
              <a:off x="8532436" y="5193196"/>
              <a:ext cx="4" cy="32314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6" name="直接箭头连接符 235"/>
            <p:cNvCxnSpPr/>
            <p:nvPr/>
          </p:nvCxnSpPr>
          <p:spPr bwMode="auto">
            <a:xfrm>
              <a:off x="4139952" y="3645024"/>
              <a:ext cx="0" cy="1424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18" name="直接箭头连接符 17"/>
            <p:cNvCxnSpPr/>
            <p:nvPr/>
          </p:nvCxnSpPr>
          <p:spPr bwMode="auto">
            <a:xfrm flipV="1">
              <a:off x="4077104" y="3537577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 flipH="1" flipV="1">
              <a:off x="4140728" y="3534694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/>
          </p:nvCxnSpPr>
          <p:spPr bwMode="auto">
            <a:xfrm flipV="1">
              <a:off x="5084440" y="3537577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 flipH="1" flipV="1">
              <a:off x="5148064" y="3534694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3" name="直接箭头连接符 32"/>
            <p:cNvCxnSpPr/>
            <p:nvPr/>
          </p:nvCxnSpPr>
          <p:spPr bwMode="auto">
            <a:xfrm flipV="1">
              <a:off x="6092551" y="3537577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4" name="直接箭头连接符 33"/>
            <p:cNvCxnSpPr/>
            <p:nvPr/>
          </p:nvCxnSpPr>
          <p:spPr bwMode="auto">
            <a:xfrm flipH="1" flipV="1">
              <a:off x="6156175" y="3534694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5" name="直接箭头连接符 54"/>
            <p:cNvCxnSpPr/>
            <p:nvPr/>
          </p:nvCxnSpPr>
          <p:spPr bwMode="auto">
            <a:xfrm flipV="1">
              <a:off x="7100663" y="3537577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 flipH="1" flipV="1">
              <a:off x="7164287" y="3534694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/>
            <p:cNvCxnSpPr/>
            <p:nvPr/>
          </p:nvCxnSpPr>
          <p:spPr bwMode="auto">
            <a:xfrm flipV="1">
              <a:off x="8108775" y="3537577"/>
              <a:ext cx="63624" cy="10744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 flipH="1" flipV="1">
              <a:off x="8172399" y="3534694"/>
              <a:ext cx="72008" cy="11033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9" name="TextBox 238"/>
            <p:cNvSpPr txBox="1"/>
            <p:nvPr/>
          </p:nvSpPr>
          <p:spPr>
            <a:xfrm>
              <a:off x="6444211" y="5101128"/>
              <a:ext cx="1584173" cy="2720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noAutofit/>
            </a:bodyPr>
            <a:lstStyle/>
            <a:p>
              <a:r>
                <a:rPr lang="zh-CN" altLang="en-US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环形信号发生器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3" name="直接箭头连接符 242"/>
            <p:cNvCxnSpPr/>
            <p:nvPr/>
          </p:nvCxnSpPr>
          <p:spPr bwMode="auto">
            <a:xfrm flipV="1">
              <a:off x="3131452" y="3933056"/>
              <a:ext cx="216412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2" name="Text Box 320"/>
            <p:cNvSpPr txBox="1">
              <a:spLocks noChangeArrowheads="1"/>
            </p:cNvSpPr>
            <p:nvPr/>
          </p:nvSpPr>
          <p:spPr bwMode="auto">
            <a:xfrm>
              <a:off x="2859366" y="3551733"/>
              <a:ext cx="324665" cy="21850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CP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265" name="直接箭头连接符 264"/>
            <p:cNvCxnSpPr/>
            <p:nvPr/>
          </p:nvCxnSpPr>
          <p:spPr bwMode="auto">
            <a:xfrm flipV="1">
              <a:off x="3131840" y="3927996"/>
              <a:ext cx="0" cy="86915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0" name="直接箭头连接符 239"/>
            <p:cNvCxnSpPr/>
            <p:nvPr/>
          </p:nvCxnSpPr>
          <p:spPr bwMode="auto">
            <a:xfrm>
              <a:off x="2771800" y="3789040"/>
              <a:ext cx="57528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6" name="直接箭头连接符 295"/>
            <p:cNvCxnSpPr/>
            <p:nvPr/>
          </p:nvCxnSpPr>
          <p:spPr bwMode="auto">
            <a:xfrm flipV="1">
              <a:off x="3203848" y="2564904"/>
              <a:ext cx="0" cy="122413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300" name="Text Box 260"/>
            <p:cNvSpPr txBox="1">
              <a:spLocks noChangeArrowheads="1"/>
            </p:cNvSpPr>
            <p:nvPr/>
          </p:nvSpPr>
          <p:spPr bwMode="auto">
            <a:xfrm>
              <a:off x="2789131" y="2852936"/>
              <a:ext cx="232567" cy="216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01" name="椭圆 300"/>
            <p:cNvSpPr/>
            <p:nvPr/>
          </p:nvSpPr>
          <p:spPr bwMode="auto">
            <a:xfrm>
              <a:off x="2879307" y="2788153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02" name="直接箭头连接符 301"/>
            <p:cNvCxnSpPr>
              <a:endCxn id="300" idx="2"/>
            </p:cNvCxnSpPr>
            <p:nvPr/>
          </p:nvCxnSpPr>
          <p:spPr bwMode="auto">
            <a:xfrm rot="10800000">
              <a:off x="2905416" y="3068960"/>
              <a:ext cx="298433" cy="144019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04" name="直接箭头连接符 303"/>
            <p:cNvCxnSpPr/>
            <p:nvPr/>
          </p:nvCxnSpPr>
          <p:spPr bwMode="auto">
            <a:xfrm flipV="1">
              <a:off x="2915816" y="2564904"/>
              <a:ext cx="0" cy="22325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15" name="矩形 314"/>
            <p:cNvSpPr/>
            <p:nvPr/>
          </p:nvSpPr>
          <p:spPr>
            <a:xfrm>
              <a:off x="1115616" y="2676529"/>
              <a:ext cx="7632848" cy="276869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326" name="Text Box 147"/>
            <p:cNvSpPr txBox="1">
              <a:spLocks noChangeArrowheads="1"/>
            </p:cNvSpPr>
            <p:nvPr/>
          </p:nvSpPr>
          <p:spPr bwMode="auto">
            <a:xfrm>
              <a:off x="1269293" y="2741490"/>
              <a:ext cx="1142467" cy="5434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30" name="AutoShape 94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1" name="Text Box 93"/>
          <p:cNvSpPr txBox="1">
            <a:spLocks noChangeArrowheads="1"/>
          </p:cNvSpPr>
          <p:nvPr/>
        </p:nvSpPr>
        <p:spPr bwMode="auto">
          <a:xfrm>
            <a:off x="179388" y="332656"/>
            <a:ext cx="878510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*设计</a:t>
            </a:r>
            <a:r>
              <a:rPr lang="en-US" altLang="zh-CN" sz="2200" spc="-100" dirty="0" err="1">
                <a:solidFill>
                  <a:srgbClr val="C00000"/>
                </a:solidFill>
              </a:rPr>
              <a:t>μ</a:t>
            </a:r>
            <a:r>
              <a:rPr lang="en-US" altLang="zh-CN" sz="2200" b="1" dirty="0" err="1" smtClean="0">
                <a:solidFill>
                  <a:srgbClr val="C00000"/>
                </a:solidFill>
                <a:latin typeface="+mn-ea"/>
                <a:ea typeface="+mn-ea"/>
              </a:rPr>
              <a:t>OP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控制信号</a:t>
            </a:r>
            <a:r>
              <a:rPr lang="zh-CN" altLang="en-US" sz="2200" b="1" dirty="0">
                <a:solidFill>
                  <a:srgbClr val="C00000"/>
                </a:solidFill>
              </a:rPr>
              <a:t>形成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电路：</a:t>
            </a:r>
            <a:endParaRPr lang="en-US" altLang="zh-CN" sz="2200" b="1" dirty="0" smtClean="0">
              <a:solidFill>
                <a:srgbClr val="C00000"/>
              </a:solidFill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⑴</a:t>
            </a:r>
            <a:r>
              <a:rPr lang="zh-CN" altLang="en-US" sz="2200" b="1" dirty="0" smtClean="0">
                <a:latin typeface="+mn-ea"/>
                <a:ea typeface="+mn-ea"/>
              </a:rPr>
              <a:t>状态转换图</a:t>
            </a:r>
            <a:r>
              <a:rPr lang="zh-CN" altLang="en-US" sz="2200" b="1" u="sng" dirty="0" smtClean="0">
                <a:latin typeface="+mn-ea"/>
                <a:ea typeface="+mn-ea"/>
              </a:rPr>
              <a:t>打时间戳</a:t>
            </a:r>
            <a:r>
              <a:rPr lang="zh-CN" altLang="en-US" sz="2200" b="1" dirty="0" smtClean="0">
                <a:latin typeface="+mn-ea"/>
                <a:ea typeface="+mn-ea"/>
              </a:rPr>
              <a:t>，</a:t>
            </a:r>
            <a:r>
              <a:rPr lang="en-US" altLang="zh-CN" sz="2200" dirty="0" err="1" smtClean="0">
                <a:latin typeface="+mn-lt"/>
                <a:ea typeface="+mn-ea"/>
              </a:rPr>
              <a:t>μ</a:t>
            </a:r>
            <a:r>
              <a:rPr lang="en-US" altLang="zh-CN" sz="2200" b="1" dirty="0" err="1" smtClean="0">
                <a:latin typeface="+mn-ea"/>
                <a:ea typeface="+mn-ea"/>
              </a:rPr>
              <a:t>OPCmd</a:t>
            </a:r>
            <a:r>
              <a:rPr lang="zh-CN" altLang="zh-CN" sz="2200" b="1" dirty="0" smtClean="0">
                <a:latin typeface="+mn-ea"/>
                <a:ea typeface="+mn-ea"/>
              </a:rPr>
              <a:t>使用时间表</a:t>
            </a:r>
            <a:r>
              <a:rPr lang="zh-CN" altLang="en-US" sz="2200" b="1" dirty="0" smtClean="0">
                <a:latin typeface="+mn-ea"/>
                <a:ea typeface="+mn-ea"/>
              </a:rPr>
              <a:t>中</a:t>
            </a:r>
            <a:r>
              <a:rPr lang="zh-CN" altLang="en-US" sz="2200" b="1" u="sng" dirty="0" smtClean="0">
                <a:latin typeface="+mn-ea"/>
                <a:ea typeface="+mn-ea"/>
              </a:rPr>
              <a:t>填有效条件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24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156524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63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95536" y="1341021"/>
          <a:ext cx="8496944" cy="45540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6104"/>
                <a:gridCol w="792088"/>
                <a:gridCol w="792088"/>
                <a:gridCol w="2880320"/>
                <a:gridCol w="720080"/>
                <a:gridCol w="2376264"/>
              </a:tblGrid>
              <a:tr h="347556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en-US" sz="1600" b="1" kern="100" baseline="-18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zh-CN" sz="1600" b="1" kern="100" baseline="-18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PCWrB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IMRd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IRWr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RegAsrc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RegDsrc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RegWr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Extctr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ALUAsrc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ALUBsrc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ALUctr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ALUOWr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MemRd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zh-CN" sz="1600" b="1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MemWr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WMFC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End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331640" y="1688577"/>
          <a:ext cx="7560840" cy="4206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2088"/>
                <a:gridCol w="792088"/>
                <a:gridCol w="2880320"/>
                <a:gridCol w="720080"/>
                <a:gridCol w="2376264"/>
              </a:tblGrid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All(1)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j(2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j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ori|lw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600" b="1" kern="10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add|sub|ori|lw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lw|sw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All(1)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All(1)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add|sub|ori|lw|sw|beq(0)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All(3)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All(0)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add|sub|beq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+…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All(0)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All(0)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add|lw|sw</a:t>
                      </a: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(0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sub(1)</a:t>
                      </a:r>
                      <a:r>
                        <a:rPr lang="en-US" altLang="zh-CN" sz="1600" b="1" kern="10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+…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add|sub|ori|lw|sw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All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lw|sw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beq|j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2628265" algn="ctr"/>
                          <a:tab pos="5292725" algn="r"/>
                        </a:tabLst>
                      </a:pPr>
                      <a:r>
                        <a:rPr lang="en-US" sz="1600" b="1" kern="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add|sub|ori|lw</a:t>
                      </a:r>
                      <a:endParaRPr lang="zh-CN" sz="1600" b="1" kern="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93"/>
          <p:cNvSpPr txBox="1">
            <a:spLocks noChangeArrowheads="1"/>
          </p:cNvSpPr>
          <p:nvPr/>
        </p:nvSpPr>
        <p:spPr bwMode="auto">
          <a:xfrm>
            <a:off x="179512" y="360000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⑵</a:t>
            </a:r>
            <a:r>
              <a:rPr lang="zh-CN" altLang="en-US" sz="2200" b="1" dirty="0">
                <a:latin typeface="+mn-ea"/>
                <a:ea typeface="+mn-ea"/>
              </a:rPr>
              <a:t>按行汇总</a:t>
            </a:r>
            <a:r>
              <a:rPr lang="zh-CN" altLang="en-US" sz="2200" b="1" dirty="0" smtClean="0">
                <a:latin typeface="+mn-ea"/>
                <a:ea typeface="+mn-ea"/>
              </a:rPr>
              <a:t>使用时间表，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+mn-ea"/>
              </a:rPr>
              <a:t>OPCmd</a:t>
            </a:r>
            <a:r>
              <a:rPr lang="zh-CN" altLang="zh-CN" sz="2200" b="1" dirty="0">
                <a:latin typeface="+mn-ea"/>
              </a:rPr>
              <a:t>的</a:t>
            </a:r>
            <a:r>
              <a:rPr lang="zh-CN" altLang="zh-CN" sz="2200" b="1" dirty="0" smtClean="0">
                <a:latin typeface="+mn-ea"/>
              </a:rPr>
              <a:t>逻辑表达式</a:t>
            </a:r>
            <a:r>
              <a:rPr lang="zh-CN" altLang="en-US" sz="2200" b="1" dirty="0" smtClean="0">
                <a:latin typeface="+mn-ea"/>
              </a:rPr>
              <a:t>为：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5" name="Text Box 93"/>
          <p:cNvSpPr txBox="1">
            <a:spLocks noChangeArrowheads="1"/>
          </p:cNvSpPr>
          <p:nvPr/>
        </p:nvSpPr>
        <p:spPr bwMode="auto">
          <a:xfrm>
            <a:off x="179263" y="756000"/>
            <a:ext cx="8713217" cy="11436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000" b="1" dirty="0" smtClean="0">
                <a:latin typeface="+mn-ea"/>
                <a:ea typeface="+mn-ea"/>
              </a:rPr>
              <a:t>           </a:t>
            </a:r>
            <a:r>
              <a:rPr lang="en-US" altLang="zh-CN" sz="2000" b="1" dirty="0" err="1" smtClean="0">
                <a:latin typeface="+mn-ea"/>
                <a:ea typeface="+mn-ea"/>
              </a:rPr>
              <a:t>PCsrc</a:t>
            </a:r>
            <a:r>
              <a:rPr lang="en-US" altLang="zh-CN" sz="2000" b="1" dirty="0" smtClean="0">
                <a:latin typeface="+mn-ea"/>
                <a:ea typeface="+mn-ea"/>
              </a:rPr>
              <a:t>[1</a:t>
            </a:r>
            <a:r>
              <a:rPr lang="en-US" altLang="zh-CN" sz="2000" b="1" dirty="0">
                <a:latin typeface="+mn-ea"/>
                <a:ea typeface="+mn-ea"/>
              </a:rPr>
              <a:t>]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 smtClean="0">
                <a:latin typeface="+mn-ea"/>
                <a:ea typeface="+mn-ea"/>
              </a:rPr>
              <a:t>T</a:t>
            </a:r>
            <a:r>
              <a:rPr lang="en-US" altLang="zh-CN" sz="2000" b="1" baseline="-18000" dirty="0" smtClean="0">
                <a:latin typeface="+mn-ea"/>
                <a:ea typeface="+mn-ea"/>
              </a:rPr>
              <a:t>2 </a:t>
            </a:r>
            <a:r>
              <a:rPr lang="en-US" altLang="zh-CN" sz="2000" b="1" dirty="0" smtClean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2000" b="1" dirty="0" smtClean="0">
                <a:latin typeface="+mn-ea"/>
                <a:ea typeface="+mn-ea"/>
              </a:rPr>
              <a:t>j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 err="1">
                <a:latin typeface="+mn-ea"/>
                <a:ea typeface="+mn-ea"/>
              </a:rPr>
              <a:t>PCsrc</a:t>
            </a:r>
            <a:r>
              <a:rPr lang="en-US" altLang="zh-CN" sz="2000" b="1" dirty="0">
                <a:latin typeface="+mn-ea"/>
                <a:ea typeface="+mn-ea"/>
              </a:rPr>
              <a:t>[0]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T</a:t>
            </a:r>
            <a:r>
              <a:rPr lang="en-US" altLang="zh-CN" sz="2000" b="1" baseline="-18000" dirty="0">
                <a:latin typeface="+mn-ea"/>
                <a:ea typeface="+mn-ea"/>
              </a:rPr>
              <a:t>0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r>
              <a:rPr lang="en-US" altLang="zh-CN" sz="2000" b="1" dirty="0" err="1">
                <a:latin typeface="+mn-ea"/>
                <a:ea typeface="+mn-ea"/>
              </a:rPr>
              <a:t>PCWr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 smtClean="0">
                <a:latin typeface="+mn-ea"/>
                <a:ea typeface="+mn-ea"/>
              </a:rPr>
              <a:t>T</a:t>
            </a:r>
            <a:r>
              <a:rPr lang="en-US" altLang="zh-CN" sz="2000" b="1" baseline="-18000" dirty="0">
                <a:latin typeface="+mn-ea"/>
                <a:ea typeface="+mn-ea"/>
              </a:rPr>
              <a:t>0</a:t>
            </a:r>
            <a:r>
              <a:rPr lang="en-US" altLang="zh-CN" sz="2000" b="1" dirty="0" smtClean="0">
                <a:latin typeface="+mn-ea"/>
                <a:ea typeface="+mn-ea"/>
              </a:rPr>
              <a:t>+T</a:t>
            </a:r>
            <a:r>
              <a:rPr lang="en-US" altLang="zh-CN" sz="2000" b="1" baseline="-18000" dirty="0">
                <a:latin typeface="+mn-ea"/>
                <a:ea typeface="+mn-ea"/>
              </a:rPr>
              <a:t>2</a:t>
            </a:r>
            <a:r>
              <a:rPr lang="en-US" altLang="zh-CN" sz="2000" b="1" baseline="-25000" dirty="0" smtClean="0">
                <a:latin typeface="+mn-ea"/>
                <a:ea typeface="+mn-ea"/>
              </a:rPr>
              <a:t> </a:t>
            </a:r>
            <a:r>
              <a:rPr lang="en-US" altLang="zh-CN" sz="2000" b="1" dirty="0" smtClean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2000" b="1" dirty="0" smtClean="0">
                <a:latin typeface="+mn-ea"/>
                <a:ea typeface="+mn-ea"/>
              </a:rPr>
              <a:t>j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b="1" dirty="0" smtClean="0">
                <a:latin typeface="+mn-ea"/>
                <a:ea typeface="+mn-ea"/>
              </a:rPr>
              <a:t>           </a:t>
            </a:r>
            <a:r>
              <a:rPr lang="en-US" altLang="zh-CN" sz="2000" b="1" dirty="0" err="1" smtClean="0">
                <a:latin typeface="+mn-ea"/>
                <a:ea typeface="+mn-ea"/>
              </a:rPr>
              <a:t>RegWr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T</a:t>
            </a:r>
            <a:r>
              <a:rPr lang="en-US" altLang="zh-CN" sz="2000" b="1" baseline="-18000" dirty="0">
                <a:latin typeface="+mn-ea"/>
                <a:ea typeface="+mn-ea"/>
              </a:rPr>
              <a:t>4</a:t>
            </a:r>
            <a:r>
              <a:rPr lang="en-US" altLang="zh-CN" sz="2000" b="1" baseline="-25000" dirty="0">
                <a:latin typeface="+mn-ea"/>
                <a:ea typeface="+mn-ea"/>
              </a:rPr>
              <a:t> </a:t>
            </a:r>
            <a:r>
              <a:rPr lang="en-US" altLang="zh-CN" sz="20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 smtClean="0">
                <a:latin typeface="+mn-ea"/>
                <a:ea typeface="+mn-ea"/>
              </a:rPr>
              <a:t>add+sub+ori+lw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zh-CN" sz="2000" b="1" dirty="0" smtClean="0">
                <a:latin typeface="+mn-ea"/>
                <a:ea typeface="+mn-ea"/>
              </a:rPr>
              <a:t>，</a:t>
            </a:r>
            <a:r>
              <a:rPr lang="en-US" altLang="zh-CN" sz="2000" b="1" dirty="0" smtClean="0">
                <a:latin typeface="+mn-ea"/>
                <a:ea typeface="+mn-ea"/>
              </a:rPr>
              <a:t>…</a:t>
            </a:r>
            <a:r>
              <a:rPr lang="zh-CN" altLang="zh-CN" sz="2000" b="1" dirty="0">
                <a:latin typeface="+mn-ea"/>
                <a:ea typeface="+mn-ea"/>
              </a:rPr>
              <a:t>，</a:t>
            </a:r>
            <a:endParaRPr lang="zh-CN" altLang="zh-CN" sz="2000" b="1" dirty="0">
              <a:latin typeface="+mn-ea"/>
              <a:ea typeface="+mn-ea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+mn-ea"/>
                <a:ea typeface="+mn-ea"/>
              </a:rPr>
              <a:t>           End</a:t>
            </a:r>
            <a:r>
              <a:rPr lang="zh-CN" altLang="zh-CN" sz="2000" b="1" dirty="0">
                <a:latin typeface="+mn-ea"/>
                <a:ea typeface="+mn-ea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T</a:t>
            </a:r>
            <a:r>
              <a:rPr lang="en-US" altLang="zh-CN" sz="2000" b="1" baseline="-18000" dirty="0">
                <a:latin typeface="+mn-ea"/>
                <a:ea typeface="+mn-ea"/>
              </a:rPr>
              <a:t>2</a:t>
            </a:r>
            <a:r>
              <a:rPr lang="en-US" altLang="zh-CN" sz="2000" b="1" baseline="-25000" dirty="0">
                <a:latin typeface="+mn-ea"/>
                <a:ea typeface="+mn-ea"/>
              </a:rPr>
              <a:t> </a:t>
            </a:r>
            <a:r>
              <a:rPr lang="en-US" altLang="zh-CN" sz="20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 smtClean="0">
                <a:latin typeface="+mn-ea"/>
                <a:ea typeface="+mn-ea"/>
              </a:rPr>
              <a:t>beq+j</a:t>
            </a:r>
            <a:r>
              <a:rPr lang="en-US" altLang="zh-CN" sz="2000" b="1" dirty="0" smtClean="0">
                <a:latin typeface="+mn-ea"/>
                <a:ea typeface="+mn-ea"/>
              </a:rPr>
              <a:t>)+T</a:t>
            </a:r>
            <a:r>
              <a:rPr lang="en-US" altLang="zh-CN" sz="2000" b="1" baseline="-18000" dirty="0" smtClean="0">
                <a:latin typeface="+mn-ea"/>
                <a:ea typeface="+mn-ea"/>
              </a:rPr>
              <a:t>3</a:t>
            </a:r>
            <a:r>
              <a:rPr lang="en-US" altLang="zh-CN" sz="2000" b="1" baseline="-25000" dirty="0">
                <a:latin typeface="+mn-ea"/>
                <a:ea typeface="+mn-ea"/>
              </a:rPr>
              <a:t> </a:t>
            </a:r>
            <a:r>
              <a:rPr lang="en-US" altLang="zh-CN" sz="20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2000" b="1" baseline="-25000" dirty="0">
                <a:latin typeface="+mn-ea"/>
                <a:ea typeface="+mn-ea"/>
              </a:rPr>
              <a:t> </a:t>
            </a:r>
            <a:r>
              <a:rPr lang="en-US" altLang="zh-CN" sz="2000" b="1" dirty="0" smtClean="0">
                <a:latin typeface="+mn-ea"/>
                <a:ea typeface="+mn-ea"/>
              </a:rPr>
              <a:t>sw+T</a:t>
            </a:r>
            <a:r>
              <a:rPr lang="en-US" altLang="zh-CN" sz="2000" b="1" baseline="-18000" dirty="0" smtClean="0">
                <a:latin typeface="+mn-ea"/>
                <a:ea typeface="+mn-ea"/>
              </a:rPr>
              <a:t>4</a:t>
            </a:r>
            <a:r>
              <a:rPr lang="en-US" altLang="zh-CN" sz="2000" b="1" baseline="-25000" dirty="0">
                <a:latin typeface="+mn-ea"/>
                <a:ea typeface="+mn-ea"/>
              </a:rPr>
              <a:t> </a:t>
            </a:r>
            <a:r>
              <a:rPr lang="en-US" altLang="zh-CN" sz="2000" b="1" dirty="0">
                <a:latin typeface="+mn-ea"/>
                <a:ea typeface="+mn-ea"/>
                <a:sym typeface="Symbol" panose="05050102010706020507"/>
              </a:rPr>
              <a:t>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en-US" altLang="zh-CN" sz="2000" b="1" dirty="0" err="1" smtClean="0">
                <a:latin typeface="+mn-ea"/>
                <a:ea typeface="+mn-ea"/>
              </a:rPr>
              <a:t>add+sub+ori+lw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zh-CN" altLang="zh-CN" sz="2000" b="1" dirty="0">
              <a:latin typeface="+mn-ea"/>
              <a:ea typeface="+mn-ea"/>
            </a:endParaRPr>
          </a:p>
        </p:txBody>
      </p:sp>
      <p:sp>
        <p:nvSpPr>
          <p:cNvPr id="6" name="Text Box 93"/>
          <p:cNvSpPr txBox="1">
            <a:spLocks noChangeArrowheads="1"/>
          </p:cNvSpPr>
          <p:nvPr/>
        </p:nvSpPr>
        <p:spPr bwMode="auto">
          <a:xfrm>
            <a:off x="179512" y="1844824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ea typeface="+mn-ea"/>
              </a:rPr>
              <a:t>⑶</a:t>
            </a:r>
            <a:r>
              <a:rPr lang="zh-CN" altLang="en-US" sz="2200" b="1" dirty="0" smtClean="0">
                <a:latin typeface="+mn-ea"/>
                <a:ea typeface="+mn-ea"/>
              </a:rPr>
              <a:t>用组合逻辑电路实现每个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OPCmd</a:t>
            </a:r>
            <a:endParaRPr lang="en-US" altLang="zh-CN" sz="2200" b="1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16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5144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AutoShape 94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Text Box 648"/>
          <p:cNvSpPr txBox="1">
            <a:spLocks noChangeArrowheads="1"/>
          </p:cNvSpPr>
          <p:nvPr/>
        </p:nvSpPr>
        <p:spPr bwMode="auto">
          <a:xfrm>
            <a:off x="827460" y="6028604"/>
            <a:ext cx="7056000" cy="3683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5-3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P237—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17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仅画出信号序列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19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仅填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+mn-ea"/>
              </a:rPr>
              <a:t>OPCmd</a:t>
            </a:r>
            <a:r>
              <a:rPr lang="zh-CN" altLang="zh-CN" sz="1600" b="1" dirty="0">
                <a:latin typeface="+mn-ea"/>
              </a:rPr>
              <a:t>使用时间表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117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8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6156524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65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1259632" y="2376000"/>
            <a:ext cx="6696744" cy="3456384"/>
            <a:chOff x="1259632" y="2420888"/>
            <a:chExt cx="6696744" cy="3456384"/>
          </a:xfrm>
        </p:grpSpPr>
        <p:sp>
          <p:nvSpPr>
            <p:cNvPr id="8" name="矩形 7"/>
            <p:cNvSpPr/>
            <p:nvPr/>
          </p:nvSpPr>
          <p:spPr>
            <a:xfrm>
              <a:off x="1259632" y="3501007"/>
              <a:ext cx="6696744" cy="187220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矩形 8"/>
            <p:cNvSpPr/>
            <p:nvPr/>
          </p:nvSpPr>
          <p:spPr>
            <a:xfrm>
              <a:off x="5364088" y="3573016"/>
              <a:ext cx="2448272" cy="1728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0" name="矩形 9"/>
            <p:cNvSpPr/>
            <p:nvPr/>
          </p:nvSpPr>
          <p:spPr>
            <a:xfrm>
              <a:off x="1331640" y="3573016"/>
              <a:ext cx="3528392" cy="1728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cxnSp>
          <p:nvCxnSpPr>
            <p:cNvPr id="11" name="直接箭头连接符 10"/>
            <p:cNvCxnSpPr/>
            <p:nvPr/>
          </p:nvCxnSpPr>
          <p:spPr bwMode="auto">
            <a:xfrm>
              <a:off x="1763688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" name="直接箭头连接符 11"/>
            <p:cNvCxnSpPr/>
            <p:nvPr/>
          </p:nvCxnSpPr>
          <p:spPr bwMode="auto">
            <a:xfrm>
              <a:off x="1475656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 bwMode="auto">
            <a:xfrm>
              <a:off x="2051720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" name="Text Box 147"/>
            <p:cNvSpPr txBox="1">
              <a:spLocks noChangeArrowheads="1"/>
            </p:cNvSpPr>
            <p:nvPr/>
          </p:nvSpPr>
          <p:spPr bwMode="auto">
            <a:xfrm>
              <a:off x="1295636" y="3212976"/>
              <a:ext cx="3564396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spc="22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a s o l s b j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800" b="1" spc="-5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1800" b="1" spc="-50" baseline="-1800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800" b="1" spc="-5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sz="1800" b="1" spc="-5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800" b="1" spc="-5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3</a:t>
              </a:r>
              <a:r>
                <a:rPr lang="en-US" altLang="zh-CN" sz="1800" b="1" spc="-50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T</a:t>
              </a:r>
              <a:r>
                <a:rPr lang="en-US" altLang="zh-CN" sz="1800" b="1" spc="-50" baseline="-180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4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132"/>
            <p:cNvSpPr txBox="1">
              <a:spLocks noChangeArrowheads="1"/>
            </p:cNvSpPr>
            <p:nvPr/>
          </p:nvSpPr>
          <p:spPr bwMode="auto">
            <a:xfrm>
              <a:off x="1403648" y="2922690"/>
              <a:ext cx="1872000" cy="290286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指令译码器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32"/>
            <p:cNvSpPr txBox="1">
              <a:spLocks noChangeArrowheads="1"/>
            </p:cNvSpPr>
            <p:nvPr/>
          </p:nvSpPr>
          <p:spPr bwMode="auto">
            <a:xfrm>
              <a:off x="5364088" y="2924944"/>
              <a:ext cx="1800200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多周期数据通路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 bwMode="auto">
            <a:xfrm flipH="1">
              <a:off x="4500312" y="2564904"/>
              <a:ext cx="28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" name="直接箭头连接符 17"/>
            <p:cNvCxnSpPr/>
            <p:nvPr/>
          </p:nvCxnSpPr>
          <p:spPr bwMode="auto">
            <a:xfrm>
              <a:off x="4932040" y="3068960"/>
              <a:ext cx="432048" cy="14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>
              <a:off x="2555776" y="2492896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/>
            <p:nvPr/>
          </p:nvCxnSpPr>
          <p:spPr bwMode="auto">
            <a:xfrm>
              <a:off x="2483768" y="2420888"/>
              <a:ext cx="0" cy="50099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 Box 147"/>
            <p:cNvSpPr txBox="1">
              <a:spLocks noChangeArrowheads="1"/>
            </p:cNvSpPr>
            <p:nvPr/>
          </p:nvSpPr>
          <p:spPr bwMode="auto">
            <a:xfrm>
              <a:off x="2150398" y="2636912"/>
              <a:ext cx="1008000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op 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func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 bwMode="auto">
            <a:xfrm>
              <a:off x="2483768" y="2420888"/>
              <a:ext cx="432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/>
          </p:nvCxnSpPr>
          <p:spPr bwMode="auto">
            <a:xfrm>
              <a:off x="2339752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>
              <a:off x="2627784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直接箭头连接符 24"/>
            <p:cNvCxnSpPr/>
            <p:nvPr/>
          </p:nvCxnSpPr>
          <p:spPr bwMode="auto">
            <a:xfrm>
              <a:off x="2915816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6" name="直接箭头连接符 25"/>
            <p:cNvCxnSpPr/>
            <p:nvPr/>
          </p:nvCxnSpPr>
          <p:spPr bwMode="auto">
            <a:xfrm>
              <a:off x="3203848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" name="直接箭头连接符 26"/>
            <p:cNvCxnSpPr/>
            <p:nvPr/>
          </p:nvCxnSpPr>
          <p:spPr bwMode="auto">
            <a:xfrm>
              <a:off x="3635896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/>
            <p:cNvCxnSpPr/>
            <p:nvPr/>
          </p:nvCxnSpPr>
          <p:spPr bwMode="auto">
            <a:xfrm>
              <a:off x="3923928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>
              <a:off x="4211960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" name="直接箭头连接符 29"/>
            <p:cNvCxnSpPr/>
            <p:nvPr/>
          </p:nvCxnSpPr>
          <p:spPr bwMode="auto">
            <a:xfrm>
              <a:off x="4788024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" name="直接箭头连接符 30"/>
            <p:cNvCxnSpPr/>
            <p:nvPr/>
          </p:nvCxnSpPr>
          <p:spPr bwMode="auto">
            <a:xfrm>
              <a:off x="4499992" y="3212976"/>
              <a:ext cx="0" cy="208823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" name="Text Box 132"/>
            <p:cNvSpPr txBox="1">
              <a:spLocks noChangeArrowheads="1"/>
            </p:cNvSpPr>
            <p:nvPr/>
          </p:nvSpPr>
          <p:spPr bwMode="auto">
            <a:xfrm>
              <a:off x="3492040" y="2924942"/>
              <a:ext cx="1440000" cy="28945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时序信号电路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" name="Text Box 147"/>
            <p:cNvSpPr txBox="1">
              <a:spLocks noChangeArrowheads="1"/>
            </p:cNvSpPr>
            <p:nvPr/>
          </p:nvSpPr>
          <p:spPr bwMode="auto">
            <a:xfrm>
              <a:off x="5004049" y="2804808"/>
              <a:ext cx="288032" cy="62419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 smtClean="0"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1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14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P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0</a:t>
              </a:r>
              <a:endParaRPr lang="zh-CN" altLang="en-US" sz="1400" b="1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 bwMode="auto">
            <a:xfrm flipV="1">
              <a:off x="1403648" y="3643831"/>
              <a:ext cx="6336704" cy="119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接箭头连接符 34"/>
            <p:cNvCxnSpPr/>
            <p:nvPr/>
          </p:nvCxnSpPr>
          <p:spPr bwMode="auto">
            <a:xfrm>
              <a:off x="5436096" y="3212976"/>
              <a:ext cx="330" cy="22322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6" name="直接箭头连接符 35"/>
            <p:cNvCxnSpPr/>
            <p:nvPr/>
          </p:nvCxnSpPr>
          <p:spPr bwMode="auto">
            <a:xfrm>
              <a:off x="5723798" y="3214401"/>
              <a:ext cx="0" cy="241547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7" name="直接箭头连接符 36"/>
            <p:cNvCxnSpPr/>
            <p:nvPr/>
          </p:nvCxnSpPr>
          <p:spPr bwMode="auto">
            <a:xfrm>
              <a:off x="6012160" y="3212976"/>
              <a:ext cx="0" cy="22322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8" name="直接箭头连接符 37"/>
            <p:cNvCxnSpPr/>
            <p:nvPr/>
          </p:nvCxnSpPr>
          <p:spPr bwMode="auto">
            <a:xfrm>
              <a:off x="6300192" y="3212976"/>
              <a:ext cx="0" cy="244827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39" name="直接箭头连接符 38"/>
            <p:cNvCxnSpPr/>
            <p:nvPr/>
          </p:nvCxnSpPr>
          <p:spPr bwMode="auto">
            <a:xfrm>
              <a:off x="6588224" y="3212976"/>
              <a:ext cx="0" cy="22322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40" name="直接箭头连接符 39"/>
            <p:cNvCxnSpPr/>
            <p:nvPr/>
          </p:nvCxnSpPr>
          <p:spPr bwMode="auto">
            <a:xfrm>
              <a:off x="7020272" y="3212976"/>
              <a:ext cx="2617" cy="244827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cxnSp>
          <p:nvCxnSpPr>
            <p:cNvPr id="41" name="直接箭头连接符 40"/>
            <p:cNvCxnSpPr/>
            <p:nvPr/>
          </p:nvCxnSpPr>
          <p:spPr bwMode="auto">
            <a:xfrm>
              <a:off x="4932040" y="3140968"/>
              <a:ext cx="432048" cy="142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V="1">
              <a:off x="1403648" y="3795948"/>
              <a:ext cx="6336704" cy="147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" name="直接箭头连接符 42"/>
            <p:cNvCxnSpPr/>
            <p:nvPr/>
          </p:nvCxnSpPr>
          <p:spPr bwMode="auto">
            <a:xfrm>
              <a:off x="1403648" y="3924672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4" name="直接箭头连接符 43"/>
            <p:cNvCxnSpPr/>
            <p:nvPr/>
          </p:nvCxnSpPr>
          <p:spPr bwMode="auto">
            <a:xfrm>
              <a:off x="1403648" y="4077072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" name="直接箭头连接符 44"/>
            <p:cNvCxnSpPr/>
            <p:nvPr/>
          </p:nvCxnSpPr>
          <p:spPr bwMode="auto">
            <a:xfrm flipV="1">
              <a:off x="1403648" y="4217707"/>
              <a:ext cx="6336704" cy="338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" name="直接箭头连接符 45"/>
            <p:cNvCxnSpPr/>
            <p:nvPr/>
          </p:nvCxnSpPr>
          <p:spPr bwMode="auto">
            <a:xfrm>
              <a:off x="1403648" y="4373489"/>
              <a:ext cx="6336704" cy="42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7" name="直接箭头连接符 46"/>
            <p:cNvCxnSpPr/>
            <p:nvPr/>
          </p:nvCxnSpPr>
          <p:spPr bwMode="auto">
            <a:xfrm>
              <a:off x="1403648" y="4500736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" name="直接箭头连接符 47"/>
            <p:cNvCxnSpPr/>
            <p:nvPr/>
          </p:nvCxnSpPr>
          <p:spPr bwMode="auto">
            <a:xfrm flipV="1">
              <a:off x="1403648" y="4651561"/>
              <a:ext cx="6336704" cy="157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9" name="直接箭头连接符 48"/>
            <p:cNvCxnSpPr/>
            <p:nvPr/>
          </p:nvCxnSpPr>
          <p:spPr bwMode="auto">
            <a:xfrm flipV="1">
              <a:off x="1403648" y="4796341"/>
              <a:ext cx="6336704" cy="81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直接箭头连接符 49"/>
            <p:cNvCxnSpPr/>
            <p:nvPr/>
          </p:nvCxnSpPr>
          <p:spPr bwMode="auto">
            <a:xfrm>
              <a:off x="1403648" y="4949552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1" name="直接箭头连接符 50"/>
            <p:cNvCxnSpPr/>
            <p:nvPr/>
          </p:nvCxnSpPr>
          <p:spPr bwMode="auto">
            <a:xfrm>
              <a:off x="1403648" y="5076800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2" name="直接箭头连接符 51"/>
            <p:cNvCxnSpPr/>
            <p:nvPr/>
          </p:nvCxnSpPr>
          <p:spPr bwMode="auto">
            <a:xfrm>
              <a:off x="1403648" y="5229200"/>
              <a:ext cx="633670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3" name="椭圆 52"/>
            <p:cNvSpPr/>
            <p:nvPr/>
          </p:nvSpPr>
          <p:spPr bwMode="auto">
            <a:xfrm>
              <a:off x="1445176" y="389620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椭圆 53"/>
            <p:cNvSpPr/>
            <p:nvPr/>
          </p:nvSpPr>
          <p:spPr bwMode="auto">
            <a:xfrm>
              <a:off x="1736358" y="404860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" name="椭圆 54"/>
            <p:cNvSpPr/>
            <p:nvPr/>
          </p:nvSpPr>
          <p:spPr bwMode="auto">
            <a:xfrm>
              <a:off x="2021240" y="419070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椭圆 55"/>
            <p:cNvSpPr/>
            <p:nvPr/>
          </p:nvSpPr>
          <p:spPr bwMode="auto">
            <a:xfrm>
              <a:off x="2312422" y="434310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" name="椭圆 56"/>
            <p:cNvSpPr/>
            <p:nvPr/>
          </p:nvSpPr>
          <p:spPr bwMode="auto">
            <a:xfrm>
              <a:off x="2313464" y="5199102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" name="椭圆 57"/>
            <p:cNvSpPr/>
            <p:nvPr/>
          </p:nvSpPr>
          <p:spPr bwMode="auto">
            <a:xfrm>
              <a:off x="2600454" y="504642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椭圆 58"/>
            <p:cNvSpPr/>
            <p:nvPr/>
          </p:nvSpPr>
          <p:spPr bwMode="auto">
            <a:xfrm>
              <a:off x="2891051" y="4919732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" name="椭圆 59"/>
            <p:cNvSpPr/>
            <p:nvPr/>
          </p:nvSpPr>
          <p:spPr bwMode="auto">
            <a:xfrm>
              <a:off x="3178041" y="47670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椭圆 60"/>
            <p:cNvSpPr/>
            <p:nvPr/>
          </p:nvSpPr>
          <p:spPr bwMode="auto">
            <a:xfrm>
              <a:off x="3177178" y="462456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椭圆 61"/>
            <p:cNvSpPr/>
            <p:nvPr/>
          </p:nvSpPr>
          <p:spPr bwMode="auto">
            <a:xfrm>
              <a:off x="3177178" y="36183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" name="椭圆 62"/>
            <p:cNvSpPr/>
            <p:nvPr/>
          </p:nvSpPr>
          <p:spPr bwMode="auto">
            <a:xfrm>
              <a:off x="3608566" y="37707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椭圆 63"/>
            <p:cNvSpPr/>
            <p:nvPr/>
          </p:nvSpPr>
          <p:spPr bwMode="auto">
            <a:xfrm>
              <a:off x="4182725" y="361683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椭圆 64"/>
            <p:cNvSpPr/>
            <p:nvPr/>
          </p:nvSpPr>
          <p:spPr bwMode="auto">
            <a:xfrm>
              <a:off x="3896216" y="4472265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椭圆 65"/>
            <p:cNvSpPr/>
            <p:nvPr/>
          </p:nvSpPr>
          <p:spPr bwMode="auto">
            <a:xfrm>
              <a:off x="4182725" y="4919553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椭圆 66"/>
            <p:cNvSpPr/>
            <p:nvPr/>
          </p:nvSpPr>
          <p:spPr bwMode="auto">
            <a:xfrm>
              <a:off x="4474567" y="5199965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" name="椭圆 67"/>
            <p:cNvSpPr/>
            <p:nvPr/>
          </p:nvSpPr>
          <p:spPr bwMode="auto">
            <a:xfrm>
              <a:off x="4473704" y="504794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椭圆 68"/>
            <p:cNvSpPr/>
            <p:nvPr/>
          </p:nvSpPr>
          <p:spPr bwMode="auto">
            <a:xfrm>
              <a:off x="4473322" y="462646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0" name="椭圆 69"/>
            <p:cNvSpPr/>
            <p:nvPr/>
          </p:nvSpPr>
          <p:spPr bwMode="auto">
            <a:xfrm>
              <a:off x="4760694" y="4048879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椭圆 70"/>
            <p:cNvSpPr/>
            <p:nvPr/>
          </p:nvSpPr>
          <p:spPr bwMode="auto">
            <a:xfrm>
              <a:off x="4759831" y="389686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椭圆 71"/>
            <p:cNvSpPr/>
            <p:nvPr/>
          </p:nvSpPr>
          <p:spPr bwMode="auto">
            <a:xfrm>
              <a:off x="4760694" y="434691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椭圆 72"/>
            <p:cNvSpPr/>
            <p:nvPr/>
          </p:nvSpPr>
          <p:spPr bwMode="auto">
            <a:xfrm>
              <a:off x="4759831" y="4194899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椭圆 73"/>
            <p:cNvSpPr/>
            <p:nvPr/>
          </p:nvSpPr>
          <p:spPr bwMode="auto">
            <a:xfrm>
              <a:off x="4761354" y="476934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" name="椭圆 74"/>
            <p:cNvSpPr/>
            <p:nvPr/>
          </p:nvSpPr>
          <p:spPr bwMode="auto">
            <a:xfrm>
              <a:off x="5409426" y="36183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椭圆 75"/>
            <p:cNvSpPr/>
            <p:nvPr/>
          </p:nvSpPr>
          <p:spPr bwMode="auto">
            <a:xfrm>
              <a:off x="5696798" y="37707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椭圆 76"/>
            <p:cNvSpPr/>
            <p:nvPr/>
          </p:nvSpPr>
          <p:spPr bwMode="auto">
            <a:xfrm>
              <a:off x="5982925" y="3770372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椭圆 77"/>
            <p:cNvSpPr/>
            <p:nvPr/>
          </p:nvSpPr>
          <p:spPr bwMode="auto">
            <a:xfrm>
              <a:off x="5982062" y="361835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" name="椭圆 78"/>
            <p:cNvSpPr/>
            <p:nvPr/>
          </p:nvSpPr>
          <p:spPr bwMode="auto">
            <a:xfrm>
              <a:off x="6274767" y="404735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椭圆 79"/>
            <p:cNvSpPr/>
            <p:nvPr/>
          </p:nvSpPr>
          <p:spPr bwMode="auto">
            <a:xfrm>
              <a:off x="6273904" y="3895338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椭圆 80"/>
            <p:cNvSpPr/>
            <p:nvPr/>
          </p:nvSpPr>
          <p:spPr bwMode="auto">
            <a:xfrm>
              <a:off x="6274767" y="4345394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" name="椭圆 81"/>
            <p:cNvSpPr/>
            <p:nvPr/>
          </p:nvSpPr>
          <p:spPr bwMode="auto">
            <a:xfrm>
              <a:off x="6273904" y="419337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椭圆 82"/>
            <p:cNvSpPr/>
            <p:nvPr/>
          </p:nvSpPr>
          <p:spPr bwMode="auto">
            <a:xfrm>
              <a:off x="6560894" y="3768948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椭圆 83"/>
            <p:cNvSpPr/>
            <p:nvPr/>
          </p:nvSpPr>
          <p:spPr bwMode="auto">
            <a:xfrm>
              <a:off x="6560894" y="4471020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椭圆 84"/>
            <p:cNvSpPr/>
            <p:nvPr/>
          </p:nvSpPr>
          <p:spPr bwMode="auto">
            <a:xfrm>
              <a:off x="6992942" y="4767535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椭圆 85"/>
            <p:cNvSpPr/>
            <p:nvPr/>
          </p:nvSpPr>
          <p:spPr bwMode="auto">
            <a:xfrm>
              <a:off x="6995889" y="4625042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 bwMode="auto">
            <a:xfrm>
              <a:off x="7307974" y="2564904"/>
              <a:ext cx="1702" cy="288032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8" name="直接箭头连接符 87"/>
            <p:cNvCxnSpPr/>
            <p:nvPr/>
          </p:nvCxnSpPr>
          <p:spPr bwMode="auto">
            <a:xfrm>
              <a:off x="7668344" y="3212976"/>
              <a:ext cx="1575" cy="244827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sp>
          <p:nvSpPr>
            <p:cNvPr id="89" name="Text Box 132"/>
            <p:cNvSpPr txBox="1">
              <a:spLocks noChangeArrowheads="1"/>
            </p:cNvSpPr>
            <p:nvPr/>
          </p:nvSpPr>
          <p:spPr bwMode="auto">
            <a:xfrm>
              <a:off x="7452320" y="2706667"/>
              <a:ext cx="504056" cy="50631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中断机构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0" name="椭圆 89"/>
            <p:cNvSpPr/>
            <p:nvPr/>
          </p:nvSpPr>
          <p:spPr bwMode="auto">
            <a:xfrm>
              <a:off x="7280974" y="3768085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椭圆 90"/>
            <p:cNvSpPr/>
            <p:nvPr/>
          </p:nvSpPr>
          <p:spPr bwMode="auto">
            <a:xfrm>
              <a:off x="7642919" y="3616449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椭圆 91"/>
            <p:cNvSpPr/>
            <p:nvPr/>
          </p:nvSpPr>
          <p:spPr bwMode="auto">
            <a:xfrm>
              <a:off x="7279729" y="5201870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椭圆 92"/>
            <p:cNvSpPr/>
            <p:nvPr/>
          </p:nvSpPr>
          <p:spPr bwMode="auto">
            <a:xfrm>
              <a:off x="7282676" y="5047947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椭圆 93"/>
            <p:cNvSpPr/>
            <p:nvPr/>
          </p:nvSpPr>
          <p:spPr bwMode="auto">
            <a:xfrm>
              <a:off x="7641877" y="4048879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椭圆 94"/>
            <p:cNvSpPr/>
            <p:nvPr/>
          </p:nvSpPr>
          <p:spPr bwMode="auto">
            <a:xfrm>
              <a:off x="7641014" y="389686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椭圆 95"/>
            <p:cNvSpPr/>
            <p:nvPr/>
          </p:nvSpPr>
          <p:spPr bwMode="auto">
            <a:xfrm>
              <a:off x="7641877" y="434516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椭圆 96"/>
            <p:cNvSpPr/>
            <p:nvPr/>
          </p:nvSpPr>
          <p:spPr bwMode="auto">
            <a:xfrm>
              <a:off x="7642919" y="4189338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8" name="椭圆 97"/>
            <p:cNvSpPr/>
            <p:nvPr/>
          </p:nvSpPr>
          <p:spPr bwMode="auto">
            <a:xfrm>
              <a:off x="7639769" y="5047466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9" name="椭圆 98"/>
            <p:cNvSpPr/>
            <p:nvPr/>
          </p:nvSpPr>
          <p:spPr bwMode="auto">
            <a:xfrm>
              <a:off x="7642716" y="4919171"/>
              <a:ext cx="54000" cy="540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0" name="直接箭头连接符 99"/>
            <p:cNvCxnSpPr/>
            <p:nvPr/>
          </p:nvCxnSpPr>
          <p:spPr bwMode="auto">
            <a:xfrm>
              <a:off x="4499992" y="2564904"/>
              <a:ext cx="0" cy="3600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201"/>
            <p:cNvCxnSpPr>
              <a:stCxn id="102" idx="1"/>
            </p:cNvCxnSpPr>
            <p:nvPr/>
          </p:nvCxnSpPr>
          <p:spPr bwMode="auto">
            <a:xfrm rot="10800000" flipV="1">
              <a:off x="4716016" y="2727740"/>
              <a:ext cx="216024" cy="197204"/>
            </a:xfrm>
            <a:prstGeom prst="bentConnector3">
              <a:avLst>
                <a:gd name="adj1" fmla="val 101735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2" name="Text Box 260"/>
            <p:cNvSpPr txBox="1">
              <a:spLocks noChangeArrowheads="1"/>
            </p:cNvSpPr>
            <p:nvPr/>
          </p:nvSpPr>
          <p:spPr bwMode="auto">
            <a:xfrm>
              <a:off x="4932040" y="2636912"/>
              <a:ext cx="360040" cy="18165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3" name="直接箭头连接符 201"/>
            <p:cNvCxnSpPr/>
            <p:nvPr/>
          </p:nvCxnSpPr>
          <p:spPr bwMode="auto">
            <a:xfrm rot="10800000">
              <a:off x="5292080" y="2777883"/>
              <a:ext cx="216000" cy="144000"/>
            </a:xfrm>
            <a:prstGeom prst="bentConnector3">
              <a:avLst>
                <a:gd name="adj1" fmla="val 406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201"/>
            <p:cNvCxnSpPr/>
            <p:nvPr/>
          </p:nvCxnSpPr>
          <p:spPr bwMode="auto">
            <a:xfrm rot="10800000">
              <a:off x="5292112" y="2708945"/>
              <a:ext cx="288000" cy="216000"/>
            </a:xfrm>
            <a:prstGeom prst="bentConnector3">
              <a:avLst>
                <a:gd name="adj1" fmla="val -1577"/>
              </a:avLst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 flipV="1">
              <a:off x="6732240" y="2492896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 flipV="1">
              <a:off x="6804248" y="2420888"/>
              <a:ext cx="0" cy="50405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7" name="直接箭头连接符 106"/>
            <p:cNvCxnSpPr/>
            <p:nvPr/>
          </p:nvCxnSpPr>
          <p:spPr bwMode="auto">
            <a:xfrm>
              <a:off x="2555776" y="2492896"/>
              <a:ext cx="417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108" name="矩形 107"/>
            <p:cNvSpPr/>
            <p:nvPr/>
          </p:nvSpPr>
          <p:spPr>
            <a:xfrm>
              <a:off x="4932041" y="5445224"/>
              <a:ext cx="2952328" cy="432048"/>
            </a:xfrm>
            <a:prstGeom prst="rect">
              <a:avLst/>
            </a:prstGeom>
          </p:spPr>
          <p:txBody>
            <a:bodyPr wrap="square" lIns="0" tIns="0" rIns="0" bIns="0" anchor="ctr" anchorCtr="0">
              <a:noAutofit/>
            </a:bodyPr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[1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]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r>
                <a:rPr lang="en-US" altLang="zh-CN" sz="1200" b="1" spc="-100" dirty="0">
                  <a:latin typeface="+mn-ea"/>
                  <a:ea typeface="+mn-ea"/>
                </a:rPr>
                <a:t> </a:t>
              </a:r>
              <a:r>
                <a:rPr lang="en-US" altLang="zh-CN" sz="1200" b="1" spc="-100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  </a:t>
              </a:r>
              <a:r>
                <a:rPr lang="en-US" altLang="zh-CN" sz="1600" b="1" spc="-100" dirty="0">
                  <a:latin typeface="+mn-ea"/>
                  <a:ea typeface="+mn-ea"/>
                </a:rPr>
                <a:t>WMFC</a:t>
              </a:r>
              <a:endParaRPr lang="en-US" altLang="zh-CN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600" b="1" spc="-100" dirty="0">
                  <a:latin typeface="+mn-ea"/>
                  <a:ea typeface="+mn-ea"/>
                </a:rPr>
                <a:t>  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[0</a:t>
              </a:r>
              <a:r>
                <a:rPr lang="en-US" altLang="zh-CN" sz="1600" b="1" spc="-100" dirty="0">
                  <a:latin typeface="+mn-ea"/>
                  <a:ea typeface="+mn-ea"/>
                </a:rPr>
                <a:t>] 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>
                  <a:latin typeface="+mn-ea"/>
                  <a:ea typeface="+mn-ea"/>
                </a:rPr>
                <a:t>   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109" name="直接箭头连接符 108"/>
            <p:cNvCxnSpPr/>
            <p:nvPr/>
          </p:nvCxnSpPr>
          <p:spPr bwMode="auto">
            <a:xfrm>
              <a:off x="4139952" y="2744924"/>
              <a:ext cx="0" cy="18002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/>
          </p:nvCxnSpPr>
          <p:spPr bwMode="auto">
            <a:xfrm>
              <a:off x="3563888" y="2744924"/>
              <a:ext cx="0" cy="18227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1" name="Text Box 147"/>
            <p:cNvSpPr txBox="1">
              <a:spLocks noChangeArrowheads="1"/>
            </p:cNvSpPr>
            <p:nvPr/>
          </p:nvSpPr>
          <p:spPr bwMode="auto">
            <a:xfrm>
              <a:off x="3347864" y="2529048"/>
              <a:ext cx="1043158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ClrN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CLK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147"/>
            <p:cNvSpPr txBox="1">
              <a:spLocks noChangeArrowheads="1"/>
            </p:cNvSpPr>
            <p:nvPr/>
          </p:nvSpPr>
          <p:spPr bwMode="auto">
            <a:xfrm>
              <a:off x="1385646" y="5439163"/>
              <a:ext cx="2250250" cy="22208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err="1" smtClean="0"/>
                <a:t>μ</a:t>
              </a:r>
              <a:r>
                <a:rPr lang="en-US" altLang="zh-CN" sz="1800" b="1" dirty="0" err="1" smtClean="0">
                  <a:latin typeface="+mn-ea"/>
                </a:rPr>
                <a:t>OP</a:t>
              </a:r>
              <a:r>
                <a:rPr lang="zh-CN" altLang="en-US" sz="1800" b="1" dirty="0" smtClean="0">
                  <a:latin typeface="+mn-ea"/>
                </a:rPr>
                <a:t>控制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信号形成电路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147"/>
            <p:cNvSpPr txBox="1">
              <a:spLocks noChangeArrowheads="1"/>
            </p:cNvSpPr>
            <p:nvPr/>
          </p:nvSpPr>
          <p:spPr bwMode="auto">
            <a:xfrm>
              <a:off x="5580112" y="2708920"/>
              <a:ext cx="100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m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fc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(I/D)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26" name="直接箭头连接符 125"/>
            <p:cNvCxnSpPr/>
            <p:nvPr/>
          </p:nvCxnSpPr>
          <p:spPr bwMode="auto">
            <a:xfrm flipV="1">
              <a:off x="3275856" y="3068248"/>
              <a:ext cx="216000" cy="712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19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CD2E7-D43C-45A3-B0E6-DDB3BD36F932}" type="slidenum">
              <a:rPr lang="en-US" altLang="zh-CN"/>
            </a:fld>
            <a:endParaRPr lang="en-US" altLang="zh-CN" dirty="0"/>
          </a:p>
        </p:txBody>
      </p:sp>
      <p:sp>
        <p:nvSpPr>
          <p:cNvPr id="167027" name="Text Box 115"/>
          <p:cNvSpPr txBox="1">
            <a:spLocks noChangeArrowheads="1"/>
          </p:cNvSpPr>
          <p:nvPr/>
        </p:nvSpPr>
        <p:spPr bwMode="auto">
          <a:xfrm>
            <a:off x="838200" y="28800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5.5  </a:t>
            </a:r>
            <a:r>
              <a:rPr lang="zh-CN" altLang="en-US" sz="2800" b="1" dirty="0">
                <a:latin typeface="宋体" panose="02010600030101010101" pitchFamily="2" charset="-122"/>
              </a:rPr>
              <a:t>微程序控制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器的设计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67089" name="Text Box 177"/>
          <p:cNvSpPr txBox="1">
            <a:spLocks noChangeArrowheads="1"/>
          </p:cNvSpPr>
          <p:nvPr/>
        </p:nvSpPr>
        <p:spPr bwMode="auto">
          <a:xfrm>
            <a:off x="179388" y="1196752"/>
            <a:ext cx="8857108" cy="23380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、微程序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基本思想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微程序控制思想：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存储逻辑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(CU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相当于微主机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①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每条指令的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+mn-ea"/>
              </a:rPr>
              <a:t>OPCmd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序列用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微程序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表示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存放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zh-CN" altLang="en-US" sz="2200" b="1" u="sng" dirty="0">
                <a:latin typeface="宋体" panose="02010600030101010101" pitchFamily="2" charset="-122"/>
              </a:rPr>
              <a:t>专用</a:t>
            </a:r>
            <a:r>
              <a:rPr lang="en-US" altLang="zh-CN" sz="2200" b="1" u="sng" dirty="0"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中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微指令序列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称为控制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MEM(CS)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②CU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自动</a:t>
            </a:r>
            <a:r>
              <a:rPr lang="zh-CN" altLang="en-US" sz="2200" b="1" dirty="0">
                <a:latin typeface="宋体" panose="02010600030101010101" pitchFamily="2" charset="-122"/>
              </a:rPr>
              <a:t>、逐条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取出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并</a:t>
            </a:r>
            <a:r>
              <a:rPr lang="zh-CN" altLang="en-US" sz="2200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微指令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，有序产生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+mn-ea"/>
              </a:rPr>
              <a:t>OP</a:t>
            </a:r>
            <a:r>
              <a:rPr lang="zh-CN" altLang="en-US" sz="2200" b="1" dirty="0" smtClean="0">
                <a:latin typeface="+mn-ea"/>
              </a:rPr>
              <a:t>控制信号</a:t>
            </a:r>
            <a:endParaRPr lang="zh-CN" altLang="en-US" sz="2200" b="1" dirty="0" smtClean="0">
              <a:latin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一定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格式表示、可同时执行的</a:t>
            </a:r>
            <a:r>
              <a:rPr lang="zh-CN" altLang="en-US" sz="1600" b="1" u="sng" dirty="0">
                <a:latin typeface="宋体" panose="02010600030101010101" pitchFamily="2" charset="-122"/>
                <a:sym typeface="+mn-ea"/>
              </a:rPr>
              <a:t>一组</a:t>
            </a:r>
            <a:r>
              <a:rPr lang="zh-CN" altLang="en-US" sz="1600" b="1" u="sng" dirty="0" smtClean="0">
                <a:latin typeface="宋体" panose="02010600030101010101" pitchFamily="2" charset="-122"/>
                <a:sym typeface="+mn-ea"/>
              </a:rPr>
              <a:t>微命令</a:t>
            </a:r>
            <a:endParaRPr lang="zh-CN" altLang="en-US" sz="1600" b="1" u="sng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67117" name="AutoShape 20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39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5" y="6524451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20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 smtClean="0">
                <a:latin typeface="+mn-ea"/>
                <a:ea typeface="+mn-ea"/>
              </a:rPr>
              <a:t>微程序控制思想，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</a:rPr>
              <a:t>的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组成、工作原理</a:t>
            </a:r>
            <a:endParaRPr lang="zh-CN" altLang="en-US" sz="2000" b="1" spc="-80" dirty="0" smtClean="0">
              <a:latin typeface="宋体" panose="02010600030101010101" pitchFamily="2" charset="-122"/>
            </a:endParaRPr>
          </a:p>
        </p:txBody>
      </p:sp>
      <p:sp>
        <p:nvSpPr>
          <p:cNvPr id="13" name="线形标注 2 12"/>
          <p:cNvSpPr/>
          <p:nvPr/>
        </p:nvSpPr>
        <p:spPr bwMode="auto">
          <a:xfrm>
            <a:off x="1691372" y="3240000"/>
            <a:ext cx="1368000" cy="252000"/>
          </a:xfrm>
          <a:prstGeom prst="borderCallout2">
            <a:avLst>
              <a:gd name="adj1" fmla="val 52398"/>
              <a:gd name="adj2" fmla="val 99864"/>
              <a:gd name="adj3" fmla="val 55170"/>
              <a:gd name="adj4" fmla="val 116900"/>
              <a:gd name="adj5" fmla="val -22517"/>
              <a:gd name="adj6" fmla="val 13031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简化</a:t>
            </a:r>
            <a:r>
              <a:rPr lang="en-US" altLang="zh-CN" sz="1600" b="1" dirty="0">
                <a:latin typeface="宋体" panose="02010600030101010101" pitchFamily="2" charset="-122"/>
              </a:rPr>
              <a:t>CU</a:t>
            </a:r>
            <a:r>
              <a:rPr lang="zh-CN" altLang="en-US" sz="1600" b="1" dirty="0">
                <a:latin typeface="宋体" panose="02010600030101010101" pitchFamily="2" charset="-122"/>
              </a:rPr>
              <a:t>的实现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4" name="Text Box 101"/>
          <p:cNvSpPr txBox="1">
            <a:spLocks noChangeArrowheads="1"/>
          </p:cNvSpPr>
          <p:nvPr/>
        </p:nvSpPr>
        <p:spPr bwMode="auto">
          <a:xfrm>
            <a:off x="7021334" y="1772445"/>
            <a:ext cx="187200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CS—</a:t>
            </a:r>
            <a:r>
              <a:rPr lang="en-US" altLang="zh-CN" sz="1600" dirty="0" smtClean="0">
                <a:solidFill>
                  <a:schemeClr val="tx1"/>
                </a:solidFill>
              </a:rPr>
              <a:t>Control Storage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705" y="3491865"/>
            <a:ext cx="4508500" cy="287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微程序类型：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2700" indent="-127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多个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公用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微程序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如取指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中断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12700" indent="-127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各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指令功能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微程序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*CPU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工作流程的表示：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由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多个微程序组成，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092835" indent="-109283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微程序的末条微指令为转移型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1092835" indent="-10928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判断操作码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中断请求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515755" y="3888000"/>
            <a:ext cx="2447925" cy="2376170"/>
            <a:chOff x="2778" y="2948"/>
            <a:chExt cx="3855" cy="3742"/>
          </a:xfrm>
        </p:grpSpPr>
        <p:sp>
          <p:nvSpPr>
            <p:cNvPr id="65" name="Text Box 11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231" y="3344"/>
              <a:ext cx="1928" cy="3345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0800" rIns="0" bIns="0"/>
            <a:p>
              <a:pPr algn="l">
                <a:lnSpc>
                  <a:spcPct val="90000"/>
                </a:lnSpc>
              </a:pPr>
              <a:r>
                <a:rPr lang="zh-CN" altLang="en-US" sz="14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微命令组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M+1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M+2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aaa</a:t>
              </a:r>
              <a:endParaRPr lang="zh-CN" altLang="en-US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M</a:t>
              </a:r>
              <a:endParaRPr lang="zh-CN" altLang="en-US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sym typeface="+mn-ea"/>
                </a:rPr>
                <a:t>   …</a:t>
              </a:r>
              <a:endParaRPr lang="zh-CN" altLang="en-US" sz="14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P+1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P+2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bbb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   …     …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Q+1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微命令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组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1400" b="1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bbb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72" name="Text Box 1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778" y="3344"/>
              <a:ext cx="454" cy="33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18000" bIns="0"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M+0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M+1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M+2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N+0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P+0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P+1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P+2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Q+0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Q+1</a:t>
              </a:r>
              <a:endParaRPr lang="en-US" altLang="zh-CN" sz="1400" b="1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Text Box 13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75" y="2948"/>
              <a:ext cx="204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控制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存储器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CS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Text Box 1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329" y="3402"/>
              <a:ext cx="1077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微程序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1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72" y="4195"/>
              <a:ext cx="1361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中断响应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微程序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2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272" y="4989"/>
              <a:ext cx="1247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add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微程序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2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272" y="5953"/>
              <a:ext cx="1247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en-US" sz="1600" b="1" dirty="0" smtClean="0">
                  <a:latin typeface="宋体" panose="02010600030101010101" pitchFamily="2" charset="-122"/>
                </a:rPr>
                <a:t>beq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指令</a:t>
              </a:r>
              <a:endParaRPr lang="en-US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微程序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" name="右大括号 7"/>
            <p:cNvSpPr/>
            <p:nvPr>
              <p:custDataLst>
                <p:tags r:id="rId8"/>
              </p:custDataLst>
            </p:nvPr>
          </p:nvSpPr>
          <p:spPr>
            <a:xfrm>
              <a:off x="5159" y="3402"/>
              <a:ext cx="142" cy="794"/>
            </a:xfrm>
            <a:prstGeom prst="rightBrace">
              <a:avLst>
                <a:gd name="adj1" fmla="val 1975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" name="右大括号 8"/>
            <p:cNvSpPr/>
            <p:nvPr>
              <p:custDataLst>
                <p:tags r:id="rId9"/>
              </p:custDataLst>
            </p:nvPr>
          </p:nvSpPr>
          <p:spPr>
            <a:xfrm>
              <a:off x="5159" y="4309"/>
              <a:ext cx="142" cy="510"/>
            </a:xfrm>
            <a:prstGeom prst="rightBrace">
              <a:avLst>
                <a:gd name="adj1" fmla="val 1975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右大括号 9"/>
            <p:cNvSpPr/>
            <p:nvPr>
              <p:custDataLst>
                <p:tags r:id="rId10"/>
              </p:custDataLst>
            </p:nvPr>
          </p:nvSpPr>
          <p:spPr>
            <a:xfrm>
              <a:off x="5159" y="4932"/>
              <a:ext cx="142" cy="794"/>
            </a:xfrm>
            <a:prstGeom prst="rightBrace">
              <a:avLst>
                <a:gd name="adj1" fmla="val 1975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" name="右大括号 1"/>
            <p:cNvSpPr/>
            <p:nvPr>
              <p:custDataLst>
                <p:tags r:id="rId11"/>
              </p:custDataLst>
            </p:nvPr>
          </p:nvSpPr>
          <p:spPr>
            <a:xfrm>
              <a:off x="5159" y="6123"/>
              <a:ext cx="142" cy="510"/>
            </a:xfrm>
            <a:prstGeom prst="rightBrace">
              <a:avLst>
                <a:gd name="adj1" fmla="val 19755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20" name="直接箭头连接符 219"/>
            <p:cNvCxnSpPr/>
            <p:nvPr>
              <p:custDataLst>
                <p:tags r:id="rId12"/>
              </p:custDataLst>
            </p:nvPr>
          </p:nvCxnSpPr>
          <p:spPr bwMode="auto">
            <a:xfrm>
              <a:off x="4535" y="3344"/>
              <a:ext cx="0" cy="33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" name="直接箭头连接符 14"/>
            <p:cNvCxnSpPr/>
            <p:nvPr>
              <p:custDataLst>
                <p:tags r:id="rId13"/>
              </p:custDataLst>
            </p:nvPr>
          </p:nvCxnSpPr>
          <p:spPr bwMode="auto">
            <a:xfrm>
              <a:off x="3231" y="3640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" name="直接箭头连接符 15"/>
            <p:cNvCxnSpPr/>
            <p:nvPr>
              <p:custDataLst>
                <p:tags r:id="rId14"/>
              </p:custDataLst>
            </p:nvPr>
          </p:nvCxnSpPr>
          <p:spPr bwMode="auto">
            <a:xfrm>
              <a:off x="3231" y="3940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15"/>
              </p:custDataLst>
            </p:nvPr>
          </p:nvCxnSpPr>
          <p:spPr bwMode="auto">
            <a:xfrm>
              <a:off x="3231" y="4241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" name="直接箭头连接符 17"/>
            <p:cNvCxnSpPr/>
            <p:nvPr>
              <p:custDataLst>
                <p:tags r:id="rId16"/>
              </p:custDataLst>
            </p:nvPr>
          </p:nvCxnSpPr>
          <p:spPr bwMode="auto">
            <a:xfrm>
              <a:off x="3231" y="4547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" name="直接箭头连接符 19"/>
            <p:cNvCxnSpPr/>
            <p:nvPr>
              <p:custDataLst>
                <p:tags r:id="rId17"/>
              </p:custDataLst>
            </p:nvPr>
          </p:nvCxnSpPr>
          <p:spPr bwMode="auto">
            <a:xfrm>
              <a:off x="3231" y="5448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8"/>
              </p:custDataLst>
            </p:nvPr>
          </p:nvCxnSpPr>
          <p:spPr bwMode="auto">
            <a:xfrm>
              <a:off x="3231" y="5159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9"/>
              </p:custDataLst>
            </p:nvPr>
          </p:nvCxnSpPr>
          <p:spPr bwMode="auto">
            <a:xfrm>
              <a:off x="3231" y="4847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20"/>
              </p:custDataLst>
            </p:nvPr>
          </p:nvCxnSpPr>
          <p:spPr bwMode="auto">
            <a:xfrm>
              <a:off x="3231" y="6066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21"/>
              </p:custDataLst>
            </p:nvPr>
          </p:nvCxnSpPr>
          <p:spPr bwMode="auto">
            <a:xfrm>
              <a:off x="3231" y="5754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" name="直接箭头连接符 24"/>
            <p:cNvCxnSpPr/>
            <p:nvPr>
              <p:custDataLst>
                <p:tags r:id="rId22"/>
              </p:custDataLst>
            </p:nvPr>
          </p:nvCxnSpPr>
          <p:spPr bwMode="auto">
            <a:xfrm>
              <a:off x="3231" y="6361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6" name="组合 35"/>
          <p:cNvGrpSpPr/>
          <p:nvPr/>
        </p:nvGrpSpPr>
        <p:grpSpPr>
          <a:xfrm>
            <a:off x="4500000" y="4176000"/>
            <a:ext cx="1835785" cy="2088515"/>
            <a:chOff x="8504" y="3344"/>
            <a:chExt cx="2891" cy="3289"/>
          </a:xfrm>
        </p:grpSpPr>
        <p:sp>
          <p:nvSpPr>
            <p:cNvPr id="97" name="Text Box 8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468" y="5726"/>
              <a:ext cx="340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0" anchor="ctr" anchorCtr="0"/>
            <a:p>
              <a:pPr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rgbClr val="CC3300"/>
                  </a:solidFill>
                  <a:latin typeface="+mn-lt"/>
                </a:rPr>
                <a:t>…</a:t>
              </a:r>
              <a:endParaRPr lang="en-US" altLang="zh-CN" sz="1600" b="1" dirty="0" smtClean="0">
                <a:solidFill>
                  <a:srgbClr val="CC3300"/>
                </a:solidFill>
                <a:latin typeface="+mn-lt"/>
              </a:endParaRPr>
            </a:p>
          </p:txBody>
        </p:sp>
        <p:sp>
          <p:nvSpPr>
            <p:cNvPr id="109" name="AutoShape 71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9582" y="3345"/>
              <a:ext cx="113" cy="850"/>
            </a:xfrm>
            <a:prstGeom prst="downArrow">
              <a:avLst>
                <a:gd name="adj1" fmla="val 52759"/>
                <a:gd name="adj2" fmla="val 39560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p>
              <a:endParaRPr lang="zh-CN" altLang="en-US"/>
            </a:p>
          </p:txBody>
        </p:sp>
        <p:sp>
          <p:nvSpPr>
            <p:cNvPr id="114" name="AutoShape 82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958" y="4153"/>
              <a:ext cx="113" cy="113"/>
            </a:xfrm>
            <a:prstGeom prst="flowChartDecision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16" name="Text Box 86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0658" y="3854"/>
              <a:ext cx="737" cy="73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Text Box 8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504" y="3798"/>
              <a:ext cx="1077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操作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码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6" name="直接箭头连接符 25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9071" y="4195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26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9015" y="4266"/>
              <a:ext cx="0" cy="18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/>
            <p:cNvCxnSpPr/>
            <p:nvPr>
              <p:custDataLst>
                <p:tags r:id="rId30"/>
              </p:custDataLst>
            </p:nvPr>
          </p:nvCxnSpPr>
          <p:spPr bwMode="auto">
            <a:xfrm>
              <a:off x="9014" y="4876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28"/>
            <p:cNvCxnSpPr/>
            <p:nvPr>
              <p:custDataLst>
                <p:tags r:id="rId31"/>
              </p:custDataLst>
            </p:nvPr>
          </p:nvCxnSpPr>
          <p:spPr bwMode="auto">
            <a:xfrm>
              <a:off x="9014" y="6066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AutoShape 71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9581" y="4876"/>
              <a:ext cx="113" cy="850"/>
            </a:xfrm>
            <a:prstGeom prst="downArrow">
              <a:avLst>
                <a:gd name="adj1" fmla="val 52759"/>
                <a:gd name="adj2" fmla="val 39560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p>
              <a:endParaRPr lang="zh-CN" altLang="en-US"/>
            </a:p>
          </p:txBody>
        </p:sp>
        <p:sp>
          <p:nvSpPr>
            <p:cNvPr id="31" name="AutoShape 71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581" y="6066"/>
              <a:ext cx="113" cy="567"/>
            </a:xfrm>
            <a:prstGeom prst="downArrow">
              <a:avLst>
                <a:gd name="adj1" fmla="val 52759"/>
                <a:gd name="adj2" fmla="val 39560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p>
              <a:endParaRPr lang="zh-CN" altLang="en-US"/>
            </a:p>
          </p:txBody>
        </p:sp>
        <p:cxnSp>
          <p:nvCxnSpPr>
            <p:cNvPr id="32" name="直接箭头连接符 31"/>
            <p:cNvCxnSpPr/>
            <p:nvPr>
              <p:custDataLst>
                <p:tags r:id="rId34"/>
              </p:custDataLst>
            </p:nvPr>
          </p:nvCxnSpPr>
          <p:spPr bwMode="auto">
            <a:xfrm>
              <a:off x="9638" y="6633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35"/>
              </p:custDataLst>
            </p:nvPr>
          </p:nvCxnSpPr>
          <p:spPr bwMode="auto">
            <a:xfrm>
              <a:off x="9638" y="5726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AutoShape 71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0205" y="4195"/>
              <a:ext cx="113" cy="567"/>
            </a:xfrm>
            <a:prstGeom prst="downArrow">
              <a:avLst>
                <a:gd name="adj1" fmla="val 52759"/>
                <a:gd name="adj2" fmla="val 39560"/>
              </a:avLst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wrap="none" anchor="ctr"/>
            <a:p>
              <a:endParaRPr lang="zh-CN" altLang="en-US"/>
            </a:p>
          </p:txBody>
        </p:sp>
        <p:cxnSp>
          <p:nvCxnSpPr>
            <p:cNvPr id="35" name="直接箭头连接符 34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10261" y="4195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/>
            <p:cNvCxnSpPr/>
            <p:nvPr>
              <p:custDataLst>
                <p:tags r:id="rId38"/>
              </p:custDataLst>
            </p:nvPr>
          </p:nvCxnSpPr>
          <p:spPr bwMode="auto">
            <a:xfrm flipH="1">
              <a:off x="9921" y="4762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接箭头连接符 37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9921" y="3344"/>
              <a:ext cx="0" cy="141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9638" y="3345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10602" y="3345"/>
              <a:ext cx="0" cy="32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41" name="AutoShape 82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545" y="4139"/>
              <a:ext cx="113" cy="113"/>
            </a:xfrm>
            <a:prstGeom prst="flowChartDecision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388360" y="3528060"/>
            <a:ext cx="5647055" cy="254000"/>
            <a:chOff x="5336" y="5556"/>
            <a:chExt cx="8893" cy="400"/>
          </a:xfrm>
        </p:grpSpPr>
        <p:sp>
          <p:nvSpPr>
            <p:cNvPr id="60" name="Text Box 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7263" y="5556"/>
              <a:ext cx="2154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操作控制字段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1" name="Text Box 92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9418" y="5556"/>
              <a:ext cx="204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顺序控制字段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" name="Text Box 7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336" y="5560"/>
              <a:ext cx="1928" cy="39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微指令格式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: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2" name="Text Box 7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1565" y="5556"/>
              <a:ext cx="2665" cy="39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定长指令字结构</a:t>
              </a:r>
              <a:r>
                <a:rPr lang="en-US" sz="1600" b="1" dirty="0" smtClean="0">
                  <a:latin typeface="宋体" panose="02010600030101010101" pitchFamily="2" charset="-122"/>
                </a:rPr>
                <a:t>)</a:t>
              </a:r>
              <a:endParaRPr lang="en-US" sz="16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44" name="AutoShape 62">
            <a:hlinkClick r:id="rId47" action="ppaction://hlinksldjump"/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 rot="16200000">
            <a:off x="298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5" name="线形标注 2 44"/>
          <p:cNvSpPr/>
          <p:nvPr>
            <p:custDataLst>
              <p:tags r:id="rId49"/>
            </p:custDataLst>
          </p:nvPr>
        </p:nvSpPr>
        <p:spPr bwMode="auto">
          <a:xfrm>
            <a:off x="5366117" y="1413105"/>
            <a:ext cx="3492000" cy="252000"/>
          </a:xfrm>
          <a:prstGeom prst="borderCallout2">
            <a:avLst>
              <a:gd name="adj1" fmla="val 102718"/>
              <a:gd name="adj2" fmla="val 32594"/>
              <a:gd name="adj3" fmla="val 209307"/>
              <a:gd name="adj4" fmla="val 32139"/>
              <a:gd name="adj5" fmla="val 462551"/>
              <a:gd name="adj6" fmla="val -312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>
              <a:lnSpc>
                <a:spcPct val="90000"/>
              </a:lnSpc>
            </a:pPr>
            <a:r>
              <a:rPr lang="zh-CN" sz="1600" b="1" dirty="0">
                <a:latin typeface="宋体" panose="02010600030101010101" pitchFamily="2" charset="-122"/>
              </a:rPr>
              <a:t>一条微指令相当于</a:t>
            </a:r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+mn-ea"/>
                <a:sym typeface="+mn-ea"/>
              </a:rPr>
              <a:t>OPCmd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序列的一步</a:t>
            </a:r>
            <a:endParaRPr 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7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7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70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70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70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  <p:bldP spid="45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705" y="360045"/>
            <a:ext cx="5074285" cy="40976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、微程序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CU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组成及工作原理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基本组成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类似硬布线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CU)</a:t>
            </a:r>
            <a:endParaRPr lang="zh-CN" altLang="en-US" sz="16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9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时序信号电路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err="1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err="1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2200" dirty="0" err="1">
                <a:solidFill>
                  <a:schemeClr val="accent2"/>
                </a:solidFill>
                <a:sym typeface="+mn-ea"/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控制信号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电路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微程序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CU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工作原理：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36215" y="2592000"/>
            <a:ext cx="6280785" cy="18529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级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时序，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种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信号序列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含复位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硬布线为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级时序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←工作脉冲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←信号个数＝数据通路所需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+1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微</a:t>
            </a:r>
            <a:r>
              <a:rPr lang="zh-CN" sz="2200" b="1" u="sng" dirty="0" smtClean="0">
                <a:latin typeface="宋体" panose="02010600030101010101" pitchFamily="2" charset="-122"/>
                <a:sym typeface="+mn-ea"/>
              </a:rPr>
              <a:t>指令执行部件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200" b="1" u="sng" dirty="0" smtClean="0">
                <a:latin typeface="宋体" panose="02010600030101010101" pitchFamily="2" charset="-122"/>
                <a:sym typeface="+mn-ea"/>
              </a:rPr>
              <a:t>CS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硬布线为组合逻辑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dirty="0" err="1" smtClean="0">
                <a:sym typeface="+mn-ea"/>
              </a:rPr>
              <a:t>μ</a:t>
            </a:r>
            <a:r>
              <a:rPr lang="en-US" altLang="zh-CN" sz="1600" b="1" dirty="0" err="1" smtClean="0">
                <a:latin typeface="宋体" panose="02010600030101010101" pitchFamily="2" charset="-122"/>
                <a:sym typeface="+mn-ea"/>
              </a:rPr>
              <a:t>AR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、微命令译码器、微地址形成电路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循环地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取出并执行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微指令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微指令周期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≈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节拍周期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80000" y="4464000"/>
            <a:ext cx="5868035" cy="360045"/>
            <a:chOff x="2721" y="4649"/>
            <a:chExt cx="9241" cy="567"/>
          </a:xfrm>
        </p:grpSpPr>
        <p:sp>
          <p:nvSpPr>
            <p:cNvPr id="10" name="Rectangle 7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721" y="4649"/>
              <a:ext cx="9241" cy="567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dashDot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1" name="Text Box 7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447" y="4762"/>
              <a:ext cx="3402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←引导程序入口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8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422" y="4762"/>
              <a:ext cx="3855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AR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←取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微程序入口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1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778" y="4762"/>
              <a:ext cx="153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加电时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19" name="组合 218"/>
          <p:cNvGrpSpPr/>
          <p:nvPr/>
        </p:nvGrpSpPr>
        <p:grpSpPr>
          <a:xfrm>
            <a:off x="1080000" y="4752000"/>
            <a:ext cx="5075999" cy="1620625"/>
            <a:chOff x="2721" y="5102"/>
            <a:chExt cx="7994" cy="2552"/>
          </a:xfrm>
        </p:grpSpPr>
        <p:sp>
          <p:nvSpPr>
            <p:cNvPr id="189" name="Rectangle 7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721" y="5216"/>
              <a:ext cx="7597" cy="243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90" name="Text Box 7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102" y="5499"/>
              <a:ext cx="24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CS[(</a:t>
              </a:r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AR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)]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91" name="Text Box 9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463" y="6973"/>
              <a:ext cx="3175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AR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←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下条微指令地址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2" name="Text Box 10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375" y="5669"/>
              <a:ext cx="340" cy="164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7780" rIns="18000" bIns="0" anchor="ctr" anchorCtr="1"/>
            <a:p>
              <a:r>
                <a:rPr lang="zh-CN" altLang="en-US" sz="1600" b="1" spc="-5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微指令周期</a:t>
              </a:r>
              <a:endParaRPr lang="zh-CN" altLang="en-US" sz="1600" b="1" spc="-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93" name="Text Box 116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835" y="5272"/>
              <a:ext cx="153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工作时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4" name="Text Box 118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572" y="6350"/>
              <a:ext cx="2608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形成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控制信号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95" name="Text Box 119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572" y="6973"/>
              <a:ext cx="2608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实现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功能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96" name="Text Box 12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778" y="5896"/>
              <a:ext cx="204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操作控制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字段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7" name="Text Box 12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6463" y="6350"/>
              <a:ext cx="3175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计算下条微指令地址</a:t>
              </a:r>
              <a:endParaRPr lang="zh-CN" altLang="en-US" sz="1600" b="1" dirty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98" name="Text Box 124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107" y="5896"/>
              <a:ext cx="204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顺序控制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字段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9" name="直接箭头连接符 198"/>
            <p:cNvCxnSpPr/>
            <p:nvPr>
              <p:custDataLst>
                <p:tags r:id="rId16"/>
              </p:custDataLst>
            </p:nvPr>
          </p:nvCxnSpPr>
          <p:spPr bwMode="auto">
            <a:xfrm>
              <a:off x="6350" y="5102"/>
              <a:ext cx="0" cy="39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0" name="直接箭头连接符 199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6350" y="583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/>
            <p:cNvCxnSpPr/>
            <p:nvPr>
              <p:custDataLst>
                <p:tags r:id="rId18"/>
              </p:custDataLst>
            </p:nvPr>
          </p:nvCxnSpPr>
          <p:spPr bwMode="auto">
            <a:xfrm>
              <a:off x="4875" y="6066"/>
              <a:ext cx="317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>
              <p:custDataLst>
                <p:tags r:id="rId19"/>
              </p:custDataLst>
            </p:nvPr>
          </p:nvCxnSpPr>
          <p:spPr bwMode="auto">
            <a:xfrm>
              <a:off x="4876" y="6066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4" name="直接箭头连接符 203"/>
            <p:cNvCxnSpPr/>
            <p:nvPr>
              <p:custDataLst>
                <p:tags r:id="rId20"/>
              </p:custDataLst>
            </p:nvPr>
          </p:nvCxnSpPr>
          <p:spPr bwMode="auto">
            <a:xfrm>
              <a:off x="8050" y="6066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7" name="直接箭头连接符 206"/>
            <p:cNvCxnSpPr/>
            <p:nvPr>
              <p:custDataLst>
                <p:tags r:id="rId21"/>
              </p:custDataLst>
            </p:nvPr>
          </p:nvCxnSpPr>
          <p:spPr bwMode="auto">
            <a:xfrm flipH="1">
              <a:off x="6350" y="5329"/>
              <a:ext cx="385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8" name="直接箭头连接符 207"/>
            <p:cNvCxnSpPr/>
            <p:nvPr>
              <p:custDataLst>
                <p:tags r:id="rId22"/>
              </p:custDataLst>
            </p:nvPr>
          </p:nvCxnSpPr>
          <p:spPr bwMode="auto">
            <a:xfrm>
              <a:off x="10375" y="5499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0" name="直接箭头连接符 209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545" y="7313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1" name="直接箭头连接符 210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10545" y="549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2" name="直接箭头连接符 211"/>
            <p:cNvCxnSpPr/>
            <p:nvPr>
              <p:custDataLst>
                <p:tags r:id="rId25"/>
              </p:custDataLst>
            </p:nvPr>
          </p:nvCxnSpPr>
          <p:spPr bwMode="auto">
            <a:xfrm>
              <a:off x="4876" y="6690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3" name="直接箭头连接符 212"/>
            <p:cNvCxnSpPr/>
            <p:nvPr>
              <p:custDataLst>
                <p:tags r:id="rId26"/>
              </p:custDataLst>
            </p:nvPr>
          </p:nvCxnSpPr>
          <p:spPr bwMode="auto">
            <a:xfrm>
              <a:off x="8050" y="6690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4" name="直接箭头连接符 213"/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10205" y="5329"/>
              <a:ext cx="0" cy="209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5" name="直接箭头连接符 214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8050" y="7313"/>
              <a:ext cx="0" cy="11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6" name="直接箭头连接符 215"/>
            <p:cNvCxnSpPr/>
            <p:nvPr>
              <p:custDataLst>
                <p:tags r:id="rId29"/>
              </p:custDataLst>
            </p:nvPr>
          </p:nvCxnSpPr>
          <p:spPr bwMode="auto">
            <a:xfrm>
              <a:off x="8050" y="7427"/>
              <a:ext cx="21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8" name="直接箭头连接符 217"/>
            <p:cNvCxnSpPr/>
            <p:nvPr>
              <p:custDataLst>
                <p:tags r:id="rId30"/>
              </p:custDataLst>
            </p:nvPr>
          </p:nvCxnSpPr>
          <p:spPr bwMode="auto">
            <a:xfrm>
              <a:off x="10375" y="754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41" name="组合 240"/>
          <p:cNvGrpSpPr/>
          <p:nvPr/>
        </p:nvGrpSpPr>
        <p:grpSpPr>
          <a:xfrm>
            <a:off x="6788785" y="5211445"/>
            <a:ext cx="1799590" cy="791845"/>
            <a:chOff x="3798" y="4139"/>
            <a:chExt cx="2834" cy="1247"/>
          </a:xfrm>
        </p:grpSpPr>
        <p:sp>
          <p:nvSpPr>
            <p:cNvPr id="225" name="Rectangle 72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798" y="4139"/>
              <a:ext cx="2835" cy="73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71755" tIns="17780" rIns="36195" bIns="0" anchor="t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V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  <a:sym typeface="+mn-ea"/>
                </a:rPr>
                <a:t>CC</a:t>
              </a:r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地址产生电路</a:t>
              </a:r>
              <a:endParaRPr lang="zh-CN" altLang="en-US" sz="1600" b="1" dirty="0" smtClean="0">
                <a:latin typeface="宋体" panose="02010600030101010101" pitchFamily="2" charset="-122"/>
                <a:sym typeface="+mn-ea"/>
              </a:endParaRPr>
            </a:p>
          </p:txBody>
        </p:sp>
        <p:sp>
          <p:nvSpPr>
            <p:cNvPr id="222" name="Text Box 273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479" y="5046"/>
              <a:ext cx="147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25000" dirty="0" smtClean="0">
                  <a:latin typeface="宋体" panose="02010600030101010101" pitchFamily="2" charset="-122"/>
                </a:rPr>
                <a:t>3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25000" dirty="0" smtClean="0">
                  <a:latin typeface="宋体" panose="02010600030101010101" pitchFamily="2" charset="-122"/>
                </a:rPr>
                <a:t>2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25000" dirty="0" smtClean="0">
                  <a:latin typeface="宋体" panose="02010600030101010101" pitchFamily="2" charset="-122"/>
                </a:rPr>
                <a:t>1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25000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baseline="-250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4" name="椭圆 223"/>
            <p:cNvSpPr/>
            <p:nvPr>
              <p:custDataLst>
                <p:tags r:id="rId33"/>
              </p:custDataLst>
            </p:nvPr>
          </p:nvSpPr>
          <p:spPr bwMode="auto">
            <a:xfrm>
              <a:off x="4309" y="4252"/>
              <a:ext cx="111" cy="11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27" name="直接箭头连接符 226"/>
            <p:cNvCxnSpPr/>
            <p:nvPr>
              <p:custDataLst>
                <p:tags r:id="rId34"/>
              </p:custDataLst>
            </p:nvPr>
          </p:nvCxnSpPr>
          <p:spPr bwMode="auto">
            <a:xfrm>
              <a:off x="4365" y="4365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8" name="直接箭头连接符 227"/>
            <p:cNvCxnSpPr/>
            <p:nvPr>
              <p:custDataLst>
                <p:tags r:id="rId35"/>
              </p:custDataLst>
            </p:nvPr>
          </p:nvCxnSpPr>
          <p:spPr bwMode="auto">
            <a:xfrm>
              <a:off x="4365" y="4592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9" name="直接箭头连接符 228"/>
            <p:cNvCxnSpPr/>
            <p:nvPr>
              <p:custDataLst>
                <p:tags r:id="rId36"/>
              </p:custDataLst>
            </p:nvPr>
          </p:nvCxnSpPr>
          <p:spPr bwMode="auto">
            <a:xfrm>
              <a:off x="4591" y="4592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230" name="直接箭头连接符 229"/>
            <p:cNvCxnSpPr/>
            <p:nvPr>
              <p:custDataLst>
                <p:tags r:id="rId37"/>
              </p:custDataLst>
            </p:nvPr>
          </p:nvCxnSpPr>
          <p:spPr bwMode="auto">
            <a:xfrm>
              <a:off x="4988" y="4592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231" name="直接箭头连接符 230"/>
            <p:cNvCxnSpPr/>
            <p:nvPr>
              <p:custDataLst>
                <p:tags r:id="rId38"/>
              </p:custDataLst>
            </p:nvPr>
          </p:nvCxnSpPr>
          <p:spPr bwMode="auto">
            <a:xfrm>
              <a:off x="5328" y="4592"/>
              <a:ext cx="1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2" name="直接箭头连接符 231"/>
            <p:cNvCxnSpPr/>
            <p:nvPr>
              <p:custDataLst>
                <p:tags r:id="rId39"/>
              </p:custDataLst>
            </p:nvPr>
          </p:nvCxnSpPr>
          <p:spPr bwMode="auto">
            <a:xfrm>
              <a:off x="5952" y="4762"/>
              <a:ext cx="241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3" name="直接箭头连接符 232"/>
            <p:cNvCxnSpPr/>
            <p:nvPr>
              <p:custDataLst>
                <p:tags r:id="rId40"/>
              </p:custDataLst>
            </p:nvPr>
          </p:nvCxnSpPr>
          <p:spPr bwMode="auto">
            <a:xfrm>
              <a:off x="5725" y="4592"/>
              <a:ext cx="1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4" name="直接箭头连接符 233"/>
            <p:cNvCxnSpPr/>
            <p:nvPr>
              <p:custDataLst>
                <p:tags r:id="rId41"/>
              </p:custDataLst>
            </p:nvPr>
          </p:nvCxnSpPr>
          <p:spPr bwMode="auto">
            <a:xfrm>
              <a:off x="5725" y="4592"/>
              <a:ext cx="340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5" name="直接箭头连接符 234"/>
            <p:cNvCxnSpPr/>
            <p:nvPr>
              <p:custDataLst>
                <p:tags r:id="rId42"/>
              </p:custDataLst>
            </p:nvPr>
          </p:nvCxnSpPr>
          <p:spPr bwMode="auto">
            <a:xfrm>
              <a:off x="6065" y="4592"/>
              <a:ext cx="1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5" name="组合 4"/>
          <p:cNvGrpSpPr/>
          <p:nvPr/>
        </p:nvGrpSpPr>
        <p:grpSpPr>
          <a:xfrm>
            <a:off x="2088000" y="935990"/>
            <a:ext cx="6156325" cy="1691640"/>
            <a:chOff x="3742" y="1474"/>
            <a:chExt cx="9695" cy="2664"/>
          </a:xfrm>
        </p:grpSpPr>
        <p:sp>
          <p:nvSpPr>
            <p:cNvPr id="162" name="Rectangle 120" descr="轮廓式菱形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273" y="1474"/>
              <a:ext cx="8164" cy="209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3" name="Rectangle 120" descr="轮廓式菱形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201" y="1531"/>
              <a:ext cx="6123" cy="198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4" name="Text Box 142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9185" y="1927"/>
              <a:ext cx="680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AR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 Box 143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0205" y="1757"/>
              <a:ext cx="2835" cy="56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控制存储器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155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371" y="1587"/>
              <a:ext cx="1474" cy="96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微地址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形成电路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8" name="Text Box 15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9979" y="3118"/>
              <a:ext cx="204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微命令译码器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9" name="Text Box 162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9639" y="3798"/>
              <a:ext cx="2835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/>
                <a:t>所有</a:t>
              </a:r>
              <a:r>
                <a:rPr lang="zh-CN" altLang="en-US" sz="1600" b="1" dirty="0" smtClean="0">
                  <a:latin typeface="+mn-ea"/>
                  <a:ea typeface="+mn-ea"/>
                </a:rPr>
                <a:t>的</a:t>
              </a:r>
              <a:r>
                <a:rPr lang="en-US" altLang="zh-CN" sz="1600" dirty="0" err="1"/>
                <a:t>μ</a:t>
              </a:r>
              <a:r>
                <a:rPr lang="en-US" altLang="zh-CN" sz="1600" b="1" dirty="0" err="1" smtClean="0">
                  <a:latin typeface="+mn-ea"/>
                  <a:ea typeface="+mn-ea"/>
                </a:rPr>
                <a:t>OP</a:t>
              </a:r>
              <a:r>
                <a:rPr lang="zh-CN" altLang="en-US" sz="1600" b="1" dirty="0" smtClean="0"/>
                <a:t>控制信号</a:t>
              </a:r>
              <a:endParaRPr lang="zh-CN" altLang="en-US" sz="1600" b="1" dirty="0"/>
            </a:p>
          </p:txBody>
        </p:sp>
        <p:sp>
          <p:nvSpPr>
            <p:cNvPr id="90" name="Text Box 169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0602" y="3572"/>
              <a:ext cx="73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  <a:endParaRPr lang="en-US" altLang="zh-CN" sz="16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91" name="Text Box 170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7257" y="2664"/>
              <a:ext cx="1928" cy="79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dirty="0" err="1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OP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控制信号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形成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电路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2" name="Text Box 17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0205" y="2551"/>
              <a:ext cx="147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操作控制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3" name="Text Box 172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1679" y="2551"/>
              <a:ext cx="136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顺序控制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94" name="直接箭头连接符 93"/>
            <p:cNvCxnSpPr/>
            <p:nvPr>
              <p:custDataLst>
                <p:tags r:id="rId54"/>
              </p:custDataLst>
            </p:nvPr>
          </p:nvCxnSpPr>
          <p:spPr bwMode="auto">
            <a:xfrm>
              <a:off x="9865" y="209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55"/>
              </p:custDataLst>
            </p:nvPr>
          </p:nvCxnSpPr>
          <p:spPr bwMode="auto">
            <a:xfrm>
              <a:off x="11679" y="2324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38"/>
            <p:cNvCxnSpPr/>
            <p:nvPr>
              <p:custDataLst>
                <p:tags r:id="rId56"/>
              </p:custDataLst>
            </p:nvPr>
          </p:nvCxnSpPr>
          <p:spPr bwMode="auto">
            <a:xfrm>
              <a:off x="10999" y="289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0" name="直接箭头连接符 139"/>
            <p:cNvCxnSpPr/>
            <p:nvPr>
              <p:custDataLst>
                <p:tags r:id="rId57"/>
              </p:custDataLst>
            </p:nvPr>
          </p:nvCxnSpPr>
          <p:spPr bwMode="auto">
            <a:xfrm>
              <a:off x="8845" y="209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58"/>
              </p:custDataLst>
            </p:nvPr>
          </p:nvCxnSpPr>
          <p:spPr bwMode="auto">
            <a:xfrm>
              <a:off x="10546" y="3458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59"/>
              </p:custDataLst>
            </p:nvPr>
          </p:nvCxnSpPr>
          <p:spPr bwMode="auto">
            <a:xfrm>
              <a:off x="11396" y="3458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4" name="直接箭头连接符 143"/>
            <p:cNvCxnSpPr/>
            <p:nvPr>
              <p:custDataLst>
                <p:tags r:id="rId60"/>
              </p:custDataLst>
            </p:nvPr>
          </p:nvCxnSpPr>
          <p:spPr bwMode="auto">
            <a:xfrm>
              <a:off x="6691" y="170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8845" y="1644"/>
              <a:ext cx="436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6" name="Text Box 134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237" y="1531"/>
              <a:ext cx="454" cy="56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47" name="直接箭头连接符 146"/>
            <p:cNvCxnSpPr/>
            <p:nvPr>
              <p:custDataLst>
                <p:tags r:id="rId63"/>
              </p:custDataLst>
            </p:nvPr>
          </p:nvCxnSpPr>
          <p:spPr bwMode="auto">
            <a:xfrm>
              <a:off x="5103" y="1701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64"/>
              </p:custDataLst>
            </p:nvPr>
          </p:nvCxnSpPr>
          <p:spPr bwMode="auto">
            <a:xfrm>
              <a:off x="5557" y="2211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65"/>
              </p:custDataLst>
            </p:nvPr>
          </p:nvCxnSpPr>
          <p:spPr bwMode="auto">
            <a:xfrm>
              <a:off x="5954" y="3286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66"/>
              </p:custDataLst>
            </p:nvPr>
          </p:nvCxnSpPr>
          <p:spPr bwMode="auto">
            <a:xfrm>
              <a:off x="6407" y="3288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4" name="Text Box 162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5273" y="3798"/>
              <a:ext cx="232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600" b="1" dirty="0"/>
                <a:t>所有</a:t>
              </a:r>
              <a:r>
                <a:rPr lang="zh-CN" altLang="en-US" sz="1600" b="1" dirty="0" smtClean="0">
                  <a:latin typeface="+mn-ea"/>
                  <a:ea typeface="+mn-ea"/>
                </a:rPr>
                <a:t>的工作脉冲</a:t>
              </a:r>
              <a:endParaRPr lang="zh-CN" altLang="en-US" sz="1600" b="1" dirty="0"/>
            </a:p>
          </p:txBody>
        </p:sp>
        <p:sp>
          <p:nvSpPr>
            <p:cNvPr id="155" name="Text Box 162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4026" y="1531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/>
              <a:r>
                <a:rPr lang="zh-CN" altLang="en-US" sz="1600" b="1" dirty="0" smtClean="0"/>
                <a:t>操作码</a:t>
              </a:r>
              <a:endParaRPr lang="zh-CN" altLang="en-US" sz="1600" b="1" dirty="0" smtClean="0"/>
            </a:p>
          </p:txBody>
        </p:sp>
        <p:sp>
          <p:nvSpPr>
            <p:cNvPr id="158" name="Text Box 162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3742" y="1927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程序状态</a:t>
              </a:r>
              <a:endParaRPr lang="zh-CN" altLang="en-US" sz="1600" b="1" dirty="0"/>
            </a:p>
          </p:txBody>
        </p:sp>
        <p:sp>
          <p:nvSpPr>
            <p:cNvPr id="161" name="Text Box 162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4536" y="3005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/>
              <a:r>
                <a:rPr lang="en-US" altLang="zh-CN" sz="1600" b="1" dirty="0" smtClean="0">
                  <a:latin typeface="+mn-ea"/>
                  <a:ea typeface="+mn-ea"/>
                </a:rPr>
                <a:t>CLK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cxnSp>
          <p:nvCxnSpPr>
            <p:cNvPr id="164" name="直接箭头连接符 163"/>
            <p:cNvCxnSpPr/>
            <p:nvPr>
              <p:custDataLst>
                <p:tags r:id="rId71"/>
              </p:custDataLst>
            </p:nvPr>
          </p:nvCxnSpPr>
          <p:spPr bwMode="auto">
            <a:xfrm>
              <a:off x="6691" y="204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5" name="Text Box 27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 rot="16200000">
              <a:off x="6747" y="1757"/>
              <a:ext cx="283" cy="2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8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</a:rPr>
                <a:t>…</a:t>
              </a:r>
              <a:endParaRPr lang="en-US" altLang="zh-CN" sz="1400" b="1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166" name="直接箭头连接符 165"/>
            <p:cNvCxnSpPr/>
            <p:nvPr>
              <p:custDataLst>
                <p:tags r:id="rId73"/>
              </p:custDataLst>
            </p:nvPr>
          </p:nvCxnSpPr>
          <p:spPr bwMode="auto">
            <a:xfrm>
              <a:off x="5103" y="2438"/>
              <a:ext cx="226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2" name="Text Box 101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5443" y="2551"/>
              <a:ext cx="1474" cy="7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67" name="直接箭头连接符 166"/>
            <p:cNvCxnSpPr/>
            <p:nvPr>
              <p:custDataLst>
                <p:tags r:id="rId75"/>
              </p:custDataLst>
            </p:nvPr>
          </p:nvCxnSpPr>
          <p:spPr bwMode="auto">
            <a:xfrm>
              <a:off x="6577" y="3458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8" name="直接箭头连接符 167"/>
            <p:cNvCxnSpPr/>
            <p:nvPr>
              <p:custDataLst>
                <p:tags r:id="rId76"/>
              </p:custDataLst>
            </p:nvPr>
          </p:nvCxnSpPr>
          <p:spPr bwMode="auto">
            <a:xfrm>
              <a:off x="6577" y="3288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9" name="Text Box 169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6010" y="3572"/>
              <a:ext cx="340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  <a:endParaRPr lang="en-US" altLang="zh-CN" sz="1600" b="1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cxnSp>
          <p:nvCxnSpPr>
            <p:cNvPr id="170" name="直接箭头连接符 169"/>
            <p:cNvCxnSpPr/>
            <p:nvPr>
              <p:custDataLst>
                <p:tags r:id="rId78"/>
              </p:custDataLst>
            </p:nvPr>
          </p:nvCxnSpPr>
          <p:spPr bwMode="auto">
            <a:xfrm>
              <a:off x="5103" y="283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1" name="直接箭头连接符 170"/>
            <p:cNvCxnSpPr/>
            <p:nvPr>
              <p:custDataLst>
                <p:tags r:id="rId79"/>
              </p:custDataLst>
            </p:nvPr>
          </p:nvCxnSpPr>
          <p:spPr bwMode="auto">
            <a:xfrm>
              <a:off x="5103" y="3175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箭头连接符 173"/>
            <p:cNvCxnSpPr/>
            <p:nvPr>
              <p:custDataLst>
                <p:tags r:id="rId80"/>
              </p:custDataLst>
            </p:nvPr>
          </p:nvCxnSpPr>
          <p:spPr bwMode="auto">
            <a:xfrm>
              <a:off x="12303" y="289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12303" y="3118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/>
            <p:cNvCxnSpPr/>
            <p:nvPr>
              <p:custDataLst>
                <p:tags r:id="rId82"/>
              </p:custDataLst>
            </p:nvPr>
          </p:nvCxnSpPr>
          <p:spPr bwMode="auto">
            <a:xfrm>
              <a:off x="13211" y="1644"/>
              <a:ext cx="0" cy="147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7" name="Text Box 162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366" y="2664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/>
              <a:r>
                <a:rPr lang="en-US" altLang="zh-CN" sz="1600" b="1" dirty="0" smtClean="0">
                  <a:latin typeface="+mn-ea"/>
                  <a:ea typeface="+mn-ea"/>
                </a:rPr>
                <a:t>ClrN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79" name="Text Box 162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3742" y="2324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/>
                <a:t>机器状态</a:t>
              </a:r>
              <a:endParaRPr lang="zh-CN" altLang="en-US" sz="1600" b="1" dirty="0"/>
            </a:p>
          </p:txBody>
        </p:sp>
        <p:cxnSp>
          <p:nvCxnSpPr>
            <p:cNvPr id="180" name="直接箭头连接符 179"/>
            <p:cNvCxnSpPr/>
            <p:nvPr>
              <p:custDataLst>
                <p:tags r:id="rId85"/>
              </p:custDataLst>
            </p:nvPr>
          </p:nvCxnSpPr>
          <p:spPr bwMode="auto">
            <a:xfrm>
              <a:off x="5557" y="2041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箭头连接符 180"/>
            <p:cNvCxnSpPr/>
            <p:nvPr>
              <p:custDataLst>
                <p:tags r:id="rId86"/>
              </p:custDataLst>
            </p:nvPr>
          </p:nvCxnSpPr>
          <p:spPr bwMode="auto">
            <a:xfrm flipH="1">
              <a:off x="5103" y="204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" name="Text Box 142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9524" y="2551"/>
              <a:ext cx="680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/>
                <a:t>μ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I</a:t>
              </a:r>
              <a:r>
                <a:rPr lang="en-US" altLang="zh-CN" sz="1600" b="1" dirty="0" err="1" smtClean="0">
                  <a:latin typeface="宋体" panose="02010600030101010101" pitchFamily="2" charset="-122"/>
                </a:rPr>
                <a:t>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17217" name="AutoShape 97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 rot="5400000">
            <a:off x="4068000" y="6525145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32A12-898D-4E70-B039-A0BBB198FE96}" type="slidenum">
              <a:rPr lang="en-US" altLang="zh-CN"/>
            </a:fld>
            <a:endParaRPr lang="en-US" altLang="zh-CN" dirty="0"/>
          </a:p>
        </p:txBody>
      </p:sp>
      <p:sp>
        <p:nvSpPr>
          <p:cNvPr id="424164" name="Text Box 228"/>
          <p:cNvSpPr txBox="1">
            <a:spLocks noChangeArrowheads="1"/>
          </p:cNvSpPr>
          <p:nvPr/>
        </p:nvSpPr>
        <p:spPr bwMode="auto">
          <a:xfrm>
            <a:off x="179388" y="332656"/>
            <a:ext cx="8785225" cy="2061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的对比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指令译码器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输入为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&amp;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寻址方式位，输出为操作类型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时序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信号形成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电路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</a:rPr>
              <a:t>                 注</a:t>
            </a:r>
            <a:r>
              <a:rPr lang="zh-CN" altLang="en-US" sz="1800" b="1" dirty="0">
                <a:solidFill>
                  <a:srgbClr val="990099"/>
                </a:solidFill>
              </a:rPr>
              <a:t>：</a:t>
            </a:r>
            <a:r>
              <a:rPr lang="zh-CN" altLang="en-US" sz="1800" b="1" dirty="0"/>
              <a:t>时序信号中，工作脉冲用于数据</a:t>
            </a:r>
            <a:r>
              <a:rPr lang="zh-CN" altLang="en-US" sz="1800" b="1" dirty="0" smtClean="0"/>
              <a:t>通路</a:t>
            </a: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控制信号形成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电路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4716016" y="2421647"/>
            <a:ext cx="4108375" cy="3311673"/>
            <a:chOff x="4785655" y="1700809"/>
            <a:chExt cx="4108375" cy="3311673"/>
          </a:xfrm>
        </p:grpSpPr>
        <p:sp>
          <p:nvSpPr>
            <p:cNvPr id="95" name="Rectangle 120" descr="轮廓式菱形"/>
            <p:cNvSpPr>
              <a:spLocks noChangeArrowheads="1"/>
            </p:cNvSpPr>
            <p:nvPr/>
          </p:nvSpPr>
          <p:spPr bwMode="auto">
            <a:xfrm>
              <a:off x="6156176" y="2489560"/>
              <a:ext cx="2736304" cy="1949116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96" name="直接箭头连接符 95"/>
            <p:cNvCxnSpPr/>
            <p:nvPr/>
          </p:nvCxnSpPr>
          <p:spPr bwMode="auto">
            <a:xfrm>
              <a:off x="4793946" y="2996953"/>
              <a:ext cx="42224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7" name="Text Box 162"/>
            <p:cNvSpPr txBox="1">
              <a:spLocks noChangeArrowheads="1"/>
            </p:cNvSpPr>
            <p:nvPr/>
          </p:nvSpPr>
          <p:spPr bwMode="auto">
            <a:xfrm>
              <a:off x="4785655" y="2707652"/>
              <a:ext cx="434416" cy="2893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 smtClean="0">
                  <a:latin typeface="+mn-ea"/>
                  <a:ea typeface="+mn-ea"/>
                </a:rPr>
                <a:t>CLK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01" name="Text Box 162"/>
            <p:cNvSpPr txBox="1">
              <a:spLocks noChangeArrowheads="1"/>
            </p:cNvSpPr>
            <p:nvPr/>
          </p:nvSpPr>
          <p:spPr bwMode="auto">
            <a:xfrm>
              <a:off x="7670030" y="4437112"/>
              <a:ext cx="1224000" cy="288032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  <a:ea typeface="+mn-ea"/>
                </a:rPr>
                <a:t>OP</a:t>
              </a:r>
              <a:r>
                <a:rPr lang="zh-CN" altLang="en-US" sz="1600" b="1" dirty="0" smtClean="0"/>
                <a:t>控制信号</a:t>
              </a:r>
              <a:endParaRPr lang="zh-CN" altLang="en-US" sz="1600" b="1" dirty="0"/>
            </a:p>
          </p:txBody>
        </p:sp>
        <p:sp>
          <p:nvSpPr>
            <p:cNvPr id="102" name="Text Box 101"/>
            <p:cNvSpPr txBox="1">
              <a:spLocks noChangeArrowheads="1"/>
            </p:cNvSpPr>
            <p:nvPr/>
          </p:nvSpPr>
          <p:spPr bwMode="auto">
            <a:xfrm>
              <a:off x="5214327" y="2348880"/>
              <a:ext cx="499319" cy="1944216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3" name="Text Box 162"/>
            <p:cNvSpPr txBox="1">
              <a:spLocks noChangeArrowheads="1"/>
            </p:cNvSpPr>
            <p:nvPr/>
          </p:nvSpPr>
          <p:spPr bwMode="auto">
            <a:xfrm>
              <a:off x="4792078" y="4725144"/>
              <a:ext cx="4098533" cy="28733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/>
                <a:t>数据通路</a:t>
              </a:r>
              <a:endParaRPr lang="zh-CN" altLang="en-US" sz="1800" b="1" dirty="0"/>
            </a:p>
          </p:txBody>
        </p:sp>
        <p:sp>
          <p:nvSpPr>
            <p:cNvPr id="104" name="Text Box 169"/>
            <p:cNvSpPr txBox="1">
              <a:spLocks noChangeArrowheads="1"/>
            </p:cNvSpPr>
            <p:nvPr/>
          </p:nvSpPr>
          <p:spPr bwMode="auto">
            <a:xfrm>
              <a:off x="6948264" y="4437111"/>
              <a:ext cx="64611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  <a:endParaRPr lang="en-US" altLang="zh-CN" sz="18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cxnSp>
          <p:nvCxnSpPr>
            <p:cNvPr id="105" name="直接箭头连接符 104"/>
            <p:cNvCxnSpPr/>
            <p:nvPr/>
          </p:nvCxnSpPr>
          <p:spPr bwMode="auto">
            <a:xfrm>
              <a:off x="6948264" y="4365103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7596336" y="4365103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109"/>
            <p:cNvCxnSpPr/>
            <p:nvPr/>
          </p:nvCxnSpPr>
          <p:spPr bwMode="auto">
            <a:xfrm flipV="1">
              <a:off x="5074189" y="3573016"/>
              <a:ext cx="144016" cy="206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1" name="Text Box 162"/>
            <p:cNvSpPr txBox="1">
              <a:spLocks noChangeArrowheads="1"/>
            </p:cNvSpPr>
            <p:nvPr/>
          </p:nvSpPr>
          <p:spPr bwMode="auto">
            <a:xfrm>
              <a:off x="4792079" y="3645024"/>
              <a:ext cx="282110" cy="8640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/>
                <a:t>操作状态</a:t>
              </a:r>
              <a:endParaRPr lang="zh-CN" altLang="en-US" sz="1600" b="1" dirty="0"/>
            </a:p>
          </p:txBody>
        </p:sp>
        <p:cxnSp>
          <p:nvCxnSpPr>
            <p:cNvPr id="112" name="直接箭头连接符 111"/>
            <p:cNvCxnSpPr/>
            <p:nvPr/>
          </p:nvCxnSpPr>
          <p:spPr bwMode="auto">
            <a:xfrm>
              <a:off x="5074189" y="3572123"/>
              <a:ext cx="0" cy="115302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3" name="直接箭头连接符 112"/>
            <p:cNvCxnSpPr/>
            <p:nvPr/>
          </p:nvCxnSpPr>
          <p:spPr bwMode="auto">
            <a:xfrm>
              <a:off x="6826855" y="2342208"/>
              <a:ext cx="0" cy="29470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4" name="直接箭头连接符 113"/>
            <p:cNvCxnSpPr/>
            <p:nvPr/>
          </p:nvCxnSpPr>
          <p:spPr bwMode="auto">
            <a:xfrm>
              <a:off x="6538823" y="2342208"/>
              <a:ext cx="0" cy="29470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5" name="Text Box 134"/>
            <p:cNvSpPr txBox="1">
              <a:spLocks noChangeArrowheads="1"/>
            </p:cNvSpPr>
            <p:nvPr/>
          </p:nvSpPr>
          <p:spPr bwMode="auto">
            <a:xfrm>
              <a:off x="6444208" y="2132856"/>
              <a:ext cx="504056" cy="21602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6" name="直接箭头连接符 115"/>
            <p:cNvCxnSpPr/>
            <p:nvPr/>
          </p:nvCxnSpPr>
          <p:spPr bwMode="auto">
            <a:xfrm>
              <a:off x="6732241" y="1971155"/>
              <a:ext cx="0" cy="16170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/>
            <p:nvPr/>
          </p:nvCxnSpPr>
          <p:spPr bwMode="auto">
            <a:xfrm>
              <a:off x="7308305" y="1988840"/>
              <a:ext cx="0" cy="6370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8" name="直接箭头连接符 117"/>
            <p:cNvCxnSpPr/>
            <p:nvPr/>
          </p:nvCxnSpPr>
          <p:spPr bwMode="auto">
            <a:xfrm>
              <a:off x="8388425" y="1996762"/>
              <a:ext cx="0" cy="63809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9" name="Text Box 169"/>
            <p:cNvSpPr txBox="1">
              <a:spLocks noChangeArrowheads="1"/>
            </p:cNvSpPr>
            <p:nvPr/>
          </p:nvSpPr>
          <p:spPr bwMode="auto">
            <a:xfrm>
              <a:off x="6539171" y="2348880"/>
              <a:ext cx="287684" cy="14401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20" name="Text Box 134"/>
            <p:cNvSpPr txBox="1">
              <a:spLocks noChangeArrowheads="1"/>
            </p:cNvSpPr>
            <p:nvPr/>
          </p:nvSpPr>
          <p:spPr bwMode="auto">
            <a:xfrm>
              <a:off x="6447191" y="1700809"/>
              <a:ext cx="501073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1" name="Text Box 134"/>
            <p:cNvSpPr txBox="1">
              <a:spLocks noChangeArrowheads="1"/>
            </p:cNvSpPr>
            <p:nvPr/>
          </p:nvSpPr>
          <p:spPr bwMode="auto">
            <a:xfrm>
              <a:off x="7096644" y="1700809"/>
              <a:ext cx="643710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2" name="Text Box 134"/>
            <p:cNvSpPr txBox="1">
              <a:spLocks noChangeArrowheads="1"/>
            </p:cNvSpPr>
            <p:nvPr/>
          </p:nvSpPr>
          <p:spPr bwMode="auto">
            <a:xfrm>
              <a:off x="7884369" y="1700809"/>
              <a:ext cx="1008111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中断机构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3" name="Text Box 162"/>
            <p:cNvSpPr txBox="1">
              <a:spLocks noChangeArrowheads="1"/>
            </p:cNvSpPr>
            <p:nvPr/>
          </p:nvSpPr>
          <p:spPr bwMode="auto">
            <a:xfrm>
              <a:off x="7922457" y="1989437"/>
              <a:ext cx="465968" cy="5034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/>
                <a:t>机器状态</a:t>
              </a:r>
              <a:endParaRPr lang="zh-CN" altLang="en-US" sz="1600" b="1" dirty="0"/>
            </a:p>
          </p:txBody>
        </p:sp>
        <p:sp>
          <p:nvSpPr>
            <p:cNvPr id="124" name="Text Box 162"/>
            <p:cNvSpPr txBox="1">
              <a:spLocks noChangeArrowheads="1"/>
            </p:cNvSpPr>
            <p:nvPr/>
          </p:nvSpPr>
          <p:spPr bwMode="auto">
            <a:xfrm>
              <a:off x="7308305" y="1988841"/>
              <a:ext cx="489531" cy="5034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/>
                <a:t>程序状态</a:t>
              </a:r>
              <a:endParaRPr lang="zh-CN" altLang="en-US" sz="1600" b="1" dirty="0"/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319292" y="2421647"/>
            <a:ext cx="4108692" cy="3311673"/>
            <a:chOff x="249151" y="1700809"/>
            <a:chExt cx="4108692" cy="3311673"/>
          </a:xfrm>
        </p:grpSpPr>
        <p:sp>
          <p:nvSpPr>
            <p:cNvPr id="139" name="Text Box 162"/>
            <p:cNvSpPr txBox="1">
              <a:spLocks noChangeArrowheads="1"/>
            </p:cNvSpPr>
            <p:nvPr/>
          </p:nvSpPr>
          <p:spPr bwMode="auto">
            <a:xfrm>
              <a:off x="3133843" y="4437112"/>
              <a:ext cx="1224000" cy="288032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dirty="0" err="1" smtClean="0"/>
                <a:t>μ</a:t>
              </a:r>
              <a:r>
                <a:rPr lang="en-US" altLang="zh-CN" sz="1600" b="1" dirty="0" err="1" smtClean="0">
                  <a:latin typeface="+mn-ea"/>
                  <a:ea typeface="+mn-ea"/>
                </a:rPr>
                <a:t>OP</a:t>
              </a:r>
              <a:r>
                <a:rPr lang="zh-CN" altLang="en-US" sz="1600" b="1" dirty="0" smtClean="0"/>
                <a:t>控制信号</a:t>
              </a:r>
              <a:endParaRPr lang="zh-CN" altLang="en-US" sz="1600" b="1" dirty="0"/>
            </a:p>
          </p:txBody>
        </p:sp>
        <p:sp>
          <p:nvSpPr>
            <p:cNvPr id="140" name="Text Box 101"/>
            <p:cNvSpPr txBox="1">
              <a:spLocks noChangeArrowheads="1"/>
            </p:cNvSpPr>
            <p:nvPr/>
          </p:nvSpPr>
          <p:spPr bwMode="auto">
            <a:xfrm>
              <a:off x="679690" y="2348880"/>
              <a:ext cx="499319" cy="1944216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时序信号形成电路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1" name="Rectangle 120" descr="轮廓式菱形"/>
            <p:cNvSpPr>
              <a:spLocks noChangeArrowheads="1"/>
            </p:cNvSpPr>
            <p:nvPr/>
          </p:nvSpPr>
          <p:spPr bwMode="auto">
            <a:xfrm>
              <a:off x="1619671" y="2489559"/>
              <a:ext cx="2736304" cy="1949115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r>
                <a:rPr lang="en-US" altLang="zh-CN" sz="1800" dirty="0" err="1"/>
                <a:t>μ</a:t>
              </a:r>
              <a:r>
                <a:rPr lang="en-US" altLang="zh-CN" sz="1800" b="1" dirty="0" err="1" smtClean="0">
                  <a:latin typeface="+mn-ea"/>
                  <a:ea typeface="+mn-ea"/>
                </a:rPr>
                <a:t>OP</a:t>
              </a:r>
              <a:r>
                <a:rPr lang="zh-CN" altLang="en-US" sz="1800" b="1" dirty="0" smtClean="0">
                  <a:latin typeface="+mn-ea"/>
                  <a:ea typeface="+mn-ea"/>
                </a:rPr>
                <a:t>控制信号形成电路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endParaRPr lang="en-US" altLang="zh-CN" sz="1800" b="1" dirty="0">
                <a:latin typeface="+mn-ea"/>
                <a:ea typeface="+mn-ea"/>
              </a:endParaRPr>
            </a:p>
            <a:p>
              <a:endParaRPr lang="en-US" altLang="zh-CN" sz="1800" b="1" dirty="0" smtClean="0">
                <a:latin typeface="+mn-ea"/>
                <a:ea typeface="+mn-ea"/>
              </a:endParaRPr>
            </a:p>
            <a:p>
              <a:endParaRPr lang="zh-CN" altLang="en-US" b="1" dirty="0">
                <a:latin typeface="+mn-ea"/>
                <a:ea typeface="+mn-ea"/>
              </a:endParaRPr>
            </a:p>
          </p:txBody>
        </p:sp>
        <p:sp>
          <p:nvSpPr>
            <p:cNvPr id="142" name="Text Box 162"/>
            <p:cNvSpPr txBox="1">
              <a:spLocks noChangeArrowheads="1"/>
            </p:cNvSpPr>
            <p:nvPr/>
          </p:nvSpPr>
          <p:spPr bwMode="auto">
            <a:xfrm>
              <a:off x="257441" y="4725144"/>
              <a:ext cx="4098533" cy="28733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/>
                <a:t>数据通路</a:t>
              </a:r>
              <a:endParaRPr lang="zh-CN" altLang="en-US" sz="1800" b="1" dirty="0"/>
            </a:p>
          </p:txBody>
        </p:sp>
        <p:sp>
          <p:nvSpPr>
            <p:cNvPr id="143" name="Text Box 169"/>
            <p:cNvSpPr txBox="1">
              <a:spLocks noChangeArrowheads="1"/>
            </p:cNvSpPr>
            <p:nvPr/>
          </p:nvSpPr>
          <p:spPr bwMode="auto">
            <a:xfrm>
              <a:off x="2411760" y="4437111"/>
              <a:ext cx="646113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  <a:endParaRPr lang="en-US" altLang="zh-CN" sz="18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cxnSp>
          <p:nvCxnSpPr>
            <p:cNvPr id="144" name="直接箭头连接符 143"/>
            <p:cNvCxnSpPr/>
            <p:nvPr/>
          </p:nvCxnSpPr>
          <p:spPr bwMode="auto">
            <a:xfrm>
              <a:off x="2411760" y="4365103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>
              <a:off x="3059832" y="4365103"/>
              <a:ext cx="0" cy="36004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2290350" y="2342208"/>
              <a:ext cx="0" cy="29470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箭头连接符 146"/>
            <p:cNvCxnSpPr/>
            <p:nvPr/>
          </p:nvCxnSpPr>
          <p:spPr bwMode="auto">
            <a:xfrm>
              <a:off x="2002318" y="2342208"/>
              <a:ext cx="0" cy="29470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8" name="Text Box 134"/>
            <p:cNvSpPr txBox="1">
              <a:spLocks noChangeArrowheads="1"/>
            </p:cNvSpPr>
            <p:nvPr/>
          </p:nvSpPr>
          <p:spPr bwMode="auto">
            <a:xfrm>
              <a:off x="1907703" y="2132856"/>
              <a:ext cx="504056" cy="21602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9" name="直接箭头连接符 148"/>
            <p:cNvCxnSpPr/>
            <p:nvPr/>
          </p:nvCxnSpPr>
          <p:spPr bwMode="auto">
            <a:xfrm>
              <a:off x="2195736" y="1971155"/>
              <a:ext cx="0" cy="16170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>
              <a:off x="2771800" y="1988840"/>
              <a:ext cx="0" cy="6370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>
              <a:off x="3851920" y="1996762"/>
              <a:ext cx="0" cy="63809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6" name="直接箭头连接符 155"/>
            <p:cNvCxnSpPr/>
            <p:nvPr/>
          </p:nvCxnSpPr>
          <p:spPr bwMode="auto">
            <a:xfrm flipV="1">
              <a:off x="539552" y="3573016"/>
              <a:ext cx="144016" cy="206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箭头连接符 156"/>
            <p:cNvCxnSpPr/>
            <p:nvPr/>
          </p:nvCxnSpPr>
          <p:spPr bwMode="auto">
            <a:xfrm>
              <a:off x="257442" y="2996952"/>
              <a:ext cx="42224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8" name="Text Box 169"/>
            <p:cNvSpPr txBox="1">
              <a:spLocks noChangeArrowheads="1"/>
            </p:cNvSpPr>
            <p:nvPr/>
          </p:nvSpPr>
          <p:spPr bwMode="auto">
            <a:xfrm>
              <a:off x="2002666" y="2348880"/>
              <a:ext cx="287684" cy="14401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59" name="Text Box 162"/>
            <p:cNvSpPr txBox="1">
              <a:spLocks noChangeArrowheads="1"/>
            </p:cNvSpPr>
            <p:nvPr/>
          </p:nvSpPr>
          <p:spPr bwMode="auto">
            <a:xfrm>
              <a:off x="249151" y="2708920"/>
              <a:ext cx="434416" cy="28930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 smtClean="0">
                  <a:latin typeface="+mn-ea"/>
                  <a:ea typeface="+mn-ea"/>
                </a:rPr>
                <a:t>CLK</a:t>
              </a:r>
              <a:endParaRPr lang="en-US" altLang="zh-CN" sz="1600" b="1" dirty="0" smtClean="0">
                <a:latin typeface="+mn-ea"/>
                <a:ea typeface="+mn-ea"/>
              </a:endParaRPr>
            </a:p>
          </p:txBody>
        </p:sp>
        <p:sp>
          <p:nvSpPr>
            <p:cNvPr id="164" name="Text Box 134"/>
            <p:cNvSpPr txBox="1">
              <a:spLocks noChangeArrowheads="1"/>
            </p:cNvSpPr>
            <p:nvPr/>
          </p:nvSpPr>
          <p:spPr bwMode="auto">
            <a:xfrm>
              <a:off x="1910686" y="1700809"/>
              <a:ext cx="501073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134"/>
            <p:cNvSpPr txBox="1">
              <a:spLocks noChangeArrowheads="1"/>
            </p:cNvSpPr>
            <p:nvPr/>
          </p:nvSpPr>
          <p:spPr bwMode="auto">
            <a:xfrm>
              <a:off x="2560139" y="1700809"/>
              <a:ext cx="643710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PSR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134"/>
            <p:cNvSpPr txBox="1">
              <a:spLocks noChangeArrowheads="1"/>
            </p:cNvSpPr>
            <p:nvPr/>
          </p:nvSpPr>
          <p:spPr bwMode="auto">
            <a:xfrm>
              <a:off x="3347864" y="1700809"/>
              <a:ext cx="1008111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中断机构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162"/>
            <p:cNvSpPr txBox="1">
              <a:spLocks noChangeArrowheads="1"/>
            </p:cNvSpPr>
            <p:nvPr/>
          </p:nvSpPr>
          <p:spPr bwMode="auto">
            <a:xfrm>
              <a:off x="3385952" y="1989437"/>
              <a:ext cx="465968" cy="5034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/>
                <a:t>机器状态</a:t>
              </a:r>
              <a:endParaRPr lang="zh-CN" altLang="en-US" sz="1600" b="1" dirty="0"/>
            </a:p>
          </p:txBody>
        </p:sp>
        <p:sp>
          <p:nvSpPr>
            <p:cNvPr id="168" name="Text Box 162"/>
            <p:cNvSpPr txBox="1">
              <a:spLocks noChangeArrowheads="1"/>
            </p:cNvSpPr>
            <p:nvPr/>
          </p:nvSpPr>
          <p:spPr bwMode="auto">
            <a:xfrm>
              <a:off x="2771800" y="1988841"/>
              <a:ext cx="489531" cy="50346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/>
                <a:t>程序状态</a:t>
              </a:r>
              <a:endParaRPr lang="zh-CN" altLang="en-US" sz="1600" b="1" dirty="0"/>
            </a:p>
          </p:txBody>
        </p:sp>
        <p:sp>
          <p:nvSpPr>
            <p:cNvPr id="169" name="Text Box 162"/>
            <p:cNvSpPr txBox="1">
              <a:spLocks noChangeArrowheads="1"/>
            </p:cNvSpPr>
            <p:nvPr/>
          </p:nvSpPr>
          <p:spPr bwMode="auto">
            <a:xfrm>
              <a:off x="257442" y="3645024"/>
              <a:ext cx="282110" cy="86409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/>
                <a:t>操作状态</a:t>
              </a:r>
              <a:endParaRPr lang="zh-CN" altLang="en-US" sz="1600" b="1" dirty="0"/>
            </a:p>
          </p:txBody>
        </p:sp>
        <p:cxnSp>
          <p:nvCxnSpPr>
            <p:cNvPr id="171" name="直接箭头连接符 170"/>
            <p:cNvCxnSpPr/>
            <p:nvPr/>
          </p:nvCxnSpPr>
          <p:spPr bwMode="auto">
            <a:xfrm>
              <a:off x="539552" y="3572123"/>
              <a:ext cx="0" cy="115302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74" name="Text Box 228"/>
          <p:cNvSpPr txBox="1">
            <a:spLocks noChangeArrowheads="1"/>
          </p:cNvSpPr>
          <p:nvPr/>
        </p:nvSpPr>
        <p:spPr bwMode="auto">
          <a:xfrm>
            <a:off x="3600000" y="1152000"/>
            <a:ext cx="2592000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级时序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硬布线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组合逻辑电路，  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172" name="Text Box 162"/>
          <p:cNvSpPr txBox="1">
            <a:spLocks noChangeArrowheads="1"/>
          </p:cNvSpPr>
          <p:nvPr/>
        </p:nvSpPr>
        <p:spPr bwMode="auto">
          <a:xfrm>
            <a:off x="2121861" y="4149839"/>
            <a:ext cx="1703870" cy="28930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solidFill>
                  <a:srgbClr val="FF3399"/>
                </a:solidFill>
                <a:latin typeface="+mn-ea"/>
                <a:ea typeface="+mn-ea"/>
              </a:rPr>
              <a:t>组合逻辑</a:t>
            </a:r>
            <a:r>
              <a:rPr lang="zh-CN" altLang="en-US" sz="1800" b="1" dirty="0" smtClean="0">
                <a:latin typeface="+mn-ea"/>
                <a:ea typeface="+mn-ea"/>
              </a:rPr>
              <a:t>电路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84526" y="3357750"/>
            <a:ext cx="3022291" cy="1730326"/>
            <a:chOff x="5654165" y="3428999"/>
            <a:chExt cx="3022291" cy="1730326"/>
          </a:xfrm>
        </p:grpSpPr>
        <p:sp>
          <p:nvSpPr>
            <p:cNvPr id="126" name="Text Box 142"/>
            <p:cNvSpPr txBox="1">
              <a:spLocks noChangeArrowheads="1"/>
            </p:cNvSpPr>
            <p:nvPr/>
          </p:nvSpPr>
          <p:spPr bwMode="auto">
            <a:xfrm>
              <a:off x="6445108" y="3933749"/>
              <a:ext cx="497232" cy="287338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err="1"/>
                <a:t>μ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AR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7" name="Text Box 143"/>
            <p:cNvSpPr txBox="1">
              <a:spLocks noChangeArrowheads="1"/>
            </p:cNvSpPr>
            <p:nvPr/>
          </p:nvSpPr>
          <p:spPr bwMode="auto">
            <a:xfrm>
              <a:off x="7164288" y="3857198"/>
              <a:ext cx="1512168" cy="39959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控制存储器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CS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Text Box 144"/>
            <p:cNvSpPr txBox="1">
              <a:spLocks noChangeArrowheads="1"/>
            </p:cNvSpPr>
            <p:nvPr/>
          </p:nvSpPr>
          <p:spPr bwMode="auto">
            <a:xfrm>
              <a:off x="6660232" y="4439170"/>
              <a:ext cx="504056" cy="2857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dirty="0" err="1"/>
                <a:t>μ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IR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9" name="Text Box 155"/>
            <p:cNvSpPr txBox="1">
              <a:spLocks noChangeArrowheads="1"/>
            </p:cNvSpPr>
            <p:nvPr/>
          </p:nvSpPr>
          <p:spPr bwMode="auto">
            <a:xfrm>
              <a:off x="6445182" y="3428999"/>
              <a:ext cx="2075432" cy="2880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微地址形成电路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158"/>
            <p:cNvSpPr txBox="1">
              <a:spLocks noChangeArrowheads="1"/>
            </p:cNvSpPr>
            <p:nvPr/>
          </p:nvSpPr>
          <p:spPr bwMode="auto">
            <a:xfrm>
              <a:off x="6588224" y="4871987"/>
              <a:ext cx="1512528" cy="2873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微命令译码器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1" name="Text Box 171"/>
            <p:cNvSpPr txBox="1">
              <a:spLocks noChangeArrowheads="1"/>
            </p:cNvSpPr>
            <p:nvPr/>
          </p:nvSpPr>
          <p:spPr bwMode="auto">
            <a:xfrm>
              <a:off x="7164287" y="4439171"/>
              <a:ext cx="936105" cy="28575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操作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2" name="Text Box 172"/>
            <p:cNvSpPr txBox="1">
              <a:spLocks noChangeArrowheads="1"/>
            </p:cNvSpPr>
            <p:nvPr/>
          </p:nvSpPr>
          <p:spPr bwMode="auto">
            <a:xfrm>
              <a:off x="8100391" y="4436218"/>
              <a:ext cx="576065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顺序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3" name="直接箭头连接符 132"/>
            <p:cNvCxnSpPr/>
            <p:nvPr/>
          </p:nvCxnSpPr>
          <p:spPr bwMode="auto">
            <a:xfrm>
              <a:off x="6942340" y="4077765"/>
              <a:ext cx="22194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 flipH="1">
              <a:off x="8100391" y="4256793"/>
              <a:ext cx="1" cy="1813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34"/>
            <p:cNvCxnSpPr/>
            <p:nvPr/>
          </p:nvCxnSpPr>
          <p:spPr bwMode="auto">
            <a:xfrm>
              <a:off x="7596336" y="4725142"/>
              <a:ext cx="0" cy="14401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6" name="直接箭头连接符 58"/>
            <p:cNvCxnSpPr>
              <a:stCxn id="129" idx="1"/>
              <a:endCxn id="126" idx="1"/>
            </p:cNvCxnSpPr>
            <p:nvPr/>
          </p:nvCxnSpPr>
          <p:spPr bwMode="auto">
            <a:xfrm rot="10800000" flipV="1">
              <a:off x="6445108" y="3573014"/>
              <a:ext cx="74" cy="504403"/>
            </a:xfrm>
            <a:prstGeom prst="bentConnector3">
              <a:avLst>
                <a:gd name="adj1" fmla="val 223208108"/>
              </a:avLst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7" name="直接连接符 64"/>
            <p:cNvCxnSpPr>
              <a:stCxn id="132" idx="2"/>
              <a:endCxn id="129" idx="3"/>
            </p:cNvCxnSpPr>
            <p:nvPr/>
          </p:nvCxnSpPr>
          <p:spPr bwMode="auto">
            <a:xfrm rot="5400000" flipH="1" flipV="1">
              <a:off x="7878455" y="4082984"/>
              <a:ext cx="1152128" cy="132190"/>
            </a:xfrm>
            <a:prstGeom prst="bentConnector4">
              <a:avLst>
                <a:gd name="adj1" fmla="val -9921"/>
                <a:gd name="adj2" fmla="val 280340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0" name="直接箭头连接符 179"/>
            <p:cNvCxnSpPr/>
            <p:nvPr/>
          </p:nvCxnSpPr>
          <p:spPr bwMode="auto">
            <a:xfrm flipV="1">
              <a:off x="5936274" y="4437111"/>
              <a:ext cx="0" cy="72221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箭头连接符 180"/>
            <p:cNvCxnSpPr/>
            <p:nvPr/>
          </p:nvCxnSpPr>
          <p:spPr bwMode="auto">
            <a:xfrm>
              <a:off x="5936274" y="4437111"/>
              <a:ext cx="219901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2" name="直接箭头连接符 163"/>
            <p:cNvCxnSpPr/>
            <p:nvPr/>
          </p:nvCxnSpPr>
          <p:spPr bwMode="auto">
            <a:xfrm>
              <a:off x="5654165" y="5085183"/>
              <a:ext cx="282109" cy="69874"/>
            </a:xfrm>
            <a:prstGeom prst="bentConnector3">
              <a:avLst>
                <a:gd name="adj1" fmla="val 30"/>
              </a:avLst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8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5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249150" y="4077830"/>
            <a:ext cx="440663" cy="576064"/>
            <a:chOff x="1249150" y="3933750"/>
            <a:chExt cx="440663" cy="576064"/>
          </a:xfrm>
        </p:grpSpPr>
        <p:cxnSp>
          <p:nvCxnSpPr>
            <p:cNvPr id="175" name="直接箭头连接符 174"/>
            <p:cNvCxnSpPr/>
            <p:nvPr/>
          </p:nvCxnSpPr>
          <p:spPr bwMode="auto">
            <a:xfrm flipV="1">
              <a:off x="1249150" y="4221781"/>
              <a:ext cx="440662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6" name="直接箭头连接符 175"/>
            <p:cNvCxnSpPr/>
            <p:nvPr/>
          </p:nvCxnSpPr>
          <p:spPr bwMode="auto">
            <a:xfrm flipV="1">
              <a:off x="1249151" y="4509813"/>
              <a:ext cx="440662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7" name="Text Box 169"/>
            <p:cNvSpPr txBox="1">
              <a:spLocks noChangeArrowheads="1"/>
            </p:cNvSpPr>
            <p:nvPr/>
          </p:nvSpPr>
          <p:spPr bwMode="auto">
            <a:xfrm rot="16200000">
              <a:off x="1303517" y="4257848"/>
              <a:ext cx="28803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accent2"/>
                  </a:solidFill>
                  <a:latin typeface="+mn-ea"/>
                  <a:ea typeface="+mn-ea"/>
                </a:rPr>
                <a:t>…</a:t>
              </a:r>
              <a:endParaRPr lang="en-US" altLang="zh-CN" sz="1800" b="1" dirty="0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  <p:sp>
          <p:nvSpPr>
            <p:cNvPr id="178" name="Text Box 162"/>
            <p:cNvSpPr txBox="1">
              <a:spLocks noChangeArrowheads="1"/>
            </p:cNvSpPr>
            <p:nvPr/>
          </p:nvSpPr>
          <p:spPr bwMode="auto">
            <a:xfrm>
              <a:off x="1249150" y="3933750"/>
              <a:ext cx="440663" cy="21542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/>
                <a:t>节拍</a:t>
              </a:r>
              <a:endParaRPr lang="zh-CN" altLang="en-US" sz="1600" b="1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21839" y="5013934"/>
            <a:ext cx="5694377" cy="432048"/>
            <a:chOff x="821839" y="5229199"/>
            <a:chExt cx="5694377" cy="432048"/>
          </a:xfrm>
        </p:grpSpPr>
        <p:cxnSp>
          <p:nvCxnSpPr>
            <p:cNvPr id="100" name="直接箭头连接符 99"/>
            <p:cNvCxnSpPr/>
            <p:nvPr/>
          </p:nvCxnSpPr>
          <p:spPr bwMode="auto">
            <a:xfrm>
              <a:off x="821839" y="5229199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1109871" y="5229199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0" name="Text Box 169"/>
            <p:cNvSpPr txBox="1">
              <a:spLocks noChangeArrowheads="1"/>
            </p:cNvSpPr>
            <p:nvPr/>
          </p:nvSpPr>
          <p:spPr bwMode="auto">
            <a:xfrm>
              <a:off x="821839" y="5373338"/>
              <a:ext cx="28803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  <a:endParaRPr lang="en-US" altLang="zh-CN" sz="1800" b="1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sp>
          <p:nvSpPr>
            <p:cNvPr id="161" name="Text Box 162"/>
            <p:cNvSpPr txBox="1">
              <a:spLocks noChangeArrowheads="1"/>
            </p:cNvSpPr>
            <p:nvPr/>
          </p:nvSpPr>
          <p:spPr bwMode="auto">
            <a:xfrm>
              <a:off x="1119672" y="5372521"/>
              <a:ext cx="936000" cy="288032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 smtClean="0">
                  <a:latin typeface="+mn-ea"/>
                </a:rPr>
                <a:t>工作脉冲</a:t>
              </a:r>
              <a:endParaRPr lang="zh-CN" altLang="en-US" sz="1600" b="1" dirty="0"/>
            </a:p>
          </p:txBody>
        </p:sp>
        <p:sp>
          <p:nvSpPr>
            <p:cNvPr id="162" name="Text Box 162"/>
            <p:cNvSpPr txBox="1">
              <a:spLocks noChangeArrowheads="1"/>
            </p:cNvSpPr>
            <p:nvPr/>
          </p:nvSpPr>
          <p:spPr bwMode="auto">
            <a:xfrm>
              <a:off x="5580216" y="5372521"/>
              <a:ext cx="936000" cy="288032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600" b="1" dirty="0" smtClean="0">
                  <a:latin typeface="+mn-ea"/>
                </a:rPr>
                <a:t>工作脉冲</a:t>
              </a:r>
              <a:endParaRPr lang="zh-CN" altLang="en-US" sz="1600" b="1" dirty="0"/>
            </a:p>
          </p:txBody>
        </p:sp>
        <p:cxnSp>
          <p:nvCxnSpPr>
            <p:cNvPr id="163" name="直接箭头连接符 162"/>
            <p:cNvCxnSpPr/>
            <p:nvPr/>
          </p:nvCxnSpPr>
          <p:spPr bwMode="auto">
            <a:xfrm>
              <a:off x="5216696" y="5229199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0" name="直接箭头连接符 169"/>
            <p:cNvCxnSpPr/>
            <p:nvPr/>
          </p:nvCxnSpPr>
          <p:spPr bwMode="auto">
            <a:xfrm>
              <a:off x="5504728" y="5229199"/>
              <a:ext cx="0" cy="4320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3" name="Text Box 169"/>
            <p:cNvSpPr txBox="1">
              <a:spLocks noChangeArrowheads="1"/>
            </p:cNvSpPr>
            <p:nvPr/>
          </p:nvSpPr>
          <p:spPr bwMode="auto">
            <a:xfrm>
              <a:off x="5216696" y="5373338"/>
              <a:ext cx="28803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  <a:endParaRPr lang="en-US" altLang="zh-CN" sz="1800" b="1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79" name="Text Box 228"/>
          <p:cNvSpPr txBox="1">
            <a:spLocks noChangeArrowheads="1"/>
          </p:cNvSpPr>
          <p:nvPr/>
        </p:nvSpPr>
        <p:spPr bwMode="auto">
          <a:xfrm>
            <a:off x="5832000" y="1152000"/>
            <a:ext cx="2304000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级时序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微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程序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微主机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251937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5.6 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异常及中断的处理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179388" y="1383159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、异常及中断的基本</a:t>
            </a: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概念</a:t>
            </a:r>
            <a:endParaRPr lang="zh-CN" altLang="en-US" b="1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0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 smtClean="0">
                <a:latin typeface="+mn-ea"/>
                <a:ea typeface="+mn-ea"/>
              </a:rPr>
              <a:t>异常与中断概念，事件的处理过程，中断机构组成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△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endParaRPr lang="en-US" altLang="zh-CN" sz="2000" b="1" spc="-80" dirty="0">
              <a:latin typeface="宋体" panose="02010600030101010101" pitchFamily="2" charset="-122"/>
            </a:endParaRPr>
          </a:p>
        </p:txBody>
      </p:sp>
      <p:sp>
        <p:nvSpPr>
          <p:cNvPr id="244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872000"/>
            <a:ext cx="3580130" cy="2199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事件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dirty="0" smtClean="0">
                <a:solidFill>
                  <a:srgbClr val="C00000"/>
                </a:solidFill>
                <a:cs typeface="Times New Roman" panose="02020603050405020304" pitchFamily="18" charset="0"/>
                <a:sym typeface="+mn-ea"/>
              </a:rPr>
              <a:t>Event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事件的处理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方法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Text Box 1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56000" y="1872000"/>
            <a:ext cx="7277100" cy="276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指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改变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程序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正常执行顺序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特殊情况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1600" dirty="0" smtClean="0">
                <a:latin typeface="宋体" panose="02010600030101010101" pitchFamily="2" charset="-122"/>
              </a:rPr>
              <a:t>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   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指令约定</a:t>
            </a:r>
            <a:r>
              <a:rPr lang="zh-CN" altLang="en-US" sz="1600" b="1" dirty="0">
                <a:latin typeface="宋体" panose="02010600030101010101" pitchFamily="2" charset="-122"/>
              </a:rPr>
              <a:t>的顺序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1600" dirty="0" smtClean="0">
                <a:latin typeface="宋体" panose="02010600030101010101" pitchFamily="2" charset="-122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→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必须处理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异常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/>
              <a:t>Exception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、中断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/>
              <a:t>Interrupt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←发生在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内部和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外部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暂停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现行程序的执行，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转去</a:t>
            </a:r>
            <a:r>
              <a:rPr lang="en-US" altLang="zh-CN" sz="2200" b="1" baseline="-25000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事件处理程序，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sz="160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──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称为事件响应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sz="160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</a:t>
            </a:r>
            <a:r>
              <a:rPr sz="160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称为事件处理</a:t>
            </a: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被暂停的程序继续执行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称为事件返回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0980" y="4606040"/>
            <a:ext cx="3420000" cy="1188000"/>
            <a:chOff x="2772370" y="3897048"/>
            <a:chExt cx="3420000" cy="1188000"/>
          </a:xfrm>
        </p:grpSpPr>
        <p:cxnSp>
          <p:nvCxnSpPr>
            <p:cNvPr id="8" name="直接箭头连接符 7"/>
            <p:cNvCxnSpPr/>
            <p:nvPr>
              <p:custDataLst>
                <p:tags r:id="rId3"/>
              </p:custDataLst>
            </p:nvPr>
          </p:nvCxnSpPr>
          <p:spPr bwMode="auto">
            <a:xfrm>
              <a:off x="3636370" y="4113048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4"/>
              </p:custDataLst>
            </p:nvPr>
          </p:nvCxnSpPr>
          <p:spPr bwMode="auto">
            <a:xfrm>
              <a:off x="5076370" y="4473048"/>
              <a:ext cx="0" cy="40354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5"/>
              </p:custDataLst>
            </p:nvPr>
          </p:nvCxnSpPr>
          <p:spPr bwMode="auto">
            <a:xfrm>
              <a:off x="3636370" y="4473048"/>
              <a:ext cx="144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6"/>
              </p:custDataLst>
            </p:nvPr>
          </p:nvCxnSpPr>
          <p:spPr bwMode="auto">
            <a:xfrm flipH="1" flipV="1">
              <a:off x="3636370" y="4545048"/>
              <a:ext cx="1440000" cy="32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直接箭头连接符 11"/>
            <p:cNvCxnSpPr/>
            <p:nvPr>
              <p:custDataLst>
                <p:tags r:id="rId7"/>
              </p:custDataLst>
            </p:nvPr>
          </p:nvCxnSpPr>
          <p:spPr bwMode="auto">
            <a:xfrm>
              <a:off x="3312370" y="4437048"/>
              <a:ext cx="30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" name="Text Box 16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204370" y="3897048"/>
              <a:ext cx="86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</a:rPr>
                <a:t>当前</a:t>
              </a:r>
              <a:r>
                <a:rPr lang="zh-CN" altLang="en-US" sz="1600" b="1" dirty="0" smtClean="0">
                  <a:solidFill>
                    <a:srgbClr val="990099"/>
                  </a:solidFill>
                </a:rPr>
                <a:t>程序</a:t>
              </a:r>
              <a:endParaRPr lang="zh-CN" altLang="en-US" sz="1600" b="1" dirty="0" smtClean="0">
                <a:solidFill>
                  <a:srgbClr val="990099"/>
                </a:solidFill>
              </a:endParaRPr>
            </a:p>
          </p:txBody>
        </p:sp>
        <p:sp>
          <p:nvSpPr>
            <p:cNvPr id="14" name="Text Box 16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772370" y="4329048"/>
              <a:ext cx="540000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事件</a:t>
              </a: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Text Box 16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572000" y="3897048"/>
              <a:ext cx="97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C00000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i</a:t>
              </a: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处理程序</a:t>
              </a:r>
              <a:endPara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Text Box 16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852370" y="4257048"/>
              <a:ext cx="10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响应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硬件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en-US" sz="1600" b="1" i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Text Box 16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685523">
              <a:off x="3816370" y="4761048"/>
              <a:ext cx="10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返回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软件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8" name="直接箭头连接符 17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3636370" y="4545048"/>
              <a:ext cx="229" cy="54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" name="Text Box 162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112370" y="4545048"/>
              <a:ext cx="108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处理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软件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0" name="Text Box 172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785648" y="5035838"/>
            <a:ext cx="1512000" cy="50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9525" indent="-9525"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响应基于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检测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684780" indent="-2684780"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检测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由硬件实现</a:t>
            </a:r>
            <a:endParaRPr lang="zh-CN" altLang="en-US" sz="1600" b="1" u="sng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" name="Text Box 8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564255" y="5579510"/>
            <a:ext cx="5148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程序想继续执行</a:t>
            </a:r>
            <a:r>
              <a:rPr lang="zh-CN" altLang="en-US" sz="1800" b="1" dirty="0" smtClean="0">
                <a:latin typeface="+mn-ea"/>
              </a:rPr>
              <a:t>，</a:t>
            </a:r>
            <a:r>
              <a:rPr lang="zh-CN" altLang="en-US" sz="1800" b="1" dirty="0">
                <a:latin typeface="+mn-ea"/>
              </a:rPr>
              <a:t>哪些信息不能被破坏？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34" name="Text Box 8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564000" y="4714215"/>
            <a:ext cx="514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p>
            <a:pPr marL="2684780" indent="-26847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u="sng" dirty="0">
                <a:latin typeface="+mn-ea"/>
              </a:rPr>
              <a:t>响应</a:t>
            </a:r>
            <a:r>
              <a:rPr lang="zh-CN" altLang="en-US" sz="1800" b="1" dirty="0">
                <a:latin typeface="+mn-ea"/>
                <a:sym typeface="+mn-ea"/>
              </a:rPr>
              <a:t>为何</a:t>
            </a:r>
            <a:r>
              <a:rPr lang="zh-CN" altLang="en-US" sz="1800" b="1" dirty="0">
                <a:latin typeface="+mn-ea"/>
              </a:rPr>
              <a:t>由硬件实现、</a:t>
            </a:r>
            <a:r>
              <a:rPr lang="zh-CN" altLang="en-US" sz="1800" b="1" u="sng" dirty="0">
                <a:latin typeface="+mn-ea"/>
              </a:rPr>
              <a:t>返回</a:t>
            </a:r>
            <a:r>
              <a:rPr lang="zh-CN" altLang="en-US" sz="1800" b="1" dirty="0">
                <a:latin typeface="+mn-ea"/>
              </a:rPr>
              <a:t>由软件实现？</a:t>
            </a:r>
            <a:endParaRPr lang="en-US" altLang="zh-CN" sz="1800" b="1" dirty="0">
              <a:latin typeface="+mn-ea"/>
            </a:endParaRPr>
          </a:p>
        </p:txBody>
      </p:sp>
      <p:sp>
        <p:nvSpPr>
          <p:cNvPr id="36" name="Text Box 172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608483" y="5903510"/>
            <a:ext cx="1296000" cy="25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0" indent="0"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PC/PSR/GPRs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Text Box 172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876068" y="5040283"/>
            <a:ext cx="1728000" cy="50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0" indent="0"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程序各不相同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684780" indent="-2684780"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硬件</a:t>
            </a:r>
            <a:r>
              <a:rPr lang="zh-CN" altLang="en-US" sz="16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不知何时结束</a:t>
            </a:r>
            <a:endParaRPr lang="zh-CN" altLang="en-US" sz="1600" b="1" u="sng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26" grpId="0" bldLvl="0" animBg="1"/>
      <p:bldP spid="34" grpId="0" bldLvl="0" animBg="1"/>
      <p:bldP spid="244" grpId="0" bldLvl="0" animBg="1"/>
      <p:bldP spid="20" grpId="0" bldLvl="0" animBg="1"/>
      <p:bldP spid="37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149"/>
          <p:cNvSpPr txBox="1">
            <a:spLocks noChangeArrowheads="1"/>
          </p:cNvSpPr>
          <p:nvPr/>
        </p:nvSpPr>
        <p:spPr bwMode="auto">
          <a:xfrm>
            <a:off x="179389" y="1224000"/>
            <a:ext cx="2592411" cy="43948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异常的分类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返回方式：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处理时机：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49"/>
          <p:cNvSpPr txBox="1">
            <a:spLocks noChangeArrowheads="1"/>
          </p:cNvSpPr>
          <p:nvPr/>
        </p:nvSpPr>
        <p:spPr bwMode="auto">
          <a:xfrm>
            <a:off x="179388" y="332656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、异常        </a:t>
            </a:r>
            <a:r>
              <a:rPr lang="en-US" altLang="zh-CN" sz="1800" b="1" dirty="0" smtClean="0">
                <a:latin typeface="+mn-ea"/>
                <a:ea typeface="+mn-ea"/>
              </a:rPr>
              <a:t>--</a:t>
            </a:r>
            <a:r>
              <a:rPr lang="zh-CN" altLang="en-US" sz="1800" b="1" dirty="0" smtClean="0">
                <a:latin typeface="+mn-ea"/>
                <a:ea typeface="+mn-ea"/>
              </a:rPr>
              <a:t>又称</a:t>
            </a:r>
            <a:r>
              <a:rPr lang="zh-CN" altLang="zh-CN" sz="1800" b="1" dirty="0" smtClean="0">
                <a:latin typeface="+mn-ea"/>
                <a:ea typeface="+mn-ea"/>
              </a:rPr>
              <a:t>内部异常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zh-CN" sz="1800" b="1" dirty="0" smtClean="0">
                <a:latin typeface="+mn-ea"/>
                <a:ea typeface="+mn-ea"/>
              </a:rPr>
              <a:t>程序性异常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zh-CN" altLang="en-US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zh-CN" sz="2200" b="1" dirty="0" smtClean="0">
                <a:latin typeface="+mn-ea"/>
                <a:ea typeface="+mn-ea"/>
              </a:rPr>
              <a:t>由</a:t>
            </a:r>
            <a:r>
              <a:rPr lang="en-US" altLang="zh-CN" sz="2200" b="1" dirty="0">
                <a:latin typeface="+mn-ea"/>
                <a:ea typeface="+mn-ea"/>
              </a:rPr>
              <a:t>CPU</a:t>
            </a:r>
            <a:r>
              <a:rPr lang="zh-CN" altLang="zh-CN" sz="2200" b="1" dirty="0">
                <a:latin typeface="+mn-ea"/>
                <a:ea typeface="+mn-ea"/>
              </a:rPr>
              <a:t>内部</a:t>
            </a:r>
            <a:r>
              <a:rPr lang="zh-CN" altLang="zh-CN" sz="2200" b="1" u="sng" dirty="0">
                <a:solidFill>
                  <a:srgbClr val="0070C0"/>
                </a:solidFill>
                <a:latin typeface="+mn-ea"/>
                <a:ea typeface="+mn-ea"/>
              </a:rPr>
              <a:t>执行指令所引起</a:t>
            </a:r>
            <a:r>
              <a:rPr lang="zh-CN" altLang="zh-CN" sz="2200" b="1" dirty="0">
                <a:latin typeface="+mn-ea"/>
                <a:ea typeface="+mn-ea"/>
              </a:rPr>
              <a:t>的</a:t>
            </a:r>
            <a:r>
              <a:rPr lang="zh-CN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意外事件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如除零、断点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zh-CN" altLang="en-US" sz="22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" name="Text Box 149"/>
          <p:cNvSpPr txBox="1">
            <a:spLocks noChangeArrowheads="1"/>
          </p:cNvSpPr>
          <p:nvPr/>
        </p:nvSpPr>
        <p:spPr bwMode="auto">
          <a:xfrm>
            <a:off x="2196000" y="1188000"/>
            <a:ext cx="5184576" cy="5473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按请求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报告方式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及返回方式</a:t>
            </a:r>
            <a:r>
              <a:rPr lang="zh-CN" altLang="en-US" sz="2200" b="1" dirty="0">
                <a:latin typeface="宋体" panose="02010600030101010101" pitchFamily="2" charset="-122"/>
              </a:rPr>
              <a:t>划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分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23528" y="1701314"/>
          <a:ext cx="8568690" cy="293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/>
                <a:gridCol w="2520315"/>
                <a:gridCol w="2520950"/>
                <a:gridCol w="2303581"/>
              </a:tblGrid>
              <a:tr h="324184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异常分类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故障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陷阱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Trap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终止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Abort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324184">
                <a:tc vMerge="1"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latin typeface="宋体" panose="02010600030101010101" pitchFamily="2" charset="-122"/>
                        </a:rPr>
                        <a:t>可能修复</a:t>
                      </a:r>
                      <a:r>
                        <a:rPr lang="zh-CN" altLang="en-US" sz="1800" b="1" baseline="30000" dirty="0" smtClean="0">
                          <a:latin typeface="宋体" panose="02010600030101010101" pitchFamily="2" charset="-122"/>
                        </a:rPr>
                        <a:t>①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</a:rPr>
                        <a:t>的异常</a:t>
                      </a:r>
                      <a:endParaRPr lang="zh-CN" altLang="en-US" sz="1800" b="1" dirty="0" smtClean="0">
                        <a:latin typeface="宋体" panose="02010600030101010101" pitchFamily="2" charset="-122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latin typeface="宋体" panose="02010600030101010101" pitchFamily="2" charset="-122"/>
                        </a:rPr>
                        <a:t>预先安排</a:t>
                      </a:r>
                      <a:r>
                        <a:rPr lang="zh-CN" altLang="en-US" sz="1800" b="1" baseline="30000" dirty="0" smtClean="0">
                          <a:latin typeface="宋体" panose="02010600030101010101" pitchFamily="2" charset="-122"/>
                        </a:rPr>
                        <a:t>②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</a:rPr>
                        <a:t>的异常</a:t>
                      </a:r>
                      <a:endParaRPr lang="zh-CN" altLang="en-US" sz="1800" b="1" dirty="0" smtClean="0">
                        <a:latin typeface="宋体" panose="02010600030101010101" pitchFamily="2" charset="-122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latin typeface="宋体" panose="02010600030101010101" pitchFamily="2" charset="-122"/>
                        </a:rPr>
                        <a:t>不可修复的异常</a:t>
                      </a:r>
                      <a:endParaRPr lang="zh-CN" altLang="en-US" sz="1800" b="1" dirty="0" smtClean="0">
                        <a:latin typeface="宋体" panose="02010600030101010101" pitchFamily="2" charset="-122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4184">
                <a:tc vMerge="1"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缺页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除零、溢出</a:t>
                      </a:r>
                      <a:r>
                        <a:rPr lang="zh-CN" altLang="en-US" sz="1800" b="1" baseline="30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单步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</a:rPr>
                        <a:t>，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系统调用、断点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无效表、硬件故障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71755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1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返回方式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zh-CN" sz="1800" b="1" baseline="30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处理时机</a:t>
                      </a:r>
                      <a:endParaRPr lang="zh-CN" altLang="en-US" sz="1800" b="1" baseline="30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04488">
                <a:tc gridSpan="4"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说明：①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Falut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由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程序本身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捕获，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Abort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只能由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系统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捕获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②有</a:t>
                      </a:r>
                      <a:r>
                        <a:rPr lang="zh-CN" altLang="en-US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两种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方式：满足条件触发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如判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PSR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标志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、执行特殊指令触发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如系统调用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③有些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ISA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将溢出作为</a:t>
                      </a:r>
                      <a:r>
                        <a:rPr lang="zh-CN" altLang="en-US" sz="1800" b="1" u="sng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可选择的</a:t>
                      </a:r>
                      <a:r>
                        <a:rPr lang="zh-CN" altLang="en-US" sz="1800" b="1" u="none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异常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如用陷阱指令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INTO[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非运算时自动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检测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28800" marB="28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线形标注 2 6"/>
          <p:cNvSpPr/>
          <p:nvPr/>
        </p:nvSpPr>
        <p:spPr bwMode="auto">
          <a:xfrm>
            <a:off x="5363840" y="5156550"/>
            <a:ext cx="3060000" cy="684000"/>
          </a:xfrm>
          <a:prstGeom prst="borderCallout2">
            <a:avLst>
              <a:gd name="adj1" fmla="val 48310"/>
              <a:gd name="adj2" fmla="val -237"/>
              <a:gd name="adj3" fmla="val 47580"/>
              <a:gd name="adj4" fmla="val -6104"/>
              <a:gd name="adj5" fmla="val -87595"/>
              <a:gd name="adj6" fmla="val -43640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t" anchorCtr="0" compatLnSpc="1"/>
          <a:lstStyle/>
          <a:p>
            <a:pPr algn="l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如：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add </a:t>
            </a:r>
            <a:r>
              <a:rPr lang="en-US" altLang="zh-CN" sz="1600" b="1" dirty="0">
                <a:latin typeface="宋体" panose="02010600030101010101" pitchFamily="2" charset="-122"/>
              </a:rPr>
              <a:t>R1,R2,R3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不检测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OF) 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INTO       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检测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OF)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…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1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49"/>
          <p:cNvSpPr txBox="1">
            <a:spLocks noChangeArrowheads="1"/>
          </p:cNvSpPr>
          <p:nvPr/>
        </p:nvSpPr>
        <p:spPr bwMode="auto">
          <a:xfrm>
            <a:off x="1584000" y="2700000"/>
            <a:ext cx="2520280" cy="93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46800" rIns="18000" bIns="10800">
            <a:noAutofit/>
          </a:bodyPr>
          <a:lstStyle/>
          <a:p>
            <a:pPr algn="l">
              <a:lnSpc>
                <a:spcPct val="95000"/>
              </a:lnSpc>
            </a:pPr>
            <a:r>
              <a:rPr lang="zh-CN" altLang="en-US" sz="1800" b="1" dirty="0"/>
              <a:t>当前指令 </a:t>
            </a:r>
            <a:r>
              <a:rPr lang="zh-CN" altLang="en-US" sz="1800" b="1" dirty="0">
                <a:solidFill>
                  <a:srgbClr val="990099"/>
                </a:solidFill>
              </a:rPr>
              <a:t>或 </a:t>
            </a:r>
            <a:r>
              <a:rPr lang="zh-CN" altLang="en-US" sz="1800" b="1" dirty="0"/>
              <a:t>终止</a:t>
            </a:r>
            <a:r>
              <a:rPr lang="zh-CN" altLang="en-US" sz="1800" b="1" dirty="0" smtClean="0"/>
              <a:t>程序</a:t>
            </a:r>
            <a:endParaRPr lang="en-US" altLang="zh-CN" sz="1800" b="1" dirty="0" smtClean="0"/>
          </a:p>
          <a:p>
            <a:pPr algn="l">
              <a:lnSpc>
                <a:spcPct val="110000"/>
              </a:lnSpc>
            </a:pPr>
            <a:r>
              <a:rPr lang="en-US" altLang="zh-CN" sz="1600" b="1" dirty="0" smtClean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可</a:t>
            </a:r>
            <a:r>
              <a:rPr lang="zh-CN" altLang="en-US" sz="1600" b="1" dirty="0" smtClean="0">
                <a:latin typeface="+mn-ea"/>
              </a:rPr>
              <a:t>修复时</a:t>
            </a:r>
            <a:r>
              <a:rPr lang="en-US" altLang="zh-CN" sz="1600" b="1" dirty="0" smtClean="0">
                <a:latin typeface="+mn-ea"/>
              </a:rPr>
              <a:t>) (</a:t>
            </a:r>
            <a:r>
              <a:rPr lang="zh-CN" altLang="en-US" sz="1600" b="1" dirty="0">
                <a:latin typeface="+mn-ea"/>
              </a:rPr>
              <a:t>无法</a:t>
            </a:r>
            <a:r>
              <a:rPr lang="zh-CN" altLang="en-US" sz="1600" b="1" dirty="0" smtClean="0">
                <a:latin typeface="+mn-ea"/>
              </a:rPr>
              <a:t>修复时</a:t>
            </a:r>
            <a:r>
              <a:rPr lang="en-US" altLang="zh-CN" sz="1600" b="1" dirty="0" smtClean="0">
                <a:latin typeface="+mn-ea"/>
              </a:rPr>
              <a:t>)</a:t>
            </a:r>
            <a:endParaRPr lang="en-US" altLang="zh-CN" sz="1600" b="1" dirty="0" smtClean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</a:rPr>
              <a:t>立即</a:t>
            </a:r>
            <a:r>
              <a:rPr lang="en-US" altLang="zh-CN" sz="1600" b="1" dirty="0" smtClean="0">
                <a:latin typeface="+mn-ea"/>
              </a:rPr>
              <a:t>(</a:t>
            </a:r>
            <a:r>
              <a:rPr lang="zh-CN" altLang="en-US" sz="1600" b="1" dirty="0" smtClean="0">
                <a:latin typeface="+mn-ea"/>
              </a:rPr>
              <a:t>执行过程中</a:t>
            </a:r>
            <a:r>
              <a:rPr lang="en-US" altLang="zh-CN" sz="1600" b="1" dirty="0" smtClean="0">
                <a:latin typeface="+mn-ea"/>
              </a:rPr>
              <a:t>)</a:t>
            </a:r>
            <a:endParaRPr lang="en-US" altLang="zh-CN" sz="1600" b="1" dirty="0" smtClean="0">
              <a:latin typeface="+mn-ea"/>
            </a:endParaRPr>
          </a:p>
        </p:txBody>
      </p:sp>
      <p:sp>
        <p:nvSpPr>
          <p:cNvPr id="13" name="Text Box 149"/>
          <p:cNvSpPr txBox="1">
            <a:spLocks noChangeArrowheads="1"/>
          </p:cNvSpPr>
          <p:nvPr/>
        </p:nvSpPr>
        <p:spPr bwMode="auto">
          <a:xfrm>
            <a:off x="4104005" y="2700020"/>
            <a:ext cx="2124710" cy="935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46800" rIns="18000" bIns="10800">
            <a:noAutofit/>
          </a:bodyPr>
          <a:lstStyle/>
          <a:p>
            <a:pPr algn="l">
              <a:lnSpc>
                <a:spcPct val="155000"/>
              </a:lnSpc>
            </a:pPr>
            <a:r>
              <a:rPr lang="zh-CN" altLang="en-US" sz="1800" b="1" dirty="0" smtClean="0">
                <a:latin typeface="+mn-ea"/>
              </a:rPr>
              <a:t>下条指令</a:t>
            </a:r>
            <a:endParaRPr lang="en-US" altLang="zh-CN" sz="1800" b="1" dirty="0" smtClean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1800" b="1" dirty="0" smtClean="0"/>
              <a:t>立即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执行结束时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 Box 149"/>
          <p:cNvSpPr txBox="1">
            <a:spLocks noChangeArrowheads="1"/>
          </p:cNvSpPr>
          <p:nvPr/>
        </p:nvSpPr>
        <p:spPr bwMode="auto">
          <a:xfrm>
            <a:off x="6623685" y="2700020"/>
            <a:ext cx="2174240" cy="935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46800" rIns="18000" bIns="10800">
            <a:noAutofit/>
          </a:bodyPr>
          <a:lstStyle/>
          <a:p>
            <a:pPr algn="l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dirty="0">
                <a:latin typeface="+mn-ea"/>
                <a:ea typeface="+mn-ea"/>
              </a:rPr>
              <a:t>终止程序</a:t>
            </a:r>
            <a:r>
              <a:rPr lang="zh-CN" altLang="en-US" sz="1800" b="1" dirty="0">
                <a:latin typeface="+mn-lt"/>
                <a:ea typeface="+mn-ea"/>
              </a:rPr>
              <a:t> 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或</a:t>
            </a:r>
            <a:r>
              <a:rPr lang="zh-CN" altLang="en-US" sz="1800" b="1" dirty="0">
                <a:latin typeface="+mn-lt"/>
                <a:ea typeface="+mn-ea"/>
              </a:rPr>
              <a:t> </a:t>
            </a:r>
            <a:r>
              <a:rPr lang="zh-CN" altLang="en-US" sz="1800" b="1" dirty="0">
                <a:latin typeface="+mn-ea"/>
                <a:ea typeface="+mn-ea"/>
              </a:rPr>
              <a:t>关机</a:t>
            </a:r>
            <a:endParaRPr lang="en-US" altLang="zh-CN" sz="1800" b="1" dirty="0">
              <a:latin typeface="+mn-ea"/>
              <a:ea typeface="+mn-ea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 smtClean="0">
                <a:latin typeface="+mn-ea"/>
                <a:ea typeface="+mn-ea"/>
              </a:rPr>
              <a:t> (</a:t>
            </a:r>
            <a:r>
              <a:rPr lang="zh-CN" altLang="en-US" sz="1600" b="1" dirty="0">
                <a:latin typeface="+mn-ea"/>
                <a:ea typeface="+mn-ea"/>
              </a:rPr>
              <a:t>能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否定位到程序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  <a:ea typeface="+mn-ea"/>
              </a:rPr>
              <a:t>立即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执行过程中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19" name="Text Box 149"/>
          <p:cNvSpPr txBox="1">
            <a:spLocks noChangeArrowheads="1"/>
          </p:cNvSpPr>
          <p:nvPr/>
        </p:nvSpPr>
        <p:spPr bwMode="auto">
          <a:xfrm>
            <a:off x="1908000" y="4608000"/>
            <a:ext cx="3960440" cy="9709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即断点值，由请求类型</a:t>
            </a:r>
            <a:r>
              <a:rPr lang="zh-CN" altLang="en-US" sz="2200" b="1" dirty="0">
                <a:latin typeface="宋体" panose="02010600030101010101" pitchFamily="2" charset="-122"/>
              </a:rPr>
              <a:t>决定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立即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20" name="AutoShape 205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7" grpId="0" bldLvl="0" animBg="1"/>
      <p:bldP spid="7" grpId="1" bldLvl="0" animBg="1"/>
      <p:bldP spid="12" grpId="0" bldLvl="0" animBg="1"/>
      <p:bldP spid="13" grpId="0" bldLvl="0" animBg="1"/>
      <p:bldP spid="14" grpId="0" bldLvl="0" animBg="1"/>
      <p:bldP spid="19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679950" y="2807970"/>
            <a:ext cx="1403985" cy="1421765"/>
            <a:chOff x="7370" y="4422"/>
            <a:chExt cx="2211" cy="2239"/>
          </a:xfrm>
        </p:grpSpPr>
        <p:sp>
          <p:nvSpPr>
            <p:cNvPr id="37" name="椭圆 36"/>
            <p:cNvSpPr/>
            <p:nvPr/>
          </p:nvSpPr>
          <p:spPr bwMode="auto">
            <a:xfrm>
              <a:off x="8901" y="4422"/>
              <a:ext cx="340" cy="397"/>
            </a:xfrm>
            <a:prstGeom prst="ellipse">
              <a:avLst/>
            </a:prstGeom>
            <a:solidFill>
              <a:srgbClr val="FFCC99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V="1">
              <a:off x="7370" y="4791"/>
              <a:ext cx="1191" cy="187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" name="直接箭头连接符 2"/>
            <p:cNvCxnSpPr/>
            <p:nvPr>
              <p:custDataLst>
                <p:tags r:id="rId1"/>
              </p:custDataLst>
            </p:nvPr>
          </p:nvCxnSpPr>
          <p:spPr bwMode="auto">
            <a:xfrm flipV="1">
              <a:off x="8957" y="4791"/>
              <a:ext cx="624" cy="187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22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9" y="6526038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9" name="Text Box 149"/>
          <p:cNvSpPr txBox="1">
            <a:spLocks noChangeArrowheads="1"/>
          </p:cNvSpPr>
          <p:nvPr/>
        </p:nvSpPr>
        <p:spPr bwMode="auto">
          <a:xfrm>
            <a:off x="179389" y="1232982"/>
            <a:ext cx="5112691" cy="4246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中断的分类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返回方式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处理时机：</a:t>
            </a:r>
            <a:endParaRPr lang="en-US" altLang="zh-CN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可屏蔽的实现方法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状态表示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状态转换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899592" y="1772816"/>
          <a:ext cx="7807325" cy="229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/>
                <a:gridCol w="2837815"/>
                <a:gridCol w="3601085"/>
              </a:tblGrid>
              <a:tr h="216024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中断分类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按紧急程度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不可屏蔽中断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(NMI)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可屏蔽中断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(INTR)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324184">
                <a:tc vMerge="1"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须</a:t>
                      </a:r>
                      <a:r>
                        <a:rPr lang="zh-CN" altLang="en-US" sz="1800" b="1" u="sng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立即处理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的中断</a:t>
                      </a:r>
                      <a:endParaRPr lang="zh-CN" altLang="en-US" sz="1800" b="1" dirty="0" smtClean="0">
                        <a:latin typeface="宋体" panose="02010600030101010101" pitchFamily="2" charset="-122"/>
                        <a:sym typeface="+mn-ea"/>
                      </a:endParaRPr>
                    </a:p>
                  </a:txBody>
                  <a:tcPr marL="71755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可</a:t>
                      </a:r>
                      <a:r>
                        <a:rPr lang="zh-CN" altLang="en-US" sz="1800" b="1" u="sng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+mn-ea"/>
                        </a:rPr>
                        <a:t>暂不处理</a:t>
                      </a:r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的中断</a:t>
                      </a:r>
                      <a:endParaRPr lang="zh-CN" altLang="en-US" sz="1800" b="1" dirty="0" smtClean="0">
                        <a:latin typeface="宋体" panose="02010600030101010101" pitchFamily="2" charset="-122"/>
                        <a:sym typeface="+mn-ea"/>
                      </a:endParaRPr>
                    </a:p>
                  </a:txBody>
                  <a:tcPr marL="71755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4184">
                <a:tc vMerge="1"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校验错、电源故障等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+mn-ea"/>
                        <a:sym typeface="+mn-ea"/>
                      </a:endParaRPr>
                    </a:p>
                  </a:txBody>
                  <a:tcPr marL="71755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latin typeface="宋体" panose="02010600030101010101" pitchFamily="2" charset="-122"/>
                          <a:sym typeface="+mn-ea"/>
                        </a:rPr>
                        <a:t>键盘、打印机中断等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marL="71755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9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</a:rPr>
                        <a:t>处理时机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zh-CN" sz="1800" b="1" baseline="30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1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</a:rPr>
                        <a:t>返回方式</a:t>
                      </a:r>
                      <a:endParaRPr lang="zh-CN" altLang="en-US" sz="1800" b="1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6280">
                <a:tc gridSpan="3"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注：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28800" marB="28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Text Box 149"/>
          <p:cNvSpPr txBox="1">
            <a:spLocks noChangeArrowheads="1"/>
          </p:cNvSpPr>
          <p:nvPr/>
        </p:nvSpPr>
        <p:spPr bwMode="auto">
          <a:xfrm>
            <a:off x="179705" y="332740"/>
            <a:ext cx="839533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、中断        </a:t>
            </a:r>
            <a:r>
              <a:rPr lang="en-US" altLang="zh-CN" sz="1800" b="1" dirty="0" smtClean="0">
                <a:latin typeface="+mn-ea"/>
                <a:ea typeface="+mn-ea"/>
              </a:rPr>
              <a:t>--</a:t>
            </a:r>
            <a:r>
              <a:rPr lang="zh-CN" altLang="en-US" sz="1800" b="1" dirty="0" smtClean="0">
                <a:latin typeface="+mn-ea"/>
                <a:ea typeface="+mn-ea"/>
              </a:rPr>
              <a:t>又称外</a:t>
            </a:r>
            <a:r>
              <a:rPr lang="zh-CN" altLang="zh-CN" sz="1800" b="1" dirty="0" smtClean="0">
                <a:latin typeface="+mn-ea"/>
                <a:ea typeface="+mn-ea"/>
              </a:rPr>
              <a:t>部</a:t>
            </a:r>
            <a:r>
              <a:rPr lang="zh-CN" altLang="en-US" sz="1800" b="1" dirty="0" smtClean="0">
                <a:latin typeface="+mn-ea"/>
                <a:ea typeface="+mn-ea"/>
              </a:rPr>
              <a:t>中断</a:t>
            </a:r>
            <a:endParaRPr lang="zh-CN" altLang="en-US" sz="22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zh-CN" sz="2200" b="1" dirty="0" smtClean="0">
                <a:latin typeface="+mn-ea"/>
                <a:ea typeface="+mn-ea"/>
              </a:rPr>
              <a:t>由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+mn-ea"/>
                <a:ea typeface="+mn-ea"/>
              </a:rPr>
              <a:t>外设产生</a:t>
            </a:r>
            <a:r>
              <a:rPr lang="zh-CN" altLang="zh-CN" sz="2200" b="1" dirty="0" smtClean="0">
                <a:latin typeface="+mn-ea"/>
                <a:ea typeface="+mn-ea"/>
              </a:rPr>
              <a:t>的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请求</a:t>
            </a:r>
            <a:r>
              <a:rPr lang="zh-CN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事件</a:t>
            </a:r>
            <a:r>
              <a:rPr lang="zh-CN" altLang="en-US" sz="2200" b="1" dirty="0" smtClean="0">
                <a:latin typeface="+mn-ea"/>
                <a:ea typeface="+mn-ea"/>
              </a:rPr>
              <a:t>，又称为</a:t>
            </a:r>
            <a:r>
              <a:rPr lang="zh-CN" altLang="en-US" sz="2200" b="1" u="sng" dirty="0" smtClean="0">
                <a:latin typeface="+mn-ea"/>
                <a:ea typeface="+mn-ea"/>
              </a:rPr>
              <a:t>异步</a:t>
            </a:r>
            <a:r>
              <a:rPr lang="zh-CN" altLang="en-US" sz="2200" b="1" dirty="0" smtClean="0">
                <a:latin typeface="+mn-ea"/>
                <a:ea typeface="+mn-ea"/>
              </a:rPr>
              <a:t>事件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sym typeface="+mn-ea"/>
              </a:rPr>
              <a:t>指与</a:t>
            </a:r>
            <a:r>
              <a:rPr lang="zh-CN" altLang="en-US" sz="1600" b="1" dirty="0">
                <a:latin typeface="+mn-ea"/>
                <a:sym typeface="+mn-ea"/>
              </a:rPr>
              <a:t>指令</a:t>
            </a:r>
            <a:r>
              <a:rPr lang="zh-CN" altLang="en-US" sz="1600" b="1" dirty="0" smtClean="0">
                <a:latin typeface="+mn-ea"/>
                <a:sym typeface="+mn-ea"/>
              </a:rPr>
              <a:t>执行无关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</a:endParaRPr>
          </a:p>
        </p:txBody>
      </p:sp>
      <p:sp>
        <p:nvSpPr>
          <p:cNvPr id="33" name="Text Box 149"/>
          <p:cNvSpPr txBox="1">
            <a:spLocks noChangeArrowheads="1"/>
          </p:cNvSpPr>
          <p:nvPr/>
        </p:nvSpPr>
        <p:spPr bwMode="auto">
          <a:xfrm>
            <a:off x="1368000" y="3420000"/>
            <a:ext cx="7308000" cy="6480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36000" rIns="18000" bIns="10800">
            <a:no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sz="1800" b="1" dirty="0" smtClean="0"/>
              <a:t>①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两</a:t>
            </a:r>
            <a:r>
              <a:rPr lang="zh-CN" altLang="en-US" sz="1800" b="1" dirty="0">
                <a:latin typeface="宋体" panose="02010600030101010101" pitchFamily="2" charset="-122"/>
              </a:rPr>
              <a:t>条指令之间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易实现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不影响响应速度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en-US" altLang="zh-CN" sz="1600" b="1" i="1" dirty="0" smtClean="0">
                <a:latin typeface="宋体" panose="02010600030101010101" pitchFamily="2" charset="-122"/>
              </a:rPr>
              <a:t>T</a:t>
            </a:r>
            <a:r>
              <a:rPr lang="zh-CN" altLang="en-US" sz="1600" b="1" baseline="-18000" dirty="0" smtClean="0">
                <a:latin typeface="宋体" panose="02010600030101010101" pitchFamily="2" charset="-122"/>
              </a:rPr>
              <a:t>指令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(ns</a:t>
            </a:r>
            <a:r>
              <a:rPr lang="zh-CN" altLang="en-US" sz="1600" b="1" dirty="0">
                <a:latin typeface="宋体" panose="02010600030101010101" pitchFamily="2" charset="-122"/>
              </a:rPr>
              <a:t>级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&lt;&lt;</a:t>
            </a:r>
            <a:r>
              <a:rPr lang="zh-CN" altLang="en-US" sz="1600" b="1" dirty="0">
                <a:latin typeface="宋体" panose="02010600030101010101" pitchFamily="2" charset="-122"/>
              </a:rPr>
              <a:t>请求间隔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宋体" panose="02010600030101010101" pitchFamily="2" charset="-122"/>
              </a:rPr>
              <a:t>s</a:t>
            </a:r>
            <a:r>
              <a:rPr lang="zh-CN" altLang="en-US" sz="1600" b="1" dirty="0">
                <a:latin typeface="宋体" panose="02010600030101010101" pitchFamily="2" charset="-122"/>
              </a:rPr>
              <a:t>级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)]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②处理时机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指令间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所致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34" name="Text Box 82"/>
          <p:cNvSpPr txBox="1">
            <a:spLocks noChangeArrowheads="1"/>
          </p:cNvSpPr>
          <p:nvPr/>
        </p:nvSpPr>
        <p:spPr bwMode="auto">
          <a:xfrm>
            <a:off x="2195735" y="4068000"/>
            <a:ext cx="6768877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支持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允许中断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屏蔽中断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种状态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PSR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中设置</a:t>
            </a:r>
            <a:r>
              <a:rPr lang="zh-CN" altLang="en-US" sz="2200" dirty="0" smtClean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“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中断允许</a:t>
            </a:r>
            <a:r>
              <a:rPr lang="zh-CN" altLang="en-US" sz="2200" dirty="0" smtClean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”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标志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IF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(=1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允许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dirty="0" smtClean="0">
                <a:latin typeface="+mn-lt"/>
              </a:rPr>
              <a:t>Interrupt Flag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用开中断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(IF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1)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、关中断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(IF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0)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指令实现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←指令∈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ISA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39" name="Text Box 149"/>
          <p:cNvSpPr txBox="1">
            <a:spLocks noChangeArrowheads="1"/>
          </p:cNvSpPr>
          <p:nvPr/>
        </p:nvSpPr>
        <p:spPr bwMode="auto">
          <a:xfrm>
            <a:off x="2303780" y="2771775"/>
            <a:ext cx="5982335" cy="683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36000" tIns="46800" rIns="18000" bIns="10800">
            <a:noAutofit/>
          </a:bodyPr>
          <a:lstStyle/>
          <a:p>
            <a:pPr algn="l">
              <a:lnSpc>
                <a:spcPct val="95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当前</a:t>
            </a:r>
            <a:r>
              <a:rPr lang="zh-CN" altLang="en-US" sz="1800" b="1" u="sng" dirty="0">
                <a:latin typeface="+mn-ea"/>
                <a:ea typeface="+mn-ea"/>
              </a:rPr>
              <a:t>指令周期结束</a:t>
            </a:r>
            <a:r>
              <a:rPr lang="zh-CN" altLang="en-US" sz="1800" b="1" u="sng" dirty="0" smtClean="0">
                <a:latin typeface="+mn-ea"/>
                <a:ea typeface="+mn-ea"/>
              </a:rPr>
              <a:t>时</a:t>
            </a:r>
            <a:r>
              <a:rPr lang="zh-CN" altLang="en-US" sz="1800" b="1" baseline="30000" dirty="0" smtClean="0">
                <a:latin typeface="+mn-ea"/>
                <a:ea typeface="+mn-ea"/>
              </a:rPr>
              <a:t>①</a:t>
            </a:r>
            <a:r>
              <a:rPr lang="zh-CN" altLang="en-US" sz="1800" b="1" dirty="0" smtClean="0">
                <a:latin typeface="+mn-ea"/>
                <a:ea typeface="+mn-ea"/>
              </a:rPr>
              <a:t> </a:t>
            </a:r>
            <a:r>
              <a:rPr lang="en-US" altLang="zh-CN" sz="1800" b="1" dirty="0" smtClean="0">
                <a:latin typeface="+mn-ea"/>
                <a:ea typeface="+mn-ea"/>
              </a:rPr>
              <a:t> </a:t>
            </a:r>
            <a:r>
              <a:rPr lang="zh-CN" altLang="en-US" sz="1400" b="1" dirty="0" smtClean="0">
                <a:latin typeface="+mn-ea"/>
                <a:ea typeface="+mn-ea"/>
              </a:rPr>
              <a:t> </a:t>
            </a:r>
            <a:r>
              <a:rPr lang="en-US" altLang="zh-CN" sz="1400" b="1" dirty="0" smtClean="0">
                <a:latin typeface="+mn-ea"/>
                <a:ea typeface="+mn-ea"/>
              </a:rPr>
              <a:t> </a:t>
            </a:r>
            <a:r>
              <a:rPr lang="en-US" altLang="zh-CN" sz="1600" b="1" dirty="0" smtClean="0">
                <a:latin typeface="+mn-ea"/>
                <a:ea typeface="+mn-ea"/>
              </a:rPr>
              <a:t>  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当前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或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多个</a:t>
            </a:r>
            <a:r>
              <a:rPr lang="zh-CN" altLang="en-US" sz="1800" b="1" u="sng" dirty="0">
                <a:latin typeface="+mn-ea"/>
                <a:ea typeface="+mn-ea"/>
              </a:rPr>
              <a:t>指令周期结束</a:t>
            </a:r>
            <a:r>
              <a:rPr lang="zh-CN" altLang="en-US" sz="1800" b="1" u="sng" dirty="0" smtClean="0">
                <a:latin typeface="+mn-ea"/>
                <a:ea typeface="+mn-ea"/>
              </a:rPr>
              <a:t>时</a:t>
            </a:r>
            <a:endParaRPr lang="en-US" altLang="zh-CN" sz="1800" b="1" u="sng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</a:rPr>
              <a:t>下</a:t>
            </a:r>
            <a:r>
              <a:rPr lang="zh-CN" altLang="en-US" sz="1800" b="1" dirty="0">
                <a:latin typeface="+mn-ea"/>
                <a:ea typeface="+mn-ea"/>
              </a:rPr>
              <a:t>条</a:t>
            </a:r>
            <a:r>
              <a:rPr lang="zh-CN" altLang="en-US" sz="1800" b="1" dirty="0" smtClean="0">
                <a:latin typeface="+mn-ea"/>
                <a:ea typeface="+mn-ea"/>
              </a:rPr>
              <a:t>指令</a:t>
            </a:r>
            <a:r>
              <a:rPr lang="zh-CN" altLang="en-US" sz="1800" b="1" baseline="30000" dirty="0" smtClean="0">
                <a:latin typeface="+mn-ea"/>
              </a:rPr>
              <a:t>②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 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  <a:sym typeface="+mn-ea"/>
              </a:rPr>
              <a:t>或 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终止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程序</a:t>
            </a:r>
            <a:r>
              <a:rPr lang="en-US" altLang="zh-CN" sz="1400" b="1" dirty="0" smtClean="0">
                <a:latin typeface="+mn-ea"/>
                <a:ea typeface="+mn-ea"/>
                <a:sym typeface="+mn-ea"/>
              </a:rPr>
              <a:t> </a:t>
            </a:r>
            <a:r>
              <a:rPr lang="zh-CN" altLang="en-US" sz="1400" b="1" dirty="0" smtClean="0">
                <a:latin typeface="+mn-ea"/>
                <a:ea typeface="+mn-ea"/>
              </a:rPr>
              <a:t>   </a:t>
            </a:r>
            <a:r>
              <a:rPr lang="zh-CN" altLang="en-US" sz="1800" b="1" dirty="0" smtClean="0">
                <a:latin typeface="+mn-ea"/>
                <a:ea typeface="+mn-ea"/>
              </a:rPr>
              <a:t>下</a:t>
            </a:r>
            <a:r>
              <a:rPr lang="zh-CN" altLang="en-US" sz="1800" b="1" dirty="0">
                <a:latin typeface="+mn-ea"/>
                <a:ea typeface="+mn-ea"/>
              </a:rPr>
              <a:t>条指令</a:t>
            </a:r>
            <a:endParaRPr lang="zh-CN" altLang="en-US" sz="1800" b="1" dirty="0" smtClean="0">
              <a:latin typeface="+mn-ea"/>
              <a:ea typeface="+mn-ea"/>
            </a:endParaRPr>
          </a:p>
        </p:txBody>
      </p:sp>
      <p:sp>
        <p:nvSpPr>
          <p:cNvPr id="40" name="Text Box 82"/>
          <p:cNvSpPr txBox="1">
            <a:spLocks noChangeArrowheads="1"/>
          </p:cNvSpPr>
          <p:nvPr/>
        </p:nvSpPr>
        <p:spPr bwMode="auto">
          <a:xfrm>
            <a:off x="179705" y="5374005"/>
            <a:ext cx="8702675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异常及中断的内涵：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包括事件类型、程序控制流改变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/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本教材的叫法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异常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中断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中断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800" b="1" dirty="0" smtClean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→如中断机构</a:t>
            </a:r>
            <a:endParaRPr lang="en-US" altLang="zh-CN" sz="18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16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88000" y="1404000"/>
            <a:ext cx="4212000" cy="25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lIns="18000" tIns="10800" rIns="18000" bIns="10800" anchor="ctr"/>
          <a:p>
            <a:pPr algn="l">
              <a:lnSpc>
                <a:spcPct val="90000"/>
              </a:lnSpc>
            </a:pPr>
            <a:r>
              <a:rPr lang="en-US" altLang="zh-CN" sz="1600" b="1" dirty="0" smtClean="0">
                <a:solidFill>
                  <a:srgbClr val="C00000"/>
                </a:solidFill>
                <a:latin typeface="+mn-ea"/>
                <a:ea typeface="+mn-ea"/>
              </a:rPr>
              <a:t>INR—</a:t>
            </a:r>
            <a:r>
              <a:rPr lang="en-US" sz="1400" dirty="0" smtClean="0"/>
              <a:t>Interrupt  Request</a:t>
            </a:r>
            <a:r>
              <a:rPr lang="en-US" sz="1600" dirty="0" smtClean="0"/>
              <a:t>  </a:t>
            </a:r>
            <a:r>
              <a:rPr lang="en-US" altLang="zh-CN" sz="1600" b="1" dirty="0" smtClean="0">
                <a:solidFill>
                  <a:srgbClr val="C00000"/>
                </a:solidFill>
                <a:latin typeface="+mn-ea"/>
                <a:ea typeface="+mn-ea"/>
              </a:rPr>
              <a:t>NMI—</a:t>
            </a:r>
            <a:r>
              <a:rPr lang="en-US" sz="1400" dirty="0" smtClean="0"/>
              <a:t>Non </a:t>
            </a:r>
            <a:r>
              <a:rPr lang="en-US" sz="1400" dirty="0" err="1" smtClean="0"/>
              <a:t>Maskable</a:t>
            </a:r>
            <a:r>
              <a:rPr lang="en-US" sz="1400" dirty="0" smtClean="0"/>
              <a:t> Interrupt</a:t>
            </a:r>
            <a:endParaRPr lang="en-US" altLang="zh-CN" sz="1400" b="1" spc="-100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  <p:bldP spid="6" grpId="0" bldLvl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53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72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1" name="Text Box 14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828000"/>
            <a:ext cx="3550920" cy="46850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处理过程回顾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 *</a:t>
            </a:r>
            <a:r>
              <a:rPr 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应用需求与处理策略：</a:t>
            </a:r>
            <a:endParaRPr lang="zh-CN" sz="2200" b="1" dirty="0">
              <a:solidFill>
                <a:srgbClr val="C00000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sym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sym typeface="+mn-ea"/>
              </a:rPr>
              <a:t>应用需求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sz="1600" b="1" dirty="0">
              <a:solidFill>
                <a:srgbClr val="C00000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处理事件的选择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处理时机的实现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2" name="Text Box 2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二、异常及中断的处理过程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" name="Text Box 14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475865" y="829310"/>
            <a:ext cx="402971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响应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硬件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、处理＋返回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软件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55" name="Text Box 13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32216" y="2340000"/>
            <a:ext cx="3096290" cy="288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84780" indent="-2684780" algn="l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断点</a:t>
            </a:r>
            <a:r>
              <a:rPr lang="en-US" altLang="zh-CN" sz="1800" b="1" dirty="0" smtClean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r>
              <a:rPr lang="zh-CN" altLang="en-US" sz="1800" b="1" dirty="0" smtClean="0">
                <a:latin typeface="+mn-ea"/>
                <a:ea typeface="+mn-ea"/>
              </a:rPr>
              <a:t>事件处理后的</a:t>
            </a:r>
            <a:r>
              <a:rPr lang="zh-CN" altLang="en-US" sz="1800" b="1" u="sng" dirty="0">
                <a:latin typeface="+mn-ea"/>
                <a:ea typeface="+mn-ea"/>
              </a:rPr>
              <a:t>返回</a:t>
            </a:r>
            <a:r>
              <a:rPr lang="zh-CN" altLang="en-US" sz="1800" b="1" u="sng" dirty="0" smtClean="0">
                <a:latin typeface="+mn-ea"/>
                <a:ea typeface="+mn-ea"/>
              </a:rPr>
              <a:t>地址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56" name="Text Box 131"/>
          <p:cNvSpPr txBox="1">
            <a:spLocks noChangeArrowheads="1"/>
          </p:cNvSpPr>
          <p:nvPr/>
        </p:nvSpPr>
        <p:spPr bwMode="auto">
          <a:xfrm>
            <a:off x="4716016" y="2340000"/>
            <a:ext cx="381642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+mn-ea"/>
                <a:ea typeface="+mn-ea"/>
              </a:rPr>
              <a:t>思考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en-US" sz="1800" b="1" dirty="0" smtClean="0">
                <a:latin typeface="+mn-ea"/>
                <a:ea typeface="+mn-ea"/>
              </a:rPr>
              <a:t>异常、中断的断点各为什么？</a:t>
            </a:r>
            <a:endParaRPr lang="en-US" altLang="zh-CN" sz="1800" b="1" spc="-3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260000" y="1296000"/>
            <a:ext cx="6984365" cy="972185"/>
            <a:chOff x="1530" y="5839"/>
            <a:chExt cx="10999" cy="1531"/>
          </a:xfrm>
        </p:grpSpPr>
        <p:sp>
          <p:nvSpPr>
            <p:cNvPr id="58" name="Rectangle 11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948" y="6406"/>
              <a:ext cx="907" cy="17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87" name="直接箭头连接符 86"/>
            <p:cNvCxnSpPr/>
            <p:nvPr>
              <p:custDataLst>
                <p:tags r:id="rId7"/>
              </p:custDataLst>
            </p:nvPr>
          </p:nvCxnSpPr>
          <p:spPr bwMode="auto">
            <a:xfrm>
              <a:off x="2721" y="6690"/>
              <a:ext cx="3969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3969" y="6066"/>
              <a:ext cx="116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97" name="直接箭头连接符 96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4252" y="6180"/>
              <a:ext cx="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0" name="直接箭头连接符 99"/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3855" y="6576"/>
              <a:ext cx="0" cy="7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3" name="直接箭头连接符 102"/>
            <p:cNvCxnSpPr/>
            <p:nvPr>
              <p:custDataLst>
                <p:tags r:id="rId11"/>
              </p:custDataLst>
            </p:nvPr>
          </p:nvCxnSpPr>
          <p:spPr bwMode="auto">
            <a:xfrm>
              <a:off x="4082" y="6066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4" name="直接箭头连接符 103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3855" y="6520"/>
              <a:ext cx="11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3" name="Text Box 16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30" y="5839"/>
              <a:ext cx="1361" cy="794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marL="0" indent="0" algn="r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处理程序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marL="0" indent="0" algn="r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4" name="直接箭头连接符 113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3231" y="6406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15" name="直接箭头连接符 114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3572" y="6406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16" name="Rectangle 11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252" y="6009"/>
              <a:ext cx="1361" cy="17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19" name="直接箭头连接符 118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5329" y="6009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>
              <p:custDataLst>
                <p:tags r:id="rId18"/>
              </p:custDataLst>
            </p:nvPr>
          </p:nvCxnSpPr>
          <p:spPr bwMode="auto">
            <a:xfrm flipH="1">
              <a:off x="4535" y="6009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24" name="Text Box 10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855" y="6690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响应</a:t>
              </a:r>
              <a:endPara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8" name="Text Box 10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422" y="6803"/>
              <a:ext cx="73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处理</a:t>
              </a:r>
              <a:endPara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9" name="Text Box 107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689" y="6520"/>
              <a:ext cx="73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时间</a:t>
              </a:r>
              <a:endPara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0" name="Rectangle 120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612" y="6406"/>
              <a:ext cx="905" cy="17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31" name="直接箭头连接符 130"/>
            <p:cNvCxnSpPr/>
            <p:nvPr>
              <p:custDataLst>
                <p:tags r:id="rId23"/>
              </p:custDataLst>
            </p:nvPr>
          </p:nvCxnSpPr>
          <p:spPr bwMode="auto">
            <a:xfrm flipH="1">
              <a:off x="5329" y="6180"/>
              <a:ext cx="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2" name="直接箭头连接符 131"/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5612" y="6180"/>
              <a:ext cx="0" cy="119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34" name="直接箭头连接符 133"/>
            <p:cNvCxnSpPr/>
            <p:nvPr>
              <p:custDataLst>
                <p:tags r:id="rId25"/>
              </p:custDataLst>
            </p:nvPr>
          </p:nvCxnSpPr>
          <p:spPr bwMode="auto">
            <a:xfrm>
              <a:off x="5442" y="6520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6" name="直接箭头连接符 135"/>
            <p:cNvCxnSpPr/>
            <p:nvPr>
              <p:custDataLst>
                <p:tags r:id="rId26"/>
              </p:custDataLst>
            </p:nvPr>
          </p:nvCxnSpPr>
          <p:spPr bwMode="auto">
            <a:xfrm>
              <a:off x="5442" y="6180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7" name="Text Box 10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272" y="6690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7780" rIns="18000" bIns="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返回</a:t>
              </a:r>
              <a:endPara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8" name="直接箭头连接符 137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5896" y="6406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9" name="Text Box 14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1793" y="635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指令</a:t>
              </a:r>
              <a:endPara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地址</a:t>
              </a:r>
              <a:endPara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0" name="Text Box 149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391" y="6860"/>
              <a:ext cx="3175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   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断点</a:t>
              </a:r>
              <a:r>
                <a:rPr lang="en-US" altLang="zh-CN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    </a:t>
              </a:r>
              <a:r>
                <a:rPr lang="en-US" altLang="zh-CN" sz="16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m  </a:t>
              </a:r>
              <a:r>
                <a:rPr lang="en-US" altLang="zh-CN" sz="1400" b="1" dirty="0" smtClean="0">
                  <a:latin typeface="宋体" panose="02010600030101010101" pitchFamily="2" charset="-122"/>
                  <a:cs typeface="宋体" panose="02010600030101010101" pitchFamily="2" charset="-122"/>
                </a:rPr>
                <a:t>    </a:t>
              </a:r>
              <a:r>
                <a:rPr lang="en-US" altLang="zh-CN" sz="1600" b="1" dirty="0" err="1" smtClean="0">
                  <a:latin typeface="宋体" panose="02010600030101010101" pitchFamily="2" charset="-122"/>
                  <a:cs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41" name="直接箭头连接符 140"/>
            <p:cNvCxnSpPr/>
            <p:nvPr>
              <p:custDataLst>
                <p:tags r:id="rId31"/>
              </p:custDataLst>
            </p:nvPr>
          </p:nvCxnSpPr>
          <p:spPr bwMode="auto">
            <a:xfrm>
              <a:off x="9978" y="6066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2" name="直接箭头连接符 141"/>
            <p:cNvCxnSpPr/>
            <p:nvPr>
              <p:custDataLst>
                <p:tags r:id="rId32"/>
              </p:custDataLst>
            </p:nvPr>
          </p:nvCxnSpPr>
          <p:spPr bwMode="auto">
            <a:xfrm>
              <a:off x="8901" y="6520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3" name="直接箭头连接符 142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8901" y="6350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8732" y="6066"/>
              <a:ext cx="1247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6" name="直接箭头连接符 145"/>
            <p:cNvCxnSpPr/>
            <p:nvPr>
              <p:custDataLst>
                <p:tags r:id="rId35"/>
              </p:custDataLst>
            </p:nvPr>
          </p:nvCxnSpPr>
          <p:spPr bwMode="auto">
            <a:xfrm flipH="1">
              <a:off x="8901" y="6236"/>
              <a:ext cx="2721" cy="11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8" name="直接箭头连接符 147"/>
            <p:cNvCxnSpPr/>
            <p:nvPr>
              <p:custDataLst>
                <p:tags r:id="rId36"/>
              </p:custDataLst>
            </p:nvPr>
          </p:nvCxnSpPr>
          <p:spPr bwMode="auto">
            <a:xfrm>
              <a:off x="8504" y="657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37"/>
              </p:custDataLst>
            </p:nvPr>
          </p:nvCxnSpPr>
          <p:spPr bwMode="auto">
            <a:xfrm>
              <a:off x="9241" y="6576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/>
            <p:cNvCxnSpPr/>
            <p:nvPr>
              <p:custDataLst>
                <p:tags r:id="rId38"/>
              </p:custDataLst>
            </p:nvPr>
          </p:nvCxnSpPr>
          <p:spPr bwMode="auto">
            <a:xfrm>
              <a:off x="10262" y="6180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1" name="直接箭头连接符 150"/>
            <p:cNvCxnSpPr/>
            <p:nvPr>
              <p:custDataLst>
                <p:tags r:id="rId39"/>
              </p:custDataLst>
            </p:nvPr>
          </p:nvCxnSpPr>
          <p:spPr bwMode="auto">
            <a:xfrm>
              <a:off x="11339" y="6180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152" name="Rectangle 114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711" y="6407"/>
              <a:ext cx="907" cy="17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54" name="直接箭头连接符 153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7994" y="6407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5" name="直接箭头连接符 154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8335" y="6407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6" name="直接箭头连接符 155"/>
            <p:cNvCxnSpPr/>
            <p:nvPr>
              <p:custDataLst>
                <p:tags r:id="rId43"/>
              </p:custDataLst>
            </p:nvPr>
          </p:nvCxnSpPr>
          <p:spPr bwMode="auto">
            <a:xfrm>
              <a:off x="7597" y="6690"/>
              <a:ext cx="419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7" name="直接箭头连接符 156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8618" y="6520"/>
              <a:ext cx="11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8" name="直接箭头连接符 157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8731" y="6350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59" name="Rectangle 117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0149" y="6009"/>
              <a:ext cx="1361" cy="17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60" name="直接箭头连接符 159"/>
            <p:cNvCxnSpPr/>
            <p:nvPr>
              <p:custDataLst>
                <p:tags r:id="rId47"/>
              </p:custDataLst>
            </p:nvPr>
          </p:nvCxnSpPr>
          <p:spPr bwMode="auto">
            <a:xfrm>
              <a:off x="11509" y="6066"/>
              <a:ext cx="11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1" name="直接箭头连接符 160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11623" y="6066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2" name="直接箭头连接符 161"/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11226" y="6009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3" name="直接箭头连接符 162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10432" y="6009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4" name="Rectangle 120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9071" y="6406"/>
              <a:ext cx="905" cy="17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65" name="直接箭头连接符 164"/>
            <p:cNvCxnSpPr/>
            <p:nvPr>
              <p:custDataLst>
                <p:tags r:id="rId52"/>
              </p:custDataLst>
            </p:nvPr>
          </p:nvCxnSpPr>
          <p:spPr bwMode="auto">
            <a:xfrm flipH="1">
              <a:off x="9355" y="6406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66" name="Text Box 82"/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2192020" y="3060000"/>
            <a:ext cx="6758940" cy="24149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①同时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可能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产生</a:t>
            </a:r>
            <a:r>
              <a:rPr lang="en-US" altLang="zh-CN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异常、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中断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仅处理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个事件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有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多种类型→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 sz="16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└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←≤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多个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INTR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个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NMI(</a:t>
            </a:r>
            <a:r>
              <a:rPr lang="zh-CN" sz="1600" b="1" dirty="0">
                <a:latin typeface="宋体" panose="02010600030101010101" pitchFamily="2" charset="-122"/>
                <a:sym typeface="+mn-ea"/>
              </a:rPr>
              <a:t>概率小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②事件的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紧急程度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处理时机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不同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u="sng" dirty="0">
                <a:latin typeface="宋体" panose="02010600030101010101" pitchFamily="2" charset="-122"/>
              </a:rPr>
              <a:t>随时</a:t>
            </a:r>
            <a:r>
              <a:rPr lang="zh-CN" altLang="en-US" sz="1600" b="1" dirty="0">
                <a:latin typeface="宋体" panose="02010600030101010101" pitchFamily="2" charset="-122"/>
              </a:rPr>
              <a:t>或</a:t>
            </a:r>
            <a:r>
              <a:rPr lang="zh-CN" altLang="en-US" sz="1600" b="1" u="sng" dirty="0">
                <a:latin typeface="宋体" panose="02010600030101010101" pitchFamily="2" charset="-122"/>
              </a:rPr>
              <a:t>指令周期结束时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事件具有优先级＋检测时判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优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随时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检测＋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立即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响应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满足异常需求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便于实现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67" name="Text Box 8"/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1332000" y="5472000"/>
            <a:ext cx="35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p>
            <a:pPr marL="2684780" indent="-26847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+mn-ea"/>
                <a:sym typeface="+mn-ea"/>
              </a:rPr>
              <a:t>中断响应时机如何实现</a:t>
            </a:r>
            <a:r>
              <a:rPr lang="zh-CN" altLang="en-US" sz="1800" b="1" dirty="0">
                <a:latin typeface="+mn-ea"/>
              </a:rPr>
              <a:t>？</a:t>
            </a:r>
            <a:endParaRPr lang="en-US" altLang="zh-CN" sz="1800" b="1" dirty="0">
              <a:latin typeface="+mn-ea"/>
            </a:endParaRPr>
          </a:p>
        </p:txBody>
      </p:sp>
      <p:sp>
        <p:nvSpPr>
          <p:cNvPr id="168" name="Text Box 172"/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1404000" y="5472000"/>
            <a:ext cx="7632000" cy="93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tIns="17780" rIns="36195" bIns="0" anchor="t" anchorCtr="0">
            <a:noAutofit/>
          </a:bodyPr>
          <a:p>
            <a:pPr marL="0" indent="0" algn="l">
              <a:lnSpc>
                <a:spcPct val="100000"/>
              </a:lnSpc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检测</a:t>
            </a:r>
            <a:r>
              <a:rPr lang="zh-CN" altLang="en-US" sz="1800" b="1" u="sng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增加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约束条件！</a:t>
            </a:r>
            <a:endParaRPr lang="zh-CN" altLang="en-US" sz="18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NMI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有效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INTR</a:t>
            </a:r>
            <a:r>
              <a:rPr lang="en-US" altLang="zh-CN" sz="18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END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INTR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有效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INTR</a:t>
            </a:r>
            <a:r>
              <a:rPr lang="en-US" altLang="zh-CN" sz="18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IF</a:t>
            </a:r>
            <a:r>
              <a:rPr lang="en-US" altLang="zh-CN" sz="18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END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 (</a:t>
            </a:r>
            <a:r>
              <a:rPr lang="en-US" altLang="zh-CN" sz="1600" b="1" dirty="0" err="1" smtClean="0">
                <a:latin typeface="宋体" panose="02010600030101010101" pitchFamily="2" charset="-122"/>
                <a:sym typeface="+mn-ea"/>
              </a:rPr>
              <a:t>End</a:t>
            </a:r>
            <a:r>
              <a:rPr lang="zh-CN" altLang="en-US" sz="1600" b="1" dirty="0" err="1" smtClean="0">
                <a:latin typeface="宋体" panose="02010600030101010101" pitchFamily="2" charset="-122"/>
                <a:sym typeface="+mn-ea"/>
              </a:rPr>
              <a:t>表示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指令周期将结束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实现方法：</a:t>
            </a:r>
            <a:r>
              <a:rPr lang="en-US" altLang="zh-CN" sz="1800" dirty="0" err="1" smtClean="0">
                <a:sym typeface="+mn-ea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序列最后一行添加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End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16" name="AutoShape 62">
            <a:hlinkClick r:id="rId56" tooltip="" action="ppaction://hlinksldjump"/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1" name="Text Box 8"/>
          <p:cNvSpPr txBox="1"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1368000" y="4680000"/>
            <a:ext cx="331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①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sz="1800" b="1" dirty="0">
                <a:latin typeface="+mn-ea"/>
                <a:sym typeface="+mn-ea"/>
              </a:rPr>
              <a:t>检测时判优</a:t>
            </a:r>
            <a:r>
              <a:rPr lang="zh-CN" sz="1800" b="1" dirty="0">
                <a:latin typeface="+mn-ea"/>
                <a:sym typeface="+mn-ea"/>
              </a:rPr>
              <a:t>如何实现</a:t>
            </a:r>
            <a:r>
              <a:rPr lang="zh-CN" altLang="en-US" sz="1800" b="1" dirty="0">
                <a:latin typeface="+mn-ea"/>
              </a:rPr>
              <a:t>？</a:t>
            </a:r>
            <a:endParaRPr lang="en-US" altLang="zh-CN" sz="1800" b="1" dirty="0">
              <a:latin typeface="+mn-ea"/>
            </a:endParaRPr>
          </a:p>
        </p:txBody>
      </p:sp>
      <p:sp>
        <p:nvSpPr>
          <p:cNvPr id="172" name="Text Box 8"/>
          <p:cNvSpPr txBox="1"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4788000" y="4680000"/>
            <a:ext cx="3708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0795" rIns="36195" bIns="10795" anchor="ctr" anchorCtr="0">
            <a:noAutofit/>
          </a:bodyPr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分类检测，选择时异常＞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NMI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＞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INTR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  <p:bldP spid="167" grpId="0" bldLvl="0" animBg="1"/>
      <p:bldP spid="56" grpId="0" bldLvl="0" animBg="1"/>
      <p:bldP spid="171" grpId="0" bldLvl="0" animBg="1"/>
      <p:bldP spid="172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9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4450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Text Box 14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292090" cy="59772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、异常及中断的响应</a:t>
            </a:r>
            <a:endParaRPr lang="zh-CN" altLang="en-US" sz="2200" b="1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 *</a:t>
            </a:r>
            <a:r>
              <a:rPr lang="zh-CN" altLang="zh-CN" sz="2200" b="1" dirty="0" smtClean="0">
                <a:solidFill>
                  <a:srgbClr val="C00000"/>
                </a:solidFill>
                <a:sym typeface="+mn-ea"/>
              </a:rPr>
              <a:t>保存</a:t>
            </a:r>
            <a:r>
              <a:rPr lang="zh-CN" altLang="zh-CN" sz="2200" b="1" dirty="0">
                <a:solidFill>
                  <a:srgbClr val="C00000"/>
                </a:solidFill>
                <a:sym typeface="+mn-ea"/>
              </a:rPr>
              <a:t>断点及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PSW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的实现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：</a:t>
            </a:r>
            <a:endParaRPr lang="zh-CN" sz="2200" b="1" dirty="0">
              <a:solidFill>
                <a:srgbClr val="C00000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sz="2200" b="1" dirty="0" smtClean="0">
                <a:solidFill>
                  <a:schemeClr val="accent2"/>
                </a:solidFill>
                <a:latin typeface="+mn-ea"/>
                <a:sym typeface="+mn-ea"/>
              </a:rPr>
              <a:t>事件</a:t>
            </a:r>
            <a:r>
              <a:rPr lang="zh-CN" altLang="en-US" sz="2200" b="1" dirty="0" smtClean="0">
                <a:solidFill>
                  <a:schemeClr val="accent2"/>
                </a:solidFill>
                <a:latin typeface="+mn-ea"/>
                <a:sym typeface="+mn-ea"/>
              </a:rPr>
              <a:t>信息的保存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关中断的实现：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zh-CN" sz="2200" b="1" dirty="0">
                <a:solidFill>
                  <a:srgbClr val="C00000"/>
                </a:solidFill>
                <a:sym typeface="+mn-ea"/>
              </a:rPr>
              <a:t>识别事件类型并转入</a:t>
            </a:r>
            <a:r>
              <a:rPr lang="zh-CN" altLang="zh-CN" sz="2200" b="1" dirty="0" smtClean="0">
                <a:solidFill>
                  <a:srgbClr val="C00000"/>
                </a:solidFill>
                <a:sym typeface="+mn-ea"/>
              </a:rPr>
              <a:t>处理程序的实现</a:t>
            </a:r>
            <a:r>
              <a:rPr lang="zh-CN" altLang="en-US" sz="2200" b="1" dirty="0" smtClean="0">
                <a:solidFill>
                  <a:srgbClr val="C00000"/>
                </a:solidFill>
                <a:sym typeface="+mn-ea"/>
              </a:rPr>
              <a:t>：</a:t>
            </a: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704850" y="883285"/>
          <a:ext cx="8102600" cy="159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205"/>
                <a:gridCol w="4430395"/>
              </a:tblGrid>
              <a:tr h="2921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任务</a:t>
                      </a:r>
                      <a:endParaRPr lang="zh-CN" altLang="en-US" sz="2000" b="1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>
                          <a:solidFill>
                            <a:srgbClr val="C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目标</a:t>
                      </a:r>
                      <a:endParaRPr lang="zh-CN" altLang="en-US" sz="2000" b="1">
                        <a:solidFill>
                          <a:srgbClr val="C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①</a:t>
                      </a:r>
                      <a:r>
                        <a:rPr lang="zh-CN" altLang="zh-CN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保存断点及程序状态</a:t>
                      </a:r>
                      <a:r>
                        <a:rPr lang="en-US" altLang="zh-CN" sz="16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(PSW)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返回后，被暂停的程序</a:t>
                      </a:r>
                      <a:r>
                        <a:rPr lang="zh-CN" altLang="en-US" sz="2000" b="1" u="sng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可继续执行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②</a:t>
                      </a:r>
                      <a:r>
                        <a:rPr lang="zh-CN" altLang="zh-CN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关中断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处理程序的执行过程</a:t>
                      </a:r>
                      <a:r>
                        <a:rPr lang="zh-CN" altLang="en-US" sz="2000" b="1" u="sng" dirty="0" smtClean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不被打断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新事件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③</a:t>
                      </a:r>
                      <a:r>
                        <a:rPr lang="zh-CN" altLang="zh-CN" sz="2000" b="1" dirty="0" smtClean="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识别事件类型并转入处理程序</a:t>
                      </a:r>
                      <a:endParaRPr lang="zh-CN" altLang="en-US" sz="20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2000" b="1" u="sng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选择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最紧急事件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zh-CN" altLang="en-US" sz="2000" b="1" u="sng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获得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程序入口地址，程序入口地址</a:t>
                      </a:r>
                      <a:r>
                        <a:rPr lang="zh-CN" altLang="en-US" sz="2000" b="1" u="sng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写入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PC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 Box 17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60270" y="3276000"/>
            <a:ext cx="6790055" cy="2534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770">
            <a:spAutoFit/>
          </a:bodyPr>
          <a:p>
            <a:pPr marL="2684780" indent="-268478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中断机构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增设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后援</a:t>
            </a:r>
            <a:r>
              <a:rPr lang="en-US" altLang="zh-CN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保存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返回时写回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PC/PSR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+mn-ea"/>
              <a:ea typeface="+mn-ea"/>
              <a:sym typeface="+mn-ea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      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中断机构</a:t>
            </a:r>
            <a:r>
              <a:rPr lang="zh-CN" altLang="zh-CN" sz="2200" b="1" dirty="0" smtClean="0">
                <a:latin typeface="+mn-ea"/>
                <a:ea typeface="+mn-ea"/>
                <a:sym typeface="+mn-ea"/>
              </a:rPr>
              <a:t>增设</a:t>
            </a:r>
            <a:r>
              <a:rPr lang="zh-CN" altLang="zh-CN" sz="2200" b="1" u="sng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异常原因</a:t>
            </a:r>
            <a:r>
              <a:rPr lang="en-US" altLang="zh-CN" sz="2200" b="1" u="sng" dirty="0" smtClean="0">
                <a:solidFill>
                  <a:srgbClr val="0070C0"/>
                </a:solidFill>
                <a:latin typeface="+mn-ea"/>
                <a:sym typeface="+mn-ea"/>
              </a:rPr>
              <a:t>REG</a:t>
            </a:r>
            <a:r>
              <a:rPr lang="zh-CN" altLang="en-US" sz="2200" b="1" dirty="0" smtClean="0">
                <a:latin typeface="+mn-ea"/>
                <a:sym typeface="+mn-ea"/>
              </a:rPr>
              <a:t>保存异常信息，</a:t>
            </a:r>
            <a:endParaRPr lang="zh-CN" altLang="en-US" sz="2200" b="1" dirty="0" smtClean="0">
              <a:latin typeface="+mn-ea"/>
              <a:sym typeface="+mn-ea"/>
            </a:endParaRPr>
          </a:p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+mn-ea"/>
                <a:sym typeface="+mn-ea"/>
              </a:rPr>
              <a:t> </a:t>
            </a:r>
            <a:r>
              <a:rPr lang="en-US" altLang="zh-CN" sz="2200" b="1" dirty="0" smtClean="0">
                <a:latin typeface="+mn-ea"/>
                <a:sym typeface="+mn-ea"/>
              </a:rPr>
              <a:t>     </a:t>
            </a:r>
            <a:r>
              <a:rPr lang="zh-CN" altLang="en-US" sz="2200" b="1" u="sng" dirty="0" smtClean="0">
                <a:latin typeface="+mn-ea"/>
                <a:sym typeface="+mn-ea"/>
              </a:rPr>
              <a:t>中断源</a:t>
            </a:r>
            <a:r>
              <a:rPr lang="zh-CN" altLang="en-US" sz="2200" b="1" dirty="0" smtClean="0">
                <a:latin typeface="+mn-ea"/>
                <a:sym typeface="+mn-ea"/>
              </a:rPr>
              <a:t>增设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+mn-ea"/>
                <a:sym typeface="+mn-ea"/>
              </a:rPr>
              <a:t>状态</a:t>
            </a:r>
            <a:r>
              <a:rPr lang="en-US" altLang="zh-CN" sz="2200" b="1" u="sng" dirty="0" smtClean="0">
                <a:solidFill>
                  <a:srgbClr val="0070C0"/>
                </a:solidFill>
                <a:latin typeface="+mn-ea"/>
                <a:sym typeface="+mn-ea"/>
              </a:rPr>
              <a:t>REG</a:t>
            </a:r>
            <a:r>
              <a:rPr lang="zh-CN" altLang="en-US" sz="2200" b="1" dirty="0" smtClean="0">
                <a:latin typeface="+mn-ea"/>
                <a:sym typeface="+mn-ea"/>
              </a:rPr>
              <a:t>保存中断请求信息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2684780" indent="-268478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PSR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IF←0           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新事件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不包含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异常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/NMI(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必须打断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  <a:p>
            <a:pPr marL="2684780" indent="-268478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tx1"/>
              </a:solidFill>
              <a:uFillTx/>
              <a:latin typeface="+mn-ea"/>
              <a:ea typeface="+mn-ea"/>
              <a:sym typeface="+mn-ea"/>
            </a:endParaRPr>
          </a:p>
        </p:txBody>
      </p:sp>
      <p:sp>
        <p:nvSpPr>
          <p:cNvPr id="5" name="Text Box 17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19589" y="2591510"/>
            <a:ext cx="4032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84780" indent="-2684780" algn="l">
              <a:lnSpc>
                <a:spcPct val="90000"/>
              </a:lnSpc>
              <a:spcBef>
                <a:spcPts val="0"/>
              </a:spcBef>
            </a:pPr>
            <a:r>
              <a:rPr lang="en-US" altLang="zh-CN" sz="1800" b="1" dirty="0" smtClean="0">
                <a:latin typeface="宋体" panose="02010600030101010101" pitchFamily="2" charset="-122"/>
              </a:rPr>
              <a:t>PSR/GPRs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未破坏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断点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下条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当前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01616" y="2591510"/>
            <a:ext cx="39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程序</a:t>
            </a:r>
            <a:r>
              <a:rPr lang="zh-CN" altLang="en-US" sz="1800" b="1" dirty="0" smtClean="0">
                <a:latin typeface="+mn-ea"/>
              </a:rPr>
              <a:t>继续执行需满足的条件？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01616" y="2987510"/>
            <a:ext cx="262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GPRs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如何保存</a:t>
            </a:r>
            <a:r>
              <a:rPr lang="zh-CN" altLang="en-US" sz="1800" b="1" dirty="0" smtClean="0">
                <a:latin typeface="+mn-ea"/>
              </a:rPr>
              <a:t>？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8" name="Text Box 17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636000" y="2987510"/>
            <a:ext cx="532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84780" indent="-268478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latin typeface="宋体" panose="02010600030101010101" pitchFamily="2" charset="-122"/>
              </a:rPr>
              <a:t>处理程序保存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恢复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使用个数少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，硬件时需保存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全部</a:t>
            </a:r>
            <a:endParaRPr lang="zh-CN" altLang="en-US" sz="18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899304" y="5466610"/>
            <a:ext cx="32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思考④：</a:t>
            </a:r>
            <a:r>
              <a:rPr lang="zh-CN" altLang="en-US" sz="1800" b="1" dirty="0" smtClean="0">
                <a:latin typeface="+mn-ea"/>
                <a:ea typeface="+mn-ea"/>
              </a:rPr>
              <a:t>任务①和②可对调吗？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Text Box 17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248000" y="5466610"/>
            <a:ext cx="4608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marL="2684780" indent="-2684780"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不行！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IF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∈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PSW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，对调后返回的是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≠原来值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00000" y="3816000"/>
            <a:ext cx="5796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思考③：</a:t>
            </a:r>
            <a:r>
              <a:rPr lang="zh-CN" altLang="en-US" sz="1800" b="1" dirty="0" smtClean="0">
                <a:latin typeface="+mn-ea"/>
                <a:ea typeface="+mn-ea"/>
              </a:rPr>
              <a:t>任务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sz="1800" b="1" dirty="0" smtClean="0">
                <a:latin typeface="+mn-ea"/>
                <a:ea typeface="+mn-ea"/>
              </a:rPr>
              <a:t>需使用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事件类型信息，这些信息放在哪</a:t>
            </a:r>
            <a:r>
              <a:rPr lang="zh-CN" altLang="en-US" sz="1800" b="1" dirty="0" smtClean="0">
                <a:latin typeface="+mn-ea"/>
                <a:ea typeface="+mn-ea"/>
              </a:rPr>
              <a:t>？ </a:t>
            </a:r>
            <a:endParaRPr lang="en-US" altLang="zh-CN" sz="1600" b="1" dirty="0" smtClean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9" name="线形标注 2 188"/>
          <p:cNvSpPr/>
          <p:nvPr>
            <p:custDataLst>
              <p:tags r:id="rId11"/>
            </p:custDataLst>
          </p:nvPr>
        </p:nvSpPr>
        <p:spPr bwMode="auto">
          <a:xfrm>
            <a:off x="1008000" y="4680000"/>
            <a:ext cx="1656000" cy="252000"/>
          </a:xfrm>
          <a:prstGeom prst="borderCallout2">
            <a:avLst>
              <a:gd name="adj1" fmla="val 51384"/>
              <a:gd name="adj2" fmla="val 100100"/>
              <a:gd name="adj3" fmla="val 51636"/>
              <a:gd name="adj4" fmla="val 110992"/>
              <a:gd name="adj5" fmla="val 36769"/>
              <a:gd name="adj6" fmla="val 12717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0" numCol="1" rtlCol="0" anchor="ctr" anchorCtr="0" compatLnSpc="1"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中实现代价大</a:t>
            </a:r>
            <a:endParaRPr lang="zh-CN" altLang="en-US" sz="1600" b="1" dirty="0" err="1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89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4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224000"/>
            <a:ext cx="5628005" cy="44386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非向量方式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事件</a:t>
            </a:r>
            <a:r>
              <a:rPr lang="zh-CN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共用</a:t>
            </a:r>
            <a:r>
              <a:rPr lang="en-US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zh-CN" sz="18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处理程序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实现：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向量方式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每个事件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处理程序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39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9" y="651940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8" y="651851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AutoShape 11">
            <a:hlinkClick r:id="rId2" tooltip="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1907704" y="6519409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Text Box 172"/>
          <p:cNvSpPr txBox="1">
            <a:spLocks noChangeArrowheads="1"/>
          </p:cNvSpPr>
          <p:nvPr/>
        </p:nvSpPr>
        <p:spPr bwMode="auto">
          <a:xfrm>
            <a:off x="179705" y="360045"/>
            <a:ext cx="859345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zh-CN" sz="2200" b="1" dirty="0">
                <a:solidFill>
                  <a:srgbClr val="C00000"/>
                </a:solidFill>
              </a:rPr>
              <a:t>识别事件类型并转入</a:t>
            </a:r>
            <a:r>
              <a:rPr lang="zh-CN" altLang="zh-CN" sz="2200" b="1" dirty="0" smtClean="0">
                <a:solidFill>
                  <a:srgbClr val="C00000"/>
                </a:solidFill>
              </a:rPr>
              <a:t>处理程序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： </a:t>
            </a:r>
            <a:endParaRPr lang="en-US" altLang="zh-CN" sz="22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marL="2684780" indent="-2684780"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识别方法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有向量方式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硬件识别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、非向量方式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软件识别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144" name="线形标注 2 143"/>
          <p:cNvSpPr/>
          <p:nvPr/>
        </p:nvSpPr>
        <p:spPr bwMode="auto">
          <a:xfrm>
            <a:off x="251520" y="2808000"/>
            <a:ext cx="936000" cy="216000"/>
          </a:xfrm>
          <a:prstGeom prst="borderCallout2">
            <a:avLst>
              <a:gd name="adj1" fmla="val 51930"/>
              <a:gd name="adj2" fmla="val 101039"/>
              <a:gd name="adj3" fmla="val 51930"/>
              <a:gd name="adj4" fmla="val 118377"/>
              <a:gd name="adj5" fmla="val -7453"/>
              <a:gd name="adj6" fmla="val 13272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spc="-1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所用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的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GPR</a:t>
            </a:r>
            <a:endParaRPr lang="en-US" altLang="zh-CN" sz="1600" b="1" spc="-100" dirty="0">
              <a:latin typeface="宋体" panose="02010600030101010101" pitchFamily="2" charset="-122"/>
            </a:endParaRPr>
          </a:p>
        </p:txBody>
      </p:sp>
      <p:sp>
        <p:nvSpPr>
          <p:cNvPr id="145" name="Text Box 172"/>
          <p:cNvSpPr txBox="1">
            <a:spLocks noChangeArrowheads="1"/>
          </p:cNvSpPr>
          <p:nvPr/>
        </p:nvSpPr>
        <p:spPr bwMode="auto">
          <a:xfrm>
            <a:off x="1911985" y="1656080"/>
            <a:ext cx="711517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PC</a:t>
            </a:r>
            <a:r>
              <a:rPr lang="zh-CN" altLang="en-US" sz="2200" b="1" dirty="0" smtClean="0">
                <a:latin typeface="+mn-ea"/>
                <a:ea typeface="+mn-ea"/>
              </a:rPr>
              <a:t>←固定的</a:t>
            </a:r>
            <a:r>
              <a:rPr lang="zh-CN" altLang="en-US" sz="2200" b="1" dirty="0">
                <a:latin typeface="+mn-ea"/>
                <a:ea typeface="+mn-ea"/>
              </a:rPr>
              <a:t>入口</a:t>
            </a:r>
            <a:r>
              <a:rPr lang="zh-CN" altLang="en-US" sz="2200" b="1" dirty="0" smtClean="0">
                <a:latin typeface="+mn-ea"/>
                <a:ea typeface="+mn-ea"/>
              </a:rPr>
              <a:t>地址      </a:t>
            </a:r>
            <a:r>
              <a:rPr lang="zh-CN" altLang="en-US" sz="1600" b="1" dirty="0" smtClean="0">
                <a:latin typeface="+mn-ea"/>
                <a:ea typeface="+mn-ea"/>
              </a:rPr>
              <a:t>←</a:t>
            </a:r>
            <a:r>
              <a:rPr lang="zh-CN" altLang="en-US" sz="1600" b="1" dirty="0" smtClean="0">
                <a:latin typeface="+mn-ea"/>
              </a:rPr>
              <a:t>识别事件类型由</a:t>
            </a:r>
            <a:r>
              <a:rPr lang="zh-CN" altLang="en-US" sz="1600" b="1" dirty="0" smtClean="0">
                <a:solidFill>
                  <a:srgbClr val="C00000"/>
                </a:solidFill>
                <a:latin typeface="+mn-ea"/>
                <a:ea typeface="+mn-ea"/>
              </a:rPr>
              <a:t>软件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处理程序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1600" b="1" dirty="0" smtClean="0">
                <a:latin typeface="+mn-ea"/>
                <a:ea typeface="+mn-ea"/>
              </a:rPr>
              <a:t>完成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sp>
        <p:nvSpPr>
          <p:cNvPr id="65" name="AutoShape 62">
            <a:hlinkClick r:id="rId3" action="ppaction://hlinkpres?slideindex=45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730865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64" name="AutoShape 1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878" y="6519409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1440000" y="2196000"/>
            <a:ext cx="7488448" cy="1512168"/>
            <a:chOff x="1404000" y="3645024"/>
            <a:chExt cx="7488448" cy="1512168"/>
          </a:xfrm>
        </p:grpSpPr>
        <p:sp>
          <p:nvSpPr>
            <p:cNvPr id="71" name="Text Box 73"/>
            <p:cNvSpPr txBox="1">
              <a:spLocks noChangeArrowheads="1"/>
            </p:cNvSpPr>
            <p:nvPr/>
          </p:nvSpPr>
          <p:spPr bwMode="auto">
            <a:xfrm>
              <a:off x="1404000" y="4005064"/>
              <a:ext cx="1008000" cy="216000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保存现场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3" name="Text Box 74"/>
            <p:cNvSpPr txBox="1">
              <a:spLocks noChangeArrowheads="1"/>
            </p:cNvSpPr>
            <p:nvPr/>
          </p:nvSpPr>
          <p:spPr bwMode="auto">
            <a:xfrm>
              <a:off x="2771832" y="4653136"/>
              <a:ext cx="1728000" cy="360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 smtClean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的处理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函数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AutoShape 76"/>
            <p:cNvSpPr>
              <a:spLocks noChangeArrowheads="1"/>
            </p:cNvSpPr>
            <p:nvPr/>
          </p:nvSpPr>
          <p:spPr bwMode="auto">
            <a:xfrm>
              <a:off x="1548000" y="3645024"/>
              <a:ext cx="720000" cy="216000"/>
            </a:xfrm>
            <a:prstGeom prst="flowChartTerminator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/>
                <a:t>开始</a:t>
              </a:r>
              <a:endParaRPr lang="zh-CN" altLang="en-US" sz="1600" b="1" dirty="0"/>
            </a:p>
          </p:txBody>
        </p:sp>
        <p:sp>
          <p:nvSpPr>
            <p:cNvPr id="81" name="Text Box 77"/>
            <p:cNvSpPr txBox="1">
              <a:spLocks noChangeArrowheads="1"/>
            </p:cNvSpPr>
            <p:nvPr/>
          </p:nvSpPr>
          <p:spPr bwMode="auto">
            <a:xfrm>
              <a:off x="2771832" y="3789040"/>
              <a:ext cx="1728000" cy="216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源的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状态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3" name="AutoShape 78"/>
            <p:cNvSpPr>
              <a:spLocks noChangeArrowheads="1"/>
            </p:cNvSpPr>
            <p:nvPr/>
          </p:nvSpPr>
          <p:spPr bwMode="auto">
            <a:xfrm>
              <a:off x="2915992" y="4221088"/>
              <a:ext cx="1584000" cy="216000"/>
            </a:xfrm>
            <a:prstGeom prst="flowChartDecision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 smtClean="0">
                  <a:solidFill>
                    <a:srgbClr val="C00000"/>
                  </a:solidFill>
                </a:rPr>
                <a:t>有</a:t>
              </a:r>
              <a:r>
                <a:rPr lang="zh-CN" altLang="en-US" sz="1600" b="1" dirty="0" smtClean="0"/>
                <a:t>请求</a:t>
              </a:r>
              <a:r>
                <a:rPr lang="zh-CN" altLang="en-US" sz="1600" b="1" dirty="0" smtClean="0">
                  <a:solidFill>
                    <a:srgbClr val="C00000"/>
                  </a:solidFill>
                </a:rPr>
                <a:t>？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87" name="Text Box 80"/>
            <p:cNvSpPr txBox="1">
              <a:spLocks noChangeArrowheads="1"/>
            </p:cNvSpPr>
            <p:nvPr/>
          </p:nvSpPr>
          <p:spPr bwMode="auto">
            <a:xfrm>
              <a:off x="4587338" y="4113104"/>
              <a:ext cx="144000" cy="252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0" name="Text Box 83"/>
            <p:cNvSpPr txBox="1">
              <a:spLocks noChangeArrowheads="1"/>
            </p:cNvSpPr>
            <p:nvPr/>
          </p:nvSpPr>
          <p:spPr bwMode="auto">
            <a:xfrm>
              <a:off x="3563936" y="4437143"/>
              <a:ext cx="144000" cy="216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1" name="Text Box 86"/>
            <p:cNvSpPr txBox="1">
              <a:spLocks noChangeArrowheads="1"/>
            </p:cNvSpPr>
            <p:nvPr/>
          </p:nvSpPr>
          <p:spPr bwMode="auto">
            <a:xfrm>
              <a:off x="5004080" y="4653136"/>
              <a:ext cx="1152000" cy="360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 smtClean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6" name="Text Box 87"/>
            <p:cNvSpPr txBox="1">
              <a:spLocks noChangeArrowheads="1"/>
            </p:cNvSpPr>
            <p:nvPr/>
          </p:nvSpPr>
          <p:spPr bwMode="auto">
            <a:xfrm>
              <a:off x="5005666" y="3789040"/>
              <a:ext cx="1152000" cy="216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源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7" name="AutoShape 88"/>
            <p:cNvSpPr>
              <a:spLocks noChangeArrowheads="1"/>
            </p:cNvSpPr>
            <p:nvPr/>
          </p:nvSpPr>
          <p:spPr bwMode="auto">
            <a:xfrm>
              <a:off x="5076152" y="4222354"/>
              <a:ext cx="864000" cy="216000"/>
            </a:xfrm>
            <a:prstGeom prst="flowChartDecision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Text Box 90"/>
            <p:cNvSpPr txBox="1">
              <a:spLocks noChangeArrowheads="1"/>
            </p:cNvSpPr>
            <p:nvPr/>
          </p:nvSpPr>
          <p:spPr bwMode="auto">
            <a:xfrm>
              <a:off x="6012160" y="4113104"/>
              <a:ext cx="144000" cy="252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4" name="Text Box 93"/>
            <p:cNvSpPr txBox="1">
              <a:spLocks noChangeArrowheads="1"/>
            </p:cNvSpPr>
            <p:nvPr/>
          </p:nvSpPr>
          <p:spPr bwMode="auto">
            <a:xfrm>
              <a:off x="5364135" y="4445204"/>
              <a:ext cx="144000" cy="216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105"/>
            <p:cNvSpPr txBox="1">
              <a:spLocks noChangeArrowheads="1"/>
            </p:cNvSpPr>
            <p:nvPr/>
          </p:nvSpPr>
          <p:spPr bwMode="auto">
            <a:xfrm>
              <a:off x="1404000" y="4581104"/>
              <a:ext cx="1008000" cy="216000"/>
            </a:xfrm>
            <a:prstGeom prst="rect">
              <a:avLst/>
            </a:prstGeom>
            <a:solidFill>
              <a:srgbClr val="FFCC99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恢复现场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AutoShape 106"/>
            <p:cNvSpPr>
              <a:spLocks noChangeArrowheads="1"/>
            </p:cNvSpPr>
            <p:nvPr/>
          </p:nvSpPr>
          <p:spPr bwMode="auto">
            <a:xfrm>
              <a:off x="1404000" y="4941144"/>
              <a:ext cx="1008000" cy="216000"/>
            </a:xfrm>
            <a:prstGeom prst="flowChartTerminator">
              <a:avLst/>
            </a:prstGeom>
            <a:solidFill>
              <a:srgbClr val="CC99FF">
                <a:alpha val="60001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 smtClean="0"/>
                <a:t>中断返回</a:t>
              </a:r>
              <a:endParaRPr lang="zh-CN" altLang="en-US" sz="1600" b="1" dirty="0"/>
            </a:p>
          </p:txBody>
        </p:sp>
        <p:sp>
          <p:nvSpPr>
            <p:cNvPr id="113" name="Text Box 119"/>
            <p:cNvSpPr txBox="1">
              <a:spLocks noChangeArrowheads="1"/>
            </p:cNvSpPr>
            <p:nvPr/>
          </p:nvSpPr>
          <p:spPr bwMode="auto">
            <a:xfrm>
              <a:off x="6228256" y="4113080"/>
              <a:ext cx="360000" cy="288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b="1" dirty="0"/>
                <a:t>…</a:t>
              </a:r>
              <a:endParaRPr lang="en-US" altLang="zh-CN" b="1" dirty="0"/>
            </a:p>
          </p:txBody>
        </p:sp>
        <p:cxnSp>
          <p:nvCxnSpPr>
            <p:cNvPr id="114" name="直接箭头连接符 113"/>
            <p:cNvCxnSpPr/>
            <p:nvPr/>
          </p:nvCxnSpPr>
          <p:spPr bwMode="auto">
            <a:xfrm>
              <a:off x="1907314" y="3861048"/>
              <a:ext cx="422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114"/>
            <p:cNvCxnSpPr/>
            <p:nvPr/>
          </p:nvCxnSpPr>
          <p:spPr bwMode="auto">
            <a:xfrm>
              <a:off x="1907736" y="4221088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>
              <a:off x="1907997" y="4797128"/>
              <a:ext cx="334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连接符 116"/>
            <p:cNvCxnSpPr/>
            <p:nvPr/>
          </p:nvCxnSpPr>
          <p:spPr bwMode="auto">
            <a:xfrm>
              <a:off x="2631065" y="3645040"/>
              <a:ext cx="1080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箭头连接符 117"/>
            <p:cNvCxnSpPr/>
            <p:nvPr/>
          </p:nvCxnSpPr>
          <p:spPr bwMode="auto">
            <a:xfrm>
              <a:off x="1907736" y="4437088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9" name="直接箭头连接符 118"/>
            <p:cNvCxnSpPr/>
            <p:nvPr/>
          </p:nvCxnSpPr>
          <p:spPr bwMode="auto">
            <a:xfrm>
              <a:off x="3707937" y="364504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 bwMode="auto">
            <a:xfrm>
              <a:off x="5940152" y="4320919"/>
              <a:ext cx="20764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1" name="直接连接符 72"/>
            <p:cNvCxnSpPr/>
            <p:nvPr/>
          </p:nvCxnSpPr>
          <p:spPr bwMode="auto">
            <a:xfrm rot="5400000">
              <a:off x="1907736" y="3645104"/>
              <a:ext cx="720000" cy="720000"/>
            </a:xfrm>
            <a:prstGeom prst="bentConnector3">
              <a:avLst>
                <a:gd name="adj1" fmla="val 99093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2" name="直接连接符 121"/>
            <p:cNvCxnSpPr/>
            <p:nvPr/>
          </p:nvCxnSpPr>
          <p:spPr bwMode="auto">
            <a:xfrm>
              <a:off x="6732272" y="3645104"/>
              <a:ext cx="0" cy="684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/>
          </p:nvCxnSpPr>
          <p:spPr bwMode="auto">
            <a:xfrm>
              <a:off x="2627816" y="5157192"/>
              <a:ext cx="6264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直接箭头连接符 128"/>
            <p:cNvCxnSpPr/>
            <p:nvPr/>
          </p:nvCxnSpPr>
          <p:spPr bwMode="auto">
            <a:xfrm>
              <a:off x="3707937" y="501314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连接符 86"/>
            <p:cNvCxnSpPr/>
            <p:nvPr/>
          </p:nvCxnSpPr>
          <p:spPr bwMode="auto">
            <a:xfrm rot="16200000" flipH="1">
              <a:off x="1907575" y="4437112"/>
              <a:ext cx="720000" cy="720000"/>
            </a:xfrm>
            <a:prstGeom prst="bentConnector3">
              <a:avLst>
                <a:gd name="adj1" fmla="val -162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 flipH="1">
              <a:off x="3705482" y="4005064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3705482" y="4437881"/>
              <a:ext cx="2678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连接符 146"/>
            <p:cNvCxnSpPr/>
            <p:nvPr/>
          </p:nvCxnSpPr>
          <p:spPr bwMode="auto">
            <a:xfrm>
              <a:off x="4860136" y="3645040"/>
              <a:ext cx="648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>
              <a:off x="5508135" y="364504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9" name="直接箭头连接符 148"/>
            <p:cNvCxnSpPr/>
            <p:nvPr/>
          </p:nvCxnSpPr>
          <p:spPr bwMode="auto">
            <a:xfrm flipH="1">
              <a:off x="5506549" y="4005064"/>
              <a:ext cx="1586" cy="21729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>
              <a:off x="5508135" y="4438378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150"/>
            <p:cNvCxnSpPr/>
            <p:nvPr/>
          </p:nvCxnSpPr>
          <p:spPr bwMode="auto">
            <a:xfrm>
              <a:off x="5508136" y="501314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连接符 72"/>
            <p:cNvCxnSpPr/>
            <p:nvPr/>
          </p:nvCxnSpPr>
          <p:spPr bwMode="auto">
            <a:xfrm rot="5400000">
              <a:off x="4338074" y="3807104"/>
              <a:ext cx="684000" cy="360000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3" name="Text Box 74"/>
            <p:cNvSpPr txBox="1">
              <a:spLocks noChangeArrowheads="1"/>
            </p:cNvSpPr>
            <p:nvPr/>
          </p:nvSpPr>
          <p:spPr bwMode="auto">
            <a:xfrm>
              <a:off x="6876288" y="4653136"/>
              <a:ext cx="1728000" cy="360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 smtClean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Z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的处理函数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77"/>
            <p:cNvSpPr txBox="1">
              <a:spLocks noChangeArrowheads="1"/>
            </p:cNvSpPr>
            <p:nvPr/>
          </p:nvSpPr>
          <p:spPr bwMode="auto">
            <a:xfrm>
              <a:off x="6876288" y="3789040"/>
              <a:ext cx="1728000" cy="216000"/>
            </a:xfrm>
            <a:prstGeom prst="rect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事件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Z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源的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状态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5" name="AutoShape 78"/>
            <p:cNvSpPr>
              <a:spLocks noChangeArrowheads="1"/>
            </p:cNvSpPr>
            <p:nvPr/>
          </p:nvSpPr>
          <p:spPr bwMode="auto">
            <a:xfrm>
              <a:off x="7020448" y="4221088"/>
              <a:ext cx="1584000" cy="216000"/>
            </a:xfrm>
            <a:prstGeom prst="flowChartDecision">
              <a:avLst/>
            </a:prstGeom>
            <a:solidFill>
              <a:srgbClr val="99CCFF">
                <a:alpha val="60001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 smtClean="0">
                  <a:solidFill>
                    <a:srgbClr val="C00000"/>
                  </a:solidFill>
                </a:rPr>
                <a:t>有</a:t>
              </a:r>
              <a:r>
                <a:rPr lang="zh-CN" altLang="en-US" sz="1600" b="1" dirty="0" smtClean="0"/>
                <a:t>请求</a:t>
              </a:r>
              <a:r>
                <a:rPr lang="zh-CN" altLang="en-US" sz="1600" b="1" dirty="0" smtClean="0">
                  <a:solidFill>
                    <a:srgbClr val="C00000"/>
                  </a:solidFill>
                </a:rPr>
                <a:t>？</a:t>
              </a:r>
              <a:endParaRPr lang="zh-CN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156" name="Text Box 80"/>
            <p:cNvSpPr txBox="1">
              <a:spLocks noChangeArrowheads="1"/>
            </p:cNvSpPr>
            <p:nvPr/>
          </p:nvSpPr>
          <p:spPr bwMode="auto">
            <a:xfrm>
              <a:off x="8691794" y="4113104"/>
              <a:ext cx="144000" cy="252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7" name="Text Box 83"/>
            <p:cNvSpPr txBox="1">
              <a:spLocks noChangeArrowheads="1"/>
            </p:cNvSpPr>
            <p:nvPr/>
          </p:nvSpPr>
          <p:spPr bwMode="auto">
            <a:xfrm>
              <a:off x="7668344" y="4437112"/>
              <a:ext cx="127000" cy="20796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8" name="直接连接符 157"/>
            <p:cNvCxnSpPr/>
            <p:nvPr/>
          </p:nvCxnSpPr>
          <p:spPr bwMode="auto">
            <a:xfrm>
              <a:off x="6732272" y="3645040"/>
              <a:ext cx="1080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箭头连接符 158"/>
            <p:cNvCxnSpPr/>
            <p:nvPr/>
          </p:nvCxnSpPr>
          <p:spPr bwMode="auto">
            <a:xfrm>
              <a:off x="7812393" y="364504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0" name="直接箭头连接符 159"/>
            <p:cNvCxnSpPr/>
            <p:nvPr/>
          </p:nvCxnSpPr>
          <p:spPr bwMode="auto">
            <a:xfrm>
              <a:off x="7812393" y="501314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1" name="直接箭头连接符 160"/>
            <p:cNvCxnSpPr/>
            <p:nvPr/>
          </p:nvCxnSpPr>
          <p:spPr bwMode="auto">
            <a:xfrm flipH="1">
              <a:off x="7810508" y="4005064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2" name="直接箭头连接符 161"/>
            <p:cNvCxnSpPr/>
            <p:nvPr/>
          </p:nvCxnSpPr>
          <p:spPr bwMode="auto">
            <a:xfrm>
              <a:off x="7809714" y="4437112"/>
              <a:ext cx="2678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3" name="直接连接符 162"/>
            <p:cNvCxnSpPr/>
            <p:nvPr/>
          </p:nvCxnSpPr>
          <p:spPr bwMode="auto">
            <a:xfrm>
              <a:off x="6588256" y="4320919"/>
              <a:ext cx="1440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箭头连接符 128"/>
            <p:cNvCxnSpPr/>
            <p:nvPr/>
          </p:nvCxnSpPr>
          <p:spPr bwMode="auto">
            <a:xfrm>
              <a:off x="8604448" y="4329192"/>
              <a:ext cx="288000" cy="828000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" name="Text Box 13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91953" y="4212000"/>
            <a:ext cx="658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zh-CN" altLang="en-US" sz="1800" b="1" dirty="0" smtClean="0">
                <a:latin typeface="+mn-ea"/>
                <a:ea typeface="+mn-ea"/>
              </a:rPr>
              <a:t>指令的</a:t>
            </a:r>
            <a:r>
              <a:rPr lang="en-US" altLang="zh-CN" sz="1800" b="1" dirty="0" smtClean="0">
                <a:latin typeface="+mn-ea"/>
                <a:ea typeface="+mn-ea"/>
              </a:rPr>
              <a:t>OPD</a:t>
            </a:r>
            <a:r>
              <a:rPr lang="zh-CN" altLang="en-US" sz="1800" b="1" dirty="0" smtClean="0">
                <a:latin typeface="+mn-ea"/>
                <a:ea typeface="+mn-ea"/>
              </a:rPr>
              <a:t>放在</a:t>
            </a:r>
            <a:r>
              <a:rPr lang="en-US" altLang="zh-CN" sz="1800" b="1" dirty="0" smtClean="0">
                <a:latin typeface="+mn-ea"/>
                <a:ea typeface="+mn-ea"/>
              </a:rPr>
              <a:t>REG/MEM</a:t>
            </a:r>
            <a:r>
              <a:rPr lang="zh-CN" altLang="en-US" sz="1800" b="1" dirty="0" smtClean="0">
                <a:latin typeface="+mn-ea"/>
                <a:ea typeface="+mn-ea"/>
              </a:rPr>
              <a:t>中，异常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中断源的状态放在哪？</a:t>
            </a:r>
            <a:endParaRPr lang="en-US" altLang="zh-CN" sz="1800" b="1" spc="-3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Text Box 13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91953" y="3852000"/>
            <a:ext cx="46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en-US" sz="1800" b="1" dirty="0" smtClean="0">
                <a:latin typeface="+mn-ea"/>
                <a:ea typeface="+mn-ea"/>
              </a:rPr>
              <a:t>上图最高、最低优先级事件是什么？</a:t>
            </a:r>
            <a:endParaRPr lang="en-US" altLang="zh-CN" sz="1800" b="1" spc="-3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Text Box 13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40238" y="4536000"/>
            <a:ext cx="6156000" cy="61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/>
            <a:r>
              <a:rPr lang="zh-CN" altLang="en-US" sz="1800" b="1" dirty="0" smtClean="0">
                <a:latin typeface="+mn-ea"/>
                <a:ea typeface="+mn-ea"/>
              </a:rPr>
              <a:t>为减少保存开销，异常状态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编码形式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)</a:t>
            </a:r>
            <a:r>
              <a:rPr lang="zh-CN" altLang="en-US" sz="1800" b="1" dirty="0" smtClean="0">
                <a:latin typeface="+mn-ea"/>
                <a:ea typeface="+mn-ea"/>
              </a:rPr>
              <a:t>放在异常原因</a:t>
            </a:r>
            <a:r>
              <a:rPr lang="en-US" altLang="zh-CN" sz="1800" b="1" dirty="0" smtClean="0">
                <a:latin typeface="+mn-ea"/>
                <a:ea typeface="+mn-ea"/>
              </a:rPr>
              <a:t>REG</a:t>
            </a:r>
            <a:r>
              <a:rPr lang="zh-CN" altLang="en-US" sz="1800" b="1" dirty="0" smtClean="0">
                <a:latin typeface="+mn-ea"/>
                <a:ea typeface="+mn-ea"/>
              </a:rPr>
              <a:t>中，</a:t>
            </a:r>
            <a:endParaRPr lang="zh-CN" altLang="en-US" sz="1800" b="1" dirty="0" smtClean="0">
              <a:latin typeface="+mn-ea"/>
              <a:ea typeface="+mn-ea"/>
            </a:endParaRPr>
          </a:p>
          <a:p>
            <a:pPr algn="l"/>
            <a:r>
              <a:rPr lang="zh-CN" altLang="en-US" sz="1800" b="1" dirty="0" smtClean="0">
                <a:latin typeface="+mn-ea"/>
                <a:ea typeface="+mn-ea"/>
              </a:rPr>
              <a:t> </a:t>
            </a:r>
            <a:r>
              <a:rPr lang="en-US" altLang="zh-CN" sz="1800" b="1" dirty="0" smtClean="0">
                <a:latin typeface="+mn-ea"/>
                <a:ea typeface="+mn-ea"/>
              </a:rPr>
              <a:t>               </a:t>
            </a:r>
            <a:r>
              <a:rPr lang="zh-CN" altLang="en-US" sz="1800" b="1" dirty="0" smtClean="0">
                <a:latin typeface="+mn-ea"/>
                <a:ea typeface="+mn-ea"/>
              </a:rPr>
              <a:t>中断源状态放在其状态</a:t>
            </a:r>
            <a:r>
              <a:rPr lang="en-US" altLang="zh-CN" sz="1800" b="1" dirty="0" smtClean="0">
                <a:latin typeface="+mn-ea"/>
                <a:ea typeface="+mn-ea"/>
              </a:rPr>
              <a:t>REG</a:t>
            </a:r>
            <a:r>
              <a:rPr lang="zh-CN" altLang="en-US" sz="1800" b="1" dirty="0" smtClean="0">
                <a:latin typeface="+mn-ea"/>
                <a:ea typeface="+mn-ea"/>
              </a:rPr>
              <a:t>中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无传送开销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1600" b="1" spc="-3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bldLvl="0" animBg="1"/>
      <p:bldP spid="3" grpId="0" bldLvl="0" animBg="1"/>
      <p:bldP spid="4" grpId="0" bldLvl="0" animBg="1"/>
      <p:bldP spid="5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79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5343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14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975350" cy="6038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向量方式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 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每个事件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en-US" altLang="zh-CN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处理程序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处理程序入口地址管理：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软件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[OS]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负责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)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990099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solidFill>
                <a:srgbClr val="990099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dirty="0" smtClean="0">
              <a:solidFill>
                <a:srgbClr val="9900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实现：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全部由硬件完成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)</a:t>
            </a:r>
            <a:endParaRPr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marL="11430" indent="-11430"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        </a:t>
            </a:r>
            <a:r>
              <a:rPr lang="zh-CN" altLang="en-US" sz="2200" b="1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判优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latin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00000"/>
              </a:lnSpc>
            </a:pPr>
            <a:endParaRPr lang="en-US" altLang="zh-CN" sz="1800" b="1" dirty="0" smtClean="0">
              <a:latin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00000"/>
              </a:lnSpc>
            </a:pPr>
            <a:endParaRPr lang="en-US" altLang="zh-CN" sz="1800" b="1" dirty="0" smtClean="0">
              <a:latin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00000"/>
              </a:lnSpc>
            </a:pPr>
            <a:endParaRPr lang="en-US" altLang="zh-CN" sz="1800" b="1" dirty="0" smtClean="0">
              <a:latin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sym typeface="+mn-ea"/>
              </a:rPr>
              <a:t>        </a:t>
            </a:r>
            <a:r>
              <a:rPr lang="zh-CN" altLang="en-US" sz="2200" b="1" dirty="0" smtClean="0">
                <a:solidFill>
                  <a:srgbClr val="0070C0"/>
                </a:solidFill>
                <a:latin typeface="+mn-ea"/>
                <a:sym typeface="+mn-ea"/>
              </a:rPr>
              <a:t>查</a:t>
            </a:r>
            <a:r>
              <a:rPr lang="en-US" altLang="zh-CN" sz="2200" b="1" dirty="0" smtClean="0">
                <a:solidFill>
                  <a:srgbClr val="0070C0"/>
                </a:solidFill>
                <a:latin typeface="+mn-ea"/>
                <a:sym typeface="+mn-ea"/>
              </a:rPr>
              <a:t>IVT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zh-CN" altLang="en-US" sz="2200" b="1" dirty="0" smtClean="0">
              <a:latin typeface="+mn-ea"/>
              <a:sym typeface="+mn-ea"/>
            </a:endParaRPr>
          </a:p>
          <a:p>
            <a:pPr marL="11430" indent="-114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latin typeface="+mn-ea"/>
              <a:ea typeface="+mn-ea"/>
              <a:sym typeface="+mn-ea"/>
            </a:endParaRPr>
          </a:p>
          <a:p>
            <a:pPr marL="11430" indent="-114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        </a:t>
            </a:r>
            <a:r>
              <a:rPr lang="zh-CN" altLang="en-US" sz="2200" b="1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转入处理程序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(2)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异常及中断的返回</a:t>
            </a:r>
            <a:endParaRPr lang="zh-CN" altLang="en-US" sz="2200" b="1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ea typeface="+mn-ea"/>
                <a:cs typeface="宋体" panose="02010600030101010101" pitchFamily="2" charset="-122"/>
                <a:sym typeface="+mn-ea"/>
              </a:rPr>
              <a:t>任务：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恢复断点及程序状态</a:t>
            </a: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实现：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32000" y="1188000"/>
            <a:ext cx="7708265" cy="51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p>
            <a:pPr marL="11430" indent="-11430"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 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保存在</a:t>
            </a:r>
            <a:r>
              <a:rPr lang="zh-CN" altLang="zh-CN" sz="2200" b="1" u="sng" dirty="0" smtClean="0">
                <a:latin typeface="+mn-ea"/>
                <a:ea typeface="+mn-ea"/>
                <a:sym typeface="+mn-ea"/>
              </a:rPr>
              <a:t>中断向量表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(IVT)</a:t>
            </a:r>
            <a:r>
              <a:rPr lang="zh-CN" altLang="zh-CN" sz="2200" b="1" dirty="0" smtClean="0">
                <a:latin typeface="+mn-ea"/>
                <a:ea typeface="+mn-ea"/>
                <a:sym typeface="+mn-ea"/>
              </a:rPr>
              <a:t>中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每个事件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行；</a:t>
            </a: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marL="11430" indent="-11430"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 IVT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放在</a:t>
            </a:r>
            <a:r>
              <a:rPr lang="zh-CN" altLang="en-US" sz="2200" b="1" u="sng" dirty="0" smtClean="0">
                <a:latin typeface="+mn-ea"/>
                <a:ea typeface="+mn-ea"/>
                <a:sym typeface="+mn-ea"/>
              </a:rPr>
              <a:t>主存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中，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首地址放在</a:t>
            </a:r>
            <a:r>
              <a:rPr lang="en-US" altLang="zh-CN" sz="2200" b="1" u="sng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的相应</a:t>
            </a:r>
            <a:r>
              <a:rPr lang="en-US" altLang="zh-CN" sz="2200" b="1" u="sng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中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marL="11430" indent="-114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类似</a:t>
            </a:r>
            <a:r>
              <a:rPr lang="zh-CN" sz="1600" b="1" dirty="0" smtClean="0">
                <a:latin typeface="宋体" panose="02010600030101010101" pitchFamily="2" charset="-122"/>
                <a:sym typeface="+mn-ea"/>
              </a:rPr>
              <a:t>页表管理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便于表项地址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计算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 marL="11430" indent="-1143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latin typeface="+mn-ea"/>
              <a:ea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      </a:t>
            </a:r>
            <a:r>
              <a:rPr lang="zh-CN" altLang="zh-CN" sz="2200" b="1" dirty="0" smtClean="0">
                <a:latin typeface="+mn-ea"/>
                <a:ea typeface="+mn-ea"/>
                <a:sym typeface="+mn-ea"/>
              </a:rPr>
              <a:t>按事件优先级</a:t>
            </a:r>
            <a:r>
              <a:rPr lang="zh-CN" altLang="en-US" sz="2200" b="1" u="sng" dirty="0" smtClean="0">
                <a:solidFill>
                  <a:srgbClr val="C00000"/>
                </a:solidFill>
                <a:latin typeface="+mn-ea"/>
                <a:sym typeface="+mn-ea"/>
              </a:rPr>
              <a:t>查询</a:t>
            </a:r>
            <a:r>
              <a:rPr lang="zh-CN" sz="2200" b="1" dirty="0" smtClean="0">
                <a:latin typeface="+mn-ea"/>
                <a:sym typeface="+mn-ea"/>
              </a:rPr>
              <a:t>事件源</a:t>
            </a:r>
            <a:r>
              <a:rPr lang="zh-CN" altLang="en-US" sz="2200" b="1" dirty="0" smtClean="0">
                <a:latin typeface="+mn-ea"/>
                <a:sym typeface="+mn-ea"/>
              </a:rPr>
              <a:t>，</a:t>
            </a:r>
            <a:r>
              <a:rPr lang="zh-CN" altLang="en-US" sz="2200" b="1" u="sng" dirty="0" smtClean="0">
                <a:solidFill>
                  <a:srgbClr val="C00000"/>
                </a:solidFill>
                <a:latin typeface="+mn-ea"/>
                <a:sym typeface="+mn-ea"/>
              </a:rPr>
              <a:t>形成</a:t>
            </a:r>
            <a:r>
              <a:rPr lang="zh-CN" altLang="en-US" sz="2200" b="1" dirty="0" smtClean="0">
                <a:latin typeface="+mn-ea"/>
                <a:sym typeface="+mn-ea"/>
              </a:rPr>
              <a:t>事件类型号</a:t>
            </a:r>
            <a:r>
              <a:rPr lang="en-US" altLang="zh-CN" sz="1800" b="1" dirty="0" smtClean="0">
                <a:latin typeface="+mn-ea"/>
                <a:sym typeface="+mn-ea"/>
              </a:rPr>
              <a:t>(i)</a:t>
            </a:r>
            <a:endParaRPr lang="zh-CN" altLang="en-US" sz="2200" b="1" dirty="0" smtClean="0">
              <a:latin typeface="+mn-ea"/>
              <a:sym typeface="+mn-ea"/>
            </a:endParaRPr>
          </a:p>
          <a:p>
            <a:pPr marL="2684780" indent="-2684780"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chemeClr val="tx1"/>
                </a:solidFill>
                <a:latin typeface="+mn-ea"/>
                <a:sym typeface="+mn-ea"/>
              </a:rPr>
              <a:t>       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sym typeface="+mn-ea"/>
              </a:rPr>
              <a:t>分类</a:t>
            </a:r>
            <a:r>
              <a:rPr lang="zh-CN" altLang="en-US" sz="1800" b="1" dirty="0" smtClean="0">
                <a:latin typeface="+mn-ea"/>
                <a:sym typeface="+mn-ea"/>
              </a:rPr>
              <a:t>检测</a:t>
            </a:r>
            <a:r>
              <a:rPr lang="en-US" altLang="zh-CN" sz="1800" b="1" dirty="0" smtClean="0">
                <a:latin typeface="+mn-ea"/>
                <a:sym typeface="+mn-ea"/>
              </a:rPr>
              <a:t>)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sym typeface="+mn-ea"/>
              </a:rPr>
              <a:t>       </a:t>
            </a:r>
            <a:r>
              <a:rPr lang="en-US" altLang="zh-CN" sz="1800" dirty="0" smtClean="0">
                <a:solidFill>
                  <a:schemeClr val="tx1"/>
                </a:solidFill>
                <a:latin typeface="+mn-ea"/>
                <a:sym typeface="+mn-ea"/>
              </a:rPr>
              <a:t>├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sym typeface="+mn-ea"/>
              </a:rPr>
              <a:t>←</a:t>
            </a:r>
            <a:r>
              <a:rPr lang="zh-CN" altLang="en-US" sz="1800" b="1" u="sng" dirty="0" smtClean="0">
                <a:latin typeface="+mn-ea"/>
                <a:sym typeface="+mn-ea"/>
              </a:rPr>
              <a:t>读</a:t>
            </a:r>
            <a:r>
              <a:rPr lang="zh-CN" altLang="en-US" sz="1800" b="1" dirty="0" smtClean="0">
                <a:latin typeface="+mn-ea"/>
                <a:sym typeface="+mn-ea"/>
              </a:rPr>
              <a:t>异常类型</a:t>
            </a:r>
            <a:r>
              <a:rPr lang="en-US" altLang="zh-CN" sz="1800" b="1" dirty="0" smtClean="0">
                <a:latin typeface="+mn-ea"/>
                <a:sym typeface="+mn-ea"/>
              </a:rPr>
              <a:t>REG(CPU</a:t>
            </a:r>
            <a:r>
              <a:rPr lang="zh-CN" altLang="en-US" sz="1800" b="1" dirty="0" smtClean="0">
                <a:latin typeface="+mn-ea"/>
                <a:sym typeface="+mn-ea"/>
              </a:rPr>
              <a:t>内</a:t>
            </a:r>
            <a:r>
              <a:rPr lang="en-US" altLang="zh-CN" sz="1800" b="1" dirty="0" smtClean="0">
                <a:latin typeface="+mn-ea"/>
                <a:sym typeface="+mn-ea"/>
              </a:rPr>
              <a:t>)</a:t>
            </a:r>
            <a:r>
              <a:rPr lang="zh-CN" altLang="en-US" sz="1800" b="1" dirty="0" smtClean="0">
                <a:latin typeface="+mn-ea"/>
                <a:sym typeface="+mn-ea"/>
              </a:rPr>
              <a:t>  </a:t>
            </a:r>
            <a:r>
              <a:rPr lang="en-US" altLang="zh-CN" sz="1800" b="1" dirty="0" smtClean="0">
                <a:latin typeface="+mn-ea"/>
                <a:sym typeface="+mn-ea"/>
              </a:rPr>
              <a:t> </a:t>
            </a:r>
            <a:r>
              <a:rPr lang="zh-CN" altLang="en-US" sz="1800" b="1" dirty="0" smtClean="0">
                <a:latin typeface="+mn-ea"/>
                <a:sym typeface="+mn-ea"/>
              </a:rPr>
              <a:t> </a:t>
            </a:r>
            <a:r>
              <a:rPr lang="zh-CN" altLang="en-US" sz="1600" b="1" dirty="0" smtClean="0">
                <a:latin typeface="+mn-ea"/>
                <a:sym typeface="+mn-ea"/>
              </a:rPr>
              <a:t>←</a:t>
            </a:r>
            <a:r>
              <a:rPr lang="en-US" altLang="zh-CN" sz="1600" b="1" dirty="0" smtClean="0">
                <a:latin typeface="+mn-ea"/>
                <a:sym typeface="+mn-ea"/>
              </a:rPr>
              <a:t>1</a:t>
            </a:r>
            <a:r>
              <a:rPr lang="zh-CN" altLang="en-US" sz="1600" b="1" dirty="0" smtClean="0">
                <a:latin typeface="+mn-ea"/>
                <a:sym typeface="+mn-ea"/>
              </a:rPr>
              <a:t>个</a:t>
            </a:r>
            <a:r>
              <a:rPr lang="en-US" altLang="zh-CN" sz="1600" b="1" dirty="0" smtClean="0">
                <a:latin typeface="+mn-ea"/>
                <a:sym typeface="+mn-ea"/>
              </a:rPr>
              <a:t>/</a:t>
            </a:r>
            <a:r>
              <a:rPr lang="zh-CN" altLang="en-US" sz="1600" b="1" dirty="0" smtClean="0">
                <a:latin typeface="+mn-ea"/>
                <a:sym typeface="+mn-ea"/>
              </a:rPr>
              <a:t>同时</a:t>
            </a:r>
            <a:endParaRPr lang="en-US" altLang="zh-CN" sz="1800" b="1" dirty="0" smtClean="0">
              <a:latin typeface="+mn-ea"/>
            </a:endParaRPr>
          </a:p>
          <a:p>
            <a:pPr marL="2684780" indent="-2684780"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1" dirty="0">
                <a:solidFill>
                  <a:schemeClr val="accent2"/>
                </a:solidFill>
                <a:latin typeface="+mn-ea"/>
                <a:sym typeface="+mn-ea"/>
              </a:rPr>
              <a:t>     </a:t>
            </a:r>
            <a:r>
              <a:rPr lang="en-US" altLang="zh-CN" sz="1800" b="1" dirty="0" smtClean="0">
                <a:solidFill>
                  <a:schemeClr val="accent2"/>
                </a:solidFill>
                <a:latin typeface="+mn-ea"/>
                <a:sym typeface="+mn-ea"/>
              </a:rPr>
              <a:t>  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sym typeface="+mn-ea"/>
              </a:rPr>
              <a:t>异常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＞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NMI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＞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INTR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sym typeface="+mn-ea"/>
              </a:rPr>
              <a:t>)</a:t>
            </a:r>
            <a:r>
              <a:rPr lang="en-US" altLang="zh-CN" sz="1600" b="1" dirty="0" smtClean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800" b="1" dirty="0" smtClean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800" dirty="0" smtClean="0">
                <a:latin typeface="+mn-ea"/>
                <a:sym typeface="+mn-ea"/>
              </a:rPr>
              <a:t>├</a:t>
            </a:r>
            <a:r>
              <a:rPr lang="zh-CN" altLang="en-US" sz="1800" b="1" dirty="0" smtClean="0">
                <a:latin typeface="+mn-ea"/>
                <a:sym typeface="+mn-ea"/>
              </a:rPr>
              <a:t>←</a:t>
            </a:r>
            <a:r>
              <a:rPr lang="zh-CN" altLang="en-US" sz="1800" b="1" dirty="0" smtClean="0">
                <a:latin typeface="+mn-ea"/>
                <a:sym typeface="+mn-ea"/>
              </a:rPr>
              <a:t>值固定                </a:t>
            </a:r>
            <a:r>
              <a:rPr lang="en-US" altLang="zh-CN" sz="1800" b="1" dirty="0" smtClean="0">
                <a:latin typeface="+mn-ea"/>
                <a:sym typeface="+mn-ea"/>
              </a:rPr>
              <a:t> </a:t>
            </a:r>
            <a:r>
              <a:rPr lang="zh-CN" altLang="en-US" sz="1800" b="1" dirty="0" smtClean="0">
                <a:latin typeface="+mn-ea"/>
                <a:sym typeface="+mn-ea"/>
              </a:rPr>
              <a:t> </a:t>
            </a:r>
            <a:r>
              <a:rPr lang="zh-CN" altLang="en-US" sz="1600" b="1" dirty="0" smtClean="0">
                <a:latin typeface="+mn-ea"/>
                <a:sym typeface="+mn-ea"/>
              </a:rPr>
              <a:t>←仅</a:t>
            </a:r>
            <a:r>
              <a:rPr lang="en-US" altLang="zh-CN" sz="1600" b="1" dirty="0" smtClean="0">
                <a:latin typeface="+mn-ea"/>
                <a:sym typeface="+mn-ea"/>
              </a:rPr>
              <a:t>1</a:t>
            </a:r>
            <a:r>
              <a:rPr lang="zh-CN" altLang="en-US" sz="1600" b="1" dirty="0" smtClean="0">
                <a:latin typeface="+mn-ea"/>
                <a:sym typeface="+mn-ea"/>
              </a:rPr>
              <a:t>个</a:t>
            </a:r>
            <a:endParaRPr lang="en-US" altLang="zh-CN" sz="1800" b="1" dirty="0" smtClean="0">
              <a:latin typeface="+mn-ea"/>
            </a:endParaRPr>
          </a:p>
          <a:p>
            <a:pPr marL="2684780" indent="-2684780"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1" dirty="0">
                <a:latin typeface="+mn-ea"/>
                <a:sym typeface="+mn-ea"/>
              </a:rPr>
              <a:t> </a:t>
            </a:r>
            <a:r>
              <a:rPr lang="en-US" altLang="zh-CN" sz="1800" b="1" dirty="0" smtClean="0">
                <a:latin typeface="+mn-ea"/>
                <a:sym typeface="+mn-ea"/>
              </a:rPr>
              <a:t>      </a:t>
            </a:r>
            <a:r>
              <a:rPr lang="en-US" altLang="zh-CN" sz="1800" b="1" dirty="0" smtClean="0">
                <a:solidFill>
                  <a:schemeClr val="accent2"/>
                </a:solidFill>
                <a:latin typeface="+mn-ea"/>
                <a:sym typeface="+mn-ea"/>
              </a:rPr>
              <a:t>                 </a:t>
            </a:r>
            <a:r>
              <a:rPr lang="zh-CN" altLang="en-US" sz="1800" dirty="0" smtClean="0">
                <a:latin typeface="+mn-ea"/>
                <a:sym typeface="+mn-ea"/>
              </a:rPr>
              <a:t>└</a:t>
            </a:r>
            <a:r>
              <a:rPr lang="zh-CN" altLang="en-US" sz="1800" b="1" dirty="0" smtClean="0">
                <a:latin typeface="+mn-ea"/>
                <a:sym typeface="+mn-ea"/>
              </a:rPr>
              <a:t>←</a:t>
            </a:r>
            <a:r>
              <a:rPr lang="zh-CN" altLang="en-US" sz="1800" b="1" u="sng" dirty="0" smtClean="0">
                <a:latin typeface="+mn-ea"/>
                <a:sym typeface="+mn-ea"/>
              </a:rPr>
              <a:t>读</a:t>
            </a:r>
            <a:r>
              <a:rPr lang="zh-CN" altLang="en-US" sz="1800" b="1" dirty="0" smtClean="0">
                <a:latin typeface="+mn-ea"/>
                <a:sym typeface="+mn-ea"/>
              </a:rPr>
              <a:t>中断源状态</a:t>
            </a:r>
            <a:r>
              <a:rPr lang="en-US" altLang="zh-CN" sz="1800" b="1" dirty="0" smtClean="0">
                <a:latin typeface="+mn-ea"/>
                <a:sym typeface="+mn-ea"/>
              </a:rPr>
              <a:t>REG(CPU</a:t>
            </a:r>
            <a:r>
              <a:rPr lang="zh-CN" altLang="en-US" sz="1800" b="1" dirty="0" smtClean="0">
                <a:latin typeface="+mn-ea"/>
                <a:sym typeface="+mn-ea"/>
              </a:rPr>
              <a:t>外</a:t>
            </a:r>
            <a:r>
              <a:rPr lang="en-US" altLang="zh-CN" sz="1800" b="1" dirty="0" smtClean="0">
                <a:latin typeface="+mn-ea"/>
                <a:sym typeface="+mn-ea"/>
              </a:rPr>
              <a:t>) </a:t>
            </a:r>
            <a:r>
              <a:rPr lang="zh-CN" altLang="en-US" sz="1800" b="1" dirty="0" smtClean="0">
                <a:latin typeface="+mn-ea"/>
                <a:sym typeface="+mn-ea"/>
              </a:rPr>
              <a:t> </a:t>
            </a:r>
            <a:r>
              <a:rPr lang="zh-CN" altLang="en-US" sz="1600" b="1" dirty="0" smtClean="0">
                <a:latin typeface="+mn-ea"/>
                <a:sym typeface="+mn-ea"/>
              </a:rPr>
              <a:t>←</a:t>
            </a:r>
            <a:r>
              <a:rPr lang="en-US" altLang="zh-CN" sz="1600" b="1" dirty="0" smtClean="0">
                <a:solidFill>
                  <a:srgbClr val="990099"/>
                </a:solidFill>
                <a:latin typeface="+mn-ea"/>
                <a:sym typeface="+mn-ea"/>
              </a:rPr>
              <a:t>n</a:t>
            </a:r>
            <a:r>
              <a:rPr lang="zh-CN" altLang="en-US" sz="1600" b="1" dirty="0" smtClean="0">
                <a:solidFill>
                  <a:srgbClr val="990099"/>
                </a:solidFill>
                <a:latin typeface="+mn-ea"/>
                <a:sym typeface="+mn-ea"/>
              </a:rPr>
              <a:t>个</a:t>
            </a:r>
            <a:r>
              <a:rPr lang="en-US" altLang="zh-CN" sz="1600" b="1" dirty="0">
                <a:latin typeface="+mn-ea"/>
                <a:sym typeface="+mn-ea"/>
              </a:rPr>
              <a:t>/</a:t>
            </a:r>
            <a:r>
              <a:rPr lang="zh-CN" altLang="en-US" sz="1600" b="1" dirty="0" smtClean="0">
                <a:latin typeface="+mn-ea"/>
                <a:sym typeface="+mn-ea"/>
              </a:rPr>
              <a:t>同时</a:t>
            </a:r>
            <a:endParaRPr lang="en-US" altLang="zh-CN" sz="1800" b="1" dirty="0" smtClean="0">
              <a:latin typeface="+mn-ea"/>
            </a:endParaRPr>
          </a:p>
          <a:p>
            <a:pPr marL="11430" indent="-1143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+mn-ea"/>
                <a:sym typeface="+mn-ea"/>
              </a:rPr>
              <a:t>       </a:t>
            </a:r>
            <a:r>
              <a:rPr lang="zh-CN" altLang="en-US" sz="2200" b="1" dirty="0" smtClean="0">
                <a:latin typeface="+mn-ea"/>
                <a:sym typeface="+mn-ea"/>
              </a:rPr>
              <a:t>根据事件类型号</a:t>
            </a:r>
            <a:r>
              <a:rPr lang="zh-CN" altLang="en-US" sz="2200" b="1" u="sng" dirty="0" smtClean="0">
                <a:solidFill>
                  <a:srgbClr val="C00000"/>
                </a:solidFill>
                <a:latin typeface="+mn-ea"/>
                <a:sym typeface="+mn-ea"/>
              </a:rPr>
              <a:t>访问</a:t>
            </a:r>
            <a:r>
              <a:rPr lang="en-US" altLang="zh-CN" sz="2200" b="1" dirty="0" smtClean="0">
                <a:latin typeface="+mn-ea"/>
                <a:sym typeface="+mn-ea"/>
              </a:rPr>
              <a:t>IVT</a:t>
            </a:r>
            <a:r>
              <a:rPr lang="zh-CN" altLang="en-US" sz="2200" b="1" dirty="0" smtClean="0">
                <a:latin typeface="+mn-ea"/>
                <a:sym typeface="+mn-ea"/>
              </a:rPr>
              <a:t>，</a:t>
            </a:r>
            <a:r>
              <a:rPr lang="zh-CN" altLang="en-US" sz="2200" b="1" u="sng" dirty="0" smtClean="0">
                <a:solidFill>
                  <a:srgbClr val="C00000"/>
                </a:solidFill>
                <a:latin typeface="+mn-ea"/>
                <a:sym typeface="+mn-ea"/>
              </a:rPr>
              <a:t>获得</a:t>
            </a:r>
            <a:r>
              <a:rPr lang="zh-CN" altLang="en-US" sz="2200" b="1" dirty="0" smtClean="0">
                <a:latin typeface="+mn-ea"/>
                <a:sym typeface="+mn-ea"/>
              </a:rPr>
              <a:t>处理程序入口地址</a:t>
            </a:r>
            <a:endParaRPr lang="zh-CN" altLang="en-US" sz="2200" b="1" dirty="0" smtClean="0">
              <a:latin typeface="+mn-ea"/>
              <a:sym typeface="+mn-ea"/>
            </a:endParaRPr>
          </a:p>
          <a:p>
            <a:pPr marL="11430" indent="-1143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+mn-ea"/>
                <a:sym typeface="+mn-ea"/>
              </a:rPr>
              <a:t>                               </a:t>
            </a:r>
            <a:r>
              <a:rPr lang="zh-CN" altLang="en-US" sz="1600" dirty="0" smtClean="0">
                <a:latin typeface="+mn-ea"/>
                <a:sym typeface="+mn-ea"/>
              </a:rPr>
              <a:t>└</a:t>
            </a:r>
            <a:r>
              <a:rPr lang="zh-CN" altLang="en-US" sz="1600" b="1" dirty="0" smtClean="0">
                <a:latin typeface="+mn-ea"/>
                <a:sym typeface="+mn-ea"/>
              </a:rPr>
              <a:t>←类似查页表</a:t>
            </a:r>
            <a:endParaRPr lang="zh-CN" altLang="en-US" sz="1600" b="1" dirty="0" smtClean="0">
              <a:latin typeface="+mn-ea"/>
              <a:sym typeface="+mn-ea"/>
            </a:endParaRPr>
          </a:p>
          <a:p>
            <a:pPr marL="11430" indent="-114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              PC</a:t>
            </a:r>
            <a:r>
              <a:rPr lang="zh-CN" altLang="en-US" sz="2200" b="1" dirty="0" smtClean="0">
                <a:solidFill>
                  <a:srgbClr val="C00000"/>
                </a:solidFill>
                <a:latin typeface="+mn-ea"/>
                <a:ea typeface="+mn-ea"/>
                <a:sym typeface="+mn-ea"/>
              </a:rPr>
              <a:t>←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所获得</a:t>
            </a:r>
            <a:r>
              <a:rPr lang="zh-CN" altLang="en-US" sz="2200" b="1" dirty="0" smtClean="0">
                <a:latin typeface="+mn-ea"/>
                <a:sym typeface="+mn-ea"/>
              </a:rPr>
              <a:t>处理程序</a:t>
            </a:r>
            <a:r>
              <a:rPr lang="zh-CN" altLang="en-US" sz="2200" b="1" dirty="0">
                <a:latin typeface="+mn-ea"/>
                <a:ea typeface="+mn-ea"/>
                <a:sym typeface="+mn-ea"/>
              </a:rPr>
              <a:t>入口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地址</a:t>
            </a:r>
            <a:endParaRPr lang="zh-CN" altLang="en-US" sz="2200" b="1" dirty="0" smtClean="0">
              <a:latin typeface="+mn-ea"/>
              <a:ea typeface="+mn-ea"/>
              <a:sym typeface="+mn-ea"/>
            </a:endParaRPr>
          </a:p>
          <a:p>
            <a:pPr marL="11430" indent="-114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marL="11430" indent="-114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  <a:p>
            <a:pPr marL="11430" indent="-114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使用中断返回指令，指令功能为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PC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及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PSR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←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2200" b="1" dirty="0" smtClean="0">
                <a:latin typeface="+mn-ea"/>
                <a:ea typeface="+mn-ea"/>
                <a:sym typeface="+mn-ea"/>
              </a:rPr>
              <a:t>后援</a:t>
            </a:r>
            <a:r>
              <a:rPr lang="en-US" altLang="zh-CN" sz="2200" b="1" dirty="0" smtClean="0">
                <a:latin typeface="+mn-ea"/>
                <a:ea typeface="+mn-ea"/>
                <a:sym typeface="+mn-ea"/>
              </a:rPr>
              <a:t>REG)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ea typeface="+mn-ea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056000" y="508165"/>
            <a:ext cx="1872168" cy="1510628"/>
            <a:chOff x="6841741" y="1349917"/>
            <a:chExt cx="1872168" cy="1510628"/>
          </a:xfrm>
        </p:grpSpPr>
        <p:sp>
          <p:nvSpPr>
            <p:cNvPr id="5" name="Text Box 88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353909" y="2068609"/>
              <a:ext cx="360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IVT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Rectangle 122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060122" y="1637399"/>
              <a:ext cx="1224000" cy="11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" name="Rectangle 15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057492" y="1771428"/>
              <a:ext cx="1224000" cy="8640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7" name="Line 15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7057901" y="1637255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8" name="Line 15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7057901" y="1771428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0" name="Text Box 16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561845" y="1987328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12" name="Text Box 1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057901" y="2212625"/>
              <a:ext cx="1224000" cy="2159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Int</a:t>
              </a:r>
              <a:r>
                <a:rPr lang="en-US" altLang="zh-CN" sz="1600" b="1" dirty="0" err="1">
                  <a:solidFill>
                    <a:srgbClr val="FF3399"/>
                  </a:solidFill>
                  <a:latin typeface="宋体" panose="02010600030101010101" pitchFamily="2" charset="-122"/>
                </a:rPr>
                <a:t>i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PrgAddr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Line 163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7057901" y="1988916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" name="Line 164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7057901" y="2212625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" name="Text Box 165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561845" y="2428649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  <a:endParaRPr lang="en-US" altLang="zh-CN" sz="1600" b="1" dirty="0"/>
            </a:p>
          </p:txBody>
        </p:sp>
        <p:sp>
          <p:nvSpPr>
            <p:cNvPr id="16" name="Line 166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7057901" y="2428649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7" name="Text Box 16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417805" y="1349917"/>
              <a:ext cx="50323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11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Line 168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7057765" y="1492545"/>
              <a:ext cx="0" cy="136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9" name="Line 169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8281901" y="1492545"/>
              <a:ext cx="0" cy="136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" name="Line 170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7057901" y="2644673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" name="Line 17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7057901" y="2789383"/>
              <a:ext cx="12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" name="AutoShape 173"/>
            <p:cNvSpPr/>
            <p:nvPr>
              <p:custDataLst>
                <p:tags r:id="rId19"/>
              </p:custDataLst>
            </p:nvPr>
          </p:nvSpPr>
          <p:spPr bwMode="auto">
            <a:xfrm>
              <a:off x="8281901" y="1779039"/>
              <a:ext cx="71438" cy="864000"/>
            </a:xfrm>
            <a:prstGeom prst="rightBrace">
              <a:avLst>
                <a:gd name="adj1" fmla="val 5824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3" name="Text Box 18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057765" y="1771428"/>
              <a:ext cx="1224000" cy="2159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PrgAddr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4" name="直接箭头连接符 23"/>
            <p:cNvCxnSpPr/>
            <p:nvPr>
              <p:custDataLst>
                <p:tags r:id="rId21"/>
              </p:custDataLst>
            </p:nvPr>
          </p:nvCxnSpPr>
          <p:spPr bwMode="auto">
            <a:xfrm>
              <a:off x="6841741" y="1785707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5" name="线形标注 2 24"/>
          <p:cNvSpPr/>
          <p:nvPr>
            <p:custDataLst>
              <p:tags r:id="rId22"/>
            </p:custDataLst>
          </p:nvPr>
        </p:nvSpPr>
        <p:spPr bwMode="auto">
          <a:xfrm>
            <a:off x="7200000" y="4392000"/>
            <a:ext cx="1728000" cy="1008000"/>
          </a:xfrm>
          <a:prstGeom prst="borderCallout2">
            <a:avLst>
              <a:gd name="adj1" fmla="val 21573"/>
              <a:gd name="adj2" fmla="val -248"/>
              <a:gd name="adj3" fmla="val 20817"/>
              <a:gd name="adj4" fmla="val -17814"/>
              <a:gd name="adj5" fmla="val -46587"/>
              <a:gd name="adj6" fmla="val -13646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7780" rIns="36000" bIns="10800" numCol="1" rtlCol="0" anchor="t" anchorCtr="0" compatLnSpc="1"/>
          <a:p>
            <a:pPr algn="ctr">
              <a:lnSpc>
                <a:spcPct val="100000"/>
              </a:lnSpc>
            </a:pPr>
            <a:r>
              <a:rPr lang="zh-CN" sz="1600" b="1" dirty="0" smtClean="0">
                <a:latin typeface="宋体" panose="02010600030101010101" pitchFamily="2" charset="-122"/>
              </a:rPr>
              <a:t>需产生</a:t>
            </a:r>
            <a:r>
              <a:rPr lang="zh-CN" sz="16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外部操作</a:t>
            </a:r>
            <a:r>
              <a:rPr lang="zh-CN" sz="1600" b="1" dirty="0" smtClean="0">
                <a:latin typeface="宋体" panose="02010600030101010101" pitchFamily="2" charset="-122"/>
              </a:rPr>
              <a:t>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个操作如何读取</a:t>
            </a:r>
            <a:r>
              <a:rPr lang="zh-CN" sz="1600" b="1" dirty="0" smtClean="0">
                <a:latin typeface="宋体" panose="02010600030101010101" pitchFamily="2" charset="-122"/>
              </a:rPr>
              <a:t>多个部件中状态？</a:t>
            </a:r>
            <a:endParaRPr lang="zh-CN" sz="1600" b="1" dirty="0" smtClean="0">
              <a:latin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章讨论</a:t>
            </a:r>
            <a:endParaRPr lang="zh-CN" altLang="en-US" sz="16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线形标注 2 25"/>
          <p:cNvSpPr/>
          <p:nvPr>
            <p:custDataLst>
              <p:tags r:id="rId23"/>
            </p:custDataLst>
          </p:nvPr>
        </p:nvSpPr>
        <p:spPr bwMode="auto">
          <a:xfrm>
            <a:off x="6408000" y="2412000"/>
            <a:ext cx="2268000" cy="252000"/>
          </a:xfrm>
          <a:prstGeom prst="borderCallout2">
            <a:avLst>
              <a:gd name="adj1" fmla="val 53537"/>
              <a:gd name="adj2" fmla="val -240"/>
              <a:gd name="adj3" fmla="val 54545"/>
              <a:gd name="adj4" fmla="val -10907"/>
              <a:gd name="adj5" fmla="val 153575"/>
              <a:gd name="adj6" fmla="val -2034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7780" rIns="36000" bIns="10800" numCol="1" rtlCol="0" anchor="t" anchorCtr="0" compatLnSpc="1"/>
          <a:p>
            <a:pPr algn="ctr">
              <a:lnSpc>
                <a:spcPct val="100000"/>
              </a:lnSpc>
            </a:pPr>
            <a:r>
              <a:rPr lang="zh-CN" sz="1600" b="1" dirty="0" smtClean="0">
                <a:latin typeface="宋体" panose="02010600030101010101" pitchFamily="2" charset="-122"/>
              </a:rPr>
              <a:t>基于事件在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IVT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中的位置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62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76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 bwMode="auto">
          <a:xfrm>
            <a:off x="7092000" y="2844000"/>
            <a:ext cx="108000" cy="360000"/>
          </a:xfrm>
          <a:prstGeom prst="ellipse">
            <a:avLst/>
          </a:prstGeom>
          <a:solidFill>
            <a:srgbClr val="FFCC99"/>
          </a:solidFill>
          <a:ln w="12700" cap="flat" cmpd="sng" algn="ctr">
            <a:solidFill>
              <a:srgbClr val="0070C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1043940" y="1619250"/>
            <a:ext cx="7668260" cy="1557020"/>
            <a:chOff x="1644" y="2437"/>
            <a:chExt cx="12076" cy="2452"/>
          </a:xfrm>
        </p:grpSpPr>
        <p:sp>
          <p:nvSpPr>
            <p:cNvPr id="141" name="Text Box 21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721" y="2437"/>
              <a:ext cx="8334" cy="22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" name="Text Box 21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365" y="3401"/>
              <a:ext cx="6463" cy="1304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11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948" y="2947"/>
              <a:ext cx="567" cy="79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CU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箭头连接符 8"/>
            <p:cNvCxnSpPr/>
            <p:nvPr>
              <p:custDataLst>
                <p:tags r:id="rId6"/>
              </p:custDataLst>
            </p:nvPr>
          </p:nvCxnSpPr>
          <p:spPr bwMode="auto">
            <a:xfrm>
              <a:off x="3515" y="3231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" name="直接箭头连接符 9"/>
            <p:cNvCxnSpPr/>
            <p:nvPr>
              <p:custDataLst>
                <p:tags r:id="rId7"/>
              </p:custDataLst>
            </p:nvPr>
          </p:nvCxnSpPr>
          <p:spPr bwMode="auto">
            <a:xfrm>
              <a:off x="3515" y="3004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2" name="Text Box 21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82" y="2437"/>
              <a:ext cx="6746" cy="8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p>
              <a:pPr algn="l"/>
              <a:r>
                <a:rPr lang="zh-CN" altLang="en-US" sz="1800" b="1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数据通路 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1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572" y="3004"/>
              <a:ext cx="340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</a:t>
              </a:r>
              <a:endParaRPr lang="en-US" altLang="zh-CN" sz="14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 Box 21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184" y="2607"/>
              <a:ext cx="147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及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PSR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21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79" y="3514"/>
              <a:ext cx="1361" cy="397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检测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2" name="Text Box 21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953" y="3854"/>
              <a:ext cx="737" cy="737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判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优逻辑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3" name="Text Box 21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803" y="3514"/>
              <a:ext cx="187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异常类型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4" name="Text Box 21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844" y="3514"/>
              <a:ext cx="187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后援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栈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5" name="Text Box 21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565" y="3358"/>
              <a:ext cx="1814" cy="85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中断向量表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主存中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6" name="Text Box 21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1509" y="4379"/>
              <a:ext cx="2211" cy="51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各外设状态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26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354" y="3968"/>
              <a:ext cx="1361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地址形成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21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628" y="2550"/>
              <a:ext cx="340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  <a:endParaRPr lang="en-US" altLang="zh-CN" sz="14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89" name="直接箭头连接符 188"/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3515" y="2550"/>
              <a:ext cx="5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0" name="直接箭头连接符 189"/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3515" y="2777"/>
              <a:ext cx="56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92" name="Text Box 11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814" y="3741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NMI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4" name="Text Box 11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644" y="4024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5" name="直接箭头连接符 92"/>
            <p:cNvCxnSpPr/>
            <p:nvPr>
              <p:custDataLst>
                <p:tags r:id="rId23"/>
              </p:custDataLst>
            </p:nvPr>
          </p:nvCxnSpPr>
          <p:spPr bwMode="auto">
            <a:xfrm>
              <a:off x="2381" y="3968"/>
              <a:ext cx="1474" cy="283"/>
            </a:xfrm>
            <a:prstGeom prst="bentConnector3">
              <a:avLst>
                <a:gd name="adj1" fmla="val 99887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6" name="直接箭头连接符 92"/>
            <p:cNvCxnSpPr/>
            <p:nvPr>
              <p:custDataLst>
                <p:tags r:id="rId24"/>
              </p:custDataLst>
            </p:nvPr>
          </p:nvCxnSpPr>
          <p:spPr bwMode="auto">
            <a:xfrm>
              <a:off x="2381" y="4195"/>
              <a:ext cx="1247" cy="170"/>
            </a:xfrm>
            <a:prstGeom prst="bentConnector3">
              <a:avLst>
                <a:gd name="adj1" fmla="val 100265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8" name="Text Box 149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79705" y="360045"/>
            <a:ext cx="6685915" cy="60413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、中断机构的基本组成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了解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  <a:ea typeface="+mn-ea"/>
              </a:rPr>
              <a:t>*功能：</a:t>
            </a:r>
            <a:r>
              <a:rPr lang="zh-CN" altLang="en-US" sz="2000" b="1" dirty="0" smtClean="0">
                <a:latin typeface="+mn-ea"/>
                <a:ea typeface="+mn-ea"/>
              </a:rPr>
              <a:t>异常</a:t>
            </a:r>
            <a:r>
              <a:rPr lang="en-US" altLang="zh-CN" sz="2000" b="1" dirty="0" smtClean="0">
                <a:latin typeface="+mn-ea"/>
                <a:ea typeface="+mn-ea"/>
              </a:rPr>
              <a:t>&amp;</a:t>
            </a:r>
            <a:r>
              <a:rPr lang="zh-CN" altLang="en-US" sz="2000" b="1" dirty="0" smtClean="0">
                <a:latin typeface="+mn-ea"/>
                <a:ea typeface="+mn-ea"/>
              </a:rPr>
              <a:t>中断事件的</a:t>
            </a:r>
            <a:r>
              <a:rPr lang="zh-CN" altLang="en-US" sz="2000" b="1" u="sng" dirty="0" smtClean="0">
                <a:latin typeface="+mn-ea"/>
                <a:ea typeface="+mn-ea"/>
              </a:rPr>
              <a:t>检测</a:t>
            </a:r>
            <a:r>
              <a:rPr lang="zh-CN" altLang="en-US" sz="2000" b="1" dirty="0">
                <a:latin typeface="+mn-ea"/>
                <a:ea typeface="+mn-ea"/>
              </a:rPr>
              <a:t>及</a:t>
            </a:r>
            <a:r>
              <a:rPr lang="zh-CN" altLang="en-US" sz="2000" b="1" u="sng" dirty="0" smtClean="0">
                <a:latin typeface="+mn-ea"/>
                <a:ea typeface="+mn-ea"/>
              </a:rPr>
              <a:t>响应</a:t>
            </a:r>
            <a:r>
              <a:rPr lang="zh-CN" altLang="en-US" sz="2000" b="1" dirty="0" smtClean="0">
                <a:latin typeface="+mn-ea"/>
                <a:ea typeface="+mn-ea"/>
              </a:rPr>
              <a:t> 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以</a:t>
            </a:r>
            <a:r>
              <a:rPr lang="zh-CN" altLang="en-US" sz="1800" b="1" dirty="0" smtClean="0">
                <a:solidFill>
                  <a:srgbClr val="0070C0"/>
                </a:solidFill>
                <a:latin typeface="+mn-ea"/>
                <a:ea typeface="+mn-ea"/>
              </a:rPr>
              <a:t>向量方式</a:t>
            </a:r>
            <a:r>
              <a:rPr lang="zh-CN" altLang="en-US" sz="1800" b="1" dirty="0" smtClean="0">
                <a:latin typeface="+mn-ea"/>
                <a:ea typeface="+mn-ea"/>
              </a:rPr>
              <a:t>为例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组成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  <a:sym typeface="+mn-ea"/>
              </a:rPr>
              <a:t>：</a:t>
            </a:r>
            <a:endParaRPr lang="en-US" altLang="zh-CN" sz="2000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</a:rPr>
              <a:t>检测逻辑：</a:t>
            </a:r>
            <a:endParaRPr lang="en-US" altLang="zh-CN" sz="2000" b="1" dirty="0" smtClean="0">
              <a:solidFill>
                <a:srgbClr val="C00000"/>
              </a:solidFill>
              <a:latin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*响应过程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</a:rPr>
              <a:t>：</a:t>
            </a:r>
            <a:endParaRPr lang="en-US" altLang="zh-CN" sz="2000" b="1" dirty="0" smtClean="0">
              <a:solidFill>
                <a:srgbClr val="C00000"/>
              </a:solidFill>
              <a:latin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①保存断点及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PSW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+mn-ea"/>
              <a:ea typeface="+mn-ea"/>
              <a:sym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②关中断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③判优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④查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IVT—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⑤转入处理程序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  <a:sym typeface="+mn-ea"/>
              </a:rPr>
              <a:t>—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C00000"/>
                </a:solidFill>
                <a:latin typeface="+mn-ea"/>
                <a:ea typeface="+mn-ea"/>
              </a:rPr>
              <a:t>*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  <a:ea typeface="+mn-ea"/>
              </a:rPr>
              <a:t>返回过程：</a:t>
            </a:r>
            <a:endParaRPr lang="zh-CN" altLang="en-US" sz="2000" b="1" dirty="0" smtClean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" name="Text Box 82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728470" y="3131755"/>
            <a:ext cx="7077075" cy="32461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524000" indent="-1524000" algn="l">
              <a:lnSpc>
                <a:spcPct val="125000"/>
              </a:lnSpc>
            </a:pPr>
            <a:r>
              <a:rPr lang="zh-CN" altLang="en-US" sz="2000" b="1" u="sng" dirty="0" smtClean="0">
                <a:latin typeface="+mn-ea"/>
                <a:ea typeface="+mn-ea"/>
              </a:rPr>
              <a:t>分类</a:t>
            </a:r>
            <a:r>
              <a:rPr lang="zh-CN" altLang="en-US" sz="2000" b="1" dirty="0" smtClean="0">
                <a:latin typeface="+mn-ea"/>
                <a:ea typeface="+mn-ea"/>
              </a:rPr>
              <a:t>检测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满足优先级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时机要求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000" b="1" dirty="0" smtClean="0">
                <a:latin typeface="+mn-ea"/>
                <a:ea typeface="+mn-ea"/>
              </a:rPr>
              <a:t>，输出</a:t>
            </a:r>
            <a:r>
              <a:rPr lang="en-US" altLang="zh-CN" sz="2000" b="1" dirty="0" smtClean="0">
                <a:latin typeface="+mn-ea"/>
                <a:ea typeface="+mn-ea"/>
              </a:rPr>
              <a:t>3</a:t>
            </a:r>
            <a:r>
              <a:rPr lang="zh-CN" altLang="en-US" sz="2000" b="1" dirty="0" smtClean="0">
                <a:latin typeface="+mn-ea"/>
                <a:ea typeface="+mn-ea"/>
              </a:rPr>
              <a:t>种事件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响应操作不同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</a:endParaRPr>
          </a:p>
          <a:p>
            <a:pPr marL="1524000" indent="-1524000" algn="l" eaLnBrk="1" latinLnBrk="0" hangingPunct="1">
              <a:lnSpc>
                <a:spcPct val="125000"/>
              </a:lnSpc>
              <a:spcBef>
                <a:spcPts val="300"/>
              </a:spcBef>
            </a:pPr>
            <a:r>
              <a:rPr lang="en-US" altLang="zh-CN" sz="1800" b="1" dirty="0">
                <a:solidFill>
                  <a:srgbClr val="FF3399"/>
                </a:solidFill>
                <a:latin typeface="+mn-ea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</a:rPr>
              <a:t>CU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</a:rPr>
              <a:t>根据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</a:rPr>
              <a:t>Event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</a:rPr>
              <a:t>产生相应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μ</a:t>
            </a:r>
            <a:r>
              <a:rPr lang="en-US" altLang="zh-CN" sz="18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en-US" altLang="zh-CN" sz="2000" b="1" dirty="0" smtClean="0">
                <a:solidFill>
                  <a:srgbClr val="FF3399"/>
                </a:solidFill>
                <a:latin typeface="+mn-ea"/>
              </a:rPr>
              <a:t>     </a:t>
            </a:r>
            <a:r>
              <a:rPr lang="zh-CN" altLang="en-US" sz="1600" b="1" dirty="0" smtClean="0">
                <a:latin typeface="+mn-ea"/>
              </a:rPr>
              <a:t>←</a:t>
            </a:r>
            <a:r>
              <a:rPr lang="zh-CN" altLang="en-US" sz="1600" b="1" dirty="0">
                <a:latin typeface="+mn-ea"/>
              </a:rPr>
              <a:t>不会被</a:t>
            </a:r>
            <a:r>
              <a:rPr lang="zh-CN" altLang="en-US" sz="1600" b="1" dirty="0" smtClean="0">
                <a:latin typeface="+mn-ea"/>
              </a:rPr>
              <a:t>打断</a:t>
            </a:r>
            <a:endParaRPr lang="zh-CN" altLang="en-US" sz="1600" b="1" dirty="0" smtClean="0">
              <a:latin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         </a:t>
            </a:r>
            <a:r>
              <a:rPr lang="zh-CN" altLang="en-US" sz="2000" b="1" u="sng" dirty="0" smtClean="0">
                <a:latin typeface="+mn-ea"/>
                <a:ea typeface="+mn-ea"/>
                <a:sym typeface="+mn-ea"/>
              </a:rPr>
              <a:t>保存</a:t>
            </a: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到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后援</a:t>
            </a:r>
            <a:r>
              <a:rPr lang="en-US" altLang="zh-CN" sz="2000" b="1" u="sng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中</a:t>
            </a:r>
            <a:r>
              <a:rPr lang="zh-CN" sz="2000" b="1" dirty="0" smtClean="0">
                <a:latin typeface="+mn-ea"/>
                <a:ea typeface="+mn-ea"/>
                <a:sym typeface="+mn-ea"/>
              </a:rPr>
              <a:t>，异常类型</a:t>
            </a:r>
            <a:r>
              <a:rPr lang="zh-CN" sz="2000" b="1" u="sng" dirty="0" smtClean="0">
                <a:latin typeface="+mn-ea"/>
                <a:ea typeface="+mn-ea"/>
                <a:sym typeface="+mn-ea"/>
              </a:rPr>
              <a:t>保存</a:t>
            </a:r>
            <a:r>
              <a:rPr lang="zh-CN" sz="2000" b="1" dirty="0" smtClean="0">
                <a:latin typeface="+mn-ea"/>
                <a:ea typeface="+mn-ea"/>
                <a:sym typeface="+mn-ea"/>
              </a:rPr>
              <a:t>到</a:t>
            </a:r>
            <a:r>
              <a:rPr lang="zh-CN" sz="2000" b="1" u="sng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异常类型</a:t>
            </a:r>
            <a:r>
              <a:rPr lang="en-US" altLang="zh-CN" sz="2000" b="1" u="sng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中</a:t>
            </a:r>
            <a:endParaRPr lang="zh-CN" altLang="en-US" sz="2000" b="1" u="sng" dirty="0" smtClean="0">
              <a:latin typeface="+mn-ea"/>
              <a:ea typeface="+mn-ea"/>
              <a:sym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  PSR</a:t>
            </a: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中</a:t>
            </a: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IF</a:t>
            </a:r>
            <a:r>
              <a:rPr lang="zh-CN" altLang="en-US" sz="2000" b="1" dirty="0" smtClean="0">
                <a:solidFill>
                  <a:srgbClr val="0070C0"/>
                </a:solidFill>
                <a:latin typeface="+mn-ea"/>
                <a:sym typeface="+mn-ea"/>
              </a:rPr>
              <a:t>←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sym typeface="+mn-ea"/>
              </a:rPr>
              <a:t>0</a:t>
            </a:r>
            <a:r>
              <a:rPr lang="en-US" altLang="zh-CN" sz="1600" b="1" dirty="0" smtClean="0">
                <a:latin typeface="+mn-ea"/>
                <a:sym typeface="+mn-ea"/>
              </a:rPr>
              <a:t>(</a:t>
            </a:r>
            <a:r>
              <a:rPr lang="zh-CN" altLang="en-US" sz="1600" b="1" dirty="0" smtClean="0">
                <a:latin typeface="+mn-ea"/>
                <a:sym typeface="+mn-ea"/>
              </a:rPr>
              <a:t>避免处理过程被打断</a:t>
            </a:r>
            <a:r>
              <a:rPr lang="en-US" altLang="zh-CN" sz="1600" b="1" dirty="0" smtClean="0">
                <a:latin typeface="+mn-ea"/>
                <a:sym typeface="+mn-ea"/>
              </a:rPr>
              <a:t>)</a:t>
            </a:r>
            <a:endParaRPr lang="zh-CN" altLang="en-US" sz="2000" b="1" dirty="0" smtClean="0">
              <a:latin typeface="+mn-ea"/>
              <a:ea typeface="+mn-ea"/>
              <a:sym typeface="+mn-ea"/>
            </a:endParaRPr>
          </a:p>
          <a:p>
            <a:pPr marL="9525" indent="-9525" algn="l">
              <a:lnSpc>
                <a:spcPct val="125000"/>
              </a:lnSpc>
            </a:pP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按优先级</a:t>
            </a:r>
            <a:r>
              <a:rPr lang="zh-CN" altLang="en-US" sz="2000" b="1" u="sng" dirty="0" smtClean="0">
                <a:latin typeface="+mn-ea"/>
                <a:ea typeface="+mn-ea"/>
                <a:sym typeface="+mn-ea"/>
              </a:rPr>
              <a:t>查找</a:t>
            </a:r>
            <a:r>
              <a:rPr lang="zh-CN" altLang="en-US" sz="2000" b="1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相应</a:t>
            </a:r>
            <a:r>
              <a:rPr lang="en-US" altLang="zh-CN" sz="2000" b="1" dirty="0" smtClean="0">
                <a:solidFill>
                  <a:srgbClr val="0070C0"/>
                </a:solidFill>
                <a:latin typeface="+mn-ea"/>
                <a:ea typeface="+mn-ea"/>
                <a:sym typeface="+mn-ea"/>
              </a:rPr>
              <a:t>REG</a:t>
            </a: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，</a:t>
            </a:r>
            <a:r>
              <a:rPr lang="zh-CN" altLang="en-US" sz="2000" b="1" u="sng" dirty="0" smtClean="0">
                <a:latin typeface="+mn-ea"/>
                <a:ea typeface="+mn-ea"/>
                <a:sym typeface="+mn-ea"/>
              </a:rPr>
              <a:t>形成</a:t>
            </a: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事件</a:t>
            </a:r>
            <a:r>
              <a:rPr lang="zh-CN" altLang="en-US" sz="2000" b="1" dirty="0">
                <a:latin typeface="+mn-ea"/>
                <a:ea typeface="+mn-ea"/>
                <a:sym typeface="+mn-ea"/>
              </a:rPr>
              <a:t>类</a:t>
            </a: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型号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并撤销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所选请求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)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000" b="1" dirty="0" smtClean="0">
                <a:latin typeface="+mn-ea"/>
                <a:sym typeface="+mn-ea"/>
              </a:rPr>
              <a:t> </a:t>
            </a:r>
            <a:r>
              <a:rPr lang="zh-CN" altLang="en-US" sz="2000" b="1" dirty="0" smtClean="0">
                <a:latin typeface="+mn-ea"/>
                <a:sym typeface="+mn-ea"/>
              </a:rPr>
              <a:t>根据事件类型号</a:t>
            </a:r>
            <a:r>
              <a:rPr lang="zh-CN" altLang="en-US" sz="2000" b="1" u="sng" dirty="0" smtClean="0">
                <a:solidFill>
                  <a:schemeClr val="tx1"/>
                </a:solidFill>
                <a:latin typeface="+mn-ea"/>
                <a:sym typeface="+mn-ea"/>
              </a:rPr>
              <a:t>访问</a:t>
            </a:r>
            <a:r>
              <a:rPr lang="zh-CN" altLang="en-US" sz="2000" b="1" dirty="0" smtClean="0">
                <a:latin typeface="+mn-ea"/>
                <a:sym typeface="+mn-ea"/>
              </a:rPr>
              <a:t>主存中</a:t>
            </a:r>
            <a:r>
              <a:rPr lang="en-US" altLang="zh-CN" sz="2000" b="1" dirty="0" smtClean="0">
                <a:solidFill>
                  <a:srgbClr val="0070C0"/>
                </a:solidFill>
                <a:latin typeface="+mn-ea"/>
                <a:sym typeface="+mn-ea"/>
              </a:rPr>
              <a:t>IVT</a:t>
            </a:r>
            <a:r>
              <a:rPr lang="zh-CN" altLang="en-US" sz="2000" b="1" dirty="0" smtClean="0">
                <a:latin typeface="+mn-ea"/>
                <a:sym typeface="+mn-ea"/>
              </a:rPr>
              <a:t>，</a:t>
            </a:r>
            <a:r>
              <a:rPr lang="zh-CN" altLang="en-US" sz="2000" b="1" u="sng" dirty="0" smtClean="0">
                <a:latin typeface="+mn-ea"/>
                <a:sym typeface="+mn-ea"/>
              </a:rPr>
              <a:t>获得</a:t>
            </a:r>
            <a:r>
              <a:rPr lang="zh-CN" altLang="en-US" sz="2000" b="1" dirty="0" smtClean="0">
                <a:latin typeface="+mn-ea"/>
                <a:sym typeface="+mn-ea"/>
              </a:rPr>
              <a:t>处理程序入口地址</a:t>
            </a:r>
            <a:endParaRPr lang="en-US" altLang="zh-CN" sz="2000" b="1" dirty="0" smtClean="0">
              <a:latin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000" b="1" dirty="0" smtClean="0">
                <a:latin typeface="+mn-ea"/>
                <a:sym typeface="+mn-ea"/>
              </a:rPr>
              <a:t>        PC</a:t>
            </a:r>
            <a:r>
              <a:rPr lang="zh-CN" altLang="en-US" sz="2000" b="1" dirty="0" smtClean="0">
                <a:latin typeface="+mn-ea"/>
                <a:sym typeface="+mn-ea"/>
              </a:rPr>
              <a:t>←处理程序入口地址</a:t>
            </a:r>
            <a:endParaRPr lang="en-US" altLang="zh-CN" sz="2000" b="1" dirty="0" smtClean="0">
              <a:latin typeface="+mn-ea"/>
            </a:endParaRPr>
          </a:p>
          <a:p>
            <a:pPr marL="1524000" indent="-1524000"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000" b="1" dirty="0" smtClean="0">
                <a:latin typeface="+mn-ea"/>
                <a:sym typeface="+mn-ea"/>
              </a:rPr>
              <a:t>恢复断点及</a:t>
            </a:r>
            <a:r>
              <a:rPr lang="en-US" altLang="zh-CN" sz="2000" b="1" dirty="0" smtClean="0">
                <a:latin typeface="+mn-ea"/>
                <a:sym typeface="+mn-ea"/>
              </a:rPr>
              <a:t>PSW</a:t>
            </a:r>
            <a:endParaRPr lang="en-US" altLang="zh-CN" sz="2000" b="1" dirty="0" smtClean="0">
              <a:latin typeface="+mn-ea"/>
              <a:sym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800000" y="1655265"/>
            <a:ext cx="1980184" cy="1188032"/>
            <a:chOff x="1691584" y="1376808"/>
            <a:chExt cx="1980184" cy="1188032"/>
          </a:xfrm>
        </p:grpSpPr>
        <p:sp>
          <p:nvSpPr>
            <p:cNvPr id="26" name="Text Box 26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835584" y="1376808"/>
              <a:ext cx="288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9" name="直接箭头连接符 28"/>
            <p:cNvCxnSpPr/>
            <p:nvPr>
              <p:custDataLst>
                <p:tags r:id="rId28"/>
              </p:custDataLst>
            </p:nvPr>
          </p:nvCxnSpPr>
          <p:spPr bwMode="auto">
            <a:xfrm>
              <a:off x="2483768" y="2420808"/>
              <a:ext cx="11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" name="直接箭头连接符 29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2339754" y="2492808"/>
              <a:ext cx="133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" name="直接箭头连接符 30"/>
            <p:cNvCxnSpPr/>
            <p:nvPr>
              <p:custDataLst>
                <p:tags r:id="rId30"/>
              </p:custDataLst>
            </p:nvPr>
          </p:nvCxnSpPr>
          <p:spPr bwMode="auto">
            <a:xfrm>
              <a:off x="2195738" y="2564808"/>
              <a:ext cx="147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" name="直接箭头连接符 31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2987824" y="2276808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33" name="直接箭头连接符 32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3203848" y="2276808"/>
              <a:ext cx="1" cy="21761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34" name="直接箭头连接符 33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3419872" y="2276808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35" name="直接箭头连接符 91"/>
            <p:cNvCxnSpPr/>
            <p:nvPr>
              <p:custDataLst>
                <p:tags r:id="rId34"/>
              </p:custDataLst>
            </p:nvPr>
          </p:nvCxnSpPr>
          <p:spPr bwMode="auto">
            <a:xfrm rot="10800000" flipV="1">
              <a:off x="1691584" y="1484808"/>
              <a:ext cx="144011" cy="756000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3" name="直接箭头连接符 92"/>
            <p:cNvCxnSpPr/>
            <p:nvPr>
              <p:custDataLst>
                <p:tags r:id="rId35"/>
              </p:custDataLst>
            </p:nvPr>
          </p:nvCxnSpPr>
          <p:spPr bwMode="auto">
            <a:xfrm>
              <a:off x="1691584" y="2240808"/>
              <a:ext cx="792000" cy="180000"/>
            </a:xfrm>
            <a:prstGeom prst="bentConnector3">
              <a:avLst>
                <a:gd name="adj1" fmla="val 101147"/>
              </a:avLst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6" name="Text Box 11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195584" y="1916808"/>
              <a:ext cx="463394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en-US" altLang="zh-CN" sz="1600" b="1" spc="-200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Event</a:t>
              </a:r>
              <a:endParaRPr lang="en-US" altLang="zh-CN" sz="1600" b="1" spc="-2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7" name="直接箭头连接符 56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2123733" y="2132808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20" name="组合 19"/>
          <p:cNvGrpSpPr/>
          <p:nvPr/>
        </p:nvGrpSpPr>
        <p:grpSpPr>
          <a:xfrm>
            <a:off x="4320000" y="1943265"/>
            <a:ext cx="2484008" cy="572838"/>
            <a:chOff x="4428120" y="1704010"/>
            <a:chExt cx="2484008" cy="572838"/>
          </a:xfrm>
        </p:grpSpPr>
        <p:sp>
          <p:nvSpPr>
            <p:cNvPr id="59" name="Text Box 213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724128" y="2060848"/>
              <a:ext cx="1188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后援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栈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0" name="直接箭头连接符 59"/>
            <p:cNvCxnSpPr/>
            <p:nvPr>
              <p:custDataLst>
                <p:tags r:id="rId39"/>
              </p:custDataLst>
            </p:nvPr>
          </p:nvCxnSpPr>
          <p:spPr bwMode="auto">
            <a:xfrm>
              <a:off x="6444208" y="1740010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61" name="直接箭头连接符 38"/>
            <p:cNvCxnSpPr/>
            <p:nvPr>
              <p:custDataLst>
                <p:tags r:id="rId40"/>
              </p:custDataLst>
            </p:nvPr>
          </p:nvCxnSpPr>
          <p:spPr bwMode="auto">
            <a:xfrm>
              <a:off x="5904120" y="1812010"/>
              <a:ext cx="54000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1" name="Text Box 11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544120" y="170401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EPC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21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140574" y="181201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①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4" name="Text Box 213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428120" y="2060848"/>
              <a:ext cx="1188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异常类型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REG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5" name="直接箭头连接符 64"/>
            <p:cNvCxnSpPr/>
            <p:nvPr>
              <p:custDataLst>
                <p:tags r:id="rId44"/>
              </p:custDataLst>
            </p:nvPr>
          </p:nvCxnSpPr>
          <p:spPr bwMode="auto">
            <a:xfrm>
              <a:off x="5004048" y="1812010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2" name="Text Box 218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716048" y="1812010"/>
              <a:ext cx="2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①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860000" y="1655265"/>
            <a:ext cx="972000" cy="288000"/>
            <a:chOff x="5090867" y="1633165"/>
            <a:chExt cx="972000" cy="288000"/>
          </a:xfrm>
        </p:grpSpPr>
        <p:cxnSp>
          <p:nvCxnSpPr>
            <p:cNvPr id="68" name="直接箭头连接符 67"/>
            <p:cNvCxnSpPr/>
            <p:nvPr>
              <p:custDataLst>
                <p:tags r:id="rId46"/>
              </p:custDataLst>
            </p:nvPr>
          </p:nvCxnSpPr>
          <p:spPr bwMode="auto">
            <a:xfrm>
              <a:off x="5666867" y="1849165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5" name="Text Box 218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5090867" y="1741165"/>
              <a:ext cx="57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IF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7" name="Text Box 21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702867" y="1633165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②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043940" y="2267265"/>
            <a:ext cx="6264275" cy="864235"/>
            <a:chOff x="1644" y="5556"/>
            <a:chExt cx="9865" cy="1361"/>
          </a:xfrm>
        </p:grpSpPr>
        <p:sp>
          <p:nvSpPr>
            <p:cNvPr id="80" name="Text Box 218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953" y="5556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" name="Text Box 218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746" y="6236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③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6" name="直接箭头连接符 117"/>
            <p:cNvCxnSpPr/>
            <p:nvPr>
              <p:custDataLst>
                <p:tags r:id="rId51"/>
              </p:custDataLst>
            </p:nvPr>
          </p:nvCxnSpPr>
          <p:spPr bwMode="auto">
            <a:xfrm>
              <a:off x="2608" y="6577"/>
              <a:ext cx="8901" cy="340"/>
            </a:xfrm>
            <a:prstGeom prst="bentConnector3">
              <a:avLst>
                <a:gd name="adj1" fmla="val -44"/>
              </a:avLst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36" name="Text Box 218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143" y="6237"/>
              <a:ext cx="170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事件类型号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7" name="直接箭头连接符 124"/>
            <p:cNvCxnSpPr/>
            <p:nvPr>
              <p:custDataLst>
                <p:tags r:id="rId53"/>
              </p:custDataLst>
            </p:nvPr>
          </p:nvCxnSpPr>
          <p:spPr bwMode="auto">
            <a:xfrm flipH="1">
              <a:off x="6690" y="6577"/>
              <a:ext cx="4819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124"/>
            <p:cNvCxnSpPr/>
            <p:nvPr>
              <p:custDataLst>
                <p:tags r:id="rId54"/>
              </p:custDataLst>
            </p:nvPr>
          </p:nvCxnSpPr>
          <p:spPr bwMode="auto">
            <a:xfrm rot="10800000" flipV="1">
              <a:off x="6406" y="5726"/>
              <a:ext cx="397" cy="227"/>
            </a:xfrm>
            <a:prstGeom prst="bentConnector3">
              <a:avLst>
                <a:gd name="adj1" fmla="val 101153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直接箭头连接符 117"/>
            <p:cNvCxnSpPr/>
            <p:nvPr>
              <p:custDataLst>
                <p:tags r:id="rId55"/>
              </p:custDataLst>
            </p:nvPr>
          </p:nvCxnSpPr>
          <p:spPr bwMode="auto">
            <a:xfrm flipH="1">
              <a:off x="2381" y="6577"/>
              <a:ext cx="357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5" name="Text Box 11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644" y="6464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INTA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8" name="直接箭头连接符 37"/>
            <p:cNvCxnSpPr/>
            <p:nvPr>
              <p:custDataLst>
                <p:tags r:id="rId57"/>
              </p:custDataLst>
            </p:nvPr>
          </p:nvCxnSpPr>
          <p:spPr bwMode="auto">
            <a:xfrm>
              <a:off x="1757" y="6464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" name="组合 38"/>
          <p:cNvGrpSpPr/>
          <p:nvPr/>
        </p:nvGrpSpPr>
        <p:grpSpPr>
          <a:xfrm>
            <a:off x="6768000" y="1691265"/>
            <a:ext cx="252000" cy="792000"/>
            <a:chOff x="6084168" y="1512008"/>
            <a:chExt cx="252000" cy="792000"/>
          </a:xfrm>
        </p:grpSpPr>
        <p:cxnSp>
          <p:nvCxnSpPr>
            <p:cNvPr id="108" name="直接箭头连接符 107"/>
            <p:cNvCxnSpPr/>
            <p:nvPr>
              <p:custDataLst>
                <p:tags r:id="rId58"/>
              </p:custDataLst>
            </p:nvPr>
          </p:nvCxnSpPr>
          <p:spPr bwMode="auto">
            <a:xfrm flipH="1">
              <a:off x="6084168" y="1728008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6264168" y="1728008"/>
              <a:ext cx="1588" cy="576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1" name="Text Box 2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120168" y="1512008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⑤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4248000" y="2231265"/>
            <a:ext cx="3096895" cy="612140"/>
            <a:chOff x="6690" y="5783"/>
            <a:chExt cx="4877" cy="964"/>
          </a:xfrm>
        </p:grpSpPr>
        <p:cxnSp>
          <p:nvCxnSpPr>
            <p:cNvPr id="42" name="直接连接符 142"/>
            <p:cNvCxnSpPr/>
            <p:nvPr>
              <p:custDataLst>
                <p:tags r:id="rId61"/>
              </p:custDataLst>
            </p:nvPr>
          </p:nvCxnSpPr>
          <p:spPr bwMode="auto">
            <a:xfrm>
              <a:off x="10943" y="6180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箭头连接符 42"/>
            <p:cNvCxnSpPr/>
            <p:nvPr>
              <p:custDataLst>
                <p:tags r:id="rId62"/>
              </p:custDataLst>
            </p:nvPr>
          </p:nvCxnSpPr>
          <p:spPr bwMode="auto">
            <a:xfrm>
              <a:off x="6690" y="6463"/>
              <a:ext cx="2665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5" name="Text Box 218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11112" y="5783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④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6" name="Text Box 218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8844" y="6407"/>
              <a:ext cx="34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④</a:t>
              </a:r>
              <a:endPara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7" name="直接箭头连接符 136"/>
            <p:cNvCxnSpPr/>
            <p:nvPr>
              <p:custDataLst>
                <p:tags r:id="rId65"/>
              </p:custDataLst>
            </p:nvPr>
          </p:nvCxnSpPr>
          <p:spPr bwMode="auto">
            <a:xfrm>
              <a:off x="10715" y="6463"/>
              <a:ext cx="850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97" name="线形标注 2 196"/>
          <p:cNvSpPr/>
          <p:nvPr>
            <p:custDataLst>
              <p:tags r:id="rId66"/>
            </p:custDataLst>
          </p:nvPr>
        </p:nvSpPr>
        <p:spPr bwMode="auto">
          <a:xfrm>
            <a:off x="7380709" y="1871755"/>
            <a:ext cx="1296000" cy="216000"/>
          </a:xfrm>
          <a:prstGeom prst="borderCallout2">
            <a:avLst>
              <a:gd name="adj1" fmla="val 47607"/>
              <a:gd name="adj2" fmla="val 503"/>
              <a:gd name="adj3" fmla="val 48371"/>
              <a:gd name="adj4" fmla="val -20537"/>
              <a:gd name="adj5" fmla="val 104815"/>
              <a:gd name="adj6" fmla="val -66888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p>
            <a:pPr>
              <a:lnSpc>
                <a:spcPct val="90000"/>
              </a:lnSpc>
            </a:pPr>
            <a:r>
              <a:rPr lang="zh-CN" altLang="en-US" sz="1600" b="1" spc="-100" dirty="0" smtClean="0">
                <a:latin typeface="宋体" panose="02010600030101010101" pitchFamily="2" charset="-122"/>
              </a:rPr>
              <a:t>事件返回过程</a:t>
            </a:r>
            <a:endParaRPr lang="en-US" altLang="zh-CN" sz="1600" b="1" spc="-100" dirty="0">
              <a:latin typeface="宋体" panose="02010600030101010101" pitchFamily="2" charset="-122"/>
            </a:endParaRPr>
          </a:p>
        </p:txBody>
      </p:sp>
      <p:cxnSp>
        <p:nvCxnSpPr>
          <p:cNvPr id="206" name="直接箭头连接符 205"/>
          <p:cNvCxnSpPr/>
          <p:nvPr>
            <p:custDataLst>
              <p:tags r:id="rId67"/>
            </p:custDataLst>
          </p:nvPr>
        </p:nvCxnSpPr>
        <p:spPr bwMode="auto">
          <a:xfrm flipV="1">
            <a:off x="6480000" y="1979755"/>
            <a:ext cx="0" cy="32400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sm"/>
          </a:ln>
          <a:effectLst/>
        </p:spPr>
      </p:cxnSp>
      <p:sp>
        <p:nvSpPr>
          <p:cNvPr id="44" name="文本框 43"/>
          <p:cNvSpPr txBox="1"/>
          <p:nvPr>
            <p:custDataLst>
              <p:tags r:id="rId68"/>
            </p:custDataLst>
          </p:nvPr>
        </p:nvSpPr>
        <p:spPr>
          <a:xfrm>
            <a:off x="1227455" y="1152000"/>
            <a:ext cx="6729730" cy="4756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latin typeface="+mn-ea"/>
                <a:sym typeface="+mn-ea"/>
              </a:rPr>
              <a:t>请求分类接入</a:t>
            </a:r>
            <a:r>
              <a:rPr lang="en-US" altLang="zh-CN" sz="1600" b="1" dirty="0" smtClean="0">
                <a:latin typeface="+mn-ea"/>
                <a:sym typeface="+mn-ea"/>
              </a:rPr>
              <a:t>(</a:t>
            </a:r>
            <a:r>
              <a:rPr lang="zh-CN" altLang="en-US" sz="1600" b="1" dirty="0" smtClean="0">
                <a:latin typeface="+mn-ea"/>
                <a:sym typeface="+mn-ea"/>
              </a:rPr>
              <a:t>分类检测所需</a:t>
            </a:r>
            <a:r>
              <a:rPr lang="en-US" altLang="zh-CN" sz="1600" b="1" dirty="0" smtClean="0">
                <a:latin typeface="+mn-ea"/>
                <a:sym typeface="+mn-ea"/>
              </a:rPr>
              <a:t>)</a:t>
            </a:r>
            <a:r>
              <a:rPr lang="en-US" altLang="zh-CN" sz="2000" b="1" dirty="0" smtClean="0">
                <a:latin typeface="+mn-ea"/>
                <a:sym typeface="+mn-ea"/>
              </a:rPr>
              <a:t> </a:t>
            </a:r>
            <a:r>
              <a:rPr lang="zh-CN" sz="2000" b="1" dirty="0" smtClean="0">
                <a:latin typeface="宋体" panose="02010600030101010101" pitchFamily="2" charset="-122"/>
                <a:sym typeface="+mn-ea"/>
              </a:rPr>
              <a:t>中断请求共用信号线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可扩展性好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45" name="线形标注 2 44"/>
          <p:cNvSpPr/>
          <p:nvPr>
            <p:custDataLst>
              <p:tags r:id="rId69"/>
            </p:custDataLst>
          </p:nvPr>
        </p:nvSpPr>
        <p:spPr bwMode="auto">
          <a:xfrm>
            <a:off x="5796000" y="4464000"/>
            <a:ext cx="2484000" cy="252095"/>
          </a:xfrm>
          <a:prstGeom prst="borderCallout2">
            <a:avLst>
              <a:gd name="adj1" fmla="val 53537"/>
              <a:gd name="adj2" fmla="val -240"/>
              <a:gd name="adj3" fmla="val 54545"/>
              <a:gd name="adj4" fmla="val -10907"/>
              <a:gd name="adj5" fmla="val 153672"/>
              <a:gd name="adj6" fmla="val -59807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7780" rIns="36000" bIns="10800" numCol="1" rtlCol="0" anchor="t" anchorCtr="0" compatLnSpc="1"/>
          <a:p>
            <a:pPr algn="ctr">
              <a:lnSpc>
                <a:spcPct val="100000"/>
              </a:lnSpc>
            </a:pPr>
            <a:r>
              <a:rPr lang="zh-CN" sz="1600" b="1" dirty="0" smtClean="0">
                <a:latin typeface="宋体" panose="02010600030101010101" pitchFamily="2" charset="-122"/>
              </a:rPr>
              <a:t>中断请求在外设状态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REG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中</a:t>
            </a:r>
            <a:endParaRPr lang="zh-CN" altLang="en-US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46" name="线形标注 2 45"/>
          <p:cNvSpPr/>
          <p:nvPr>
            <p:custDataLst>
              <p:tags r:id="rId70"/>
            </p:custDataLst>
          </p:nvPr>
        </p:nvSpPr>
        <p:spPr bwMode="auto">
          <a:xfrm>
            <a:off x="7964467" y="3703626"/>
            <a:ext cx="1008000" cy="252000"/>
          </a:xfrm>
          <a:prstGeom prst="borderCallout2">
            <a:avLst>
              <a:gd name="adj1" fmla="val 53929"/>
              <a:gd name="adj2" fmla="val 301"/>
              <a:gd name="adj3" fmla="val 50284"/>
              <a:gd name="adj4" fmla="val -15995"/>
              <a:gd name="adj5" fmla="val -205992"/>
              <a:gd name="adj6" fmla="val -7984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p>
            <a:pPr>
              <a:lnSpc>
                <a:spcPct val="90000"/>
              </a:lnSpc>
            </a:pPr>
            <a:r>
              <a:rPr lang="zh-CN" altLang="en-US" sz="1600" b="1" spc="-100" dirty="0" smtClean="0">
                <a:latin typeface="宋体" panose="02010600030101010101" pitchFamily="2" charset="-122"/>
              </a:rPr>
              <a:t>第</a:t>
            </a:r>
            <a:r>
              <a:rPr lang="en-US" altLang="zh-CN" sz="1600" b="1" spc="-100" dirty="0" smtClean="0">
                <a:latin typeface="宋体" panose="02010600030101010101" pitchFamily="2" charset="-122"/>
              </a:rPr>
              <a:t>7</a:t>
            </a:r>
            <a:r>
              <a:rPr lang="zh-CN" altLang="en-US" sz="1600" b="1" spc="-100" dirty="0" smtClean="0">
                <a:latin typeface="宋体" panose="02010600030101010101" pitchFamily="2" charset="-122"/>
              </a:rPr>
              <a:t>章讨论</a:t>
            </a:r>
            <a:endParaRPr lang="en-US" altLang="zh-CN" sz="1600" b="1" spc="-1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bldLvl="0" animBg="1"/>
      <p:bldP spid="44" grpId="0"/>
      <p:bldP spid="45" grpId="0" bldLvl="0" animBg="1"/>
      <p:bldP spid="5" grpId="0" bldLvl="0" animBg="1"/>
      <p:bldP spid="46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6" name="Text Box 20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FF3300"/>
                </a:solidFill>
                <a:latin typeface="+mj-ea"/>
                <a:ea typeface="+mj-ea"/>
                <a:cs typeface="+mj-ea"/>
              </a:rPr>
              <a:t>三、支持异常处理的</a:t>
            </a:r>
            <a:r>
              <a:rPr lang="en-US" altLang="zh-CN" b="1" dirty="0" smtClean="0">
                <a:solidFill>
                  <a:srgbClr val="FF3300"/>
                </a:solidFill>
                <a:latin typeface="+mj-ea"/>
                <a:ea typeface="+mj-ea"/>
                <a:cs typeface="+mj-ea"/>
              </a:rPr>
              <a:t>CPU</a:t>
            </a:r>
            <a:r>
              <a:rPr lang="zh-CN" altLang="en-US" b="1" dirty="0" smtClean="0">
                <a:solidFill>
                  <a:srgbClr val="FF3300"/>
                </a:solidFill>
                <a:latin typeface="+mj-ea"/>
                <a:ea typeface="+mj-ea"/>
                <a:cs typeface="+mj-ea"/>
              </a:rPr>
              <a:t>设计         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不考，了解过程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207" name="Text Box 90"/>
          <p:cNvSpPr txBox="1">
            <a:spLocks noChangeArrowheads="1"/>
          </p:cNvSpPr>
          <p:nvPr/>
        </p:nvSpPr>
        <p:spPr bwMode="auto">
          <a:xfrm>
            <a:off x="180000" y="828000"/>
            <a:ext cx="878522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*设计需求：</a:t>
            </a:r>
            <a:r>
              <a:rPr lang="zh-CN" altLang="en-US" sz="2200" b="1" dirty="0">
                <a:latin typeface="宋体" panose="02010600030101010101" pitchFamily="2" charset="-122"/>
              </a:rPr>
              <a:t>基于支持</a:t>
            </a:r>
            <a:r>
              <a:rPr lang="en-US" altLang="zh-CN" sz="2200" b="1" dirty="0">
                <a:latin typeface="宋体" panose="02010600030101010101" pitchFamily="2" charset="-122"/>
              </a:rPr>
              <a:t>7</a:t>
            </a:r>
            <a:r>
              <a:rPr lang="zh-CN" altLang="en-US" sz="2200" b="1" dirty="0">
                <a:latin typeface="宋体" panose="02010600030101010101" pitchFamily="2" charset="-122"/>
              </a:rPr>
              <a:t>条</a:t>
            </a:r>
            <a:r>
              <a:rPr lang="en-US" altLang="zh-CN" sz="2200" b="1" dirty="0">
                <a:latin typeface="宋体" panose="02010600030101010101" pitchFamily="2" charset="-122"/>
              </a:rPr>
              <a:t>MIPS</a:t>
            </a:r>
            <a:r>
              <a:rPr lang="zh-CN" altLang="en-US" sz="2200" b="1" dirty="0">
                <a:latin typeface="宋体" panose="02010600030101010101" pitchFamily="2" charset="-122"/>
              </a:rPr>
              <a:t>指令的数据通路＋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支持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溢出、非法操作码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异常的处理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返回下条、当前指令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异常识别采用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非</a:t>
            </a:r>
            <a:r>
              <a:rPr lang="zh-CN" altLang="en-US" sz="2200" b="1" dirty="0">
                <a:latin typeface="宋体" panose="02010600030101010101" pitchFamily="2" charset="-122"/>
              </a:rPr>
              <a:t>向量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入口地址为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8000 0180H)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7" name="Text Box 82"/>
          <p:cNvSpPr txBox="1">
            <a:spLocks noChangeArrowheads="1"/>
          </p:cNvSpPr>
          <p:nvPr/>
        </p:nvSpPr>
        <p:spPr bwMode="auto">
          <a:xfrm>
            <a:off x="179513" y="2088000"/>
            <a:ext cx="3168351" cy="3300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*异常检测的设计：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检测时间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有效逻辑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异常响应的设计：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所需部件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00000"/>
              </a:lnSpc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响应时间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响应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过程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10" name="Text Box 82"/>
          <p:cNvSpPr txBox="1">
            <a:spLocks noChangeArrowheads="1"/>
          </p:cNvSpPr>
          <p:nvPr/>
        </p:nvSpPr>
        <p:spPr bwMode="auto">
          <a:xfrm>
            <a:off x="2196000" y="3780000"/>
            <a:ext cx="6552852" cy="1607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用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EPC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保存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断点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用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Cause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保存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异常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(12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或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10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0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16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←暂</a:t>
            </a:r>
            <a:r>
              <a:rPr lang="zh-CN" altLang="en-US" sz="1600" b="1" dirty="0">
                <a:latin typeface="宋体" panose="02010600030101010101" pitchFamily="2" charset="-122"/>
              </a:rPr>
              <a:t>不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讨论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PSW</a:t>
            </a:r>
            <a:r>
              <a:rPr lang="zh-CN" altLang="en-US" sz="1600" b="1" spc="-100" dirty="0" smtClean="0">
                <a:latin typeface="+mn-ea"/>
              </a:rPr>
              <a:t>的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保存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   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个请求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同时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检测</a:t>
            </a:r>
            <a:r>
              <a:rPr lang="zh-CN" altLang="en-US" sz="2200" b="1" dirty="0">
                <a:latin typeface="宋体" panose="02010600030101010101" pitchFamily="2" charset="-122"/>
              </a:rPr>
              <a:t>到异常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下个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节拍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←下拍产生</a:t>
            </a:r>
            <a:r>
              <a:rPr lang="en-US" altLang="zh-CN" sz="1800" dirty="0" err="1" smtClean="0">
                <a:latin typeface="+mn-lt"/>
              </a:rPr>
              <a:t>μ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OPCmd</a:t>
            </a:r>
            <a:endParaRPr lang="en-US" altLang="zh-CN" sz="2000" b="1" u="sng" spc="-100" dirty="0">
              <a:solidFill>
                <a:srgbClr val="0070C0"/>
              </a:solidFill>
              <a:latin typeface="+mn-ea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spc="-100" dirty="0" smtClean="0">
                <a:latin typeface="+mn-ea"/>
                <a:ea typeface="+mn-ea"/>
              </a:rPr>
              <a:t>EPC←(PC)</a:t>
            </a:r>
            <a:r>
              <a:rPr lang="zh-CN" altLang="zh-CN" sz="2200" b="1" spc="-100" dirty="0" smtClean="0">
                <a:latin typeface="+mn-ea"/>
                <a:ea typeface="+mn-ea"/>
              </a:rPr>
              <a:t>－</a:t>
            </a:r>
            <a:r>
              <a:rPr lang="en-US" altLang="zh-CN" sz="2200" b="1" spc="-100" dirty="0" smtClean="0">
                <a:latin typeface="+mn-ea"/>
                <a:ea typeface="+mn-ea"/>
              </a:rPr>
              <a:t>4</a:t>
            </a:r>
            <a:r>
              <a:rPr lang="zh-CN" altLang="zh-CN" sz="2200" b="1" spc="-100" dirty="0" smtClean="0">
                <a:latin typeface="+mn-ea"/>
                <a:ea typeface="+mn-ea"/>
              </a:rPr>
              <a:t>、</a:t>
            </a:r>
            <a:r>
              <a:rPr lang="en-US" altLang="zh-CN" sz="2200" b="1" spc="-100" dirty="0" smtClean="0">
                <a:latin typeface="+mn-ea"/>
                <a:ea typeface="+mn-ea"/>
              </a:rPr>
              <a:t>Cause←12</a:t>
            </a:r>
            <a:r>
              <a:rPr lang="zh-CN" altLang="en-US" sz="2200" b="1" spc="-100" dirty="0" smtClean="0">
                <a:solidFill>
                  <a:srgbClr val="990099"/>
                </a:solidFill>
                <a:latin typeface="+mn-ea"/>
                <a:ea typeface="+mn-ea"/>
              </a:rPr>
              <a:t>或</a:t>
            </a:r>
            <a:r>
              <a:rPr lang="en-US" altLang="zh-CN" sz="2200" b="1" spc="-100" dirty="0" smtClean="0">
                <a:latin typeface="+mn-ea"/>
                <a:ea typeface="+mn-ea"/>
              </a:rPr>
              <a:t>10</a:t>
            </a:r>
            <a:r>
              <a:rPr lang="zh-CN" altLang="zh-CN" sz="2200" b="1" spc="-100" dirty="0" smtClean="0">
                <a:latin typeface="+mn-ea"/>
                <a:ea typeface="+mn-ea"/>
              </a:rPr>
              <a:t>、</a:t>
            </a:r>
            <a:r>
              <a:rPr lang="en-US" altLang="zh-CN" sz="2200" b="1" spc="-100" dirty="0" smtClean="0">
                <a:latin typeface="+mn-ea"/>
                <a:ea typeface="+mn-ea"/>
              </a:rPr>
              <a:t>PC←8000 0180H</a:t>
            </a:r>
            <a:endParaRPr lang="en-US" altLang="zh-CN" sz="2200" b="1" spc="-100" dirty="0" smtClean="0">
              <a:latin typeface="+mn-ea"/>
              <a:ea typeface="+mn-ea"/>
            </a:endParaRPr>
          </a:p>
        </p:txBody>
      </p:sp>
      <p:sp>
        <p:nvSpPr>
          <p:cNvPr id="17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5145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190805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76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5" name="Text Box 82"/>
          <p:cNvSpPr txBox="1">
            <a:spLocks noChangeArrowheads="1"/>
          </p:cNvSpPr>
          <p:nvPr/>
        </p:nvSpPr>
        <p:spPr bwMode="auto">
          <a:xfrm>
            <a:off x="2196000" y="2520000"/>
            <a:ext cx="6408837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OF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在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拍</a:t>
            </a:r>
            <a:r>
              <a:rPr lang="zh-CN" altLang="en-US" sz="2200" b="1" dirty="0">
                <a:latin typeface="宋体" panose="02010600030101010101" pitchFamily="2" charset="-122"/>
              </a:rPr>
              <a:t>检测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err="1" smtClean="0">
                <a:latin typeface="+mn-ea"/>
                <a:sym typeface="+mn-ea"/>
              </a:rPr>
              <a:t>ErrCode</a:t>
            </a:r>
            <a:r>
              <a:rPr lang="en-US" altLang="zh-CN" sz="1600" b="1" dirty="0" smtClean="0">
                <a:latin typeface="+mn-ea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非法操作码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信号线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 err="1" smtClean="0">
                <a:latin typeface="+mn-ea"/>
                <a:sym typeface="+mn-ea"/>
              </a:rPr>
              <a:t>在</a:t>
            </a:r>
            <a:r>
              <a:rPr lang="en-US" altLang="zh-CN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拍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检测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add+sub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200" b="1" dirty="0" smtClean="0">
                <a:latin typeface="+mn-lt"/>
              </a:rPr>
              <a:t>·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2</a:t>
            </a:r>
            <a:r>
              <a:rPr lang="en-US" altLang="zh-CN" sz="2200" b="1" dirty="0" smtClean="0"/>
              <a:t>·</a:t>
            </a:r>
            <a:r>
              <a:rPr lang="en-US" altLang="zh-CN" sz="2200" b="1" dirty="0" smtClean="0">
                <a:latin typeface="+mn-ea"/>
                <a:ea typeface="+mn-ea"/>
              </a:rPr>
              <a:t>OF+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1</a:t>
            </a:r>
            <a:r>
              <a:rPr lang="en-US" altLang="zh-CN" sz="2200" b="1" dirty="0" smtClean="0"/>
              <a:t>·</a:t>
            </a:r>
            <a:r>
              <a:rPr lang="en-US" altLang="zh-CN" sz="2200" b="1" dirty="0" smtClean="0">
                <a:latin typeface="+mn-ea"/>
                <a:ea typeface="+mn-ea"/>
              </a:rPr>
              <a:t>ErrCode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14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54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90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3" name="AutoShape 97">
            <a:hlinkClick r:id="" tooltip="" action="ppaction://hlinkshowjump?jump=next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6200000">
            <a:off x="2988000" y="6524450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82"/>
          <p:cNvSpPr txBox="1">
            <a:spLocks noChangeArrowheads="1"/>
          </p:cNvSpPr>
          <p:nvPr/>
        </p:nvSpPr>
        <p:spPr bwMode="auto">
          <a:xfrm>
            <a:off x="179705" y="360000"/>
            <a:ext cx="287782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*数据通路的组织：</a:t>
            </a:r>
            <a:endParaRPr lang="en-US" altLang="zh-CN" sz="1800" b="1" spc="-50" dirty="0" smtClean="0">
              <a:latin typeface="宋体" panose="02010600030101010101" pitchFamily="2" charset="-122"/>
              <a:ea typeface="+mn-ea"/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2483768" y="1640642"/>
            <a:ext cx="5982710" cy="3062436"/>
            <a:chOff x="2483768" y="1518692"/>
            <a:chExt cx="5982710" cy="3062436"/>
          </a:xfrm>
        </p:grpSpPr>
        <p:sp>
          <p:nvSpPr>
            <p:cNvPr id="177" name="TextBox 176"/>
            <p:cNvSpPr txBox="1"/>
            <p:nvPr/>
          </p:nvSpPr>
          <p:spPr>
            <a:xfrm>
              <a:off x="2483768" y="3861492"/>
              <a:ext cx="5980468" cy="719636"/>
            </a:xfrm>
            <a:prstGeom prst="rect">
              <a:avLst/>
            </a:prstGeom>
            <a:solidFill>
              <a:srgbClr val="CCCC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endParaRPr lang="zh-CN" altLang="en-US" sz="1600" b="1" spc="-200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 bwMode="auto">
            <a:xfrm>
              <a:off x="2483768" y="3861048"/>
              <a:ext cx="5976664" cy="44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5" name="TextBox 144"/>
            <p:cNvSpPr txBox="1"/>
            <p:nvPr/>
          </p:nvSpPr>
          <p:spPr>
            <a:xfrm>
              <a:off x="6854077" y="1518692"/>
              <a:ext cx="814016" cy="216024"/>
            </a:xfrm>
            <a:prstGeom prst="rect">
              <a:avLst/>
            </a:prstGeom>
            <a:solidFill>
              <a:srgbClr val="CCCCFF"/>
            </a:solidFill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spc="-200" dirty="0" smtClean="0">
                  <a:latin typeface="+mn-ea"/>
                  <a:ea typeface="+mn-ea"/>
                  <a:cs typeface="Times New Roman" panose="02020603050405020304" pitchFamily="18" charset="0"/>
                </a:rPr>
                <a:t>80000180H</a:t>
              </a:r>
              <a:endParaRPr lang="zh-CN" altLang="en-US" sz="1600" b="1" spc="-200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8" name="Text Box 18"/>
            <p:cNvSpPr txBox="1">
              <a:spLocks noChangeArrowheads="1"/>
            </p:cNvSpPr>
            <p:nvPr/>
          </p:nvSpPr>
          <p:spPr bwMode="auto">
            <a:xfrm>
              <a:off x="3131841" y="3933056"/>
              <a:ext cx="504055" cy="2889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131840" y="41186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0" name="矩形 149"/>
            <p:cNvSpPr/>
            <p:nvPr/>
          </p:nvSpPr>
          <p:spPr bwMode="auto">
            <a:xfrm>
              <a:off x="3140224" y="3969504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1" name="直接连接符 150"/>
            <p:cNvCxnSpPr/>
            <p:nvPr/>
          </p:nvCxnSpPr>
          <p:spPr>
            <a:xfrm>
              <a:off x="2915168" y="4005064"/>
              <a:ext cx="21667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2915816" y="4157464"/>
              <a:ext cx="21667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/>
            <p:cNvSpPr txBox="1"/>
            <p:nvPr/>
          </p:nvSpPr>
          <p:spPr>
            <a:xfrm>
              <a:off x="2619672" y="3891528"/>
              <a:ext cx="296144" cy="3960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12</a:t>
              </a:r>
              <a:endParaRPr lang="en-US" altLang="zh-CN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10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55" name="直接连接符 154"/>
            <p:cNvCxnSpPr/>
            <p:nvPr/>
          </p:nvCxnSpPr>
          <p:spPr>
            <a:xfrm>
              <a:off x="3635896" y="4077072"/>
              <a:ext cx="21667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 Box 323"/>
            <p:cNvSpPr txBox="1">
              <a:spLocks noChangeArrowheads="1"/>
            </p:cNvSpPr>
            <p:nvPr/>
          </p:nvSpPr>
          <p:spPr bwMode="auto">
            <a:xfrm>
              <a:off x="3851919" y="3933056"/>
              <a:ext cx="864097" cy="29012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Cause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57" name="Text Box 18"/>
            <p:cNvSpPr txBox="1">
              <a:spLocks noChangeArrowheads="1"/>
            </p:cNvSpPr>
            <p:nvPr/>
          </p:nvSpPr>
          <p:spPr bwMode="auto">
            <a:xfrm>
              <a:off x="6660881" y="3933056"/>
              <a:ext cx="504055" cy="28892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6660880" y="41186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6669264" y="3969504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60" name="直接连接符 159"/>
            <p:cNvCxnSpPr/>
            <p:nvPr/>
          </p:nvCxnSpPr>
          <p:spPr>
            <a:xfrm>
              <a:off x="6480212" y="4005064"/>
              <a:ext cx="180668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5148064" y="4149080"/>
              <a:ext cx="1513464" cy="444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7164936" y="4077072"/>
              <a:ext cx="21667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 Box 323"/>
            <p:cNvSpPr txBox="1">
              <a:spLocks noChangeArrowheads="1"/>
            </p:cNvSpPr>
            <p:nvPr/>
          </p:nvSpPr>
          <p:spPr bwMode="auto">
            <a:xfrm>
              <a:off x="7380959" y="3933056"/>
              <a:ext cx="864097" cy="29012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EPC</a:t>
              </a:r>
              <a:endParaRPr kumimoji="1"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5" name="直接连接符 164"/>
            <p:cNvCxnSpPr/>
            <p:nvPr/>
          </p:nvCxnSpPr>
          <p:spPr bwMode="auto">
            <a:xfrm>
              <a:off x="6480212" y="2554362"/>
              <a:ext cx="0" cy="145070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直接连接符 166"/>
            <p:cNvCxnSpPr/>
            <p:nvPr/>
          </p:nvCxnSpPr>
          <p:spPr bwMode="auto">
            <a:xfrm>
              <a:off x="5148064" y="2706762"/>
              <a:ext cx="0" cy="144276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71" name="直接连接符 170"/>
            <p:cNvCxnSpPr/>
            <p:nvPr/>
          </p:nvCxnSpPr>
          <p:spPr bwMode="auto">
            <a:xfrm flipH="1">
              <a:off x="2483768" y="3861048"/>
              <a:ext cx="2242" cy="7200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/>
          </p:nvCxnSpPr>
          <p:spPr bwMode="auto">
            <a:xfrm flipH="1">
              <a:off x="8464236" y="3861048"/>
              <a:ext cx="2242" cy="72008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6" name="TextBox 175"/>
            <p:cNvSpPr txBox="1"/>
            <p:nvPr/>
          </p:nvSpPr>
          <p:spPr>
            <a:xfrm>
              <a:off x="5076056" y="4221088"/>
              <a:ext cx="1152650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中断机构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78" name="直接连接符 177"/>
            <p:cNvCxnSpPr/>
            <p:nvPr/>
          </p:nvCxnSpPr>
          <p:spPr bwMode="auto">
            <a:xfrm flipV="1">
              <a:off x="4254266" y="4221982"/>
              <a:ext cx="0" cy="1572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80" name="直接连接符 179"/>
            <p:cNvCxnSpPr/>
            <p:nvPr/>
          </p:nvCxnSpPr>
          <p:spPr bwMode="auto">
            <a:xfrm flipV="1">
              <a:off x="3419872" y="4221088"/>
              <a:ext cx="0" cy="1572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81" name="直接连接符 180"/>
            <p:cNvCxnSpPr/>
            <p:nvPr/>
          </p:nvCxnSpPr>
          <p:spPr bwMode="auto">
            <a:xfrm flipV="1">
              <a:off x="7812360" y="4257986"/>
              <a:ext cx="0" cy="1572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82" name="直接连接符 181"/>
            <p:cNvCxnSpPr/>
            <p:nvPr/>
          </p:nvCxnSpPr>
          <p:spPr bwMode="auto">
            <a:xfrm flipV="1">
              <a:off x="6948264" y="4221088"/>
              <a:ext cx="0" cy="1572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83" name="TextBox 182"/>
            <p:cNvSpPr txBox="1"/>
            <p:nvPr/>
          </p:nvSpPr>
          <p:spPr>
            <a:xfrm>
              <a:off x="3921327" y="4365104"/>
              <a:ext cx="86669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CauseWr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2771800" y="4365104"/>
              <a:ext cx="100232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IntCause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524328" y="4365104"/>
              <a:ext cx="65067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EPCWr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6444208" y="4365104"/>
              <a:ext cx="900593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RetType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92" name="Text Box 82"/>
          <p:cNvSpPr txBox="1">
            <a:spLocks noChangeArrowheads="1"/>
          </p:cNvSpPr>
          <p:nvPr/>
        </p:nvSpPr>
        <p:spPr bwMode="auto">
          <a:xfrm>
            <a:off x="179512" y="4767420"/>
            <a:ext cx="8856984" cy="1216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响应过程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OPCmd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序列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种异常略有差别，均为一</a:t>
            </a:r>
            <a:r>
              <a:rPr lang="zh-CN" altLang="en-US" sz="2000" b="1" dirty="0">
                <a:latin typeface="宋体" panose="02010600030101010101" pitchFamily="2" charset="-122"/>
              </a:rPr>
              <a:t>个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节拍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14000"/>
              </a:lnSpc>
            </a:pPr>
            <a:r>
              <a:rPr lang="en-US" altLang="zh-CN" sz="2000" b="1" kern="0" dirty="0" smtClean="0">
                <a:latin typeface="+mn-ea"/>
                <a:ea typeface="+mn-ea"/>
              </a:rPr>
              <a:t>          </a:t>
            </a:r>
            <a:r>
              <a:rPr lang="en-US" altLang="zh-CN" sz="2000" b="1" kern="0" dirty="0" err="1" smtClean="0">
                <a:latin typeface="+mn-ea"/>
                <a:ea typeface="+mn-ea"/>
              </a:rPr>
              <a:t>ALUAsrc</a:t>
            </a:r>
            <a:r>
              <a:rPr lang="zh-CN" altLang="en-US" sz="2000" b="1" kern="0" dirty="0" smtClean="0">
                <a:latin typeface="+mn-ea"/>
                <a:ea typeface="+mn-ea"/>
              </a:rPr>
              <a:t>＝</a:t>
            </a:r>
            <a:r>
              <a:rPr lang="en-US" altLang="zh-CN" sz="2000" b="1" kern="0" dirty="0" smtClean="0">
                <a:latin typeface="+mn-ea"/>
                <a:ea typeface="+mn-ea"/>
              </a:rPr>
              <a:t>1</a:t>
            </a:r>
            <a:r>
              <a:rPr lang="zh-CN" altLang="en-US" sz="2000" b="1" kern="0" dirty="0" smtClean="0">
                <a:latin typeface="+mn-ea"/>
                <a:ea typeface="+mn-ea"/>
              </a:rPr>
              <a:t>、</a:t>
            </a:r>
            <a:r>
              <a:rPr lang="en-US" altLang="zh-CN" sz="2000" b="1" kern="0" dirty="0" err="1" smtClean="0">
                <a:latin typeface="+mn-ea"/>
                <a:ea typeface="+mn-ea"/>
              </a:rPr>
              <a:t>ALUBsrc</a:t>
            </a:r>
            <a:r>
              <a:rPr lang="zh-CN" altLang="en-US" sz="2000" b="1" kern="0" dirty="0" smtClean="0">
                <a:latin typeface="+mn-ea"/>
                <a:ea typeface="+mn-ea"/>
              </a:rPr>
              <a:t>＝</a:t>
            </a:r>
            <a:r>
              <a:rPr lang="en-US" altLang="zh-CN" sz="2000" b="1" kern="0" dirty="0" smtClean="0">
                <a:latin typeface="+mn-ea"/>
                <a:ea typeface="+mn-ea"/>
              </a:rPr>
              <a:t>3</a:t>
            </a:r>
            <a:r>
              <a:rPr lang="zh-CN" altLang="en-US" sz="2000" b="1" kern="0" dirty="0" smtClean="0">
                <a:latin typeface="+mn-ea"/>
                <a:ea typeface="+mn-ea"/>
              </a:rPr>
              <a:t>、</a:t>
            </a:r>
            <a:r>
              <a:rPr lang="en-US" altLang="zh-CN" sz="2000" b="1" kern="0" dirty="0" err="1" smtClean="0">
                <a:latin typeface="+mn-ea"/>
                <a:ea typeface="+mn-ea"/>
              </a:rPr>
              <a:t>ALUctr</a:t>
            </a:r>
            <a:r>
              <a:rPr lang="zh-CN" altLang="en-US" sz="2000" b="1" kern="0" dirty="0" smtClean="0">
                <a:latin typeface="+mn-ea"/>
                <a:ea typeface="+mn-ea"/>
              </a:rPr>
              <a:t>＝</a:t>
            </a:r>
            <a:r>
              <a:rPr lang="en-US" altLang="zh-CN" sz="2000" b="1" kern="0" dirty="0" smtClean="0">
                <a:latin typeface="+mn-ea"/>
                <a:ea typeface="+mn-ea"/>
              </a:rPr>
              <a:t>1</a:t>
            </a:r>
            <a:r>
              <a:rPr lang="zh-CN" altLang="en-US" sz="2000" b="1" kern="0" dirty="0" smtClean="0">
                <a:latin typeface="+mn-ea"/>
                <a:ea typeface="+mn-ea"/>
              </a:rPr>
              <a:t>、</a:t>
            </a:r>
            <a:r>
              <a:rPr lang="en-US" altLang="zh-CN" sz="2000" b="1" kern="0" dirty="0" err="1" smtClean="0">
                <a:latin typeface="+mn-ea"/>
                <a:ea typeface="+mn-ea"/>
              </a:rPr>
              <a:t>RetType</a:t>
            </a:r>
            <a:r>
              <a:rPr lang="zh-CN" altLang="en-US" sz="2000" b="1" kern="0" dirty="0" smtClean="0">
                <a:latin typeface="+mn-ea"/>
                <a:ea typeface="+mn-ea"/>
              </a:rPr>
              <a:t>＝</a:t>
            </a:r>
            <a:r>
              <a:rPr lang="en-US" altLang="zh-CN" sz="2000" b="1" kern="0" dirty="0" smtClean="0">
                <a:solidFill>
                  <a:srgbClr val="990099"/>
                </a:solidFill>
                <a:latin typeface="+mn-ea"/>
                <a:ea typeface="+mn-ea"/>
              </a:rPr>
              <a:t>0</a:t>
            </a:r>
            <a:r>
              <a:rPr lang="zh-CN" altLang="en-US" sz="2000" b="1" kern="0" dirty="0" smtClean="0">
                <a:solidFill>
                  <a:srgbClr val="990099"/>
                </a:solidFill>
                <a:latin typeface="+mn-ea"/>
                <a:ea typeface="+mn-ea"/>
              </a:rPr>
              <a:t>或</a:t>
            </a:r>
            <a:r>
              <a:rPr lang="en-US" altLang="zh-CN" sz="2000" b="1" kern="0" dirty="0" smtClean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lang="zh-CN" altLang="en-US" sz="2000" b="1" kern="0" dirty="0" smtClean="0">
                <a:latin typeface="+mn-ea"/>
                <a:ea typeface="+mn-ea"/>
              </a:rPr>
              <a:t>、</a:t>
            </a:r>
            <a:endParaRPr lang="en-US" altLang="zh-CN" sz="2000" b="1" kern="0" dirty="0" smtClean="0">
              <a:latin typeface="+mn-ea"/>
              <a:ea typeface="+mn-ea"/>
            </a:endParaRPr>
          </a:p>
          <a:p>
            <a:pPr marL="1524000" indent="-1524000" algn="l">
              <a:lnSpc>
                <a:spcPct val="114000"/>
              </a:lnSpc>
            </a:pPr>
            <a:r>
              <a:rPr lang="en-US" altLang="zh-CN" sz="2000" b="1" kern="0" dirty="0">
                <a:latin typeface="+mn-ea"/>
                <a:ea typeface="+mn-ea"/>
              </a:rPr>
              <a:t> </a:t>
            </a:r>
            <a:r>
              <a:rPr lang="en-US" altLang="zh-CN" sz="2000" b="1" kern="0" dirty="0" smtClean="0">
                <a:latin typeface="+mn-ea"/>
                <a:ea typeface="+mn-ea"/>
              </a:rPr>
              <a:t>         </a:t>
            </a:r>
            <a:r>
              <a:rPr lang="en-US" altLang="zh-CN" sz="2000" b="1" kern="0" dirty="0" err="1" smtClean="0">
                <a:latin typeface="+mn-ea"/>
                <a:ea typeface="+mn-ea"/>
              </a:rPr>
              <a:t>EPCWr</a:t>
            </a:r>
            <a:r>
              <a:rPr lang="zh-CN" altLang="en-US" sz="2000" b="1" kern="0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kern="0" dirty="0" err="1" smtClean="0">
                <a:latin typeface="宋体" panose="02010600030101010101" pitchFamily="2" charset="-122"/>
              </a:rPr>
              <a:t>IntCause</a:t>
            </a:r>
            <a:r>
              <a:rPr lang="zh-CN" altLang="en-US" sz="2000" b="1" kern="0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kern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kern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000" b="1" kern="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000" b="1" kern="0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kern="0" dirty="0" err="1" smtClean="0">
                <a:latin typeface="宋体" panose="02010600030101010101" pitchFamily="2" charset="-122"/>
              </a:rPr>
              <a:t>CauseWr</a:t>
            </a:r>
            <a:r>
              <a:rPr lang="zh-CN" altLang="en-US" sz="2000" b="1" kern="0" dirty="0" smtClean="0">
                <a:latin typeface="宋体" panose="02010600030101010101" pitchFamily="2" charset="-122"/>
              </a:rPr>
              <a:t>，</a:t>
            </a:r>
            <a:r>
              <a:rPr lang="en-US" altLang="zh-CN" sz="2000" b="1" kern="0" dirty="0" err="1" smtClean="0">
                <a:latin typeface="宋体" panose="02010600030101010101" pitchFamily="2" charset="-122"/>
              </a:rPr>
              <a:t>PCsrc</a:t>
            </a:r>
            <a:r>
              <a:rPr lang="zh-CN" altLang="en-US" sz="2000" b="1" kern="0" dirty="0" smtClean="0">
                <a:latin typeface="宋体" panose="02010600030101010101" pitchFamily="2" charset="-122"/>
              </a:rPr>
              <a:t>＝</a:t>
            </a:r>
            <a:r>
              <a:rPr lang="en-US" altLang="zh-CN" sz="2000" b="1" kern="0" dirty="0" smtClean="0">
                <a:latin typeface="宋体" panose="02010600030101010101" pitchFamily="2" charset="-122"/>
              </a:rPr>
              <a:t>3</a:t>
            </a:r>
            <a:r>
              <a:rPr lang="zh-CN" altLang="en-US" sz="2000" b="1" kern="0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kern="0" dirty="0" err="1" smtClean="0">
                <a:latin typeface="宋体" panose="02010600030101010101" pitchFamily="2" charset="-122"/>
              </a:rPr>
              <a:t>PCWr</a:t>
            </a:r>
            <a:endParaRPr lang="en-US" altLang="zh-CN" sz="2000" b="1" kern="0" dirty="0" err="1" smtClean="0">
              <a:latin typeface="宋体" panose="02010600030101010101" pitchFamily="2" charset="-122"/>
            </a:endParaRPr>
          </a:p>
        </p:txBody>
      </p:sp>
      <p:grpSp>
        <p:nvGrpSpPr>
          <p:cNvPr id="194" name="组合 193"/>
          <p:cNvGrpSpPr/>
          <p:nvPr/>
        </p:nvGrpSpPr>
        <p:grpSpPr>
          <a:xfrm>
            <a:off x="899592" y="886654"/>
            <a:ext cx="7992888" cy="3024336"/>
            <a:chOff x="899592" y="1268760"/>
            <a:chExt cx="7992888" cy="3024336"/>
          </a:xfrm>
        </p:grpSpPr>
        <p:cxnSp>
          <p:nvCxnSpPr>
            <p:cNvPr id="5" name="直接连接符 8"/>
            <p:cNvCxnSpPr/>
            <p:nvPr/>
          </p:nvCxnSpPr>
          <p:spPr>
            <a:xfrm flipV="1">
              <a:off x="7668344" y="3068960"/>
              <a:ext cx="144016" cy="2098"/>
            </a:xfrm>
            <a:prstGeom prst="straightConnector1">
              <a:avLst/>
            </a:prstGeom>
            <a:ln w="1905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 Box 323"/>
            <p:cNvSpPr txBox="1">
              <a:spLocks noChangeArrowheads="1"/>
            </p:cNvSpPr>
            <p:nvPr/>
          </p:nvSpPr>
          <p:spPr bwMode="auto">
            <a:xfrm>
              <a:off x="3635896" y="2564904"/>
              <a:ext cx="723618" cy="72008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GPRs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7" name="Text Box 363"/>
            <p:cNvSpPr txBox="1">
              <a:spLocks noChangeArrowheads="1"/>
            </p:cNvSpPr>
            <p:nvPr/>
          </p:nvSpPr>
          <p:spPr bwMode="auto">
            <a:xfrm>
              <a:off x="2483768" y="2420888"/>
              <a:ext cx="360040" cy="72008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t" anchorCtr="0"/>
            <a:lstStyle/>
            <a:p>
              <a:pPr>
                <a:lnSpc>
                  <a:spcPct val="8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rd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rt</a:t>
              </a:r>
              <a:endParaRPr kumimoji="1" lang="en-US" altLang="zh-CN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rs</a:t>
              </a:r>
              <a:endParaRPr kumimoji="1" lang="en-US" altLang="zh-CN" sz="18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>
              <a:off x="2483768" y="2224802"/>
              <a:ext cx="0" cy="170825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/>
            <p:nvPr/>
          </p:nvCxnSpPr>
          <p:spPr>
            <a:xfrm>
              <a:off x="5797031" y="3284984"/>
              <a:ext cx="215129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utoShape 15"/>
            <p:cNvSpPr>
              <a:spLocks noChangeArrowheads="1"/>
            </p:cNvSpPr>
            <p:nvPr/>
          </p:nvSpPr>
          <p:spPr bwMode="auto">
            <a:xfrm rot="16200000">
              <a:off x="5724621" y="2852444"/>
              <a:ext cx="936104" cy="361023"/>
            </a:xfrm>
            <a:prstGeom prst="flowChartManualOperation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350106" y="2780929"/>
              <a:ext cx="28225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2483768" y="2969394"/>
              <a:ext cx="114859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486010" y="3140968"/>
              <a:ext cx="114634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35"/>
            <p:cNvCxnSpPr>
              <a:stCxn id="41" idx="1"/>
            </p:cNvCxnSpPr>
            <p:nvPr/>
          </p:nvCxnSpPr>
          <p:spPr>
            <a:xfrm rot="10800000" flipV="1">
              <a:off x="3491233" y="1773262"/>
              <a:ext cx="288681" cy="873131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auto">
            <a:xfrm flipV="1">
              <a:off x="4211960" y="3284984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6" name="直接连接符 8"/>
            <p:cNvCxnSpPr>
              <a:stCxn id="89" idx="2"/>
            </p:cNvCxnSpPr>
            <p:nvPr/>
          </p:nvCxnSpPr>
          <p:spPr>
            <a:xfrm flipH="1" flipV="1">
              <a:off x="1187624" y="1988840"/>
              <a:ext cx="6984776" cy="396044"/>
            </a:xfrm>
            <a:prstGeom prst="bentConnector3">
              <a:avLst>
                <a:gd name="adj1" fmla="val -2025"/>
              </a:avLst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 bwMode="auto">
            <a:xfrm flipV="1">
              <a:off x="8388424" y="3717032"/>
              <a:ext cx="0" cy="360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>
            <a:xfrm>
              <a:off x="6373183" y="2780928"/>
              <a:ext cx="575081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6373185" y="2852935"/>
              <a:ext cx="359055" cy="1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452579" y="1268760"/>
              <a:ext cx="279661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ZF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62240" y="4077072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ALUctr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21520" y="4077072"/>
              <a:ext cx="69244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75423" y="2646394"/>
              <a:ext cx="308345" cy="710598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lstStyle/>
            <a:p>
              <a:r>
                <a:rPr lang="zh-CN" altLang="en-US" sz="1800" b="1" dirty="0">
                  <a:latin typeface="+mn-ea"/>
                  <a:ea typeface="+mn-ea"/>
                  <a:cs typeface="Times New Roman" panose="02020603050405020304" pitchFamily="18" charset="0"/>
                </a:rPr>
                <a:t>指令字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/>
            <p:cNvSpPr/>
            <p:nvPr/>
          </p:nvSpPr>
          <p:spPr bwMode="auto">
            <a:xfrm>
              <a:off x="3059832" y="2752351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3068216" y="2593841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2486010" y="3789040"/>
              <a:ext cx="1137452" cy="0"/>
            </a:xfrm>
            <a:prstGeom prst="line">
              <a:avLst/>
            </a:prstGeom>
            <a:ln w="15875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486010" y="2636912"/>
              <a:ext cx="571902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103"/>
            <p:cNvCxnSpPr/>
            <p:nvPr/>
          </p:nvCxnSpPr>
          <p:spPr>
            <a:xfrm flipV="1">
              <a:off x="2843808" y="2780928"/>
              <a:ext cx="214104" cy="185544"/>
            </a:xfrm>
            <a:prstGeom prst="bentConnector3">
              <a:avLst>
                <a:gd name="adj1" fmla="val -843"/>
              </a:avLst>
            </a:prstGeom>
            <a:ln w="12700">
              <a:solidFill>
                <a:srgbClr val="CC33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 Box 323"/>
            <p:cNvSpPr txBox="1">
              <a:spLocks noChangeArrowheads="1"/>
            </p:cNvSpPr>
            <p:nvPr/>
          </p:nvSpPr>
          <p:spPr bwMode="auto">
            <a:xfrm>
              <a:off x="3632358" y="3645024"/>
              <a:ext cx="723617" cy="28803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 smtClean="0">
                  <a:latin typeface="宋体" panose="02010600030101010101" pitchFamily="2" charset="-122"/>
                </a:rPr>
                <a:t>ExtU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18"/>
            <p:cNvSpPr txBox="1">
              <a:spLocks noChangeArrowheads="1"/>
            </p:cNvSpPr>
            <p:nvPr/>
          </p:nvSpPr>
          <p:spPr bwMode="auto">
            <a:xfrm rot="16200000">
              <a:off x="5364536" y="2636465"/>
              <a:ext cx="576063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5508104" y="2964300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5516488" y="2525921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 flipV="1">
              <a:off x="5795528" y="2783454"/>
              <a:ext cx="216632" cy="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483768" y="3573016"/>
              <a:ext cx="535438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imme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 bwMode="auto">
            <a:xfrm>
              <a:off x="1691680" y="2348880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6" name="直接连接符 35"/>
            <p:cNvCxnSpPr/>
            <p:nvPr/>
          </p:nvCxnSpPr>
          <p:spPr bwMode="auto">
            <a:xfrm flipH="1" flipV="1">
              <a:off x="3995936" y="3933056"/>
              <a:ext cx="1769" cy="1440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37" name="TextBox 36"/>
            <p:cNvSpPr txBox="1"/>
            <p:nvPr/>
          </p:nvSpPr>
          <p:spPr>
            <a:xfrm>
              <a:off x="1475656" y="4077072"/>
              <a:ext cx="50405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IRWr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685976" y="4077072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Extctr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9" name="直接连接符 46"/>
            <p:cNvCxnSpPr/>
            <p:nvPr/>
          </p:nvCxnSpPr>
          <p:spPr bwMode="auto">
            <a:xfrm flipV="1">
              <a:off x="3275856" y="3391948"/>
              <a:ext cx="718310" cy="685124"/>
            </a:xfrm>
            <a:prstGeom prst="bentConnector3">
              <a:avLst>
                <a:gd name="adj1" fmla="val 334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0" name="TextBox 39"/>
            <p:cNvSpPr txBox="1"/>
            <p:nvPr/>
          </p:nvSpPr>
          <p:spPr>
            <a:xfrm>
              <a:off x="5177938" y="4077072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ALUAsrc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18"/>
            <p:cNvSpPr txBox="1">
              <a:spLocks noChangeArrowheads="1"/>
            </p:cNvSpPr>
            <p:nvPr/>
          </p:nvSpPr>
          <p:spPr bwMode="auto">
            <a:xfrm>
              <a:off x="3779913" y="1628800"/>
              <a:ext cx="504055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36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4203576" y="1663602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4211960" y="1807618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 flipV="1">
              <a:off x="3491232" y="2636914"/>
              <a:ext cx="144664" cy="892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 Box 323"/>
            <p:cNvSpPr txBox="1">
              <a:spLocks noChangeArrowheads="1"/>
            </p:cNvSpPr>
            <p:nvPr/>
          </p:nvSpPr>
          <p:spPr bwMode="auto">
            <a:xfrm>
              <a:off x="7812360" y="2996952"/>
              <a:ext cx="648072" cy="72846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DMEM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6" name="直接连接符 8"/>
            <p:cNvCxnSpPr/>
            <p:nvPr/>
          </p:nvCxnSpPr>
          <p:spPr>
            <a:xfrm rot="5400000" flipH="1" flipV="1">
              <a:off x="7555873" y="2742069"/>
              <a:ext cx="439825" cy="215381"/>
            </a:xfrm>
            <a:prstGeom prst="bentConnector3">
              <a:avLst>
                <a:gd name="adj1" fmla="val 100738"/>
              </a:avLst>
            </a:prstGeom>
            <a:ln w="19050">
              <a:solidFill>
                <a:schemeClr val="accent2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8"/>
            <p:cNvCxnSpPr/>
            <p:nvPr/>
          </p:nvCxnSpPr>
          <p:spPr>
            <a:xfrm rot="10800000">
              <a:off x="4283972" y="1844828"/>
              <a:ext cx="3384372" cy="997584"/>
            </a:xfrm>
            <a:prstGeom prst="bentConnector3">
              <a:avLst>
                <a:gd name="adj1" fmla="val -2615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7452320" y="4077072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172400" y="4077072"/>
              <a:ext cx="720080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MEMRd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 bwMode="auto">
            <a:xfrm flipV="1">
              <a:off x="7884368" y="3717032"/>
              <a:ext cx="0" cy="3600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2771800" y="12687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RegAsrc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 flipV="1">
              <a:off x="8172400" y="3792098"/>
              <a:ext cx="0" cy="140957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4" name="TextBox 53"/>
            <p:cNvSpPr txBox="1"/>
            <p:nvPr/>
          </p:nvSpPr>
          <p:spPr>
            <a:xfrm>
              <a:off x="2483768" y="2132856"/>
              <a:ext cx="612068" cy="21691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 err="1" smtClean="0">
                  <a:latin typeface="+mn-ea"/>
                  <a:ea typeface="+mn-ea"/>
                  <a:cs typeface="Times New Roman" panose="02020603050405020304" pitchFamily="18" charset="0"/>
                </a:rPr>
                <a:t>addr</a:t>
              </a:r>
              <a:endParaRPr lang="zh-CN" altLang="en-US" sz="18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323"/>
            <p:cNvSpPr txBox="1">
              <a:spLocks noChangeArrowheads="1"/>
            </p:cNvSpPr>
            <p:nvPr/>
          </p:nvSpPr>
          <p:spPr bwMode="auto">
            <a:xfrm>
              <a:off x="1328102" y="2562808"/>
              <a:ext cx="651610" cy="29012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1979712" y="2668280"/>
              <a:ext cx="14401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187"/>
            <p:cNvCxnSpPr>
              <a:endCxn id="55" idx="1"/>
            </p:cNvCxnSpPr>
            <p:nvPr/>
          </p:nvCxnSpPr>
          <p:spPr>
            <a:xfrm rot="16200000" flipH="1">
              <a:off x="898347" y="2278117"/>
              <a:ext cx="719032" cy="140478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V="1">
              <a:off x="1187624" y="3356991"/>
              <a:ext cx="144016" cy="89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187"/>
            <p:cNvCxnSpPr/>
            <p:nvPr/>
          </p:nvCxnSpPr>
          <p:spPr>
            <a:xfrm rot="16200000" flipH="1">
              <a:off x="1061272" y="3479128"/>
              <a:ext cx="392056" cy="148680"/>
            </a:xfrm>
            <a:prstGeom prst="bentConnector3">
              <a:avLst>
                <a:gd name="adj1" fmla="val 101829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 Box 323"/>
            <p:cNvSpPr txBox="1">
              <a:spLocks noChangeArrowheads="1"/>
            </p:cNvSpPr>
            <p:nvPr/>
          </p:nvSpPr>
          <p:spPr bwMode="auto">
            <a:xfrm>
              <a:off x="1331640" y="2994855"/>
              <a:ext cx="648072" cy="50615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IMEM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1" name="直接连接符 199"/>
            <p:cNvCxnSpPr/>
            <p:nvPr/>
          </p:nvCxnSpPr>
          <p:spPr bwMode="auto">
            <a:xfrm>
              <a:off x="1079612" y="3104962"/>
              <a:ext cx="18002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62" name="直接连接符 61"/>
            <p:cNvCxnSpPr/>
            <p:nvPr/>
          </p:nvCxnSpPr>
          <p:spPr>
            <a:xfrm>
              <a:off x="1979712" y="3762751"/>
              <a:ext cx="50405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>
              <a:off x="1907704" y="1556792"/>
              <a:ext cx="4824536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 Box 323"/>
            <p:cNvSpPr txBox="1">
              <a:spLocks noChangeArrowheads="1"/>
            </p:cNvSpPr>
            <p:nvPr/>
          </p:nvSpPr>
          <p:spPr bwMode="auto">
            <a:xfrm>
              <a:off x="4499992" y="2994855"/>
              <a:ext cx="216023" cy="29012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A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323"/>
            <p:cNvSpPr txBox="1">
              <a:spLocks noChangeArrowheads="1"/>
            </p:cNvSpPr>
            <p:nvPr/>
          </p:nvSpPr>
          <p:spPr bwMode="auto">
            <a:xfrm>
              <a:off x="4499992" y="2564904"/>
              <a:ext cx="216023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B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>
            <a:xfrm>
              <a:off x="4355976" y="3140968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4355976" y="2708920"/>
              <a:ext cx="149787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 bwMode="auto">
            <a:xfrm flipV="1">
              <a:off x="4609368" y="3284984"/>
              <a:ext cx="0" cy="12363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69" name="直接连接符 68"/>
            <p:cNvCxnSpPr/>
            <p:nvPr/>
          </p:nvCxnSpPr>
          <p:spPr bwMode="auto">
            <a:xfrm>
              <a:off x="4609368" y="2454508"/>
              <a:ext cx="0" cy="110396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70" name="直接连接符 69"/>
            <p:cNvCxnSpPr/>
            <p:nvPr/>
          </p:nvCxnSpPr>
          <p:spPr bwMode="auto">
            <a:xfrm>
              <a:off x="1043608" y="3247931"/>
              <a:ext cx="0" cy="82914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71" name="直接连接符 97"/>
            <p:cNvCxnSpPr>
              <a:stCxn id="64" idx="3"/>
            </p:cNvCxnSpPr>
            <p:nvPr/>
          </p:nvCxnSpPr>
          <p:spPr>
            <a:xfrm>
              <a:off x="4716015" y="3139920"/>
              <a:ext cx="790497" cy="344054"/>
            </a:xfrm>
            <a:prstGeom prst="bentConnector3">
              <a:avLst>
                <a:gd name="adj1" fmla="val 9251"/>
              </a:avLst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 Box 18"/>
            <p:cNvSpPr txBox="1">
              <a:spLocks noChangeArrowheads="1"/>
            </p:cNvSpPr>
            <p:nvPr/>
          </p:nvSpPr>
          <p:spPr bwMode="auto">
            <a:xfrm rot="16200000">
              <a:off x="5436544" y="3212529"/>
              <a:ext cx="432047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4716015" y="2708920"/>
              <a:ext cx="792089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 Box 323"/>
            <p:cNvSpPr txBox="1">
              <a:spLocks noChangeArrowheads="1"/>
            </p:cNvSpPr>
            <p:nvPr/>
          </p:nvSpPr>
          <p:spPr bwMode="auto">
            <a:xfrm>
              <a:off x="4608003" y="3645024"/>
              <a:ext cx="433164" cy="28803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SL2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5" name="直接连接符 74"/>
            <p:cNvCxnSpPr>
              <a:stCxn id="29" idx="3"/>
              <a:endCxn id="74" idx="1"/>
            </p:cNvCxnSpPr>
            <p:nvPr/>
          </p:nvCxnSpPr>
          <p:spPr>
            <a:xfrm>
              <a:off x="4355975" y="3789040"/>
              <a:ext cx="252028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5364088" y="2994855"/>
              <a:ext cx="142424" cy="2097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112"/>
            <p:cNvCxnSpPr>
              <a:stCxn id="74" idx="3"/>
            </p:cNvCxnSpPr>
            <p:nvPr/>
          </p:nvCxnSpPr>
          <p:spPr>
            <a:xfrm flipV="1">
              <a:off x="5041167" y="2994855"/>
              <a:ext cx="322921" cy="794185"/>
            </a:xfrm>
            <a:prstGeom prst="bentConnector2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5075258" y="2852936"/>
              <a:ext cx="432846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5318844" y="2564904"/>
              <a:ext cx="189260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118"/>
            <p:cNvCxnSpPr/>
            <p:nvPr/>
          </p:nvCxnSpPr>
          <p:spPr>
            <a:xfrm rot="16200000" flipH="1">
              <a:off x="4678323" y="2385682"/>
              <a:ext cx="1081906" cy="574469"/>
            </a:xfrm>
            <a:prstGeom prst="bentConnector3">
              <a:avLst>
                <a:gd name="adj1" fmla="val 100262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6372200" y="3068960"/>
              <a:ext cx="282340" cy="711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 Box 323"/>
            <p:cNvSpPr txBox="1">
              <a:spLocks noChangeArrowheads="1"/>
            </p:cNvSpPr>
            <p:nvPr/>
          </p:nvSpPr>
          <p:spPr bwMode="auto">
            <a:xfrm>
              <a:off x="6660231" y="2924944"/>
              <a:ext cx="864096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err="1" smtClean="0">
                  <a:latin typeface="宋体" panose="02010600030101010101" pitchFamily="2" charset="-122"/>
                </a:rPr>
                <a:t>ALUOut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83" name="Text Box 323"/>
            <p:cNvSpPr txBox="1">
              <a:spLocks noChangeArrowheads="1"/>
            </p:cNvSpPr>
            <p:nvPr/>
          </p:nvSpPr>
          <p:spPr bwMode="auto">
            <a:xfrm>
              <a:off x="6948264" y="2636912"/>
              <a:ext cx="332814" cy="21812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OF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18"/>
            <p:cNvSpPr txBox="1">
              <a:spLocks noChangeArrowheads="1"/>
            </p:cNvSpPr>
            <p:nvPr/>
          </p:nvSpPr>
          <p:spPr bwMode="auto">
            <a:xfrm rot="16200000">
              <a:off x="2987377" y="2564457"/>
              <a:ext cx="432047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 Box 323"/>
            <p:cNvSpPr txBox="1">
              <a:spLocks noChangeArrowheads="1"/>
            </p:cNvSpPr>
            <p:nvPr/>
          </p:nvSpPr>
          <p:spPr bwMode="auto">
            <a:xfrm>
              <a:off x="5794767" y="2060848"/>
              <a:ext cx="721449" cy="36004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dirty="0" smtClean="0">
                  <a:latin typeface="+mn-lt"/>
                </a:rPr>
                <a:t>Splice</a:t>
              </a:r>
              <a:endParaRPr kumimoji="1" lang="zh-CN" altLang="en-US" sz="2000" dirty="0">
                <a:latin typeface="+mn-lt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>
            <a:xfrm>
              <a:off x="2486010" y="2349774"/>
              <a:ext cx="3308757" cy="0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>
              <a:off x="2123729" y="2131962"/>
              <a:ext cx="3671038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6517111" y="2276872"/>
              <a:ext cx="1366362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 Box 18"/>
            <p:cNvSpPr txBox="1">
              <a:spLocks noChangeArrowheads="1"/>
            </p:cNvSpPr>
            <p:nvPr/>
          </p:nvSpPr>
          <p:spPr bwMode="auto">
            <a:xfrm rot="16200000">
              <a:off x="7703901" y="2240421"/>
              <a:ext cx="648072" cy="2889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MUX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0" name="直接连接符 8"/>
            <p:cNvCxnSpPr/>
            <p:nvPr/>
          </p:nvCxnSpPr>
          <p:spPr>
            <a:xfrm flipV="1">
              <a:off x="6480212" y="2490798"/>
              <a:ext cx="1403262" cy="578162"/>
            </a:xfrm>
            <a:prstGeom prst="bentConnector3">
              <a:avLst>
                <a:gd name="adj1" fmla="val -150"/>
              </a:avLst>
            </a:prstGeom>
            <a:ln w="19050">
              <a:solidFill>
                <a:schemeClr val="accent2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8"/>
            <p:cNvCxnSpPr/>
            <p:nvPr/>
          </p:nvCxnSpPr>
          <p:spPr>
            <a:xfrm flipH="1">
              <a:off x="4283968" y="1700808"/>
              <a:ext cx="439248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 Box 323"/>
            <p:cNvSpPr txBox="1">
              <a:spLocks noChangeArrowheads="1"/>
            </p:cNvSpPr>
            <p:nvPr/>
          </p:nvSpPr>
          <p:spPr bwMode="auto">
            <a:xfrm>
              <a:off x="1331640" y="3642927"/>
              <a:ext cx="648072" cy="29012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kumimoji="1" lang="en-US" altLang="zh-CN" sz="2000" b="1" dirty="0" smtClean="0">
                  <a:latin typeface="宋体" panose="02010600030101010101" pitchFamily="2" charset="-122"/>
                </a:rPr>
                <a:t>IR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3" name="直接连接符 92"/>
            <p:cNvCxnSpPr/>
            <p:nvPr/>
          </p:nvCxnSpPr>
          <p:spPr>
            <a:xfrm>
              <a:off x="2123728" y="2131962"/>
              <a:ext cx="1" cy="1081014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矩形 93"/>
            <p:cNvSpPr/>
            <p:nvPr/>
          </p:nvSpPr>
          <p:spPr>
            <a:xfrm>
              <a:off x="1531431" y="2132856"/>
              <a:ext cx="376273" cy="21602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solidFill>
                    <a:schemeClr val="tx1"/>
                  </a:solidFill>
                  <a:latin typeface="+mn-ea"/>
                </a:rPr>
                <a:t>≥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+mn-ea"/>
                </a:rPr>
                <a:t>1</a:t>
              </a:r>
              <a:endParaRPr lang="zh-CN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 bwMode="auto">
            <a:xfrm>
              <a:off x="1619672" y="1650920"/>
              <a:ext cx="0" cy="4819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96" name="矩形 95"/>
            <p:cNvSpPr/>
            <p:nvPr/>
          </p:nvSpPr>
          <p:spPr>
            <a:xfrm>
              <a:off x="1681613" y="1772816"/>
              <a:ext cx="298100" cy="164198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&amp;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7" name="直接连接符 96"/>
            <p:cNvCxnSpPr/>
            <p:nvPr/>
          </p:nvCxnSpPr>
          <p:spPr bwMode="auto">
            <a:xfrm>
              <a:off x="1835696" y="1935814"/>
              <a:ext cx="1" cy="19614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98" name="直接连接符 97"/>
            <p:cNvCxnSpPr/>
            <p:nvPr/>
          </p:nvCxnSpPr>
          <p:spPr bwMode="auto">
            <a:xfrm>
              <a:off x="1772072" y="1484784"/>
              <a:ext cx="0" cy="28803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99" name="直接连接符 98"/>
            <p:cNvCxnSpPr/>
            <p:nvPr/>
          </p:nvCxnSpPr>
          <p:spPr bwMode="auto">
            <a:xfrm>
              <a:off x="1907704" y="1556792"/>
              <a:ext cx="0" cy="2160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0" name="直接连接符 99"/>
            <p:cNvCxnSpPr/>
            <p:nvPr/>
          </p:nvCxnSpPr>
          <p:spPr>
            <a:xfrm flipH="1">
              <a:off x="1970095" y="3212976"/>
              <a:ext cx="153634" cy="0"/>
            </a:xfrm>
            <a:prstGeom prst="line">
              <a:avLst/>
            </a:prstGeom>
            <a:ln w="1905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 bwMode="auto">
            <a:xfrm flipV="1">
              <a:off x="1691680" y="3933055"/>
              <a:ext cx="1" cy="14401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02" name="直接连接符 101"/>
            <p:cNvCxnSpPr/>
            <p:nvPr/>
          </p:nvCxnSpPr>
          <p:spPr>
            <a:xfrm>
              <a:off x="5220967" y="3645024"/>
              <a:ext cx="2591393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/>
          </p:nvCxnSpPr>
          <p:spPr>
            <a:xfrm>
              <a:off x="5220072" y="2703935"/>
              <a:ext cx="0" cy="941089"/>
            </a:xfrm>
            <a:prstGeom prst="line">
              <a:avLst/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284"/>
            <p:cNvCxnSpPr/>
            <p:nvPr/>
          </p:nvCxnSpPr>
          <p:spPr>
            <a:xfrm flipV="1">
              <a:off x="4455616" y="3573016"/>
              <a:ext cx="620440" cy="216028"/>
            </a:xfrm>
            <a:prstGeom prst="bentConnector3">
              <a:avLst>
                <a:gd name="adj1" fmla="val -243"/>
              </a:avLst>
            </a:prstGeom>
            <a:ln w="19050">
              <a:solidFill>
                <a:schemeClr val="accent2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 flipV="1">
              <a:off x="5076056" y="2842412"/>
              <a:ext cx="0" cy="730604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 flipV="1">
              <a:off x="6732240" y="1556792"/>
              <a:ext cx="0" cy="1296144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7524328" y="3068960"/>
              <a:ext cx="143765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5112058" y="2456598"/>
              <a:ext cx="206785" cy="19869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600" b="1" dirty="0" smtClean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zh-CN" altLang="en-US" sz="1600" b="1" dirty="0" smtClean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09" name="直接连接符 108"/>
            <p:cNvCxnSpPr/>
            <p:nvPr/>
          </p:nvCxnSpPr>
          <p:spPr bwMode="auto">
            <a:xfrm flipV="1">
              <a:off x="3995936" y="3284984"/>
              <a:ext cx="0" cy="1080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10" name="直接连接符 109"/>
            <p:cNvCxnSpPr/>
            <p:nvPr/>
          </p:nvCxnSpPr>
          <p:spPr bwMode="auto">
            <a:xfrm flipH="1" flipV="1">
              <a:off x="5652121" y="3573016"/>
              <a:ext cx="446" cy="5040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11" name="直接连接符 110"/>
            <p:cNvCxnSpPr/>
            <p:nvPr/>
          </p:nvCxnSpPr>
          <p:spPr bwMode="auto">
            <a:xfrm>
              <a:off x="3196279" y="1484784"/>
              <a:ext cx="1" cy="10081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12" name="直接连接符 199"/>
            <p:cNvCxnSpPr/>
            <p:nvPr/>
          </p:nvCxnSpPr>
          <p:spPr bwMode="auto">
            <a:xfrm>
              <a:off x="1475656" y="2420888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3" name="直接连接符 112"/>
            <p:cNvCxnSpPr>
              <a:endCxn id="60" idx="1"/>
            </p:cNvCxnSpPr>
            <p:nvPr/>
          </p:nvCxnSpPr>
          <p:spPr bwMode="auto">
            <a:xfrm>
              <a:off x="1043608" y="3247931"/>
              <a:ext cx="288032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14" name="直接连接符 113"/>
            <p:cNvCxnSpPr/>
            <p:nvPr/>
          </p:nvCxnSpPr>
          <p:spPr>
            <a:xfrm>
              <a:off x="8676457" y="1699606"/>
              <a:ext cx="0" cy="1661578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8460432" y="3356992"/>
              <a:ext cx="216025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 bwMode="auto">
            <a:xfrm>
              <a:off x="8028384" y="1484784"/>
              <a:ext cx="0" cy="57317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17" name="直接连接符 116"/>
            <p:cNvCxnSpPr/>
            <p:nvPr/>
          </p:nvCxnSpPr>
          <p:spPr bwMode="auto">
            <a:xfrm>
              <a:off x="4067943" y="1484784"/>
              <a:ext cx="1" cy="1440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18" name="直接连接符 432"/>
            <p:cNvCxnSpPr/>
            <p:nvPr/>
          </p:nvCxnSpPr>
          <p:spPr bwMode="auto">
            <a:xfrm>
              <a:off x="1326462" y="1482380"/>
              <a:ext cx="293210" cy="168540"/>
            </a:xfrm>
            <a:prstGeom prst="bentConnector3">
              <a:avLst>
                <a:gd name="adj1" fmla="val -1048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19" name="TextBox 118"/>
            <p:cNvSpPr txBox="1"/>
            <p:nvPr/>
          </p:nvSpPr>
          <p:spPr>
            <a:xfrm>
              <a:off x="1043608" y="1268760"/>
              <a:ext cx="50405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619671" y="1268760"/>
              <a:ext cx="612069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PCWrB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881794" y="12687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RegDsrc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5508104" y="3450768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5516488" y="3182156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7884368" y="2593376"/>
              <a:ext cx="72008" cy="72008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7892752" y="2087837"/>
              <a:ext cx="63624" cy="72008"/>
            </a:xfrm>
            <a:prstGeom prst="rect">
              <a:avLst/>
            </a:prstGeom>
            <a:solidFill>
              <a:schemeClr val="tx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7740352" y="1268760"/>
              <a:ext cx="685667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PCsrc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27" name="直接连接符 126"/>
            <p:cNvCxnSpPr/>
            <p:nvPr/>
          </p:nvCxnSpPr>
          <p:spPr bwMode="auto">
            <a:xfrm flipV="1">
              <a:off x="6228184" y="3381456"/>
              <a:ext cx="0" cy="69561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28" name="TextBox 127"/>
            <p:cNvSpPr txBox="1"/>
            <p:nvPr/>
          </p:nvSpPr>
          <p:spPr>
            <a:xfrm>
              <a:off x="6926336" y="1268760"/>
              <a:ext cx="81401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ALUOWr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5253171" y="1268760"/>
              <a:ext cx="834222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ALUBsrc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0" name="直接连接符 129"/>
            <p:cNvCxnSpPr/>
            <p:nvPr/>
          </p:nvCxnSpPr>
          <p:spPr bwMode="auto">
            <a:xfrm flipH="1">
              <a:off x="5650527" y="1484784"/>
              <a:ext cx="1593" cy="10081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31" name="TextBox 130"/>
            <p:cNvSpPr txBox="1"/>
            <p:nvPr/>
          </p:nvSpPr>
          <p:spPr>
            <a:xfrm>
              <a:off x="899592" y="4077072"/>
              <a:ext cx="504056" cy="21602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r>
                <a:rPr lang="en-US" altLang="zh-CN" sz="1800" b="1" dirty="0" err="1" smtClean="0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IMRd</a:t>
              </a:r>
              <a:endParaRPr lang="en-US" altLang="zh-CN" sz="1800" b="1" dirty="0" err="1" smtClean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32" name="直接连接符 199"/>
            <p:cNvCxnSpPr/>
            <p:nvPr/>
          </p:nvCxnSpPr>
          <p:spPr bwMode="auto">
            <a:xfrm flipV="1">
              <a:off x="1475656" y="3933056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3" name="直接连接符 199"/>
            <p:cNvCxnSpPr/>
            <p:nvPr/>
          </p:nvCxnSpPr>
          <p:spPr bwMode="auto">
            <a:xfrm flipV="1">
              <a:off x="7377723" y="3212976"/>
              <a:ext cx="2589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4" name="直接连接符 199"/>
            <p:cNvCxnSpPr/>
            <p:nvPr/>
          </p:nvCxnSpPr>
          <p:spPr bwMode="auto">
            <a:xfrm>
              <a:off x="7092280" y="2525921"/>
              <a:ext cx="0" cy="1026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5" name="椭圆 134"/>
            <p:cNvSpPr/>
            <p:nvPr/>
          </p:nvSpPr>
          <p:spPr bwMode="auto">
            <a:xfrm>
              <a:off x="1259632" y="3068960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6" name="椭圆 135"/>
            <p:cNvSpPr/>
            <p:nvPr/>
          </p:nvSpPr>
          <p:spPr bwMode="auto">
            <a:xfrm>
              <a:off x="8135324" y="3724257"/>
              <a:ext cx="70417" cy="6478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8" name="直接连接符 47"/>
            <p:cNvCxnSpPr/>
            <p:nvPr/>
          </p:nvCxnSpPr>
          <p:spPr bwMode="auto">
            <a:xfrm>
              <a:off x="7380312" y="1482380"/>
              <a:ext cx="0" cy="14425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93" name="直接连接符 192"/>
            <p:cNvCxnSpPr/>
            <p:nvPr/>
          </p:nvCxnSpPr>
          <p:spPr>
            <a:xfrm>
              <a:off x="7668344" y="2133567"/>
              <a:ext cx="216024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AutoShape 1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AutoShape 11">
            <a:hlinkClick r:id="" tooltip="" action="ppaction://hlinkshowjump?jump=previousslide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98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137" name="Text Box 82"/>
          <p:cNvSpPr txBox="1">
            <a:spLocks noChangeArrowheads="1"/>
          </p:cNvSpPr>
          <p:nvPr/>
        </p:nvSpPr>
        <p:spPr bwMode="auto">
          <a:xfrm>
            <a:off x="2698750" y="360000"/>
            <a:ext cx="484505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增</a:t>
            </a:r>
            <a:r>
              <a:rPr lang="zh-CN" altLang="en-US" sz="2200" b="1" dirty="0">
                <a:latin typeface="宋体" panose="02010600030101010101" pitchFamily="2" charset="-122"/>
              </a:rPr>
              <a:t>设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EPC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Cause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及其路径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输出路径略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spc="-50" dirty="0" smtClean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40" name="AutoShape 157">
            <a:hlinkClick r:id="rId3" tooltip="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190770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09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24451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Text Box 82"/>
          <p:cNvSpPr txBox="1">
            <a:spLocks noChangeArrowheads="1"/>
          </p:cNvSpPr>
          <p:nvPr/>
        </p:nvSpPr>
        <p:spPr bwMode="auto">
          <a:xfrm>
            <a:off x="179705" y="360045"/>
            <a:ext cx="439166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工作流程的状态转换图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114" name="Text Box 82"/>
          <p:cNvSpPr txBox="1">
            <a:spLocks noChangeArrowheads="1"/>
          </p:cNvSpPr>
          <p:nvPr/>
        </p:nvSpPr>
        <p:spPr bwMode="auto">
          <a:xfrm>
            <a:off x="179705" y="4940935"/>
            <a:ext cx="496824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CU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的组织：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时序信号形成电路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</a:t>
            </a:r>
            <a:r>
              <a:rPr lang="en-US" altLang="zh-CN" sz="2200" dirty="0" err="1" smtClean="0">
                <a:solidFill>
                  <a:schemeClr val="accent2"/>
                </a:solidFill>
              </a:rPr>
              <a:t>μ</a:t>
            </a:r>
            <a:r>
              <a:rPr lang="en-US" altLang="zh-CN" sz="22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控制信号形成电路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72" name="Text Box 4"/>
          <p:cNvSpPr txBox="1">
            <a:spLocks noChangeArrowheads="1"/>
          </p:cNvSpPr>
          <p:nvPr/>
        </p:nvSpPr>
        <p:spPr bwMode="auto">
          <a:xfrm>
            <a:off x="899160" y="5984240"/>
            <a:ext cx="2520950" cy="3683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5-4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P238—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25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74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071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5" name="AutoShape 1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68000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07501" y="1484555"/>
            <a:ext cx="8818066" cy="3379565"/>
            <a:chOff x="107501" y="1412800"/>
            <a:chExt cx="8818066" cy="3379565"/>
          </a:xfrm>
        </p:grpSpPr>
        <p:sp>
          <p:nvSpPr>
            <p:cNvPr id="81" name="Text Box 63"/>
            <p:cNvSpPr txBox="1">
              <a:spLocks noChangeArrowheads="1"/>
            </p:cNvSpPr>
            <p:nvPr/>
          </p:nvSpPr>
          <p:spPr bwMode="auto">
            <a:xfrm>
              <a:off x="1187624" y="2852936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4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86" name="Text Box 63"/>
            <p:cNvSpPr txBox="1">
              <a:spLocks noChangeArrowheads="1"/>
            </p:cNvSpPr>
            <p:nvPr/>
          </p:nvSpPr>
          <p:spPr bwMode="auto">
            <a:xfrm>
              <a:off x="8244440" y="2852960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63"/>
            <p:cNvSpPr txBox="1">
              <a:spLocks noChangeArrowheads="1"/>
            </p:cNvSpPr>
            <p:nvPr/>
          </p:nvSpPr>
          <p:spPr bwMode="auto">
            <a:xfrm>
              <a:off x="1043605" y="2560133"/>
              <a:ext cx="576000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OF=1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3" name="Text Box 63"/>
            <p:cNvSpPr txBox="1">
              <a:spLocks noChangeArrowheads="1"/>
            </p:cNvSpPr>
            <p:nvPr/>
          </p:nvSpPr>
          <p:spPr bwMode="auto">
            <a:xfrm>
              <a:off x="1763688" y="3280213"/>
              <a:ext cx="576000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OF=0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2" name="Text Box 63"/>
            <p:cNvSpPr txBox="1">
              <a:spLocks noChangeArrowheads="1"/>
            </p:cNvSpPr>
            <p:nvPr/>
          </p:nvSpPr>
          <p:spPr bwMode="auto">
            <a:xfrm>
              <a:off x="7524328" y="2848165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int_u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3" name="Text Box 63"/>
            <p:cNvSpPr txBox="1">
              <a:spLocks noChangeArrowheads="1"/>
            </p:cNvSpPr>
            <p:nvPr/>
          </p:nvSpPr>
          <p:spPr bwMode="auto">
            <a:xfrm>
              <a:off x="107504" y="2848165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int_o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4" name="Text Box 63"/>
            <p:cNvSpPr txBox="1">
              <a:spLocks noChangeArrowheads="1"/>
            </p:cNvSpPr>
            <p:nvPr/>
          </p:nvSpPr>
          <p:spPr bwMode="auto">
            <a:xfrm>
              <a:off x="6151796" y="1412800"/>
              <a:ext cx="432000" cy="21600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ErrC</a:t>
              </a:r>
              <a:endParaRPr lang="zh-CN" altLang="en-US" sz="1600" b="1" spc="-1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5" name="Text Box 323"/>
            <p:cNvSpPr txBox="1">
              <a:spLocks noChangeArrowheads="1"/>
            </p:cNvSpPr>
            <p:nvPr/>
          </p:nvSpPr>
          <p:spPr bwMode="auto">
            <a:xfrm>
              <a:off x="7524325" y="3064341"/>
              <a:ext cx="1401242" cy="158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(1),</a:t>
              </a:r>
              <a:endParaRPr lang="en-US" altLang="zh-CN" sz="1600" b="1" spc="-100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(1),</a:t>
              </a:r>
              <a:endParaRPr lang="en-US" altLang="zh-CN" sz="1600" b="1" spc="-100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RetType,EPCWr,IntCause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(0),</a:t>
              </a:r>
              <a:endParaRPr lang="en-US" altLang="zh-CN" sz="1600" b="1" spc="-100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CauseWr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,</a:t>
              </a:r>
              <a:r>
                <a:rPr lang="en-US" altLang="zh-CN" sz="1600" b="1" spc="-100" dirty="0">
                  <a:latin typeface="+mn-ea"/>
                </a:rPr>
                <a:t> </a:t>
              </a:r>
              <a:r>
                <a:rPr lang="en-US" altLang="zh-CN" sz="1600" b="1" spc="-100" dirty="0" err="1" smtClean="0">
                  <a:latin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</a:rPr>
                <a:t>(3),</a:t>
              </a:r>
              <a:r>
                <a:rPr lang="en-US" altLang="zh-CN" sz="1600" b="1" spc="-100" dirty="0" err="1" smtClean="0">
                  <a:latin typeface="+mn-ea"/>
                </a:rPr>
                <a:t>PCWr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146" name="直接箭头连接符 145"/>
            <p:cNvCxnSpPr/>
            <p:nvPr/>
          </p:nvCxnSpPr>
          <p:spPr bwMode="auto">
            <a:xfrm>
              <a:off x="8820469" y="4648365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7" name="直接箭头连接符 146"/>
            <p:cNvCxnSpPr/>
            <p:nvPr/>
          </p:nvCxnSpPr>
          <p:spPr bwMode="auto">
            <a:xfrm flipH="1">
              <a:off x="8820469" y="2128165"/>
              <a:ext cx="2" cy="93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>
              <a:off x="6084165" y="1623559"/>
              <a:ext cx="2736000" cy="50450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9" name="Text Box 323"/>
            <p:cNvSpPr txBox="1">
              <a:spLocks noChangeArrowheads="1"/>
            </p:cNvSpPr>
            <p:nvPr/>
          </p:nvSpPr>
          <p:spPr bwMode="auto">
            <a:xfrm>
              <a:off x="107501" y="3064341"/>
              <a:ext cx="1368152" cy="158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(1),</a:t>
              </a:r>
              <a:endParaRPr lang="en-US" altLang="zh-CN" sz="1600" b="1" spc="-100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(1),</a:t>
              </a:r>
              <a:endParaRPr lang="en-US" altLang="zh-CN" sz="1600" b="1" spc="-100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RetType,EPCWr</a:t>
              </a:r>
              <a:r>
                <a:rPr lang="en-US" altLang="zh-CN" sz="1600" b="1" spc="-100" dirty="0">
                  <a:latin typeface="+mn-ea"/>
                  <a:ea typeface="+mn-ea"/>
                </a:rPr>
                <a:t>,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IntCause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(1),</a:t>
              </a:r>
              <a:endParaRPr lang="en-US" altLang="zh-CN" sz="1600" b="1" spc="-100" dirty="0" smtClean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CauseWr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,</a:t>
              </a:r>
              <a:r>
                <a:rPr lang="en-US" altLang="zh-CN" sz="1600" b="1" spc="-100" dirty="0">
                  <a:latin typeface="+mn-ea"/>
                </a:rPr>
                <a:t> </a:t>
              </a:r>
              <a:r>
                <a:rPr lang="en-US" altLang="zh-CN" sz="1600" b="1" spc="-100" dirty="0" err="1" smtClean="0">
                  <a:latin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</a:rPr>
                <a:t>(3),</a:t>
              </a:r>
              <a:r>
                <a:rPr lang="en-US" altLang="zh-CN" sz="1600" b="1" spc="-100" dirty="0" err="1" smtClean="0">
                  <a:latin typeface="+mn-ea"/>
                </a:rPr>
                <a:t>PCWr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150" name="直接箭头连接符 149"/>
            <p:cNvCxnSpPr/>
            <p:nvPr/>
          </p:nvCxnSpPr>
          <p:spPr bwMode="auto">
            <a:xfrm>
              <a:off x="755573" y="4648357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1" name="直接箭头连接符 80"/>
            <p:cNvCxnSpPr/>
            <p:nvPr/>
          </p:nvCxnSpPr>
          <p:spPr bwMode="auto">
            <a:xfrm rot="10800000" flipV="1">
              <a:off x="1115615" y="2776165"/>
              <a:ext cx="576063" cy="288000"/>
            </a:xfrm>
            <a:prstGeom prst="bentConnector3">
              <a:avLst>
                <a:gd name="adj1" fmla="val 101021"/>
              </a:avLst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" name="组合 2"/>
          <p:cNvGrpSpPr/>
          <p:nvPr/>
        </p:nvGrpSpPr>
        <p:grpSpPr>
          <a:xfrm>
            <a:off x="756381" y="903672"/>
            <a:ext cx="8280115" cy="3965235"/>
            <a:chOff x="756381" y="831917"/>
            <a:chExt cx="8280115" cy="3965235"/>
          </a:xfrm>
        </p:grpSpPr>
        <p:sp>
          <p:nvSpPr>
            <p:cNvPr id="79" name="Text Box 63"/>
            <p:cNvSpPr txBox="1">
              <a:spLocks noChangeArrowheads="1"/>
            </p:cNvSpPr>
            <p:nvPr/>
          </p:nvSpPr>
          <p:spPr bwMode="auto">
            <a:xfrm>
              <a:off x="4499989" y="371223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0" name="直接箭头连接符 79"/>
            <p:cNvCxnSpPr>
              <a:stCxn id="124" idx="3"/>
              <a:endCxn id="125" idx="1"/>
            </p:cNvCxnSpPr>
            <p:nvPr/>
          </p:nvCxnSpPr>
          <p:spPr bwMode="auto">
            <a:xfrm>
              <a:off x="3419869" y="1408021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H="1">
              <a:off x="3851997" y="1768076"/>
              <a:ext cx="720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5004048" y="1768077"/>
              <a:ext cx="648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/>
          </p:nvCxnSpPr>
          <p:spPr bwMode="auto">
            <a:xfrm>
              <a:off x="6084166" y="1768077"/>
              <a:ext cx="1008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>
              <a:stCxn id="125" idx="3"/>
              <a:endCxn id="126" idx="1"/>
            </p:cNvCxnSpPr>
            <p:nvPr/>
          </p:nvCxnSpPr>
          <p:spPr bwMode="auto">
            <a:xfrm>
              <a:off x="6084165" y="1408021"/>
              <a:ext cx="57606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7" name="直接箭头连接符 86"/>
            <p:cNvCxnSpPr/>
            <p:nvPr/>
          </p:nvCxnSpPr>
          <p:spPr bwMode="auto">
            <a:xfrm>
              <a:off x="2339752" y="3208077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8" name="直接箭头连接符 87"/>
            <p:cNvCxnSpPr/>
            <p:nvPr/>
          </p:nvCxnSpPr>
          <p:spPr bwMode="auto">
            <a:xfrm flipH="1">
              <a:off x="5220120" y="2776133"/>
              <a:ext cx="43200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>
              <a:off x="5652120" y="2776133"/>
              <a:ext cx="575659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>
              <a:off x="5220069" y="3640205"/>
              <a:ext cx="1" cy="28803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>
              <a:off x="6804248" y="3640229"/>
              <a:ext cx="0" cy="115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91"/>
            <p:cNvCxnSpPr/>
            <p:nvPr/>
          </p:nvCxnSpPr>
          <p:spPr bwMode="auto">
            <a:xfrm>
              <a:off x="2339752" y="4432221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92"/>
            <p:cNvCxnSpPr/>
            <p:nvPr/>
          </p:nvCxnSpPr>
          <p:spPr bwMode="auto">
            <a:xfrm>
              <a:off x="3694442" y="4437152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直接箭头连接符 93"/>
            <p:cNvCxnSpPr/>
            <p:nvPr/>
          </p:nvCxnSpPr>
          <p:spPr bwMode="auto">
            <a:xfrm>
              <a:off x="756381" y="4792357"/>
              <a:ext cx="8280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>
              <a:off x="5220069" y="4432293"/>
              <a:ext cx="1" cy="3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/>
            <p:cNvCxnSpPr/>
            <p:nvPr/>
          </p:nvCxnSpPr>
          <p:spPr bwMode="auto">
            <a:xfrm flipH="1">
              <a:off x="7308301" y="2776133"/>
              <a:ext cx="0" cy="20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 flipV="1">
              <a:off x="9036496" y="831917"/>
              <a:ext cx="0" cy="3960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8" name="直接箭头连接符 97"/>
            <p:cNvCxnSpPr/>
            <p:nvPr/>
          </p:nvCxnSpPr>
          <p:spPr bwMode="auto">
            <a:xfrm>
              <a:off x="2267744" y="831941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9" name="Text Box 63"/>
            <p:cNvSpPr txBox="1">
              <a:spLocks noChangeArrowheads="1"/>
            </p:cNvSpPr>
            <p:nvPr/>
          </p:nvSpPr>
          <p:spPr bwMode="auto">
            <a:xfrm>
              <a:off x="1043608" y="831941"/>
              <a:ext cx="288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if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0" name="Text Box 63"/>
            <p:cNvSpPr txBox="1">
              <a:spLocks noChangeArrowheads="1"/>
            </p:cNvSpPr>
            <p:nvPr/>
          </p:nvSpPr>
          <p:spPr bwMode="auto">
            <a:xfrm>
              <a:off x="1691677" y="205607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3"/>
            <p:cNvSpPr txBox="1">
              <a:spLocks noChangeArrowheads="1"/>
            </p:cNvSpPr>
            <p:nvPr/>
          </p:nvSpPr>
          <p:spPr bwMode="auto">
            <a:xfrm>
              <a:off x="1691677" y="3501032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63"/>
            <p:cNvSpPr txBox="1">
              <a:spLocks noChangeArrowheads="1"/>
            </p:cNvSpPr>
            <p:nvPr/>
          </p:nvSpPr>
          <p:spPr bwMode="auto">
            <a:xfrm>
              <a:off x="3131941" y="3501032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wb_i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6" name="Text Box 63"/>
            <p:cNvSpPr txBox="1">
              <a:spLocks noChangeArrowheads="1"/>
            </p:cNvSpPr>
            <p:nvPr/>
          </p:nvSpPr>
          <p:spPr bwMode="auto">
            <a:xfrm>
              <a:off x="3131941" y="205607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ex_i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7" name="Text Box 63"/>
            <p:cNvSpPr txBox="1">
              <a:spLocks noChangeArrowheads="1"/>
            </p:cNvSpPr>
            <p:nvPr/>
          </p:nvSpPr>
          <p:spPr bwMode="auto">
            <a:xfrm>
              <a:off x="3950017" y="831941"/>
              <a:ext cx="333948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id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8" name="Text Box 63"/>
            <p:cNvSpPr txBox="1">
              <a:spLocks noChangeArrowheads="1"/>
            </p:cNvSpPr>
            <p:nvPr/>
          </p:nvSpPr>
          <p:spPr bwMode="auto">
            <a:xfrm>
              <a:off x="4499989" y="205607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ex_m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5" name="Text Box 63"/>
            <p:cNvSpPr txBox="1">
              <a:spLocks noChangeArrowheads="1"/>
            </p:cNvSpPr>
            <p:nvPr/>
          </p:nvSpPr>
          <p:spPr bwMode="auto">
            <a:xfrm>
              <a:off x="7164285" y="205607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ex_j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6" name="Text Box 63"/>
            <p:cNvSpPr txBox="1">
              <a:spLocks noChangeArrowheads="1"/>
            </p:cNvSpPr>
            <p:nvPr/>
          </p:nvSpPr>
          <p:spPr bwMode="auto">
            <a:xfrm>
              <a:off x="6660229" y="831917"/>
              <a:ext cx="504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ex_b</a:t>
              </a:r>
              <a:endPara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7" name="Text Box 63"/>
            <p:cNvSpPr txBox="1">
              <a:spLocks noChangeArrowheads="1"/>
            </p:cNvSpPr>
            <p:nvPr/>
          </p:nvSpPr>
          <p:spPr bwMode="auto">
            <a:xfrm>
              <a:off x="4497533" y="2920149"/>
              <a:ext cx="576000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mem_</a:t>
              </a:r>
              <a:r>
                <a:rPr lang="en-US" altLang="zh-CN" sz="1600" b="1" dirty="0" err="1">
                  <a:solidFill>
                    <a:srgbClr val="990099"/>
                  </a:solidFill>
                  <a:latin typeface="宋体" panose="02010600030101010101" pitchFamily="2" charset="-122"/>
                </a:rPr>
                <a:t>r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8" name="Text Box 63"/>
            <p:cNvSpPr txBox="1">
              <a:spLocks noChangeArrowheads="1"/>
            </p:cNvSpPr>
            <p:nvPr/>
          </p:nvSpPr>
          <p:spPr bwMode="auto">
            <a:xfrm>
              <a:off x="6369741" y="2920149"/>
              <a:ext cx="650528" cy="216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mem_w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9" name="Text Box 63"/>
            <p:cNvSpPr txBox="1">
              <a:spLocks noChangeArrowheads="1"/>
            </p:cNvSpPr>
            <p:nvPr/>
          </p:nvSpPr>
          <p:spPr bwMode="auto">
            <a:xfrm>
              <a:off x="2123725" y="1840029"/>
              <a:ext cx="92881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add/sub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0" name="Text Box 63"/>
            <p:cNvSpPr txBox="1">
              <a:spLocks noChangeArrowheads="1"/>
            </p:cNvSpPr>
            <p:nvPr/>
          </p:nvSpPr>
          <p:spPr bwMode="auto">
            <a:xfrm>
              <a:off x="4395624" y="1768021"/>
              <a:ext cx="46440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ori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1" name="Text Box 63"/>
            <p:cNvSpPr txBox="1">
              <a:spLocks noChangeArrowheads="1"/>
            </p:cNvSpPr>
            <p:nvPr/>
          </p:nvSpPr>
          <p:spPr bwMode="auto">
            <a:xfrm>
              <a:off x="5220072" y="1768021"/>
              <a:ext cx="69843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2" name="Text Box 63"/>
            <p:cNvSpPr txBox="1">
              <a:spLocks noChangeArrowheads="1"/>
            </p:cNvSpPr>
            <p:nvPr/>
          </p:nvSpPr>
          <p:spPr bwMode="auto">
            <a:xfrm>
              <a:off x="6156176" y="1601995"/>
              <a:ext cx="179826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j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" name="Text Box 63"/>
            <p:cNvSpPr txBox="1">
              <a:spLocks noChangeArrowheads="1"/>
            </p:cNvSpPr>
            <p:nvPr/>
          </p:nvSpPr>
          <p:spPr bwMode="auto">
            <a:xfrm>
              <a:off x="6131060" y="1191981"/>
              <a:ext cx="409877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beq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4" name="Text Box 323"/>
            <p:cNvSpPr txBox="1">
              <a:spLocks noChangeArrowheads="1"/>
            </p:cNvSpPr>
            <p:nvPr/>
          </p:nvSpPr>
          <p:spPr bwMode="auto">
            <a:xfrm>
              <a:off x="1043605" y="1048021"/>
              <a:ext cx="2376264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IMRd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WMFC,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IRWr</a:t>
              </a:r>
              <a:endParaRPr lang="en-US" altLang="zh-CN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(3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PCWr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5" name="Text Box 323"/>
            <p:cNvSpPr txBox="1">
              <a:spLocks noChangeArrowheads="1"/>
            </p:cNvSpPr>
            <p:nvPr/>
          </p:nvSpPr>
          <p:spPr bwMode="auto">
            <a:xfrm>
              <a:off x="3923925" y="1048021"/>
              <a:ext cx="216024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26" name="Text Box 323"/>
            <p:cNvSpPr txBox="1">
              <a:spLocks noChangeArrowheads="1"/>
            </p:cNvSpPr>
            <p:nvPr/>
          </p:nvSpPr>
          <p:spPr bwMode="auto">
            <a:xfrm>
              <a:off x="6660229" y="1048021"/>
              <a:ext cx="216024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(3),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PCWrB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27" name="Text Box 323"/>
            <p:cNvSpPr txBox="1">
              <a:spLocks noChangeArrowheads="1"/>
            </p:cNvSpPr>
            <p:nvPr/>
          </p:nvSpPr>
          <p:spPr bwMode="auto">
            <a:xfrm>
              <a:off x="1691677" y="2272077"/>
              <a:ext cx="1224136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(0/1),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ALUOWr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28" name="Text Box 323"/>
            <p:cNvSpPr txBox="1">
              <a:spLocks noChangeArrowheads="1"/>
            </p:cNvSpPr>
            <p:nvPr/>
          </p:nvSpPr>
          <p:spPr bwMode="auto">
            <a:xfrm>
              <a:off x="1691677" y="3717112"/>
              <a:ext cx="1224136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(1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29" name="Text Box 323"/>
            <p:cNvSpPr txBox="1">
              <a:spLocks noChangeArrowheads="1"/>
            </p:cNvSpPr>
            <p:nvPr/>
          </p:nvSpPr>
          <p:spPr bwMode="auto">
            <a:xfrm>
              <a:off x="3131941" y="2272077"/>
              <a:ext cx="1152000" cy="93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(2), </a:t>
              </a:r>
              <a:r>
                <a:rPr lang="en-US" altLang="zh-CN" sz="1600" b="1" spc="-100" dirty="0" err="1" smtClean="0">
                  <a:latin typeface="+mn-ea"/>
                  <a:ea typeface="+mn-ea"/>
                </a:rPr>
                <a:t>ALUOWr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30" name="Text Box 323"/>
            <p:cNvSpPr txBox="1">
              <a:spLocks noChangeArrowheads="1"/>
            </p:cNvSpPr>
            <p:nvPr/>
          </p:nvSpPr>
          <p:spPr bwMode="auto">
            <a:xfrm>
              <a:off x="3131941" y="3717112"/>
              <a:ext cx="1152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31" name="Text Box 323"/>
            <p:cNvSpPr txBox="1">
              <a:spLocks noChangeArrowheads="1"/>
            </p:cNvSpPr>
            <p:nvPr/>
          </p:nvSpPr>
          <p:spPr bwMode="auto">
            <a:xfrm>
              <a:off x="4482427" y="2272077"/>
              <a:ext cx="2376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ALUAsrc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(0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ALUBsrc</a:t>
              </a:r>
              <a:r>
                <a:rPr lang="en-US" altLang="zh-CN" sz="1600" b="1" spc="-100" dirty="0">
                  <a:latin typeface="+mn-ea"/>
                  <a:ea typeface="+mn-ea"/>
                </a:rPr>
                <a:t>(1),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ALUctr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ALUOWr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Extctr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32" name="Text Box 323"/>
            <p:cNvSpPr txBox="1">
              <a:spLocks noChangeArrowheads="1"/>
            </p:cNvSpPr>
            <p:nvPr/>
          </p:nvSpPr>
          <p:spPr bwMode="auto">
            <a:xfrm>
              <a:off x="4504899" y="3136149"/>
              <a:ext cx="1152000" cy="50405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, WMFC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33" name="Text Box 323"/>
            <p:cNvSpPr txBox="1">
              <a:spLocks noChangeArrowheads="1"/>
            </p:cNvSpPr>
            <p:nvPr/>
          </p:nvSpPr>
          <p:spPr bwMode="auto">
            <a:xfrm>
              <a:off x="5928945" y="3136149"/>
              <a:ext cx="1080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MemWr</a:t>
              </a:r>
              <a:r>
                <a:rPr lang="en-US" altLang="zh-CN" sz="1600" b="1" spc="-100" dirty="0">
                  <a:latin typeface="+mn-ea"/>
                  <a:ea typeface="+mn-ea"/>
                </a:rPr>
                <a:t>,</a:t>
              </a:r>
              <a:endParaRPr lang="zh-CN" altLang="en-US" sz="1600" b="1" spc="-100" dirty="0"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+mn-ea"/>
                  <a:ea typeface="+mn-ea"/>
                </a:rPr>
                <a:t>WMFC, End</a:t>
              </a:r>
              <a:endParaRPr lang="zh-CN" altLang="en-US" sz="1600" b="1" spc="-100" dirty="0">
                <a:latin typeface="+mn-ea"/>
                <a:ea typeface="+mn-ea"/>
              </a:endParaRPr>
            </a:p>
          </p:txBody>
        </p:sp>
        <p:sp>
          <p:nvSpPr>
            <p:cNvPr id="134" name="Text Box 323"/>
            <p:cNvSpPr txBox="1">
              <a:spLocks noChangeArrowheads="1"/>
            </p:cNvSpPr>
            <p:nvPr/>
          </p:nvSpPr>
          <p:spPr bwMode="auto">
            <a:xfrm>
              <a:off x="4499989" y="3928237"/>
              <a:ext cx="216024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MemRd</a:t>
              </a:r>
              <a:r>
                <a:rPr lang="en-US" altLang="zh-CN" sz="1600" b="1" spc="-100" dirty="0">
                  <a:latin typeface="+mn-ea"/>
                  <a:ea typeface="+mn-ea"/>
                </a:rPr>
                <a:t>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RegAsrc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RegDsrc</a:t>
              </a:r>
              <a:r>
                <a:rPr lang="en-US" altLang="zh-CN" sz="1600" b="1" spc="-100" dirty="0">
                  <a:latin typeface="+mn-ea"/>
                  <a:ea typeface="+mn-ea"/>
                </a:rPr>
                <a:t>(0),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RegWr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sp>
          <p:nvSpPr>
            <p:cNvPr id="135" name="Text Box 323"/>
            <p:cNvSpPr txBox="1">
              <a:spLocks noChangeArrowheads="1"/>
            </p:cNvSpPr>
            <p:nvPr/>
          </p:nvSpPr>
          <p:spPr bwMode="auto">
            <a:xfrm>
              <a:off x="7092445" y="2272077"/>
              <a:ext cx="1512000" cy="50405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spc="-100" dirty="0" err="1" smtClean="0">
                  <a:latin typeface="+mn-ea"/>
                  <a:ea typeface="+mn-ea"/>
                </a:rPr>
                <a:t>PCsrc</a:t>
              </a:r>
              <a:r>
                <a:rPr lang="en-US" altLang="zh-CN" sz="1600" b="1" spc="-100" dirty="0" smtClean="0">
                  <a:latin typeface="+mn-ea"/>
                  <a:ea typeface="+mn-ea"/>
                </a:rPr>
                <a:t>(2</a:t>
              </a:r>
              <a:r>
                <a:rPr lang="en-US" altLang="zh-CN" sz="1600" b="1" spc="-100" dirty="0">
                  <a:latin typeface="+mn-ea"/>
                  <a:ea typeface="+mn-ea"/>
                </a:rPr>
                <a:t>), </a:t>
              </a:r>
              <a:r>
                <a:rPr lang="en-US" altLang="zh-CN" sz="1600" b="1" spc="-100" dirty="0" err="1">
                  <a:latin typeface="+mn-ea"/>
                  <a:ea typeface="+mn-ea"/>
                </a:rPr>
                <a:t>PCWr</a:t>
              </a:r>
              <a:r>
                <a:rPr lang="en-US" altLang="zh-CN" sz="1600" b="1" spc="-100" dirty="0">
                  <a:latin typeface="+mn-ea"/>
                  <a:ea typeface="+mn-ea"/>
                </a:rPr>
                <a:t>, End</a:t>
              </a:r>
              <a:endParaRPr lang="en-US" altLang="zh-CN" sz="1600" b="1" spc="-100" dirty="0">
                <a:latin typeface="+mn-ea"/>
                <a:ea typeface="+mn-ea"/>
              </a:endParaRPr>
            </a:p>
          </p:txBody>
        </p:sp>
        <p:cxnSp>
          <p:nvCxnSpPr>
            <p:cNvPr id="136" name="直接箭头连接符 135"/>
            <p:cNvCxnSpPr/>
            <p:nvPr/>
          </p:nvCxnSpPr>
          <p:spPr bwMode="auto">
            <a:xfrm flipH="1">
              <a:off x="2627941" y="1768077"/>
              <a:ext cx="129600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7" name="Text Box 63"/>
            <p:cNvSpPr txBox="1">
              <a:spLocks noChangeArrowheads="1"/>
            </p:cNvSpPr>
            <p:nvPr/>
          </p:nvSpPr>
          <p:spPr bwMode="auto">
            <a:xfrm>
              <a:off x="5174348" y="2776133"/>
              <a:ext cx="10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1800" b="1" dirty="0" err="1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sw</a:t>
              </a:r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8" name="直接箭头连接符 100"/>
            <p:cNvCxnSpPr/>
            <p:nvPr/>
          </p:nvCxnSpPr>
          <p:spPr bwMode="auto">
            <a:xfrm rot="16200000" flipH="1">
              <a:off x="8280349" y="1228021"/>
              <a:ext cx="216000" cy="1296000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38"/>
            <p:cNvCxnSpPr/>
            <p:nvPr/>
          </p:nvCxnSpPr>
          <p:spPr bwMode="auto">
            <a:xfrm flipH="1">
              <a:off x="2267744" y="831917"/>
              <a:ext cx="6768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0" name="直接箭头连接符 139"/>
            <p:cNvCxnSpPr/>
            <p:nvPr/>
          </p:nvCxnSpPr>
          <p:spPr bwMode="auto">
            <a:xfrm>
              <a:off x="3708008" y="3208077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7" name="Text Box 63"/>
            <p:cNvSpPr txBox="1">
              <a:spLocks noChangeArrowheads="1"/>
            </p:cNvSpPr>
            <p:nvPr/>
          </p:nvSpPr>
          <p:spPr bwMode="auto">
            <a:xfrm>
              <a:off x="1403680" y="83671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0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8" name="Text Box 63"/>
            <p:cNvSpPr txBox="1">
              <a:spLocks noChangeArrowheads="1"/>
            </p:cNvSpPr>
            <p:nvPr/>
          </p:nvSpPr>
          <p:spPr bwMode="auto">
            <a:xfrm>
              <a:off x="4356008" y="83671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1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63"/>
            <p:cNvSpPr txBox="1">
              <a:spLocks noChangeArrowheads="1"/>
            </p:cNvSpPr>
            <p:nvPr/>
          </p:nvSpPr>
          <p:spPr bwMode="auto">
            <a:xfrm>
              <a:off x="2339784" y="2060848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63"/>
            <p:cNvSpPr txBox="1">
              <a:spLocks noChangeArrowheads="1"/>
            </p:cNvSpPr>
            <p:nvPr/>
          </p:nvSpPr>
          <p:spPr bwMode="auto">
            <a:xfrm>
              <a:off x="7740352" y="2061741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63"/>
            <p:cNvSpPr txBox="1">
              <a:spLocks noChangeArrowheads="1"/>
            </p:cNvSpPr>
            <p:nvPr/>
          </p:nvSpPr>
          <p:spPr bwMode="auto">
            <a:xfrm>
              <a:off x="7236296" y="83671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2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63"/>
            <p:cNvSpPr txBox="1">
              <a:spLocks noChangeArrowheads="1"/>
            </p:cNvSpPr>
            <p:nvPr/>
          </p:nvSpPr>
          <p:spPr bwMode="auto">
            <a:xfrm>
              <a:off x="2483768" y="3501032"/>
              <a:ext cx="288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</a:t>
              </a:r>
              <a:r>
                <a:rPr lang="en-US" altLang="zh-CN" sz="1600" b="1" baseline="-18000" dirty="0" smtClean="0">
                  <a:latin typeface="宋体" panose="02010600030101010101" pitchFamily="2" charset="-122"/>
                </a:rPr>
                <a:t>4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5" name="Text Box 8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349115" y="360045"/>
            <a:ext cx="265938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增加异常响应状态</a:t>
            </a:r>
            <a:endParaRPr lang="en-US" altLang="zh-CN" sz="1800" b="1" spc="-50" dirty="0" smtClean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6" name="Text Box 8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860290" y="4968240"/>
            <a:ext cx="266319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不变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增加异常处理逻辑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ldLvl="0" animBg="1"/>
      <p:bldP spid="5" grpId="0" bldLvl="0" animBg="1"/>
      <p:bldP spid="6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D5EAB-ED8D-4722-9244-3DC0EA995669}" type="slidenum">
              <a:rPr lang="en-US" altLang="zh-CN"/>
            </a:fld>
            <a:endParaRPr lang="en-US" altLang="zh-CN" dirty="0"/>
          </a:p>
        </p:txBody>
      </p:sp>
      <p:sp>
        <p:nvSpPr>
          <p:cNvPr id="202" name="AutoShape 1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" name="AutoShape 15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0128" name="Text Box 20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28800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r>
              <a:rPr lang="en-US" altLang="zh-CN" sz="2800" b="1" dirty="0">
                <a:latin typeface="宋体" panose="02010600030101010101" pitchFamily="2" charset="-122"/>
              </a:rPr>
              <a:t>§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5.7 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指令流水线技术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7" name="Text Box 52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512" y="792000"/>
            <a:ext cx="878522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3399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 smtClean="0">
                <a:latin typeface="+mn-ea"/>
                <a:ea typeface="+mn-ea"/>
              </a:rPr>
              <a:t>流水线的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工作</a:t>
            </a:r>
            <a:r>
              <a:rPr lang="zh-CN" altLang="en-US" sz="2000" b="1" dirty="0">
                <a:latin typeface="宋体" panose="02010600030101010101" pitchFamily="2" charset="-122"/>
              </a:rPr>
              <a:t>原理、基本组成、性能，冒险处理 </a:t>
            </a:r>
            <a:endParaRPr lang="zh-CN" altLang="en-US" sz="2000" b="1" spc="-80" dirty="0">
              <a:latin typeface="宋体" panose="02010600030101010101" pitchFamily="2" charset="-122"/>
            </a:endParaRPr>
          </a:p>
        </p:txBody>
      </p:sp>
      <p:sp>
        <p:nvSpPr>
          <p:cNvPr id="244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9705" y="1728000"/>
            <a:ext cx="3580130" cy="48539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指令流水线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的工作原理</a:t>
            </a:r>
            <a:endParaRPr lang="zh-CN" altLang="en-US" sz="2200" b="1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*基本思想：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*基本组成：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*工作原理：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程序执行时间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60" name="Text Box 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36420" y="2160000"/>
            <a:ext cx="7052945" cy="24377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指令执行过程分为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多个阶段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      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←基础</a:t>
            </a:r>
            <a:r>
              <a:rPr lang="en-US" altLang="zh-CN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分割</a:t>
            </a:r>
            <a:r>
              <a:rPr lang="en-US" altLang="zh-CN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各个阶段可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同时处理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不同指令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的操作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←效果</a:t>
            </a:r>
            <a:r>
              <a:rPr lang="en-US" altLang="zh-CN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重叠</a:t>
            </a:r>
            <a:r>
              <a:rPr lang="en-US" altLang="zh-CN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spc="-5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所有功能段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按序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600" b="1" spc="-50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每条指令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按序通过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各个段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，不同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过程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重叠</a:t>
            </a:r>
            <a:endParaRPr lang="zh-CN" altLang="en-US" sz="2200" b="1" u="sng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80000" y="3492000"/>
            <a:ext cx="7294387" cy="576064"/>
            <a:chOff x="1115728" y="3212976"/>
            <a:chExt cx="7294387" cy="576064"/>
          </a:xfrm>
        </p:grpSpPr>
        <p:sp>
          <p:nvSpPr>
            <p:cNvPr id="5" name="Text Box 4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402115" y="3537040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写回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(WB)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" name="Text Box 4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905352" y="3212976"/>
              <a:ext cx="503237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" name="Text Box 4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402115" y="3212976"/>
              <a:ext cx="503237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Text Box 4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491136" y="3214563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译码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(ID)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" name="Text Box 4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195736" y="3212976"/>
              <a:ext cx="100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取指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(IF)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9" name="Text Box 4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083523" y="3212976"/>
              <a:ext cx="100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执行</a:t>
              </a: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(EX)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0" name="Text Box 4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788123" y="3212976"/>
              <a:ext cx="100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取数</a:t>
              </a: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(OF)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" name="Line 46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7114083" y="3365777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33" name="Line 47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5796185" y="3365777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34" name="Line 4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V="1">
              <a:off x="4500786" y="3365777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" name="Line 49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V="1">
              <a:off x="3203798" y="3356992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0" name="Text Box 4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91136" y="3537040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译码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(ID)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Text Box 4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195736" y="3537040"/>
              <a:ext cx="100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取指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(IF)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Text Box 4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083523" y="3537040"/>
              <a:ext cx="1008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访存</a:t>
              </a: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(MEM)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Text Box 4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788123" y="3535453"/>
              <a:ext cx="100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执行</a:t>
              </a: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(EX)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Line 46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V="1">
              <a:off x="7114083" y="3645024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Line 47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V="1">
              <a:off x="5796185" y="3645024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6" name="Line 48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V="1">
              <a:off x="4500786" y="3645024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" name="Line 49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V="1">
              <a:off x="3203798" y="3645024"/>
              <a:ext cx="287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8" name="Text Box 42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115728" y="3212976"/>
              <a:ext cx="1008000" cy="252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CISC</a:t>
              </a:r>
              <a:r>
                <a:rPr kumimoji="0"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示例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Text Box 4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115728" y="3537040"/>
              <a:ext cx="1008000" cy="252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RISC</a:t>
              </a:r>
              <a:r>
                <a:rPr kumimoji="0"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示例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1" name="Text Box 4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402115" y="3212976"/>
              <a:ext cx="1008000" cy="252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写回</a:t>
              </a: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(WB)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547495" y="4536000"/>
            <a:ext cx="6769100" cy="1548130"/>
            <a:chOff x="2437" y="6917"/>
            <a:chExt cx="10660" cy="2438"/>
          </a:xfrm>
        </p:grpSpPr>
        <p:sp>
          <p:nvSpPr>
            <p:cNvPr id="21" name="Text Box 57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685" y="9015"/>
              <a:ext cx="8958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28800" tIns="10800" rIns="18000" bIns="10800"/>
            <a:p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400" b="1" spc="300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1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2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3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4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5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6                  </a:t>
              </a:r>
              <a:r>
                <a:rPr lang="en-US" altLang="zh-CN" sz="1400" b="1" spc="300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n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           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n+4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Text Box 60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2643" y="8844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拍</a:t>
              </a:r>
              <a:endParaRPr lang="en-US" altLang="zh-CN" sz="1600" b="1" baseline="-20000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798" y="8675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Text Box 6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344" y="6917"/>
              <a:ext cx="102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段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级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Text Box 6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437" y="7314"/>
              <a:ext cx="1363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写回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访存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执行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译码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取指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" name="Text Box 64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365" y="8675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3" name="Text Box 65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932" y="8675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" name="Text Box 66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499" y="8675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" name="Text Box 67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066" y="8675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" name="Line 68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4365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7" name="Text Box 7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365" y="8334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8" name="Text Box 82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932" y="8334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9" name="Text Box 8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499" y="8334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0" name="Text Box 9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6066" y="8334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1" name="Text Box 94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633" y="8334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2" name="Line 98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 flipH="1" flipV="1">
              <a:off x="6388" y="7086"/>
              <a:ext cx="3" cy="22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3" name="Line 99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flipV="1">
              <a:off x="6973" y="7086"/>
              <a:ext cx="0" cy="22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4" name="Line 100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flipV="1">
              <a:off x="7540" y="7086"/>
              <a:ext cx="0" cy="22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5" name="Line 101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flipV="1">
              <a:off x="8107" y="7086"/>
              <a:ext cx="0" cy="22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6" name="Line 102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flipV="1">
              <a:off x="8674" y="7086"/>
              <a:ext cx="0" cy="223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7" name="Text Box 103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9468" y="8675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8" name="Text Box 104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0035" y="833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9" name="Text Box 105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0602" y="799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0" name="Text Box 106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1169" y="765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1" name="Text Box 10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1736" y="7314"/>
              <a:ext cx="567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2" name="Line 108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flipV="1">
              <a:off x="12076" y="7086"/>
              <a:ext cx="0" cy="22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3" name="Text Box 11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200" y="8675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4" name="Text Box 112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767" y="833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5" name="Line 119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>
              <a:off x="4932" y="9020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6" name="Line 120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>
              <a:off x="5499" y="9020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7" name="Line 121"/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>
              <a:off x="6066" y="902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8" name="Line 122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>
              <a:off x="6633" y="9020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9" name="Line 123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>
              <a:off x="3798" y="9020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0" name="Line 124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>
              <a:off x="10035" y="9011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1" name="Line 125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>
              <a:off x="10602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2" name="Line 126"/>
            <p:cNvSpPr>
              <a:spLocks noChangeShapeType="1"/>
            </p:cNvSpPr>
            <p:nvPr>
              <p:custDataLst>
                <p:tags r:id="rId64"/>
              </p:custDataLst>
            </p:nvPr>
          </p:nvSpPr>
          <p:spPr bwMode="auto">
            <a:xfrm>
              <a:off x="11169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3" name="Line 127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>
              <a:off x="11736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4" name="Line 128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>
              <a:off x="12303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5" name="Line 129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>
              <a:off x="9468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6" name="Text Box 6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4932" y="7994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7" name="Text Box 64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5499" y="7994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8" name="Text Box 65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6066" y="7994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9" name="Text Box 66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6633" y="7994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0" name="Text Box 67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7200" y="7994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1" name="Text Box 78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5499" y="7654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Text Box 82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6066" y="7654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Text Box 86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6633" y="7654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90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7200" y="7654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5" name="Text Box 94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7767" y="7654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6" name="Text Box 11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8334" y="793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7" name="Text Box 112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8901" y="765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8" name="Text Box 78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6066" y="7314"/>
              <a:ext cx="567" cy="34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9" name="Text Box 82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6633" y="7314"/>
              <a:ext cx="567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0" name="Text Box 86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7200" y="7314"/>
              <a:ext cx="567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1" name="Text Box 90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7767" y="7314"/>
              <a:ext cx="567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2" name="Text Box 94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8334" y="7314"/>
              <a:ext cx="567" cy="34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3" name="Text Box 112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9468" y="731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4" name="Line 119"/>
            <p:cNvSpPr>
              <a:spLocks noChangeShapeType="1"/>
            </p:cNvSpPr>
            <p:nvPr>
              <p:custDataLst>
                <p:tags r:id="rId86"/>
              </p:custDataLst>
            </p:nvPr>
          </p:nvSpPr>
          <p:spPr bwMode="auto">
            <a:xfrm>
              <a:off x="7200" y="9015"/>
              <a:ext cx="0" cy="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5" name="Text Box 11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8334" y="8675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6" name="Text Box 112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8901" y="833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7" name="Text Box 11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9468" y="7937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8" name="Text Box 112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0035" y="7654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9" name="Text Box 112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10602" y="731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77" name="直接箭头连接符 476"/>
            <p:cNvCxnSpPr/>
            <p:nvPr>
              <p:custDataLst>
                <p:tags r:id="rId92"/>
              </p:custDataLst>
            </p:nvPr>
          </p:nvCxnSpPr>
          <p:spPr bwMode="auto">
            <a:xfrm>
              <a:off x="3798" y="9014"/>
              <a:ext cx="884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93"/>
              </p:custDataLst>
            </p:nvPr>
          </p:nvCxnSpPr>
          <p:spPr bwMode="auto">
            <a:xfrm flipH="1" flipV="1">
              <a:off x="3798" y="7257"/>
              <a:ext cx="0" cy="175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2" name="Text Box 152"/>
          <p:cNvSpPr txBox="1">
            <a:spLocks noChangeArrowheads="1"/>
          </p:cNvSpPr>
          <p:nvPr>
            <p:custDataLst>
              <p:tags r:id="rId94"/>
            </p:custDataLst>
          </p:nvPr>
        </p:nvSpPr>
        <p:spPr bwMode="auto">
          <a:xfrm>
            <a:off x="2700804" y="6120000"/>
            <a:ext cx="2450117" cy="36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×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3" name="Text Box 155"/>
          <p:cNvSpPr txBox="1">
            <a:spLocks noChangeArrowheads="1"/>
          </p:cNvSpPr>
          <p:nvPr>
            <p:custDataLst>
              <p:tags r:id="rId95"/>
            </p:custDataLst>
          </p:nvPr>
        </p:nvSpPr>
        <p:spPr bwMode="auto">
          <a:xfrm>
            <a:off x="5040000" y="6120000"/>
            <a:ext cx="2736000" cy="360045"/>
          </a:xfrm>
          <a:prstGeom prst="rect">
            <a:avLst/>
          </a:prstGeom>
          <a:solidFill>
            <a:srgbClr val="CCFFFF">
              <a:alpha val="80000"/>
            </a:srgbClr>
          </a:solidFill>
          <a:ln w="9525">
            <a:noFill/>
            <a:miter lim="800000"/>
          </a:ln>
          <a:effectLst/>
        </p:spPr>
        <p:txBody>
          <a:bodyPr wrap="square" lIns="18000" tIns="10800" rIns="18000" bIns="10800">
            <a:spAutoFit/>
          </a:bodyPr>
          <a:p>
            <a:pPr algn="l"/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2200" b="1" baseline="-200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+(n-1)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0129" name="Text Box 209"/>
          <p:cNvSpPr txBox="1">
            <a:spLocks noChangeArrowheads="1"/>
          </p:cNvSpPr>
          <p:nvPr>
            <p:custDataLst>
              <p:tags r:id="rId96"/>
            </p:custDataLst>
          </p:nvPr>
        </p:nvSpPr>
        <p:spPr bwMode="auto">
          <a:xfrm>
            <a:off x="179388" y="1296000"/>
            <a:ext cx="8785225" cy="441960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3300"/>
                </a:solidFill>
                <a:latin typeface="宋体" panose="02010600030101010101" pitchFamily="2" charset="-122"/>
              </a:rPr>
              <a:t>一、</a:t>
            </a:r>
            <a:r>
              <a:rPr lang="zh-CN" altLang="en-US" b="1" dirty="0" smtClean="0">
                <a:solidFill>
                  <a:srgbClr val="FF3300"/>
                </a:solidFill>
                <a:latin typeface="宋体" panose="02010600030101010101" pitchFamily="2" charset="-122"/>
              </a:rPr>
              <a:t>指令流水线概述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46" name="线形标注 2 45"/>
          <p:cNvSpPr/>
          <p:nvPr>
            <p:custDataLst>
              <p:tags r:id="rId97"/>
            </p:custDataLst>
          </p:nvPr>
        </p:nvSpPr>
        <p:spPr bwMode="auto">
          <a:xfrm>
            <a:off x="5080000" y="3132000"/>
            <a:ext cx="2880000" cy="252095"/>
          </a:xfrm>
          <a:prstGeom prst="borderCallout2">
            <a:avLst>
              <a:gd name="adj1" fmla="val 53929"/>
              <a:gd name="adj2" fmla="val 301"/>
              <a:gd name="adj3" fmla="val 53148"/>
              <a:gd name="adj4" fmla="val -8157"/>
              <a:gd name="adj5" fmla="val -41129"/>
              <a:gd name="adj6" fmla="val -2006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多周期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16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分时处理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同一指令</a:t>
            </a:r>
            <a:endParaRPr lang="en-US" altLang="zh-CN" sz="1600" b="1" spc="-1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  <p:bldP spid="43" grpId="0" bldLvl="0" animBg="1"/>
      <p:bldP spid="210129" grpId="0" bldLvl="0" animBg="1"/>
      <p:bldP spid="46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449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3996284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262" name="组合 261"/>
          <p:cNvGrpSpPr/>
          <p:nvPr/>
        </p:nvGrpSpPr>
        <p:grpSpPr>
          <a:xfrm>
            <a:off x="2088000" y="3564735"/>
            <a:ext cx="5761634" cy="1908000"/>
            <a:chOff x="1835573" y="3861048"/>
            <a:chExt cx="5761634" cy="1908000"/>
          </a:xfrm>
          <a:solidFill>
            <a:srgbClr val="CCFFFF">
              <a:alpha val="80000"/>
            </a:srgbClr>
          </a:solidFill>
        </p:grpSpPr>
        <p:grpSp>
          <p:nvGrpSpPr>
            <p:cNvPr id="263" name="组合 262"/>
            <p:cNvGrpSpPr/>
            <p:nvPr/>
          </p:nvGrpSpPr>
          <p:grpSpPr>
            <a:xfrm>
              <a:off x="1835573" y="3861048"/>
              <a:ext cx="4429634" cy="900000"/>
              <a:chOff x="1835573" y="3861048"/>
              <a:chExt cx="4429634" cy="900000"/>
            </a:xfrm>
            <a:grpFill/>
          </p:grpSpPr>
          <p:sp>
            <p:nvSpPr>
              <p:cNvPr id="264" name="Rectangle 99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1835573" y="3861048"/>
                <a:ext cx="432966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5" name="Rectangle 99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3167573" y="3861048"/>
                <a:ext cx="432000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6" name="Rectangle 99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4499573" y="3861048"/>
                <a:ext cx="433634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7" name="Rectangle 99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5831573" y="3861048"/>
                <a:ext cx="433634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8" name="组合 267"/>
            <p:cNvGrpSpPr/>
            <p:nvPr/>
          </p:nvGrpSpPr>
          <p:grpSpPr>
            <a:xfrm>
              <a:off x="3167573" y="4869048"/>
              <a:ext cx="4429634" cy="900000"/>
              <a:chOff x="1728205" y="3716920"/>
              <a:chExt cx="4429634" cy="900000"/>
            </a:xfrm>
            <a:grpFill/>
          </p:grpSpPr>
          <p:sp>
            <p:nvSpPr>
              <p:cNvPr id="269" name="Rectangle 99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728205" y="3716920"/>
                <a:ext cx="432050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0" name="Rectangle 99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060205" y="3716920"/>
                <a:ext cx="432000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1" name="Rectangle 99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4392205" y="3716920"/>
                <a:ext cx="433634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2" name="Rectangle 99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724205" y="3716920"/>
                <a:ext cx="433634" cy="90000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rgbClr val="990099"/>
                </a:solidFill>
                <a:prstDash val="solid"/>
                <a:miter lim="800000"/>
              </a:ln>
              <a:effectLst/>
            </p:spPr>
            <p:txBody>
              <a:bodyPr wrap="none" anchor="ctr"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43" name="组合 442"/>
          <p:cNvGrpSpPr/>
          <p:nvPr/>
        </p:nvGrpSpPr>
        <p:grpSpPr>
          <a:xfrm>
            <a:off x="683895" y="3492735"/>
            <a:ext cx="8099425" cy="2736850"/>
            <a:chOff x="1077" y="6291"/>
            <a:chExt cx="12755" cy="4310"/>
          </a:xfrm>
        </p:grpSpPr>
        <p:sp>
          <p:nvSpPr>
            <p:cNvPr id="444" name="Text Box 10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77" y="6688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p>
              <a:pPr algn="ctr" eaLnBrk="0" hangingPunct="0"/>
              <a:r>
                <a:rPr kumimoji="0"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指令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k</a:t>
              </a:r>
              <a:endParaRPr kumimoji="0"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5" name="Text Box 104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77" y="8389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p>
              <a:pPr algn="ctr" eaLnBrk="0" hangingPunct="0"/>
              <a:r>
                <a:rPr kumimoji="0"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指令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k+1</a:t>
              </a:r>
              <a:endParaRPr kumimoji="0"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6" name="Text Box 5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721" y="10261"/>
              <a:ext cx="10602" cy="34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p>
              <a:pPr eaLnBrk="0" hangingPunct="0">
                <a:lnSpc>
                  <a:spcPct val="90000"/>
                </a:lnSpc>
              </a:pP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          </a:t>
              </a:r>
              <a:r>
                <a:rPr kumimoji="0"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2             </a:t>
              </a:r>
              <a:r>
                <a:rPr kumimoji="0"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3        </a:t>
              </a:r>
              <a:r>
                <a:rPr kumimoji="0"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    4             5            6</a:t>
              </a:r>
              <a:endParaRPr kumimoji="0"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7" name="Text Box 18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3492" y="10091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p>
              <a:pPr algn="ctr" eaLnBrk="0" hangingPunct="0"/>
              <a:r>
                <a:rPr kumimoji="0"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  <a:endPara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48" name="直接箭头连接符 447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1587" y="10261"/>
              <a:ext cx="11906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直接连接符 6"/>
            <p:cNvCxnSpPr/>
            <p:nvPr>
              <p:custDataLst>
                <p:tags r:id="rId15"/>
              </p:custDataLst>
            </p:nvPr>
          </p:nvCxnSpPr>
          <p:spPr bwMode="auto">
            <a:xfrm rot="5400000">
              <a:off x="3857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0" name="直接连接符 449"/>
            <p:cNvCxnSpPr/>
            <p:nvPr>
              <p:custDataLst>
                <p:tags r:id="rId16"/>
              </p:custDataLst>
            </p:nvPr>
          </p:nvCxnSpPr>
          <p:spPr bwMode="auto">
            <a:xfrm rot="5400000">
              <a:off x="1759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1" name="直接连接符 450"/>
            <p:cNvCxnSpPr/>
            <p:nvPr>
              <p:custDataLst>
                <p:tags r:id="rId17"/>
              </p:custDataLst>
            </p:nvPr>
          </p:nvCxnSpPr>
          <p:spPr bwMode="auto">
            <a:xfrm rot="5400000">
              <a:off x="8052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2" name="直接连接符 451"/>
            <p:cNvCxnSpPr/>
            <p:nvPr>
              <p:custDataLst>
                <p:tags r:id="rId18"/>
              </p:custDataLst>
            </p:nvPr>
          </p:nvCxnSpPr>
          <p:spPr bwMode="auto">
            <a:xfrm rot="5400000">
              <a:off x="5954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3" name="直接连接符 452"/>
            <p:cNvCxnSpPr/>
            <p:nvPr>
              <p:custDataLst>
                <p:tags r:id="rId19"/>
              </p:custDataLst>
            </p:nvPr>
          </p:nvCxnSpPr>
          <p:spPr bwMode="auto">
            <a:xfrm rot="5400000">
              <a:off x="12247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4" name="直接连接符 453"/>
            <p:cNvCxnSpPr/>
            <p:nvPr>
              <p:custDataLst>
                <p:tags r:id="rId20"/>
              </p:custDataLst>
            </p:nvPr>
          </p:nvCxnSpPr>
          <p:spPr bwMode="auto">
            <a:xfrm rot="5400000">
              <a:off x="10149" y="10375"/>
              <a:ext cx="22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5" name="直接箭头连接符 454"/>
            <p:cNvCxnSpPr/>
            <p:nvPr>
              <p:custDataLst>
                <p:tags r:id="rId21"/>
              </p:custDataLst>
            </p:nvPr>
          </p:nvCxnSpPr>
          <p:spPr bwMode="auto">
            <a:xfrm flipH="1" flipV="1">
              <a:off x="3968" y="6291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6" name="直接箭头连接符 455"/>
            <p:cNvCxnSpPr/>
            <p:nvPr>
              <p:custDataLst>
                <p:tags r:id="rId22"/>
              </p:custDataLst>
            </p:nvPr>
          </p:nvCxnSpPr>
          <p:spPr bwMode="auto">
            <a:xfrm flipH="1" flipV="1">
              <a:off x="12359" y="7879"/>
              <a:ext cx="0" cy="260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7" name="直接箭头连接符 456"/>
            <p:cNvCxnSpPr/>
            <p:nvPr>
              <p:custDataLst>
                <p:tags r:id="rId23"/>
              </p:custDataLst>
            </p:nvPr>
          </p:nvCxnSpPr>
          <p:spPr bwMode="auto">
            <a:xfrm flipH="1" flipV="1">
              <a:off x="10261" y="6291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8" name="直接箭头连接符 457"/>
            <p:cNvCxnSpPr/>
            <p:nvPr>
              <p:custDataLst>
                <p:tags r:id="rId24"/>
              </p:custDataLst>
            </p:nvPr>
          </p:nvCxnSpPr>
          <p:spPr bwMode="auto">
            <a:xfrm flipH="1" flipV="1">
              <a:off x="8163" y="6291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59" name="直接箭头连接符 458"/>
            <p:cNvCxnSpPr/>
            <p:nvPr>
              <p:custDataLst>
                <p:tags r:id="rId25"/>
              </p:custDataLst>
            </p:nvPr>
          </p:nvCxnSpPr>
          <p:spPr bwMode="auto">
            <a:xfrm flipH="1" flipV="1">
              <a:off x="6066" y="6291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cxnSp>
          <p:nvCxnSpPr>
            <p:cNvPr id="460" name="直接箭头连接符 459"/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1870" y="6293"/>
              <a:ext cx="0" cy="41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/>
            </a:ln>
            <a:effectLst/>
          </p:spPr>
        </p:cxnSp>
        <p:sp>
          <p:nvSpPr>
            <p:cNvPr id="461" name="Text Box 1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406" y="6802"/>
              <a:ext cx="680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ALU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2" name="Text Box 16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696" y="6745"/>
              <a:ext cx="452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vert" lIns="0" tIns="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3" name="Text Box 177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081" y="6405"/>
              <a:ext cx="454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18000" tIns="10800" rIns="18000" bIns="10800" anchor="ctr"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64" name="直接箭头连接符 463"/>
            <p:cNvCxnSpPr/>
            <p:nvPr>
              <p:custDataLst>
                <p:tags r:id="rId30"/>
              </p:custDataLst>
            </p:nvPr>
          </p:nvCxnSpPr>
          <p:spPr bwMode="auto">
            <a:xfrm>
              <a:off x="3004" y="7541"/>
              <a:ext cx="283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65" name="Text Box 177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154" y="7312"/>
              <a:ext cx="862" cy="45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IMEM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6" name="Text Box 185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437" y="6688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PC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67" name="直接箭头连接符 466"/>
            <p:cNvCxnSpPr/>
            <p:nvPr>
              <p:custDataLst>
                <p:tags r:id="rId33"/>
              </p:custDataLst>
            </p:nvPr>
          </p:nvCxnSpPr>
          <p:spPr bwMode="auto">
            <a:xfrm>
              <a:off x="3968" y="7539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8" name="直接箭头连接符 467"/>
            <p:cNvCxnSpPr/>
            <p:nvPr>
              <p:custDataLst>
                <p:tags r:id="rId34"/>
              </p:custDataLst>
            </p:nvPr>
          </p:nvCxnSpPr>
          <p:spPr bwMode="auto">
            <a:xfrm>
              <a:off x="2777" y="6972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9" name="直接箭头连接符 468"/>
            <p:cNvCxnSpPr/>
            <p:nvPr>
              <p:custDataLst>
                <p:tags r:id="rId35"/>
              </p:custDataLst>
            </p:nvPr>
          </p:nvCxnSpPr>
          <p:spPr bwMode="auto">
            <a:xfrm>
              <a:off x="4251" y="6859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0" name="直接箭头连接符 469"/>
            <p:cNvCxnSpPr/>
            <p:nvPr>
              <p:custDataLst>
                <p:tags r:id="rId36"/>
              </p:custDataLst>
            </p:nvPr>
          </p:nvCxnSpPr>
          <p:spPr bwMode="auto">
            <a:xfrm>
              <a:off x="4251" y="7709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1" name="直接箭头连接符 470"/>
            <p:cNvCxnSpPr/>
            <p:nvPr>
              <p:custDataLst>
                <p:tags r:id="rId37"/>
              </p:custDataLst>
            </p:nvPr>
          </p:nvCxnSpPr>
          <p:spPr bwMode="auto">
            <a:xfrm>
              <a:off x="4251" y="7195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2" name="直接箭头连接符 471"/>
            <p:cNvCxnSpPr/>
            <p:nvPr>
              <p:custDataLst>
                <p:tags r:id="rId38"/>
              </p:custDataLst>
            </p:nvPr>
          </p:nvCxnSpPr>
          <p:spPr bwMode="auto">
            <a:xfrm>
              <a:off x="4535" y="6518"/>
              <a:ext cx="85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3" name="直接箭头连接符 472"/>
            <p:cNvCxnSpPr/>
            <p:nvPr>
              <p:custDataLst>
                <p:tags r:id="rId39"/>
              </p:custDataLst>
            </p:nvPr>
          </p:nvCxnSpPr>
          <p:spPr bwMode="auto">
            <a:xfrm>
              <a:off x="5159" y="6858"/>
              <a:ext cx="227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4" name="直接箭头连接符 473"/>
            <p:cNvCxnSpPr/>
            <p:nvPr>
              <p:custDataLst>
                <p:tags r:id="rId40"/>
              </p:custDataLst>
            </p:nvPr>
          </p:nvCxnSpPr>
          <p:spPr bwMode="auto">
            <a:xfrm>
              <a:off x="5159" y="7198"/>
              <a:ext cx="22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5" name="直接箭头连接符 474"/>
            <p:cNvCxnSpPr/>
            <p:nvPr>
              <p:custDataLst>
                <p:tags r:id="rId41"/>
              </p:custDataLst>
            </p:nvPr>
          </p:nvCxnSpPr>
          <p:spPr bwMode="auto">
            <a:xfrm>
              <a:off x="6066" y="6856"/>
              <a:ext cx="33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6" name="直接箭头连接符 475"/>
            <p:cNvCxnSpPr/>
            <p:nvPr>
              <p:custDataLst>
                <p:tags r:id="rId42"/>
              </p:custDataLst>
            </p:nvPr>
          </p:nvCxnSpPr>
          <p:spPr bwMode="auto">
            <a:xfrm>
              <a:off x="6066" y="7196"/>
              <a:ext cx="33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7" name="直接箭头连接符 121"/>
            <p:cNvCxnSpPr/>
            <p:nvPr>
              <p:custDataLst>
                <p:tags r:id="rId43"/>
              </p:custDataLst>
            </p:nvPr>
          </p:nvCxnSpPr>
          <p:spPr bwMode="auto">
            <a:xfrm>
              <a:off x="6746" y="6519"/>
              <a:ext cx="0" cy="22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8" name="直接箭头连接符 477"/>
            <p:cNvCxnSpPr/>
            <p:nvPr>
              <p:custDataLst>
                <p:tags r:id="rId44"/>
              </p:custDataLst>
            </p:nvPr>
          </p:nvCxnSpPr>
          <p:spPr bwMode="auto">
            <a:xfrm>
              <a:off x="7086" y="7028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79" name="Rectangle 100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870" y="6405"/>
              <a:ext cx="452" cy="79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vert" wrap="none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480" name="直接箭头连接符 479"/>
            <p:cNvCxnSpPr/>
            <p:nvPr>
              <p:custDataLst>
                <p:tags r:id="rId46"/>
              </p:custDataLst>
            </p:nvPr>
          </p:nvCxnSpPr>
          <p:spPr bwMode="auto">
            <a:xfrm flipH="1">
              <a:off x="2324" y="7085"/>
              <a:ext cx="45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481" name="直接箭头连接符 123"/>
            <p:cNvCxnSpPr/>
            <p:nvPr>
              <p:custDataLst>
                <p:tags r:id="rId47"/>
              </p:custDataLst>
            </p:nvPr>
          </p:nvCxnSpPr>
          <p:spPr bwMode="auto">
            <a:xfrm>
              <a:off x="2324" y="6461"/>
              <a:ext cx="455" cy="225"/>
            </a:xfrm>
            <a:prstGeom prst="bentConnector3">
              <a:avLst>
                <a:gd name="adj1" fmla="val 9899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2" name="直接箭头连接符 481"/>
            <p:cNvCxnSpPr/>
            <p:nvPr>
              <p:custDataLst>
                <p:tags r:id="rId48"/>
              </p:custDataLst>
            </p:nvPr>
          </p:nvCxnSpPr>
          <p:spPr bwMode="auto">
            <a:xfrm>
              <a:off x="6057" y="6518"/>
              <a:ext cx="1417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3" name="直接箭头连接符 482"/>
            <p:cNvCxnSpPr/>
            <p:nvPr>
              <p:custDataLst>
                <p:tags r:id="rId49"/>
              </p:custDataLst>
            </p:nvPr>
          </p:nvCxnSpPr>
          <p:spPr bwMode="auto">
            <a:xfrm>
              <a:off x="6061" y="7709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84" name="Text Box 16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8503" y="6972"/>
              <a:ext cx="794" cy="51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DMEM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85" name="直接箭头连接符 157"/>
            <p:cNvCxnSpPr/>
            <p:nvPr>
              <p:custDataLst>
                <p:tags r:id="rId51"/>
              </p:custDataLst>
            </p:nvPr>
          </p:nvCxnSpPr>
          <p:spPr bwMode="auto">
            <a:xfrm>
              <a:off x="6179" y="7199"/>
              <a:ext cx="1304" cy="170"/>
            </a:xfrm>
            <a:prstGeom prst="bentConnector3">
              <a:avLst>
                <a:gd name="adj1" fmla="val -135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486" name="直接箭头连接符 485"/>
            <p:cNvCxnSpPr/>
            <p:nvPr>
              <p:custDataLst>
                <p:tags r:id="rId52"/>
              </p:custDataLst>
            </p:nvPr>
          </p:nvCxnSpPr>
          <p:spPr bwMode="auto">
            <a:xfrm>
              <a:off x="8163" y="7083"/>
              <a:ext cx="340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7" name="直接箭头连接符 486"/>
            <p:cNvCxnSpPr/>
            <p:nvPr>
              <p:custDataLst>
                <p:tags r:id="rId53"/>
              </p:custDataLst>
            </p:nvPr>
          </p:nvCxnSpPr>
          <p:spPr bwMode="auto">
            <a:xfrm>
              <a:off x="8163" y="7369"/>
              <a:ext cx="34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8" name="直接箭头连接符 487"/>
            <p:cNvCxnSpPr/>
            <p:nvPr>
              <p:custDataLst>
                <p:tags r:id="rId54"/>
              </p:custDataLst>
            </p:nvPr>
          </p:nvCxnSpPr>
          <p:spPr bwMode="auto">
            <a:xfrm>
              <a:off x="9297" y="725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9" name="直接箭头连接符 488"/>
            <p:cNvCxnSpPr/>
            <p:nvPr>
              <p:custDataLst>
                <p:tags r:id="rId55"/>
              </p:custDataLst>
            </p:nvPr>
          </p:nvCxnSpPr>
          <p:spPr bwMode="auto">
            <a:xfrm>
              <a:off x="8163" y="7709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0" name="直接箭头连接符 177"/>
            <p:cNvCxnSpPr/>
            <p:nvPr>
              <p:custDataLst>
                <p:tags r:id="rId56"/>
              </p:custDataLst>
            </p:nvPr>
          </p:nvCxnSpPr>
          <p:spPr bwMode="auto">
            <a:xfrm rot="5400000" flipH="1" flipV="1">
              <a:off x="10147" y="6915"/>
              <a:ext cx="454" cy="227"/>
            </a:xfrm>
            <a:prstGeom prst="bentConnector3">
              <a:avLst>
                <a:gd name="adj1" fmla="val -2097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1" name="直接箭头连接符 157"/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8277" y="6802"/>
              <a:ext cx="1304" cy="283"/>
            </a:xfrm>
            <a:prstGeom prst="bentConnector3">
              <a:avLst>
                <a:gd name="adj1" fmla="val -13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492" name="直接箭头连接符 491"/>
            <p:cNvCxnSpPr/>
            <p:nvPr>
              <p:custDataLst>
                <p:tags r:id="rId58"/>
              </p:custDataLst>
            </p:nvPr>
          </p:nvCxnSpPr>
          <p:spPr bwMode="auto">
            <a:xfrm>
              <a:off x="8163" y="6518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3" name="直接箭头连接符 121"/>
            <p:cNvCxnSpPr/>
            <p:nvPr>
              <p:custDataLst>
                <p:tags r:id="rId59"/>
              </p:custDataLst>
            </p:nvPr>
          </p:nvCxnSpPr>
          <p:spPr bwMode="auto">
            <a:xfrm>
              <a:off x="9014" y="6518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4" name="直接箭头连接符 493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10261" y="6518"/>
              <a:ext cx="4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5" name="直接箭头连接符 494"/>
            <p:cNvCxnSpPr/>
            <p:nvPr>
              <p:custDataLst>
                <p:tags r:id="rId61"/>
              </p:custDataLst>
            </p:nvPr>
          </p:nvCxnSpPr>
          <p:spPr bwMode="auto">
            <a:xfrm>
              <a:off x="10261" y="7709"/>
              <a:ext cx="4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96" name="Text Box 166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0714" y="6461"/>
              <a:ext cx="454" cy="130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vert="vert"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97" name="直接箭头连接符 496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0261" y="6802"/>
              <a:ext cx="452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8" name="直接箭头连接符 497"/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7256" y="6802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499" name="Text Box 164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5385" y="7028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00" name="Text Box 165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5385" y="674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01" name="Text Box 165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483" y="691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spc="-15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ALUO</a:t>
              </a:r>
              <a:endParaRPr kumimoji="0" lang="en-US" altLang="zh-CN" sz="1600" b="1" spc="-15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02" name="Text Box 185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3288" y="7426"/>
              <a:ext cx="682" cy="283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IR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03" name="直接箭头连接符 502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4251" y="6745"/>
              <a:ext cx="0" cy="107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4" name="直接箭头连接符 503"/>
            <p:cNvCxnSpPr/>
            <p:nvPr>
              <p:custDataLst>
                <p:tags r:id="rId70"/>
              </p:custDataLst>
            </p:nvPr>
          </p:nvCxnSpPr>
          <p:spPr bwMode="auto">
            <a:xfrm>
              <a:off x="5385" y="65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5" name="直接箭头连接符 504"/>
            <p:cNvCxnSpPr/>
            <p:nvPr>
              <p:custDataLst>
                <p:tags r:id="rId71"/>
              </p:custDataLst>
            </p:nvPr>
          </p:nvCxnSpPr>
          <p:spPr bwMode="auto">
            <a:xfrm>
              <a:off x="7483" y="65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6" name="直接箭头连接符 505"/>
            <p:cNvCxnSpPr/>
            <p:nvPr>
              <p:custDataLst>
                <p:tags r:id="rId72"/>
              </p:custDataLst>
            </p:nvPr>
          </p:nvCxnSpPr>
          <p:spPr bwMode="auto">
            <a:xfrm>
              <a:off x="9581" y="65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7" name="直接箭头连接符 506"/>
            <p:cNvCxnSpPr/>
            <p:nvPr>
              <p:custDataLst>
                <p:tags r:id="rId73"/>
              </p:custDataLst>
            </p:nvPr>
          </p:nvCxnSpPr>
          <p:spPr bwMode="auto">
            <a:xfrm>
              <a:off x="5385" y="770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8" name="直接箭头连接符 507"/>
            <p:cNvCxnSpPr/>
            <p:nvPr>
              <p:custDataLst>
                <p:tags r:id="rId74"/>
              </p:custDataLst>
            </p:nvPr>
          </p:nvCxnSpPr>
          <p:spPr bwMode="auto">
            <a:xfrm>
              <a:off x="7483" y="770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9" name="直接箭头连接符 508"/>
            <p:cNvCxnSpPr/>
            <p:nvPr>
              <p:custDataLst>
                <p:tags r:id="rId75"/>
              </p:custDataLst>
            </p:nvPr>
          </p:nvCxnSpPr>
          <p:spPr bwMode="auto">
            <a:xfrm>
              <a:off x="9581" y="770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0" name="直接箭头连接符 509"/>
            <p:cNvCxnSpPr/>
            <p:nvPr>
              <p:custDataLst>
                <p:tags r:id="rId76"/>
              </p:custDataLst>
            </p:nvPr>
          </p:nvCxnSpPr>
          <p:spPr bwMode="auto">
            <a:xfrm>
              <a:off x="7483" y="736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1" name="直接箭头连接符 510"/>
            <p:cNvCxnSpPr/>
            <p:nvPr>
              <p:custDataLst>
                <p:tags r:id="rId77"/>
              </p:custDataLst>
            </p:nvPr>
          </p:nvCxnSpPr>
          <p:spPr bwMode="auto">
            <a:xfrm>
              <a:off x="9581" y="725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2" name="直接箭头连接符 511"/>
            <p:cNvCxnSpPr/>
            <p:nvPr>
              <p:custDataLst>
                <p:tags r:id="rId78"/>
              </p:custDataLst>
            </p:nvPr>
          </p:nvCxnSpPr>
          <p:spPr bwMode="auto">
            <a:xfrm>
              <a:off x="9581" y="6803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13" name="Text Box 16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8504" y="8389"/>
              <a:ext cx="680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ALU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4" name="Text Box 166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6794" y="8332"/>
              <a:ext cx="452" cy="79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vert" lIns="0" tIns="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5" name="Text Box 177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6179" y="7992"/>
              <a:ext cx="454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18000" tIns="10800" rIns="18000" bIns="10800" anchor="ctr"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16" name="直接箭头连接符 515"/>
            <p:cNvCxnSpPr/>
            <p:nvPr>
              <p:custDataLst>
                <p:tags r:id="rId82"/>
              </p:custDataLst>
            </p:nvPr>
          </p:nvCxnSpPr>
          <p:spPr bwMode="auto">
            <a:xfrm>
              <a:off x="5102" y="9128"/>
              <a:ext cx="283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17" name="Text Box 177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252" y="8899"/>
              <a:ext cx="862" cy="45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IMEM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8" name="Text Box 185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4535" y="827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PC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19" name="直接箭头连接符 518"/>
            <p:cNvCxnSpPr/>
            <p:nvPr>
              <p:custDataLst>
                <p:tags r:id="rId85"/>
              </p:custDataLst>
            </p:nvPr>
          </p:nvCxnSpPr>
          <p:spPr bwMode="auto">
            <a:xfrm>
              <a:off x="6066" y="9126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0" name="直接箭头连接符 519"/>
            <p:cNvCxnSpPr/>
            <p:nvPr>
              <p:custDataLst>
                <p:tags r:id="rId86"/>
              </p:custDataLst>
            </p:nvPr>
          </p:nvCxnSpPr>
          <p:spPr bwMode="auto">
            <a:xfrm>
              <a:off x="4875" y="8559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1" name="直接箭头连接符 520"/>
            <p:cNvCxnSpPr/>
            <p:nvPr>
              <p:custDataLst>
                <p:tags r:id="rId87"/>
              </p:custDataLst>
            </p:nvPr>
          </p:nvCxnSpPr>
          <p:spPr bwMode="auto">
            <a:xfrm>
              <a:off x="6349" y="8446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2" name="直接箭头连接符 521"/>
            <p:cNvCxnSpPr/>
            <p:nvPr>
              <p:custDataLst>
                <p:tags r:id="rId88"/>
              </p:custDataLst>
            </p:nvPr>
          </p:nvCxnSpPr>
          <p:spPr bwMode="auto">
            <a:xfrm>
              <a:off x="6349" y="9296"/>
              <a:ext cx="113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3" name="直接箭头连接符 522"/>
            <p:cNvCxnSpPr/>
            <p:nvPr>
              <p:custDataLst>
                <p:tags r:id="rId89"/>
              </p:custDataLst>
            </p:nvPr>
          </p:nvCxnSpPr>
          <p:spPr bwMode="auto">
            <a:xfrm>
              <a:off x="6349" y="8782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4" name="直接箭头连接符 523"/>
            <p:cNvCxnSpPr/>
            <p:nvPr>
              <p:custDataLst>
                <p:tags r:id="rId90"/>
              </p:custDataLst>
            </p:nvPr>
          </p:nvCxnSpPr>
          <p:spPr bwMode="auto">
            <a:xfrm>
              <a:off x="6633" y="8105"/>
              <a:ext cx="85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5" name="直接箭头连接符 524"/>
            <p:cNvCxnSpPr/>
            <p:nvPr>
              <p:custDataLst>
                <p:tags r:id="rId91"/>
              </p:custDataLst>
            </p:nvPr>
          </p:nvCxnSpPr>
          <p:spPr bwMode="auto">
            <a:xfrm>
              <a:off x="7257" y="8445"/>
              <a:ext cx="227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6" name="直接箭头连接符 525"/>
            <p:cNvCxnSpPr/>
            <p:nvPr>
              <p:custDataLst>
                <p:tags r:id="rId92"/>
              </p:custDataLst>
            </p:nvPr>
          </p:nvCxnSpPr>
          <p:spPr bwMode="auto">
            <a:xfrm>
              <a:off x="7257" y="8785"/>
              <a:ext cx="22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7" name="直接箭头连接符 526"/>
            <p:cNvCxnSpPr/>
            <p:nvPr>
              <p:custDataLst>
                <p:tags r:id="rId93"/>
              </p:custDataLst>
            </p:nvPr>
          </p:nvCxnSpPr>
          <p:spPr bwMode="auto">
            <a:xfrm>
              <a:off x="8164" y="8443"/>
              <a:ext cx="33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8" name="直接箭头连接符 527"/>
            <p:cNvCxnSpPr/>
            <p:nvPr>
              <p:custDataLst>
                <p:tags r:id="rId94"/>
              </p:custDataLst>
            </p:nvPr>
          </p:nvCxnSpPr>
          <p:spPr bwMode="auto">
            <a:xfrm>
              <a:off x="8164" y="8783"/>
              <a:ext cx="336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9" name="直接箭头连接符 121"/>
            <p:cNvCxnSpPr/>
            <p:nvPr>
              <p:custDataLst>
                <p:tags r:id="rId95"/>
              </p:custDataLst>
            </p:nvPr>
          </p:nvCxnSpPr>
          <p:spPr bwMode="auto">
            <a:xfrm>
              <a:off x="8844" y="8106"/>
              <a:ext cx="0" cy="22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0" name="直接箭头连接符 529"/>
            <p:cNvCxnSpPr/>
            <p:nvPr>
              <p:custDataLst>
                <p:tags r:id="rId96"/>
              </p:custDataLst>
            </p:nvPr>
          </p:nvCxnSpPr>
          <p:spPr bwMode="auto">
            <a:xfrm>
              <a:off x="9184" y="8615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1" name="Rectangle 100"/>
            <p:cNvSpPr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3968" y="7992"/>
              <a:ext cx="452" cy="79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vert" wrap="none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532" name="直接箭头连接符 531"/>
            <p:cNvCxnSpPr/>
            <p:nvPr>
              <p:custDataLst>
                <p:tags r:id="rId98"/>
              </p:custDataLst>
            </p:nvPr>
          </p:nvCxnSpPr>
          <p:spPr bwMode="auto">
            <a:xfrm flipH="1">
              <a:off x="4422" y="8672"/>
              <a:ext cx="45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3" name="直接箭头连接符 123"/>
            <p:cNvCxnSpPr/>
            <p:nvPr>
              <p:custDataLst>
                <p:tags r:id="rId99"/>
              </p:custDataLst>
            </p:nvPr>
          </p:nvCxnSpPr>
          <p:spPr bwMode="auto">
            <a:xfrm>
              <a:off x="4422" y="8048"/>
              <a:ext cx="455" cy="225"/>
            </a:xfrm>
            <a:prstGeom prst="bentConnector3">
              <a:avLst>
                <a:gd name="adj1" fmla="val 9899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4" name="直接箭头连接符 533"/>
            <p:cNvCxnSpPr/>
            <p:nvPr>
              <p:custDataLst>
                <p:tags r:id="rId100"/>
              </p:custDataLst>
            </p:nvPr>
          </p:nvCxnSpPr>
          <p:spPr bwMode="auto">
            <a:xfrm>
              <a:off x="8155" y="8105"/>
              <a:ext cx="1417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5" name="直接箭头连接符 534"/>
            <p:cNvCxnSpPr/>
            <p:nvPr>
              <p:custDataLst>
                <p:tags r:id="rId101"/>
              </p:custDataLst>
            </p:nvPr>
          </p:nvCxnSpPr>
          <p:spPr bwMode="auto">
            <a:xfrm>
              <a:off x="8159" y="9296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6" name="Text Box 161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10601" y="8559"/>
              <a:ext cx="794" cy="51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DMEM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37" name="直接箭头连接符 157"/>
            <p:cNvCxnSpPr/>
            <p:nvPr>
              <p:custDataLst>
                <p:tags r:id="rId103"/>
              </p:custDataLst>
            </p:nvPr>
          </p:nvCxnSpPr>
          <p:spPr bwMode="auto">
            <a:xfrm>
              <a:off x="8277" y="8786"/>
              <a:ext cx="1304" cy="170"/>
            </a:xfrm>
            <a:prstGeom prst="bentConnector3">
              <a:avLst>
                <a:gd name="adj1" fmla="val -135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8" name="直接箭头连接符 537"/>
            <p:cNvCxnSpPr/>
            <p:nvPr>
              <p:custDataLst>
                <p:tags r:id="rId104"/>
              </p:custDataLst>
            </p:nvPr>
          </p:nvCxnSpPr>
          <p:spPr bwMode="auto">
            <a:xfrm>
              <a:off x="10261" y="8670"/>
              <a:ext cx="340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9" name="直接箭头连接符 538"/>
            <p:cNvCxnSpPr/>
            <p:nvPr>
              <p:custDataLst>
                <p:tags r:id="rId105"/>
              </p:custDataLst>
            </p:nvPr>
          </p:nvCxnSpPr>
          <p:spPr bwMode="auto">
            <a:xfrm>
              <a:off x="10261" y="8956"/>
              <a:ext cx="34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0" name="直接箭头连接符 539"/>
            <p:cNvCxnSpPr/>
            <p:nvPr>
              <p:custDataLst>
                <p:tags r:id="rId106"/>
              </p:custDataLst>
            </p:nvPr>
          </p:nvCxnSpPr>
          <p:spPr bwMode="auto">
            <a:xfrm>
              <a:off x="11395" y="8842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1" name="直接箭头连接符 540"/>
            <p:cNvCxnSpPr/>
            <p:nvPr>
              <p:custDataLst>
                <p:tags r:id="rId107"/>
              </p:custDataLst>
            </p:nvPr>
          </p:nvCxnSpPr>
          <p:spPr bwMode="auto">
            <a:xfrm>
              <a:off x="10261" y="9296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2" name="直接箭头连接符 177"/>
            <p:cNvCxnSpPr/>
            <p:nvPr>
              <p:custDataLst>
                <p:tags r:id="rId108"/>
              </p:custDataLst>
            </p:nvPr>
          </p:nvCxnSpPr>
          <p:spPr bwMode="auto">
            <a:xfrm rot="5400000" flipH="1" flipV="1">
              <a:off x="12245" y="8502"/>
              <a:ext cx="454" cy="227"/>
            </a:xfrm>
            <a:prstGeom prst="bentConnector3">
              <a:avLst>
                <a:gd name="adj1" fmla="val -2097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3" name="直接箭头连接符 157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10375" y="8389"/>
              <a:ext cx="1304" cy="283"/>
            </a:xfrm>
            <a:prstGeom prst="bentConnector3">
              <a:avLst>
                <a:gd name="adj1" fmla="val -13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44" name="直接箭头连接符 543"/>
            <p:cNvCxnSpPr/>
            <p:nvPr>
              <p:custDataLst>
                <p:tags r:id="rId110"/>
              </p:custDataLst>
            </p:nvPr>
          </p:nvCxnSpPr>
          <p:spPr bwMode="auto">
            <a:xfrm>
              <a:off x="10261" y="8105"/>
              <a:ext cx="141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5" name="直接箭头连接符 121"/>
            <p:cNvCxnSpPr/>
            <p:nvPr>
              <p:custDataLst>
                <p:tags r:id="rId111"/>
              </p:custDataLst>
            </p:nvPr>
          </p:nvCxnSpPr>
          <p:spPr bwMode="auto">
            <a:xfrm>
              <a:off x="11112" y="8105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6" name="直接箭头连接符 545"/>
            <p:cNvCxnSpPr/>
            <p:nvPr>
              <p:custDataLst>
                <p:tags r:id="rId112"/>
              </p:custDataLst>
            </p:nvPr>
          </p:nvCxnSpPr>
          <p:spPr bwMode="auto">
            <a:xfrm flipV="1">
              <a:off x="12359" y="8105"/>
              <a:ext cx="4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7" name="直接箭头连接符 546"/>
            <p:cNvCxnSpPr/>
            <p:nvPr>
              <p:custDataLst>
                <p:tags r:id="rId113"/>
              </p:custDataLst>
            </p:nvPr>
          </p:nvCxnSpPr>
          <p:spPr bwMode="auto">
            <a:xfrm>
              <a:off x="12359" y="9296"/>
              <a:ext cx="452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48" name="Text Box 166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12812" y="8048"/>
              <a:ext cx="454" cy="130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vert="vert"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49" name="直接箭头连接符 548"/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12359" y="8389"/>
              <a:ext cx="452" cy="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0" name="直接箭头连接符 549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9354" y="8389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sp>
          <p:nvSpPr>
            <p:cNvPr id="551" name="Text Box 164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7483" y="861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2" name="Text Box 165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7483" y="8332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3" name="Text Box 165"/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9581" y="8502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spc="-15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ALUO</a:t>
              </a:r>
              <a:endParaRPr kumimoji="0" lang="en-US" altLang="zh-CN" sz="1600" b="1" spc="-15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4" name="Text Box 185"/>
            <p:cNvSpPr txBox="1"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5386" y="9013"/>
              <a:ext cx="682" cy="283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IR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55" name="直接箭头连接符 554"/>
            <p:cNvCxnSpPr/>
            <p:nvPr>
              <p:custDataLst>
                <p:tags r:id="rId121"/>
              </p:custDataLst>
            </p:nvPr>
          </p:nvCxnSpPr>
          <p:spPr bwMode="auto">
            <a:xfrm flipV="1">
              <a:off x="6349" y="8332"/>
              <a:ext cx="0" cy="107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56" name="直接箭头连接符 555"/>
            <p:cNvCxnSpPr/>
            <p:nvPr>
              <p:custDataLst>
                <p:tags r:id="rId122"/>
              </p:custDataLst>
            </p:nvPr>
          </p:nvCxnSpPr>
          <p:spPr bwMode="auto">
            <a:xfrm>
              <a:off x="7483" y="8105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7" name="直接箭头连接符 556"/>
            <p:cNvCxnSpPr/>
            <p:nvPr>
              <p:custDataLst>
                <p:tags r:id="rId123"/>
              </p:custDataLst>
            </p:nvPr>
          </p:nvCxnSpPr>
          <p:spPr bwMode="auto">
            <a:xfrm>
              <a:off x="9581" y="8105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8" name="直接箭头连接符 557"/>
            <p:cNvCxnSpPr/>
            <p:nvPr>
              <p:custDataLst>
                <p:tags r:id="rId124"/>
              </p:custDataLst>
            </p:nvPr>
          </p:nvCxnSpPr>
          <p:spPr bwMode="auto">
            <a:xfrm>
              <a:off x="11679" y="8105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9" name="直接箭头连接符 558"/>
            <p:cNvCxnSpPr/>
            <p:nvPr>
              <p:custDataLst>
                <p:tags r:id="rId125"/>
              </p:custDataLst>
            </p:nvPr>
          </p:nvCxnSpPr>
          <p:spPr bwMode="auto">
            <a:xfrm>
              <a:off x="7483" y="929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0" name="直接箭头连接符 559"/>
            <p:cNvCxnSpPr/>
            <p:nvPr>
              <p:custDataLst>
                <p:tags r:id="rId126"/>
              </p:custDataLst>
            </p:nvPr>
          </p:nvCxnSpPr>
          <p:spPr bwMode="auto">
            <a:xfrm>
              <a:off x="9581" y="929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1" name="直接箭头连接符 560"/>
            <p:cNvCxnSpPr/>
            <p:nvPr>
              <p:custDataLst>
                <p:tags r:id="rId127"/>
              </p:custDataLst>
            </p:nvPr>
          </p:nvCxnSpPr>
          <p:spPr bwMode="auto">
            <a:xfrm>
              <a:off x="11679" y="929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2" name="直接箭头连接符 561"/>
            <p:cNvCxnSpPr/>
            <p:nvPr>
              <p:custDataLst>
                <p:tags r:id="rId128"/>
              </p:custDataLst>
            </p:nvPr>
          </p:nvCxnSpPr>
          <p:spPr bwMode="auto">
            <a:xfrm>
              <a:off x="9581" y="8956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3" name="直接箭头连接符 562"/>
            <p:cNvCxnSpPr/>
            <p:nvPr>
              <p:custDataLst>
                <p:tags r:id="rId129"/>
              </p:custDataLst>
            </p:nvPr>
          </p:nvCxnSpPr>
          <p:spPr bwMode="auto">
            <a:xfrm>
              <a:off x="11679" y="8843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4" name="直接箭头连接符 563"/>
            <p:cNvCxnSpPr/>
            <p:nvPr>
              <p:custDataLst>
                <p:tags r:id="rId130"/>
              </p:custDataLst>
            </p:nvPr>
          </p:nvCxnSpPr>
          <p:spPr bwMode="auto">
            <a:xfrm>
              <a:off x="11679" y="839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5" name="Text Box 185"/>
            <p:cNvSpPr txBox="1"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6633" y="9864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PC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6" name="Rectangle 100"/>
            <p:cNvSpPr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6066" y="9581"/>
              <a:ext cx="452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vert" wrap="none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567" name="直接箭头连接符 123"/>
            <p:cNvCxnSpPr/>
            <p:nvPr>
              <p:custDataLst>
                <p:tags r:id="rId133"/>
              </p:custDataLst>
            </p:nvPr>
          </p:nvCxnSpPr>
          <p:spPr bwMode="auto">
            <a:xfrm>
              <a:off x="6520" y="9637"/>
              <a:ext cx="455" cy="225"/>
            </a:xfrm>
            <a:prstGeom prst="bentConnector3">
              <a:avLst>
                <a:gd name="adj1" fmla="val 98996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8" name="Text Box 177"/>
            <p:cNvSpPr txBox="1">
              <a:spLocks noChangeArrowheads="1"/>
            </p:cNvSpPr>
            <p:nvPr>
              <p:custDataLst>
                <p:tags r:id="rId134"/>
              </p:custDataLst>
            </p:nvPr>
          </p:nvSpPr>
          <p:spPr bwMode="auto">
            <a:xfrm>
              <a:off x="8277" y="9581"/>
              <a:ext cx="454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18000" tIns="10800" rIns="18000" bIns="10800" anchor="ctr"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69" name="直接箭头连接符 568"/>
            <p:cNvCxnSpPr/>
            <p:nvPr>
              <p:custDataLst>
                <p:tags r:id="rId135"/>
              </p:custDataLst>
            </p:nvPr>
          </p:nvCxnSpPr>
          <p:spPr bwMode="auto">
            <a:xfrm>
              <a:off x="8731" y="9751"/>
              <a:ext cx="85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0" name="直接箭头连接符 569"/>
            <p:cNvCxnSpPr/>
            <p:nvPr>
              <p:custDataLst>
                <p:tags r:id="rId136"/>
              </p:custDataLst>
            </p:nvPr>
          </p:nvCxnSpPr>
          <p:spPr bwMode="auto">
            <a:xfrm flipV="1">
              <a:off x="8447" y="992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71" name="Text Box 104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1077" y="9751"/>
              <a:ext cx="737" cy="34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0" rIns="18000" bIns="0"/>
            <a:p>
              <a:pPr algn="ctr" eaLnBrk="0" hangingPunct="0"/>
              <a:r>
                <a:rPr kumimoji="0"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k+2</a:t>
              </a:r>
              <a:endParaRPr kumimoji="0"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2" name="Text Box 5"/>
          <p:cNvSpPr txBox="1">
            <a:spLocks noChangeArrowheads="1"/>
          </p:cNvSpPr>
          <p:nvPr>
            <p:custDataLst>
              <p:tags r:id="rId138"/>
            </p:custDataLst>
          </p:nvPr>
        </p:nvSpPr>
        <p:spPr bwMode="auto">
          <a:xfrm>
            <a:off x="215900" y="360045"/>
            <a:ext cx="6757670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、指令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流水线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的基本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组成</a:t>
            </a:r>
            <a:endParaRPr lang="zh-CN" altLang="en-US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流水线组成基本要求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*要求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各流水段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200" b="1" u="sng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相互独立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←可以重叠所需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kern="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kern="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目标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 Box 37"/>
          <p:cNvSpPr txBox="1">
            <a:spLocks noChangeArrowheads="1"/>
          </p:cNvSpPr>
          <p:nvPr>
            <p:custDataLst>
              <p:tags r:id="rId139"/>
            </p:custDataLst>
          </p:nvPr>
        </p:nvSpPr>
        <p:spPr bwMode="auto">
          <a:xfrm>
            <a:off x="1656080" y="1620000"/>
            <a:ext cx="730504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0" indent="0" algn="l" defTabSz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358140" algn="l"/>
              </a:tabLst>
            </a:pPr>
            <a:r>
              <a:rPr lang="zh-CN" altLang="en-US" sz="2200" b="1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①部件</a:t>
            </a:r>
            <a:r>
              <a:rPr lang="zh-CN" altLang="en-US" sz="2200" b="1" u="sng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不能复用</a:t>
            </a:r>
            <a:endParaRPr lang="zh-CN" altLang="en-US" sz="2200" b="1" kern="0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l" defTabSz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358140" algn="l"/>
              </a:tabLst>
            </a:pPr>
            <a:r>
              <a:rPr lang="zh-CN" altLang="en-US" sz="2200" b="1" kern="0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各个段的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部件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仅本段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使用，</a:t>
            </a:r>
            <a:r>
              <a:rPr lang="zh-CN" altLang="en-US" sz="2200" b="1" kern="0" spc="-1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各个段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增设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段间寄存器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末段除外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1" name="Text Box 217"/>
          <p:cNvSpPr txBox="1">
            <a:spLocks noChangeArrowheads="1"/>
          </p:cNvSpPr>
          <p:nvPr>
            <p:custDataLst>
              <p:tags r:id="rId140"/>
            </p:custDataLst>
          </p:nvPr>
        </p:nvSpPr>
        <p:spPr bwMode="auto">
          <a:xfrm>
            <a:off x="179705" y="2880735"/>
            <a:ext cx="656653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示例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MIPS32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多周期数据通路的重叠现状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省略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ExtU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84" name="Text Box 188"/>
          <p:cNvSpPr txBox="1">
            <a:spLocks noChangeArrowheads="1"/>
          </p:cNvSpPr>
          <p:nvPr>
            <p:custDataLst>
              <p:tags r:id="rId141"/>
            </p:custDataLst>
          </p:nvPr>
        </p:nvSpPr>
        <p:spPr bwMode="auto">
          <a:xfrm>
            <a:off x="7236296" y="3204000"/>
            <a:ext cx="1728000" cy="504000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ash"/>
            <a:miter lim="800000"/>
          </a:ln>
        </p:spPr>
        <p:txBody>
          <a:bodyPr lIns="18000" tIns="0" rIns="18000" bIns="0"/>
          <a:p>
            <a:pPr algn="l" eaLnBrk="0" hangingPunct="0"/>
            <a:r>
              <a:rPr kumimoji="0"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rd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kumimoji="0"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rs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)-(</a:t>
            </a:r>
            <a:r>
              <a:rPr kumimoji="0"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rt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kumimoji="0"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l" eaLnBrk="0" hangingPunct="0"/>
            <a:r>
              <a:rPr kumimoji="0"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rt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M[(</a:t>
            </a:r>
            <a:r>
              <a:rPr kumimoji="0"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rs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)+</a:t>
            </a:r>
            <a:r>
              <a:rPr kumimoji="0"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rPr>
              <a:t>imme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]</a:t>
            </a:r>
            <a:endParaRPr kumimoji="0"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428" name="组合 427"/>
          <p:cNvGrpSpPr/>
          <p:nvPr/>
        </p:nvGrpSpPr>
        <p:grpSpPr>
          <a:xfrm>
            <a:off x="4104000" y="3960735"/>
            <a:ext cx="4644000" cy="1512000"/>
            <a:chOff x="3852000" y="3874202"/>
            <a:chExt cx="4644000" cy="1512000"/>
          </a:xfrm>
        </p:grpSpPr>
        <p:sp>
          <p:nvSpPr>
            <p:cNvPr id="429" name="椭圆 428"/>
            <p:cNvSpPr/>
            <p:nvPr>
              <p:custDataLst>
                <p:tags r:id="rId142"/>
              </p:custDataLst>
            </p:nvPr>
          </p:nvSpPr>
          <p:spPr bwMode="auto">
            <a:xfrm>
              <a:off x="4032000" y="4234202"/>
              <a:ext cx="72000" cy="144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" name="Text Box 188"/>
            <p:cNvSpPr txBox="1">
              <a:spLocks noChangeArrowheads="1"/>
            </p:cNvSpPr>
            <p:nvPr>
              <p:custDataLst>
                <p:tags r:id="rId143"/>
              </p:custDataLst>
            </p:nvPr>
          </p:nvSpPr>
          <p:spPr bwMode="auto">
            <a:xfrm>
              <a:off x="6984000" y="3874202"/>
              <a:ext cx="1512000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rgbClr val="7030A0"/>
              </a:solidFill>
              <a:prstDash val="sysDash"/>
              <a:miter lim="800000"/>
            </a:ln>
          </p:spPr>
          <p:txBody>
            <a:bodyPr lIns="18000" tIns="0" rIns="18000" bIns="0" anchor="ctr" anchorCtr="0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GPR[k]</a:t>
              </a:r>
              <a:r>
                <a:rPr kumimoji="0" lang="zh-CN" altLang="en-US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→</a:t>
              </a:r>
              <a:r>
                <a:rPr kumimoji="0"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GPR[</a:t>
              </a:r>
              <a:r>
                <a:rPr kumimoji="0" lang="en-US" altLang="zh-CN" sz="14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k+1</a:t>
              </a:r>
              <a:r>
                <a:rPr kumimoji="0"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]</a:t>
              </a:r>
              <a:endParaRPr kumimoji="0"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1" name="椭圆 430"/>
            <p:cNvSpPr/>
            <p:nvPr>
              <p:custDataLst>
                <p:tags r:id="rId144"/>
              </p:custDataLst>
            </p:nvPr>
          </p:nvSpPr>
          <p:spPr bwMode="auto">
            <a:xfrm>
              <a:off x="3852000" y="5242202"/>
              <a:ext cx="72000" cy="1440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rgbClr val="7030A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32" name="直接箭头连接符 431"/>
            <p:cNvCxnSpPr/>
            <p:nvPr>
              <p:custDataLst>
                <p:tags r:id="rId145"/>
              </p:custDataLst>
            </p:nvPr>
          </p:nvCxnSpPr>
          <p:spPr bwMode="auto">
            <a:xfrm flipH="1">
              <a:off x="3888000" y="4378202"/>
              <a:ext cx="180000" cy="86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7030A0"/>
              </a:solidFill>
              <a:prstDash val="sysDash"/>
              <a:round/>
              <a:headEnd type="triangle" w="med" len="sm"/>
              <a:tailEnd type="none" w="med" len="sm"/>
            </a:ln>
            <a:effectLst/>
          </p:spPr>
        </p:cxnSp>
        <p:cxnSp>
          <p:nvCxnSpPr>
            <p:cNvPr id="433" name="直接箭头连接符 432"/>
            <p:cNvCxnSpPr/>
            <p:nvPr>
              <p:custDataLst>
                <p:tags r:id="rId146"/>
              </p:custDataLst>
            </p:nvPr>
          </p:nvCxnSpPr>
          <p:spPr bwMode="auto">
            <a:xfrm flipH="1">
              <a:off x="6336000" y="3982202"/>
              <a:ext cx="648408" cy="30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434" name="组合 433"/>
          <p:cNvGrpSpPr/>
          <p:nvPr/>
        </p:nvGrpSpPr>
        <p:grpSpPr>
          <a:xfrm>
            <a:off x="4572000" y="3348735"/>
            <a:ext cx="1440000" cy="1728000"/>
            <a:chOff x="4994961" y="3082439"/>
            <a:chExt cx="1440000" cy="1728000"/>
          </a:xfrm>
        </p:grpSpPr>
        <p:sp>
          <p:nvSpPr>
            <p:cNvPr id="435" name="椭圆 434"/>
            <p:cNvSpPr/>
            <p:nvPr>
              <p:custDataLst>
                <p:tags r:id="rId147"/>
              </p:custDataLst>
            </p:nvPr>
          </p:nvSpPr>
          <p:spPr bwMode="auto">
            <a:xfrm>
              <a:off x="4994961" y="3658439"/>
              <a:ext cx="72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0070C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6" name="Text Box 188"/>
            <p:cNvSpPr txBox="1">
              <a:spLocks noChangeArrowheads="1"/>
            </p:cNvSpPr>
            <p:nvPr>
              <p:custDataLst>
                <p:tags r:id="rId148"/>
              </p:custDataLst>
            </p:nvPr>
          </p:nvSpPr>
          <p:spPr bwMode="auto">
            <a:xfrm>
              <a:off x="5714961" y="3082439"/>
              <a:ext cx="720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0070C0"/>
              </a:solidFill>
              <a:prstDash val="sysDash"/>
              <a:miter lim="800000"/>
            </a:ln>
          </p:spPr>
          <p:txBody>
            <a:bodyPr lIns="18000" tIns="0" rIns="18000" bIns="0" anchor="ctr" anchorCtr="0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M[</a:t>
              </a:r>
              <a:r>
                <a:rPr kumimoji="0" lang="en-US" altLang="zh-CN" sz="14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ALU</a:t>
              </a:r>
              <a:r>
                <a:rPr kumimoji="0" lang="en-US" altLang="zh-CN" sz="1400" b="1" dirty="0" err="1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k</a:t>
              </a:r>
              <a:r>
                <a:rPr kumimoji="0"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]</a:t>
              </a:r>
              <a:endParaRPr kumimoji="0" lang="zh-CN" altLang="en-US" sz="14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7" name="椭圆 436"/>
            <p:cNvSpPr/>
            <p:nvPr>
              <p:custDataLst>
                <p:tags r:id="rId149"/>
              </p:custDataLst>
            </p:nvPr>
          </p:nvSpPr>
          <p:spPr bwMode="auto">
            <a:xfrm>
              <a:off x="6326961" y="4666439"/>
              <a:ext cx="72000" cy="144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0070C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38" name="直接箭头连接符 437"/>
            <p:cNvCxnSpPr/>
            <p:nvPr>
              <p:custDataLst>
                <p:tags r:id="rId150"/>
              </p:custDataLst>
            </p:nvPr>
          </p:nvCxnSpPr>
          <p:spPr bwMode="auto">
            <a:xfrm>
              <a:off x="6290961" y="3298439"/>
              <a:ext cx="72000" cy="14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triangle" w="med" len="sm"/>
              <a:tailEnd type="none" w="med" len="sm"/>
            </a:ln>
            <a:effectLst/>
          </p:spPr>
        </p:cxnSp>
        <p:cxnSp>
          <p:nvCxnSpPr>
            <p:cNvPr id="439" name="直接箭头连接符 438"/>
            <p:cNvCxnSpPr/>
            <p:nvPr>
              <p:custDataLst>
                <p:tags r:id="rId151"/>
              </p:custDataLst>
            </p:nvPr>
          </p:nvCxnSpPr>
          <p:spPr bwMode="auto">
            <a:xfrm flipH="1">
              <a:off x="5714961" y="3298439"/>
              <a:ext cx="180000" cy="43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sm"/>
              <a:tailEnd type="triangle" w="med" len="sm"/>
            </a:ln>
            <a:effectLst/>
          </p:spPr>
        </p:cxnSp>
      </p:grpSp>
      <p:sp>
        <p:nvSpPr>
          <p:cNvPr id="181" name="矩形 180"/>
          <p:cNvSpPr/>
          <p:nvPr>
            <p:custDataLst>
              <p:tags r:id="rId152"/>
            </p:custDataLst>
          </p:nvPr>
        </p:nvSpPr>
        <p:spPr>
          <a:xfrm>
            <a:off x="6798945" y="2556000"/>
            <a:ext cx="2189480" cy="540000"/>
          </a:xfrm>
          <a:prstGeom prst="rect">
            <a:avLst/>
          </a:prstGeom>
        </p:spPr>
        <p:txBody>
          <a:bodyPr wrap="square" lIns="36000" tIns="18000" rIns="36000" bIns="18000" anchor="t" anchorCtr="0">
            <a:noAutofit/>
          </a:bodyPr>
          <a:p>
            <a:pPr algn="l"/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地址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命令，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产生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使用前的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所有段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2" name="Text Box 8"/>
          <p:cNvSpPr txBox="1">
            <a:spLocks noChangeArrowheads="1"/>
          </p:cNvSpPr>
          <p:nvPr>
            <p:custDataLst>
              <p:tags r:id="rId153"/>
            </p:custDataLst>
          </p:nvPr>
        </p:nvSpPr>
        <p:spPr bwMode="auto">
          <a:xfrm>
            <a:off x="1510530" y="2592000"/>
            <a:ext cx="51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p>
            <a:pPr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哪些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信息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需保存到段间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？在哪些段保存？ 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27" name="组合 426"/>
          <p:cNvGrpSpPr/>
          <p:nvPr/>
        </p:nvGrpSpPr>
        <p:grpSpPr>
          <a:xfrm>
            <a:off x="3420000" y="3564735"/>
            <a:ext cx="4428055" cy="1908470"/>
            <a:chOff x="5102" y="2041"/>
            <a:chExt cx="6973" cy="3005"/>
          </a:xfrm>
        </p:grpSpPr>
        <p:sp>
          <p:nvSpPr>
            <p:cNvPr id="274" name="Text Box 186"/>
            <p:cNvSpPr txBox="1">
              <a:spLocks noChangeArrowheads="1"/>
            </p:cNvSpPr>
            <p:nvPr>
              <p:custDataLst>
                <p:tags r:id="rId154"/>
              </p:custDataLst>
            </p:nvPr>
          </p:nvSpPr>
          <p:spPr bwMode="auto">
            <a:xfrm>
              <a:off x="5102" y="317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RD1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5" name="Text Box 186"/>
            <p:cNvSpPr txBox="1">
              <a:spLocks noChangeArrowheads="1"/>
            </p:cNvSpPr>
            <p:nvPr>
              <p:custDataLst>
                <p:tags r:id="rId155"/>
              </p:custDataLst>
            </p:nvPr>
          </p:nvSpPr>
          <p:spPr bwMode="auto">
            <a:xfrm>
              <a:off x="5102" y="2041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OP1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6" name="Text Box 186"/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7200" y="4763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RD1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1" name="Text Box 186"/>
            <p:cNvSpPr txBox="1"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7200" y="3629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OP1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6" name="Text Box 186"/>
            <p:cNvSpPr txBox="1">
              <a:spLocks noChangeArrowheads="1"/>
            </p:cNvSpPr>
            <p:nvPr>
              <p:custDataLst>
                <p:tags r:id="rId158"/>
              </p:custDataLst>
            </p:nvPr>
          </p:nvSpPr>
          <p:spPr bwMode="auto">
            <a:xfrm>
              <a:off x="7200" y="317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RD2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3" name="Text Box 186"/>
            <p:cNvSpPr txBox="1">
              <a:spLocks noChangeArrowheads="1"/>
            </p:cNvSpPr>
            <p:nvPr>
              <p:custDataLst>
                <p:tags r:id="rId159"/>
              </p:custDataLst>
            </p:nvPr>
          </p:nvSpPr>
          <p:spPr bwMode="auto">
            <a:xfrm>
              <a:off x="7200" y="2041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OP2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3" name="Text Box 186"/>
            <p:cNvSpPr txBox="1">
              <a:spLocks noChangeArrowheads="1"/>
            </p:cNvSpPr>
            <p:nvPr>
              <p:custDataLst>
                <p:tags r:id="rId160"/>
              </p:custDataLst>
            </p:nvPr>
          </p:nvSpPr>
          <p:spPr bwMode="auto">
            <a:xfrm>
              <a:off x="9297" y="4763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RD2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5" name="Text Box 186"/>
            <p:cNvSpPr txBox="1"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9297" y="3629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OP2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8" name="Text Box 186"/>
            <p:cNvSpPr txBox="1"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7200" y="2892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9" name="Text Box 186"/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9297" y="4479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2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0" name="Text Box 186"/>
            <p:cNvSpPr txBox="1">
              <a:spLocks noChangeArrowheads="1"/>
            </p:cNvSpPr>
            <p:nvPr>
              <p:custDataLst>
                <p:tags r:id="rId164"/>
              </p:custDataLst>
            </p:nvPr>
          </p:nvSpPr>
          <p:spPr bwMode="auto">
            <a:xfrm>
              <a:off x="9297" y="317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RD3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1" name="Text Box 186"/>
            <p:cNvSpPr txBox="1">
              <a:spLocks noChangeArrowheads="1"/>
            </p:cNvSpPr>
            <p:nvPr>
              <p:custDataLst>
                <p:tags r:id="rId165"/>
              </p:custDataLst>
            </p:nvPr>
          </p:nvSpPr>
          <p:spPr bwMode="auto">
            <a:xfrm>
              <a:off x="9297" y="2041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OP3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2" name="Text Box 186"/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9297" y="2778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MDR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3" name="Text Box 186"/>
            <p:cNvSpPr txBox="1">
              <a:spLocks noChangeArrowheads="1"/>
            </p:cNvSpPr>
            <p:nvPr>
              <p:custDataLst>
                <p:tags r:id="rId167"/>
              </p:custDataLst>
            </p:nvPr>
          </p:nvSpPr>
          <p:spPr bwMode="auto">
            <a:xfrm>
              <a:off x="9297" y="2325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RDR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4" name="Text Box 186"/>
            <p:cNvSpPr txBox="1">
              <a:spLocks noChangeArrowheads="1"/>
            </p:cNvSpPr>
            <p:nvPr>
              <p:custDataLst>
                <p:tags r:id="rId168"/>
              </p:custDataLst>
            </p:nvPr>
          </p:nvSpPr>
          <p:spPr bwMode="auto">
            <a:xfrm>
              <a:off x="11395" y="4763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RD3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5" name="Text Box 186"/>
            <p:cNvSpPr txBox="1">
              <a:spLocks noChangeArrowheads="1"/>
            </p:cNvSpPr>
            <p:nvPr>
              <p:custDataLst>
                <p:tags r:id="rId169"/>
              </p:custDataLst>
            </p:nvPr>
          </p:nvSpPr>
          <p:spPr bwMode="auto">
            <a:xfrm>
              <a:off x="11395" y="3629"/>
              <a:ext cx="680" cy="283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OP3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6" name="Text Box 186"/>
            <p:cNvSpPr txBox="1">
              <a:spLocks noChangeArrowheads="1"/>
            </p:cNvSpPr>
            <p:nvPr>
              <p:custDataLst>
                <p:tags r:id="rId170"/>
              </p:custDataLst>
            </p:nvPr>
          </p:nvSpPr>
          <p:spPr bwMode="auto">
            <a:xfrm>
              <a:off x="11395" y="4366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MDR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0" name="Text Box 186"/>
            <p:cNvSpPr txBox="1">
              <a:spLocks noChangeArrowheads="1"/>
            </p:cNvSpPr>
            <p:nvPr>
              <p:custDataLst>
                <p:tags r:id="rId171"/>
              </p:custDataLst>
            </p:nvPr>
          </p:nvSpPr>
          <p:spPr bwMode="auto">
            <a:xfrm>
              <a:off x="11395" y="3912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RDR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572" name="组合 571"/>
          <p:cNvGrpSpPr/>
          <p:nvPr/>
        </p:nvGrpSpPr>
        <p:grpSpPr>
          <a:xfrm>
            <a:off x="2835820" y="3960735"/>
            <a:ext cx="1376180" cy="1836000"/>
            <a:chOff x="4495126" y="2060584"/>
            <a:chExt cx="1376180" cy="1836000"/>
          </a:xfrm>
        </p:grpSpPr>
        <p:sp>
          <p:nvSpPr>
            <p:cNvPr id="573" name="椭圆 572"/>
            <p:cNvSpPr/>
            <p:nvPr>
              <p:custDataLst>
                <p:tags r:id="rId172"/>
              </p:custDataLst>
            </p:nvPr>
          </p:nvSpPr>
          <p:spPr bwMode="auto">
            <a:xfrm>
              <a:off x="5763306" y="2060584"/>
              <a:ext cx="108000" cy="108000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74" name="Text Box 188"/>
            <p:cNvSpPr txBox="1">
              <a:spLocks noChangeArrowheads="1"/>
            </p:cNvSpPr>
            <p:nvPr>
              <p:custDataLst>
                <p:tags r:id="rId173"/>
              </p:custDataLst>
            </p:nvPr>
          </p:nvSpPr>
          <p:spPr bwMode="auto">
            <a:xfrm>
              <a:off x="4495126" y="3656479"/>
              <a:ext cx="540000" cy="21600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  <a:prstDash val="sysDash"/>
              <a:miter lim="800000"/>
            </a:ln>
          </p:spPr>
          <p:txBody>
            <a:bodyPr lIns="18000" tIns="0" rIns="18000" bIns="0" anchor="ctr" anchorCtr="0"/>
            <a:p>
              <a:pPr algn="ctr" eaLnBrk="0" hangingPunct="0">
                <a:lnSpc>
                  <a:spcPct val="90000"/>
                </a:lnSpc>
              </a:pPr>
              <a:r>
                <a:rPr kumimoji="0" lang="zh-CN" altLang="en-US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冲突</a:t>
              </a:r>
              <a:r>
                <a:rPr kumimoji="0"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!</a:t>
              </a:r>
              <a:endParaRPr kumimoji="0" lang="en-US" altLang="zh-CN" sz="14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75" name="椭圆 574"/>
            <p:cNvSpPr/>
            <p:nvPr>
              <p:custDataLst>
                <p:tags r:id="rId174"/>
              </p:custDataLst>
            </p:nvPr>
          </p:nvSpPr>
          <p:spPr bwMode="auto">
            <a:xfrm>
              <a:off x="5547306" y="3788584"/>
              <a:ext cx="108000" cy="108000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76" name="直接箭头连接符 575"/>
            <p:cNvCxnSpPr/>
            <p:nvPr>
              <p:custDataLst>
                <p:tags r:id="rId175"/>
              </p:custDataLst>
            </p:nvPr>
          </p:nvCxnSpPr>
          <p:spPr bwMode="auto">
            <a:xfrm flipH="1">
              <a:off x="5043511" y="2177719"/>
              <a:ext cx="756000" cy="153098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ysDash"/>
              <a:round/>
              <a:headEnd type="triangle" w="med" len="sm"/>
              <a:tailEnd type="none" w="med" len="sm"/>
            </a:ln>
            <a:effectLst/>
          </p:spPr>
        </p:cxnSp>
        <p:cxnSp>
          <p:nvCxnSpPr>
            <p:cNvPr id="577" name="直接箭头连接符 576"/>
            <p:cNvCxnSpPr/>
            <p:nvPr>
              <p:custDataLst>
                <p:tags r:id="rId176"/>
              </p:custDataLst>
            </p:nvPr>
          </p:nvCxnSpPr>
          <p:spPr bwMode="auto">
            <a:xfrm>
              <a:off x="5035171" y="3716584"/>
              <a:ext cx="50292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sm"/>
              <a:tailEnd type="triangle" w="med" len="sm"/>
            </a:ln>
            <a:effectLst/>
          </p:spPr>
        </p:cxnSp>
      </p:grpSp>
      <p:sp>
        <p:nvSpPr>
          <p:cNvPr id="8" name="Text Box 37"/>
          <p:cNvSpPr txBox="1">
            <a:spLocks noChangeArrowheads="1"/>
          </p:cNvSpPr>
          <p:nvPr>
            <p:custDataLst>
              <p:tags r:id="rId177"/>
            </p:custDataLst>
          </p:nvPr>
        </p:nvSpPr>
        <p:spPr bwMode="auto">
          <a:xfrm>
            <a:off x="3816000" y="1620000"/>
            <a:ext cx="5112000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0" indent="0" algn="l" defTabSz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tabLst>
                <a:tab pos="358140" algn="l"/>
              </a:tabLst>
            </a:pPr>
            <a:r>
              <a:rPr lang="zh-CN" altLang="en-US" sz="2200" b="1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②操作的数据</a:t>
            </a:r>
            <a:r>
              <a:rPr lang="zh-CN" altLang="en-US" sz="2200" b="1" u="sng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放在时序部件</a:t>
            </a:r>
            <a:r>
              <a:rPr lang="zh-CN" altLang="en-US" sz="2200" b="1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en-US" sz="1600" b="1" kern="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结果也如此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线形标注 2 8"/>
          <p:cNvSpPr/>
          <p:nvPr>
            <p:custDataLst>
              <p:tags r:id="rId178"/>
            </p:custDataLst>
          </p:nvPr>
        </p:nvSpPr>
        <p:spPr bwMode="auto">
          <a:xfrm>
            <a:off x="6012815" y="980490"/>
            <a:ext cx="1368000" cy="252000"/>
          </a:xfrm>
          <a:prstGeom prst="borderCallout2">
            <a:avLst>
              <a:gd name="adj1" fmla="val 52896"/>
              <a:gd name="adj2" fmla="val -162"/>
              <a:gd name="adj3" fmla="val 54408"/>
              <a:gd name="adj4" fmla="val -18985"/>
              <a:gd name="adj5" fmla="val 313448"/>
              <a:gd name="adj6" fmla="val -47346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0" numCol="1" rtlCol="0" anchor="ctr" anchorCtr="0" compatLnSpc="1"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dirty="0" smtClean="0">
                <a:latin typeface="+mn-ea"/>
                <a:ea typeface="+mn-ea"/>
                <a:sym typeface="+mn-ea"/>
              </a:rPr>
              <a:t>指来自其他段</a:t>
            </a:r>
            <a:endParaRPr lang="zh-CN" sz="1600" b="1" dirty="0" err="1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75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75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75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7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" grpId="0" bldLvl="0" animBg="1"/>
      <p:bldP spid="184" grpId="0" bldLvl="0" animBg="1"/>
      <p:bldP spid="372" grpId="0" bldLvl="0" animBg="1"/>
      <p:bldP spid="9" grpId="0" bldLvl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75" name="AutoShape 15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4451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AutoShape 1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0" name="Text Box 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5932" y="360000"/>
            <a:ext cx="875033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*要求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各流水段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200" b="1" u="sng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同步</a:t>
            </a:r>
            <a:r>
              <a:rPr lang="zh-CN" altLang="en-US" sz="2200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连续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重叠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所需</a:t>
            </a:r>
            <a:endParaRPr lang="en-US" altLang="zh-CN" sz="2200" b="1" u="sng" dirty="0" smtClean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zh-CN" altLang="en-US" sz="2200" b="1" u="sng" dirty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1" name="Text Box 15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56000" y="792000"/>
            <a:ext cx="6986550" cy="7727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860800" indent="-3860800"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设置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公共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时钟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，同时写段间寄存器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即写结果同步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860800" indent="-3860800" algn="l">
              <a:lnSpc>
                <a:spcPct val="105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拍时钟周期＝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max{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各段延迟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2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4282" y="2563688"/>
            <a:ext cx="8751980" cy="20300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要求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各流水段的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</a:t>
            </a:r>
            <a:r>
              <a:rPr lang="zh-CN" altLang="en-US" sz="2200" b="1" u="sng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无冲突</a:t>
            </a:r>
            <a:r>
              <a:rPr lang="zh-CN" altLang="en-US" sz="2200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200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←保证结果正确</a:t>
            </a:r>
            <a:endParaRPr lang="en-US" altLang="zh-CN" sz="2200" b="1" u="sng" dirty="0" smtClean="0">
              <a:solidFill>
                <a:srgbClr val="FF33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冒险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冲突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指流水线因</a:t>
            </a:r>
            <a:r>
              <a:rPr lang="zh-CN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某些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原因</a:t>
            </a:r>
            <a:r>
              <a:rPr lang="zh-CN" altLang="zh-CN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无法正确</a:t>
            </a:r>
            <a:r>
              <a:rPr lang="zh-CN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后续指令</a:t>
            </a:r>
            <a:r>
              <a:rPr lang="zh-CN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现象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冒险类型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3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44650" y="3395345"/>
            <a:ext cx="5805170" cy="1183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结构冒险、</a:t>
            </a:r>
            <a:r>
              <a:rPr lang="zh-CN" altLang="en-US" sz="2200" b="1" dirty="0" smtClean="0">
                <a:solidFill>
                  <a:schemeClr val="tx1"/>
                </a:solidFill>
              </a:rPr>
              <a:t>数据冒险、控制冒险</a:t>
            </a:r>
            <a:endParaRPr lang="en-US" altLang="zh-CN" sz="2200" b="1" dirty="0" smtClean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如部件复用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1600" b="1" baseline="-25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相关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zh-CN" altLang="en-US" sz="1600" b="1" baseline="-25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分支指令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增设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部件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及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机制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，解决冒险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如阻塞后续指令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11" name="Text Box 6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68735" y="3528000"/>
            <a:ext cx="1872000" cy="648000"/>
          </a:xfrm>
          <a:prstGeom prst="rect">
            <a:avLst/>
          </a:prstGeom>
          <a:noFill/>
          <a:ln w="9525">
            <a:solidFill>
              <a:srgbClr val="0070C0"/>
            </a:solidFill>
            <a:prstDash val="sysDash"/>
            <a:miter lim="800000"/>
          </a:ln>
          <a:effectLst/>
        </p:spPr>
        <p:txBody>
          <a:bodyPr lIns="18000" tIns="0" rIns="18000" bIns="0" anchor="ctr" anchorCtr="0"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I1: 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R2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(R1)+5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I2:(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R2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)=6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I1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I3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: R3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(R1)+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12" name="组合 511"/>
          <p:cNvGrpSpPr/>
          <p:nvPr/>
        </p:nvGrpSpPr>
        <p:grpSpPr>
          <a:xfrm>
            <a:off x="1800860" y="1584325"/>
            <a:ext cx="5471160" cy="720090"/>
            <a:chOff x="3288" y="2721"/>
            <a:chExt cx="8616" cy="1134"/>
          </a:xfrm>
        </p:grpSpPr>
        <p:sp>
          <p:nvSpPr>
            <p:cNvPr id="513" name="Text Box 12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35" y="2721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IF/ID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4" name="Text Box 12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463" y="2721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ID/EX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5" name="Text Box 125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391" y="2721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EX/MEM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6" name="Text Box 12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318" y="2721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MEM/WB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7" name="Text Box 12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288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8" name="Text Box 12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216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9" name="Text Box 12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143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20" name="Text Box 12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071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21" name="Text Box 128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998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22" name="直接箭头连接符 521"/>
            <p:cNvCxnSpPr/>
            <p:nvPr>
              <p:custDataLst>
                <p:tags r:id="rId16"/>
              </p:custDataLst>
            </p:nvPr>
          </p:nvCxnSpPr>
          <p:spPr bwMode="auto">
            <a:xfrm>
              <a:off x="4195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3" name="直接箭头连接符 522"/>
            <p:cNvCxnSpPr/>
            <p:nvPr>
              <p:custDataLst>
                <p:tags r:id="rId17"/>
              </p:custDataLst>
            </p:nvPr>
          </p:nvCxnSpPr>
          <p:spPr bwMode="auto">
            <a:xfrm>
              <a:off x="4876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4" name="直接箭头连接符 523"/>
            <p:cNvCxnSpPr/>
            <p:nvPr>
              <p:custDataLst>
                <p:tags r:id="rId18"/>
              </p:custDataLst>
            </p:nvPr>
          </p:nvCxnSpPr>
          <p:spPr bwMode="auto">
            <a:xfrm>
              <a:off x="6123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5" name="直接箭头连接符 524"/>
            <p:cNvCxnSpPr/>
            <p:nvPr>
              <p:custDataLst>
                <p:tags r:id="rId19"/>
              </p:custDataLst>
            </p:nvPr>
          </p:nvCxnSpPr>
          <p:spPr bwMode="auto">
            <a:xfrm>
              <a:off x="6803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6" name="直接箭头连接符 525"/>
            <p:cNvCxnSpPr/>
            <p:nvPr>
              <p:custDataLst>
                <p:tags r:id="rId20"/>
              </p:custDataLst>
            </p:nvPr>
          </p:nvCxnSpPr>
          <p:spPr bwMode="auto">
            <a:xfrm>
              <a:off x="8050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7" name="直接箭头连接符 526"/>
            <p:cNvCxnSpPr/>
            <p:nvPr>
              <p:custDataLst>
                <p:tags r:id="rId21"/>
              </p:custDataLst>
            </p:nvPr>
          </p:nvCxnSpPr>
          <p:spPr bwMode="auto">
            <a:xfrm>
              <a:off x="8731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8" name="直接箭头连接符 527"/>
            <p:cNvCxnSpPr/>
            <p:nvPr>
              <p:custDataLst>
                <p:tags r:id="rId22"/>
              </p:custDataLst>
            </p:nvPr>
          </p:nvCxnSpPr>
          <p:spPr bwMode="auto">
            <a:xfrm>
              <a:off x="9978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29" name="直接箭头连接符 528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658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30" name="组合 529"/>
          <p:cNvGrpSpPr/>
          <p:nvPr/>
        </p:nvGrpSpPr>
        <p:grpSpPr>
          <a:xfrm>
            <a:off x="1259840" y="2304415"/>
            <a:ext cx="5113020" cy="288290"/>
            <a:chOff x="2436" y="3855"/>
            <a:chExt cx="8052" cy="454"/>
          </a:xfrm>
        </p:grpSpPr>
        <p:sp>
          <p:nvSpPr>
            <p:cNvPr id="531" name="Text Box 14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436" y="3969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拍时钟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32" name="直接箭头连接符 531"/>
            <p:cNvCxnSpPr/>
            <p:nvPr>
              <p:custDataLst>
                <p:tags r:id="rId25"/>
              </p:custDataLst>
            </p:nvPr>
          </p:nvCxnSpPr>
          <p:spPr bwMode="auto">
            <a:xfrm flipH="1" flipV="1">
              <a:off x="4705" y="385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3" name="直接箭头连接符 532"/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6633" y="385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4" name="直接箭头连接符 533"/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8561" y="385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35" name="直接箭头连接符 534"/>
            <p:cNvCxnSpPr/>
            <p:nvPr>
              <p:custDataLst>
                <p:tags r:id="rId28"/>
              </p:custDataLst>
            </p:nvPr>
          </p:nvCxnSpPr>
          <p:spPr bwMode="auto">
            <a:xfrm flipH="1" flipV="1">
              <a:off x="10488" y="385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6" name="直接箭头连接符 535"/>
            <p:cNvCxnSpPr/>
            <p:nvPr>
              <p:custDataLst>
                <p:tags r:id="rId29"/>
              </p:custDataLst>
            </p:nvPr>
          </p:nvCxnSpPr>
          <p:spPr bwMode="auto">
            <a:xfrm>
              <a:off x="3513" y="4139"/>
              <a:ext cx="697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537" name="组合 536"/>
          <p:cNvGrpSpPr/>
          <p:nvPr/>
        </p:nvGrpSpPr>
        <p:grpSpPr>
          <a:xfrm>
            <a:off x="1261110" y="4644000"/>
            <a:ext cx="6010910" cy="1259840"/>
            <a:chOff x="2438" y="3005"/>
            <a:chExt cx="9466" cy="1984"/>
          </a:xfrm>
        </p:grpSpPr>
        <p:sp>
          <p:nvSpPr>
            <p:cNvPr id="538" name="Text Box 12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535" y="3005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IF/ID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9" name="Text Box 123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6463" y="3005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ID/EX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0" name="Text Box 125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391" y="3005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EX/MEM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1" name="Text Box 127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0318" y="3005"/>
              <a:ext cx="340" cy="1134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MEM/WB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2" name="Text Box 120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288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3" name="Text Box 12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216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4" name="Text Box 124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143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5" name="Text Box 12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9071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6" name="Text Box 12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0998" y="3005"/>
              <a:ext cx="907" cy="56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47" name="直接箭头连接符 546"/>
            <p:cNvCxnSpPr/>
            <p:nvPr>
              <p:custDataLst>
                <p:tags r:id="rId39"/>
              </p:custDataLst>
            </p:nvPr>
          </p:nvCxnSpPr>
          <p:spPr bwMode="auto">
            <a:xfrm>
              <a:off x="4195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8" name="直接箭头连接符 547"/>
            <p:cNvCxnSpPr/>
            <p:nvPr>
              <p:custDataLst>
                <p:tags r:id="rId40"/>
              </p:custDataLst>
            </p:nvPr>
          </p:nvCxnSpPr>
          <p:spPr bwMode="auto">
            <a:xfrm>
              <a:off x="4876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9" name="直接箭头连接符 548"/>
            <p:cNvCxnSpPr/>
            <p:nvPr>
              <p:custDataLst>
                <p:tags r:id="rId41"/>
              </p:custDataLst>
            </p:nvPr>
          </p:nvCxnSpPr>
          <p:spPr bwMode="auto">
            <a:xfrm>
              <a:off x="6123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0" name="直接箭头连接符 549"/>
            <p:cNvCxnSpPr/>
            <p:nvPr>
              <p:custDataLst>
                <p:tags r:id="rId42"/>
              </p:custDataLst>
            </p:nvPr>
          </p:nvCxnSpPr>
          <p:spPr bwMode="auto">
            <a:xfrm>
              <a:off x="6803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1" name="直接箭头连接符 550"/>
            <p:cNvCxnSpPr/>
            <p:nvPr>
              <p:custDataLst>
                <p:tags r:id="rId43"/>
              </p:custDataLst>
            </p:nvPr>
          </p:nvCxnSpPr>
          <p:spPr bwMode="auto">
            <a:xfrm>
              <a:off x="8050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2" name="直接箭头连接符 551"/>
            <p:cNvCxnSpPr/>
            <p:nvPr>
              <p:custDataLst>
                <p:tags r:id="rId44"/>
              </p:custDataLst>
            </p:nvPr>
          </p:nvCxnSpPr>
          <p:spPr bwMode="auto">
            <a:xfrm>
              <a:off x="8731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3" name="直接箭头连接符 552"/>
            <p:cNvCxnSpPr/>
            <p:nvPr>
              <p:custDataLst>
                <p:tags r:id="rId45"/>
              </p:custDataLst>
            </p:nvPr>
          </p:nvCxnSpPr>
          <p:spPr bwMode="auto">
            <a:xfrm>
              <a:off x="9978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4" name="直接箭头连接符 553"/>
            <p:cNvCxnSpPr/>
            <p:nvPr>
              <p:custDataLst>
                <p:tags r:id="rId46"/>
              </p:custDataLst>
            </p:nvPr>
          </p:nvCxnSpPr>
          <p:spPr bwMode="auto">
            <a:xfrm>
              <a:off x="10658" y="328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55" name="Text Box 140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438" y="4649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拍时钟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56" name="直接箭头连接符 555"/>
            <p:cNvCxnSpPr/>
            <p:nvPr>
              <p:custDataLst>
                <p:tags r:id="rId48"/>
              </p:custDataLst>
            </p:nvPr>
          </p:nvCxnSpPr>
          <p:spPr bwMode="auto">
            <a:xfrm flipH="1" flipV="1">
              <a:off x="4705" y="4139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57" name="直接箭头连接符 556"/>
            <p:cNvCxnSpPr/>
            <p:nvPr>
              <p:custDataLst>
                <p:tags r:id="rId49"/>
              </p:custDataLst>
            </p:nvPr>
          </p:nvCxnSpPr>
          <p:spPr bwMode="auto">
            <a:xfrm flipH="1" flipV="1">
              <a:off x="6633" y="4139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58" name="直接箭头连接符 557"/>
            <p:cNvCxnSpPr/>
            <p:nvPr>
              <p:custDataLst>
                <p:tags r:id="rId50"/>
              </p:custDataLst>
            </p:nvPr>
          </p:nvCxnSpPr>
          <p:spPr bwMode="auto">
            <a:xfrm flipH="1" flipV="1">
              <a:off x="8561" y="4139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59" name="直接箭头连接符 558"/>
            <p:cNvCxnSpPr/>
            <p:nvPr>
              <p:custDataLst>
                <p:tags r:id="rId51"/>
              </p:custDataLst>
            </p:nvPr>
          </p:nvCxnSpPr>
          <p:spPr bwMode="auto">
            <a:xfrm flipH="1" flipV="1">
              <a:off x="10488" y="4139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0" name="直接箭头连接符 559"/>
            <p:cNvCxnSpPr/>
            <p:nvPr>
              <p:custDataLst>
                <p:tags r:id="rId52"/>
              </p:custDataLst>
            </p:nvPr>
          </p:nvCxnSpPr>
          <p:spPr bwMode="auto">
            <a:xfrm>
              <a:off x="3515" y="4819"/>
              <a:ext cx="697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561" name="组合 560"/>
          <p:cNvGrpSpPr/>
          <p:nvPr/>
        </p:nvGrpSpPr>
        <p:grpSpPr>
          <a:xfrm>
            <a:off x="1945005" y="5004000"/>
            <a:ext cx="5076190" cy="1151890"/>
            <a:chOff x="3515" y="3572"/>
            <a:chExt cx="7994" cy="1814"/>
          </a:xfrm>
        </p:grpSpPr>
        <p:sp>
          <p:nvSpPr>
            <p:cNvPr id="562" name="Text Box 50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515" y="5046"/>
              <a:ext cx="799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</a:rPr>
                <a:t>流水线控制器</a:t>
              </a:r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  <p:sp>
          <p:nvSpPr>
            <p:cNvPr id="563" name="Text Box 73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5613" y="3685"/>
              <a:ext cx="737" cy="68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tx1"/>
                  </a:solidFill>
                </a:rPr>
                <a:t>指令类型</a:t>
              </a:r>
              <a:endParaRPr lang="zh-CN" altLang="en-US" sz="1600" b="1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564" name="直接箭头连接符 178"/>
            <p:cNvCxnSpPr>
              <a:cxnSpLocks noChangeShapeType="1"/>
            </p:cNvCxnSpPr>
            <p:nvPr>
              <p:custDataLst>
                <p:tags r:id="rId55"/>
              </p:custDataLst>
            </p:nvPr>
          </p:nvCxnSpPr>
          <p:spPr bwMode="auto">
            <a:xfrm rot="16200000" flipH="1">
              <a:off x="4819" y="4309"/>
              <a:ext cx="1474" cy="0"/>
            </a:xfrm>
            <a:prstGeom prst="straightConnector1">
              <a:avLst/>
            </a:prstGeom>
            <a:noFill/>
            <a:ln w="15875" algn="ctr">
              <a:solidFill>
                <a:srgbClr val="990099"/>
              </a:solidFill>
              <a:round/>
              <a:tailEnd type="triangle" w="med" len="med"/>
            </a:ln>
          </p:spPr>
        </p:cxnSp>
        <p:cxnSp>
          <p:nvCxnSpPr>
            <p:cNvPr id="565" name="直接箭头连接符 564"/>
            <p:cNvCxnSpPr/>
            <p:nvPr>
              <p:custDataLst>
                <p:tags r:id="rId56"/>
              </p:custDataLst>
            </p:nvPr>
          </p:nvCxnSpPr>
          <p:spPr bwMode="auto">
            <a:xfrm flipH="1">
              <a:off x="4819" y="453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66" name="Text Box 122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4592" y="4422"/>
              <a:ext cx="22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  <a:endParaRPr lang="en-US" altLang="zh-CN" sz="14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7" name="Text Box 122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6520" y="4422"/>
              <a:ext cx="22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  <a:endParaRPr lang="en-US" altLang="zh-CN" sz="14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8" name="Text Box 122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8447" y="4422"/>
              <a:ext cx="22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  <a:endParaRPr lang="en-US" altLang="zh-CN" sz="14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9" name="Text Box 122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0375" y="4422"/>
              <a:ext cx="227" cy="22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400" b="1">
                  <a:solidFill>
                    <a:schemeClr val="tx1"/>
                  </a:solidFill>
                  <a:latin typeface="宋体" panose="02010600030101010101" pitchFamily="2" charset="-122"/>
                </a:rPr>
                <a:t>&amp;</a:t>
              </a:r>
              <a:endParaRPr lang="en-US" altLang="zh-CN" sz="14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70" name="直接箭头连接符 569"/>
            <p:cNvCxnSpPr/>
            <p:nvPr>
              <p:custDataLst>
                <p:tags r:id="rId61"/>
              </p:custDataLst>
            </p:nvPr>
          </p:nvCxnSpPr>
          <p:spPr bwMode="auto">
            <a:xfrm flipH="1" flipV="1">
              <a:off x="5102" y="453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71" name="直接箭头连接符 570"/>
            <p:cNvCxnSpPr/>
            <p:nvPr>
              <p:custDataLst>
                <p:tags r:id="rId62"/>
              </p:custDataLst>
            </p:nvPr>
          </p:nvCxnSpPr>
          <p:spPr bwMode="auto">
            <a:xfrm flipH="1">
              <a:off x="6746" y="453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2" name="直接箭头连接符 571"/>
            <p:cNvCxnSpPr/>
            <p:nvPr>
              <p:custDataLst>
                <p:tags r:id="rId63"/>
              </p:custDataLst>
            </p:nvPr>
          </p:nvCxnSpPr>
          <p:spPr bwMode="auto">
            <a:xfrm flipH="1" flipV="1">
              <a:off x="7030" y="453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73" name="直接箭头连接符 572"/>
            <p:cNvCxnSpPr/>
            <p:nvPr>
              <p:custDataLst>
                <p:tags r:id="rId64"/>
              </p:custDataLst>
            </p:nvPr>
          </p:nvCxnSpPr>
          <p:spPr bwMode="auto">
            <a:xfrm flipH="1">
              <a:off x="8674" y="453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4" name="直接箭头连接符 573"/>
            <p:cNvCxnSpPr/>
            <p:nvPr>
              <p:custDataLst>
                <p:tags r:id="rId65"/>
              </p:custDataLst>
            </p:nvPr>
          </p:nvCxnSpPr>
          <p:spPr bwMode="auto">
            <a:xfrm flipH="1" flipV="1">
              <a:off x="8957" y="453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75" name="直接箭头连接符 574"/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10602" y="4535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6" name="直接箭头连接符 575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10885" y="4535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" grpId="0" bldLvl="0" animBg="1"/>
      <p:bldP spid="472" grpId="0"/>
      <p:bldP spid="511" grpId="0" bldLvl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0" name="Text Box 15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7952105" cy="59772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流水线组成示例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暂不考虑数据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控制冒险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示例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条指令的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MPIS32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多周期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，改为流水线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支持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条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6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6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组成要求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现状分析：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部件不复用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操作的数据在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①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部件复用：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(PC)+4</a:t>
            </a:r>
            <a:r>
              <a:rPr 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A=B?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复用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ALU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次</a:t>
            </a:r>
            <a:endParaRPr lang="zh-CN" altLang="en-US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+mn-ea"/>
                <a:sym typeface="+mn-ea"/>
              </a:rPr>
              <a:t>        </a:t>
            </a:r>
            <a:r>
              <a:rPr lang="zh-CN" altLang="en-US" sz="2000" b="1" dirty="0" smtClean="0">
                <a:latin typeface="+mn-ea"/>
                <a:sym typeface="+mn-ea"/>
              </a:rPr>
              <a:t>部件跨段</a:t>
            </a:r>
            <a:r>
              <a:rPr lang="zh-CN" sz="2000" b="1" dirty="0" smtClean="0">
                <a:latin typeface="+mn-ea"/>
                <a:sym typeface="+mn-ea"/>
              </a:rPr>
              <a:t>使用：</a:t>
            </a:r>
            <a:r>
              <a:rPr lang="en-US" altLang="zh-CN" sz="2000" b="1" dirty="0" smtClean="0">
                <a:latin typeface="+mn-ea"/>
                <a:sym typeface="+mn-ea"/>
              </a:rPr>
              <a:t>PC+Ext(Imm)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add/lw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GPR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dirty="0" smtClean="0">
                <a:latin typeface="+mn-ea"/>
                <a:sym typeface="+mn-ea"/>
              </a:rPr>
              <a:t>②</a:t>
            </a:r>
            <a:r>
              <a:rPr 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操作数据在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：设置段间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可解决</a:t>
            </a:r>
            <a:endParaRPr lang="zh-CN" altLang="en-US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008000" y="2952000"/>
          <a:ext cx="7809230" cy="1666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"/>
                <a:gridCol w="847090"/>
                <a:gridCol w="927100"/>
                <a:gridCol w="1560830"/>
                <a:gridCol w="1542415"/>
                <a:gridCol w="2347595"/>
              </a:tblGrid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add/sub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ori</a:t>
                      </a:r>
                      <a:endParaRPr 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beq</a:t>
                      </a:r>
                      <a:endParaRPr 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238760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IF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5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sym typeface="+mn-ea"/>
                        </a:rPr>
                        <a:t>IR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M[(PC)]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PC)+4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36855">
                <a:tc rowSpan="2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ID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5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R[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rs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], B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R[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rt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], I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Ext(Imm)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  <a:noFill/>
                  </a:tcPr>
                </a:tc>
              </a:tr>
              <a:tr h="130810">
                <a:tc v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4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T w="12700" cmpd="sng">
                      <a:solidFill>
                        <a:schemeClr val="tx1"/>
                      </a:solidFill>
                      <a:prstDash val="sysDash"/>
                    </a:lnT>
                  </a:tcPr>
                </a:tc>
                <a:tc hMerge="1">
                  <a:tcPr>
                    <a:lnT w="12700" cmpd="sng">
                      <a:solidFill>
                        <a:schemeClr val="tx1"/>
                      </a:solidFill>
                      <a:prstDash val="sysDash"/>
                    </a:lnT>
                  </a:tcPr>
                </a:tc>
                <a:tc hMerge="1"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ALUO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(PC)+(I)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3685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EX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4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(A)OP(B)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(I)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(A)-(B)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＝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时</a:t>
                      </a:r>
                      <a:r>
                        <a:rPr lang="en-US" altLang="zh-CN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rgbClr val="0070C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(ALUO)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38760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MEM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R[rd]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(ALUO)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MDR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M[(ALUO)]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M[(ALUO)]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(B)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WB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R[rt]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(MDR)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480000" y="5861630"/>
            <a:ext cx="2410393" cy="505551"/>
            <a:chOff x="6029263" y="4507625"/>
            <a:chExt cx="2410393" cy="505551"/>
          </a:xfrm>
        </p:grpSpPr>
        <p:sp>
          <p:nvSpPr>
            <p:cNvPr id="6" name="Text Box 6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639496" y="4509096"/>
              <a:ext cx="360040" cy="2160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" name="Text Box 6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029263" y="4507625"/>
              <a:ext cx="720000" cy="4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t" anchorCtr="0">
              <a:noAutofit/>
            </a:bodyPr>
            <a:p>
              <a:pPr algn="l">
                <a:lnSpc>
                  <a:spcPct val="105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I1:lw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I2:add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Text Box 6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999536" y="4509120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Text Box 6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359576" y="4509120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Text Box 6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719616" y="4509120"/>
              <a:ext cx="36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Text Box 6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079656" y="4509120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999536" y="4797152"/>
              <a:ext cx="360040" cy="2160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6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359576" y="4797176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65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7719616" y="4797176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6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079656" y="4797176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0" name="AutoShape 62">
            <a:hlinkClick r:id="rId13" tooltip="" action="ppaction://hlinksldjump"/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 rot="16200000">
            <a:off x="190805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80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1008380" y="1224280"/>
            <a:ext cx="7884795" cy="1657985"/>
            <a:chOff x="1588" y="1928"/>
            <a:chExt cx="12417" cy="2611"/>
          </a:xfrm>
        </p:grpSpPr>
        <p:sp>
          <p:nvSpPr>
            <p:cNvPr id="4" name="Text Box 32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726" y="2952"/>
              <a:ext cx="907" cy="96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smtClean="0">
                  <a:latin typeface="宋体" panose="02010600030101010101" pitchFamily="2" charset="-122"/>
                </a:rPr>
                <a:t>GPRs</a:t>
              </a:r>
              <a:endParaRPr kumimoji="1"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6" name="Text Box 36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684" y="2779"/>
              <a:ext cx="397" cy="102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18000" tIns="10800" rIns="18000" bIns="0" anchor="t" anchorCtr="0"/>
            <a:p>
              <a:pPr>
                <a:lnSpc>
                  <a:spcPct val="8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16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1" lang="en-US" altLang="zh-CN" sz="16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80000"/>
                </a:lnSpc>
                <a:spcBef>
                  <a:spcPts val="700"/>
                </a:spcBef>
                <a:spcAft>
                  <a:spcPts val="0"/>
                </a:spcAft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rt</a:t>
              </a:r>
              <a:endParaRPr kumimoji="1" lang="en-US" altLang="zh-CN" sz="16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70000"/>
                </a:lnSpc>
              </a:pPr>
              <a:r>
                <a:rPr kumimoji="1" lang="en-US" altLang="zh-CN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rs</a:t>
              </a:r>
              <a:endParaRPr kumimoji="1" lang="en-US" altLang="zh-CN" sz="1600" b="1" dirty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17"/>
              </p:custDataLst>
            </p:nvPr>
          </p:nvCxnSpPr>
          <p:spPr bwMode="auto">
            <a:xfrm>
              <a:off x="3626" y="2552"/>
              <a:ext cx="0" cy="181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>
              <p:custDataLst>
                <p:tags r:id="rId18"/>
              </p:custDataLst>
            </p:nvPr>
          </p:nvCxnSpPr>
          <p:spPr>
            <a:xfrm>
              <a:off x="6633" y="3799"/>
              <a:ext cx="107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utoShape 1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 rot="16200000">
              <a:off x="9043" y="3119"/>
              <a:ext cx="964" cy="566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ALU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连接符 20"/>
            <p:cNvCxnSpPr/>
            <p:nvPr>
              <p:custDataLst>
                <p:tags r:id="rId20"/>
              </p:custDataLst>
            </p:nvPr>
          </p:nvCxnSpPr>
          <p:spPr>
            <a:xfrm>
              <a:off x="3629" y="3062"/>
              <a:ext cx="737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>
              <p:custDataLst>
                <p:tags r:id="rId21"/>
              </p:custDataLst>
            </p:nvPr>
          </p:nvCxnSpPr>
          <p:spPr>
            <a:xfrm>
              <a:off x="3629" y="3517"/>
              <a:ext cx="209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22"/>
              </p:custDataLst>
            </p:nvPr>
          </p:nvCxnSpPr>
          <p:spPr>
            <a:xfrm>
              <a:off x="3626" y="3801"/>
              <a:ext cx="2098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82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5942" y="3915"/>
              <a:ext cx="0" cy="6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6449" y="3914"/>
              <a:ext cx="0" cy="34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6" name="直接连接符 25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9496" y="3801"/>
              <a:ext cx="0" cy="73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27" name="直接连接符 26"/>
            <p:cNvCxnSpPr/>
            <p:nvPr>
              <p:custDataLst>
                <p:tags r:id="rId26"/>
              </p:custDataLst>
            </p:nvPr>
          </p:nvCxnSpPr>
          <p:spPr>
            <a:xfrm>
              <a:off x="2892" y="4197"/>
              <a:ext cx="73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6"/>
            <p:cNvSpPr txBox="1"/>
            <p:nvPr>
              <p:custDataLst>
                <p:tags r:id="rId27"/>
              </p:custDataLst>
            </p:nvPr>
          </p:nvSpPr>
          <p:spPr>
            <a:xfrm>
              <a:off x="3233" y="3120"/>
              <a:ext cx="338" cy="1077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 anchorCtr="0">
              <a:noAutofit/>
            </a:bodyPr>
            <a:p>
              <a:pPr algn="ctr"/>
              <a:r>
                <a:rPr lang="zh-CN" altLang="en-US" sz="16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指令字</a:t>
              </a:r>
              <a:endParaRPr lang="zh-CN" altLang="en-US" sz="16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接连接符 28"/>
            <p:cNvCxnSpPr/>
            <p:nvPr>
              <p:custDataLst>
                <p:tags r:id="rId28"/>
              </p:custDataLst>
            </p:nvPr>
          </p:nvCxnSpPr>
          <p:spPr>
            <a:xfrm>
              <a:off x="3626" y="4142"/>
              <a:ext cx="677" cy="0"/>
            </a:xfrm>
            <a:prstGeom prst="line">
              <a:avLst/>
            </a:prstGeom>
            <a:ln w="15875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 Box 32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308" y="3915"/>
              <a:ext cx="907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 smtClean="0">
                  <a:latin typeface="宋体" panose="02010600030101010101" pitchFamily="2" charset="-122"/>
                </a:rPr>
                <a:t>ExtU</a:t>
              </a:r>
              <a:endParaRPr kumimoji="1" lang="en-US" altLang="zh-CN" sz="18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31" name="Text Box 1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8108" y="2892"/>
              <a:ext cx="850" cy="45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36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MUX1</a:t>
              </a:r>
              <a:endParaRPr lang="en-US" altLang="zh-CN" sz="1600" b="1" spc="-100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2" name="直接连接符 31"/>
            <p:cNvCxnSpPr/>
            <p:nvPr>
              <p:custDataLst>
                <p:tags r:id="rId31"/>
              </p:custDataLst>
            </p:nvPr>
          </p:nvCxnSpPr>
          <p:spPr>
            <a:xfrm>
              <a:off x="8957" y="3119"/>
              <a:ext cx="28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>
              <p:custDataLst>
                <p:tags r:id="rId32"/>
              </p:custDataLst>
            </p:nvPr>
          </p:nvCxnSpPr>
          <p:spPr>
            <a:xfrm>
              <a:off x="7314" y="3119"/>
              <a:ext cx="794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40"/>
            <p:cNvSpPr txBox="1"/>
            <p:nvPr>
              <p:custDataLst>
                <p:tags r:id="rId33"/>
              </p:custDataLst>
            </p:nvPr>
          </p:nvSpPr>
          <p:spPr>
            <a:xfrm>
              <a:off x="3684" y="3802"/>
              <a:ext cx="508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r>
                <a:rPr lang="en-US" altLang="zh-CN" sz="1600" b="1" spc="-100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Imm</a:t>
              </a:r>
              <a:endParaRPr lang="en-US" altLang="zh-CN" sz="1600" b="1" spc="-100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4756" y="4369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8278" y="3858"/>
              <a:ext cx="0" cy="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36"/>
              </p:custDataLst>
            </p:nvPr>
          </p:nvCxnSpPr>
          <p:spPr>
            <a:xfrm>
              <a:off x="9808" y="3289"/>
              <a:ext cx="338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24"/>
            <p:cNvSpPr txBox="1"/>
            <p:nvPr>
              <p:custDataLst>
                <p:tags r:id="rId37"/>
              </p:custDataLst>
            </p:nvPr>
          </p:nvSpPr>
          <p:spPr>
            <a:xfrm>
              <a:off x="8108" y="2893"/>
              <a:ext cx="226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000" b="1" dirty="0" smtClean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2870" y="3121"/>
              <a:ext cx="850" cy="45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7780" rIns="1778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MUX2</a:t>
              </a:r>
              <a:endParaRPr lang="en-US" altLang="zh-CN" sz="1600" b="1" spc="-1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40" name="TextBox 24"/>
            <p:cNvSpPr txBox="1"/>
            <p:nvPr>
              <p:custDataLst>
                <p:tags r:id="rId39"/>
              </p:custDataLst>
            </p:nvPr>
          </p:nvSpPr>
          <p:spPr>
            <a:xfrm>
              <a:off x="12870" y="3119"/>
              <a:ext cx="226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连接符 40"/>
            <p:cNvCxnSpPr/>
            <p:nvPr>
              <p:custDataLst>
                <p:tags r:id="rId40"/>
              </p:custDataLst>
            </p:nvPr>
          </p:nvCxnSpPr>
          <p:spPr>
            <a:xfrm>
              <a:off x="9808" y="3462"/>
              <a:ext cx="338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>
              <p:custDataLst>
                <p:tags r:id="rId41"/>
              </p:custDataLst>
            </p:nvPr>
          </p:nvCxnSpPr>
          <p:spPr>
            <a:xfrm flipH="1">
              <a:off x="5443" y="2212"/>
              <a:ext cx="788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>
              <p:custDataLst>
                <p:tags r:id="rId42"/>
              </p:custDataLst>
            </p:nvPr>
          </p:nvCxnSpPr>
          <p:spPr>
            <a:xfrm>
              <a:off x="5443" y="3065"/>
              <a:ext cx="28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>
              <p:custDataLst>
                <p:tags r:id="rId43"/>
              </p:custDataLst>
            </p:nvPr>
          </p:nvCxnSpPr>
          <p:spPr>
            <a:xfrm flipV="1">
              <a:off x="5443" y="2212"/>
              <a:ext cx="0" cy="85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>
              <p:custDataLst>
                <p:tags r:id="rId44"/>
              </p:custDataLst>
            </p:nvPr>
          </p:nvCxnSpPr>
          <p:spPr>
            <a:xfrm>
              <a:off x="7482" y="2951"/>
              <a:ext cx="624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>
              <p:custDataLst>
                <p:tags r:id="rId45"/>
              </p:custDataLst>
            </p:nvPr>
          </p:nvCxnSpPr>
          <p:spPr>
            <a:xfrm flipV="1">
              <a:off x="7313" y="3119"/>
              <a:ext cx="0" cy="39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>
              <p:custDataLst>
                <p:tags r:id="rId46"/>
              </p:custDataLst>
            </p:nvPr>
          </p:nvCxnSpPr>
          <p:spPr>
            <a:xfrm>
              <a:off x="5216" y="4139"/>
              <a:ext cx="2268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>
              <p:custDataLst>
                <p:tags r:id="rId47"/>
              </p:custDataLst>
            </p:nvPr>
          </p:nvCxnSpPr>
          <p:spPr>
            <a:xfrm flipV="1">
              <a:off x="7482" y="2949"/>
              <a:ext cx="0" cy="1191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13040" y="1928"/>
              <a:ext cx="1" cy="119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49"/>
              </p:custDataLst>
            </p:nvPr>
          </p:nvCxnSpPr>
          <p:spPr>
            <a:xfrm>
              <a:off x="7313" y="4028"/>
              <a:ext cx="385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 Box 323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815" y="2495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latin typeface="宋体" panose="02010600030101010101" pitchFamily="2" charset="-122"/>
                </a:rPr>
                <a:t>PC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2" name="直接连接符 51"/>
            <p:cNvCxnSpPr/>
            <p:nvPr>
              <p:custDataLst>
                <p:tags r:id="rId51"/>
              </p:custDataLst>
            </p:nvPr>
          </p:nvCxnSpPr>
          <p:spPr>
            <a:xfrm flipH="1">
              <a:off x="2325" y="2836"/>
              <a:ext cx="1" cy="340"/>
            </a:xfrm>
            <a:prstGeom prst="line">
              <a:avLst/>
            </a:prstGeom>
            <a:ln w="15875">
              <a:solidFill>
                <a:schemeClr val="tx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52"/>
              </p:custDataLst>
            </p:nvPr>
          </p:nvCxnSpPr>
          <p:spPr>
            <a:xfrm flipH="1" flipV="1">
              <a:off x="3232" y="1985"/>
              <a:ext cx="6917" cy="0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53"/>
              </p:custDataLst>
            </p:nvPr>
          </p:nvCxnSpPr>
          <p:spPr>
            <a:xfrm>
              <a:off x="2325" y="2949"/>
              <a:ext cx="107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>
              <p:custDataLst>
                <p:tags r:id="rId54"/>
              </p:custDataLst>
            </p:nvPr>
          </p:nvCxnSpPr>
          <p:spPr>
            <a:xfrm flipH="1">
              <a:off x="2268" y="2099"/>
              <a:ext cx="0" cy="397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 Box 18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8108" y="3405"/>
              <a:ext cx="850" cy="45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36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MUX3</a:t>
              </a:r>
              <a:endParaRPr lang="en-US" altLang="zh-CN" sz="1600" b="1" spc="-1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7" name="TextBox 24"/>
            <p:cNvSpPr txBox="1"/>
            <p:nvPr>
              <p:custDataLst>
                <p:tags r:id="rId56"/>
              </p:custDataLst>
            </p:nvPr>
          </p:nvSpPr>
          <p:spPr>
            <a:xfrm>
              <a:off x="8108" y="3403"/>
              <a:ext cx="226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57"/>
              </p:custDataLst>
            </p:nvPr>
          </p:nvCxnSpPr>
          <p:spPr>
            <a:xfrm>
              <a:off x="8957" y="3629"/>
              <a:ext cx="28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>
              <p:custDataLst>
                <p:tags r:id="rId58"/>
              </p:custDataLst>
            </p:nvPr>
          </p:nvCxnSpPr>
          <p:spPr>
            <a:xfrm>
              <a:off x="7711" y="3575"/>
              <a:ext cx="395" cy="0"/>
            </a:xfrm>
            <a:prstGeom prst="line">
              <a:avLst/>
            </a:prstGeom>
            <a:ln w="19050">
              <a:solidFill>
                <a:schemeClr val="accent2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>
              <p:custDataLst>
                <p:tags r:id="rId59"/>
              </p:custDataLst>
            </p:nvPr>
          </p:nvCxnSpPr>
          <p:spPr>
            <a:xfrm flipV="1">
              <a:off x="7711" y="3575"/>
              <a:ext cx="0" cy="22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>
              <p:custDataLst>
                <p:tags r:id="rId60"/>
              </p:custDataLst>
            </p:nvPr>
          </p:nvCxnSpPr>
          <p:spPr>
            <a:xfrm>
              <a:off x="7824" y="3745"/>
              <a:ext cx="28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>
              <p:custDataLst>
                <p:tags r:id="rId61"/>
              </p:custDataLst>
            </p:nvPr>
          </p:nvCxnSpPr>
          <p:spPr>
            <a:xfrm>
              <a:off x="7710" y="3289"/>
              <a:ext cx="39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57"/>
            <p:cNvSpPr txBox="1"/>
            <p:nvPr>
              <p:custDataLst>
                <p:tags r:id="rId62"/>
              </p:custDataLst>
            </p:nvPr>
          </p:nvSpPr>
          <p:spPr>
            <a:xfrm>
              <a:off x="7483" y="3175"/>
              <a:ext cx="226" cy="28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/>
              <a:r>
                <a:rPr lang="en-US" altLang="zh-CN" sz="1600" b="1" dirty="0" err="1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en-US" altLang="zh-CN" sz="1600" b="1" dirty="0" err="1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4" name="直接连接符 63"/>
            <p:cNvCxnSpPr/>
            <p:nvPr>
              <p:custDataLst>
                <p:tags r:id="rId63"/>
              </p:custDataLst>
            </p:nvPr>
          </p:nvCxnSpPr>
          <p:spPr>
            <a:xfrm>
              <a:off x="3402" y="2439"/>
              <a:ext cx="2324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>
              <p:custDataLst>
                <p:tags r:id="rId64"/>
              </p:custDataLst>
            </p:nvPr>
          </p:nvCxnSpPr>
          <p:spPr>
            <a:xfrm flipV="1">
              <a:off x="7824" y="2836"/>
              <a:ext cx="0" cy="90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>
              <p:custDataLst>
                <p:tags r:id="rId65"/>
              </p:custDataLst>
            </p:nvPr>
          </p:nvCxnSpPr>
          <p:spPr bwMode="auto">
            <a:xfrm>
              <a:off x="8278" y="1928"/>
              <a:ext cx="0" cy="96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7" name="直接连接符 66"/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2042" y="2836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68" name="直接连接符 67"/>
            <p:cNvCxnSpPr/>
            <p:nvPr>
              <p:custDataLst>
                <p:tags r:id="rId67"/>
              </p:custDataLst>
            </p:nvPr>
          </p:nvCxnSpPr>
          <p:spPr>
            <a:xfrm flipV="1">
              <a:off x="10148" y="1985"/>
              <a:ext cx="0" cy="1304"/>
            </a:xfrm>
            <a:prstGeom prst="line">
              <a:avLst/>
            </a:prstGeom>
            <a:ln w="12700">
              <a:solidFill>
                <a:srgbClr val="990099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24"/>
            <p:cNvSpPr txBox="1"/>
            <p:nvPr>
              <p:custDataLst>
                <p:tags r:id="rId68"/>
              </p:custDataLst>
            </p:nvPr>
          </p:nvSpPr>
          <p:spPr>
            <a:xfrm>
              <a:off x="10148" y="2212"/>
              <a:ext cx="454" cy="3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ZF</a:t>
              </a:r>
              <a:endParaRPr lang="en-US" altLang="zh-CN" sz="16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接连接符 69"/>
            <p:cNvCxnSpPr/>
            <p:nvPr>
              <p:custDataLst>
                <p:tags r:id="rId69"/>
              </p:custDataLst>
            </p:nvPr>
          </p:nvCxnSpPr>
          <p:spPr>
            <a:xfrm>
              <a:off x="10092" y="3462"/>
              <a:ext cx="1072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>
              <p:custDataLst>
                <p:tags r:id="rId70"/>
              </p:custDataLst>
            </p:nvPr>
          </p:nvCxnSpPr>
          <p:spPr>
            <a:xfrm>
              <a:off x="6633" y="3518"/>
              <a:ext cx="68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>
              <p:custDataLst>
                <p:tags r:id="rId71"/>
              </p:custDataLst>
            </p:nvPr>
          </p:nvCxnSpPr>
          <p:spPr>
            <a:xfrm>
              <a:off x="7313" y="3517"/>
              <a:ext cx="0" cy="51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>
              <p:custDataLst>
                <p:tags r:id="rId72"/>
              </p:custDataLst>
            </p:nvPr>
          </p:nvCxnSpPr>
          <p:spPr>
            <a:xfrm>
              <a:off x="1588" y="3062"/>
              <a:ext cx="45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73"/>
              </p:custDataLst>
            </p:nvPr>
          </p:nvCxnSpPr>
          <p:spPr>
            <a:xfrm flipH="1" flipV="1">
              <a:off x="3117" y="1928"/>
              <a:ext cx="1" cy="340"/>
            </a:xfrm>
            <a:prstGeom prst="line">
              <a:avLst/>
            </a:prstGeom>
            <a:ln w="12700">
              <a:solidFill>
                <a:srgbClr val="FF3399"/>
              </a:solidFill>
              <a:headEnd type="triangl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 Box 36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835" y="2552"/>
              <a:ext cx="454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17780" rIns="0" bIns="0" anchor="ctr" anchorCtr="0">
              <a:noAutofit/>
            </a:bodyPr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400" b="1" u="none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u="none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6" name="Text Box 36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005" y="2269"/>
              <a:ext cx="283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anose="02010600030101010101" pitchFamily="2" charset="-122"/>
                </a:rPr>
                <a:t>&amp;</a:t>
              </a:r>
              <a:endParaRPr lang="en-US" altLang="zh-CN" sz="1600" b="1" u="none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7" name="直接连接符 76"/>
            <p:cNvCxnSpPr/>
            <p:nvPr>
              <p:custDataLst>
                <p:tags r:id="rId76"/>
              </p:custDataLst>
            </p:nvPr>
          </p:nvCxnSpPr>
          <p:spPr>
            <a:xfrm flipV="1">
              <a:off x="2892" y="1928"/>
              <a:ext cx="0" cy="624"/>
            </a:xfrm>
            <a:prstGeom prst="line">
              <a:avLst/>
            </a:prstGeom>
            <a:ln w="12700">
              <a:solidFill>
                <a:srgbClr val="FF3399"/>
              </a:solidFill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>
              <p:custDataLst>
                <p:tags r:id="rId77"/>
              </p:custDataLst>
            </p:nvPr>
          </p:nvCxnSpPr>
          <p:spPr>
            <a:xfrm>
              <a:off x="2609" y="2665"/>
              <a:ext cx="227" cy="0"/>
            </a:xfrm>
            <a:prstGeom prst="line">
              <a:avLst/>
            </a:prstGeom>
            <a:ln w="12700">
              <a:solidFill>
                <a:srgbClr val="FF3399"/>
              </a:solidFill>
              <a:headEnd type="arrow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>
              <p:custDataLst>
                <p:tags r:id="rId78"/>
              </p:custDataLst>
            </p:nvPr>
          </p:nvCxnSpPr>
          <p:spPr>
            <a:xfrm flipV="1">
              <a:off x="9922" y="2779"/>
              <a:ext cx="0" cy="68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>
              <p:custDataLst>
                <p:tags r:id="rId79"/>
              </p:custDataLst>
            </p:nvPr>
          </p:nvCxnSpPr>
          <p:spPr>
            <a:xfrm>
              <a:off x="9922" y="2779"/>
              <a:ext cx="158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>
              <p:custDataLst>
                <p:tags r:id="rId80"/>
              </p:custDataLst>
            </p:nvPr>
          </p:nvCxnSpPr>
          <p:spPr>
            <a:xfrm>
              <a:off x="2268" y="2099"/>
              <a:ext cx="10318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11737" y="4026"/>
              <a:ext cx="0" cy="51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83" name="Text Box 323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1510" y="3346"/>
              <a:ext cx="907" cy="68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smtClean="0">
                  <a:latin typeface="宋体" panose="02010600030101010101" pitchFamily="2" charset="-122"/>
                </a:rPr>
                <a:t>DM</a:t>
              </a:r>
              <a:endParaRPr kumimoji="1" lang="en-US" altLang="zh-CN" sz="18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4" name="直接连接符 8"/>
            <p:cNvCxnSpPr/>
            <p:nvPr>
              <p:custDataLst>
                <p:tags r:id="rId83"/>
              </p:custDataLst>
            </p:nvPr>
          </p:nvCxnSpPr>
          <p:spPr>
            <a:xfrm flipV="1">
              <a:off x="11170" y="3799"/>
              <a:ext cx="338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>
              <p:custDataLst>
                <p:tags r:id="rId84"/>
              </p:custDataLst>
            </p:nvPr>
          </p:nvCxnSpPr>
          <p:spPr>
            <a:xfrm flipV="1">
              <a:off x="13324" y="2212"/>
              <a:ext cx="0" cy="90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12246" y="4139"/>
              <a:ext cx="0" cy="22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86" name="椭圆 85"/>
            <p:cNvSpPr/>
            <p:nvPr>
              <p:custDataLst>
                <p:tags r:id="rId86"/>
              </p:custDataLst>
            </p:nvPr>
          </p:nvSpPr>
          <p:spPr bwMode="auto">
            <a:xfrm>
              <a:off x="12190" y="4026"/>
              <a:ext cx="110" cy="113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7" name="直接连接符 86"/>
            <p:cNvCxnSpPr/>
            <p:nvPr>
              <p:custDataLst>
                <p:tags r:id="rId87"/>
              </p:custDataLst>
            </p:nvPr>
          </p:nvCxnSpPr>
          <p:spPr>
            <a:xfrm>
              <a:off x="11170" y="3462"/>
              <a:ext cx="340" cy="0"/>
            </a:xfrm>
            <a:prstGeom prst="line">
              <a:avLst/>
            </a:prstGeom>
            <a:ln w="19050">
              <a:solidFill>
                <a:srgbClr val="C00000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>
              <p:custDataLst>
                <p:tags r:id="rId88"/>
              </p:custDataLst>
            </p:nvPr>
          </p:nvCxnSpPr>
          <p:spPr>
            <a:xfrm flipV="1">
              <a:off x="11170" y="2949"/>
              <a:ext cx="0" cy="510"/>
            </a:xfrm>
            <a:prstGeom prst="line">
              <a:avLst/>
            </a:prstGeom>
            <a:ln w="19050">
              <a:solidFill>
                <a:srgbClr val="3333FF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9"/>
              </p:custDataLst>
            </p:nvPr>
          </p:nvCxnSpPr>
          <p:spPr>
            <a:xfrm flipH="1">
              <a:off x="11170" y="3800"/>
              <a:ext cx="0" cy="22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90"/>
              </p:custDataLst>
            </p:nvPr>
          </p:nvCxnSpPr>
          <p:spPr>
            <a:xfrm>
              <a:off x="12644" y="3459"/>
              <a:ext cx="22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>
              <p:custDataLst>
                <p:tags r:id="rId91"/>
              </p:custDataLst>
            </p:nvPr>
          </p:nvCxnSpPr>
          <p:spPr>
            <a:xfrm flipV="1">
              <a:off x="11169" y="3232"/>
              <a:ext cx="1701" cy="0"/>
            </a:xfrm>
            <a:prstGeom prst="line">
              <a:avLst/>
            </a:prstGeom>
            <a:ln w="19050">
              <a:solidFill>
                <a:srgbClr val="3333FF"/>
              </a:solidFill>
              <a:headEnd type="oval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/>
            <p:cNvCxnSpPr/>
            <p:nvPr>
              <p:custDataLst>
                <p:tags r:id="rId92"/>
              </p:custDataLst>
            </p:nvPr>
          </p:nvCxnSpPr>
          <p:spPr>
            <a:xfrm>
              <a:off x="12360" y="2779"/>
              <a:ext cx="227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93"/>
              </p:custDataLst>
            </p:nvPr>
          </p:nvCxnSpPr>
          <p:spPr>
            <a:xfrm flipV="1">
              <a:off x="12587" y="2099"/>
              <a:ext cx="0" cy="68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94"/>
              </p:custDataLst>
            </p:nvPr>
          </p:nvCxnSpPr>
          <p:spPr bwMode="auto">
            <a:xfrm>
              <a:off x="11680" y="1928"/>
              <a:ext cx="0" cy="56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95" name="Text Box 18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1510" y="2495"/>
              <a:ext cx="850" cy="56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36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MUX4</a:t>
              </a:r>
              <a:endParaRPr lang="en-US" altLang="zh-CN" sz="1600" b="1" spc="-1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6" name="TextBox 24"/>
            <p:cNvSpPr txBox="1"/>
            <p:nvPr>
              <p:custDataLst>
                <p:tags r:id="rId96"/>
              </p:custDataLst>
            </p:nvPr>
          </p:nvSpPr>
          <p:spPr>
            <a:xfrm>
              <a:off x="11511" y="2495"/>
              <a:ext cx="226" cy="6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7" name="直接连接符 96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10433" y="3686"/>
              <a:ext cx="0" cy="8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98"/>
              </p:custDataLst>
            </p:nvPr>
          </p:nvCxnSpPr>
          <p:spPr bwMode="auto">
            <a:xfrm flipV="1">
              <a:off x="10829" y="3686"/>
              <a:ext cx="0" cy="45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01" name="Text Box 323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985" y="3176"/>
              <a:ext cx="908" cy="567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smtClean="0">
                  <a:latin typeface="宋体" panose="02010600030101010101" pitchFamily="2" charset="-122"/>
                </a:rPr>
                <a:t>IM</a:t>
              </a:r>
              <a:endParaRPr kumimoji="1"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2" name="椭圆 101"/>
            <p:cNvSpPr/>
            <p:nvPr>
              <p:custDataLst>
                <p:tags r:id="rId100"/>
              </p:custDataLst>
            </p:nvPr>
          </p:nvSpPr>
          <p:spPr bwMode="auto">
            <a:xfrm>
              <a:off x="1871" y="3233"/>
              <a:ext cx="113" cy="113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03" name="直接连接符 102"/>
            <p:cNvCxnSpPr/>
            <p:nvPr>
              <p:custDataLst>
                <p:tags r:id="rId101"/>
              </p:custDataLst>
            </p:nvPr>
          </p:nvCxnSpPr>
          <p:spPr bwMode="auto">
            <a:xfrm>
              <a:off x="1588" y="3292"/>
              <a:ext cx="28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102"/>
              </p:custDataLst>
            </p:nvPr>
          </p:nvCxnSpPr>
          <p:spPr>
            <a:xfrm flipH="1">
              <a:off x="2438" y="3745"/>
              <a:ext cx="0" cy="283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>
              <p:custDataLst>
                <p:tags r:id="rId103"/>
              </p:custDataLst>
            </p:nvPr>
          </p:nvCxnSpPr>
          <p:spPr bwMode="auto">
            <a:xfrm flipV="1">
              <a:off x="1758" y="3575"/>
              <a:ext cx="226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06" name="直接连接符 82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1758" y="3575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105"/>
              </p:custDataLst>
            </p:nvPr>
          </p:nvCxnSpPr>
          <p:spPr>
            <a:xfrm>
              <a:off x="2438" y="3970"/>
              <a:ext cx="0" cy="227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>
              <p:custDataLst>
                <p:tags r:id="rId106"/>
              </p:custDataLst>
            </p:nvPr>
          </p:nvCxnSpPr>
          <p:spPr bwMode="auto">
            <a:xfrm flipV="1">
              <a:off x="2552" y="4367"/>
              <a:ext cx="0" cy="17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107"/>
              </p:custDataLst>
            </p:nvPr>
          </p:nvCxnSpPr>
          <p:spPr bwMode="auto">
            <a:xfrm>
              <a:off x="1588" y="4197"/>
              <a:ext cx="51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10" name="Text Box 323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2098" y="4027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latin typeface="宋体" panose="02010600030101010101" pitchFamily="2" charset="-122"/>
                </a:rPr>
                <a:t>IR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323"/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6973" y="3233"/>
              <a:ext cx="22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latin typeface="宋体" panose="02010600030101010101" pitchFamily="2" charset="-122"/>
                </a:rPr>
                <a:t>B</a:t>
              </a:r>
              <a:endParaRPr kumimoji="1"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323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6973" y="3630"/>
              <a:ext cx="22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kumimoji="1"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323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10149" y="3346"/>
              <a:ext cx="79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latin typeface="宋体" panose="02010600030101010101" pitchFamily="2" charset="-122"/>
                </a:rPr>
                <a:t>ALUO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38" name="Text Box 18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4366" y="2949"/>
              <a:ext cx="850" cy="45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36000" bIns="0" anchor="ctr"/>
            <a:p>
              <a:pPr algn="r">
                <a:lnSpc>
                  <a:spcPct val="90000"/>
                </a:lnSpc>
              </a:pPr>
              <a:r>
                <a:rPr lang="en-US" altLang="zh-CN" sz="1600" b="1" spc="-100" dirty="0" smtClean="0">
                  <a:latin typeface="宋体" panose="02010600030101010101" pitchFamily="2" charset="-122"/>
                </a:rPr>
                <a:t>MUX3</a:t>
              </a:r>
              <a:endParaRPr lang="en-US" altLang="zh-CN" sz="1600" b="1" spc="-100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9" name="TextBox 24"/>
            <p:cNvSpPr txBox="1"/>
            <p:nvPr>
              <p:custDataLst>
                <p:tags r:id="rId113"/>
              </p:custDataLst>
            </p:nvPr>
          </p:nvSpPr>
          <p:spPr>
            <a:xfrm>
              <a:off x="4366" y="2949"/>
              <a:ext cx="226" cy="45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 dirty="0" smtClean="0">
                  <a:latin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sz="1000" b="1" dirty="0" smtClean="0"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0" name="直接连接符 139"/>
            <p:cNvCxnSpPr/>
            <p:nvPr>
              <p:custDataLst>
                <p:tags r:id="rId114"/>
              </p:custDataLst>
            </p:nvPr>
          </p:nvCxnSpPr>
          <p:spPr>
            <a:xfrm>
              <a:off x="5217" y="3232"/>
              <a:ext cx="510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 Box 323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5736" y="2325"/>
              <a:ext cx="1247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err="1" smtClean="0">
                  <a:latin typeface="宋体" panose="02010600030101010101" pitchFamily="2" charset="-122"/>
                </a:rPr>
                <a:t>Splice</a:t>
              </a:r>
              <a:endParaRPr kumimoji="1" lang="en-US" altLang="zh-CN" sz="18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155" name="直接连接符 154"/>
            <p:cNvCxnSpPr/>
            <p:nvPr>
              <p:custDataLst>
                <p:tags r:id="rId116"/>
              </p:custDataLst>
            </p:nvPr>
          </p:nvCxnSpPr>
          <p:spPr>
            <a:xfrm>
              <a:off x="6974" y="2623"/>
              <a:ext cx="4535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>
              <p:custDataLst>
                <p:tags r:id="rId117"/>
              </p:custDataLst>
            </p:nvPr>
          </p:nvCxnSpPr>
          <p:spPr>
            <a:xfrm>
              <a:off x="9809" y="3176"/>
              <a:ext cx="624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 Box 323"/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10432" y="2958"/>
              <a:ext cx="454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latin typeface="宋体" panose="02010600030101010101" pitchFamily="2" charset="-122"/>
                </a:rPr>
                <a:t>OF</a:t>
              </a:r>
              <a:endParaRPr kumimoji="1" lang="zh-CN" altLang="en-US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8" name="直接连接符 187"/>
            <p:cNvCxnSpPr/>
            <p:nvPr>
              <p:custDataLst>
                <p:tags r:id="rId119"/>
              </p:custDataLst>
            </p:nvPr>
          </p:nvCxnSpPr>
          <p:spPr>
            <a:xfrm>
              <a:off x="11171" y="2949"/>
              <a:ext cx="340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>
              <p:custDataLst>
                <p:tags r:id="rId120"/>
              </p:custDataLst>
            </p:nvPr>
          </p:nvCxnSpPr>
          <p:spPr>
            <a:xfrm>
              <a:off x="12417" y="3686"/>
              <a:ext cx="227" cy="0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>
              <p:custDataLst>
                <p:tags r:id="rId121"/>
              </p:custDataLst>
            </p:nvPr>
          </p:nvCxnSpPr>
          <p:spPr>
            <a:xfrm flipV="1">
              <a:off x="12644" y="3459"/>
              <a:ext cx="0" cy="227"/>
            </a:xfrm>
            <a:prstGeom prst="line">
              <a:avLst/>
            </a:prstGeom>
            <a:ln w="19050">
              <a:solidFill>
                <a:srgbClr val="3333FF"/>
              </a:soli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>
              <p:custDataLst>
                <p:tags r:id="rId122"/>
              </p:custDataLst>
            </p:nvPr>
          </p:nvCxnSpPr>
          <p:spPr>
            <a:xfrm>
              <a:off x="3629" y="2609"/>
              <a:ext cx="2098" cy="0"/>
            </a:xfrm>
            <a:prstGeom prst="line">
              <a:avLst/>
            </a:prstGeom>
            <a:ln w="15875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>
              <p:custDataLst>
                <p:tags r:id="rId123"/>
              </p:custDataLst>
            </p:nvPr>
          </p:nvCxnSpPr>
          <p:spPr>
            <a:xfrm>
              <a:off x="4083" y="3289"/>
              <a:ext cx="283" cy="0"/>
            </a:xfrm>
            <a:prstGeom prst="line">
              <a:avLst/>
            </a:prstGeom>
            <a:ln w="12700">
              <a:solidFill>
                <a:srgbClr val="CC33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>
              <p:custDataLst>
                <p:tags r:id="rId124"/>
              </p:custDataLst>
            </p:nvPr>
          </p:nvCxnSpPr>
          <p:spPr>
            <a:xfrm flipV="1">
              <a:off x="4081" y="3289"/>
              <a:ext cx="0" cy="227"/>
            </a:xfrm>
            <a:prstGeom prst="line">
              <a:avLst/>
            </a:prstGeom>
            <a:ln w="12700">
              <a:solidFill>
                <a:srgbClr val="CC3300"/>
              </a:solidFill>
              <a:headEnd type="oval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>
              <p:custDataLst>
                <p:tags r:id="rId125"/>
              </p:custDataLst>
            </p:nvPr>
          </p:nvCxnSpPr>
          <p:spPr>
            <a:xfrm>
              <a:off x="4990" y="2836"/>
              <a:ext cx="2835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>
              <p:custDataLst>
                <p:tags r:id="rId126"/>
              </p:custDataLst>
            </p:nvPr>
          </p:nvCxnSpPr>
          <p:spPr>
            <a:xfrm flipV="1">
              <a:off x="3402" y="2439"/>
              <a:ext cx="0" cy="51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>
              <p:custDataLst>
                <p:tags r:id="rId127"/>
              </p:custDataLst>
            </p:nvPr>
          </p:nvCxnSpPr>
          <p:spPr>
            <a:xfrm flipV="1">
              <a:off x="4990" y="2439"/>
              <a:ext cx="0" cy="397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>
              <p:custDataLst>
                <p:tags r:id="rId128"/>
              </p:custDataLst>
            </p:nvPr>
          </p:nvCxnSpPr>
          <p:spPr>
            <a:xfrm flipH="1" flipV="1">
              <a:off x="3232" y="1985"/>
              <a:ext cx="1" cy="283"/>
            </a:xfrm>
            <a:prstGeom prst="line">
              <a:avLst/>
            </a:prstGeom>
            <a:ln w="12700">
              <a:solidFill>
                <a:srgbClr val="990099"/>
              </a:solidFill>
              <a:headEnd type="triangle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TextBox 39"/>
            <p:cNvSpPr txBox="1"/>
            <p:nvPr>
              <p:custDataLst>
                <p:tags r:id="rId129"/>
              </p:custDataLst>
            </p:nvPr>
          </p:nvSpPr>
          <p:spPr>
            <a:xfrm>
              <a:off x="12531" y="3856"/>
              <a:ext cx="1474" cy="6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l"/>
              <a:r>
                <a:rPr lang="zh-CN" altLang="en-US" sz="1400" b="1" dirty="0" err="1" smtClean="0">
                  <a:solidFill>
                    <a:srgbClr val="9900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注：</a:t>
              </a:r>
              <a:r>
                <a:rPr lang="en-US" altLang="zh-CN" sz="1400" b="1" dirty="0" err="1" smtClean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SL2</a:t>
              </a:r>
              <a:r>
                <a:rPr lang="zh-CN" altLang="en-US" sz="1400" b="1" dirty="0" err="1" smtClean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功能并入</a:t>
              </a:r>
              <a:r>
                <a:rPr lang="en-US" altLang="zh-CN" sz="1400" b="1" dirty="0" err="1" smtClean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ExtU</a:t>
              </a:r>
              <a:endParaRPr lang="en-US" altLang="zh-CN" sz="1400" b="1" dirty="0" err="1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4" name="Text Box 323"/>
            <p:cNvSpPr txBox="1"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6973" y="4025"/>
              <a:ext cx="227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latin typeface="宋体" panose="02010600030101010101" pitchFamily="2" charset="-122"/>
                </a:rPr>
                <a:t>I</a:t>
              </a:r>
              <a:endParaRPr kumimoji="1" lang="en-US" altLang="zh-CN" sz="16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117" name="AutoShape 11">
            <a:hlinkClick r:id="rId131" tooltip="" action="ppaction://hlinksldjump" highlightClick="1"/>
          </p:cNvPr>
          <p:cNvSpPr>
            <a:spLocks noChangeArrowheads="1"/>
          </p:cNvSpPr>
          <p:nvPr>
            <p:custDataLst>
              <p:tags r:id="rId132"/>
            </p:custDataLst>
          </p:nvPr>
        </p:nvSpPr>
        <p:spPr bwMode="auto">
          <a:xfrm rot="10800000">
            <a:off x="4068000" y="652355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0" name="Text Box 15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5966460" cy="38614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指令周期调整：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部件复用问题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由数据通路负责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zh-CN" altLang="en-US" sz="20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数据通路修改：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971020" y="2013305"/>
          <a:ext cx="7823200" cy="1649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/>
                <a:gridCol w="981075"/>
                <a:gridCol w="954405"/>
                <a:gridCol w="1532890"/>
                <a:gridCol w="1549400"/>
                <a:gridCol w="2368550"/>
              </a:tblGrid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add/sub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ori</a:t>
                      </a:r>
                      <a:endParaRPr 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lw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beq</a:t>
                      </a:r>
                      <a:endParaRPr 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238760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IF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5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sym typeface="+mn-ea"/>
                        </a:rPr>
                        <a:t>IR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M[(PC)]</a:t>
                      </a:r>
                      <a:r>
                        <a:rPr lang="zh-CN" altLang="en-US" sz="1600" b="1">
                          <a:latin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1600" b="1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+mn-ea"/>
                        </a:rPr>
                        <a:t>C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</a:t>
                      </a:r>
                      <a:r>
                        <a:rPr lang="en-US" altLang="zh-CN" sz="1600" b="1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PC)+4</a:t>
                      </a:r>
                      <a:r>
                        <a:rPr lang="zh-CN" altLang="en-US" sz="1600" b="1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(EX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段的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ZF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=1)? EX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段的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ALUO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 : (</a:t>
                      </a:r>
                      <a:r>
                        <a:rPr lang="en-US" altLang="zh-CN" sz="16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PC)</a:t>
                      </a:r>
                      <a:r>
                        <a:rPr lang="en-US" altLang="zh-CN" sz="16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+4</a:t>
                      </a:r>
                      <a:endParaRPr lang="en-US" altLang="zh-CN" sz="1600" b="1">
                        <a:solidFill>
                          <a:srgbClr val="9900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3685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ID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5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R[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rs1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], B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R[</a:t>
                      </a:r>
                      <a:r>
                        <a:rPr lang="en-US" altLang="zh-CN" sz="1600" b="1" dirty="0" err="1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rs2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], I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Ext(Imm)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5930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EX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4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ALUO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(A)OP(B)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或</a:t>
                      </a:r>
                      <a:r>
                        <a:rPr lang="en-US" altLang="zh-CN" sz="1600" b="1"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(I)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rgbClr val="990099"/>
                          </a:solidFill>
                          <a:highlight>
                            <a:srgbClr val="00FFFF"/>
                          </a:highlight>
                          <a:latin typeface="+mn-ea"/>
                          <a:sym typeface="+mn-ea"/>
                        </a:rPr>
                        <a:t>ALUO</a:t>
                      </a:r>
                      <a:r>
                        <a:rPr lang="zh-CN" altLang="en-US" sz="1600" b="1" dirty="0" smtClean="0">
                          <a:solidFill>
                            <a:srgbClr val="990099"/>
                          </a:solidFill>
                          <a:highlight>
                            <a:srgbClr val="00FFFF"/>
                          </a:highlight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rgbClr val="990099"/>
                          </a:solidFill>
                          <a:highlight>
                            <a:srgbClr val="00FFFF"/>
                          </a:highlight>
                          <a:latin typeface="+mn-ea"/>
                          <a:sym typeface="+mn-ea"/>
                        </a:rPr>
                        <a:t>CPC+(I)</a:t>
                      </a:r>
                      <a:endParaRPr lang="en-US" altLang="zh-CN" sz="1600" b="1" dirty="0" smtClean="0">
                        <a:solidFill>
                          <a:srgbClr val="990099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ZF</a:t>
                      </a:r>
                      <a:r>
                        <a:rPr lang="zh-CN" altLang="en-US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宋体" panose="02010600030101010101" pitchFamily="2" charset="-122"/>
                        </a:rPr>
                        <a:t>←</a:t>
                      </a:r>
                      <a:r>
                        <a:rPr lang="en-US" altLang="zh-CN" sz="1600" b="1" dirty="0">
                          <a:solidFill>
                            <a:srgbClr val="990099"/>
                          </a:solidFill>
                          <a:latin typeface="宋体" panose="02010600030101010101" pitchFamily="2" charset="-122"/>
                          <a:sym typeface="Arial" panose="020B0604020202020204" pitchFamily="34" charset="0"/>
                        </a:rPr>
                        <a:t>(A)-(B)</a:t>
                      </a:r>
                      <a:endParaRPr lang="en-US" altLang="zh-CN" sz="1600" b="1" dirty="0" smtClean="0">
                        <a:solidFill>
                          <a:srgbClr val="990099"/>
                        </a:solidFill>
                        <a:latin typeface="宋体" panose="02010600030101010101" pitchFamily="2" charset="-122"/>
                        <a:sym typeface="Arial" panose="020B0604020202020204" pitchFamily="34" charset="0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38760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MEM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</a:t>
                      </a:r>
                      <a:endParaRPr lang="en-US" altLang="zh-CN" sz="1600" b="1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+mn-ea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MDR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M[(ALUO)]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M[(ALUO)]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(B)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(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写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PC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放在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IF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段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WB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R[rd]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(ALUO)</a:t>
                      </a:r>
                      <a:endParaRPr lang="en-US" altLang="zh-CN" sz="1600" b="1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R[rt]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←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(MDR)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48000" y="3672000"/>
            <a:ext cx="6329045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增设加法器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比较器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段间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，及相关路径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19" name="组合 618"/>
          <p:cNvGrpSpPr/>
          <p:nvPr/>
        </p:nvGrpSpPr>
        <p:grpSpPr>
          <a:xfrm>
            <a:off x="1548000" y="4176000"/>
            <a:ext cx="6696710" cy="1727835"/>
            <a:chOff x="2438" y="1077"/>
            <a:chExt cx="10546" cy="2721"/>
          </a:xfrm>
        </p:grpSpPr>
        <p:cxnSp>
          <p:nvCxnSpPr>
            <p:cNvPr id="246" name="直接箭头连接符 245"/>
            <p:cNvCxnSpPr/>
            <p:nvPr>
              <p:custDataLst>
                <p:tags r:id="rId4"/>
              </p:custDataLst>
            </p:nvPr>
          </p:nvCxnSpPr>
          <p:spPr bwMode="auto">
            <a:xfrm>
              <a:off x="6461" y="169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7" name="直接箭头连接符 346"/>
            <p:cNvCxnSpPr/>
            <p:nvPr>
              <p:custDataLst>
                <p:tags r:id="rId5"/>
              </p:custDataLst>
            </p:nvPr>
          </p:nvCxnSpPr>
          <p:spPr bwMode="auto">
            <a:xfrm>
              <a:off x="2835" y="2834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349" name="Text Box 16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277" y="2097"/>
              <a:ext cx="680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10795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ALU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0" name="Text Box 166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329" y="1927"/>
              <a:ext cx="794" cy="56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0" tIns="10795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1" name="Text Box 17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329" y="2607"/>
              <a:ext cx="794" cy="34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horz" lIns="0" tIns="10795" rIns="0" bIns="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ExtU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2" name="Text Box 177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94" y="1530"/>
              <a:ext cx="794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10795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IMEM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53" name="直接箭头连接符 352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2835" y="1984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354" name="直接箭头连接符 353"/>
            <p:cNvCxnSpPr/>
            <p:nvPr>
              <p:custDataLst>
                <p:tags r:id="rId11"/>
              </p:custDataLst>
            </p:nvPr>
          </p:nvCxnSpPr>
          <p:spPr bwMode="auto">
            <a:xfrm>
              <a:off x="6121" y="204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5" name="直接箭头连接符 354"/>
            <p:cNvCxnSpPr/>
            <p:nvPr>
              <p:custDataLst>
                <p:tags r:id="rId12"/>
              </p:custDataLst>
            </p:nvPr>
          </p:nvCxnSpPr>
          <p:spPr bwMode="auto">
            <a:xfrm>
              <a:off x="6121" y="2380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6" name="直接箭头连接符 355"/>
            <p:cNvCxnSpPr/>
            <p:nvPr>
              <p:custDataLst>
                <p:tags r:id="rId13"/>
              </p:custDataLst>
            </p:nvPr>
          </p:nvCxnSpPr>
          <p:spPr bwMode="auto">
            <a:xfrm>
              <a:off x="7143" y="2040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7" name="直接箭头连接符 356"/>
            <p:cNvCxnSpPr/>
            <p:nvPr>
              <p:custDataLst>
                <p:tags r:id="rId14"/>
              </p:custDataLst>
            </p:nvPr>
          </p:nvCxnSpPr>
          <p:spPr bwMode="auto">
            <a:xfrm>
              <a:off x="8050" y="2154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8" name="直接箭头连接符 121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7937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9" name="直接箭头连接符 358"/>
            <p:cNvCxnSpPr/>
            <p:nvPr>
              <p:custDataLst>
                <p:tags r:id="rId16"/>
              </p:custDataLst>
            </p:nvPr>
          </p:nvCxnSpPr>
          <p:spPr bwMode="auto">
            <a:xfrm>
              <a:off x="8957" y="232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0" name="直接箭头连接符 359"/>
            <p:cNvCxnSpPr/>
            <p:nvPr>
              <p:custDataLst>
                <p:tags r:id="rId17"/>
              </p:custDataLst>
            </p:nvPr>
          </p:nvCxnSpPr>
          <p:spPr bwMode="auto">
            <a:xfrm>
              <a:off x="7141" y="3458"/>
              <a:ext cx="2154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1" name="直接箭头连接符 360"/>
            <p:cNvCxnSpPr/>
            <p:nvPr>
              <p:custDataLst>
                <p:tags r:id="rId18"/>
              </p:custDataLst>
            </p:nvPr>
          </p:nvCxnSpPr>
          <p:spPr bwMode="auto">
            <a:xfrm>
              <a:off x="7143" y="1700"/>
              <a:ext cx="215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62" name="Text Box 164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461" y="221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B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63" name="Text Box 16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463" y="1927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A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366" name="Text Box 16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463" y="2607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I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cxnSp>
          <p:nvCxnSpPr>
            <p:cNvPr id="368" name="直接箭头连接符 367"/>
            <p:cNvCxnSpPr/>
            <p:nvPr>
              <p:custDataLst>
                <p:tags r:id="rId22"/>
              </p:custDataLst>
            </p:nvPr>
          </p:nvCxnSpPr>
          <p:spPr bwMode="auto">
            <a:xfrm>
              <a:off x="4535" y="1700"/>
              <a:ext cx="192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9" name="直接箭头连接符 368"/>
            <p:cNvCxnSpPr/>
            <p:nvPr>
              <p:custDataLst>
                <p:tags r:id="rId23"/>
              </p:custDataLst>
            </p:nvPr>
          </p:nvCxnSpPr>
          <p:spPr bwMode="auto">
            <a:xfrm>
              <a:off x="7710" y="2210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0" name="直接箭头连接符 369"/>
            <p:cNvCxnSpPr/>
            <p:nvPr>
              <p:custDataLst>
                <p:tags r:id="rId24"/>
              </p:custDataLst>
            </p:nvPr>
          </p:nvCxnSpPr>
          <p:spPr bwMode="auto">
            <a:xfrm>
              <a:off x="6123" y="277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71" name="TextBox 24"/>
            <p:cNvSpPr txBox="1"/>
            <p:nvPr>
              <p:custDataLst>
                <p:tags r:id="rId25"/>
              </p:custDataLst>
            </p:nvPr>
          </p:nvSpPr>
          <p:spPr>
            <a:xfrm>
              <a:off x="7937" y="1984"/>
              <a:ext cx="113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 dirty="0" smtClean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72" name="直接箭头连接符 371"/>
            <p:cNvCxnSpPr/>
            <p:nvPr>
              <p:custDataLst>
                <p:tags r:id="rId26"/>
              </p:custDataLst>
            </p:nvPr>
          </p:nvCxnSpPr>
          <p:spPr bwMode="auto">
            <a:xfrm>
              <a:off x="7143" y="3117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74" name="直接箭头连接符 373"/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7710" y="2210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76" name="TextBox 24"/>
            <p:cNvSpPr txBox="1"/>
            <p:nvPr>
              <p:custDataLst>
                <p:tags r:id="rId28"/>
              </p:custDataLst>
            </p:nvPr>
          </p:nvSpPr>
          <p:spPr>
            <a:xfrm>
              <a:off x="7937" y="2324"/>
              <a:ext cx="113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 dirty="0" smtClean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77" name="直接箭头连接符 376"/>
            <p:cNvCxnSpPr/>
            <p:nvPr>
              <p:custDataLst>
                <p:tags r:id="rId29"/>
              </p:custDataLst>
            </p:nvPr>
          </p:nvCxnSpPr>
          <p:spPr bwMode="auto">
            <a:xfrm>
              <a:off x="7143" y="2380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8" name="直接箭头连接符 377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7427" y="2380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79" name="直接箭头连接符 378"/>
            <p:cNvCxnSpPr/>
            <p:nvPr>
              <p:custDataLst>
                <p:tags r:id="rId31"/>
              </p:custDataLst>
            </p:nvPr>
          </p:nvCxnSpPr>
          <p:spPr bwMode="auto">
            <a:xfrm>
              <a:off x="7313" y="2551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0" name="直接箭头连接符 379"/>
            <p:cNvCxnSpPr/>
            <p:nvPr>
              <p:custDataLst>
                <p:tags r:id="rId32"/>
              </p:custDataLst>
            </p:nvPr>
          </p:nvCxnSpPr>
          <p:spPr bwMode="auto">
            <a:xfrm>
              <a:off x="7427" y="3061"/>
              <a:ext cx="187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4" name="直接箭头连接符 383"/>
            <p:cNvCxnSpPr/>
            <p:nvPr>
              <p:custDataLst>
                <p:tags r:id="rId33"/>
              </p:custDataLst>
            </p:nvPr>
          </p:nvCxnSpPr>
          <p:spPr bwMode="auto">
            <a:xfrm>
              <a:off x="7141" y="2777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5" name="直接箭头连接符 384"/>
            <p:cNvCxnSpPr/>
            <p:nvPr>
              <p:custDataLst>
                <p:tags r:id="rId34"/>
              </p:custDataLst>
            </p:nvPr>
          </p:nvCxnSpPr>
          <p:spPr bwMode="auto">
            <a:xfrm flipH="1" flipV="1">
              <a:off x="7313" y="255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7" name="直接箭头连接符 386"/>
            <p:cNvCxnSpPr/>
            <p:nvPr>
              <p:custDataLst>
                <p:tags r:id="rId35"/>
              </p:custDataLst>
            </p:nvPr>
          </p:nvCxnSpPr>
          <p:spPr bwMode="auto">
            <a:xfrm>
              <a:off x="8050" y="2437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9" name="直接箭头连接符 121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8504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0" name="直接箭头连接符 389"/>
            <p:cNvCxnSpPr/>
            <p:nvPr>
              <p:custDataLst>
                <p:tags r:id="rId37"/>
              </p:custDataLst>
            </p:nvPr>
          </p:nvCxnSpPr>
          <p:spPr bwMode="auto">
            <a:xfrm flipH="1">
              <a:off x="10148" y="2777"/>
              <a:ext cx="0" cy="90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1" name="直接箭头连接符 390"/>
            <p:cNvCxnSpPr/>
            <p:nvPr>
              <p:custDataLst>
                <p:tags r:id="rId38"/>
              </p:custDataLst>
            </p:nvPr>
          </p:nvCxnSpPr>
          <p:spPr bwMode="auto">
            <a:xfrm>
              <a:off x="10261" y="2324"/>
              <a:ext cx="0" cy="14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92" name="直接箭头连接符 391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3345" y="3684"/>
              <a:ext cx="680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3" name="直接箭头连接符 392"/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2948" y="3798"/>
              <a:ext cx="731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4" name="直接箭头连接符 393"/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5896" y="1190"/>
              <a:ext cx="674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5" name="直接箭头连接符 394"/>
            <p:cNvCxnSpPr/>
            <p:nvPr>
              <p:custDataLst>
                <p:tags r:id="rId42"/>
              </p:custDataLst>
            </p:nvPr>
          </p:nvCxnSpPr>
          <p:spPr bwMode="auto">
            <a:xfrm flipH="1">
              <a:off x="5669" y="1077"/>
              <a:ext cx="731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7" name="Text Box 16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0488" y="2721"/>
              <a:ext cx="794" cy="454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10795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DMEM</a:t>
              </a:r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98" name="直接箭头连接符 397"/>
            <p:cNvCxnSpPr/>
            <p:nvPr>
              <p:custDataLst>
                <p:tags r:id="rId44"/>
              </p:custDataLst>
            </p:nvPr>
          </p:nvCxnSpPr>
          <p:spPr bwMode="auto">
            <a:xfrm>
              <a:off x="9978" y="3061"/>
              <a:ext cx="51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9" name="直接箭头连接符 398"/>
            <p:cNvCxnSpPr/>
            <p:nvPr>
              <p:custDataLst>
                <p:tags r:id="rId45"/>
              </p:custDataLst>
            </p:nvPr>
          </p:nvCxnSpPr>
          <p:spPr bwMode="auto">
            <a:xfrm>
              <a:off x="9978" y="1701"/>
              <a:ext cx="164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0" name="直接箭头连接符 399"/>
            <p:cNvCxnSpPr/>
            <p:nvPr>
              <p:custDataLst>
                <p:tags r:id="rId46"/>
              </p:custDataLst>
            </p:nvPr>
          </p:nvCxnSpPr>
          <p:spPr bwMode="auto">
            <a:xfrm>
              <a:off x="9978" y="3458"/>
              <a:ext cx="164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01" name="Text Box 165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9298" y="2154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795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ALUO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cxnSp>
          <p:nvCxnSpPr>
            <p:cNvPr id="406" name="直接箭头连接符 405"/>
            <p:cNvCxnSpPr/>
            <p:nvPr>
              <p:custDataLst>
                <p:tags r:id="rId48"/>
              </p:custDataLst>
            </p:nvPr>
          </p:nvCxnSpPr>
          <p:spPr bwMode="auto">
            <a:xfrm>
              <a:off x="9978" y="2777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7" name="直接箭头连接符 406"/>
            <p:cNvCxnSpPr/>
            <p:nvPr>
              <p:custDataLst>
                <p:tags r:id="rId49"/>
              </p:custDataLst>
            </p:nvPr>
          </p:nvCxnSpPr>
          <p:spPr bwMode="auto">
            <a:xfrm>
              <a:off x="9980" y="2324"/>
              <a:ext cx="164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8" name="直接箭头连接符 407"/>
            <p:cNvCxnSpPr/>
            <p:nvPr>
              <p:custDataLst>
                <p:tags r:id="rId50"/>
              </p:custDataLst>
            </p:nvPr>
          </p:nvCxnSpPr>
          <p:spPr bwMode="auto">
            <a:xfrm flipH="1">
              <a:off x="10885" y="2324"/>
              <a:ext cx="1" cy="39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409" name="直接箭头连接符 408"/>
            <p:cNvCxnSpPr/>
            <p:nvPr>
              <p:custDataLst>
                <p:tags r:id="rId51"/>
              </p:custDataLst>
            </p:nvPr>
          </p:nvCxnSpPr>
          <p:spPr bwMode="auto">
            <a:xfrm>
              <a:off x="11282" y="294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1" name="直接箭头连接符 410"/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12302" y="3458"/>
              <a:ext cx="68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2" name="直接箭头连接符 411"/>
            <p:cNvCxnSpPr/>
            <p:nvPr>
              <p:custDataLst>
                <p:tags r:id="rId53"/>
              </p:custDataLst>
            </p:nvPr>
          </p:nvCxnSpPr>
          <p:spPr bwMode="auto">
            <a:xfrm>
              <a:off x="12294" y="1699"/>
              <a:ext cx="34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3" name="直接箭头连接符 412"/>
            <p:cNvCxnSpPr/>
            <p:nvPr>
              <p:custDataLst>
                <p:tags r:id="rId54"/>
              </p:custDataLst>
            </p:nvPr>
          </p:nvCxnSpPr>
          <p:spPr bwMode="auto">
            <a:xfrm flipH="1" flipV="1">
              <a:off x="12757" y="3231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16" name="Text Box 186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1622" y="2777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DM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cxnSp>
          <p:nvCxnSpPr>
            <p:cNvPr id="417" name="直接箭头连接符 416"/>
            <p:cNvCxnSpPr/>
            <p:nvPr>
              <p:custDataLst>
                <p:tags r:id="rId56"/>
              </p:custDataLst>
            </p:nvPr>
          </p:nvCxnSpPr>
          <p:spPr bwMode="auto">
            <a:xfrm>
              <a:off x="12302" y="2324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8" name="直接箭头连接符 427"/>
            <p:cNvCxnSpPr/>
            <p:nvPr>
              <p:custDataLst>
                <p:tags r:id="rId57"/>
              </p:custDataLst>
            </p:nvPr>
          </p:nvCxnSpPr>
          <p:spPr bwMode="auto">
            <a:xfrm>
              <a:off x="12305" y="2947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29" name="TextBox 24"/>
            <p:cNvSpPr txBox="1"/>
            <p:nvPr>
              <p:custDataLst>
                <p:tags r:id="rId58"/>
              </p:custDataLst>
            </p:nvPr>
          </p:nvSpPr>
          <p:spPr>
            <a:xfrm>
              <a:off x="12699" y="2267"/>
              <a:ext cx="113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 dirty="0" smtClean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30" name="直接箭头连接符 429"/>
            <p:cNvCxnSpPr/>
            <p:nvPr>
              <p:custDataLst>
                <p:tags r:id="rId59"/>
              </p:custDataLst>
            </p:nvPr>
          </p:nvCxnSpPr>
          <p:spPr bwMode="auto">
            <a:xfrm flipH="1" flipV="1">
              <a:off x="12485" y="2494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1" name="直接箭头连接符 430"/>
            <p:cNvCxnSpPr/>
            <p:nvPr>
              <p:custDataLst>
                <p:tags r:id="rId60"/>
              </p:custDataLst>
            </p:nvPr>
          </p:nvCxnSpPr>
          <p:spPr bwMode="auto">
            <a:xfrm>
              <a:off x="12472" y="2494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2" name="直接箭头连接符 431"/>
            <p:cNvCxnSpPr/>
            <p:nvPr>
              <p:custDataLst>
                <p:tags r:id="rId61"/>
              </p:custDataLst>
            </p:nvPr>
          </p:nvCxnSpPr>
          <p:spPr bwMode="auto">
            <a:xfrm>
              <a:off x="12812" y="2437"/>
              <a:ext cx="17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3" name="直接箭头连接符 432"/>
            <p:cNvCxnSpPr/>
            <p:nvPr>
              <p:custDataLst>
                <p:tags r:id="rId62"/>
              </p:custDataLst>
            </p:nvPr>
          </p:nvCxnSpPr>
          <p:spPr bwMode="auto">
            <a:xfrm flipH="1" flipV="1">
              <a:off x="12984" y="1077"/>
              <a:ext cx="0" cy="136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4" name="直接箭头连接符 433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2643" y="1190"/>
              <a:ext cx="0" cy="51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36" name="直接箭头连接符 435"/>
            <p:cNvCxnSpPr/>
            <p:nvPr>
              <p:custDataLst>
                <p:tags r:id="rId64"/>
              </p:custDataLst>
            </p:nvPr>
          </p:nvCxnSpPr>
          <p:spPr bwMode="auto">
            <a:xfrm flipH="1" flipV="1">
              <a:off x="12983" y="3231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8" name="直接箭头连接符 437"/>
            <p:cNvCxnSpPr/>
            <p:nvPr>
              <p:custDataLst>
                <p:tags r:id="rId65"/>
              </p:custDataLst>
            </p:nvPr>
          </p:nvCxnSpPr>
          <p:spPr bwMode="auto">
            <a:xfrm>
              <a:off x="3288" y="1757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9" name="直接箭头连接符 438"/>
            <p:cNvCxnSpPr/>
            <p:nvPr>
              <p:custDataLst>
                <p:tags r:id="rId66"/>
              </p:custDataLst>
            </p:nvPr>
          </p:nvCxnSpPr>
          <p:spPr bwMode="auto">
            <a:xfrm>
              <a:off x="4305" y="1757"/>
              <a:ext cx="227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41" name="Text Box 185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625" y="1643"/>
              <a:ext cx="682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IR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42" name="直接箭头连接符 441"/>
            <p:cNvCxnSpPr/>
            <p:nvPr>
              <p:custDataLst>
                <p:tags r:id="rId68"/>
              </p:custDataLst>
            </p:nvPr>
          </p:nvCxnSpPr>
          <p:spPr bwMode="auto">
            <a:xfrm>
              <a:off x="4533" y="2041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2" name="直接箭头连接符 571"/>
            <p:cNvCxnSpPr/>
            <p:nvPr>
              <p:custDataLst>
                <p:tags r:id="rId69"/>
              </p:custDataLst>
            </p:nvPr>
          </p:nvCxnSpPr>
          <p:spPr bwMode="auto">
            <a:xfrm>
              <a:off x="4533" y="2777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3" name="直接箭头连接符 572"/>
            <p:cNvCxnSpPr/>
            <p:nvPr>
              <p:custDataLst>
                <p:tags r:id="rId70"/>
              </p:custDataLst>
            </p:nvPr>
          </p:nvCxnSpPr>
          <p:spPr bwMode="auto">
            <a:xfrm>
              <a:off x="4533" y="2377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4" name="直接箭头连接符 573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4533" y="1643"/>
              <a:ext cx="0" cy="187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75" name="Text Box 323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4592" y="1388"/>
              <a:ext cx="567" cy="20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0" rIns="18000" bIns="0" anchor="t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1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rd</a:t>
              </a:r>
              <a:endParaRPr kumimoji="1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1"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rs</a:t>
              </a:r>
              <a:endParaRPr kumimoji="1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rt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imm</a:t>
              </a:r>
              <a:endParaRPr kumimoji="1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1"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1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op</a:t>
              </a:r>
              <a:endParaRPr kumimoji="1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77" name="直接箭头连接符 576"/>
            <p:cNvCxnSpPr/>
            <p:nvPr>
              <p:custDataLst>
                <p:tags r:id="rId73"/>
              </p:custDataLst>
            </p:nvPr>
          </p:nvCxnSpPr>
          <p:spPr bwMode="auto">
            <a:xfrm>
              <a:off x="4309" y="3117"/>
              <a:ext cx="21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8" name="直接箭头连接符 577"/>
            <p:cNvCxnSpPr/>
            <p:nvPr>
              <p:custDataLst>
                <p:tags r:id="rId74"/>
              </p:custDataLst>
            </p:nvPr>
          </p:nvCxnSpPr>
          <p:spPr bwMode="auto">
            <a:xfrm>
              <a:off x="3345" y="3117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585" name="Text Box 185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2438" y="2948"/>
              <a:ext cx="680" cy="28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10795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PC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86" name="直接箭头连接符 585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2948" y="357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7" name="直接箭头连接符 586"/>
            <p:cNvCxnSpPr/>
            <p:nvPr>
              <p:custDataLst>
                <p:tags r:id="rId77"/>
              </p:custDataLst>
            </p:nvPr>
          </p:nvCxnSpPr>
          <p:spPr bwMode="auto">
            <a:xfrm flipV="1">
              <a:off x="2835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1" name="直接箭头连接符 590"/>
            <p:cNvCxnSpPr/>
            <p:nvPr>
              <p:custDataLst>
                <p:tags r:id="rId78"/>
              </p:custDataLst>
            </p:nvPr>
          </p:nvCxnSpPr>
          <p:spPr bwMode="auto">
            <a:xfrm flipH="1">
              <a:off x="3005" y="3515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2" name="直接箭头连接符 591"/>
            <p:cNvCxnSpPr/>
            <p:nvPr>
              <p:custDataLst>
                <p:tags r:id="rId79"/>
              </p:custDataLst>
            </p:nvPr>
          </p:nvCxnSpPr>
          <p:spPr bwMode="auto">
            <a:xfrm flipV="1">
              <a:off x="3345" y="3515"/>
              <a:ext cx="0" cy="17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93" name="直接箭头连接符 592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3345" y="2834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94" name="Text Box 322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5159" y="3231"/>
              <a:ext cx="567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CU</a:t>
              </a:r>
              <a:endParaRPr kumimoji="1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95" name="直接箭头连接符 594"/>
            <p:cNvCxnSpPr/>
            <p:nvPr>
              <p:custDataLst>
                <p:tags r:id="rId82"/>
              </p:custDataLst>
            </p:nvPr>
          </p:nvCxnSpPr>
          <p:spPr bwMode="auto">
            <a:xfrm>
              <a:off x="4535" y="3458"/>
              <a:ext cx="6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6" name="直接箭头连接符 595"/>
            <p:cNvCxnSpPr/>
            <p:nvPr>
              <p:custDataLst>
                <p:tags r:id="rId83"/>
              </p:custDataLst>
            </p:nvPr>
          </p:nvCxnSpPr>
          <p:spPr bwMode="auto">
            <a:xfrm>
              <a:off x="5726" y="3458"/>
              <a:ext cx="737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7" name="直接箭头连接符 121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5896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8" name="直接箭头连接符 121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8050" y="3231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9" name="直接箭头连接符 598"/>
            <p:cNvCxnSpPr/>
            <p:nvPr>
              <p:custDataLst>
                <p:tags r:id="rId86"/>
              </p:custDataLst>
            </p:nvPr>
          </p:nvCxnSpPr>
          <p:spPr bwMode="auto">
            <a:xfrm flipH="1" flipV="1">
              <a:off x="10885" y="3231"/>
              <a:ext cx="1" cy="22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0" name="直接箭头连接符 599"/>
            <p:cNvCxnSpPr/>
            <p:nvPr>
              <p:custDataLst>
                <p:tags r:id="rId87"/>
              </p:custDataLst>
            </p:nvPr>
          </p:nvCxnSpPr>
          <p:spPr bwMode="auto">
            <a:xfrm>
              <a:off x="5896" y="1190"/>
              <a:ext cx="0" cy="73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1" name="直接箭头连接符 600"/>
            <p:cNvCxnSpPr/>
            <p:nvPr>
              <p:custDataLst>
                <p:tags r:id="rId88"/>
              </p:custDataLst>
            </p:nvPr>
          </p:nvCxnSpPr>
          <p:spPr bwMode="auto">
            <a:xfrm>
              <a:off x="5669" y="1077"/>
              <a:ext cx="0" cy="8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6" name="直接箭头连接符 605"/>
            <p:cNvCxnSpPr/>
            <p:nvPr>
              <p:custDataLst>
                <p:tags r:id="rId89"/>
              </p:custDataLst>
            </p:nvPr>
          </p:nvCxnSpPr>
          <p:spPr bwMode="auto">
            <a:xfrm>
              <a:off x="11622" y="2324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7" name="直接箭头连接符 606"/>
            <p:cNvCxnSpPr/>
            <p:nvPr>
              <p:custDataLst>
                <p:tags r:id="rId90"/>
              </p:custDataLst>
            </p:nvPr>
          </p:nvCxnSpPr>
          <p:spPr bwMode="auto">
            <a:xfrm>
              <a:off x="3629" y="31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9" name="直接箭头连接符 608"/>
            <p:cNvCxnSpPr/>
            <p:nvPr>
              <p:custDataLst>
                <p:tags r:id="rId91"/>
              </p:custDataLst>
            </p:nvPr>
          </p:nvCxnSpPr>
          <p:spPr bwMode="auto">
            <a:xfrm>
              <a:off x="6463" y="311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0" name="直接箭头连接符 609"/>
            <p:cNvCxnSpPr/>
            <p:nvPr>
              <p:custDataLst>
                <p:tags r:id="rId92"/>
              </p:custDataLst>
            </p:nvPr>
          </p:nvCxnSpPr>
          <p:spPr bwMode="auto">
            <a:xfrm>
              <a:off x="9298" y="1699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1" name="直接箭头连接符 610"/>
            <p:cNvCxnSpPr/>
            <p:nvPr>
              <p:custDataLst>
                <p:tags r:id="rId93"/>
              </p:custDataLst>
            </p:nvPr>
          </p:nvCxnSpPr>
          <p:spPr bwMode="auto">
            <a:xfrm>
              <a:off x="11622" y="170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2" name="直接箭头连接符 611"/>
            <p:cNvCxnSpPr/>
            <p:nvPr>
              <p:custDataLst>
                <p:tags r:id="rId94"/>
              </p:custDataLst>
            </p:nvPr>
          </p:nvCxnSpPr>
          <p:spPr bwMode="auto">
            <a:xfrm>
              <a:off x="9298" y="3060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3" name="直接箭头连接符 612"/>
            <p:cNvCxnSpPr/>
            <p:nvPr>
              <p:custDataLst>
                <p:tags r:id="rId95"/>
              </p:custDataLst>
            </p:nvPr>
          </p:nvCxnSpPr>
          <p:spPr bwMode="auto">
            <a:xfrm>
              <a:off x="2835" y="3458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5" name="直接箭头连接符 614"/>
            <p:cNvCxnSpPr/>
            <p:nvPr>
              <p:custDataLst>
                <p:tags r:id="rId96"/>
              </p:custDataLst>
            </p:nvPr>
          </p:nvCxnSpPr>
          <p:spPr bwMode="auto">
            <a:xfrm>
              <a:off x="9298" y="277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16" name="Text Box 322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6574" y="3288"/>
              <a:ext cx="567" cy="283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CU</a:t>
              </a:r>
              <a:endParaRPr kumimoji="1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7" name="Text Box 322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9411" y="3288"/>
              <a:ext cx="567" cy="283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CU</a:t>
              </a:r>
              <a:endParaRPr kumimoji="1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8" name="Text Box 322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1736" y="3288"/>
              <a:ext cx="567" cy="283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CU</a:t>
              </a:r>
              <a:endParaRPr kumimoji="1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29" name="组合 728"/>
          <p:cNvGrpSpPr/>
          <p:nvPr/>
        </p:nvGrpSpPr>
        <p:grpSpPr>
          <a:xfrm>
            <a:off x="2232000" y="4284000"/>
            <a:ext cx="5687695" cy="1475105"/>
            <a:chOff x="3715" y="5813"/>
            <a:chExt cx="8957" cy="2323"/>
          </a:xfrm>
        </p:grpSpPr>
        <p:sp>
          <p:nvSpPr>
            <p:cNvPr id="704" name="Rectangle 99"/>
            <p:cNvSpPr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6663" y="6096"/>
              <a:ext cx="680" cy="204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05" name="Text Box 164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6661" y="6776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B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06" name="Text Box 165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6663" y="649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A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07" name="Text Box 186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6663" y="757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CPC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08" name="Text Box 186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6663" y="7854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Cmd1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09" name="Text Box 164"/>
            <p:cNvSpPr txBox="1"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6663" y="717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I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10" name="Text Box 186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6663" y="6096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rd1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11" name="Rectangle 99"/>
            <p:cNvSpPr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9498" y="6096"/>
              <a:ext cx="683" cy="204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12" name="Text Box 165"/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9498" y="672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795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ALUO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13" name="Text Box 186"/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9498" y="6096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rd2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14" name="Text Box 186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9498" y="751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B</a:t>
              </a: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2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15" name="Text Box 186"/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9498" y="717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ZF</a:t>
              </a:r>
              <a:endParaRPr kumimoji="0" lang="en-US" altLang="zh-CN" sz="1600" b="1" dirty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16" name="Text Box 186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9498" y="7854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Cmd2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17" name="Rectangle 99"/>
            <p:cNvSpPr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11822" y="6096"/>
              <a:ext cx="683" cy="204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18" name="Text Box 186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11822" y="6096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rd3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19" name="Text Box 186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11822" y="672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DT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20" name="Text Box 186"/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11822" y="7343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DM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21" name="Text Box 186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11822" y="7854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Cmd3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22" name="Rectangle 99"/>
            <p:cNvSpPr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3825" y="6096"/>
              <a:ext cx="682" cy="2041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23" name="Text Box 185"/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3825" y="6209"/>
              <a:ext cx="682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IR</a:t>
              </a:r>
              <a:endPara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4" name="Text Box 186"/>
            <p:cNvSpPr txBox="1"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3826" y="7570"/>
              <a:ext cx="680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0" tIns="10800" rIns="0" bIns="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CPC</a:t>
              </a:r>
              <a:endParaRPr kumimoji="0" lang="en-US" altLang="zh-CN" sz="1600" b="1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725" name="Text Box 323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6550" y="5813"/>
              <a:ext cx="90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ID/EX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6" name="Text Box 323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9328" y="5813"/>
              <a:ext cx="102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EX/MEM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7" name="Text Box 323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11652" y="5813"/>
              <a:ext cx="1020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MEM/WB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8" name="Text Box 323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3715" y="5813"/>
              <a:ext cx="90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10800" rIns="0" bIns="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IF/ID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82" name="Text Box 6"/>
          <p:cNvSpPr txBox="1">
            <a:spLocks noChangeArrowheads="1"/>
          </p:cNvSpPr>
          <p:nvPr>
            <p:custDataLst>
              <p:tags r:id="rId125"/>
            </p:custDataLst>
          </p:nvPr>
        </p:nvSpPr>
        <p:spPr bwMode="auto">
          <a:xfrm>
            <a:off x="828040" y="756285"/>
            <a:ext cx="8064000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相对寻址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移至</a:t>
            </a:r>
            <a:r>
              <a:rPr lang="en-US" altLang="zh-CN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EX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PC+4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结果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GPR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移至</a:t>
            </a:r>
            <a:r>
              <a:rPr lang="en-US" altLang="zh-CN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WB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统一放在</a:t>
            </a:r>
            <a:r>
              <a:rPr lang="en-US" altLang="zh-CN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IF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前驱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指令为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beq&amp;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转移时写目标</a:t>
            </a:r>
            <a:r>
              <a:rPr 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否则</a:t>
            </a:r>
            <a:r>
              <a:rPr 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写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PC+4)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beq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指令周期为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25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sz="1600" b="1" dirty="0" smtClean="0">
                <a:latin typeface="+mn-ea"/>
                <a:ea typeface="+mn-ea"/>
                <a:sym typeface="+mn-ea"/>
              </a:rPr>
              <a:t>写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PC</a:t>
            </a:r>
            <a:r>
              <a:rPr lang="zh-CN" sz="1600" b="1" dirty="0" smtClean="0">
                <a:latin typeface="+mn-ea"/>
                <a:ea typeface="+mn-ea"/>
                <a:sym typeface="+mn-ea"/>
              </a:rPr>
              <a:t>的数据须来自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EX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段的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REG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ext Box 8"/>
          <p:cNvSpPr txBox="1">
            <a:spLocks noChangeArrowheads="1"/>
          </p:cNvSpPr>
          <p:nvPr>
            <p:custDataLst>
              <p:tags r:id="rId126"/>
            </p:custDataLst>
          </p:nvPr>
        </p:nvSpPr>
        <p:spPr bwMode="auto">
          <a:xfrm>
            <a:off x="792000" y="6012000"/>
            <a:ext cx="522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p>
            <a:pPr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常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zh-CN" altLang="en-US" sz="18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单周期</a:t>
            </a:r>
            <a:r>
              <a:rPr lang="en-US" altLang="zh-CN" sz="18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组成，有哪些不同？ 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1" name="矩形 180"/>
          <p:cNvSpPr/>
          <p:nvPr>
            <p:custDataLst>
              <p:tags r:id="rId127"/>
            </p:custDataLst>
          </p:nvPr>
        </p:nvSpPr>
        <p:spPr>
          <a:xfrm>
            <a:off x="6081395" y="5976000"/>
            <a:ext cx="2880000" cy="539750"/>
          </a:xfrm>
          <a:prstGeom prst="rect">
            <a:avLst/>
          </a:prstGeom>
        </p:spPr>
        <p:txBody>
          <a:bodyPr wrap="square" lIns="36000" tIns="18000" rIns="36000" bIns="18000" anchor="t" anchorCtr="0">
            <a:noAutofit/>
          </a:bodyPr>
          <a:p>
            <a:pPr algn="l"/>
            <a:r>
              <a:rPr 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部件复用问题，</a:t>
            </a:r>
            <a:endParaRPr 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/>
            <a:r>
              <a:rPr lang="zh-CN" sz="16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</a:t>
            </a:r>
            <a:r>
              <a:rPr 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确定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1600" b="1" baseline="-25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、组织指令周期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24280" y="4679950"/>
            <a:ext cx="4679315" cy="1224280"/>
            <a:chOff x="1928" y="7370"/>
            <a:chExt cx="7369" cy="1928"/>
          </a:xfrm>
        </p:grpSpPr>
        <p:cxnSp>
          <p:nvCxnSpPr>
            <p:cNvPr id="250" name="直接箭头连接符 249"/>
            <p:cNvCxnSpPr/>
            <p:nvPr>
              <p:custDataLst>
                <p:tags r:id="rId128"/>
              </p:custDataLst>
            </p:nvPr>
          </p:nvCxnSpPr>
          <p:spPr bwMode="auto">
            <a:xfrm>
              <a:off x="7540" y="8221"/>
              <a:ext cx="79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1" name="Text Box 323"/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8334" y="8107"/>
              <a:ext cx="567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10795" rIns="0" bIns="0" anchor="ctr"/>
            <a:p>
              <a:pPr algn="ctr">
                <a:lnSpc>
                  <a:spcPct val="100000"/>
                </a:lnSpc>
              </a:pPr>
              <a:r>
                <a:rPr kumimoji="1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=?</a:t>
              </a:r>
              <a:endParaRPr kumimoji="1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52" name="直接箭头连接符 251"/>
            <p:cNvCxnSpPr/>
            <p:nvPr>
              <p:custDataLst>
                <p:tags r:id="rId130"/>
              </p:custDataLst>
            </p:nvPr>
          </p:nvCxnSpPr>
          <p:spPr bwMode="auto">
            <a:xfrm flipH="1">
              <a:off x="7540" y="7540"/>
              <a:ext cx="0" cy="68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3" name="直接箭头连接符 252"/>
            <p:cNvCxnSpPr/>
            <p:nvPr>
              <p:custDataLst>
                <p:tags r:id="rId131"/>
              </p:custDataLst>
            </p:nvPr>
          </p:nvCxnSpPr>
          <p:spPr bwMode="auto">
            <a:xfrm>
              <a:off x="7427" y="8334"/>
              <a:ext cx="90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254" name="直接箭头连接符 253"/>
            <p:cNvCxnSpPr/>
            <p:nvPr>
              <p:custDataLst>
                <p:tags r:id="rId132"/>
              </p:custDataLst>
            </p:nvPr>
          </p:nvCxnSpPr>
          <p:spPr bwMode="auto">
            <a:xfrm>
              <a:off x="8901" y="8277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7" name="Rectangle 100"/>
            <p:cNvSpPr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1928" y="7937"/>
              <a:ext cx="68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wrap="none" lIns="0" tIns="10795" rIns="0" bIns="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58" name="直接箭头连接符 257"/>
            <p:cNvCxnSpPr/>
            <p:nvPr>
              <p:custDataLst>
                <p:tags r:id="rId134"/>
              </p:custDataLst>
            </p:nvPr>
          </p:nvCxnSpPr>
          <p:spPr bwMode="auto">
            <a:xfrm flipH="1">
              <a:off x="2438" y="7710"/>
              <a:ext cx="39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59" name="直接箭头连接符 258"/>
            <p:cNvCxnSpPr/>
            <p:nvPr>
              <p:custDataLst>
                <p:tags r:id="rId135"/>
              </p:custDataLst>
            </p:nvPr>
          </p:nvCxnSpPr>
          <p:spPr bwMode="auto">
            <a:xfrm>
              <a:off x="2438" y="7710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0" name="直接箭头连接符 259"/>
            <p:cNvCxnSpPr/>
            <p:nvPr>
              <p:custDataLst>
                <p:tags r:id="rId136"/>
              </p:custDataLst>
            </p:nvPr>
          </p:nvCxnSpPr>
          <p:spPr bwMode="auto">
            <a:xfrm>
              <a:off x="2154" y="7654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61" name="Text Box 323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2041" y="7370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kumimoji="1"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4</a:t>
              </a:r>
              <a:endParaRPr kumimoji="1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7" name="TextBox 24"/>
            <p:cNvSpPr txBox="1"/>
            <p:nvPr>
              <p:custDataLst>
                <p:tags r:id="rId138"/>
              </p:custDataLst>
            </p:nvPr>
          </p:nvSpPr>
          <p:spPr>
            <a:xfrm>
              <a:off x="2665" y="8957"/>
              <a:ext cx="340" cy="11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txBody>
            <a:bodyPr wrap="square" lIns="0" tIns="0" rIns="0" bIns="0" rtlCol="0" anchor="ctr" anchorCtr="0">
              <a:noAutofit/>
            </a:bodyPr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 dirty="0" smtClean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8" name="直接箭头连接符 277"/>
            <p:cNvCxnSpPr/>
            <p:nvPr>
              <p:custDataLst>
                <p:tags r:id="rId139"/>
              </p:custDataLst>
            </p:nvPr>
          </p:nvCxnSpPr>
          <p:spPr bwMode="auto">
            <a:xfrm flipV="1">
              <a:off x="2721" y="9070"/>
              <a:ext cx="0" cy="22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9" name="直接箭头连接符 278"/>
            <p:cNvCxnSpPr/>
            <p:nvPr>
              <p:custDataLst>
                <p:tags r:id="rId140"/>
              </p:custDataLst>
            </p:nvPr>
          </p:nvCxnSpPr>
          <p:spPr bwMode="auto">
            <a:xfrm flipV="1">
              <a:off x="2268" y="8277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0" name="直接箭头连接符 279"/>
            <p:cNvCxnSpPr/>
            <p:nvPr>
              <p:custDataLst>
                <p:tags r:id="rId141"/>
              </p:custDataLst>
            </p:nvPr>
          </p:nvCxnSpPr>
          <p:spPr bwMode="auto">
            <a:xfrm flipH="1">
              <a:off x="2268" y="9298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" name="直接箭头连接符 3"/>
            <p:cNvCxnSpPr/>
            <p:nvPr>
              <p:custDataLst>
                <p:tags r:id="rId142"/>
              </p:custDataLst>
            </p:nvPr>
          </p:nvCxnSpPr>
          <p:spPr bwMode="auto">
            <a:xfrm>
              <a:off x="2268" y="8334"/>
              <a:ext cx="567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A13BF-031A-44DF-BA93-D30FC56EE193}" type="slidenum">
              <a:rPr lang="en-US" altLang="zh-CN"/>
            </a:fld>
            <a:endParaRPr lang="en-US" altLang="zh-CN"/>
          </a:p>
        </p:txBody>
      </p:sp>
      <p:sp>
        <p:nvSpPr>
          <p:cNvPr id="18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82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" name="Text 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1224280"/>
            <a:ext cx="2545080" cy="474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吞吐率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最大吞吐率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加速比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最大加速比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效率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最高效率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388" y="360000"/>
            <a:ext cx="8785225" cy="899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、流水线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的性能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假设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流水线有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m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段、拍长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为∆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共执行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条指令</a:t>
            </a:r>
            <a:endParaRPr lang="zh-CN" altLang="en-US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3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32230" y="1224280"/>
            <a:ext cx="7409180" cy="474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单位</a:t>
            </a:r>
            <a:r>
              <a:rPr lang="zh-CN" altLang="en-US" sz="2200" b="1" dirty="0">
                <a:latin typeface="宋体" panose="02010600030101010101" pitchFamily="2" charset="-122"/>
              </a:rPr>
              <a:t>时间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内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完成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/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输出的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指令条数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或结果数量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T</a:t>
            </a:r>
            <a:r>
              <a:rPr lang="en-US" altLang="zh-CN" sz="2200" b="1" baseline="-25000" dirty="0" smtClean="0">
                <a:latin typeface="宋体" panose="02010600030101010101" pitchFamily="2" charset="-122"/>
              </a:rPr>
              <a:t>P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n/T</a:t>
            </a:r>
            <a:r>
              <a:rPr lang="zh-CN" altLang="en-US" sz="2200" b="1" baseline="-25000" dirty="0" smtClean="0">
                <a:latin typeface="宋体" panose="02010600030101010101" pitchFamily="2" charset="-122"/>
                <a:sym typeface="+mn-ea"/>
              </a:rPr>
              <a:t>流水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n/[m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t+(n-1)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]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当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n&gt;&gt;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Pmax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1/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22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，即拍时钟频率</a:t>
            </a:r>
            <a:endParaRPr lang="en-US" altLang="zh-CN" sz="2200" b="1" dirty="0" err="1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流水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方式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相对于串行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方式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的速度比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S</a:t>
            </a:r>
            <a:r>
              <a:rPr lang="en-US" altLang="zh-CN" sz="2200" b="1" baseline="-25000" dirty="0" smtClean="0">
                <a:latin typeface="宋体" panose="02010600030101010101" pitchFamily="2" charset="-122"/>
                <a:sym typeface="+mn-ea"/>
              </a:rPr>
              <a:t>P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T</a:t>
            </a:r>
            <a:r>
              <a:rPr lang="zh-CN" altLang="en-US" sz="2200" b="1" baseline="-25000" dirty="0" smtClean="0">
                <a:latin typeface="宋体" panose="02010600030101010101" pitchFamily="2" charset="-122"/>
                <a:sym typeface="+mn-ea"/>
              </a:rPr>
              <a:t>串行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/T</a:t>
            </a:r>
            <a:r>
              <a:rPr lang="zh-CN" altLang="en-US" sz="2200" b="1" baseline="-25000" dirty="0" smtClean="0">
                <a:latin typeface="宋体" panose="02010600030101010101" pitchFamily="2" charset="-122"/>
                <a:sym typeface="+mn-ea"/>
              </a:rPr>
              <a:t>流水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(n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)/[m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t+(n-1)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]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nm/(m+n-1)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当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n&gt;&gt;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200" b="1" baseline="-25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Pmax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，即流水线段数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部件使用时间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与整个执行时间的比值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平均值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E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(∑E</a:t>
            </a:r>
            <a:r>
              <a:rPr lang="zh-CN" altLang="en-US" sz="2200" b="1" baseline="-25000" dirty="0" smtClean="0">
                <a:latin typeface="宋体" panose="02010600030101010101" pitchFamily="2" charset="-122"/>
                <a:sym typeface="+mn-ea"/>
              </a:rPr>
              <a:t>段</a:t>
            </a:r>
            <a:r>
              <a:rPr lang="en-US" altLang="zh-CN" sz="2200" b="1" baseline="-25000" dirty="0" smtClean="0">
                <a:latin typeface="宋体" panose="02010600030101010101" pitchFamily="2" charset="-122"/>
                <a:sym typeface="+mn-ea"/>
              </a:rPr>
              <a:t>i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)/m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{m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[n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t/(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m+n-1)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]}/m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n/(m+n-1)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S</a:t>
            </a:r>
            <a:r>
              <a:rPr lang="en-US" altLang="zh-CN" sz="2200" b="1" baseline="-25000" dirty="0" smtClean="0">
                <a:latin typeface="宋体" panose="02010600030101010101" pitchFamily="2" charset="-122"/>
                <a:sym typeface="+mn-ea"/>
              </a:rPr>
              <a:t>P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/m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T</a:t>
            </a:r>
            <a:r>
              <a:rPr lang="en-US" altLang="zh-CN" sz="2200" b="1" baseline="-25000" dirty="0" smtClean="0">
                <a:latin typeface="宋体" panose="02010600030101010101" pitchFamily="2" charset="-122"/>
                <a:sym typeface="+mn-ea"/>
              </a:rPr>
              <a:t>P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×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t</a:t>
            </a:r>
            <a:endParaRPr lang="en-US" altLang="zh-CN" sz="2200" b="1" dirty="0" smtClean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当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n&gt;&gt;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时，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</a:t>
            </a:r>
            <a:r>
              <a:rPr lang="en-US" altLang="zh-CN" sz="2200" b="1" baseline="-25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max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AC363-D99E-4859-A697-134D45F3C56B}" type="slidenum">
              <a:rPr lang="en-US" altLang="zh-CN"/>
            </a:fld>
            <a:endParaRPr lang="en-US" altLang="zh-CN"/>
          </a:p>
        </p:txBody>
      </p:sp>
      <p:sp>
        <p:nvSpPr>
          <p:cNvPr id="100" name="Text Box 15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3" y="394493"/>
            <a:ext cx="5257676" cy="52235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、流水线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分类  </a:t>
            </a:r>
            <a:r>
              <a:rPr 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即流水线的属性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*按功能分类：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*按工作方式分类：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*按结构分类：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*按流入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流出次序分类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1" name="Text Box 15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270" y="836930"/>
            <a:ext cx="5721350" cy="47999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</a:rPr>
              <a:t>单功能流水线、多功能流水线</a:t>
            </a:r>
            <a:endParaRPr lang="zh-CN" altLang="en-US" sz="2200" b="1" dirty="0" smtClean="0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1800" b="1" dirty="0" smtClean="0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</a:pPr>
            <a:endParaRPr lang="zh-CN" altLang="en-US" sz="1800" b="1" dirty="0" smtClean="0">
              <a:solidFill>
                <a:schemeClr val="tx1"/>
              </a:solidFill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静态流水线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、动态流水线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ym typeface="+mn-ea"/>
              </a:rPr>
              <a:t>线性流水线</a:t>
            </a:r>
            <a:r>
              <a:rPr lang="zh-CN" altLang="en-US" sz="2200" b="1" dirty="0">
                <a:sym typeface="+mn-ea"/>
              </a:rPr>
              <a:t>、</a:t>
            </a:r>
            <a:r>
              <a:rPr lang="zh-CN" altLang="en-US" sz="2200" b="1" dirty="0" smtClean="0">
                <a:sym typeface="+mn-ea"/>
              </a:rPr>
              <a:t>非线性流水线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  <a:sym typeface="+mn-ea"/>
              </a:rPr>
              <a:t>复用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流水段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  <a:sym typeface="+mn-ea"/>
            </a:endParaRPr>
          </a:p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无法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每拍流入指令</a:t>
            </a:r>
            <a:endParaRPr lang="zh-CN" altLang="en-US" sz="16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顺序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流水线、乱序流水线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620000" y="4607265"/>
            <a:ext cx="5542955" cy="360238"/>
            <a:chOff x="1403350" y="4869160"/>
            <a:chExt cx="5542955" cy="360238"/>
          </a:xfrm>
        </p:grpSpPr>
        <p:sp>
          <p:nvSpPr>
            <p:cNvPr id="3" name="Text Box 28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483768" y="4940473"/>
              <a:ext cx="647700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" name="Text Box 28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140324" y="4940473"/>
              <a:ext cx="647700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" name="Text Box 28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20072" y="4940473"/>
              <a:ext cx="647700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" name="Text Box 28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300192" y="4940473"/>
              <a:ext cx="646113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kumimoji="0" lang="en-US" altLang="zh-CN" sz="18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" name="Text Box 29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403350" y="4940473"/>
              <a:ext cx="647700" cy="288925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Text Box 30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20070" y="4941167"/>
              <a:ext cx="431850" cy="288231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vert="horz" lIns="18000" tIns="10800" rIns="18000" bIns="10800" anchor="ctr" anchorCtr="1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Text Box 16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971511" y="4941366"/>
              <a:ext cx="80209" cy="2880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0" name="直接箭头连接符 25"/>
            <p:cNvCxnSpPr>
              <a:stCxn id="7" idx="3"/>
              <a:endCxn id="3" idx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2051050" y="5084936"/>
              <a:ext cx="43271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25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131468" y="5157192"/>
              <a:ext cx="288404" cy="19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4" name="直接箭头连接符 25"/>
            <p:cNvCxnSpPr>
              <a:stCxn id="8" idx="3"/>
              <a:endCxn id="4" idx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3851920" y="5084936"/>
              <a:ext cx="288404" cy="34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5" name="直接箭头连接符 25"/>
            <p:cNvCxnSpPr/>
            <p:nvPr>
              <p:custDataLst>
                <p:tags r:id="rId13"/>
              </p:custDataLst>
            </p:nvPr>
          </p:nvCxnSpPr>
          <p:spPr bwMode="auto">
            <a:xfrm>
              <a:off x="3275670" y="5013176"/>
              <a:ext cx="14457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6" name="直接箭头连接符 25"/>
            <p:cNvCxnSpPr>
              <a:stCxn id="4" idx="3"/>
              <a:endCxn id="5" idx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4788024" y="5084936"/>
              <a:ext cx="43204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7" name="直接箭头连接符 25"/>
            <p:cNvCxnSpPr>
              <a:stCxn id="5" idx="3"/>
              <a:endCxn id="6" idx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5867772" y="5084936"/>
              <a:ext cx="43242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8" name="直接连接符 287"/>
            <p:cNvCxnSpPr/>
            <p:nvPr>
              <p:custDataLst>
                <p:tags r:id="rId16"/>
              </p:custDataLst>
            </p:nvPr>
          </p:nvCxnSpPr>
          <p:spPr bwMode="auto">
            <a:xfrm flipH="1" flipV="1">
              <a:off x="4931593" y="4869160"/>
              <a:ext cx="1" cy="21577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289" name="直接连接符 277"/>
            <p:cNvCxnSpPr/>
            <p:nvPr>
              <p:custDataLst>
                <p:tags r:id="rId17"/>
              </p:custDataLst>
            </p:nvPr>
          </p:nvCxnSpPr>
          <p:spPr bwMode="auto">
            <a:xfrm rot="10800000" flipV="1">
              <a:off x="3275673" y="4869160"/>
              <a:ext cx="1655923" cy="144016"/>
            </a:xfrm>
            <a:prstGeom prst="bentConnector3">
              <a:avLst>
                <a:gd name="adj1" fmla="val 100312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290" name="Text Box 164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051631" y="4941168"/>
              <a:ext cx="80209" cy="2880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1" name="Text Box 164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707815" y="4941366"/>
              <a:ext cx="80209" cy="2880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2" name="Text Box 16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787935" y="4941168"/>
              <a:ext cx="80209" cy="288032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19885" y="1368000"/>
            <a:ext cx="3528060" cy="504190"/>
            <a:chOff x="2551" y="2211"/>
            <a:chExt cx="5556" cy="794"/>
          </a:xfrm>
        </p:grpSpPr>
        <p:sp>
          <p:nvSpPr>
            <p:cNvPr id="12" name="Text Box 16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551" y="2211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18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025" y="2211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186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502" y="2211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18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876" y="2665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Text Box 189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313" y="2211"/>
              <a:ext cx="79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Text Box 190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6633" y="2211"/>
              <a:ext cx="340" cy="794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vert="eaVert"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8" name="直接箭头连接符 25"/>
            <p:cNvCxnSpPr/>
            <p:nvPr>
              <p:custDataLst>
                <p:tags r:id="rId27"/>
              </p:custDataLst>
            </p:nvPr>
          </p:nvCxnSpPr>
          <p:spPr bwMode="auto">
            <a:xfrm>
              <a:off x="3345" y="238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" name="直接箭头连接符 25"/>
            <p:cNvCxnSpPr/>
            <p:nvPr>
              <p:custDataLst>
                <p:tags r:id="rId28"/>
              </p:custDataLst>
            </p:nvPr>
          </p:nvCxnSpPr>
          <p:spPr bwMode="auto">
            <a:xfrm flipV="1">
              <a:off x="3685" y="238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直接箭头连接符 25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4819" y="2381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直接箭头连接符 25"/>
            <p:cNvCxnSpPr/>
            <p:nvPr>
              <p:custDataLst>
                <p:tags r:id="rId30"/>
              </p:custDataLst>
            </p:nvPr>
          </p:nvCxnSpPr>
          <p:spPr bwMode="auto">
            <a:xfrm flipV="1">
              <a:off x="6293" y="238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25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3685" y="2835"/>
              <a:ext cx="1191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直接箭头连接符 25"/>
            <p:cNvCxnSpPr/>
            <p:nvPr>
              <p:custDataLst>
                <p:tags r:id="rId32"/>
              </p:custDataLst>
            </p:nvPr>
          </p:nvCxnSpPr>
          <p:spPr bwMode="auto">
            <a:xfrm>
              <a:off x="3685" y="2381"/>
              <a:ext cx="0" cy="45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36" name="直接箭头连接符 25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5669" y="2835"/>
              <a:ext cx="96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25"/>
            <p:cNvCxnSpPr/>
            <p:nvPr>
              <p:custDataLst>
                <p:tags r:id="rId34"/>
              </p:custDataLst>
            </p:nvPr>
          </p:nvCxnSpPr>
          <p:spPr bwMode="auto">
            <a:xfrm flipV="1">
              <a:off x="6979" y="238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1" name="组合 20"/>
          <p:cNvGrpSpPr/>
          <p:nvPr/>
        </p:nvGrpSpPr>
        <p:grpSpPr>
          <a:xfrm>
            <a:off x="1077595" y="2376000"/>
            <a:ext cx="7811770" cy="1511935"/>
            <a:chOff x="680" y="3515"/>
            <a:chExt cx="12302" cy="2381"/>
          </a:xfrm>
        </p:grpSpPr>
        <p:sp>
          <p:nvSpPr>
            <p:cNvPr id="22" name="Text Box 196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804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19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077" y="5386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Text Box 198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907" y="351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Text Box 199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80" y="4025"/>
              <a:ext cx="397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" name="Text Box 200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587" y="5386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" name="Text Box 20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608" y="5386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" name="Text Box 20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098" y="5386"/>
              <a:ext cx="510" cy="34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" name="Text Box 212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649" y="5386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0" name="Text Box 215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159" y="5386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1" name="Text Box 21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669" y="538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Text Box 197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587" y="5043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200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2098" y="5043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Text Box 20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119" y="5043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Text Box 20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2608" y="5043"/>
              <a:ext cx="510" cy="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" name="Text Box 197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2098" y="4706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Text Box 200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2608" y="4706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20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628" y="4706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" name="Text Box 208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3119" y="470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" name="Text Box 197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2608" y="4028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9" name="Text Box 200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119" y="4028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0" name="Text Box 20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4139" y="4028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" name="Text Box 208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628" y="402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23" name="直接箭头连接符 522"/>
            <p:cNvCxnSpPr/>
            <p:nvPr>
              <p:custDataLst>
                <p:tags r:id="rId57"/>
              </p:custDataLst>
            </p:nvPr>
          </p:nvCxnSpPr>
          <p:spPr bwMode="auto">
            <a:xfrm flipH="1">
              <a:off x="4649" y="4365"/>
              <a:ext cx="0" cy="102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sp>
          <p:nvSpPr>
            <p:cNvPr id="52" name="Text Box 212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5159" y="4365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3" name="Text Box 215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5669" y="4365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4" name="Text Box 218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180" y="436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" name="Text Box 212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669" y="4025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6" name="Text Box 215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180" y="4025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7" name="Text Box 218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6690" y="402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22" name="直接箭头连接符 521"/>
            <p:cNvCxnSpPr/>
            <p:nvPr>
              <p:custDataLst>
                <p:tags r:id="rId64"/>
              </p:custDataLst>
            </p:nvPr>
          </p:nvCxnSpPr>
          <p:spPr bwMode="auto">
            <a:xfrm>
              <a:off x="1078" y="5726"/>
              <a:ext cx="572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1077" y="3912"/>
              <a:ext cx="0" cy="18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9" name="Text Box 196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2586" y="55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Text Box 197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7879" y="5386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Text Box 198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7710" y="3515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" name="Text Box 199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7483" y="4025"/>
              <a:ext cx="397" cy="17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4" name="Text Box 200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8390" y="5386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5" name="Text Box 20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9410" y="5386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6" name="Text Box 208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8900" y="5386"/>
              <a:ext cx="510" cy="34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7" name="Text Box 197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8390" y="5043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Text Box 200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8900" y="5043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9" name="Text Box 20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9921" y="5043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Text Box 208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9410" y="5043"/>
              <a:ext cx="510" cy="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1" name="Text Box 197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8900" y="4706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2" name="Text Box 200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9410" y="4706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Text Box 20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0431" y="4706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4" name="Text Box 208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9921" y="470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5" name="Text Box 197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9410" y="4028"/>
              <a:ext cx="510" cy="338"/>
            </a:xfrm>
            <a:prstGeom prst="rect">
              <a:avLst/>
            </a:prstGeom>
            <a:solidFill>
              <a:srgbClr val="CC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6" name="Text Box 200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9921" y="4028"/>
              <a:ext cx="510" cy="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7" name="Text Box 201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0941" y="4028"/>
              <a:ext cx="510" cy="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8" name="Text Box 208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0431" y="402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9" name="Text Box 212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0431" y="5386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0" name="Text Box 215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0942" y="5386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1" name="Text Box 218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1452" y="5386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2" name="Text Box 212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0942" y="4365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3" name="Text Box 215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1452" y="4365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4" name="Text Box 218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1962" y="436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5" name="Text Box 212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11452" y="4025"/>
              <a:ext cx="510" cy="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6" name="Text Box 215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11962" y="4025"/>
              <a:ext cx="510" cy="33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7" name="Text Box 218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12472" y="4025"/>
              <a:ext cx="51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8" name="直接箭头连接符 87"/>
            <p:cNvCxnSpPr/>
            <p:nvPr>
              <p:custDataLst>
                <p:tags r:id="rId94"/>
              </p:custDataLst>
            </p:nvPr>
          </p:nvCxnSpPr>
          <p:spPr bwMode="auto">
            <a:xfrm>
              <a:off x="7880" y="5726"/>
              <a:ext cx="4706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7880" y="3912"/>
              <a:ext cx="0" cy="18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0" name="组合 89"/>
          <p:cNvGrpSpPr/>
          <p:nvPr/>
        </p:nvGrpSpPr>
        <p:grpSpPr>
          <a:xfrm>
            <a:off x="6120000" y="1152000"/>
            <a:ext cx="1835850" cy="935990"/>
            <a:chOff x="7030" y="8787"/>
            <a:chExt cx="2891" cy="1474"/>
          </a:xfrm>
        </p:grpSpPr>
        <p:cxnSp>
          <p:nvCxnSpPr>
            <p:cNvPr id="91" name="直接箭头连接符 25"/>
            <p:cNvCxnSpPr/>
            <p:nvPr>
              <p:custDataLst>
                <p:tags r:id="rId96"/>
              </p:custDataLst>
            </p:nvPr>
          </p:nvCxnSpPr>
          <p:spPr bwMode="auto">
            <a:xfrm flipH="1">
              <a:off x="7030" y="8787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2" name="直接箭头连接符 25"/>
            <p:cNvCxnSpPr/>
            <p:nvPr>
              <p:custDataLst>
                <p:tags r:id="rId97"/>
              </p:custDataLst>
            </p:nvPr>
          </p:nvCxnSpPr>
          <p:spPr bwMode="auto">
            <a:xfrm flipH="1">
              <a:off x="7030" y="10261"/>
              <a:ext cx="4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3" name="直接箭头连接符 25"/>
            <p:cNvCxnSpPr/>
            <p:nvPr>
              <p:custDataLst>
                <p:tags r:id="rId98"/>
              </p:custDataLst>
            </p:nvPr>
          </p:nvCxnSpPr>
          <p:spPr bwMode="auto">
            <a:xfrm flipH="1">
              <a:off x="7483" y="8787"/>
              <a:ext cx="0" cy="147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4" name="Text Box 220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7540" y="9070"/>
              <a:ext cx="2381" cy="7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动态→多功能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/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单功能→静态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95" name="Text Box 4"/>
          <p:cNvSpPr txBox="1">
            <a:spLocks noChangeArrowheads="1"/>
          </p:cNvSpPr>
          <p:nvPr>
            <p:custDataLst>
              <p:tags r:id="rId100"/>
            </p:custDataLst>
          </p:nvPr>
        </p:nvSpPr>
        <p:spPr bwMode="auto">
          <a:xfrm>
            <a:off x="825500" y="5526405"/>
            <a:ext cx="750379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示例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某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流水线</a:t>
            </a:r>
            <a:r>
              <a:rPr 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为线性、动态、乱序、标量流水线</a:t>
            </a:r>
            <a:endParaRPr 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9" name="AutoShape 157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01"/>
            </p:custDataLst>
          </p:nvPr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bldLvl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8" name="Text Box 147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97550" y="1944000"/>
            <a:ext cx="1823120" cy="31692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算法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性能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分析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00" name="Text Box 12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16280" y="396240"/>
            <a:ext cx="8021955" cy="860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marL="481330" indent="-481330" algn="l" eaLnBrk="0" hangingPunct="0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例：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静态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加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乘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双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功能流水线中，</a:t>
            </a:r>
            <a:r>
              <a:rPr lang="zh-CN" altLang="en-US" sz="20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加法功能</a:t>
            </a:r>
            <a:r>
              <a:rPr lang="zh-CN" altLang="en-US" sz="20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仅</a:t>
            </a:r>
            <a:r>
              <a:rPr lang="zh-CN" altLang="en-US" sz="20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sz="20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个段，计算并分析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实现∏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2000" b="1" baseline="-16000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lang="en-US" altLang="zh-CN" sz="2000" b="1" baseline="-16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的性能，其中</a:t>
            </a:r>
            <a:r>
              <a:rPr lang="en-US" altLang="zh-CN" sz="20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=1</a:t>
            </a:r>
            <a:r>
              <a:rPr lang="en-US" altLang="zh-CN" sz="20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~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8499" name="Text Box 14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92275" y="1943735"/>
            <a:ext cx="7196455" cy="4184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先完成所有加法、再做乘法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减少功能切换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en-US" altLang="zh-CN" sz="2000" b="1" baseline="-25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7/(17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∆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t)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sz="2000" b="1" baseline="-25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1.588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26.5%</a:t>
            </a:r>
            <a:endParaRPr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①指令数少，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填入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20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排空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时间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较多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←仅拍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有进无出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有进无出</a:t>
            </a:r>
            <a:endParaRPr lang="zh-CN" altLang="en-US" sz="20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②静态流水，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排空后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才能切换功能     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←㈠的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③数据冒险，</a:t>
            </a:r>
            <a:r>
              <a:rPr lang="zh-CN" altLang="en-US" sz="20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消除后</a:t>
            </a:r>
            <a:r>
              <a:rPr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才继续流水</a:t>
            </a:r>
            <a:r>
              <a:rPr lang="zh-CN" altLang="en-US" sz="2000" b="1" spc="4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 b="1" spc="4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1600" b="1" spc="4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←㈢的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S1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1583055" y="1260475"/>
            <a:ext cx="5291455" cy="648335"/>
            <a:chOff x="1928" y="2211"/>
            <a:chExt cx="8333" cy="1021"/>
          </a:xfrm>
        </p:grpSpPr>
        <p:sp>
          <p:nvSpPr>
            <p:cNvPr id="108" name="Text Box 164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51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9" name="Text Box 18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025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0" name="Text Box 18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502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1" name="Text Box 18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499" y="2778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8" name="Text Box 18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782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S6</a:t>
              </a:r>
              <a:endPara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9" name="Text Box 19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107" y="2211"/>
              <a:ext cx="340" cy="102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vert="eaVert" lIns="18000" tIns="10800" rIns="18000" bIns="10800" anchor="ctr"/>
            <a:p>
              <a:pPr algn="ctr" eaLnBrk="0" hangingPunct="0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1" name="直接箭头连接符 25"/>
            <p:cNvCxnSpPr/>
            <p:nvPr>
              <p:custDataLst>
                <p:tags r:id="rId10"/>
              </p:custDataLst>
            </p:nvPr>
          </p:nvCxnSpPr>
          <p:spPr bwMode="auto">
            <a:xfrm>
              <a:off x="3345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02" name="直接箭头连接符 25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3685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3" name="直接箭头连接符 25"/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4819" y="243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25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7767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25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685" y="3005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6" name="直接箭头连接符 25"/>
            <p:cNvCxnSpPr/>
            <p:nvPr>
              <p:custDataLst>
                <p:tags r:id="rId15"/>
              </p:custDataLst>
            </p:nvPr>
          </p:nvCxnSpPr>
          <p:spPr bwMode="auto">
            <a:xfrm>
              <a:off x="3685" y="2438"/>
              <a:ext cx="0" cy="567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07" name="直接箭头连接符 25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6293" y="3005"/>
              <a:ext cx="181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2" name="直接箭头连接符 25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8448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3" name="Text Box 186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973" y="2211"/>
              <a:ext cx="794" cy="454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  <a:endPara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14" name="直接箭头连接符 25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6293" y="2438"/>
              <a:ext cx="68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5" name="直接箭头连接符 25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2211" y="2324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6" name="直接箭头连接符 25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2211" y="2551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25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9581" y="2438"/>
              <a:ext cx="3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8" name="Text Box 145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928" y="2211"/>
              <a:ext cx="283" cy="454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0" anchor="ctr"/>
            <a:p>
              <a:pPr algn="ctr" ea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x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 eaLnBrk="0" hangingPunct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y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9" name="Text Box 144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9921" y="2211"/>
              <a:ext cx="340" cy="340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r>
                <a:rPr kumimoji="0"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z</a:t>
              </a:r>
              <a:endParaRPr kumimoji="0"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1762760" y="2409825"/>
            <a:ext cx="5507990" cy="1799590"/>
            <a:chOff x="2211" y="2778"/>
            <a:chExt cx="8674" cy="2834"/>
          </a:xfrm>
        </p:grpSpPr>
        <p:sp>
          <p:nvSpPr>
            <p:cNvPr id="120" name="Text Box 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545" y="5102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1" name="Text Box 9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494" y="277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p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2" name="Text Box 1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211" y="3231"/>
              <a:ext cx="397" cy="204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S6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S5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S4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S3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S2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S1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3" name="Text Box 8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665" y="493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4" name="Text Box 35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118" y="493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5" name="Text Box 38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572" y="493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6" name="Text Box 4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025" y="493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7" name="Text Box 1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386" y="493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0" name="Text Box 44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839" y="493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7" name="Text Box 49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8107" y="493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8" name="Text Box 55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775" y="5272"/>
              <a:ext cx="75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18000" tIns="10800" rIns="18000" bIns="0" anchor="ctr" anchorCtr="0"/>
            <a:p>
              <a:pPr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1  2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3  4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5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6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7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8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9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10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11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12</a:t>
              </a:r>
              <a:r>
                <a:rPr lang="en-US" altLang="zh-CN" sz="10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13 14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15</a:t>
              </a:r>
              <a:r>
                <a:rPr lang="en-US" altLang="zh-CN" sz="12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16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17</a:t>
              </a:r>
              <a:endParaRPr lang="en-US" altLang="zh-CN" sz="14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0" name="直接连接符 149"/>
            <p:cNvCxnSpPr/>
            <p:nvPr>
              <p:custDataLst>
                <p:tags r:id="rId36"/>
              </p:custDataLst>
            </p:nvPr>
          </p:nvCxnSpPr>
          <p:spPr bwMode="auto">
            <a:xfrm rot="5400000">
              <a:off x="4535" y="4422"/>
              <a:ext cx="170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37"/>
              </p:custDataLst>
            </p:nvPr>
          </p:nvCxnSpPr>
          <p:spPr bwMode="auto">
            <a:xfrm rot="5400000">
              <a:off x="7257" y="4422"/>
              <a:ext cx="170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38"/>
              </p:custDataLst>
            </p:nvPr>
          </p:nvCxnSpPr>
          <p:spPr bwMode="auto">
            <a:xfrm>
              <a:off x="2663" y="5272"/>
              <a:ext cx="7880" cy="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39"/>
              </p:custDataLst>
            </p:nvPr>
          </p:nvCxnSpPr>
          <p:spPr bwMode="auto">
            <a:xfrm rot="5400000" flipH="1" flipV="1">
              <a:off x="1615" y="4195"/>
              <a:ext cx="2098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4" name="Text Box 8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118" y="357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5" name="Text Box 35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571" y="357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6" name="Text Box 38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025" y="357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8" name="Text Box 4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478" y="3572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9" name="Text Box 8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3572" y="3231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0" name="Text Box 35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4025" y="3231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1" name="Text Box 38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4479" y="3231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2" name="Text Box 4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4932" y="3231"/>
              <a:ext cx="45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3" name="Text Box 12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839" y="459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4" name="Text Box 44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6292" y="459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5" name="Text Box 12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6293" y="425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6" name="Text Box 44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6746" y="425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7" name="Text Box 12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746" y="391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8" name="Text Box 44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7199" y="391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9" name="Text Box 12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7200" y="3231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㈠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0" name="Text Box 44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7653" y="3231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㈡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1" name="Text Box 49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561" y="459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2" name="Text Box 49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9014" y="425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3" name="Text Box 49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468" y="3912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4" name="Text Box 49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9921" y="3231"/>
              <a:ext cx="454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宋体" panose="02010600030101010101" pitchFamily="2" charset="-122"/>
                </a:rPr>
                <a:t>㈢</a:t>
              </a:r>
              <a:endParaRPr lang="en-US" altLang="zh-CN" sz="1600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75" name="直接连接符 174"/>
            <p:cNvCxnSpPr/>
            <p:nvPr>
              <p:custDataLst>
                <p:tags r:id="rId60"/>
              </p:custDataLst>
            </p:nvPr>
          </p:nvCxnSpPr>
          <p:spPr bwMode="auto">
            <a:xfrm rot="5400000">
              <a:off x="9524" y="4422"/>
              <a:ext cx="1701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5" name="AutoShape 156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 rot="5400000">
            <a:off x="4068000" y="6524451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8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8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t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二、指令流水线的冒险处理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AutoShape 62">
            <a:hlinkClick r:id="rId1" tooltip="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5691"/>
            <a:ext cx="287336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85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5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84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63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705" y="828000"/>
            <a:ext cx="3594100" cy="5631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、结构冒险处理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*产生原因：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*处理方法：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重复设置资源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(2)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分时使用资源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*应用选择： 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0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332000" y="1224000"/>
            <a:ext cx="7662334" cy="52082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争用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硬件资源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部件或路径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如：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采用冯</a:t>
            </a:r>
            <a:r>
              <a:rPr lang="en-US" altLang="zh-CN" sz="1800" dirty="0" smtClean="0"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•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诺依曼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结构、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(PC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)+4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复用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ALU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实现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(2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种方法均可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消除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资源争用，适于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高频率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冲突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①部件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不复用、仅本段使用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类似于单周期数据通路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采用哈佛结构、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PC+4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增设地址加法器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又如：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段及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段的写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，可合并到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选择不同数据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再如：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GPRs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统一安排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在第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②部件互连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采用专用结构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避免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资源争用，适于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低频率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冲突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争用资源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指令被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(CU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段、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段访存冲突时，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段暂停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即后续指令暂停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权衡性能损失～硬件成本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5940000" y="3996000"/>
            <a:ext cx="2519863" cy="505551"/>
            <a:chOff x="5919793" y="4507625"/>
            <a:chExt cx="2519863" cy="505551"/>
          </a:xfrm>
        </p:grpSpPr>
        <p:sp>
          <p:nvSpPr>
            <p:cNvPr id="152" name="Text Box 6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639496" y="4509096"/>
              <a:ext cx="360040" cy="2160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3" name="Text Box 62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919793" y="4507625"/>
              <a:ext cx="720000" cy="4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t" anchorCtr="0">
              <a:noAutofit/>
            </a:bodyPr>
            <a:p>
              <a:pPr>
                <a:lnSpc>
                  <a:spcPct val="105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I1:lw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I2:add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4" name="Text Box 6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999536" y="4509120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5" name="Text Box 65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359576" y="4509120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6" name="Text Box 6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719616" y="4509120"/>
              <a:ext cx="36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7" name="Text Box 6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079656" y="4509120"/>
              <a:ext cx="360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8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999536" y="4797152"/>
              <a:ext cx="360040" cy="216024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9" name="Text Box 6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359576" y="4797176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0" name="Text Box 6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719616" y="4797176"/>
              <a:ext cx="360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1" name="Text Box 6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8079656" y="4797176"/>
              <a:ext cx="360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62" name="Text Box 6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8100000" y="4284000"/>
            <a:ext cx="360000" cy="216000"/>
          </a:xfrm>
          <a:prstGeom prst="rect">
            <a:avLst/>
          </a:prstGeom>
          <a:solidFill>
            <a:srgbClr val="FFCC99"/>
          </a:solidFill>
          <a:ln w="15875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 anchorCtr="0"/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WB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99 0.00047 L 0.03924 0.00047 " pathEditMode="relative" rAng="0" ptsTypes="AA">
                                      <p:cBhvr>
                                        <p:cTn id="60" dur="1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bldLvl="0" animBg="1"/>
      <p:bldP spid="162" grpId="1" bldLvl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1" name="AutoShape 1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1460" y="360045"/>
            <a:ext cx="2468245" cy="390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冒险处理   </a:t>
            </a:r>
            <a:endParaRPr lang="zh-CN" altLang="en-US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*产生原因：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*冒险类型：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*处理方法： 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44000" y="786770"/>
            <a:ext cx="5328841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因重叠执行，指令所需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数据不可用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写后读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Read After </a:t>
            </a:r>
            <a:r>
              <a:rPr kumimoji="0" lang="en-US" altLang="zh-CN" sz="1800" dirty="0" err="1" smtClean="0">
                <a:solidFill>
                  <a:schemeClr val="tx1"/>
                </a:solidFill>
                <a:cs typeface="Times New Roman" panose="02020603050405020304" pitchFamily="18" charset="0"/>
              </a:rPr>
              <a:t>Write</a:t>
            </a:r>
            <a:r>
              <a:rPr kumimoji="0" lang="en-US" altLang="zh-CN" sz="18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,RAW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123728" y="1728000"/>
            <a:ext cx="6408712" cy="1944216"/>
            <a:chOff x="827584" y="3068960"/>
            <a:chExt cx="6408712" cy="1944216"/>
          </a:xfrm>
        </p:grpSpPr>
        <p:cxnSp>
          <p:nvCxnSpPr>
            <p:cNvPr id="10" name="直接箭头连接符 9"/>
            <p:cNvCxnSpPr/>
            <p:nvPr>
              <p:custDataLst>
                <p:tags r:id="rId4"/>
              </p:custDataLst>
            </p:nvPr>
          </p:nvCxnSpPr>
          <p:spPr bwMode="auto">
            <a:xfrm>
              <a:off x="2415430" y="3284984"/>
              <a:ext cx="453283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Text Box 6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948264" y="3138487"/>
              <a:ext cx="288032" cy="2905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拍</a:t>
              </a:r>
              <a:endParaRPr lang="en-US" altLang="zh-CN" sz="1800" b="1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411760" y="3360142"/>
              <a:ext cx="504056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915816" y="3360141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19872" y="3360142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23928" y="3356992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427984" y="3356992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Text Box 57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627784" y="3068960"/>
              <a:ext cx="4248472" cy="216024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800" rIns="18000" bIns="1080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1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3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4    5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6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7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8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9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" name="Text Box 6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27584" y="3284984"/>
              <a:ext cx="1584176" cy="17281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/>
            <a:p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I1:</a:t>
              </a:r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$4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$5+$6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I2:$7</a:t>
              </a:r>
              <a:r>
                <a:rPr lang="zh-CN" altLang="en-US" sz="1800" dirty="0" smtClean="0">
                  <a:solidFill>
                    <a:schemeClr val="tx1"/>
                  </a:solidFill>
                </a:rPr>
                <a:t>←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-$6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I3:$8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|$6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I4:$9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+$6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I5:$3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&amp;$6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145000"/>
                </a:lnSpc>
              </a:pP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4927846" y="3212976"/>
              <a:ext cx="4194" cy="158417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920010" y="3720178"/>
              <a:ext cx="499862" cy="216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419872" y="3720177"/>
              <a:ext cx="502221" cy="216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923928" y="3720178"/>
              <a:ext cx="499862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427984" y="3717028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932040" y="3717028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424066" y="4080220"/>
              <a:ext cx="499862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923928" y="4080219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427984" y="4080220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932040" y="407707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436096" y="407707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928122" y="4440258"/>
              <a:ext cx="499862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427984" y="4440257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932040" y="4440258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436096" y="4437108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0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940152" y="4437108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432178" y="4800300"/>
              <a:ext cx="499862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932040" y="4800299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436096" y="4800300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940152" y="479715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Text Box 6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444208" y="479715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" name="椭圆 52"/>
            <p:cNvSpPr/>
            <p:nvPr>
              <p:custDataLst>
                <p:tags r:id="rId34"/>
              </p:custDataLst>
            </p:nvPr>
          </p:nvSpPr>
          <p:spPr bwMode="auto">
            <a:xfrm>
              <a:off x="4940430" y="3429000"/>
              <a:ext cx="72000" cy="72008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>
              <a:stCxn id="16" idx="3"/>
              <a:endCxn id="21" idx="0"/>
            </p:cNvCxnSpPr>
            <p:nvPr>
              <p:custDataLst>
                <p:tags r:id="rId35"/>
              </p:custDataLst>
            </p:nvPr>
          </p:nvCxnSpPr>
          <p:spPr bwMode="auto">
            <a:xfrm flipH="1">
              <a:off x="3670983" y="3465004"/>
              <a:ext cx="1261057" cy="25517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55" name="直接连接符 54"/>
            <p:cNvCxnSpPr>
              <a:stCxn id="53" idx="3"/>
            </p:cNvCxnSpPr>
            <p:nvPr>
              <p:custDataLst>
                <p:tags r:id="rId36"/>
              </p:custDataLst>
            </p:nvPr>
          </p:nvCxnSpPr>
          <p:spPr bwMode="auto">
            <a:xfrm flipH="1">
              <a:off x="4173859" y="3490463"/>
              <a:ext cx="777115" cy="58660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56" name="直接连接符 55"/>
            <p:cNvCxnSpPr>
              <a:stCxn id="53" idx="4"/>
              <a:endCxn id="37" idx="0"/>
            </p:cNvCxnSpPr>
            <p:nvPr>
              <p:custDataLst>
                <p:tags r:id="rId37"/>
              </p:custDataLst>
            </p:nvPr>
          </p:nvCxnSpPr>
          <p:spPr bwMode="auto">
            <a:xfrm flipH="1">
              <a:off x="4679095" y="3501008"/>
              <a:ext cx="297335" cy="93924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77" name="直接连接符 76"/>
            <p:cNvCxnSpPr>
              <a:stCxn id="53" idx="5"/>
              <a:endCxn id="42" idx="0"/>
            </p:cNvCxnSpPr>
            <p:nvPr>
              <p:custDataLst>
                <p:tags r:id="rId38"/>
              </p:custDataLst>
            </p:nvPr>
          </p:nvCxnSpPr>
          <p:spPr bwMode="auto">
            <a:xfrm>
              <a:off x="5001886" y="3490463"/>
              <a:ext cx="181265" cy="13098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78" name="Text Box 22"/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825500" y="3709035"/>
            <a:ext cx="7803515" cy="2266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kumimoji="0" lang="zh-CN" altLang="en-US" sz="2200" b="1" dirty="0" smtClean="0">
                <a:latin typeface="宋体" panose="02010600030101010101" pitchFamily="2" charset="-122"/>
                <a:sym typeface="+mn-ea"/>
              </a:rPr>
              <a:t>阻塞法、转发法、乱序执行法</a:t>
            </a:r>
            <a:endParaRPr kumimoji="0"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场景</a:t>
            </a:r>
            <a:r>
              <a:rPr kumimoji="0"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食堂打饭时，甲需要借用乙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甲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排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kumimoji="0"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乙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的饭卡，处理方法？</a:t>
            </a:r>
            <a:endParaRPr kumimoji="0"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</a:pPr>
            <a:r>
              <a:rPr kumimoji="0"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甲              后面人       窗口</a:t>
            </a:r>
            <a:r>
              <a:rPr kumimoji="0"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状态</a:t>
            </a:r>
            <a:endParaRPr kumimoji="0"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5000"/>
              </a:lnSpc>
            </a:pPr>
            <a:r>
              <a:rPr kumimoji="0"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kumimoji="0"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原地等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拿卡后再走   一起</a:t>
            </a:r>
            <a:r>
              <a:rPr kumimoji="0"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次序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往前走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途中拿卡     跟着</a:t>
            </a:r>
            <a:r>
              <a:rPr kumimoji="0"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走   </a:t>
            </a:r>
            <a:r>
              <a:rPr kumimoji="0"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次序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原地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拿卡后再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走   绕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着</a:t>
            </a:r>
            <a:r>
              <a:rPr kumimoji="0"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走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乱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次序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1044000" y="2448000"/>
            <a:ext cx="1101328" cy="1246271"/>
            <a:chOff x="1022400" y="2501160"/>
            <a:chExt cx="1101328" cy="1246271"/>
          </a:xfrm>
        </p:grpSpPr>
        <p:sp>
          <p:nvSpPr>
            <p:cNvPr id="81" name="Text Box 60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022400" y="2780560"/>
              <a:ext cx="995045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冲突指令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2" name="左大括号 81"/>
            <p:cNvSpPr/>
            <p:nvPr>
              <p:custDataLst>
                <p:tags r:id="rId41"/>
              </p:custDataLst>
            </p:nvPr>
          </p:nvSpPr>
          <p:spPr bwMode="auto">
            <a:xfrm>
              <a:off x="1979712" y="2501160"/>
              <a:ext cx="72008" cy="792000"/>
            </a:xfrm>
            <a:prstGeom prst="leftBrace">
              <a:avLst>
                <a:gd name="adj1" fmla="val 32417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" name="Text Box 60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024161" y="3459431"/>
              <a:ext cx="1099567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相关指令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7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117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AutoShape 1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AutoShape 15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Text Box 8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388" y="360000"/>
            <a:ext cx="3456508" cy="53066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kumimoji="0"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*</a:t>
            </a:r>
            <a:r>
              <a:rPr kumimoji="0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阻塞法：</a:t>
            </a:r>
            <a:endParaRPr kumimoji="0"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冒险消除时要求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endParaRPr kumimoji="0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endParaRPr kumimoji="0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暂停方法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拍数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8" name="Text Box 8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22425" y="360045"/>
            <a:ext cx="7267575" cy="20516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u="sng" dirty="0" smtClean="0">
                <a:latin typeface="宋体" panose="02010600030101010101" pitchFamily="2" charset="-122"/>
                <a:sym typeface="+mn-ea"/>
              </a:rPr>
              <a:t>冲突指令及后续指令</a:t>
            </a:r>
            <a:r>
              <a:rPr kumimoji="0" lang="zh-CN" altLang="en-US" sz="2200" b="1" baseline="-25000" dirty="0" smtClean="0">
                <a:latin typeface="+mn-lt"/>
                <a:sym typeface="+mn-ea"/>
              </a:rPr>
              <a:t> </a:t>
            </a: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暂停</a:t>
            </a:r>
            <a:r>
              <a:rPr kumimoji="0" lang="zh-CN" altLang="en-US" sz="2200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直到</a:t>
            </a:r>
            <a:r>
              <a:rPr kumimoji="0" lang="zh-CN" altLang="en-US" sz="2200" b="1" dirty="0" smtClean="0">
                <a:latin typeface="宋体" panose="02010600030101010101" pitchFamily="2" charset="-122"/>
                <a:sym typeface="+mn-ea"/>
              </a:rPr>
              <a:t>冒险消除</a:t>
            </a:r>
            <a:r>
              <a:rPr kumimoji="0"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kumimoji="0" lang="zh-CN" altLang="en-US" sz="1600" b="1" dirty="0" smtClean="0">
                <a:latin typeface="宋体" panose="02010600030101010101" pitchFamily="2" charset="-122"/>
                <a:sym typeface="+mn-ea"/>
              </a:rPr>
              <a:t>数据就绪</a:t>
            </a:r>
            <a:r>
              <a:rPr kumimoji="0"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kumimoji="0" lang="en-US" altLang="zh-CN" sz="2200" b="1" spc="-8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kumimoji="0" lang="en-US" altLang="zh-CN" sz="2200" b="1" u="sng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IF/ID</a:t>
            </a:r>
            <a:r>
              <a:rPr kumimoji="0" lang="en-US" altLang="zh-CN" sz="1600" b="1" u="sng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u="sng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段间</a:t>
            </a:r>
            <a:r>
              <a:rPr kumimoji="0" lang="en-US" altLang="zh-CN" sz="1600" b="1" u="sng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REG)</a:t>
            </a:r>
            <a:r>
              <a:rPr kumimoji="0" lang="zh-CN" altLang="en-US" sz="2200" b="1" u="sng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kumimoji="0" lang="en-US" altLang="zh-CN" sz="2200" b="1" u="sng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kumimoji="0" lang="zh-CN" altLang="en-US" sz="2200" b="1" u="sng" spc="-8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不变</a:t>
            </a:r>
            <a:r>
              <a:rPr kumimoji="0" lang="zh-CN" altLang="en-US" sz="2200" b="1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zh-CN" altLang="en-US" sz="2200" b="1" u="sng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其余段间</a:t>
            </a:r>
            <a:r>
              <a:rPr kumimoji="0" lang="en-US" altLang="zh-CN" sz="2200" b="1" u="sng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kumimoji="0" lang="zh-CN" altLang="en-US" sz="2200" b="1" spc="-8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lang="zh-CN" altLang="en-US" sz="2200" b="1" u="sng" spc="-8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</a:t>
            </a:r>
            <a:endParaRPr kumimoji="0" lang="zh-CN" altLang="en-US" sz="2200" b="1" spc="-8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</a:t>
            </a:r>
            <a:r>
              <a:rPr kumimoji="0"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流水线</a:t>
            </a:r>
            <a:r>
              <a:rPr kumimoji="0" lang="zh-CN" altLang="en-US" sz="16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一直流动</a:t>
            </a:r>
            <a:r>
              <a:rPr kumimoji="0"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kumimoji="0" lang="zh-CN" altLang="en-US" sz="16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操作基于段间</a:t>
            </a:r>
            <a:r>
              <a:rPr kumimoji="0" lang="en-US" altLang="zh-CN" sz="16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REG</a:t>
            </a:r>
            <a:r>
              <a:rPr kumimoji="0"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kumimoji="0"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      </a:t>
            </a:r>
            <a:r>
              <a:rPr kumimoji="0" lang="en-US" altLang="zh-CN" sz="1600" b="1" spc="15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│</a:t>
            </a:r>
            <a:endParaRPr kumimoji="0" lang="en-US" altLang="zh-CN" sz="1600" b="1" u="sng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          </a:t>
            </a:r>
            <a:r>
              <a:rPr kumimoji="0"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空操作指令的</a:t>
            </a:r>
            <a:r>
              <a:rPr kumimoji="0" lang="en-US" altLang="zh-CN" sz="16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uOPCmd</a:t>
            </a:r>
            <a:r>
              <a:rPr kumimoji="0"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kumimoji="0" lang="en-US" altLang="zh-CN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endParaRPr kumimoji="0" lang="en-US" altLang="zh-CN" sz="16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ID</a:t>
            </a:r>
            <a:r>
              <a:rPr kumimoji="0"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</a:t>
            </a: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产生</a:t>
            </a:r>
            <a:r>
              <a:rPr kumimoji="0" lang="zh-CN" altLang="en-US" sz="2200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气泡</a:t>
            </a:r>
            <a:r>
              <a:rPr kumimoji="0"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endParaRPr kumimoji="0" lang="en-US" altLang="zh-CN" sz="1600" b="1" spc="-8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1600" b="1" u="sng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0" name="Text Box 8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96000" y="5076000"/>
            <a:ext cx="648072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</a:pPr>
            <a:r>
              <a:rPr kumimoji="0"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数据</a:t>
            </a:r>
            <a:r>
              <a:rPr kumimoji="0" lang="zh-CN" altLang="en-US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欲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</a:t>
            </a:r>
            <a:r>
              <a:rPr kumimoji="0"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可读的</a:t>
            </a:r>
            <a:r>
              <a:rPr kumimoji="0" lang="zh-CN" altLang="en-US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相差</a:t>
            </a:r>
            <a:r>
              <a:rPr kumimoji="0"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拍数 </a:t>
            </a:r>
            <a:endParaRPr kumimoji="0" lang="en-US" altLang="zh-CN" sz="2000" b="0" dirty="0" smtClean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3" name="Text Box 6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51520" y="2349117"/>
            <a:ext cx="1368152" cy="165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46800" rIns="18000" bIns="10800"/>
          <a:p>
            <a:pPr algn="ctr">
              <a:lnSpc>
                <a:spcPct val="114000"/>
              </a:lnSpc>
              <a:spcBef>
                <a:spcPts val="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I1: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$4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$5+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$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6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spcBef>
                <a:spcPts val="0"/>
              </a:spcBef>
            </a:pPr>
            <a:r>
              <a: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ctr">
              <a:spcBef>
                <a:spcPts val="0"/>
              </a:spcBef>
            </a:pPr>
            <a:r>
              <a: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ctr">
              <a:spcBef>
                <a:spcPts val="0"/>
              </a:spcBef>
            </a:pPr>
            <a:r>
              <a: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 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algn="ctr">
              <a:spcBef>
                <a:spcPts val="50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I2:$7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$4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-$6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ctr">
              <a:spcBef>
                <a:spcPts val="20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I3:$8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$4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|$6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324" name="组合 323"/>
          <p:cNvGrpSpPr/>
          <p:nvPr/>
        </p:nvGrpSpPr>
        <p:grpSpPr>
          <a:xfrm>
            <a:off x="2483768" y="2637149"/>
            <a:ext cx="2160240" cy="936104"/>
            <a:chOff x="2555776" y="2276872"/>
            <a:chExt cx="2160240" cy="936104"/>
          </a:xfrm>
        </p:grpSpPr>
        <p:cxnSp>
          <p:nvCxnSpPr>
            <p:cNvPr id="325" name="直接连接符 324"/>
            <p:cNvCxnSpPr/>
            <p:nvPr>
              <p:custDataLst>
                <p:tags r:id="rId7"/>
              </p:custDataLst>
            </p:nvPr>
          </p:nvCxnSpPr>
          <p:spPr bwMode="auto">
            <a:xfrm>
              <a:off x="3851920" y="2276878"/>
              <a:ext cx="0" cy="9360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6" name="直接连接符 325"/>
            <p:cNvCxnSpPr/>
            <p:nvPr>
              <p:custDataLst>
                <p:tags r:id="rId8"/>
              </p:custDataLst>
            </p:nvPr>
          </p:nvCxnSpPr>
          <p:spPr bwMode="auto">
            <a:xfrm>
              <a:off x="2555776" y="2276872"/>
              <a:ext cx="0" cy="93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2" name="云形 331"/>
            <p:cNvSpPr/>
            <p:nvPr>
              <p:custDataLst>
                <p:tags r:id="rId9"/>
              </p:custDataLst>
            </p:nvPr>
          </p:nvSpPr>
          <p:spPr bwMode="auto">
            <a:xfrm>
              <a:off x="3851968" y="2852936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  <a:endParaRPr kumimoji="1" lang="zh-CN" altLang="en-US" sz="1400" b="1" i="0" u="none" strike="noStrike" cap="none" spc="-3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33" name="直接连接符 332"/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2987824" y="2276872"/>
              <a:ext cx="4194" cy="93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5" name="云形 334"/>
            <p:cNvSpPr/>
            <p:nvPr>
              <p:custDataLst>
                <p:tags r:id="rId11"/>
              </p:custDataLst>
            </p:nvPr>
          </p:nvSpPr>
          <p:spPr bwMode="auto">
            <a:xfrm>
              <a:off x="3851968" y="2598873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  <a:endParaRPr kumimoji="1" lang="zh-CN" altLang="en-US" sz="1400" b="1" i="0" u="none" strike="noStrike" cap="none" spc="-3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36" name="云形 335"/>
            <p:cNvSpPr/>
            <p:nvPr>
              <p:custDataLst>
                <p:tags r:id="rId12"/>
              </p:custDataLst>
            </p:nvPr>
          </p:nvSpPr>
          <p:spPr bwMode="auto">
            <a:xfrm>
              <a:off x="4284016" y="2854991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  <a:endParaRPr kumimoji="1" lang="zh-CN" altLang="en-US" sz="1400" b="1" i="0" u="none" strike="noStrike" cap="none" spc="-3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37" name="云形 336"/>
            <p:cNvSpPr/>
            <p:nvPr>
              <p:custDataLst>
                <p:tags r:id="rId13"/>
              </p:custDataLst>
            </p:nvPr>
          </p:nvSpPr>
          <p:spPr bwMode="auto">
            <a:xfrm>
              <a:off x="3851968" y="2350935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  <a:endParaRPr kumimoji="1" lang="zh-CN" altLang="en-US" sz="1400" b="1" i="0" u="none" strike="noStrike" cap="none" spc="-3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38" name="云形 337"/>
            <p:cNvSpPr/>
            <p:nvPr>
              <p:custDataLst>
                <p:tags r:id="rId14"/>
              </p:custDataLst>
            </p:nvPr>
          </p:nvSpPr>
          <p:spPr bwMode="auto">
            <a:xfrm>
              <a:off x="4284016" y="2600928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  <a:endParaRPr kumimoji="1" lang="zh-CN" altLang="en-US" sz="1400" b="1" i="0" u="none" strike="noStrike" cap="none" spc="-3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339" name="直接连接符 338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3419872" y="2276872"/>
              <a:ext cx="4194" cy="93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" name="组合 3"/>
          <p:cNvGrpSpPr/>
          <p:nvPr/>
        </p:nvGrpSpPr>
        <p:grpSpPr>
          <a:xfrm>
            <a:off x="1619672" y="2205117"/>
            <a:ext cx="3024288" cy="1800184"/>
            <a:chOff x="1619672" y="1988856"/>
            <a:chExt cx="3024288" cy="1800184"/>
          </a:xfrm>
        </p:grpSpPr>
        <p:sp>
          <p:nvSpPr>
            <p:cNvPr id="5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483816" y="3284984"/>
              <a:ext cx="1296096" cy="5040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暂停</a:t>
              </a:r>
              <a:endPara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" name="直接箭头连接符 5"/>
            <p:cNvCxnSpPr/>
            <p:nvPr>
              <p:custDataLst>
                <p:tags r:id="rId17"/>
              </p:custDataLst>
            </p:nvPr>
          </p:nvCxnSpPr>
          <p:spPr bwMode="auto">
            <a:xfrm>
              <a:off x="1619672" y="2132856"/>
              <a:ext cx="302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619672" y="2204864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51720" y="2204888"/>
              <a:ext cx="432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483768" y="2204888"/>
              <a:ext cx="432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915816" y="2204888"/>
              <a:ext cx="432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347864" y="2204888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5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763688" y="1988856"/>
              <a:ext cx="2880000" cy="144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800" rIns="18000" bIns="10800"/>
            <a:p>
              <a:pPr>
                <a:lnSpc>
                  <a:spcPct val="6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1    2    3    4    5    6    7 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211960" y="3573040"/>
              <a:ext cx="432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051768" y="3285008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211960" y="3285008"/>
              <a:ext cx="432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779912" y="3285008"/>
              <a:ext cx="432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779912" y="3573040"/>
              <a:ext cx="432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483816" y="3284984"/>
              <a:ext cx="432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72000" bIns="10800" anchor="ctr" anchorCtr="0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30"/>
              </p:custDataLst>
            </p:nvPr>
          </p:nvSpPr>
          <p:spPr bwMode="auto">
            <a:xfrm>
              <a:off x="2502818" y="3347467"/>
              <a:ext cx="108000" cy="108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sp>
        <p:nvSpPr>
          <p:cNvPr id="20" name="Text Box 8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1331640" y="4212000"/>
            <a:ext cx="403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p>
            <a:pPr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产生气泡，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不暂停行吗？ 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 Box 140"/>
          <p:cNvSpPr txBox="1"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436349" y="4212000"/>
            <a:ext cx="3528392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p>
            <a:pPr algn="l"/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RAW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消除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时，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IF/ID.IR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已不是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冲突指令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 Box 8"/>
          <p:cNvSpPr txBox="1"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331640" y="5661786"/>
            <a:ext cx="309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p>
            <a:pPr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思考③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如何知道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停顿拍数？ 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 Box 140"/>
          <p:cNvSpPr txBox="1"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1332230" y="6021070"/>
            <a:ext cx="6988175" cy="2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p>
            <a:pPr algn="l">
              <a:lnSpc>
                <a:spcPct val="105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每拍比较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(IF/ID.IR.rs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～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ID/EX.rd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EX/MEM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.rd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匹配失败时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冒险消除</a:t>
            </a: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715123" y="2709157"/>
            <a:ext cx="1066177" cy="798446"/>
            <a:chOff x="2715123" y="2852920"/>
            <a:chExt cx="1066177" cy="798446"/>
          </a:xfrm>
        </p:grpSpPr>
        <p:cxnSp>
          <p:nvCxnSpPr>
            <p:cNvPr id="25" name="直接箭头连接符 170"/>
            <p:cNvCxnSpPr/>
            <p:nvPr>
              <p:custDataLst>
                <p:tags r:id="rId35"/>
              </p:custDataLst>
            </p:nvPr>
          </p:nvCxnSpPr>
          <p:spPr bwMode="auto">
            <a:xfrm rot="5400000" flipH="1" flipV="1">
              <a:off x="2453930" y="3206168"/>
              <a:ext cx="706391" cy="184006"/>
            </a:xfrm>
            <a:prstGeom prst="bentConnector3">
              <a:avLst>
                <a:gd name="adj1" fmla="val 101239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直接箭头连接符 171"/>
            <p:cNvCxnSpPr/>
            <p:nvPr>
              <p:custDataLst>
                <p:tags r:id="rId36"/>
              </p:custDataLst>
            </p:nvPr>
          </p:nvCxnSpPr>
          <p:spPr bwMode="auto">
            <a:xfrm rot="5400000" flipH="1" flipV="1">
              <a:off x="3014495" y="3310260"/>
              <a:ext cx="452055" cy="217364"/>
            </a:xfrm>
            <a:prstGeom prst="bentConnector3">
              <a:avLst>
                <a:gd name="adj1" fmla="val 100569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直接箭头连接符 172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3563888" y="3446976"/>
              <a:ext cx="217412" cy="198040"/>
            </a:xfrm>
            <a:prstGeom prst="bentConnector3">
              <a:avLst>
                <a:gd name="adj1" fmla="val -2573"/>
              </a:avLst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8" name="云形 27"/>
            <p:cNvSpPr/>
            <p:nvPr>
              <p:custDataLst>
                <p:tags r:id="rId38"/>
              </p:custDataLst>
            </p:nvPr>
          </p:nvSpPr>
          <p:spPr bwMode="auto">
            <a:xfrm>
              <a:off x="2899128" y="2852920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  <a:endParaRPr kumimoji="1" lang="zh-CN" altLang="en-US" sz="1400" b="1" i="0" u="none" strike="noStrike" cap="none" spc="-3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29" name="云形 28"/>
            <p:cNvSpPr/>
            <p:nvPr>
              <p:custDataLst>
                <p:tags r:id="rId39"/>
              </p:custDataLst>
            </p:nvPr>
          </p:nvSpPr>
          <p:spPr bwMode="auto">
            <a:xfrm>
              <a:off x="3347864" y="3102913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  <a:endParaRPr kumimoji="1" lang="zh-CN" altLang="en-US" sz="1400" b="1" i="0" u="none" strike="noStrike" cap="none" spc="-3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30" name="云形 29"/>
            <p:cNvSpPr/>
            <p:nvPr>
              <p:custDataLst>
                <p:tags r:id="rId40"/>
              </p:custDataLst>
            </p:nvPr>
          </p:nvSpPr>
          <p:spPr bwMode="auto">
            <a:xfrm>
              <a:off x="3331176" y="2852920"/>
              <a:ext cx="432000" cy="180000"/>
            </a:xfrm>
            <a:prstGeom prst="cloud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400" b="1" i="0" u="none" strike="noStrike" cap="none" spc="-300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气泡</a:t>
              </a:r>
              <a:endParaRPr kumimoji="1" lang="zh-CN" altLang="en-US" sz="1400" b="1" i="0" u="none" strike="noStrike" cap="none" spc="-300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sp>
        <p:nvSpPr>
          <p:cNvPr id="99" name="Text Box 8"/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1331640" y="4642285"/>
            <a:ext cx="306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p>
            <a:pPr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段如何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？ 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1" name="Text Box 140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4501515" y="4608000"/>
            <a:ext cx="4212000" cy="54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t" anchorCtr="0"/>
          <a:p>
            <a:pPr algn="l">
              <a:lnSpc>
                <a:spcPct val="105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MUX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Cmd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当前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nop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写入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ID/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EX.Cmd</a:t>
            </a:r>
            <a:endParaRPr lang="en-US" altLang="zh-CN" sz="1600" b="1" dirty="0" err="1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CU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产生→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┘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←固定值</a:t>
            </a:r>
            <a:endParaRPr lang="zh-CN" altLang="en-US" sz="1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3" name="Text Box 63"/>
          <p:cNvSpPr txBox="1"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683648" y="2709173"/>
            <a:ext cx="720000" cy="7200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p>
            <a:pPr>
              <a:spcBef>
                <a:spcPts val="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bubble 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bubble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bubble</a:t>
            </a:r>
            <a:endParaRPr lang="en-US" altLang="zh-CN" sz="16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5039995" y="2555875"/>
            <a:ext cx="3636010" cy="1440180"/>
            <a:chOff x="7937" y="4025"/>
            <a:chExt cx="5726" cy="2268"/>
          </a:xfrm>
        </p:grpSpPr>
        <p:grpSp>
          <p:nvGrpSpPr>
            <p:cNvPr id="33" name="组合 32"/>
            <p:cNvGrpSpPr/>
            <p:nvPr/>
          </p:nvGrpSpPr>
          <p:grpSpPr>
            <a:xfrm rot="0">
              <a:off x="9695" y="4479"/>
              <a:ext cx="1701" cy="1814"/>
              <a:chOff x="6156224" y="2996952"/>
              <a:chExt cx="1080072" cy="1152000"/>
            </a:xfrm>
          </p:grpSpPr>
          <p:sp>
            <p:nvSpPr>
              <p:cNvPr id="31" name="Text Box 61"/>
              <p:cNvSpPr txBox="1"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6516216" y="2996952"/>
                <a:ext cx="720032" cy="648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18000" tIns="17780" rIns="18000" bIns="10800" anchor="ctr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 </a:t>
                </a:r>
                <a:endPara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en-US" altLang="zh-CN" sz="1600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endPara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32" name="Text Box 61"/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6156224" y="3572952"/>
                <a:ext cx="1080072" cy="576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lIns="18000" tIns="71755" rIns="18000" bIns="10800" anchor="t" anchorCtr="0"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 </a:t>
                </a:r>
                <a:r>
                  <a:rPr lang="en-US" altLang="zh-CN" sz="1600" b="1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r>
                  <a:rPr lang="zh-CN" altLang="en-US" sz="1600" b="1" dirty="0" smtClean="0">
                    <a:solidFill>
                      <a:srgbClr val="0070C0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暂停</a:t>
                </a:r>
                <a:endParaRPr lang="en-US" altLang="zh-CN" sz="1600" b="1" dirty="0" smtClean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endPara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 rot="0">
              <a:off x="7937" y="4025"/>
              <a:ext cx="5727" cy="2268"/>
              <a:chOff x="5040000" y="2347755"/>
              <a:chExt cx="3636456" cy="1440168"/>
            </a:xfrm>
          </p:grpSpPr>
          <p:cxnSp>
            <p:nvCxnSpPr>
              <p:cNvPr id="35" name="直接箭头连接符 34"/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5436096" y="3787923"/>
                <a:ext cx="3240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6" name="直接箭头连接符 35"/>
              <p:cNvCxnSpPr/>
              <p:nvPr>
                <p:custDataLst>
                  <p:tags r:id="rId47"/>
                </p:custDataLst>
              </p:nvPr>
            </p:nvCxnSpPr>
            <p:spPr bwMode="auto">
              <a:xfrm flipV="1">
                <a:off x="5436096" y="2347755"/>
                <a:ext cx="0" cy="1440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37" name="Text Box 61"/>
              <p:cNvSpPr txBox="1"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5436096" y="3571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8" name="Text Box 61"/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5796136" y="3571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9" name="Text Box 61"/>
              <p:cNvSpPr txBox="1"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5796136" y="3283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0" name="Text Box 61"/>
              <p:cNvSpPr txBox="1"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6156176" y="2995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1" name="Text Box 61"/>
              <p:cNvSpPr txBox="1"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7596336" y="2995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2" name="Text Box 61"/>
              <p:cNvSpPr txBox="1"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7236296" y="3283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3" name="Text Box 61"/>
              <p:cNvSpPr txBox="1"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6516216" y="2707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4" name="Text Box 61"/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7956376" y="2707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5" name="Text Box 61"/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6876256" y="2419755"/>
                <a:ext cx="36004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I1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6" name="Text Box 61"/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8316416" y="2419755"/>
                <a:ext cx="360040" cy="216000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7" name="Text Box 63"/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5040000" y="2419755"/>
                <a:ext cx="360000" cy="1368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0" rIns="18000" bIns="10800"/>
              <a:p>
                <a:pPr marL="0" indent="0" algn="ctr" eaLnBrk="1" latinLnBrk="0" hangingPunct="1">
                  <a:lnSpc>
                    <a:spcPct val="10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WB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MEM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EX</a:t>
                </a:r>
                <a:endPara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ID</a:t>
                </a:r>
                <a:endPara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IF</a:t>
                </a:r>
                <a:endPara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8" name="Text Box 61"/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7236296" y="3571755"/>
                <a:ext cx="360040" cy="216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I3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49" name="Text Box 61"/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7596336" y="3283755"/>
                <a:ext cx="360040" cy="216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I3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0" name="Text Box 61"/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7956376" y="2995755"/>
                <a:ext cx="360040" cy="216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I3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1" name="Text Box 61"/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8316416" y="2707755"/>
                <a:ext cx="360040" cy="216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I3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52" name="Text Box 61"/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6156176" y="3283755"/>
                <a:ext cx="359981" cy="2159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10800" rIns="0" bIns="10800" anchor="ctr" anchorCtr="0"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 smtClean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I2</a:t>
                </a:r>
                <a:endPara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3" name="Text Box 6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8560" y="5839"/>
              <a:ext cx="567" cy="11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Text Box 6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9128" y="583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" name="Text Box 61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11395" y="5839"/>
              <a:ext cx="567" cy="113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" name="Text Box 61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9128" y="5386"/>
              <a:ext cx="567" cy="11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7" name="Text Box 61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1396" y="5386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8" name="Text Box 61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11963" y="5386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Text Box 61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9694" y="4932"/>
              <a:ext cx="567" cy="11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Text Box 61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11962" y="4932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Text Box 61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2529" y="4932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2" name="Text Box 61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0261" y="4479"/>
              <a:ext cx="567" cy="113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" name="Text Box 61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12529" y="447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4" name="Text Box 6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13096" y="447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Text Box 61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9695" y="5953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875780" y="2844165"/>
            <a:ext cx="360045" cy="934720"/>
            <a:chOff x="10828" y="4479"/>
            <a:chExt cx="567" cy="1472"/>
          </a:xfrm>
        </p:grpSpPr>
        <p:sp>
          <p:nvSpPr>
            <p:cNvPr id="66" name="Text Box 61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0828" y="583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7" name="Text Box 6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0829" y="5386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8" name="Text Box 61"/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0828" y="4932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Text Box 61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0829" y="4479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7235825" y="2628265"/>
            <a:ext cx="1079500" cy="791845"/>
            <a:chOff x="11395" y="4139"/>
            <a:chExt cx="1700" cy="1247"/>
          </a:xfrm>
        </p:grpSpPr>
        <p:sp>
          <p:nvSpPr>
            <p:cNvPr id="72" name="Text Box 61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1395" y="4932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4" name="Text Box 61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1395" y="4479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5" name="Text Box 61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1962" y="4479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6" name="Text Box 61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1395" y="4139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7" name="Text Box 6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1395" y="5046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9" name="Text Box 6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11395" y="4592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0" name="Text Box 6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11962" y="4592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1" name="Text Box 6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11962" y="4139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2" name="Text Box 6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2529" y="4139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6156960" y="2339975"/>
            <a:ext cx="2122805" cy="1151255"/>
            <a:chOff x="9696" y="3685"/>
            <a:chExt cx="3343" cy="1813"/>
          </a:xfrm>
        </p:grpSpPr>
        <p:sp>
          <p:nvSpPr>
            <p:cNvPr id="84" name="Text Box 61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10828" y="5046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5" name="Text Box 61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10828" y="4592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6" name="Text Box 61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10262" y="5386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7" name="Text Box 61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10262" y="4932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8" name="Text Box 61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9696" y="5386"/>
              <a:ext cx="567" cy="1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9" name="Text Box 6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0261" y="5046"/>
              <a:ext cx="567" cy="3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0" name="左大括号 89"/>
            <p:cNvSpPr/>
            <p:nvPr>
              <p:custDataLst>
                <p:tags r:id="rId96"/>
              </p:custDataLst>
            </p:nvPr>
          </p:nvSpPr>
          <p:spPr bwMode="auto">
            <a:xfrm rot="5400000">
              <a:off x="12189" y="3309"/>
              <a:ext cx="113" cy="1474"/>
            </a:xfrm>
            <a:prstGeom prst="leftBrace">
              <a:avLst>
                <a:gd name="adj1" fmla="val 23381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91" name="Text Box 140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11565" y="3685"/>
              <a:ext cx="147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4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效果</a:t>
              </a:r>
              <a:r>
                <a:rPr lang="zh-CN" altLang="en-US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为</a:t>
              </a:r>
              <a:r>
                <a:rPr lang="zh-CN" altLang="en-US" sz="14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插入</a:t>
              </a:r>
              <a:endPara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6155690" y="3491865"/>
            <a:ext cx="1080135" cy="503555"/>
            <a:chOff x="9694" y="5499"/>
            <a:chExt cx="1701" cy="793"/>
          </a:xfrm>
        </p:grpSpPr>
        <p:sp>
          <p:nvSpPr>
            <p:cNvPr id="93" name="Text Box 6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9694" y="583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4" name="Text Box 61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10261" y="5839"/>
              <a:ext cx="567" cy="113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5" name="Text Box 61"/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10262" y="5499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7" name="Text Box 61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10829" y="5499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I2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1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10262" y="5954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4" name="Text Box 61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10829" y="5954"/>
              <a:ext cx="567" cy="3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05" name="Text Box 88"/>
          <p:cNvSpPr txBox="1">
            <a:spLocks noChangeArrowheads="1"/>
          </p:cNvSpPr>
          <p:nvPr>
            <p:custDataLst>
              <p:tags r:id="rId104"/>
            </p:custDataLst>
          </p:nvPr>
        </p:nvSpPr>
        <p:spPr bwMode="auto">
          <a:xfrm>
            <a:off x="4138285" y="1619885"/>
            <a:ext cx="3418840" cy="551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不写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IF/ID</a:t>
            </a:r>
            <a:r>
              <a:rPr kumimoji="0"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及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1600" b="1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06" name="直接连接符 105"/>
          <p:cNvCxnSpPr/>
          <p:nvPr>
            <p:custDataLst>
              <p:tags r:id="rId105"/>
            </p:custDataLst>
          </p:nvPr>
        </p:nvCxnSpPr>
        <p:spPr bwMode="auto">
          <a:xfrm flipH="1" flipV="1">
            <a:off x="7164490" y="3744000"/>
            <a:ext cx="143510" cy="50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75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99" grpId="0" bldLvl="0" animBg="1"/>
      <p:bldP spid="101" grpId="0" bldLvl="0" animBg="1"/>
      <p:bldP spid="103" grpId="0" bldLvl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88"/>
          <p:cNvSpPr txBox="1">
            <a:spLocks noChangeArrowheads="1"/>
          </p:cNvSpPr>
          <p:nvPr/>
        </p:nvSpPr>
        <p:spPr bwMode="auto">
          <a:xfrm>
            <a:off x="190500" y="360045"/>
            <a:ext cx="8549640" cy="3046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134110" indent="-1134110" algn="l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kumimoji="0"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kumimoji="0" lang="en-US" altLang="zh-CN" sz="2000" b="1" dirty="0" smtClean="0">
                <a:latin typeface="+mn-ea"/>
                <a:ea typeface="+mn-ea"/>
              </a:rPr>
              <a:t>MIPS</a:t>
            </a:r>
            <a:r>
              <a:rPr kumimoji="0" lang="zh-CN" altLang="en-US" sz="2000" b="1" dirty="0" smtClean="0">
                <a:latin typeface="+mn-ea"/>
                <a:ea typeface="+mn-ea"/>
              </a:rPr>
              <a:t>流水线中，</a:t>
            </a:r>
            <a:r>
              <a:rPr lang="zh-CN" altLang="zh-CN" sz="2000" b="1" dirty="0" smtClean="0">
                <a:latin typeface="+mn-ea"/>
                <a:ea typeface="+mn-ea"/>
              </a:rPr>
              <a:t>写</a:t>
            </a:r>
            <a:r>
              <a:rPr lang="en-US" altLang="zh-CN" sz="2000" b="1" dirty="0" smtClean="0">
                <a:latin typeface="+mn-ea"/>
                <a:ea typeface="+mn-ea"/>
              </a:rPr>
              <a:t>GPRs</a:t>
            </a:r>
            <a:r>
              <a:rPr lang="zh-CN" altLang="en-US" sz="2000" b="1" dirty="0" smtClean="0">
                <a:latin typeface="+mn-ea"/>
                <a:ea typeface="+mn-ea"/>
              </a:rPr>
              <a:t>放</a:t>
            </a:r>
            <a:r>
              <a:rPr lang="zh-CN" altLang="zh-CN" sz="2000" b="1" dirty="0" smtClean="0">
                <a:latin typeface="+mn-ea"/>
                <a:ea typeface="+mn-ea"/>
              </a:rPr>
              <a:t>在</a:t>
            </a:r>
            <a:r>
              <a:rPr lang="en-US" altLang="zh-CN" sz="2000" b="1" dirty="0">
                <a:latin typeface="+mn-ea"/>
                <a:ea typeface="+mn-ea"/>
              </a:rPr>
              <a:t>WB</a:t>
            </a:r>
            <a:r>
              <a:rPr lang="zh-CN" altLang="zh-CN" sz="2000" b="1" dirty="0">
                <a:latin typeface="+mn-ea"/>
                <a:ea typeface="+mn-ea"/>
              </a:rPr>
              <a:t>段，在下一拍</a:t>
            </a:r>
            <a:r>
              <a:rPr lang="zh-CN" altLang="zh-CN" sz="2000" b="1" dirty="0" smtClean="0">
                <a:latin typeface="+mn-ea"/>
                <a:ea typeface="+mn-ea"/>
              </a:rPr>
              <a:t>才能够读出</a:t>
            </a:r>
            <a:r>
              <a:rPr lang="zh-CN" altLang="en-US" sz="2000" b="1" dirty="0" smtClean="0">
                <a:latin typeface="+mn-ea"/>
                <a:ea typeface="+mn-ea"/>
              </a:rPr>
              <a:t>当前拍</a:t>
            </a:r>
            <a:r>
              <a:rPr lang="zh-CN" altLang="zh-CN" sz="2000" b="1" dirty="0" smtClean="0">
                <a:latin typeface="+mn-ea"/>
                <a:ea typeface="+mn-ea"/>
              </a:rPr>
              <a:t>所</a:t>
            </a:r>
            <a:r>
              <a:rPr lang="zh-CN" altLang="zh-CN" sz="2000" b="1" dirty="0">
                <a:latin typeface="+mn-ea"/>
                <a:ea typeface="+mn-ea"/>
              </a:rPr>
              <a:t>写的数据。现有如下</a:t>
            </a:r>
            <a:r>
              <a:rPr lang="en-US" altLang="zh-CN" sz="2000" b="1" dirty="0">
                <a:latin typeface="+mn-ea"/>
                <a:ea typeface="+mn-ea"/>
              </a:rPr>
              <a:t>MIPS</a:t>
            </a:r>
            <a:r>
              <a:rPr lang="zh-CN" altLang="zh-CN" sz="2000" b="1" dirty="0">
                <a:latin typeface="+mn-ea"/>
                <a:ea typeface="+mn-ea"/>
              </a:rPr>
              <a:t>指令序列</a:t>
            </a:r>
            <a:r>
              <a:rPr lang="zh-CN" altLang="zh-CN" sz="2000" b="1" dirty="0" smtClean="0">
                <a:latin typeface="+mn-ea"/>
                <a:ea typeface="+mn-ea"/>
              </a:rPr>
              <a:t>：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I1</a:t>
            </a:r>
            <a:r>
              <a:rPr lang="en-US" altLang="zh-CN" sz="1800" b="1" dirty="0">
                <a:latin typeface="+mn-ea"/>
                <a:ea typeface="+mn-ea"/>
              </a:rPr>
              <a:t>: add $4, $5, $6    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pt-BR" altLang="zh-CN" sz="1800" b="1" dirty="0" smtClean="0">
                <a:latin typeface="+mn-ea"/>
                <a:ea typeface="+mn-ea"/>
              </a:rPr>
              <a:t>$</a:t>
            </a:r>
            <a:r>
              <a:rPr lang="pt-BR" altLang="zh-CN" sz="1800" b="1" dirty="0">
                <a:latin typeface="+mn-ea"/>
                <a:ea typeface="+mn-ea"/>
              </a:rPr>
              <a:t>4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I2</a:t>
            </a:r>
            <a:r>
              <a:rPr lang="en-US" altLang="zh-CN" sz="1800" b="1" dirty="0">
                <a:latin typeface="+mn-ea"/>
                <a:ea typeface="+mn-ea"/>
              </a:rPr>
              <a:t>: sub $7, $4, </a:t>
            </a:r>
            <a:r>
              <a:rPr lang="en-US" altLang="zh-CN" sz="1800" b="1" dirty="0" smtClean="0">
                <a:latin typeface="+mn-ea"/>
                <a:ea typeface="+mn-ea"/>
              </a:rPr>
              <a:t>$6    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pt-BR" altLang="zh-CN" sz="1800" b="1" dirty="0" smtClean="0">
                <a:latin typeface="+mn-ea"/>
                <a:ea typeface="+mn-ea"/>
              </a:rPr>
              <a:t>$</a:t>
            </a:r>
            <a:r>
              <a:rPr lang="pt-BR" altLang="zh-CN" sz="1800" b="1" dirty="0">
                <a:latin typeface="+mn-ea"/>
                <a:ea typeface="+mn-ea"/>
              </a:rPr>
              <a:t>7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$4</a:t>
            </a:r>
            <a:r>
              <a:rPr lang="zh-CN" altLang="zh-CN" sz="1800" b="1" dirty="0">
                <a:latin typeface="+mn-ea"/>
                <a:ea typeface="+mn-ea"/>
              </a:rPr>
              <a:t>－</a:t>
            </a:r>
            <a:r>
              <a:rPr lang="pt-BR" altLang="zh-CN" sz="1800" b="1" dirty="0" smtClean="0">
                <a:latin typeface="+mn-ea"/>
                <a:ea typeface="+mn-ea"/>
              </a:rPr>
              <a:t>$6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I3</a:t>
            </a:r>
            <a:r>
              <a:rPr lang="en-US" altLang="zh-CN" sz="1800" b="1" dirty="0">
                <a:latin typeface="+mn-ea"/>
                <a:ea typeface="+mn-ea"/>
              </a:rPr>
              <a:t>: </a:t>
            </a:r>
            <a:r>
              <a:rPr lang="en-US" altLang="zh-CN" sz="1800" b="1" dirty="0" smtClean="0">
                <a:latin typeface="+mn-ea"/>
                <a:ea typeface="+mn-ea"/>
              </a:rPr>
              <a:t>or  </a:t>
            </a:r>
            <a:r>
              <a:rPr lang="en-US" altLang="zh-CN" sz="1800" b="1" dirty="0">
                <a:latin typeface="+mn-ea"/>
                <a:ea typeface="+mn-ea"/>
              </a:rPr>
              <a:t>$8, $4, </a:t>
            </a:r>
            <a:r>
              <a:rPr lang="en-US" altLang="zh-CN" sz="1800" b="1" dirty="0" smtClean="0">
                <a:latin typeface="+mn-ea"/>
                <a:ea typeface="+mn-ea"/>
              </a:rPr>
              <a:t>$6    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pt-BR" altLang="zh-CN" sz="1800" b="1" dirty="0" smtClean="0">
                <a:latin typeface="+mn-ea"/>
                <a:ea typeface="+mn-ea"/>
              </a:rPr>
              <a:t>$</a:t>
            </a:r>
            <a:r>
              <a:rPr lang="pt-BR" altLang="zh-CN" sz="1800" b="1" dirty="0">
                <a:latin typeface="+mn-ea"/>
                <a:ea typeface="+mn-ea"/>
              </a:rPr>
              <a:t>8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$4 | </a:t>
            </a:r>
            <a:r>
              <a:rPr lang="pt-BR" altLang="zh-CN" sz="1800" b="1" dirty="0" smtClean="0">
                <a:latin typeface="+mn-ea"/>
                <a:ea typeface="+mn-ea"/>
              </a:rPr>
              <a:t>$6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I4</a:t>
            </a:r>
            <a:r>
              <a:rPr lang="en-US" altLang="zh-CN" sz="1800" b="1" dirty="0">
                <a:latin typeface="+mn-ea"/>
                <a:ea typeface="+mn-ea"/>
              </a:rPr>
              <a:t>: </a:t>
            </a:r>
            <a:r>
              <a:rPr lang="en-US" altLang="zh-CN" sz="1800" b="1" dirty="0" err="1">
                <a:latin typeface="+mn-ea"/>
                <a:ea typeface="+mn-ea"/>
              </a:rPr>
              <a:t>sw</a:t>
            </a:r>
            <a:r>
              <a:rPr lang="en-US" altLang="zh-CN" sz="1800" b="1" dirty="0">
                <a:latin typeface="+mn-ea"/>
                <a:ea typeface="+mn-ea"/>
              </a:rPr>
              <a:t> </a:t>
            </a:r>
            <a:r>
              <a:rPr lang="en-US" altLang="zh-CN" sz="1800" b="1" dirty="0" smtClean="0">
                <a:latin typeface="+mn-ea"/>
                <a:ea typeface="+mn-ea"/>
              </a:rPr>
              <a:t> $</a:t>
            </a:r>
            <a:r>
              <a:rPr lang="en-US" altLang="zh-CN" sz="1800" b="1" dirty="0">
                <a:latin typeface="+mn-ea"/>
                <a:ea typeface="+mn-ea"/>
              </a:rPr>
              <a:t>6, 20($4)    </a:t>
            </a:r>
            <a:r>
              <a:rPr lang="en-US" altLang="zh-CN" sz="1800" b="1" dirty="0" smtClean="0">
                <a:latin typeface="+mn-ea"/>
                <a:ea typeface="+mn-ea"/>
              </a:rPr>
              <a:t>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en-US" altLang="zh-CN" sz="1800" b="1" dirty="0" smtClean="0">
                <a:latin typeface="+mn-ea"/>
                <a:ea typeface="+mn-ea"/>
              </a:rPr>
              <a:t>M</a:t>
            </a:r>
            <a:r>
              <a:rPr lang="en-US" altLang="zh-CN" sz="1800" b="1" dirty="0">
                <a:latin typeface="+mn-ea"/>
                <a:ea typeface="+mn-ea"/>
              </a:rPr>
              <a:t>[</a:t>
            </a:r>
            <a:r>
              <a:rPr lang="pt-BR" altLang="zh-CN" sz="1800" b="1" dirty="0">
                <a:latin typeface="+mn-ea"/>
                <a:ea typeface="+mn-ea"/>
              </a:rPr>
              <a:t>$4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20]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I5</a:t>
            </a:r>
            <a:r>
              <a:rPr lang="en-US" altLang="zh-CN" sz="1800" b="1" dirty="0">
                <a:latin typeface="+mn-ea"/>
                <a:ea typeface="+mn-ea"/>
              </a:rPr>
              <a:t>: </a:t>
            </a:r>
            <a:r>
              <a:rPr lang="en-US" altLang="zh-CN" sz="1800" b="1" dirty="0" err="1">
                <a:latin typeface="+mn-ea"/>
                <a:ea typeface="+mn-ea"/>
              </a:rPr>
              <a:t>lw</a:t>
            </a:r>
            <a:r>
              <a:rPr lang="en-US" altLang="zh-CN" sz="1800" b="1" dirty="0">
                <a:latin typeface="+mn-ea"/>
                <a:ea typeface="+mn-ea"/>
              </a:rPr>
              <a:t> </a:t>
            </a:r>
            <a:r>
              <a:rPr lang="en-US" altLang="zh-CN" sz="1800" b="1" dirty="0" smtClean="0">
                <a:latin typeface="+mn-ea"/>
                <a:ea typeface="+mn-ea"/>
              </a:rPr>
              <a:t> $</a:t>
            </a:r>
            <a:r>
              <a:rPr lang="en-US" altLang="zh-CN" sz="1800" b="1" dirty="0">
                <a:latin typeface="+mn-ea"/>
                <a:ea typeface="+mn-ea"/>
              </a:rPr>
              <a:t>9, 20($8)     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pt-BR" altLang="zh-CN" sz="1800" b="1" dirty="0" smtClean="0">
                <a:latin typeface="+mn-ea"/>
                <a:ea typeface="+mn-ea"/>
              </a:rPr>
              <a:t>$</a:t>
            </a:r>
            <a:r>
              <a:rPr lang="pt-BR" altLang="zh-CN" sz="1800" b="1" dirty="0">
                <a:latin typeface="+mn-ea"/>
                <a:ea typeface="+mn-ea"/>
              </a:rPr>
              <a:t>9</a:t>
            </a:r>
            <a:r>
              <a:rPr lang="en-US" altLang="zh-CN" sz="1800" b="1" dirty="0">
                <a:latin typeface="+mn-ea"/>
                <a:ea typeface="+mn-ea"/>
              </a:rPr>
              <a:t>←M[</a:t>
            </a:r>
            <a:r>
              <a:rPr lang="pt-BR" altLang="zh-CN" sz="1800" b="1" dirty="0">
                <a:latin typeface="+mn-ea"/>
                <a:ea typeface="+mn-ea"/>
              </a:rPr>
              <a:t>$8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20</a:t>
            </a:r>
            <a:r>
              <a:rPr lang="pt-BR" altLang="zh-CN" sz="1800" b="1" dirty="0" smtClean="0">
                <a:latin typeface="+mn-ea"/>
                <a:ea typeface="+mn-ea"/>
              </a:rPr>
              <a:t>]</a:t>
            </a:r>
            <a:r>
              <a:rPr lang="pt-BR" altLang="zh-CN" sz="2000" b="1" dirty="0" smtClean="0">
                <a:latin typeface="+mn-ea"/>
                <a:ea typeface="+mn-ea"/>
              </a:rPr>
              <a:t> </a:t>
            </a:r>
            <a:endParaRPr lang="pt-BR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latin typeface="+mn-ea"/>
                <a:ea typeface="+mn-ea"/>
              </a:rPr>
              <a:t>    问：①</a:t>
            </a:r>
            <a:r>
              <a:rPr lang="zh-CN" altLang="zh-CN" sz="2000" b="1" dirty="0" smtClean="0">
                <a:latin typeface="+mn-ea"/>
                <a:ea typeface="+mn-ea"/>
              </a:rPr>
              <a:t>哪些</a:t>
            </a:r>
            <a:r>
              <a:rPr lang="zh-CN" altLang="zh-CN" sz="2000" b="1" dirty="0">
                <a:latin typeface="+mn-ea"/>
                <a:ea typeface="+mn-ea"/>
              </a:rPr>
              <a:t>指令之间存在</a:t>
            </a:r>
            <a:r>
              <a:rPr lang="en-US" altLang="zh-CN" sz="2000" b="1" dirty="0">
                <a:latin typeface="+mn-ea"/>
                <a:ea typeface="+mn-ea"/>
              </a:rPr>
              <a:t>RAW</a:t>
            </a:r>
            <a:r>
              <a:rPr lang="zh-CN" altLang="zh-CN" sz="2000" b="1" dirty="0">
                <a:latin typeface="+mn-ea"/>
                <a:ea typeface="+mn-ea"/>
              </a:rPr>
              <a:t>冒险</a:t>
            </a:r>
            <a:r>
              <a:rPr lang="zh-CN" altLang="zh-CN" sz="2000" b="1" dirty="0" smtClean="0">
                <a:latin typeface="+mn-ea"/>
                <a:ea typeface="+mn-ea"/>
              </a:rPr>
              <a:t>？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latin typeface="+mn-ea"/>
                <a:ea typeface="+mn-ea"/>
              </a:rPr>
              <a:t>        ②</a:t>
            </a:r>
            <a:r>
              <a:rPr lang="zh-CN" altLang="zh-CN" sz="2000" b="1" dirty="0" smtClean="0">
                <a:latin typeface="+mn-ea"/>
                <a:ea typeface="+mn-ea"/>
              </a:rPr>
              <a:t>采用</a:t>
            </a:r>
            <a:r>
              <a:rPr lang="zh-CN" altLang="zh-CN" sz="2000" b="1" dirty="0">
                <a:latin typeface="+mn-ea"/>
                <a:ea typeface="+mn-ea"/>
              </a:rPr>
              <a:t>阻塞法处理</a:t>
            </a:r>
            <a:r>
              <a:rPr lang="en-US" altLang="zh-CN" sz="2000" b="1" dirty="0">
                <a:latin typeface="+mn-ea"/>
                <a:ea typeface="+mn-ea"/>
              </a:rPr>
              <a:t>RAW</a:t>
            </a:r>
            <a:r>
              <a:rPr lang="zh-CN" altLang="zh-CN" sz="2000" b="1" dirty="0" smtClean="0">
                <a:latin typeface="+mn-ea"/>
                <a:ea typeface="+mn-ea"/>
              </a:rPr>
              <a:t>冒险</a:t>
            </a:r>
            <a:r>
              <a:rPr lang="zh-CN" altLang="en-US" sz="2000" b="1" dirty="0" smtClean="0">
                <a:latin typeface="+mn-ea"/>
                <a:ea typeface="+mn-ea"/>
              </a:rPr>
              <a:t>时</a:t>
            </a:r>
            <a:r>
              <a:rPr lang="zh-CN" altLang="zh-CN" sz="2000" b="1" dirty="0" smtClean="0">
                <a:latin typeface="+mn-ea"/>
                <a:ea typeface="+mn-ea"/>
              </a:rPr>
              <a:t>，</a:t>
            </a:r>
            <a:r>
              <a:rPr lang="zh-CN" altLang="en-US" sz="2000" b="1" dirty="0" smtClean="0">
                <a:latin typeface="+mn-ea"/>
                <a:ea typeface="+mn-ea"/>
              </a:rPr>
              <a:t>执行</a:t>
            </a:r>
            <a:r>
              <a:rPr lang="zh-CN" altLang="zh-CN" sz="2000" b="1" dirty="0" smtClean="0">
                <a:latin typeface="+mn-ea"/>
                <a:ea typeface="+mn-ea"/>
              </a:rPr>
              <a:t>指令序列</a:t>
            </a:r>
            <a:r>
              <a:rPr lang="zh-CN" altLang="en-US" sz="2000" b="1" dirty="0" smtClean="0">
                <a:latin typeface="+mn-ea"/>
                <a:ea typeface="+mn-ea"/>
              </a:rPr>
              <a:t>需</a:t>
            </a:r>
            <a:r>
              <a:rPr lang="zh-CN" altLang="zh-CN" sz="2000" b="1" dirty="0" smtClean="0">
                <a:latin typeface="+mn-ea"/>
                <a:ea typeface="+mn-ea"/>
              </a:rPr>
              <a:t>多少</a:t>
            </a:r>
            <a:r>
              <a:rPr lang="zh-CN" altLang="zh-CN" sz="2000" b="1" dirty="0">
                <a:latin typeface="+mn-ea"/>
                <a:ea typeface="+mn-ea"/>
              </a:rPr>
              <a:t>拍</a:t>
            </a:r>
            <a:r>
              <a:rPr lang="zh-CN" altLang="zh-CN" sz="2000" b="1" dirty="0" smtClean="0">
                <a:latin typeface="+mn-ea"/>
                <a:ea typeface="+mn-ea"/>
              </a:rPr>
              <a:t>？</a:t>
            </a:r>
            <a:endParaRPr kumimoji="0" lang="zh-CN" altLang="zh-CN" sz="2000" b="1" dirty="0" smtClean="0">
              <a:latin typeface="+mn-ea"/>
              <a:ea typeface="+mn-ea"/>
            </a:endParaRPr>
          </a:p>
        </p:txBody>
      </p:sp>
      <p:sp>
        <p:nvSpPr>
          <p:cNvPr id="6" name="AutoShape 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2445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88"/>
          <p:cNvSpPr txBox="1">
            <a:spLocks noChangeArrowheads="1"/>
          </p:cNvSpPr>
          <p:nvPr/>
        </p:nvSpPr>
        <p:spPr bwMode="auto">
          <a:xfrm>
            <a:off x="179705" y="3350260"/>
            <a:ext cx="7849235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kumimoji="0" lang="zh-CN" altLang="en-US" sz="2000" b="1" dirty="0" smtClean="0">
                <a:latin typeface="宋体" panose="02010600030101010101" pitchFamily="2" charset="-122"/>
                <a:sym typeface="+mn-ea"/>
              </a:rPr>
              <a:t>①</a:t>
            </a:r>
            <a:r>
              <a:rPr kumimoji="0" lang="en-US" altLang="zh-CN" sz="2000" b="1" dirty="0" smtClean="0">
                <a:latin typeface="宋体" panose="02010600030101010101" pitchFamily="2" charset="-122"/>
                <a:sym typeface="+mn-ea"/>
              </a:rPr>
              <a:t>RAW</a:t>
            </a:r>
            <a:r>
              <a:rPr kumimoji="0" lang="zh-CN" altLang="en-US" sz="2000" b="1" dirty="0" smtClean="0">
                <a:latin typeface="宋体" panose="02010600030101010101" pitchFamily="2" charset="-122"/>
                <a:sym typeface="+mn-ea"/>
              </a:rPr>
              <a:t>冒险有：</a:t>
            </a:r>
            <a:endParaRPr kumimoji="0" lang="en-US" altLang="zh-CN" sz="2000" b="1" dirty="0" smtClean="0">
              <a:solidFill>
                <a:schemeClr val="bg1">
                  <a:lumMod val="65000"/>
                </a:schemeClr>
              </a:solidFill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000" b="1" dirty="0" smtClean="0">
                <a:latin typeface="宋体" panose="02010600030101010101" pitchFamily="2" charset="-122"/>
              </a:rPr>
              <a:t>   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 ②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I2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因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I2-I1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冒险需停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拍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，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I3-I1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I4-I1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冒险需停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拍；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        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I5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因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I5-I3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冒险需停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拍；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       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执行时间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＝</a:t>
            </a:r>
            <a:endParaRPr kumimoji="0" lang="zh-CN" altLang="en-US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11" name="Text Box 88"/>
          <p:cNvSpPr txBox="1">
            <a:spLocks noChangeArrowheads="1"/>
          </p:cNvSpPr>
          <p:nvPr/>
        </p:nvSpPr>
        <p:spPr bwMode="auto">
          <a:xfrm>
            <a:off x="2736850" y="3348990"/>
            <a:ext cx="4573905" cy="169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noAutofit/>
          </a:bodyPr>
          <a:lstStyle/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I2-I1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I3-I1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I4-I1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I5-I3</a:t>
            </a:r>
            <a:endParaRPr kumimoji="0"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3  </a:t>
            </a:r>
            <a:endParaRPr kumimoji="0"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kumimoji="0"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[5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(5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1)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(3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2)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14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kumimoji="0"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 Box 88"/>
          <p:cNvSpPr txBox="1">
            <a:spLocks noChangeArrowheads="1"/>
          </p:cNvSpPr>
          <p:nvPr/>
        </p:nvSpPr>
        <p:spPr bwMode="auto">
          <a:xfrm>
            <a:off x="7020000" y="3744980"/>
            <a:ext cx="360040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0</a:t>
            </a:r>
            <a:endParaRPr kumimoji="0"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线形标注 2 12"/>
          <p:cNvSpPr/>
          <p:nvPr/>
        </p:nvSpPr>
        <p:spPr bwMode="auto">
          <a:xfrm>
            <a:off x="5365470" y="4213225"/>
            <a:ext cx="1656000" cy="288000"/>
          </a:xfrm>
          <a:prstGeom prst="borderCallout2">
            <a:avLst>
              <a:gd name="adj1" fmla="val 49933"/>
              <a:gd name="adj2" fmla="val -854"/>
              <a:gd name="adj3" fmla="val 49969"/>
              <a:gd name="adj4" fmla="val -14048"/>
              <a:gd name="adj5" fmla="val -37482"/>
              <a:gd name="adj6" fmla="val -3150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kumimoji="0" lang="zh-CN" altLang="en-US" sz="1600" b="1" dirty="0">
                <a:latin typeface="宋体" panose="02010600030101010101" pitchFamily="2" charset="-122"/>
              </a:rPr>
              <a:t>随</a:t>
            </a:r>
            <a:r>
              <a:rPr kumimoji="0" lang="en-US" altLang="zh-CN" sz="1600" b="1" dirty="0" smtClean="0">
                <a:latin typeface="宋体" panose="02010600030101010101" pitchFamily="2" charset="-122"/>
              </a:rPr>
              <a:t>I2-I1</a:t>
            </a:r>
            <a:r>
              <a:rPr kumimoji="0" lang="zh-CN" altLang="en-US" sz="1600" b="1" dirty="0" smtClean="0">
                <a:latin typeface="宋体" panose="02010600030101010101" pitchFamily="2" charset="-122"/>
              </a:rPr>
              <a:t>自动</a:t>
            </a:r>
            <a:r>
              <a:rPr kumimoji="0" lang="zh-CN" altLang="en-US" sz="1600" b="1" dirty="0">
                <a:latin typeface="宋体" panose="02010600030101010101" pitchFamily="2" charset="-122"/>
              </a:rPr>
              <a:t>消除</a:t>
            </a:r>
            <a:endParaRPr kumimoji="0" lang="zh-CN" altLang="en-US" sz="1600" b="1" spc="-100" dirty="0">
              <a:latin typeface="宋体" panose="02010600030101010101" pitchFamily="2" charset="-122"/>
            </a:endParaRPr>
          </a:p>
        </p:txBody>
      </p:sp>
      <p:sp>
        <p:nvSpPr>
          <p:cNvPr id="14" name="线形标注 2 13"/>
          <p:cNvSpPr/>
          <p:nvPr/>
        </p:nvSpPr>
        <p:spPr bwMode="auto">
          <a:xfrm>
            <a:off x="6481715" y="864000"/>
            <a:ext cx="792088" cy="288000"/>
          </a:xfrm>
          <a:prstGeom prst="borderCallout2">
            <a:avLst>
              <a:gd name="adj1" fmla="val 49933"/>
              <a:gd name="adj2" fmla="val -854"/>
              <a:gd name="adj3" fmla="val 46544"/>
              <a:gd name="adj4" fmla="val -35104"/>
              <a:gd name="adj5" fmla="val -47102"/>
              <a:gd name="adj6" fmla="val -6176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en-US" altLang="zh-CN" sz="1800" b="1" spc="-100" dirty="0" smtClean="0">
                <a:latin typeface="宋体" panose="02010600030101010101" pitchFamily="2" charset="-122"/>
              </a:rPr>
              <a:t>P</a:t>
            </a:r>
            <a:r>
              <a:rPr lang="en-US" altLang="zh-CN" sz="1800" b="1" spc="-100" baseline="-18000" dirty="0" smtClean="0">
                <a:latin typeface="宋体" panose="02010600030101010101" pitchFamily="2" charset="-122"/>
              </a:rPr>
              <a:t>0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时写</a:t>
            </a:r>
            <a:endParaRPr lang="en-US" altLang="zh-CN" sz="1800" b="1" spc="-100" dirty="0">
              <a:latin typeface="宋体" panose="02010600030101010101" pitchFamily="2" charset="-122"/>
            </a:endParaRPr>
          </a:p>
        </p:txBody>
      </p:sp>
      <p:sp>
        <p:nvSpPr>
          <p:cNvPr id="15" name="AutoShape 1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374477" y="1197511"/>
            <a:ext cx="1656184" cy="983406"/>
            <a:chOff x="5940152" y="5541938"/>
            <a:chExt cx="1656184" cy="983406"/>
          </a:xfrm>
        </p:grpSpPr>
        <p:cxnSp>
          <p:nvCxnSpPr>
            <p:cNvPr id="17" name="直接连接符 16"/>
            <p:cNvCxnSpPr/>
            <p:nvPr/>
          </p:nvCxnSpPr>
          <p:spPr bwMode="auto">
            <a:xfrm flipV="1">
              <a:off x="5940152" y="6118003"/>
              <a:ext cx="144016" cy="30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 bwMode="auto">
            <a:xfrm>
              <a:off x="6084168" y="5830589"/>
              <a:ext cx="0" cy="28772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直接连接符 18"/>
            <p:cNvCxnSpPr/>
            <p:nvPr/>
          </p:nvCxnSpPr>
          <p:spPr bwMode="auto">
            <a:xfrm>
              <a:off x="6084232" y="5829970"/>
              <a:ext cx="576000" cy="61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 bwMode="auto">
            <a:xfrm>
              <a:off x="6660232" y="5830589"/>
              <a:ext cx="0" cy="2849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6660296" y="6118312"/>
              <a:ext cx="576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/>
          </p:nvCxnSpPr>
          <p:spPr bwMode="auto">
            <a:xfrm>
              <a:off x="7234559" y="5830589"/>
              <a:ext cx="0" cy="28493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 bwMode="auto">
            <a:xfrm flipV="1">
              <a:off x="7234559" y="5829970"/>
              <a:ext cx="360000" cy="62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箭头连接符 23"/>
            <p:cNvCxnSpPr/>
            <p:nvPr/>
          </p:nvCxnSpPr>
          <p:spPr bwMode="auto">
            <a:xfrm flipV="1">
              <a:off x="7256305" y="6142435"/>
              <a:ext cx="0" cy="16688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25" name="Text Box 140"/>
            <p:cNvSpPr txBox="1">
              <a:spLocks noChangeArrowheads="1"/>
            </p:cNvSpPr>
            <p:nvPr/>
          </p:nvSpPr>
          <p:spPr bwMode="auto">
            <a:xfrm>
              <a:off x="6012160" y="6280869"/>
              <a:ext cx="1584176" cy="24447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P</a:t>
              </a:r>
              <a:r>
                <a:rPr lang="en-US" altLang="zh-CN" sz="1600" b="1" baseline="-18000" dirty="0" smtClean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   P</a:t>
              </a:r>
              <a:r>
                <a:rPr lang="en-US" altLang="zh-CN" sz="1600" b="1" baseline="-18000" dirty="0" smtClean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   P</a:t>
              </a:r>
              <a:r>
                <a:rPr lang="en-US" altLang="zh-CN" sz="1600" b="1" baseline="-18000" dirty="0" smtClean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zh-CN" altLang="en-US" sz="1600" b="1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 bwMode="auto">
            <a:xfrm>
              <a:off x="7234559" y="5541938"/>
              <a:ext cx="0" cy="263326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Text Box 140"/>
            <p:cNvSpPr txBox="1">
              <a:spLocks noChangeArrowheads="1"/>
            </p:cNvSpPr>
            <p:nvPr/>
          </p:nvSpPr>
          <p:spPr bwMode="auto">
            <a:xfrm>
              <a:off x="7266776" y="5541938"/>
              <a:ext cx="288032" cy="244475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读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 bwMode="auto">
            <a:xfrm flipV="1">
              <a:off x="6084168" y="6165304"/>
              <a:ext cx="0" cy="16688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29" name="直接箭头连接符 28"/>
            <p:cNvCxnSpPr/>
            <p:nvPr/>
          </p:nvCxnSpPr>
          <p:spPr bwMode="auto">
            <a:xfrm flipV="1">
              <a:off x="6660232" y="6142435"/>
              <a:ext cx="0" cy="16688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30" name="Text Box 140"/>
            <p:cNvSpPr txBox="1">
              <a:spLocks noChangeArrowheads="1"/>
            </p:cNvSpPr>
            <p:nvPr/>
          </p:nvSpPr>
          <p:spPr bwMode="auto">
            <a:xfrm>
              <a:off x="6914356" y="5560789"/>
              <a:ext cx="288032" cy="24447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tx1"/>
                  </a:solidFill>
                </a:rPr>
                <a:t>写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798666" y="5015959"/>
            <a:ext cx="2520280" cy="648072"/>
            <a:chOff x="6300192" y="5301208"/>
            <a:chExt cx="2520280" cy="648072"/>
          </a:xfrm>
        </p:grpSpPr>
        <p:sp>
          <p:nvSpPr>
            <p:cNvPr id="32" name="Text Box 61"/>
            <p:cNvSpPr txBox="1">
              <a:spLocks noChangeArrowheads="1"/>
            </p:cNvSpPr>
            <p:nvPr/>
          </p:nvSpPr>
          <p:spPr bwMode="auto">
            <a:xfrm>
              <a:off x="6660232" y="530120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3" name="Text Box 63"/>
            <p:cNvSpPr txBox="1">
              <a:spLocks noChangeArrowheads="1"/>
            </p:cNvSpPr>
            <p:nvPr/>
          </p:nvSpPr>
          <p:spPr bwMode="auto">
            <a:xfrm>
              <a:off x="6300192" y="5301208"/>
              <a:ext cx="355845" cy="6480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I1: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I2: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I3:</a:t>
              </a:r>
              <a:endParaRPr lang="en-US" altLang="zh-CN" sz="1600" b="1" dirty="0">
                <a:solidFill>
                  <a:srgbClr val="0070C0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 Box 61"/>
            <p:cNvSpPr txBox="1">
              <a:spLocks noChangeArrowheads="1"/>
            </p:cNvSpPr>
            <p:nvPr/>
          </p:nvSpPr>
          <p:spPr bwMode="auto">
            <a:xfrm>
              <a:off x="7020272" y="5301208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/>
          </p:nvSpPr>
          <p:spPr bwMode="auto">
            <a:xfrm>
              <a:off x="7380312" y="530120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6" name="Text Box 61"/>
            <p:cNvSpPr txBox="1">
              <a:spLocks noChangeArrowheads="1"/>
            </p:cNvSpPr>
            <p:nvPr/>
          </p:nvSpPr>
          <p:spPr bwMode="auto">
            <a:xfrm>
              <a:off x="7740352" y="530120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Text Box 61"/>
            <p:cNvSpPr txBox="1">
              <a:spLocks noChangeArrowheads="1"/>
            </p:cNvSpPr>
            <p:nvPr/>
          </p:nvSpPr>
          <p:spPr bwMode="auto">
            <a:xfrm>
              <a:off x="8100392" y="5301208"/>
              <a:ext cx="360040" cy="21602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8" name="Text Box 61"/>
            <p:cNvSpPr txBox="1">
              <a:spLocks noChangeArrowheads="1"/>
            </p:cNvSpPr>
            <p:nvPr/>
          </p:nvSpPr>
          <p:spPr bwMode="auto">
            <a:xfrm>
              <a:off x="7020272" y="5517232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 bwMode="auto">
            <a:xfrm>
              <a:off x="8460432" y="5517232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0" name="Text Box 61"/>
            <p:cNvSpPr txBox="1">
              <a:spLocks noChangeArrowheads="1"/>
            </p:cNvSpPr>
            <p:nvPr/>
          </p:nvSpPr>
          <p:spPr bwMode="auto">
            <a:xfrm>
              <a:off x="8460432" y="5733256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1" name="Text Box 61"/>
            <p:cNvSpPr txBox="1">
              <a:spLocks noChangeArrowheads="1"/>
            </p:cNvSpPr>
            <p:nvPr/>
          </p:nvSpPr>
          <p:spPr bwMode="auto">
            <a:xfrm>
              <a:off x="7380312" y="5517232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Text Box 61"/>
            <p:cNvSpPr txBox="1">
              <a:spLocks noChangeArrowheads="1"/>
            </p:cNvSpPr>
            <p:nvPr/>
          </p:nvSpPr>
          <p:spPr bwMode="auto">
            <a:xfrm>
              <a:off x="7740352" y="5517232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>
              <a:off x="8100392" y="5517232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4" name="Text Box 61"/>
            <p:cNvSpPr txBox="1">
              <a:spLocks noChangeArrowheads="1"/>
            </p:cNvSpPr>
            <p:nvPr/>
          </p:nvSpPr>
          <p:spPr bwMode="auto">
            <a:xfrm>
              <a:off x="7380312" y="5733256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5" name="Text Box 61"/>
            <p:cNvSpPr txBox="1">
              <a:spLocks noChangeArrowheads="1"/>
            </p:cNvSpPr>
            <p:nvPr/>
          </p:nvSpPr>
          <p:spPr bwMode="auto">
            <a:xfrm>
              <a:off x="7740352" y="5733256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8100392" y="5733256"/>
              <a:ext cx="360040" cy="216024"/>
            </a:xfrm>
            <a:prstGeom prst="rect">
              <a:avLst/>
            </a:prstGeom>
            <a:solidFill>
              <a:schemeClr val="bg1">
                <a:lumMod val="7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85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00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000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92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644390" y="2844165"/>
            <a:ext cx="575310" cy="107950"/>
            <a:chOff x="7314" y="6061"/>
            <a:chExt cx="906" cy="170"/>
          </a:xfrm>
        </p:grpSpPr>
        <p:sp>
          <p:nvSpPr>
            <p:cNvPr id="27" name="Text Box 20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314" y="6061"/>
              <a:ext cx="170" cy="17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×</a:t>
              </a:r>
              <a:endParaRPr lang="zh-CN" altLang="en-US" sz="10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" name="Text Box 20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8050" y="6061"/>
              <a:ext cx="170" cy="17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18000" tIns="1080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×</a:t>
              </a:r>
              <a:endParaRPr lang="zh-CN" altLang="en-US" sz="10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34" name="Text Box 8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387" y="360000"/>
            <a:ext cx="3194475" cy="59162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kumimoji="0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转发法：</a:t>
            </a:r>
            <a:endParaRPr kumimoji="0"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endParaRPr kumimoji="0" lang="zh-CN" altLang="en-US" sz="16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获取时机及途径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spc="-2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spc="-200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spc="-2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spc="-2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spc="-200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实现方法</a:t>
            </a:r>
            <a:r>
              <a:rPr kumimoji="0"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停顿拍数</a:t>
            </a:r>
            <a:r>
              <a:rPr kumimoji="0" lang="en-US" altLang="zh-CN" sz="2200" b="1" dirty="0" smtClean="0">
                <a:solidFill>
                  <a:schemeClr val="accent2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uFillTx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load-use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冒险：</a:t>
            </a:r>
            <a:endParaRPr kumimoji="0" lang="zh-CN" altLang="en-US" sz="2200" b="1" dirty="0" smtClean="0">
              <a:solidFill>
                <a:srgbClr val="990099"/>
              </a:solidFill>
              <a:uFillTx/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1260000" y="2374775"/>
            <a:ext cx="7272440" cy="1541867"/>
            <a:chOff x="1548032" y="1671111"/>
            <a:chExt cx="7272440" cy="1541867"/>
          </a:xfrm>
        </p:grpSpPr>
        <p:sp>
          <p:nvSpPr>
            <p:cNvPr id="136" name="Text Box 16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316097" y="2996952"/>
              <a:ext cx="200120" cy="216024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7" name="Text Box 16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084168" y="2996952"/>
              <a:ext cx="231928" cy="216024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8" name="Text Box 16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086935" y="1917278"/>
              <a:ext cx="213257" cy="216024"/>
            </a:xfrm>
            <a:prstGeom prst="rect">
              <a:avLst/>
            </a:prstGeom>
            <a:solidFill>
              <a:srgbClr val="FFCC99"/>
            </a:solidFill>
            <a:ln w="15875">
              <a:noFill/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39" name="直接箭头连接符 138"/>
            <p:cNvCxnSpPr/>
            <p:nvPr>
              <p:custDataLst>
                <p:tags r:id="rId8"/>
              </p:custDataLst>
            </p:nvPr>
          </p:nvCxnSpPr>
          <p:spPr bwMode="auto">
            <a:xfrm>
              <a:off x="3203848" y="1858560"/>
              <a:ext cx="56166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0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3848" y="1916832"/>
              <a:ext cx="504056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1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23928" y="1916833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2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44009" y="1916832"/>
              <a:ext cx="504056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3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364088" y="1916832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4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084168" y="1916832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5" name="Text Box 5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419871" y="1671111"/>
              <a:ext cx="5184439" cy="14400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800" rIns="18000" bIns="10800"/>
            <a:p>
              <a:pPr>
                <a:lnSpc>
                  <a:spcPct val="8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1       2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</a:rPr>
                <a:t>    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3       4       5       6       7       8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46" name="Text Box 6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655676" y="1828394"/>
              <a:ext cx="1548172" cy="13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/>
            <a:p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I1: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$5+$6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I2:$7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-$6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I3:$8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|$6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I4:$9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$4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+$6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7" name="Text Box 164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615887" y="191683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8" name="Text Box 16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335967" y="191683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9" name="Text Box 164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056047" y="191683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0" name="Text Box 164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776127" y="191683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1" name="直接箭头连接符 150"/>
            <p:cNvCxnSpPr>
              <a:stCxn id="140" idx="3"/>
              <a:endCxn id="141" idx="1"/>
            </p:cNvCxnSpPr>
            <p:nvPr>
              <p:custDataLst>
                <p:tags r:id="rId20"/>
              </p:custDataLst>
            </p:nvPr>
          </p:nvCxnSpPr>
          <p:spPr bwMode="auto">
            <a:xfrm>
              <a:off x="3707904" y="2024845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箭头连接符 151"/>
            <p:cNvCxnSpPr>
              <a:stCxn id="141" idx="3"/>
              <a:endCxn id="142" idx="1"/>
            </p:cNvCxnSpPr>
            <p:nvPr>
              <p:custDataLst>
                <p:tags r:id="rId21"/>
              </p:custDataLst>
            </p:nvPr>
          </p:nvCxnSpPr>
          <p:spPr bwMode="auto">
            <a:xfrm>
              <a:off x="4426149" y="2024845"/>
              <a:ext cx="2178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>
              <a:stCxn id="142" idx="3"/>
              <a:endCxn id="143" idx="1"/>
            </p:cNvCxnSpPr>
            <p:nvPr>
              <p:custDataLst>
                <p:tags r:id="rId22"/>
              </p:custDataLst>
            </p:nvPr>
          </p:nvCxnSpPr>
          <p:spPr bwMode="auto">
            <a:xfrm flipV="1">
              <a:off x="5148065" y="2024844"/>
              <a:ext cx="21602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4" name="直接箭头连接符 153"/>
            <p:cNvCxnSpPr>
              <a:stCxn id="143" idx="3"/>
              <a:endCxn id="144" idx="1"/>
            </p:cNvCxnSpPr>
            <p:nvPr>
              <p:custDataLst>
                <p:tags r:id="rId23"/>
              </p:custDataLst>
            </p:nvPr>
          </p:nvCxnSpPr>
          <p:spPr bwMode="auto">
            <a:xfrm>
              <a:off x="5868144" y="2024844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5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923928" y="2276870"/>
              <a:ext cx="504056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6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644008" y="2276871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364089" y="2276870"/>
              <a:ext cx="504056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8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084168" y="227687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9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804248" y="227687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0" name="Text Box 16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335967" y="227687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1" name="Text Box 164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056047" y="227687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2" name="Text Box 164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776127" y="227687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3" name="Text Box 164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496207" y="227687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64" name="直接箭头连接符 163"/>
            <p:cNvCxnSpPr>
              <a:stCxn id="155" idx="3"/>
              <a:endCxn id="156" idx="1"/>
            </p:cNvCxnSpPr>
            <p:nvPr>
              <p:custDataLst>
                <p:tags r:id="rId33"/>
              </p:custDataLst>
            </p:nvPr>
          </p:nvCxnSpPr>
          <p:spPr bwMode="auto">
            <a:xfrm>
              <a:off x="4427984" y="2384883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5" name="直接箭头连接符 164"/>
            <p:cNvCxnSpPr>
              <a:stCxn id="156" idx="3"/>
              <a:endCxn id="3" idx="1"/>
            </p:cNvCxnSpPr>
            <p:nvPr>
              <p:custDataLst>
                <p:tags r:id="rId34"/>
              </p:custDataLst>
            </p:nvPr>
          </p:nvCxnSpPr>
          <p:spPr bwMode="auto">
            <a:xfrm>
              <a:off x="5146229" y="2384883"/>
              <a:ext cx="2178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6" name="直接箭头连接符 165"/>
            <p:cNvCxnSpPr>
              <a:stCxn id="3" idx="3"/>
              <a:endCxn id="158" idx="1"/>
            </p:cNvCxnSpPr>
            <p:nvPr>
              <p:custDataLst>
                <p:tags r:id="rId35"/>
              </p:custDataLst>
            </p:nvPr>
          </p:nvCxnSpPr>
          <p:spPr bwMode="auto">
            <a:xfrm flipV="1">
              <a:off x="5868145" y="2384882"/>
              <a:ext cx="21602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7" name="直接箭头连接符 166"/>
            <p:cNvCxnSpPr>
              <a:stCxn id="158" idx="3"/>
              <a:endCxn id="159" idx="1"/>
            </p:cNvCxnSpPr>
            <p:nvPr>
              <p:custDataLst>
                <p:tags r:id="rId36"/>
              </p:custDataLst>
            </p:nvPr>
          </p:nvCxnSpPr>
          <p:spPr bwMode="auto">
            <a:xfrm>
              <a:off x="6588224" y="2384882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8" name="Text Box 6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644008" y="2636910"/>
              <a:ext cx="504056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9" name="Text Box 6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364088" y="2636911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0" name="Text Box 6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084169" y="2636910"/>
              <a:ext cx="504056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1" name="Text Box 6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6804248" y="263691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2" name="Text Box 6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524328" y="263691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3" name="Text Box 164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056047" y="263691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4" name="Text Box 164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5776127" y="263691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5" name="Text Box 164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6496207" y="263691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6" name="Text Box 164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7216287" y="2636910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77" name="直接箭头连接符 176"/>
            <p:cNvCxnSpPr>
              <a:stCxn id="168" idx="3"/>
              <a:endCxn id="169" idx="1"/>
            </p:cNvCxnSpPr>
            <p:nvPr>
              <p:custDataLst>
                <p:tags r:id="rId46"/>
              </p:custDataLst>
            </p:nvPr>
          </p:nvCxnSpPr>
          <p:spPr bwMode="auto">
            <a:xfrm>
              <a:off x="5148064" y="2744923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8" name="直接箭头连接符 177"/>
            <p:cNvCxnSpPr>
              <a:stCxn id="169" idx="3"/>
              <a:endCxn id="170" idx="1"/>
            </p:cNvCxnSpPr>
            <p:nvPr>
              <p:custDataLst>
                <p:tags r:id="rId47"/>
              </p:custDataLst>
            </p:nvPr>
          </p:nvCxnSpPr>
          <p:spPr bwMode="auto">
            <a:xfrm>
              <a:off x="5866309" y="2744923"/>
              <a:ext cx="2178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9" name="直接箭头连接符 178"/>
            <p:cNvCxnSpPr>
              <a:stCxn id="170" idx="3"/>
              <a:endCxn id="171" idx="1"/>
            </p:cNvCxnSpPr>
            <p:nvPr>
              <p:custDataLst>
                <p:tags r:id="rId48"/>
              </p:custDataLst>
            </p:nvPr>
          </p:nvCxnSpPr>
          <p:spPr bwMode="auto">
            <a:xfrm flipV="1">
              <a:off x="6588225" y="2744922"/>
              <a:ext cx="21602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" name="直接箭头连接符 3"/>
            <p:cNvCxnSpPr>
              <a:stCxn id="171" idx="3"/>
              <a:endCxn id="172" idx="1"/>
            </p:cNvCxnSpPr>
            <p:nvPr>
              <p:custDataLst>
                <p:tags r:id="rId49"/>
              </p:custDataLst>
            </p:nvPr>
          </p:nvCxnSpPr>
          <p:spPr bwMode="auto">
            <a:xfrm>
              <a:off x="7308304" y="2744922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" name="Text Box 61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5364088" y="2996952"/>
              <a:ext cx="504056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" name="Text Box 6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6084168" y="2996953"/>
              <a:ext cx="502221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Text Box 61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804249" y="2996952"/>
              <a:ext cx="504056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4" name="Text Box 6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7524328" y="2996952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8244408" y="2996952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90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Text Box 164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5776127" y="299695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7" name="Text Box 164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6496207" y="299695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164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7216287" y="299695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164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7936367" y="2996952"/>
              <a:ext cx="92017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eaLnBrk="0" hangingPunct="0"/>
              <a:endParaRPr kumimoji="0" lang="en-US" altLang="zh-CN" sz="2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4" name="直接箭头连接符 13"/>
            <p:cNvCxnSpPr>
              <a:stCxn id="5" idx="3"/>
              <a:endCxn id="6" idx="1"/>
            </p:cNvCxnSpPr>
            <p:nvPr>
              <p:custDataLst>
                <p:tags r:id="rId59"/>
              </p:custDataLst>
            </p:nvPr>
          </p:nvCxnSpPr>
          <p:spPr bwMode="auto">
            <a:xfrm>
              <a:off x="5868144" y="3104965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直接箭头连接符 14"/>
            <p:cNvCxnSpPr>
              <a:stCxn id="6" idx="3"/>
              <a:endCxn id="9" idx="1"/>
            </p:cNvCxnSpPr>
            <p:nvPr>
              <p:custDataLst>
                <p:tags r:id="rId60"/>
              </p:custDataLst>
            </p:nvPr>
          </p:nvCxnSpPr>
          <p:spPr bwMode="auto">
            <a:xfrm>
              <a:off x="6586389" y="3104965"/>
              <a:ext cx="2178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" name="直接箭头连接符 15"/>
            <p:cNvCxnSpPr>
              <a:stCxn id="9" idx="3"/>
              <a:endCxn id="184" idx="1"/>
            </p:cNvCxnSpPr>
            <p:nvPr>
              <p:custDataLst>
                <p:tags r:id="rId61"/>
              </p:custDataLst>
            </p:nvPr>
          </p:nvCxnSpPr>
          <p:spPr bwMode="auto">
            <a:xfrm flipV="1">
              <a:off x="7308305" y="3104964"/>
              <a:ext cx="216023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接箭头连接符 16"/>
            <p:cNvCxnSpPr>
              <a:stCxn id="184" idx="3"/>
              <a:endCxn id="10" idx="1"/>
            </p:cNvCxnSpPr>
            <p:nvPr>
              <p:custDataLst>
                <p:tags r:id="rId62"/>
              </p:custDataLst>
            </p:nvPr>
          </p:nvCxnSpPr>
          <p:spPr bwMode="auto">
            <a:xfrm>
              <a:off x="8028384" y="3104964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5" name="左大括号 204"/>
            <p:cNvSpPr/>
            <p:nvPr>
              <p:custDataLst>
                <p:tags r:id="rId63"/>
              </p:custDataLst>
            </p:nvPr>
          </p:nvSpPr>
          <p:spPr bwMode="auto">
            <a:xfrm>
              <a:off x="1548032" y="2320336"/>
              <a:ext cx="72008" cy="792000"/>
            </a:xfrm>
            <a:prstGeom prst="leftBrace">
              <a:avLst>
                <a:gd name="adj1" fmla="val 32417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" name="Text Box 88"/>
          <p:cNvSpPr txBox="1"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2196465" y="3945255"/>
            <a:ext cx="6754495" cy="2530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增</a:t>
            </a:r>
            <a:r>
              <a:rPr kumimoji="0"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设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转发线路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到使用段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，同一拍中</a:t>
            </a: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提前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GPRs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rgbClr val="0070C0"/>
                </a:solidFill>
                <a:sym typeface="+mn-ea"/>
              </a:rPr>
              <a:t>可转发时</a:t>
            </a:r>
            <a:r>
              <a:rPr kumimoji="0" lang="zh-CN" altLang="en-US" sz="22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kumimoji="0" lang="en-US" altLang="zh-CN" sz="2200" b="1" dirty="0" smtClean="0">
                <a:latin typeface="宋体" panose="02010600030101010101" pitchFamily="2" charset="-122"/>
                <a:sym typeface="+mn-ea"/>
              </a:rPr>
              <a:t>0</a:t>
            </a:r>
            <a:r>
              <a:rPr kumimoji="0" lang="zh-CN" altLang="en-US" sz="2200" b="1" dirty="0" smtClean="0">
                <a:sym typeface="+mn-ea"/>
              </a:rPr>
              <a:t>拍，</a:t>
            </a:r>
            <a:r>
              <a:rPr kumimoji="0" lang="zh-CN" altLang="en-US" sz="2200" b="1" dirty="0" smtClean="0">
                <a:solidFill>
                  <a:srgbClr val="0070C0"/>
                </a:solidFill>
                <a:sym typeface="+mn-ea"/>
              </a:rPr>
              <a:t>否则</a:t>
            </a:r>
            <a:r>
              <a:rPr kumimoji="0" lang="zh-CN" altLang="en-US" sz="2200" b="1" dirty="0" smtClean="0">
                <a:sym typeface="+mn-ea"/>
              </a:rPr>
              <a:t>＝阻塞法</a:t>
            </a:r>
            <a:endParaRPr kumimoji="0" lang="zh-CN" altLang="en-US" sz="2200" b="1" dirty="0" smtClean="0">
              <a:sym typeface="+mn-ea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err="1" smtClean="0">
                <a:latin typeface="宋体" panose="02010600030101010101" pitchFamily="2" charset="-122"/>
                <a:sym typeface="+mn-ea"/>
              </a:rPr>
              <a:t>      </a:t>
            </a:r>
            <a:r>
              <a:rPr kumimoji="0" lang="en-US" altLang="zh-CN" sz="2200" b="1" u="sng" dirty="0" err="1" smtClean="0">
                <a:latin typeface="宋体" panose="02010600030101010101" pitchFamily="2" charset="-122"/>
                <a:sym typeface="+mn-ea"/>
              </a:rPr>
              <a:t>lw</a:t>
            </a:r>
            <a:r>
              <a:rPr kumimoji="0" lang="zh-CN" altLang="en-US" sz="2200" b="1" u="sng" dirty="0" smtClean="0">
                <a:latin typeface="宋体" panose="02010600030101010101" pitchFamily="2" charset="-122"/>
                <a:sym typeface="+mn-ea"/>
              </a:rPr>
              <a:t>指令</a:t>
            </a:r>
            <a:r>
              <a:rPr kumimoji="0" lang="zh-CN" altLang="en-US" sz="2200" b="1" dirty="0" smtClean="0">
                <a:latin typeface="宋体" panose="02010600030101010101" pitchFamily="2" charset="-122"/>
                <a:sym typeface="+mn-ea"/>
              </a:rPr>
              <a:t>与</a:t>
            </a:r>
            <a:r>
              <a:rPr kumimoji="0" lang="zh-CN" altLang="en-US" sz="2200" b="1" u="sng" dirty="0" smtClean="0">
                <a:latin typeface="宋体" panose="02010600030101010101" pitchFamily="2" charset="-122"/>
                <a:sym typeface="+mn-ea"/>
              </a:rPr>
              <a:t>下条运算型指令</a:t>
            </a:r>
            <a:r>
              <a:rPr kumimoji="0" lang="zh-CN" altLang="en-US" sz="2200" b="1" dirty="0" smtClean="0">
                <a:latin typeface="宋体" panose="02010600030101010101" pitchFamily="2" charset="-122"/>
                <a:sym typeface="+mn-ea"/>
              </a:rPr>
              <a:t>间的</a:t>
            </a:r>
            <a:r>
              <a:rPr kumimoji="0" lang="en-US" altLang="zh-CN" sz="2200" b="1" dirty="0">
                <a:latin typeface="宋体" panose="02010600030101010101" pitchFamily="2" charset="-122"/>
                <a:sym typeface="+mn-ea"/>
              </a:rPr>
              <a:t>RAW</a:t>
            </a:r>
            <a:r>
              <a:rPr kumimoji="0" lang="zh-CN" altLang="en-US" sz="2200" b="1" dirty="0" smtClean="0">
                <a:latin typeface="宋体" panose="02010600030101010101" pitchFamily="2" charset="-122"/>
                <a:sym typeface="+mn-ea"/>
              </a:rPr>
              <a:t>冒险</a:t>
            </a:r>
            <a:endParaRPr kumimoji="0"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MEM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产生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～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EX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需要←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→只能为阻塞法</a:t>
            </a:r>
            <a:endParaRPr lang="zh-CN" altLang="en-US" sz="1600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120000" y="4501225"/>
            <a:ext cx="2432080" cy="1080000"/>
            <a:chOff x="6264224" y="4048645"/>
            <a:chExt cx="2432080" cy="1080000"/>
          </a:xfrm>
        </p:grpSpPr>
        <p:cxnSp>
          <p:nvCxnSpPr>
            <p:cNvPr id="20" name="直接连接符 19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6660232" y="4479125"/>
              <a:ext cx="144016" cy="309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>
              <p:custDataLst>
                <p:tags r:id="rId66"/>
              </p:custDataLst>
            </p:nvPr>
          </p:nvCxnSpPr>
          <p:spPr bwMode="auto">
            <a:xfrm>
              <a:off x="6804248" y="4265264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1" name="直接连接符 210"/>
            <p:cNvCxnSpPr/>
            <p:nvPr>
              <p:custDataLst>
                <p:tags r:id="rId67"/>
              </p:custDataLst>
            </p:nvPr>
          </p:nvCxnSpPr>
          <p:spPr bwMode="auto">
            <a:xfrm>
              <a:off x="6804336" y="4264645"/>
              <a:ext cx="792000" cy="619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>
              <p:custDataLst>
                <p:tags r:id="rId68"/>
              </p:custDataLst>
            </p:nvPr>
          </p:nvCxnSpPr>
          <p:spPr bwMode="auto">
            <a:xfrm>
              <a:off x="7596336" y="4265264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直接连接符 22"/>
            <p:cNvCxnSpPr/>
            <p:nvPr>
              <p:custDataLst>
                <p:tags r:id="rId69"/>
              </p:custDataLst>
            </p:nvPr>
          </p:nvCxnSpPr>
          <p:spPr bwMode="auto">
            <a:xfrm>
              <a:off x="7596335" y="4479434"/>
              <a:ext cx="79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>
              <p:custDataLst>
                <p:tags r:id="rId70"/>
              </p:custDataLst>
            </p:nvPr>
          </p:nvCxnSpPr>
          <p:spPr bwMode="auto">
            <a:xfrm>
              <a:off x="8388424" y="4265264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8388424" y="4264645"/>
              <a:ext cx="144016" cy="62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6" name="直接箭头连接符 215"/>
            <p:cNvCxnSpPr/>
            <p:nvPr>
              <p:custDataLst>
                <p:tags r:id="rId72"/>
              </p:custDataLst>
            </p:nvPr>
          </p:nvCxnSpPr>
          <p:spPr bwMode="auto">
            <a:xfrm flipV="1">
              <a:off x="7596336" y="4480645"/>
              <a:ext cx="0" cy="16688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26" name="Text Box 140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732392" y="4660645"/>
              <a:ext cx="136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(WB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写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8" name="直接箭头连接符 27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8388424" y="4480645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29" name="直接连接符 28"/>
            <p:cNvCxnSpPr/>
            <p:nvPr>
              <p:custDataLst>
                <p:tags r:id="rId75"/>
              </p:custDataLst>
            </p:nvPr>
          </p:nvCxnSpPr>
          <p:spPr bwMode="auto">
            <a:xfrm>
              <a:off x="7596336" y="4077096"/>
              <a:ext cx="0" cy="1659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Text Box 140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7256304" y="4912645"/>
              <a:ext cx="14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(ID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段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写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ID/EX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27" name="直接连接符 226"/>
            <p:cNvCxnSpPr/>
            <p:nvPr>
              <p:custDataLst>
                <p:tags r:id="rId77"/>
              </p:custDataLst>
            </p:nvPr>
          </p:nvCxnSpPr>
          <p:spPr bwMode="auto">
            <a:xfrm>
              <a:off x="8388424" y="4077096"/>
              <a:ext cx="0" cy="165913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Text Box 140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7634436" y="4048645"/>
              <a:ext cx="720000" cy="216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GPRs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2" name="直接箭头连接符 31"/>
            <p:cNvCxnSpPr/>
            <p:nvPr>
              <p:custDataLst>
                <p:tags r:id="rId79"/>
              </p:custDataLst>
            </p:nvPr>
          </p:nvCxnSpPr>
          <p:spPr bwMode="auto">
            <a:xfrm>
              <a:off x="7450583" y="4149103"/>
              <a:ext cx="145753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230" name="直接箭头连接符 229"/>
            <p:cNvCxnSpPr/>
            <p:nvPr>
              <p:custDataLst>
                <p:tags r:id="rId80"/>
              </p:custDataLst>
            </p:nvPr>
          </p:nvCxnSpPr>
          <p:spPr bwMode="auto">
            <a:xfrm flipH="1">
              <a:off x="8388424" y="4149103"/>
              <a:ext cx="144016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33" name="Text Box 140"/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6264224" y="4264645"/>
              <a:ext cx="43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CLK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932040" y="2736000"/>
            <a:ext cx="1198046" cy="972107"/>
            <a:chOff x="5002087" y="1664805"/>
            <a:chExt cx="1198046" cy="972107"/>
          </a:xfrm>
        </p:grpSpPr>
        <p:cxnSp>
          <p:nvCxnSpPr>
            <p:cNvPr id="35" name="直接连接符 34"/>
            <p:cNvCxnSpPr/>
            <p:nvPr>
              <p:custDataLst>
                <p:tags r:id="rId82"/>
              </p:custDataLst>
            </p:nvPr>
          </p:nvCxnSpPr>
          <p:spPr bwMode="auto">
            <a:xfrm flipH="1">
              <a:off x="5724128" y="1665250"/>
              <a:ext cx="2" cy="71963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83"/>
              </p:custDataLst>
            </p:nvPr>
          </p:nvCxnSpPr>
          <p:spPr bwMode="auto">
            <a:xfrm flipH="1">
              <a:off x="5002087" y="1664805"/>
              <a:ext cx="1" cy="36003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37" name="直接连接符 36"/>
            <p:cNvCxnSpPr/>
            <p:nvPr>
              <p:custDataLst>
                <p:tags r:id="rId84"/>
              </p:custDataLst>
            </p:nvPr>
          </p:nvCxnSpPr>
          <p:spPr bwMode="auto">
            <a:xfrm>
              <a:off x="6012160" y="1772816"/>
              <a:ext cx="187973" cy="86409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sp>
        <p:nvSpPr>
          <p:cNvPr id="38" name="Text Box 88"/>
          <p:cNvSpPr txBox="1">
            <a:spLocks noChangeArrowheads="1"/>
          </p:cNvSpPr>
          <p:nvPr>
            <p:custDataLst>
              <p:tags r:id="rId85"/>
            </p:custDataLst>
          </p:nvPr>
        </p:nvSpPr>
        <p:spPr bwMode="auto">
          <a:xfrm>
            <a:off x="1563370" y="360045"/>
            <a:ext cx="7329170" cy="11957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 spc="-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冲突</a:t>
            </a:r>
            <a:r>
              <a:rPr lang="zh-CN" altLang="zh-CN" sz="2200" b="1" spc="-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</a:t>
            </a:r>
            <a:r>
              <a:rPr lang="zh-CN" altLang="zh-CN" sz="2200" b="1" spc="-200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zh-CN" sz="2200" b="1" spc="-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从</a:t>
            </a:r>
            <a:r>
              <a:rPr lang="zh-CN" altLang="zh-CN" sz="2200" b="1" u="sng" spc="-200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数据产生段</a:t>
            </a:r>
            <a:r>
              <a:rPr lang="en-US" altLang="zh-CN" sz="2200" b="1" spc="-200" baseline="-25000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zh-CN" sz="2200" b="1" u="sng" spc="-2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获取</a:t>
            </a:r>
            <a:r>
              <a:rPr lang="zh-CN" altLang="zh-CN" sz="2200" b="1" spc="-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</a:t>
            </a:r>
            <a:r>
              <a:rPr lang="zh-CN" altLang="en-US" sz="2200" b="1" spc="-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，来</a:t>
            </a:r>
            <a:r>
              <a:rPr lang="zh-CN" altLang="en-US" sz="2200" b="1" u="sng" spc="-2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消除</a:t>
            </a:r>
            <a:r>
              <a:rPr lang="zh-CN" altLang="en-US" sz="2200" b="1" spc="-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冒险</a:t>
            </a:r>
            <a:endParaRPr lang="en-US" altLang="zh-CN" sz="2200" b="1" spc="-2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EX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段→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→避免段传递时间→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┘</a:t>
            </a:r>
            <a:endParaRPr lang="zh-CN" altLang="en-US" sz="16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kumimoji="0" 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使用段</a:t>
            </a:r>
            <a:r>
              <a:rPr kumimoji="0" 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产生段及后续段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获取</a:t>
            </a:r>
            <a:endParaRPr kumimoji="0"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644008" y="2698775"/>
            <a:ext cx="1701487" cy="1011257"/>
            <a:chOff x="4932040" y="1625655"/>
            <a:chExt cx="1701487" cy="1011257"/>
          </a:xfrm>
        </p:grpSpPr>
        <p:sp>
          <p:nvSpPr>
            <p:cNvPr id="40" name="椭圆 39"/>
            <p:cNvSpPr/>
            <p:nvPr>
              <p:custDataLst>
                <p:tags r:id="rId86"/>
              </p:custDataLst>
            </p:nvPr>
          </p:nvSpPr>
          <p:spPr bwMode="auto">
            <a:xfrm>
              <a:off x="6561527" y="1625655"/>
              <a:ext cx="72000" cy="72008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68" name="直接连接符 367"/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4932040" y="1661659"/>
              <a:ext cx="1621098" cy="25202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69" name="直接连接符 368"/>
            <p:cNvCxnSpPr>
              <a:stCxn id="40" idx="3"/>
            </p:cNvCxnSpPr>
            <p:nvPr>
              <p:custDataLst>
                <p:tags r:id="rId88"/>
              </p:custDataLst>
            </p:nvPr>
          </p:nvCxnSpPr>
          <p:spPr bwMode="auto">
            <a:xfrm flipH="1">
              <a:off x="5615199" y="1687118"/>
              <a:ext cx="956872" cy="58660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70" name="直接连接符 369"/>
            <p:cNvCxnSpPr>
              <a:stCxn id="40" idx="4"/>
            </p:cNvCxnSpPr>
            <p:nvPr>
              <p:custDataLst>
                <p:tags r:id="rId89"/>
              </p:custDataLst>
            </p:nvPr>
          </p:nvCxnSpPr>
          <p:spPr bwMode="auto">
            <a:xfrm flipH="1">
              <a:off x="6300192" y="1697663"/>
              <a:ext cx="297335" cy="93924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41" name="组合 40"/>
          <p:cNvGrpSpPr/>
          <p:nvPr/>
        </p:nvGrpSpPr>
        <p:grpSpPr>
          <a:xfrm>
            <a:off x="4572000" y="2698775"/>
            <a:ext cx="1547255" cy="1008113"/>
            <a:chOff x="4572000" y="1946529"/>
            <a:chExt cx="1547255" cy="1008113"/>
          </a:xfrm>
        </p:grpSpPr>
        <p:sp>
          <p:nvSpPr>
            <p:cNvPr id="42" name="椭圆 41"/>
            <p:cNvSpPr/>
            <p:nvPr>
              <p:custDataLst>
                <p:tags r:id="rId90"/>
              </p:custDataLst>
            </p:nvPr>
          </p:nvSpPr>
          <p:spPr bwMode="auto">
            <a:xfrm>
              <a:off x="4905342" y="1946529"/>
              <a:ext cx="72000" cy="72008"/>
            </a:xfrm>
            <a:prstGeom prst="ellipse">
              <a:avLst/>
            </a:prstGeom>
            <a:solidFill>
              <a:srgbClr val="CCFFFF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21" name="直接连接符 220"/>
            <p:cNvCxnSpPr>
              <a:stCxn id="42" idx="3"/>
            </p:cNvCxnSpPr>
            <p:nvPr>
              <p:custDataLst>
                <p:tags r:id="rId91"/>
              </p:custDataLst>
            </p:nvPr>
          </p:nvCxnSpPr>
          <p:spPr bwMode="auto">
            <a:xfrm flipH="1">
              <a:off x="4572000" y="2007992"/>
              <a:ext cx="343886" cy="23288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3" name="直接连接符 42"/>
            <p:cNvCxnSpPr>
              <a:stCxn id="42" idx="4"/>
            </p:cNvCxnSpPr>
            <p:nvPr>
              <p:custDataLst>
                <p:tags r:id="rId92"/>
              </p:custDataLst>
            </p:nvPr>
          </p:nvCxnSpPr>
          <p:spPr bwMode="auto">
            <a:xfrm>
              <a:off x="4941342" y="2018537"/>
              <a:ext cx="457833" cy="57606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24" name="直接连接符 223"/>
            <p:cNvCxnSpPr>
              <a:stCxn id="42" idx="5"/>
            </p:cNvCxnSpPr>
            <p:nvPr>
              <p:custDataLst>
                <p:tags r:id="rId93"/>
              </p:custDataLst>
            </p:nvPr>
          </p:nvCxnSpPr>
          <p:spPr bwMode="auto">
            <a:xfrm>
              <a:off x="4966798" y="2007992"/>
              <a:ext cx="1152457" cy="9466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graphicFrame>
        <p:nvGraphicFramePr>
          <p:cNvPr id="44" name="表格 43"/>
          <p:cNvGraphicFramePr/>
          <p:nvPr>
            <p:custDataLst>
              <p:tags r:id="rId94"/>
            </p:custDataLst>
          </p:nvPr>
        </p:nvGraphicFramePr>
        <p:xfrm>
          <a:off x="1725930" y="1548000"/>
          <a:ext cx="6315710" cy="784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860"/>
                <a:gridCol w="1674495"/>
                <a:gridCol w="1419860"/>
                <a:gridCol w="1674495"/>
              </a:tblGrid>
              <a:tr h="2616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可消除冒险</a:t>
                      </a:r>
                      <a:r>
                        <a:rPr lang="zh-CN" sz="1600" b="1">
                          <a:solidFill>
                            <a:srgbClr val="FF339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分析</a:t>
                      </a:r>
                      <a:endParaRPr lang="zh-CN" altLang="zh-CN" sz="1600" b="1">
                        <a:solidFill>
                          <a:srgbClr val="FF339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段获取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EX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段获取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ID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段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/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EX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段获取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  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从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EX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段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下下条指令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下条指令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下条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&amp;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下下条指令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616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 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从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EX&amp;</a:t>
                      </a:r>
                      <a:r>
                        <a:rPr 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后续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段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下下条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&amp;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后续指令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下条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&amp;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后续指令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下条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&amp;</a:t>
                      </a: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后续指令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39" name="组合 238"/>
          <p:cNvGrpSpPr/>
          <p:nvPr/>
        </p:nvGrpSpPr>
        <p:grpSpPr>
          <a:xfrm>
            <a:off x="1260000" y="4752000"/>
            <a:ext cx="4392000" cy="504000"/>
            <a:chOff x="1260000" y="4581128"/>
            <a:chExt cx="4392000" cy="504000"/>
          </a:xfrm>
        </p:grpSpPr>
        <p:sp>
          <p:nvSpPr>
            <p:cNvPr id="45" name="Text Box 6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260000" y="4581128"/>
              <a:ext cx="504000" cy="50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1755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164"/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1656000" y="4581128"/>
              <a:ext cx="108000" cy="504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42" name="直接箭头连接符 241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1764000" y="4797152"/>
              <a:ext cx="360040" cy="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3" name="Text Box 6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2124000" y="4581128"/>
              <a:ext cx="504000" cy="504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1755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" name="Text Box 164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2519784" y="4581128"/>
              <a:ext cx="108000" cy="504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8" name="直接箭头连接符 47"/>
            <p:cNvCxnSpPr/>
            <p:nvPr>
              <p:custDataLst>
                <p:tags r:id="rId100"/>
              </p:custDataLst>
            </p:nvPr>
          </p:nvCxnSpPr>
          <p:spPr bwMode="auto">
            <a:xfrm>
              <a:off x="2627784" y="4899155"/>
              <a:ext cx="792088" cy="61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8" name="Text Box 61"/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3419872" y="4581128"/>
              <a:ext cx="504000" cy="50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1755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9" name="Text Box 164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3816000" y="4581128"/>
              <a:ext cx="108000" cy="504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0" name="直接箭头连接符 49"/>
            <p:cNvCxnSpPr/>
            <p:nvPr>
              <p:custDataLst>
                <p:tags r:id="rId103"/>
              </p:custDataLst>
            </p:nvPr>
          </p:nvCxnSpPr>
          <p:spPr bwMode="auto">
            <a:xfrm>
              <a:off x="2987872" y="4725143"/>
              <a:ext cx="43200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104"/>
              </p:custDataLst>
            </p:nvPr>
          </p:nvCxnSpPr>
          <p:spPr bwMode="auto">
            <a:xfrm>
              <a:off x="2627784" y="4725144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3" name="直接箭头连接符 252"/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3924000" y="4797152"/>
              <a:ext cx="360040" cy="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2" name="Text Box 61"/>
            <p:cNvSpPr txBox="1">
              <a:spLocks noChangeArrowheads="1"/>
            </p:cNvSpPr>
            <p:nvPr>
              <p:custDataLst>
                <p:tags r:id="rId106"/>
              </p:custDataLst>
            </p:nvPr>
          </p:nvSpPr>
          <p:spPr bwMode="auto">
            <a:xfrm>
              <a:off x="4284000" y="4581128"/>
              <a:ext cx="504000" cy="504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195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5" name="Text Box 164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4680000" y="4581128"/>
              <a:ext cx="108000" cy="504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18000" tIns="10800" rIns="18000" bIns="10800" anchor="ctr"/>
            <a:p>
              <a:pPr algn="ctr" eaLnBrk="0" hangingPunct="0"/>
              <a:endParaRPr kumimoji="0"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3" name="直接箭头连接符 52"/>
            <p:cNvCxnSpPr/>
            <p:nvPr>
              <p:custDataLst>
                <p:tags r:id="rId108"/>
              </p:custDataLst>
            </p:nvPr>
          </p:nvCxnSpPr>
          <p:spPr bwMode="auto">
            <a:xfrm flipV="1">
              <a:off x="4788000" y="4797152"/>
              <a:ext cx="360040" cy="125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4" name="Text Box 61"/>
            <p:cNvSpPr txBox="1"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>
              <a:off x="5148000" y="4581128"/>
              <a:ext cx="504000" cy="50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5" name="直接箭头连接符 54"/>
            <p:cNvCxnSpPr/>
            <p:nvPr>
              <p:custDataLst>
                <p:tags r:id="rId110"/>
              </p:custDataLst>
            </p:nvPr>
          </p:nvCxnSpPr>
          <p:spPr bwMode="auto">
            <a:xfrm>
              <a:off x="2627784" y="5013176"/>
              <a:ext cx="79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111"/>
              </p:custDataLst>
            </p:nvPr>
          </p:nvCxnSpPr>
          <p:spPr bwMode="auto">
            <a:xfrm>
              <a:off x="3924000" y="5013112"/>
              <a:ext cx="360000" cy="6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63" name="直接箭头连接符 262"/>
            <p:cNvCxnSpPr/>
            <p:nvPr>
              <p:custDataLst>
                <p:tags r:id="rId112"/>
              </p:custDataLst>
            </p:nvPr>
          </p:nvCxnSpPr>
          <p:spPr bwMode="auto">
            <a:xfrm>
              <a:off x="4788000" y="5013112"/>
              <a:ext cx="360000" cy="6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57" name="组合 56"/>
          <p:cNvGrpSpPr/>
          <p:nvPr/>
        </p:nvGrpSpPr>
        <p:grpSpPr>
          <a:xfrm>
            <a:off x="2771800" y="4464000"/>
            <a:ext cx="2160200" cy="684072"/>
            <a:chOff x="2771800" y="4293080"/>
            <a:chExt cx="2160200" cy="684072"/>
          </a:xfrm>
        </p:grpSpPr>
        <p:sp>
          <p:nvSpPr>
            <p:cNvPr id="270" name="Text Box 42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2987824" y="4437080"/>
              <a:ext cx="216000" cy="36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vert270" lIns="17780" tIns="0" rIns="0" bIns="0" anchor="ctr" anchorCtr="1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MUX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8" name="直接箭头连接符 195"/>
            <p:cNvCxnSpPr/>
            <p:nvPr>
              <p:custDataLst>
                <p:tags r:id="rId114"/>
              </p:custDataLst>
            </p:nvPr>
          </p:nvCxnSpPr>
          <p:spPr bwMode="auto">
            <a:xfrm rot="16200000" flipH="1">
              <a:off x="2843808" y="4365080"/>
              <a:ext cx="144016" cy="144016"/>
            </a:xfrm>
            <a:prstGeom prst="bentConnector3">
              <a:avLst>
                <a:gd name="adj1" fmla="val 100265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196"/>
            <p:cNvCxnSpPr/>
            <p:nvPr>
              <p:custDataLst>
                <p:tags r:id="rId115"/>
              </p:custDataLst>
            </p:nvPr>
          </p:nvCxnSpPr>
          <p:spPr bwMode="auto">
            <a:xfrm rot="16200000" flipH="1">
              <a:off x="2717812" y="4347104"/>
              <a:ext cx="324000" cy="216024"/>
            </a:xfrm>
            <a:prstGeom prst="bentConnector3">
              <a:avLst>
                <a:gd name="adj1" fmla="val 100265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59"/>
            <p:cNvCxnSpPr/>
            <p:nvPr>
              <p:custDataLst>
                <p:tags r:id="rId116"/>
              </p:custDataLst>
            </p:nvPr>
          </p:nvCxnSpPr>
          <p:spPr bwMode="auto">
            <a:xfrm flipV="1">
              <a:off x="4068000" y="4365080"/>
              <a:ext cx="0" cy="432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61" name="直接箭头连接符 60"/>
            <p:cNvCxnSpPr/>
            <p:nvPr>
              <p:custDataLst>
                <p:tags r:id="rId117"/>
              </p:custDataLst>
            </p:nvPr>
          </p:nvCxnSpPr>
          <p:spPr bwMode="auto">
            <a:xfrm flipH="1">
              <a:off x="2843808" y="4365080"/>
              <a:ext cx="1224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>
              <p:custDataLst>
                <p:tags r:id="rId118"/>
              </p:custDataLst>
            </p:nvPr>
          </p:nvCxnSpPr>
          <p:spPr bwMode="auto">
            <a:xfrm flipH="1">
              <a:off x="2771800" y="4293080"/>
              <a:ext cx="2160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62"/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4932000" y="4293080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282" name="直接箭头连接符 235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3096000" y="479715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8" name="AutoShape 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0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000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93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Text Box 88"/>
          <p:cNvSpPr txBox="1">
            <a:spLocks noChangeArrowheads="1"/>
          </p:cNvSpPr>
          <p:nvPr/>
        </p:nvSpPr>
        <p:spPr bwMode="auto">
          <a:xfrm>
            <a:off x="190500" y="404495"/>
            <a:ext cx="8637270" cy="16554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284605" indent="-1284605" algn="l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kumimoji="0"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2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续例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RAW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ea typeface="+mn-ea"/>
              </a:rPr>
              <a:t>冒险采用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转发</a:t>
            </a:r>
            <a:r>
              <a:rPr lang="zh-CN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法处理，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ea typeface="+mn-ea"/>
              </a:rPr>
              <a:t>写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GPRs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放</a:t>
            </a:r>
            <a:r>
              <a:rPr lang="zh-CN" altLang="zh-CN" sz="2000" b="1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前半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拍完成，下列情况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下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指令序列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执行时间分别是多少？</a:t>
            </a:r>
            <a:endParaRPr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⑴有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MEM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转发线路  ⑵仅有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→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EX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转发线路</a:t>
            </a:r>
            <a:endParaRPr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解</a:t>
            </a:r>
            <a:r>
              <a:rPr kumimoji="0" lang="zh-CN" altLang="en-US" sz="2000" b="1" dirty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RAW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冒险有：</a:t>
            </a:r>
            <a:endParaRPr kumimoji="0" lang="zh-CN" altLang="en-US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" name="Text Box 88"/>
          <p:cNvSpPr txBox="1">
            <a:spLocks noChangeArrowheads="1"/>
          </p:cNvSpPr>
          <p:nvPr/>
        </p:nvSpPr>
        <p:spPr bwMode="auto">
          <a:xfrm>
            <a:off x="179512" y="1980000"/>
            <a:ext cx="8784976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     ⑴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I2-I1</a:t>
            </a: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I3-I1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endParaRPr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     I4-I1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拍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I5-I3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endParaRPr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       执行时间＝</a:t>
            </a:r>
            <a:endParaRPr kumimoji="0" lang="zh-CN" altLang="en-US" sz="20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3" name="Text Box 88"/>
          <p:cNvSpPr txBox="1">
            <a:spLocks noChangeArrowheads="1"/>
          </p:cNvSpPr>
          <p:nvPr/>
        </p:nvSpPr>
        <p:spPr bwMode="auto">
          <a:xfrm>
            <a:off x="2303780" y="1979930"/>
            <a:ext cx="3703955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kumimoji="0"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kumimoji="0"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[5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+(5-1)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+(0+0+0+0)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9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endParaRPr kumimoji="0"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Text Box 88"/>
          <p:cNvSpPr txBox="1">
            <a:spLocks noChangeArrowheads="1"/>
          </p:cNvSpPr>
          <p:nvPr/>
        </p:nvSpPr>
        <p:spPr bwMode="auto">
          <a:xfrm>
            <a:off x="144016" y="3132000"/>
            <a:ext cx="8999984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     ⑵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I2-I1</a:t>
            </a: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I3-I1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endParaRPr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     I4-I1</a:t>
            </a:r>
            <a:r>
              <a:rPr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I5-I3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冒险停顿  拍；</a:t>
            </a:r>
            <a:endParaRPr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       执行时间＝</a:t>
            </a:r>
            <a:endParaRPr kumimoji="0" lang="zh-CN" altLang="en-US" sz="20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" name="Text Box 88"/>
          <p:cNvSpPr txBox="1">
            <a:spLocks noChangeArrowheads="1"/>
          </p:cNvSpPr>
          <p:nvPr/>
        </p:nvSpPr>
        <p:spPr bwMode="auto">
          <a:xfrm>
            <a:off x="2268220" y="3131820"/>
            <a:ext cx="3804920" cy="1245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0 </a:t>
            </a:r>
            <a:endParaRPr kumimoji="0"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kumimoji="0"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[5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kumimoji="0"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+(5-1)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+(0+1+0+1)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r>
              <a:rPr kumimoji="0"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11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t</a:t>
            </a:r>
            <a:endParaRPr kumimoji="0"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7" name="Text Box 88"/>
          <p:cNvSpPr txBox="1">
            <a:spLocks noChangeArrowheads="1"/>
          </p:cNvSpPr>
          <p:nvPr/>
        </p:nvSpPr>
        <p:spPr bwMode="auto">
          <a:xfrm>
            <a:off x="5220000" y="1980000"/>
            <a:ext cx="306034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kumimoji="0"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endParaRPr kumimoji="0"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" name="Text Box 88"/>
          <p:cNvSpPr txBox="1">
            <a:spLocks noChangeArrowheads="1"/>
          </p:cNvSpPr>
          <p:nvPr/>
        </p:nvSpPr>
        <p:spPr bwMode="auto">
          <a:xfrm>
            <a:off x="5184140" y="3131820"/>
            <a:ext cx="3028315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1     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(ID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段可读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I1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kumimoji="0"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WB</a:t>
            </a:r>
            <a:r>
              <a:rPr kumimoji="0"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段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kumimoji="0"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</a:rPr>
              <a:t>同</a:t>
            </a:r>
            <a:r>
              <a: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rPr>
              <a:t>I3-I1)</a:t>
            </a:r>
            <a:endParaRPr kumimoji="0" lang="en-US" altLang="zh-CN" sz="16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864000" y="4392000"/>
            <a:ext cx="5166574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思考①：</a:t>
            </a:r>
            <a:r>
              <a:rPr lang="zh-CN" altLang="zh-CN" sz="1800" b="1" dirty="0">
                <a:solidFill>
                  <a:schemeClr val="tx1"/>
                </a:solidFill>
                <a:latin typeface="+mn-ea"/>
                <a:ea typeface="+mn-ea"/>
              </a:rPr>
              <a:t>写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GPRs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放</a:t>
            </a:r>
            <a:r>
              <a:rPr lang="zh-CN" altLang="zh-CN" sz="1800" b="1" dirty="0">
                <a:solidFill>
                  <a:schemeClr val="tx1"/>
                </a:solidFill>
                <a:latin typeface="+mn-ea"/>
                <a:ea typeface="+mn-ea"/>
              </a:rPr>
              <a:t>在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后半拍时，小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题⑵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结果如何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？ </a:t>
            </a:r>
            <a:endParaRPr lang="en-US" altLang="zh-CN" sz="16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0" name="Text Box 8"/>
          <p:cNvSpPr txBox="1">
            <a:spLocks noChangeArrowheads="1"/>
          </p:cNvSpPr>
          <p:nvPr/>
        </p:nvSpPr>
        <p:spPr bwMode="auto">
          <a:xfrm>
            <a:off x="864000" y="4752000"/>
            <a:ext cx="5112568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I3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pt-BR" altLang="zh-CN" sz="1800" b="1" dirty="0">
                <a:solidFill>
                  <a:schemeClr val="tx1"/>
                </a:solidFill>
                <a:latin typeface="+mn-ea"/>
                <a:ea typeface="+mn-ea"/>
              </a:rPr>
              <a:t>$8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←</a:t>
            </a:r>
            <a:r>
              <a:rPr lang="pt-BR" altLang="zh-CN" sz="1800" b="1" dirty="0">
                <a:solidFill>
                  <a:schemeClr val="tx1"/>
                </a:solidFill>
                <a:latin typeface="+mn-ea"/>
                <a:ea typeface="+mn-ea"/>
              </a:rPr>
              <a:t>$4</a:t>
            </a:r>
            <a:r>
              <a:rPr lang="pt-BR" altLang="zh-CN" sz="1800" b="1" baseline="-25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pt-BR" altLang="zh-CN" sz="1800" b="1" dirty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lang="pt-BR" altLang="zh-CN" sz="1800" b="1" baseline="-25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pt-BR" altLang="zh-CN" sz="1800" b="1" dirty="0">
                <a:solidFill>
                  <a:schemeClr val="tx1"/>
                </a:solidFill>
                <a:latin typeface="+mn-ea"/>
                <a:ea typeface="+mn-ea"/>
              </a:rPr>
              <a:t>$7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时，小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题⑵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结果</a:t>
            </a:r>
            <a:r>
              <a:rPr kumimoji="0"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如何？ </a:t>
            </a:r>
            <a:endParaRPr lang="en-US" altLang="zh-CN" sz="16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1" name="Text Box 88"/>
          <p:cNvSpPr txBox="1">
            <a:spLocks noChangeArrowheads="1"/>
          </p:cNvSpPr>
          <p:nvPr/>
        </p:nvSpPr>
        <p:spPr bwMode="auto">
          <a:xfrm>
            <a:off x="2808000" y="1584000"/>
            <a:ext cx="3960440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I2-I1</a:t>
            </a: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I3-I1</a:t>
            </a: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I4-I1</a:t>
            </a:r>
            <a:r>
              <a:rPr kumimoji="0" lang="zh-CN" altLang="en-US" sz="2000" b="1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kumimoji="0" lang="en-US" altLang="zh-CN" sz="2000" b="1" dirty="0" smtClean="0">
                <a:solidFill>
                  <a:schemeClr val="tx1"/>
                </a:solidFill>
                <a:latin typeface="+mn-ea"/>
                <a:ea typeface="+mn-ea"/>
              </a:rPr>
              <a:t>I5-I3</a:t>
            </a:r>
            <a:endParaRPr kumimoji="0" lang="en-US" altLang="zh-CN" sz="2000" b="1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365606" y="4464000"/>
            <a:ext cx="2448272" cy="1368152"/>
            <a:chOff x="5796136" y="4509120"/>
            <a:chExt cx="2448272" cy="1368152"/>
          </a:xfrm>
        </p:grpSpPr>
        <p:sp>
          <p:nvSpPr>
            <p:cNvPr id="33" name="Text Box 61"/>
            <p:cNvSpPr txBox="1">
              <a:spLocks noChangeArrowheads="1"/>
            </p:cNvSpPr>
            <p:nvPr/>
          </p:nvSpPr>
          <p:spPr bwMode="auto">
            <a:xfrm>
              <a:off x="5796136" y="5229200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844447" y="4509120"/>
              <a:ext cx="1399961" cy="6480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I1: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+mn-ea"/>
                  <a:ea typeface="+mn-ea"/>
                </a:rPr>
                <a:t>$4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←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$5+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$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6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I2: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+mn-ea"/>
                  <a:ea typeface="+mn-ea"/>
                </a:rPr>
                <a:t>$7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←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+mn-ea"/>
                  <a:ea typeface="+mn-ea"/>
                </a:rPr>
                <a:t>$4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-$6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I3:$8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←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+mn-ea"/>
                  <a:ea typeface="+mn-ea"/>
                </a:rPr>
                <a:t>$4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|</a:t>
              </a:r>
              <a:r>
                <a:rPr lang="en-US" altLang="zh-CN" sz="1600" b="1" dirty="0" smtClean="0">
                  <a:solidFill>
                    <a:srgbClr val="0070C0"/>
                  </a:solidFill>
                  <a:latin typeface="+mn-ea"/>
                  <a:ea typeface="+mn-ea"/>
                </a:rPr>
                <a:t>$7</a:t>
              </a:r>
              <a:endParaRPr lang="en-US" altLang="zh-CN" sz="1600" b="1" dirty="0">
                <a:solidFill>
                  <a:srgbClr val="0070C0"/>
                </a:solidFill>
                <a:latin typeface="+mn-ea"/>
                <a:ea typeface="+mn-ea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/>
          </p:nvSpPr>
          <p:spPr bwMode="auto">
            <a:xfrm>
              <a:off x="6156176" y="5229200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6" name="Text Box 61"/>
            <p:cNvSpPr txBox="1">
              <a:spLocks noChangeArrowheads="1"/>
            </p:cNvSpPr>
            <p:nvPr/>
          </p:nvSpPr>
          <p:spPr bwMode="auto">
            <a:xfrm>
              <a:off x="6516216" y="5229200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Text Box 61"/>
            <p:cNvSpPr txBox="1">
              <a:spLocks noChangeArrowheads="1"/>
            </p:cNvSpPr>
            <p:nvPr/>
          </p:nvSpPr>
          <p:spPr bwMode="auto">
            <a:xfrm>
              <a:off x="6876256" y="5229200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8" name="Text Box 61"/>
            <p:cNvSpPr txBox="1">
              <a:spLocks noChangeArrowheads="1"/>
            </p:cNvSpPr>
            <p:nvPr/>
          </p:nvSpPr>
          <p:spPr bwMode="auto">
            <a:xfrm>
              <a:off x="7236296" y="5229200"/>
              <a:ext cx="360040" cy="21602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/>
          </p:nvSpPr>
          <p:spPr bwMode="auto">
            <a:xfrm>
              <a:off x="6156176" y="5445224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0" name="Text Box 61"/>
            <p:cNvSpPr txBox="1">
              <a:spLocks noChangeArrowheads="1"/>
            </p:cNvSpPr>
            <p:nvPr/>
          </p:nvSpPr>
          <p:spPr bwMode="auto">
            <a:xfrm>
              <a:off x="6516216" y="5445224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1" name="Text Box 61"/>
            <p:cNvSpPr txBox="1">
              <a:spLocks noChangeArrowheads="1"/>
            </p:cNvSpPr>
            <p:nvPr/>
          </p:nvSpPr>
          <p:spPr bwMode="auto">
            <a:xfrm>
              <a:off x="6876256" y="5445224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Text Box 61"/>
            <p:cNvSpPr txBox="1">
              <a:spLocks noChangeArrowheads="1"/>
            </p:cNvSpPr>
            <p:nvPr/>
          </p:nvSpPr>
          <p:spPr bwMode="auto">
            <a:xfrm>
              <a:off x="7236296" y="5445224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>
              <a:off x="7596336" y="5445224"/>
              <a:ext cx="360040" cy="21602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4" name="Text Box 61"/>
            <p:cNvSpPr txBox="1">
              <a:spLocks noChangeArrowheads="1"/>
            </p:cNvSpPr>
            <p:nvPr/>
          </p:nvSpPr>
          <p:spPr bwMode="auto">
            <a:xfrm>
              <a:off x="6516216" y="566124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165806" y="5616000"/>
            <a:ext cx="1440160" cy="648072"/>
            <a:chOff x="7740352" y="5805264"/>
            <a:chExt cx="1440160" cy="648072"/>
          </a:xfrm>
        </p:grpSpPr>
        <p:sp>
          <p:nvSpPr>
            <p:cNvPr id="46" name="Text Box 61"/>
            <p:cNvSpPr txBox="1">
              <a:spLocks noChangeArrowheads="1"/>
            </p:cNvSpPr>
            <p:nvPr/>
          </p:nvSpPr>
          <p:spPr bwMode="auto">
            <a:xfrm>
              <a:off x="7740352" y="602128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7" name="Text Box 61"/>
            <p:cNvSpPr txBox="1">
              <a:spLocks noChangeArrowheads="1"/>
            </p:cNvSpPr>
            <p:nvPr/>
          </p:nvSpPr>
          <p:spPr bwMode="auto">
            <a:xfrm>
              <a:off x="8100392" y="6021288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8" name="Text Box 61"/>
            <p:cNvSpPr txBox="1">
              <a:spLocks noChangeArrowheads="1"/>
            </p:cNvSpPr>
            <p:nvPr/>
          </p:nvSpPr>
          <p:spPr bwMode="auto">
            <a:xfrm>
              <a:off x="8100392" y="6237312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IF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9" name="Text Box 61"/>
            <p:cNvSpPr txBox="1">
              <a:spLocks noChangeArrowheads="1"/>
            </p:cNvSpPr>
            <p:nvPr/>
          </p:nvSpPr>
          <p:spPr bwMode="auto">
            <a:xfrm>
              <a:off x="8820472" y="6237312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0" name="Text Box 61"/>
            <p:cNvSpPr txBox="1">
              <a:spLocks noChangeArrowheads="1"/>
            </p:cNvSpPr>
            <p:nvPr/>
          </p:nvSpPr>
          <p:spPr bwMode="auto">
            <a:xfrm>
              <a:off x="8460432" y="602128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8460432" y="5805264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2" name="Text Box 61"/>
            <p:cNvSpPr txBox="1">
              <a:spLocks noChangeArrowheads="1"/>
            </p:cNvSpPr>
            <p:nvPr/>
          </p:nvSpPr>
          <p:spPr bwMode="auto">
            <a:xfrm>
              <a:off x="8820472" y="602128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MEM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3" name="Text Box 61"/>
            <p:cNvSpPr txBox="1">
              <a:spLocks noChangeArrowheads="1"/>
            </p:cNvSpPr>
            <p:nvPr/>
          </p:nvSpPr>
          <p:spPr bwMode="auto">
            <a:xfrm>
              <a:off x="8820472" y="5805264"/>
              <a:ext cx="360040" cy="21602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</a:rPr>
                <a:t>WB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auto">
            <a:xfrm>
              <a:off x="8460432" y="6237312"/>
              <a:ext cx="360040" cy="216024"/>
            </a:xfrm>
            <a:prstGeom prst="rect">
              <a:avLst/>
            </a:prstGeom>
            <a:solidFill>
              <a:schemeClr val="bg1">
                <a:lumMod val="6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445726" y="5292000"/>
            <a:ext cx="1440160" cy="540060"/>
            <a:chOff x="6876256" y="5337212"/>
            <a:chExt cx="1440160" cy="540060"/>
          </a:xfrm>
        </p:grpSpPr>
        <p:sp>
          <p:nvSpPr>
            <p:cNvPr id="56" name="Text Box 61"/>
            <p:cNvSpPr txBox="1">
              <a:spLocks noChangeArrowheads="1"/>
            </p:cNvSpPr>
            <p:nvPr/>
          </p:nvSpPr>
          <p:spPr bwMode="auto">
            <a:xfrm>
              <a:off x="6876256" y="5661248"/>
              <a:ext cx="360040" cy="216024"/>
            </a:xfrm>
            <a:prstGeom prst="rect">
              <a:avLst/>
            </a:prstGeom>
            <a:solidFill>
              <a:schemeClr val="bg1">
                <a:lumMod val="6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7" name="Text Box 61"/>
            <p:cNvSpPr txBox="1">
              <a:spLocks noChangeArrowheads="1"/>
            </p:cNvSpPr>
            <p:nvPr/>
          </p:nvSpPr>
          <p:spPr bwMode="auto">
            <a:xfrm>
              <a:off x="7596336" y="5661248"/>
              <a:ext cx="360040" cy="216024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8" name="Text Box 61"/>
            <p:cNvSpPr txBox="1">
              <a:spLocks noChangeArrowheads="1"/>
            </p:cNvSpPr>
            <p:nvPr/>
          </p:nvSpPr>
          <p:spPr bwMode="auto">
            <a:xfrm>
              <a:off x="7236296" y="5661248"/>
              <a:ext cx="360040" cy="216024"/>
            </a:xfrm>
            <a:prstGeom prst="rect">
              <a:avLst/>
            </a:prstGeom>
            <a:solidFill>
              <a:schemeClr val="bg1">
                <a:lumMod val="65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ID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59" name="直接连接符 58"/>
            <p:cNvCxnSpPr/>
            <p:nvPr/>
          </p:nvCxnSpPr>
          <p:spPr bwMode="auto">
            <a:xfrm>
              <a:off x="7272300" y="5373216"/>
              <a:ext cx="108012" cy="39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7704348" y="5589264"/>
              <a:ext cx="108012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61" name="Text Box 61"/>
            <p:cNvSpPr txBox="1">
              <a:spLocks noChangeArrowheads="1"/>
            </p:cNvSpPr>
            <p:nvPr/>
          </p:nvSpPr>
          <p:spPr bwMode="auto">
            <a:xfrm>
              <a:off x="7956376" y="5661248"/>
              <a:ext cx="360040" cy="21602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EX</a:t>
              </a:r>
              <a:endParaRPr lang="en-US" altLang="zh-CN" sz="14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7636594" y="5337212"/>
              <a:ext cx="0" cy="432048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14" name="线形标注 2 13"/>
          <p:cNvSpPr/>
          <p:nvPr>
            <p:custDataLst>
              <p:tags r:id="rId2"/>
            </p:custDataLst>
          </p:nvPr>
        </p:nvSpPr>
        <p:spPr bwMode="auto">
          <a:xfrm>
            <a:off x="7558040" y="864000"/>
            <a:ext cx="792088" cy="288000"/>
          </a:xfrm>
          <a:prstGeom prst="borderCallout2">
            <a:avLst>
              <a:gd name="adj1" fmla="val 49933"/>
              <a:gd name="adj2" fmla="val -854"/>
              <a:gd name="adj3" fmla="val 46544"/>
              <a:gd name="adj4" fmla="val -35104"/>
              <a:gd name="adj5" fmla="val -27699"/>
              <a:gd name="adj6" fmla="val -5735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0800" rIns="36000" bIns="10800" numCol="1" rtlCol="0" anchor="ctr" anchorCtr="0" compatLnSpc="1"/>
          <a:p>
            <a:pPr>
              <a:lnSpc>
                <a:spcPct val="90000"/>
              </a:lnSpc>
            </a:pPr>
            <a:r>
              <a:rPr lang="en-US" altLang="zh-CN" sz="1800" b="1" spc="-100" dirty="0" smtClean="0">
                <a:latin typeface="宋体" panose="02010600030101010101" pitchFamily="2" charset="-122"/>
              </a:rPr>
              <a:t>P</a:t>
            </a:r>
            <a:r>
              <a:rPr lang="en-US" altLang="zh-CN" sz="1800" b="1" spc="-100" baseline="-18000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时写</a:t>
            </a:r>
            <a:endParaRPr lang="en-US" altLang="zh-CN" sz="1800" b="1" spc="-1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5" grpId="0" bldLvl="0" animBg="1"/>
      <p:bldP spid="29" grpId="0" bldLvl="0" animBg="1"/>
      <p:bldP spid="30" grpId="0" bldLvl="0" animBg="1"/>
      <p:bldP spid="31" grpId="0" bldLvl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2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91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3" name="Text Box 8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512" y="360000"/>
            <a:ext cx="3168352" cy="5454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*乱序执行法：</a:t>
            </a:r>
            <a:endParaRPr kumimoji="0" lang="zh-CN" altLang="en-US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实现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方法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停顿拍数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新增的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冒险类型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处理方法：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6" name="Text Box 2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36000" y="3168015"/>
            <a:ext cx="4632325" cy="2630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后写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Write After </a:t>
            </a:r>
            <a:r>
              <a:rPr kumimoji="0"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Read</a:t>
            </a:r>
            <a:r>
              <a:rPr kumimoji="0"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,WAR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后写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Write After </a:t>
            </a:r>
            <a:r>
              <a:rPr kumimoji="0" lang="en-US" altLang="zh-CN" sz="1800" dirty="0" err="1">
                <a:solidFill>
                  <a:schemeClr val="tx1"/>
                </a:solidFill>
                <a:cs typeface="Times New Roman" panose="02020603050405020304" pitchFamily="18" charset="0"/>
              </a:rPr>
              <a:t>Write</a:t>
            </a:r>
            <a:r>
              <a:rPr kumimoji="0"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,WAW</a:t>
            </a:r>
            <a:r>
              <a:rPr kumimoji="0"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冒险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动态调度方法  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系统结构课程中讨论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3" name="Text Box 8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96000" y="396000"/>
            <a:ext cx="6393815" cy="29279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200" b="1" spc="-18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冲突指令</a:t>
            </a: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停顿</a:t>
            </a:r>
            <a:r>
              <a:rPr lang="zh-CN" altLang="en-US" sz="2200" b="1" spc="-18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sz="2200" b="1" u="sng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后续无</a:t>
            </a:r>
            <a:r>
              <a:rPr lang="en-US" altLang="zh-CN" sz="2200" b="1" u="sng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RAW</a:t>
            </a:r>
            <a:r>
              <a:rPr lang="zh-CN" altLang="en-US" sz="2200" b="1" u="sng" spc="-18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冒险的指令</a:t>
            </a:r>
            <a:r>
              <a:rPr lang="zh-CN" altLang="en-US" sz="2200" b="1" spc="-18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u="sng" spc="-18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优先执行</a:t>
            </a:r>
            <a:endParaRPr kumimoji="0"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增设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指令窗口、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动态调度方法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提供选择平台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         (OPD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就绪时流动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0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7" name="Group 88"/>
          <p:cNvGrpSpPr/>
          <p:nvPr/>
        </p:nvGrpSpPr>
        <p:grpSpPr bwMode="auto">
          <a:xfrm>
            <a:off x="1475754" y="900000"/>
            <a:ext cx="6624638" cy="1187450"/>
            <a:chOff x="748" y="1570"/>
            <a:chExt cx="4173" cy="748"/>
          </a:xfrm>
        </p:grpSpPr>
        <p:sp>
          <p:nvSpPr>
            <p:cNvPr id="78" name="Text Box 8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48" y="1570"/>
              <a:ext cx="1315" cy="74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l"/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流入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</a:t>
              </a:r>
              <a:endPara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I1: 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R3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(R1)+(R2)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I2: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R3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+(R1)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I3: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R5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(R1)*(R2)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I4: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R6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(R2)+(R7)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9" name="Text Box 9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606" y="1570"/>
              <a:ext cx="1315" cy="7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 anchorCtr="0"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流出顺序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乱序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I1: 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R3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(R1)+(R2)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I3: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R5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(R1)*(R2)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I4: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R6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(R2)+(R7)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 I2: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R3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+(R1)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0" name="Text Box 9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381" y="1706"/>
              <a:ext cx="952" cy="40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支持乱序流动</a:t>
              </a:r>
              <a:endPara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的流水线</a:t>
              </a:r>
              <a:endPara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1" name="AutoShape 9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154" y="1826"/>
              <a:ext cx="227" cy="181"/>
            </a:xfrm>
            <a:prstGeom prst="rightArrow">
              <a:avLst>
                <a:gd name="adj1" fmla="val 49861"/>
                <a:gd name="adj2" fmla="val 51542"/>
              </a:avLst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2" name="AutoShape 9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34" y="1826"/>
              <a:ext cx="227" cy="181"/>
            </a:xfrm>
            <a:prstGeom prst="rightArrow">
              <a:avLst>
                <a:gd name="adj1" fmla="val 49861"/>
                <a:gd name="adj2" fmla="val 51542"/>
              </a:avLst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012160" y="4896000"/>
            <a:ext cx="1512120" cy="252000"/>
            <a:chOff x="5724127" y="6128348"/>
            <a:chExt cx="1512120" cy="295030"/>
          </a:xfrm>
        </p:grpSpPr>
        <p:sp>
          <p:nvSpPr>
            <p:cNvPr id="71" name="椭圆 70"/>
            <p:cNvSpPr/>
            <p:nvPr>
              <p:custDataLst>
                <p:tags r:id="rId10"/>
              </p:custDataLst>
            </p:nvPr>
          </p:nvSpPr>
          <p:spPr bwMode="auto">
            <a:xfrm>
              <a:off x="5724127" y="6128348"/>
              <a:ext cx="288000" cy="295030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" name="椭圆 71"/>
            <p:cNvSpPr/>
            <p:nvPr>
              <p:custDataLst>
                <p:tags r:id="rId11"/>
              </p:custDataLst>
            </p:nvPr>
          </p:nvSpPr>
          <p:spPr bwMode="auto">
            <a:xfrm>
              <a:off x="6804247" y="6128348"/>
              <a:ext cx="432000" cy="295030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2340000" y="4135478"/>
            <a:ext cx="5328096" cy="1080163"/>
            <a:chOff x="2123976" y="5013176"/>
            <a:chExt cx="5328096" cy="1080163"/>
          </a:xfrm>
        </p:grpSpPr>
        <p:sp>
          <p:nvSpPr>
            <p:cNvPr id="85" name="Text Box 9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23976" y="5013339"/>
              <a:ext cx="2232000" cy="10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/>
            <a:p>
              <a:pPr algn="l"/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I1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R3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(R1)+(R2)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I2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(R3)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+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(R5)</a:t>
              </a:r>
              <a:endPara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I3: 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R5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(R1)*(R2)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I4: 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(R2)+(R6)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6" name="Text Box 9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220072" y="5013176"/>
              <a:ext cx="2232000" cy="10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/>
            <a:p>
              <a:pPr algn="l"/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solidFill>
                    <a:srgbClr val="CC3300"/>
                  </a:solidFill>
                  <a:latin typeface="宋体" panose="02010600030101010101" pitchFamily="2" charset="-122"/>
                </a:rPr>
                <a:t>I1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R3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(R1)+(R2)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 I3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R5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(R1)*(R2)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I4: 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(R2)+(R6)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I2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: </a:t>
              </a:r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R4</a:t>
              </a:r>
              <a:r>
                <a:rPr lang="zh-CN" altLang="en-US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(R3)</a:t>
              </a: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+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(R5)</a:t>
              </a:r>
              <a:endPara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7" name="AutoShape 92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427984" y="5292552"/>
              <a:ext cx="720080" cy="593574"/>
            </a:xfrm>
            <a:prstGeom prst="rightArrow">
              <a:avLst>
                <a:gd name="adj1" fmla="val 49861"/>
                <a:gd name="adj2" fmla="val 36871"/>
              </a:avLst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18000" tIns="10800" rIns="18000" bIns="10800" anchor="ctr">
              <a:noAutofit/>
            </a:bodyPr>
            <a:p>
              <a:r>
                <a:rPr lang="zh-CN" altLang="en-US" sz="1800" b="1" dirty="0" smtClean="0">
                  <a:solidFill>
                    <a:schemeClr val="tx1"/>
                  </a:solidFill>
                </a:rPr>
                <a:t>乱序</a:t>
              </a:r>
              <a:endParaRPr lang="zh-CN" altLang="en-US" sz="18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2" name="AutoShape 1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0000" y="360000"/>
            <a:ext cx="3137699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、控制冒险处理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*产生原因：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*处理方法：</a:t>
            </a:r>
            <a:endParaRPr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71980" y="791845"/>
            <a:ext cx="6929120" cy="28536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因指令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执行顺序改变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，引起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endParaRPr lang="en-US" altLang="zh-CN" sz="2200" b="1" u="sng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NextPC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可能≠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PC)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6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     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段无法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给出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                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①是否转移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?)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                     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②转移目标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?)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155825" indent="-2155825" algn="l" eaLnBrk="0" hangingPunct="0"/>
            <a:r>
              <a:rPr kumimoji="0"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阻塞法、分支预测法、延迟分支法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514600" indent="-2514600" algn="l" eaLnBrk="0" hangingPunct="0"/>
            <a:r>
              <a:rPr kumimoji="0" lang="en-US" altLang="zh-CN" sz="1600" b="1" spc="-2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en-US" altLang="zh-CN" sz="1600" b="1" spc="-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kumimoji="0" lang="zh-CN" altLang="en-US" sz="1600" spc="-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kumimoji="0" lang="zh-CN" altLang="en-US" sz="1600" b="1" spc="-2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←又称冻结法、排空法</a:t>
            </a:r>
            <a:endParaRPr lang="en-US" altLang="zh-CN" sz="1600" b="1" spc="-2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80000" y="1548000"/>
            <a:ext cx="5542519" cy="1224136"/>
            <a:chOff x="1514674" y="1700808"/>
            <a:chExt cx="5542519" cy="1224136"/>
          </a:xfrm>
        </p:grpSpPr>
        <p:cxnSp>
          <p:nvCxnSpPr>
            <p:cNvPr id="7" name="直接箭头连接符 6"/>
            <p:cNvCxnSpPr/>
            <p:nvPr>
              <p:custDataLst>
                <p:tags r:id="rId4"/>
              </p:custDataLst>
            </p:nvPr>
          </p:nvCxnSpPr>
          <p:spPr bwMode="auto">
            <a:xfrm>
              <a:off x="3462560" y="1916832"/>
              <a:ext cx="359463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6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458890" y="1991990"/>
              <a:ext cx="504056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Text Box 6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62946" y="1991989"/>
              <a:ext cx="502221" cy="21287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467002" y="1991990"/>
              <a:ext cx="499862" cy="21287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Text Box 6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971058" y="1988840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475114" y="1988840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57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674914" y="1700808"/>
              <a:ext cx="3238263" cy="216024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lIns="0" tIns="10800" rIns="18000" bIns="1080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1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</a:rPr>
                <a:t>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3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4    5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6   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7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4" name="Text Box 63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514674" y="1916832"/>
              <a:ext cx="2016224" cy="10081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/>
            <a:p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I1:$4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$5+$6</a:t>
              </a:r>
              <a:endPara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I2:$5</a:t>
              </a:r>
              <a:r>
                <a:rPr lang="zh-CN" altLang="en-US" sz="1800" b="1" dirty="0" smtClean="0">
                  <a:solidFill>
                    <a:srgbClr val="990099"/>
                  </a:solidFill>
                  <a:latin typeface="+mn-lt"/>
                </a:rPr>
                <a:t>≠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$6</a:t>
              </a:r>
              <a:r>
                <a:rPr lang="zh-CN" altLang="en-US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时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L1</a:t>
              </a:r>
              <a:endPara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>
                <a:spcBef>
                  <a:spcPts val="700"/>
                </a:spcBef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I3:$8</a:t>
              </a:r>
              <a:r>
                <a:rPr lang="zh-CN" altLang="en-US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$7|$6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5" name="直接连接符 14"/>
            <p:cNvCxnSpPr>
              <a:endCxn id="24" idx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979170" y="1844824"/>
              <a:ext cx="0" cy="97210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967140" y="2352026"/>
              <a:ext cx="499862" cy="21287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467002" y="2348877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971058" y="2348876"/>
              <a:ext cx="499862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475114" y="2348876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471196" y="2708918"/>
              <a:ext cx="499862" cy="2160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971058" y="2708919"/>
              <a:ext cx="502221" cy="21602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475114" y="2708918"/>
              <a:ext cx="499862" cy="2160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979170" y="2708918"/>
              <a:ext cx="504056" cy="216024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483226" y="2708918"/>
              <a:ext cx="504056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 bwMode="auto">
            <a:xfrm>
              <a:off x="5987560" y="2492898"/>
              <a:ext cx="72000" cy="72008"/>
            </a:xfrm>
            <a:prstGeom prst="ellipse">
              <a:avLst/>
            </a:prstGeom>
            <a:solidFill>
              <a:srgbClr val="CCFFFF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>
              <a:stCxn id="26" idx="3"/>
              <a:endCxn id="21" idx="0"/>
            </p:cNvCxnSpPr>
            <p:nvPr>
              <p:custDataLst>
                <p:tags r:id="rId23"/>
              </p:custDataLst>
            </p:nvPr>
          </p:nvCxnSpPr>
          <p:spPr bwMode="auto">
            <a:xfrm flipH="1">
              <a:off x="4721127" y="2554361"/>
              <a:ext cx="1276977" cy="15455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50" name="AutoShape 1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AutoShape 1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92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5" name="Text Box 8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512" y="360000"/>
            <a:ext cx="3528392" cy="5245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kumimoji="0"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*</a:t>
            </a:r>
            <a:r>
              <a:rPr kumimoji="0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阻塞法：</a:t>
            </a:r>
            <a:endParaRPr kumimoji="0" lang="zh-CN" altLang="en-US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冒险消除时要求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暂停方法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拍数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优化</a:t>
            </a:r>
            <a:r>
              <a:rPr kumimoji="0"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方法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Text Box 8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96465" y="4643265"/>
            <a:ext cx="5191125" cy="1360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</a:pP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从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段到指令执行完的拍数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kumimoji="0"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en-US" altLang="zh-CN" sz="1600" b="1" baseline="-18000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bne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1)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尽早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判断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是否转移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尽早</a:t>
            </a:r>
            <a:r>
              <a:rPr kumimoji="0"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转移目标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地址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Box 8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84000" y="360000"/>
            <a:ext cx="7278370" cy="16560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82800">
            <a:spAutoFit/>
          </a:bodyPr>
          <a:p>
            <a:pPr algn="l" eaLnBrk="0" hangingPunct="0">
              <a:lnSpc>
                <a:spcPct val="125000"/>
              </a:lnSpc>
            </a:pPr>
            <a:r>
              <a:rPr lang="zh-CN" altLang="zh-CN" sz="2200" b="1" dirty="0" smtClean="0">
                <a:sym typeface="+mn-ea"/>
              </a:rPr>
              <a:t>分支指令</a:t>
            </a:r>
            <a:r>
              <a:rPr lang="zh-CN" altLang="en-US" sz="2200" b="1" dirty="0" smtClean="0">
                <a:sym typeface="+mn-ea"/>
              </a:rPr>
              <a:t>的</a:t>
            </a:r>
            <a:r>
              <a:rPr lang="zh-CN" altLang="en-US" sz="2200" b="1" u="sng" dirty="0" smtClean="0">
                <a:sym typeface="+mn-ea"/>
              </a:rPr>
              <a:t>后继</a:t>
            </a:r>
            <a:r>
              <a:rPr lang="zh-CN" altLang="zh-CN" sz="2200" b="1" u="sng" dirty="0" smtClean="0">
                <a:sym typeface="+mn-ea"/>
              </a:rPr>
              <a:t>指令</a:t>
            </a:r>
            <a:r>
              <a:rPr lang="en-US" altLang="zh-CN" sz="2200" b="1" baseline="-25000" dirty="0" smtClean="0">
                <a:latin typeface="+mn-lt"/>
                <a:sym typeface="+mn-ea"/>
              </a:rPr>
              <a:t> </a:t>
            </a:r>
            <a:r>
              <a:rPr lang="zh-CN" altLang="en-US" sz="2200" b="1" u="sng" dirty="0" smtClean="0">
                <a:solidFill>
                  <a:srgbClr val="990099"/>
                </a:solidFill>
                <a:sym typeface="+mn-ea"/>
              </a:rPr>
              <a:t>暂停</a:t>
            </a:r>
            <a:r>
              <a:rPr lang="zh-CN" altLang="zh-CN" sz="2200" b="1" dirty="0" smtClean="0">
                <a:sym typeface="+mn-ea"/>
              </a:rPr>
              <a:t>，</a:t>
            </a:r>
            <a:r>
              <a:rPr lang="zh-CN" altLang="zh-CN" sz="2200" b="1" u="sng" dirty="0" smtClean="0">
                <a:solidFill>
                  <a:srgbClr val="990099"/>
                </a:solidFill>
                <a:sym typeface="+mn-ea"/>
              </a:rPr>
              <a:t>直到</a:t>
            </a:r>
            <a:r>
              <a:rPr lang="zh-CN" altLang="zh-CN" sz="2200" b="1" dirty="0" smtClean="0">
                <a:sym typeface="+mn-ea"/>
              </a:rPr>
              <a:t>冒险</a:t>
            </a:r>
            <a:r>
              <a:rPr lang="zh-CN" altLang="zh-CN" sz="2200" b="1" u="sng" dirty="0" smtClean="0">
                <a:sym typeface="+mn-ea"/>
              </a:rPr>
              <a:t>消除</a:t>
            </a:r>
            <a:endParaRPr kumimoji="0" lang="zh-CN" altLang="en-US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分支结果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，各段间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REG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均为</a:t>
            </a:r>
            <a:r>
              <a:rPr kumimoji="0"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</a:t>
            </a:r>
            <a:r>
              <a:rPr kumimoji="0"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kumimoji="0" lang="en-US" altLang="zh-CN" sz="1600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nop</a:t>
            </a:r>
            <a:r>
              <a:rPr kumimoji="0"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</a:t>
            </a:r>
            <a:r>
              <a:rPr kumimoji="0"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kumimoji="0" lang="en-US" altLang="zh-CN" sz="2200" b="1" u="sng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IF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</a:t>
            </a:r>
            <a:r>
              <a:rPr kumimoji="0"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kumimoji="0"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结果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最后一拍写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2200" b="1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5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分支指令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需继续执行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 Box 6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03848" y="2493224"/>
            <a:ext cx="1512168" cy="648122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solidFill>
              <a:schemeClr val="tx1"/>
            </a:solidFill>
            <a:prstDash val="sysDash"/>
            <a:miter lim="800000"/>
          </a:ln>
          <a:effectLst/>
        </p:spPr>
        <p:txBody>
          <a:bodyPr lIns="18000" tIns="10800" rIns="18000" bIns="10800" anchor="t" anchorCtr="0"/>
          <a:p>
            <a:pPr algn="ctr">
              <a:spcBef>
                <a:spcPts val="0"/>
              </a:spcBef>
            </a:pP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en-US" altLang="zh-CN" sz="1600" b="1" dirty="0" smtClean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Bef>
                <a:spcPts val="0"/>
              </a:spcBef>
            </a:pP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63688" y="1989346"/>
            <a:ext cx="4968552" cy="1152000"/>
            <a:chOff x="1763688" y="1772944"/>
            <a:chExt cx="4968552" cy="1152000"/>
          </a:xfrm>
        </p:grpSpPr>
        <p:cxnSp>
          <p:nvCxnSpPr>
            <p:cNvPr id="6" name="直接箭头连接符 5"/>
            <p:cNvCxnSpPr/>
            <p:nvPr>
              <p:custDataLst>
                <p:tags r:id="rId7"/>
              </p:custDataLst>
            </p:nvPr>
          </p:nvCxnSpPr>
          <p:spPr bwMode="auto">
            <a:xfrm>
              <a:off x="2195736" y="2924944"/>
              <a:ext cx="453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直接箭头连接符 6"/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2195736" y="1772944"/>
              <a:ext cx="0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195736" y="2708944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Text Box 6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763688" y="1841972"/>
              <a:ext cx="432048" cy="108294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699792" y="2708920"/>
              <a:ext cx="50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99848" y="2492918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203904" y="2492920"/>
              <a:ext cx="50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36000" bIns="10800" anchor="ctr" anchorCtr="0"/>
            <a:p>
              <a:pPr algn="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03904" y="2276918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707960" y="2276920"/>
              <a:ext cx="50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716016" y="2708874"/>
              <a:ext cx="50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or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707904" y="2060916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212016" y="2060918"/>
              <a:ext cx="50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212016" y="1844918"/>
              <a:ext cx="50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220072" y="2492874"/>
              <a:ext cx="50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or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724184" y="2276872"/>
              <a:ext cx="50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or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6228240" y="2060918"/>
              <a:ext cx="50400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or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23"/>
              </p:custDataLst>
            </p:nvPr>
          </p:nvSpPr>
          <p:spPr bwMode="auto">
            <a:xfrm>
              <a:off x="3222898" y="2559645"/>
              <a:ext cx="108000" cy="108000"/>
            </a:xfrm>
            <a:prstGeom prst="ellipse">
              <a:avLst/>
            </a:prstGeom>
            <a:solidFill>
              <a:schemeClr val="bg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716016" y="2061226"/>
            <a:ext cx="2016168" cy="864024"/>
            <a:chOff x="4428040" y="4221160"/>
            <a:chExt cx="2016168" cy="864024"/>
          </a:xfrm>
        </p:grpSpPr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428040" y="443715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932096" y="4221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3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428040" y="4653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932096" y="443715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436152" y="4221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932096" y="4653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7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436152" y="443715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8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940208" y="422116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9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428040" y="4869184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203904" y="2493370"/>
            <a:ext cx="1512112" cy="647952"/>
            <a:chOff x="251576" y="2708920"/>
            <a:chExt cx="1512112" cy="647952"/>
          </a:xfrm>
        </p:grpSpPr>
        <p:sp>
          <p:nvSpPr>
            <p:cNvPr id="101" name="Text Box 6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51576" y="3140872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2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55576" y="3140848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3" name="Text Box 6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259632" y="3140848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8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4" name="Text Box 6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55576" y="292484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5" name="Text Box 61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259688" y="2924848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9" name="Text Box 61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259688" y="2708920"/>
              <a:ext cx="504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50" name="Text Box 8"/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1475656" y="3312000"/>
            <a:ext cx="468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思考①：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改为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产生气泡、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暂停，可以吗？ 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2" name="Text Box 140"/>
          <p:cNvSpPr txBox="1"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1763395" y="3636000"/>
            <a:ext cx="5111115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p>
            <a:pPr marL="271780" indent="-271780" algn="l"/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可以，但很麻烦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(ID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下拍起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/IF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末拍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4" name="Text Box 8"/>
          <p:cNvSpPr txBox="1"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1475656" y="4012768"/>
            <a:ext cx="374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000" tIns="18000" rIns="36000" bIns="18000" anchor="ctr" anchorCtr="0">
            <a:noAutofit/>
          </a:bodyPr>
          <a:p>
            <a:pPr>
              <a:spcBef>
                <a:spcPts val="0"/>
              </a:spcBef>
            </a:pP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思考②：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与数据冒险阻塞法的差别？ 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5" name="Text Box 140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1739900" y="4364990"/>
            <a:ext cx="499237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p>
            <a:pPr marL="446405" indent="-446405" algn="l"/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气泡产生时机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非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ID)/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方式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非</a:t>
            </a:r>
            <a:r>
              <a: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uOPCmd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无需暂停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bldLvl="0" animBg="1"/>
      <p:bldP spid="152" grpId="0" bldLvl="0" animBg="1"/>
      <p:bldP spid="154" grpId="0" bldLvl="0" animBg="1"/>
      <p:bldP spid="155" grpId="0" bldLvl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88"/>
          <p:cNvSpPr txBox="1">
            <a:spLocks noChangeArrowheads="1"/>
          </p:cNvSpPr>
          <p:nvPr/>
        </p:nvSpPr>
        <p:spPr bwMode="auto">
          <a:xfrm>
            <a:off x="190500" y="260350"/>
            <a:ext cx="8628380" cy="32918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254125" indent="-1254125" algn="l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kumimoji="0"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3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kumimoji="0" lang="en-US" altLang="zh-CN" sz="2000" b="1" dirty="0" smtClean="0">
                <a:latin typeface="+mn-ea"/>
                <a:ea typeface="+mn-ea"/>
              </a:rPr>
              <a:t>MIPS</a:t>
            </a:r>
            <a:r>
              <a:rPr kumimoji="0" lang="zh-CN" altLang="en-US" sz="2000" b="1" dirty="0" smtClean="0">
                <a:latin typeface="+mn-ea"/>
                <a:ea typeface="+mn-ea"/>
              </a:rPr>
              <a:t>流水线中，有</a:t>
            </a:r>
            <a:r>
              <a:rPr kumimoji="0" lang="en-US" altLang="zh-CN" sz="2000" b="1" dirty="0" smtClean="0">
                <a:latin typeface="+mn-ea"/>
                <a:ea typeface="+mn-ea"/>
              </a:rPr>
              <a:t>EX</a:t>
            </a:r>
            <a:r>
              <a:rPr kumimoji="0" lang="zh-CN" altLang="en-US" sz="2000" b="1" dirty="0" smtClean="0">
                <a:latin typeface="+mn-ea"/>
                <a:ea typeface="+mn-ea"/>
              </a:rPr>
              <a:t>段→</a:t>
            </a:r>
            <a:r>
              <a:rPr kumimoji="0" lang="en-US" altLang="zh-CN" sz="2000" b="1" dirty="0" smtClean="0">
                <a:latin typeface="+mn-ea"/>
                <a:ea typeface="+mn-ea"/>
              </a:rPr>
              <a:t>EX</a:t>
            </a:r>
            <a:r>
              <a:rPr kumimoji="0" lang="zh-CN" altLang="en-US" sz="2000" b="1" dirty="0" smtClean="0">
                <a:latin typeface="+mn-ea"/>
                <a:ea typeface="+mn-ea"/>
              </a:rPr>
              <a:t>段转发线路</a:t>
            </a:r>
            <a:r>
              <a:rPr lang="zh-CN" altLang="zh-CN" sz="2000" b="1" dirty="0" smtClean="0">
                <a:latin typeface="+mn-ea"/>
                <a:ea typeface="+mn-ea"/>
              </a:rPr>
              <a:t>，</a:t>
            </a:r>
            <a:r>
              <a:rPr lang="en-US" altLang="zh-CN" sz="2000" b="1" dirty="0" err="1" smtClean="0">
                <a:latin typeface="+mn-ea"/>
                <a:ea typeface="+mn-ea"/>
              </a:rPr>
              <a:t>bne</a:t>
            </a:r>
            <a:r>
              <a:rPr lang="zh-CN" altLang="en-US" sz="2000" b="1" dirty="0" smtClean="0">
                <a:latin typeface="+mn-ea"/>
                <a:ea typeface="+mn-ea"/>
              </a:rPr>
              <a:t>指令在</a:t>
            </a:r>
            <a:r>
              <a:rPr lang="en-US" altLang="zh-CN" sz="2000" b="1" dirty="0" smtClean="0">
                <a:latin typeface="+mn-ea"/>
                <a:ea typeface="+mn-ea"/>
              </a:rPr>
              <a:t>MEM</a:t>
            </a:r>
            <a:r>
              <a:rPr lang="zh-CN" altLang="en-US" sz="2000" b="1" dirty="0" smtClean="0">
                <a:latin typeface="+mn-ea"/>
                <a:ea typeface="+mn-ea"/>
              </a:rPr>
              <a:t>段写</a:t>
            </a:r>
            <a:r>
              <a:rPr lang="en-US" altLang="zh-CN" sz="2000" b="1" dirty="0" smtClean="0">
                <a:latin typeface="+mn-ea"/>
                <a:ea typeface="+mn-ea"/>
              </a:rPr>
              <a:t>PC</a:t>
            </a:r>
            <a:r>
              <a:rPr lang="zh-CN" altLang="zh-CN" sz="2000" b="1" dirty="0" smtClean="0">
                <a:latin typeface="+mn-ea"/>
                <a:ea typeface="+mn-ea"/>
              </a:rPr>
              <a:t>。</a:t>
            </a:r>
            <a:r>
              <a:rPr lang="zh-CN" altLang="zh-CN" sz="2000" b="1" dirty="0">
                <a:latin typeface="+mn-ea"/>
                <a:ea typeface="+mn-ea"/>
              </a:rPr>
              <a:t>现有如下</a:t>
            </a:r>
            <a:r>
              <a:rPr lang="en-US" altLang="zh-CN" sz="2000" b="1" dirty="0">
                <a:latin typeface="+mn-ea"/>
                <a:ea typeface="+mn-ea"/>
              </a:rPr>
              <a:t>MIPS</a:t>
            </a:r>
            <a:r>
              <a:rPr lang="zh-CN" altLang="zh-CN" sz="2000" b="1" dirty="0">
                <a:latin typeface="+mn-ea"/>
                <a:ea typeface="+mn-ea"/>
              </a:rPr>
              <a:t>指令序列</a:t>
            </a:r>
            <a:r>
              <a:rPr lang="zh-CN" altLang="zh-CN" sz="2000" b="1" dirty="0" smtClean="0">
                <a:latin typeface="+mn-ea"/>
                <a:ea typeface="+mn-ea"/>
              </a:rPr>
              <a:t>：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     </a:t>
            </a:r>
            <a:r>
              <a:rPr lang="en-US" altLang="zh-CN" sz="1800" b="1" dirty="0" err="1" smtClean="0">
                <a:latin typeface="+mn-ea"/>
                <a:ea typeface="+mn-ea"/>
              </a:rPr>
              <a:t>addi</a:t>
            </a:r>
            <a:r>
              <a:rPr lang="en-US" altLang="zh-CN" sz="1800" b="1" dirty="0" smtClean="0">
                <a:latin typeface="+mn-ea"/>
                <a:ea typeface="+mn-ea"/>
              </a:rPr>
              <a:t> $</a:t>
            </a:r>
            <a:r>
              <a:rPr lang="en-US" altLang="zh-CN" sz="1800" b="1" dirty="0">
                <a:latin typeface="+mn-ea"/>
                <a:ea typeface="+mn-ea"/>
              </a:rPr>
              <a:t>4, $5, 100      </a:t>
            </a:r>
            <a:r>
              <a:rPr lang="en-US" altLang="zh-CN" sz="1800" b="1" dirty="0" smtClean="0">
                <a:latin typeface="+mn-ea"/>
                <a:ea typeface="+mn-ea"/>
              </a:rPr>
              <a:t>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en-US" altLang="zh-CN" sz="1800" b="1" dirty="0" smtClean="0">
                <a:latin typeface="+mn-ea"/>
                <a:ea typeface="+mn-ea"/>
              </a:rPr>
              <a:t>I1</a:t>
            </a:r>
            <a:r>
              <a:rPr lang="en-US" altLang="zh-CN" sz="1800" b="1" dirty="0">
                <a:latin typeface="+mn-ea"/>
                <a:ea typeface="+mn-ea"/>
              </a:rPr>
              <a:t>: </a:t>
            </a:r>
            <a:r>
              <a:rPr lang="pt-BR" altLang="zh-CN" sz="1800" b="1" dirty="0">
                <a:latin typeface="+mn-ea"/>
                <a:ea typeface="+mn-ea"/>
              </a:rPr>
              <a:t>$4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100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L1</a:t>
            </a:r>
            <a:r>
              <a:rPr lang="en-US" altLang="zh-CN" sz="1800" b="1" dirty="0">
                <a:latin typeface="+mn-ea"/>
                <a:ea typeface="+mn-ea"/>
              </a:rPr>
              <a:t>:  add  $8, $6, $7    </a:t>
            </a:r>
            <a:r>
              <a:rPr lang="en-US" altLang="zh-CN" sz="1800" b="1" dirty="0" smtClean="0">
                <a:latin typeface="+mn-ea"/>
                <a:ea typeface="+mn-ea"/>
              </a:rPr>
              <a:t>   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en-US" altLang="zh-CN" sz="1800" b="1" dirty="0" smtClean="0">
                <a:latin typeface="+mn-ea"/>
                <a:ea typeface="+mn-ea"/>
              </a:rPr>
              <a:t>I2</a:t>
            </a:r>
            <a:r>
              <a:rPr lang="en-US" altLang="zh-CN" sz="1800" b="1" dirty="0">
                <a:latin typeface="+mn-ea"/>
                <a:ea typeface="+mn-ea"/>
              </a:rPr>
              <a:t>: </a:t>
            </a:r>
            <a:r>
              <a:rPr lang="pt-BR" altLang="zh-CN" sz="1800" b="1" dirty="0">
                <a:latin typeface="+mn-ea"/>
                <a:ea typeface="+mn-ea"/>
              </a:rPr>
              <a:t>$8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$7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     </a:t>
            </a:r>
            <a:r>
              <a:rPr lang="en-US" altLang="zh-CN" sz="1800" b="1" dirty="0" err="1" smtClean="0">
                <a:latin typeface="+mn-ea"/>
                <a:ea typeface="+mn-ea"/>
              </a:rPr>
              <a:t>sw</a:t>
            </a:r>
            <a:r>
              <a:rPr lang="en-US" altLang="zh-CN" sz="1800" b="1" dirty="0" smtClean="0">
                <a:latin typeface="+mn-ea"/>
                <a:ea typeface="+mn-ea"/>
              </a:rPr>
              <a:t>   </a:t>
            </a:r>
            <a:r>
              <a:rPr lang="en-US" altLang="zh-CN" sz="1800" b="1" dirty="0">
                <a:latin typeface="+mn-ea"/>
                <a:ea typeface="+mn-ea"/>
              </a:rPr>
              <a:t>$8, 20($6)     </a:t>
            </a:r>
            <a:r>
              <a:rPr lang="en-US" altLang="zh-CN" sz="1800" b="1" dirty="0" smtClean="0">
                <a:latin typeface="+mn-ea"/>
                <a:ea typeface="+mn-ea"/>
              </a:rPr>
              <a:t>  </a:t>
            </a:r>
            <a:r>
              <a:rPr lang="en-US" altLang="zh-CN" sz="1800" b="1" dirty="0">
                <a:latin typeface="+mn-ea"/>
                <a:ea typeface="+mn-ea"/>
              </a:rPr>
              <a:t> 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en-US" altLang="zh-CN" sz="1800" b="1" dirty="0" smtClean="0">
                <a:latin typeface="+mn-ea"/>
                <a:ea typeface="+mn-ea"/>
              </a:rPr>
              <a:t>I3</a:t>
            </a:r>
            <a:r>
              <a:rPr lang="en-US" altLang="zh-CN" sz="1800" b="1" dirty="0">
                <a:latin typeface="+mn-ea"/>
                <a:ea typeface="+mn-ea"/>
              </a:rPr>
              <a:t>: M[</a:t>
            </a:r>
            <a:r>
              <a:rPr lang="pt-BR" altLang="zh-CN" sz="1800" b="1" dirty="0">
                <a:latin typeface="+mn-ea"/>
                <a:ea typeface="+mn-ea"/>
              </a:rPr>
              <a:t>$6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20]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 smtClean="0">
                <a:latin typeface="+mn-ea"/>
                <a:ea typeface="+mn-ea"/>
              </a:rPr>
              <a:t>$8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     </a:t>
            </a:r>
            <a:r>
              <a:rPr lang="en-US" altLang="zh-CN" sz="1800" b="1" dirty="0" err="1" smtClean="0">
                <a:latin typeface="+mn-ea"/>
                <a:ea typeface="+mn-ea"/>
              </a:rPr>
              <a:t>addi</a:t>
            </a:r>
            <a:r>
              <a:rPr lang="en-US" altLang="zh-CN" sz="1800" b="1" dirty="0" smtClean="0">
                <a:latin typeface="+mn-ea"/>
                <a:ea typeface="+mn-ea"/>
              </a:rPr>
              <a:t> $</a:t>
            </a:r>
            <a:r>
              <a:rPr lang="en-US" altLang="zh-CN" sz="1800" b="1" dirty="0">
                <a:latin typeface="+mn-ea"/>
                <a:ea typeface="+mn-ea"/>
              </a:rPr>
              <a:t>5, $5, 1       </a:t>
            </a:r>
            <a:r>
              <a:rPr lang="en-US" altLang="zh-CN" sz="1800" b="1" dirty="0" smtClean="0">
                <a:latin typeface="+mn-ea"/>
                <a:ea typeface="+mn-ea"/>
              </a:rPr>
              <a:t> 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en-US" altLang="zh-CN" sz="1800" b="1" dirty="0" smtClean="0">
                <a:latin typeface="+mn-ea"/>
                <a:ea typeface="+mn-ea"/>
              </a:rPr>
              <a:t>I4</a:t>
            </a:r>
            <a:r>
              <a:rPr lang="en-US" altLang="zh-CN" sz="1800" b="1" dirty="0">
                <a:latin typeface="+mn-ea"/>
                <a:ea typeface="+mn-ea"/>
              </a:rPr>
              <a:t>: 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1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     </a:t>
            </a:r>
            <a:r>
              <a:rPr lang="en-US" altLang="zh-CN" sz="1800" b="1" dirty="0" err="1" smtClean="0">
                <a:latin typeface="+mn-ea"/>
                <a:ea typeface="+mn-ea"/>
              </a:rPr>
              <a:t>bne</a:t>
            </a:r>
            <a:r>
              <a:rPr lang="en-US" altLang="zh-CN" sz="1800" b="1" dirty="0" smtClean="0">
                <a:latin typeface="+mn-ea"/>
                <a:ea typeface="+mn-ea"/>
              </a:rPr>
              <a:t>  </a:t>
            </a:r>
            <a:r>
              <a:rPr lang="en-US" altLang="zh-CN" sz="1800" b="1" dirty="0">
                <a:latin typeface="+mn-ea"/>
                <a:ea typeface="+mn-ea"/>
              </a:rPr>
              <a:t>$5, $4, L1     </a:t>
            </a:r>
            <a:r>
              <a:rPr lang="en-US" altLang="zh-CN" sz="1800" b="1" dirty="0" smtClean="0">
                <a:latin typeface="+mn-ea"/>
                <a:ea typeface="+mn-ea"/>
              </a:rPr>
              <a:t>  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en-US" altLang="zh-CN" sz="1800" b="1" dirty="0" smtClean="0">
                <a:latin typeface="+mn-ea"/>
                <a:ea typeface="+mn-ea"/>
              </a:rPr>
              <a:t>I5</a:t>
            </a:r>
            <a:r>
              <a:rPr lang="en-US" altLang="zh-CN" sz="1800" b="1" dirty="0">
                <a:latin typeface="+mn-ea"/>
                <a:ea typeface="+mn-ea"/>
              </a:rPr>
              <a:t>: </a:t>
            </a:r>
            <a:r>
              <a:rPr lang="pt-BR" altLang="zh-CN" sz="1800" b="1" dirty="0">
                <a:latin typeface="+mn-ea"/>
                <a:ea typeface="+mn-ea"/>
              </a:rPr>
              <a:t>$5</a:t>
            </a:r>
            <a:r>
              <a:rPr lang="zh-CN" altLang="zh-CN" sz="1800" b="1" dirty="0">
                <a:latin typeface="+mn-ea"/>
                <a:ea typeface="+mn-ea"/>
              </a:rPr>
              <a:t>≠</a:t>
            </a:r>
            <a:r>
              <a:rPr lang="en-US" altLang="zh-CN" sz="1800" b="1" dirty="0">
                <a:latin typeface="+mn-ea"/>
                <a:ea typeface="+mn-ea"/>
              </a:rPr>
              <a:t>$4</a:t>
            </a:r>
            <a:r>
              <a:rPr lang="zh-CN" altLang="zh-CN" sz="1800" b="1" dirty="0">
                <a:latin typeface="+mn-ea"/>
                <a:ea typeface="+mn-ea"/>
              </a:rPr>
              <a:t>时</a:t>
            </a:r>
            <a:r>
              <a:rPr lang="en-US" altLang="zh-CN" sz="1800" b="1" dirty="0">
                <a:latin typeface="+mn-ea"/>
                <a:ea typeface="+mn-ea"/>
              </a:rPr>
              <a:t>PC←L1</a:t>
            </a:r>
            <a:endParaRPr lang="zh-CN" altLang="zh-CN" sz="1800" b="1" dirty="0">
              <a:latin typeface="+mn-ea"/>
              <a:ea typeface="+mn-ea"/>
            </a:endParaRPr>
          </a:p>
          <a:p>
            <a:pPr algn="l"/>
            <a:r>
              <a:rPr lang="en-US" altLang="zh-CN" sz="1800" b="1" dirty="0" smtClean="0">
                <a:latin typeface="+mn-ea"/>
                <a:ea typeface="+mn-ea"/>
              </a:rPr>
              <a:t>                </a:t>
            </a:r>
            <a:r>
              <a:rPr lang="en-US" altLang="zh-CN" sz="1800" b="1" dirty="0" err="1" smtClean="0">
                <a:latin typeface="+mn-ea"/>
                <a:ea typeface="+mn-ea"/>
              </a:rPr>
              <a:t>addi</a:t>
            </a:r>
            <a:r>
              <a:rPr lang="en-US" altLang="zh-CN" sz="1800" b="1" dirty="0" smtClean="0">
                <a:latin typeface="+mn-ea"/>
                <a:ea typeface="+mn-ea"/>
              </a:rPr>
              <a:t> $</a:t>
            </a:r>
            <a:r>
              <a:rPr lang="en-US" altLang="zh-CN" sz="1800" b="1" dirty="0">
                <a:latin typeface="+mn-ea"/>
                <a:ea typeface="+mn-ea"/>
              </a:rPr>
              <a:t>9, $9, 10      </a:t>
            </a:r>
            <a:r>
              <a:rPr lang="en-US" altLang="zh-CN" sz="1800" b="1" dirty="0" smtClean="0">
                <a:latin typeface="+mn-ea"/>
                <a:ea typeface="+mn-ea"/>
              </a:rPr>
              <a:t>  </a:t>
            </a:r>
            <a:r>
              <a:rPr lang="zh-CN" altLang="en-US" sz="1800" b="1" dirty="0" smtClean="0">
                <a:latin typeface="+mn-ea"/>
                <a:ea typeface="+mn-ea"/>
              </a:rPr>
              <a:t>；</a:t>
            </a:r>
            <a:r>
              <a:rPr lang="en-US" altLang="zh-CN" sz="1800" b="1" dirty="0" smtClean="0">
                <a:latin typeface="+mn-ea"/>
                <a:ea typeface="+mn-ea"/>
              </a:rPr>
              <a:t>I6: </a:t>
            </a:r>
            <a:r>
              <a:rPr lang="pt-BR" altLang="zh-CN" sz="1800" b="1" dirty="0">
                <a:latin typeface="+mn-ea"/>
                <a:ea typeface="+mn-ea"/>
              </a:rPr>
              <a:t>$9</a:t>
            </a:r>
            <a:r>
              <a:rPr lang="en-US" altLang="zh-CN" sz="1800" b="1" dirty="0">
                <a:latin typeface="+mn-ea"/>
                <a:ea typeface="+mn-ea"/>
              </a:rPr>
              <a:t>←</a:t>
            </a:r>
            <a:r>
              <a:rPr lang="pt-BR" altLang="zh-CN" sz="1800" b="1" dirty="0">
                <a:latin typeface="+mn-ea"/>
                <a:ea typeface="+mn-ea"/>
              </a:rPr>
              <a:t>$9</a:t>
            </a:r>
            <a:r>
              <a:rPr lang="zh-CN" altLang="zh-CN" sz="1800" b="1" dirty="0">
                <a:latin typeface="+mn-ea"/>
                <a:ea typeface="+mn-ea"/>
              </a:rPr>
              <a:t>＋</a:t>
            </a:r>
            <a:r>
              <a:rPr lang="pt-BR" altLang="zh-CN" sz="1800" b="1" dirty="0">
                <a:latin typeface="+mn-ea"/>
                <a:ea typeface="+mn-ea"/>
              </a:rPr>
              <a:t>10</a:t>
            </a:r>
            <a:endParaRPr lang="zh-CN" altLang="zh-CN" sz="1800" b="1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latin typeface="+mn-ea"/>
                <a:ea typeface="+mn-ea"/>
              </a:rPr>
              <a:t>  </a:t>
            </a:r>
            <a:r>
              <a:rPr lang="en-US" altLang="zh-CN" sz="2000" b="1" dirty="0" smtClean="0">
                <a:latin typeface="+mn-ea"/>
                <a:ea typeface="+mn-ea"/>
              </a:rPr>
              <a:t>   </a:t>
            </a:r>
            <a:r>
              <a:rPr lang="zh-CN" altLang="en-US" sz="2000" b="1" dirty="0" smtClean="0">
                <a:latin typeface="+mn-ea"/>
                <a:ea typeface="+mn-ea"/>
              </a:rPr>
              <a:t>问：①</a:t>
            </a:r>
            <a:r>
              <a:rPr lang="zh-CN" altLang="zh-CN" sz="2000" b="1" dirty="0" smtClean="0">
                <a:latin typeface="+mn-ea"/>
                <a:ea typeface="+mn-ea"/>
              </a:rPr>
              <a:t>哪些</a:t>
            </a:r>
            <a:r>
              <a:rPr lang="zh-CN" altLang="zh-CN" sz="2000" b="1" dirty="0">
                <a:latin typeface="+mn-ea"/>
                <a:ea typeface="+mn-ea"/>
              </a:rPr>
              <a:t>指令之间存在</a:t>
            </a:r>
            <a:r>
              <a:rPr lang="en-US" altLang="zh-CN" sz="2000" b="1" dirty="0">
                <a:latin typeface="+mn-ea"/>
                <a:ea typeface="+mn-ea"/>
              </a:rPr>
              <a:t>RAW</a:t>
            </a:r>
            <a:r>
              <a:rPr lang="zh-CN" altLang="zh-CN" sz="2000" b="1" dirty="0">
                <a:latin typeface="+mn-ea"/>
                <a:ea typeface="+mn-ea"/>
              </a:rPr>
              <a:t>冒险</a:t>
            </a:r>
            <a:r>
              <a:rPr lang="zh-CN" altLang="zh-CN" sz="2000" b="1" dirty="0" smtClean="0">
                <a:latin typeface="+mn-ea"/>
                <a:ea typeface="+mn-ea"/>
              </a:rPr>
              <a:t>？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 smtClean="0">
                <a:latin typeface="+mn-ea"/>
                <a:ea typeface="+mn-ea"/>
              </a:rPr>
              <a:t>    </a:t>
            </a:r>
            <a:r>
              <a:rPr lang="en-US" altLang="zh-CN" sz="2000" b="1" dirty="0" smtClean="0">
                <a:latin typeface="+mn-ea"/>
                <a:ea typeface="+mn-ea"/>
              </a:rPr>
              <a:t>   </a:t>
            </a:r>
            <a:r>
              <a:rPr lang="zh-CN" altLang="en-US" sz="2000" b="1" dirty="0" smtClean="0">
                <a:latin typeface="+mn-ea"/>
                <a:ea typeface="+mn-ea"/>
              </a:rPr>
              <a:t>  ②</a:t>
            </a:r>
            <a:r>
              <a:rPr lang="zh-CN" altLang="zh-CN" sz="2000" b="1" dirty="0" smtClean="0">
                <a:latin typeface="+mn-ea"/>
                <a:ea typeface="+mn-ea"/>
              </a:rPr>
              <a:t>采用</a:t>
            </a:r>
            <a:r>
              <a:rPr lang="zh-CN" altLang="zh-CN" sz="2000" b="1" dirty="0">
                <a:latin typeface="+mn-ea"/>
                <a:ea typeface="+mn-ea"/>
              </a:rPr>
              <a:t>阻塞法</a:t>
            </a:r>
            <a:r>
              <a:rPr lang="zh-CN" altLang="zh-CN" sz="2000" b="1" dirty="0" smtClean="0">
                <a:latin typeface="+mn-ea"/>
                <a:ea typeface="+mn-ea"/>
              </a:rPr>
              <a:t>处理</a:t>
            </a:r>
            <a:r>
              <a:rPr lang="zh-CN" altLang="en-US" sz="2000" b="1" dirty="0" smtClean="0">
                <a:latin typeface="+mn-ea"/>
                <a:ea typeface="+mn-ea"/>
              </a:rPr>
              <a:t>控制</a:t>
            </a:r>
            <a:r>
              <a:rPr lang="zh-CN" altLang="zh-CN" sz="2000" b="1" dirty="0" smtClean="0">
                <a:latin typeface="+mn-ea"/>
                <a:ea typeface="+mn-ea"/>
              </a:rPr>
              <a:t>冒险</a:t>
            </a:r>
            <a:r>
              <a:rPr lang="zh-CN" altLang="zh-CN" sz="2000" b="1" dirty="0">
                <a:latin typeface="+mn-ea"/>
                <a:ea typeface="+mn-ea"/>
              </a:rPr>
              <a:t>，指令序列的执行时间为多少拍</a:t>
            </a:r>
            <a:r>
              <a:rPr lang="zh-CN" altLang="zh-CN" sz="2000" b="1" dirty="0" smtClean="0">
                <a:latin typeface="+mn-ea"/>
                <a:ea typeface="+mn-ea"/>
              </a:rPr>
              <a:t>？</a:t>
            </a:r>
            <a:endParaRPr kumimoji="0" lang="zh-CN" altLang="zh-CN" sz="2000" b="1" dirty="0" smtClean="0">
              <a:latin typeface="+mn-ea"/>
              <a:ea typeface="+mn-ea"/>
            </a:endParaRPr>
          </a:p>
        </p:txBody>
      </p:sp>
      <p:sp>
        <p:nvSpPr>
          <p:cNvPr id="6" name="AutoShape 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88"/>
          <p:cNvSpPr txBox="1">
            <a:spLocks noChangeArrowheads="1"/>
          </p:cNvSpPr>
          <p:nvPr/>
        </p:nvSpPr>
        <p:spPr bwMode="auto">
          <a:xfrm>
            <a:off x="179512" y="3509015"/>
            <a:ext cx="8424936" cy="2014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</a:t>
            </a:r>
            <a:r>
              <a:rPr kumimoji="0"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解：</a:t>
            </a:r>
            <a:r>
              <a:rPr kumimoji="0" lang="zh-CN" altLang="en-US" sz="2000" b="1" dirty="0" smtClean="0">
                <a:latin typeface="宋体" panose="02010600030101010101" pitchFamily="2" charset="-122"/>
                <a:sym typeface="+mn-ea"/>
              </a:rPr>
              <a:t>①</a:t>
            </a:r>
            <a:r>
              <a:rPr kumimoji="0" lang="en-US" altLang="zh-CN" sz="2000" b="1" dirty="0" smtClean="0">
                <a:latin typeface="宋体" panose="02010600030101010101" pitchFamily="2" charset="-122"/>
                <a:sym typeface="+mn-ea"/>
              </a:rPr>
              <a:t>RAW</a:t>
            </a:r>
            <a:r>
              <a:rPr kumimoji="0" lang="zh-CN" altLang="en-US" sz="2000" b="1" dirty="0" smtClean="0">
                <a:latin typeface="宋体" panose="02010600030101010101" pitchFamily="2" charset="-122"/>
                <a:sym typeface="+mn-ea"/>
              </a:rPr>
              <a:t>冒险有：</a:t>
            </a:r>
            <a:r>
              <a:rPr kumimoji="0" lang="en-US" altLang="zh-CN" sz="2000" b="1" dirty="0" smtClean="0">
                <a:latin typeface="宋体" panose="02010600030101010101" pitchFamily="2" charset="-122"/>
                <a:sym typeface="+mn-ea"/>
              </a:rPr>
              <a:t>I3-I2</a:t>
            </a:r>
            <a:r>
              <a:rPr kumimoji="0" lang="zh-CN" altLang="en-US" sz="2000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kumimoji="0" lang="en-US" altLang="zh-CN" sz="2000" b="1" dirty="0" smtClean="0">
                <a:latin typeface="宋体" panose="02010600030101010101" pitchFamily="2" charset="-122"/>
                <a:sym typeface="+mn-ea"/>
              </a:rPr>
              <a:t>I5-I4  </a:t>
            </a:r>
            <a:r>
              <a:rPr kumimoji="0" lang="en-US" altLang="zh-CN" sz="1600" b="1" dirty="0" smtClean="0">
                <a:latin typeface="宋体" panose="02010600030101010101" pitchFamily="2" charset="-122"/>
                <a:sym typeface="+mn-ea"/>
              </a:rPr>
              <a:t>(I5-I1</a:t>
            </a:r>
            <a:r>
              <a:rPr kumimoji="0" lang="zh-CN" altLang="en-US" sz="1600" b="1" dirty="0" smtClean="0">
                <a:latin typeface="宋体" panose="02010600030101010101" pitchFamily="2" charset="-122"/>
                <a:sym typeface="+mn-ea"/>
              </a:rPr>
              <a:t>不存在冒险</a:t>
            </a:r>
            <a:r>
              <a:rPr kumimoji="0"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kumimoji="0" lang="en-US" altLang="zh-CN" sz="2000" b="1" dirty="0" smtClean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 smtClean="0">
                <a:latin typeface="宋体" panose="02010600030101010101" pitchFamily="2" charset="-122"/>
              </a:rPr>
              <a:t>   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  ②可用转发法处理的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RAW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冒险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停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拍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有：</a:t>
            </a:r>
            <a:endParaRPr kumimoji="0" lang="en-US" altLang="zh-CN" sz="2000" b="1" dirty="0" smtClean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      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需用阻塞法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处理的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RAW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冒险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(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停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拍</a:t>
            </a:r>
            <a:r>
              <a:rPr kumimoji="0" lang="en-US" altLang="zh-CN" sz="2000" b="1" dirty="0">
                <a:latin typeface="宋体" panose="02010600030101010101" pitchFamily="2" charset="-122"/>
              </a:rPr>
              <a:t>)</a:t>
            </a:r>
            <a:r>
              <a:rPr kumimoji="0" lang="zh-CN" altLang="en-US" sz="2000" b="1" dirty="0">
                <a:latin typeface="宋体" panose="02010600030101010101" pitchFamily="2" charset="-122"/>
              </a:rPr>
              <a:t>有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：</a:t>
            </a:r>
            <a:endParaRPr kumimoji="0" lang="en-US" altLang="zh-CN" sz="2000" b="1" dirty="0" smtClean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</a:rPr>
              <a:t> 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      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控制冒险用阻塞法处理时，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I5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每次使流水线停</a:t>
            </a:r>
            <a:r>
              <a:rPr kumimoji="0" lang="en-US" altLang="zh-CN" sz="2000" b="1" dirty="0" smtClean="0">
                <a:latin typeface="宋体" panose="02010600030101010101" pitchFamily="2" charset="-122"/>
              </a:rPr>
              <a:t>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拍；</a:t>
            </a:r>
            <a:endParaRPr kumimoji="0" lang="en-US" altLang="zh-CN" sz="2000" b="1" dirty="0">
              <a:latin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latin typeface="宋体" panose="02010600030101010101" pitchFamily="2" charset="-122"/>
              </a:rPr>
              <a:t>           </a:t>
            </a:r>
            <a:r>
              <a:rPr kumimoji="0" lang="zh-CN" altLang="en-US" sz="2000" b="1" dirty="0" smtClean="0">
                <a:latin typeface="宋体" panose="02010600030101010101" pitchFamily="2" charset="-122"/>
              </a:rPr>
              <a:t>执行时间＝</a:t>
            </a:r>
            <a:endParaRPr kumimoji="0"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8" name="Text Box 88"/>
          <p:cNvSpPr txBox="1">
            <a:spLocks noChangeArrowheads="1"/>
          </p:cNvSpPr>
          <p:nvPr/>
        </p:nvSpPr>
        <p:spPr bwMode="auto">
          <a:xfrm>
            <a:off x="2915920" y="3888105"/>
            <a:ext cx="5239385" cy="1630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0        I3-I2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I5-I4</a:t>
            </a:r>
            <a:endParaRPr kumimoji="0"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0        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endParaRPr kumimoji="0"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                             3</a:t>
            </a:r>
            <a:endParaRPr kumimoji="0"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[5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(402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－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1)</a:t>
            </a:r>
            <a:r>
              <a:rPr lang="en-US" altLang="zh-CN" sz="2000" b="1" dirty="0" err="1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t×100</a:t>
            </a:r>
            <a:r>
              <a:rPr kumimoji="0" lang="zh-CN" altLang="en-US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kumimoji="0"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706</a:t>
            </a:r>
            <a:r>
              <a:rPr lang="en-US" altLang="zh-CN" sz="20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kumimoji="0" lang="en-US" altLang="zh-CN" sz="20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92" name="AutoShape 15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200" u="none" dirty="0" smtClean="0">
                <a:solidFill>
                  <a:schemeClr val="bg2"/>
                </a:solidFill>
                <a:latin typeface="+mn-ea"/>
                <a:ea typeface="+mn-ea"/>
              </a:rPr>
              <a:t>105</a:t>
            </a:r>
            <a:endParaRPr lang="zh-CN" altLang="en-US" sz="12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 Box 8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0000" y="360000"/>
            <a:ext cx="8918128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</a:pPr>
            <a:r>
              <a:rPr kumimoji="0"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kumimoji="0"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预测法：</a:t>
            </a:r>
            <a:r>
              <a:rPr lang="zh-CN" altLang="zh-CN" sz="2200" b="1" u="sng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</a:t>
            </a: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转移方向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不转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并</a:t>
            </a:r>
            <a:r>
              <a:rPr lang="zh-CN" altLang="zh-CN" sz="2200" b="1" u="sng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该方向的</a:t>
            </a: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猜对</a:t>
            </a: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继续</a:t>
            </a:r>
            <a:r>
              <a:rPr lang="zh-CN" altLang="zh-CN" sz="2200" b="1" u="sng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en-US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后续</a:t>
            </a: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指令，</a:t>
            </a:r>
            <a:r>
              <a:rPr lang="zh-CN" altLang="en-US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猜错</a:t>
            </a: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zh-CN" sz="2200" b="1" u="sng" spc="-10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回头</a:t>
            </a:r>
            <a:r>
              <a:rPr lang="zh-CN" altLang="zh-CN" sz="2200" b="1" u="sng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en-US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反</a:t>
            </a: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方向指令</a:t>
            </a:r>
            <a:endParaRPr lang="en-US" altLang="zh-CN" sz="2200" b="1" spc="-1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8" name="Text Box 88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0500" y="2772000"/>
            <a:ext cx="2868930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预测策略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预测不转移：</a:t>
            </a:r>
            <a:endParaRPr kumimoji="0"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kumimoji="0" lang="zh-CN" altLang="en-US" sz="2200" b="1" spc="6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预测转移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kumimoji="0" lang="zh-CN" altLang="en-US" sz="2200" b="1" spc="60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动态预测</a:t>
            </a:r>
            <a:r>
              <a:rPr kumimoji="0"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机制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停顿拍数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9" name="Text Box 88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96000" y="2772000"/>
            <a:ext cx="6588224" cy="32746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静态预测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盲猜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]/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动态预测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kumimoji="0"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基于转移历史</a:t>
            </a:r>
            <a:r>
              <a:rPr kumimoji="0"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])</a:t>
            </a:r>
            <a:endParaRPr kumimoji="0"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无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先决条件</a:t>
            </a:r>
            <a:r>
              <a:rPr kumimoji="0" lang="en-US" altLang="zh-CN" sz="1600" b="1" spc="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(PC+1</a:t>
            </a:r>
            <a:r>
              <a:rPr kumimoji="0" lang="zh-CN" altLang="en-US" sz="1600" b="1" spc="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已知</a:t>
            </a:r>
            <a:r>
              <a:rPr kumimoji="0" lang="en-US" altLang="zh-CN" sz="1600" b="1" spc="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kumimoji="0"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可在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段预测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需</a:t>
            </a:r>
            <a:r>
              <a:rPr kumimoji="0"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先计算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目标地址，</a:t>
            </a:r>
            <a:r>
              <a:rPr kumimoji="0"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最早在</a:t>
            </a:r>
            <a:r>
              <a:rPr kumimoji="0"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段预测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已保存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转移历史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目标地址，</a:t>
            </a:r>
            <a:r>
              <a:rPr kumimoji="0"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kumimoji="0"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kumimoji="0"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段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</a:t>
            </a:r>
            <a:endParaRPr kumimoji="0"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对时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不写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猜错时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重写</a:t>
            </a: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22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清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空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流水线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产生气泡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猜对</a:t>
            </a:r>
            <a:r>
              <a:rPr lang="zh-CN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en-US" sz="2200" b="1" spc="-50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lang="en-US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2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拍，</a:t>
            </a:r>
            <a:r>
              <a:rPr lang="zh-CN" altLang="en-US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猜</a:t>
            </a:r>
            <a:r>
              <a:rPr lang="zh-CN" altLang="zh-CN" sz="22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错</a:t>
            </a:r>
            <a:r>
              <a:rPr lang="zh-CN" altLang="zh-CN" sz="22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en-US" sz="2200" b="1" spc="-50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2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阻塞法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指令执行完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为止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(ID</a:t>
            </a:r>
            <a:r>
              <a:rPr lang="zh-CN" altLang="en-US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预测时＝</a:t>
            </a:r>
            <a:r>
              <a:rPr lang="en-US" altLang="zh-CN" sz="1600" b="1" spc="-5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600" b="1" spc="-5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←无论是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IF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预测或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ID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预测←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┘</a:t>
            </a:r>
            <a:endParaRPr lang="zh-CN" altLang="en-US" sz="16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99592" y="1268768"/>
            <a:ext cx="3960440" cy="1548008"/>
            <a:chOff x="899592" y="1772824"/>
            <a:chExt cx="3960440" cy="1548008"/>
          </a:xfrm>
        </p:grpSpPr>
        <p:cxnSp>
          <p:nvCxnSpPr>
            <p:cNvPr id="4" name="直接箭头连接符 3"/>
            <p:cNvCxnSpPr/>
            <p:nvPr>
              <p:custDataLst>
                <p:tags r:id="rId6"/>
              </p:custDataLst>
            </p:nvPr>
          </p:nvCxnSpPr>
          <p:spPr bwMode="auto">
            <a:xfrm>
              <a:off x="1327446" y="2924816"/>
              <a:ext cx="3532586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" name="直接箭头连接符 5"/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1327446" y="1772824"/>
              <a:ext cx="4194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 Box 6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327446" y="2708816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" name="Text Box 6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99592" y="1844696"/>
              <a:ext cx="432048" cy="10801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9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763688" y="2708792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0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195736" y="270879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1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3688" y="2492790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2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195736" y="2492792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3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627784" y="249279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4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195736" y="2276766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5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27784" y="2276768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6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491880" y="270603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627784" y="2708792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8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059832" y="2276766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9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627784" y="2060742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0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059832" y="2060744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1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491880" y="206074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059832" y="1844720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923928" y="1844720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491880" y="2276766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923928" y="2060742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6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355976" y="1844720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7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059832" y="2492792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059832" y="2706038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491880" y="2492792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923928" y="2276766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355976" y="2060742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2" name="Text Box 61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923928" y="249279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63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355976" y="2276766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64" name="直接箭头连接符 163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2015716" y="29248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65" name="Text Box 60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763688" y="3068832"/>
              <a:ext cx="576064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预测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66" name="直接箭头连接符 165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3671900" y="292481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167" name="Text Box 60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455876" y="3068832"/>
              <a:ext cx="1080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猜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对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继续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 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82" name="直接箭头连接符 81"/>
            <p:cNvCxnSpPr/>
            <p:nvPr>
              <p:custDataLst>
                <p:tags r:id="rId39"/>
              </p:custDataLst>
            </p:nvPr>
          </p:nvCxnSpPr>
          <p:spPr bwMode="auto">
            <a:xfrm flipV="1">
              <a:off x="2055994" y="2636912"/>
              <a:ext cx="180000" cy="46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</p:grpSp>
      <p:grpSp>
        <p:nvGrpSpPr>
          <p:cNvPr id="18" name="组合 17"/>
          <p:cNvGrpSpPr/>
          <p:nvPr/>
        </p:nvGrpSpPr>
        <p:grpSpPr>
          <a:xfrm>
            <a:off x="5076056" y="1268760"/>
            <a:ext cx="3636284" cy="1548016"/>
            <a:chOff x="5076056" y="1772816"/>
            <a:chExt cx="3636284" cy="1548016"/>
          </a:xfrm>
        </p:grpSpPr>
        <p:sp>
          <p:nvSpPr>
            <p:cNvPr id="174" name="Text Box 6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7668344" y="270876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9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6" name="Text Box 6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7668344" y="184469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8" name="Text Box 6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668344" y="206072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" name="Text Box 61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8100392" y="184469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0" name="Text Box 61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668344" y="2276744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8100392" y="206072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7668344" y="2492768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" name="Text Box 61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8100392" y="249276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9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5" name="Text Box 61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8100392" y="227672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bub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3" name="直接箭头连接符 22"/>
            <p:cNvCxnSpPr/>
            <p:nvPr>
              <p:custDataLst>
                <p:tags r:id="rId49"/>
              </p:custDataLst>
            </p:nvPr>
          </p:nvCxnSpPr>
          <p:spPr bwMode="auto">
            <a:xfrm>
              <a:off x="5503910" y="2924816"/>
              <a:ext cx="316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/>
            <p:cNvCxnSpPr/>
            <p:nvPr>
              <p:custDataLst>
                <p:tags r:id="rId50"/>
              </p:custDataLst>
            </p:nvPr>
          </p:nvCxnSpPr>
          <p:spPr bwMode="auto">
            <a:xfrm flipH="1" flipV="1">
              <a:off x="5503910" y="1772816"/>
              <a:ext cx="4194" cy="11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503910" y="2708792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5076056" y="1841546"/>
              <a:ext cx="432048" cy="10801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7" name="Text Box 61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5940152" y="2708768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" name="Text Box 61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372200" y="270876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" name="Text Box 61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5940152" y="2492766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" name="Text Box 6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6372200" y="2492768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Text Box 61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6804248" y="249276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" name="Text Box 61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6372200" y="2276742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3" name="Text Box 61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6804248" y="2276744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4" name="Text Box 61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804248" y="2708768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7236296" y="2276742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I3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6" name="Text Box 61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804248" y="2060718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1" name="Text Box 61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7236296" y="2060720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bne</a:t>
              </a:r>
              <a:endParaRPr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7" name="Text Box 6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7236296" y="1844696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Text Box 61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7236296" y="2492768"/>
              <a:ext cx="432048" cy="21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I4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4" name="Text Box 61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236296" y="2708792"/>
              <a:ext cx="432048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05" name="直接箭头连接符 204"/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6192180" y="292166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06" name="Text Box 60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5940152" y="3068832"/>
              <a:ext cx="576064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预测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207" name="直接箭头连接符 206"/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7848364" y="2921642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208" name="Text Box 60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7632340" y="3068832"/>
              <a:ext cx="1080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猜错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回头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) 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86" name="直接箭头连接符 85"/>
            <p:cNvCxnSpPr/>
            <p:nvPr>
              <p:custDataLst>
                <p:tags r:id="rId71"/>
              </p:custDataLst>
            </p:nvPr>
          </p:nvCxnSpPr>
          <p:spPr bwMode="auto">
            <a:xfrm flipV="1">
              <a:off x="6228184" y="2636912"/>
              <a:ext cx="216024" cy="4680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</p:grpSp>
      <p:sp>
        <p:nvSpPr>
          <p:cNvPr id="39" name="Text Box 61"/>
          <p:cNvSpPr txBox="1"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7528874" y="1556640"/>
            <a:ext cx="139470" cy="864072"/>
          </a:xfrm>
          <a:prstGeom prst="rect">
            <a:avLst/>
          </a:prstGeom>
          <a:solidFill>
            <a:srgbClr val="CCFFFF"/>
          </a:solidFill>
          <a:ln w="15875">
            <a:solidFill>
              <a:schemeClr val="tx1"/>
            </a:solidFill>
            <a:miter lim="800000"/>
          </a:ln>
          <a:effectLst/>
        </p:spPr>
        <p:txBody>
          <a:bodyPr vert="vert" lIns="18000" tIns="10800" rIns="18000" bIns="10800" anchor="ctr" anchorCtr="0"/>
          <a:p>
            <a:pPr algn="ctr">
              <a:lnSpc>
                <a:spcPct val="90000"/>
              </a:lnSpc>
            </a:pPr>
            <a:r>
              <a:rPr lang="en-US" altLang="zh-CN" sz="14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bub</a:t>
            </a:r>
            <a:endParaRPr lang="en-US" altLang="zh-CN" sz="14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cxnSp>
        <p:nvCxnSpPr>
          <p:cNvPr id="85" name="直接箭头连接符 84"/>
          <p:cNvCxnSpPr/>
          <p:nvPr>
            <p:custDataLst>
              <p:tags r:id="rId73"/>
            </p:custDataLst>
          </p:nvPr>
        </p:nvCxnSpPr>
        <p:spPr bwMode="auto">
          <a:xfrm flipV="1">
            <a:off x="4680000" y="2340000"/>
            <a:ext cx="2916000" cy="2628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grpSp>
        <p:nvGrpSpPr>
          <p:cNvPr id="40" name="组合 39"/>
          <p:cNvGrpSpPr/>
          <p:nvPr/>
        </p:nvGrpSpPr>
        <p:grpSpPr>
          <a:xfrm>
            <a:off x="468000" y="3384000"/>
            <a:ext cx="612288" cy="576064"/>
            <a:chOff x="719344" y="4005064"/>
            <a:chExt cx="612288" cy="576064"/>
          </a:xfrm>
        </p:grpSpPr>
        <p:sp>
          <p:nvSpPr>
            <p:cNvPr id="41" name="左大括号 40"/>
            <p:cNvSpPr/>
            <p:nvPr>
              <p:custDataLst>
                <p:tags r:id="rId74"/>
              </p:custDataLst>
            </p:nvPr>
          </p:nvSpPr>
          <p:spPr bwMode="auto">
            <a:xfrm>
              <a:off x="1259632" y="4005064"/>
              <a:ext cx="72000" cy="576064"/>
            </a:xfrm>
            <a:prstGeom prst="leftBrac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" name="Text Box 60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719344" y="4027910"/>
              <a:ext cx="504000" cy="50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/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静态预测</a:t>
              </a:r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cxnSp>
        <p:nvCxnSpPr>
          <p:cNvPr id="81" name="直接箭头连接符 80"/>
          <p:cNvCxnSpPr/>
          <p:nvPr>
            <p:custDataLst>
              <p:tags r:id="rId76"/>
            </p:custDataLst>
          </p:nvPr>
        </p:nvCxnSpPr>
        <p:spPr bwMode="auto">
          <a:xfrm flipV="1">
            <a:off x="7020000" y="2448000"/>
            <a:ext cx="504000" cy="3024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sp>
        <p:nvSpPr>
          <p:cNvPr id="84" name="线形标注 2 83"/>
          <p:cNvSpPr/>
          <p:nvPr>
            <p:custDataLst>
              <p:tags r:id="rId77"/>
            </p:custDataLst>
          </p:nvPr>
        </p:nvSpPr>
        <p:spPr bwMode="auto">
          <a:xfrm>
            <a:off x="6590179" y="4725429"/>
            <a:ext cx="1656000" cy="252000"/>
          </a:xfrm>
          <a:prstGeom prst="borderCallout2">
            <a:avLst>
              <a:gd name="adj1" fmla="val 49933"/>
              <a:gd name="adj2" fmla="val -61"/>
              <a:gd name="adj3" fmla="val 50342"/>
              <a:gd name="adj4" fmla="val -16923"/>
              <a:gd name="adj5" fmla="val 144350"/>
              <a:gd name="adj6" fmla="val -2764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0800" rIns="36000" bIns="10800" numCol="1" rtlCol="0" anchor="ctr" anchorCtr="0" compatLnSpc="1"/>
          <a:p>
            <a:pPr algn="ctr">
              <a:lnSpc>
                <a:spcPct val="90000"/>
              </a:lnSpc>
            </a:pPr>
            <a:r>
              <a:rPr kumimoji="0" lang="zh-CN" altLang="en-US" sz="1600" b="1" dirty="0" smtClean="0">
                <a:solidFill>
                  <a:srgbClr val="990099"/>
                </a:solidFill>
                <a:latin typeface="+mn-ea"/>
              </a:rPr>
              <a:t>可不占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+mn-ea"/>
              </a:rPr>
              <a:t>额外时间</a:t>
            </a:r>
            <a:endParaRPr lang="en-US" altLang="zh-CN" sz="1600" b="1" spc="-1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84" grpId="0" bldLvl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/>
          </a:p>
        </p:txBody>
      </p:sp>
      <p:sp>
        <p:nvSpPr>
          <p:cNvPr id="51" name="AutoShape 5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97</a:t>
            </a:r>
            <a:endParaRPr lang="en-US" altLang="zh-CN" sz="1600" u="none" dirty="0" smtClean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5931" y="359222"/>
            <a:ext cx="2555869" cy="56464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延迟分支法：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0000"/>
              </a:lnSpc>
              <a:spcAft>
                <a:spcPts val="0"/>
              </a:spcAft>
            </a:pPr>
            <a:endParaRPr kumimoji="0" lang="en-US" altLang="zh-CN" sz="16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spc="-100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实现机制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18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停顿拍数</a:t>
            </a: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kumimoji="0" lang="en-US" altLang="zh-CN" sz="2200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适用</a:t>
            </a:r>
            <a:r>
              <a:rPr kumimoji="0"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场合</a:t>
            </a:r>
            <a:r>
              <a:rPr kumimoji="0"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00490" y="360000"/>
            <a:ext cx="6768752" cy="1209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271780" indent="-271780" algn="l" eaLnBrk="0" hangingPunct="0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</a:t>
            </a:r>
            <a:r>
              <a:rPr lang="zh-CN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槽中指令</a:t>
            </a:r>
            <a:r>
              <a:rPr lang="zh-CN" altLang="zh-CN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正常</a:t>
            </a:r>
            <a:r>
              <a:rPr lang="zh-CN" altLang="zh-CN" sz="22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，使其尽量为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有用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endParaRPr lang="en-US" altLang="zh-CN" sz="2200" b="1" u="sng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</a:t>
            </a:r>
            <a:r>
              <a:rPr lang="zh-CN" altLang="en-US" sz="16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kumimoji="0" lang="zh-CN" altLang="en-US" sz="1600" b="1" dirty="0" smtClean="0">
                <a:latin typeface="+mn-ea"/>
                <a:sym typeface="+mn-ea"/>
              </a:rPr>
              <a:t>逻辑上延长了分支指令执行时间</a:t>
            </a:r>
            <a:endParaRPr lang="zh-CN" altLang="zh-CN" sz="1600" b="1" spc="-1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分支指令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完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前，</a:t>
            </a:r>
            <a:r>
              <a:rPr lang="zh-CN" altLang="en-US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zh-CN" sz="2200" b="1" spc="-100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流入流水线的指令</a:t>
            </a:r>
            <a:r>
              <a:rPr lang="zh-CN" altLang="zh-CN" sz="2200" b="1" spc="-1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位置</a:t>
            </a:r>
            <a:endParaRPr lang="en-US" altLang="zh-CN" sz="2200" b="1" spc="-100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906945" y="1629306"/>
            <a:ext cx="4968552" cy="1492329"/>
            <a:chOff x="1835696" y="1916960"/>
            <a:chExt cx="4968552" cy="1492329"/>
          </a:xfrm>
        </p:grpSpPr>
        <p:cxnSp>
          <p:nvCxnSpPr>
            <p:cNvPr id="8" name="直接箭头连接符 7"/>
            <p:cNvCxnSpPr/>
            <p:nvPr>
              <p:custDataLst>
                <p:tags r:id="rId4"/>
              </p:custDataLst>
            </p:nvPr>
          </p:nvCxnSpPr>
          <p:spPr bwMode="auto">
            <a:xfrm>
              <a:off x="2263550" y="3068960"/>
              <a:ext cx="454069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>
              <p:custDataLst>
                <p:tags r:id="rId5"/>
              </p:custDataLst>
            </p:nvPr>
          </p:nvCxnSpPr>
          <p:spPr bwMode="auto">
            <a:xfrm flipH="1" flipV="1">
              <a:off x="2263550" y="1916960"/>
              <a:ext cx="4195" cy="116223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 Box 6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263550" y="2855714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Text Box 6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835696" y="1988840"/>
              <a:ext cx="432048" cy="108009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WB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EX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ID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IF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Text Box 6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699792" y="2852936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bne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Text Box 6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131840" y="285293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4" name="Text Box 6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699792" y="2636912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5" name="Text Box 6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131840" y="2636914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bne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6" name="Text Box 6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563888" y="2636914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 Box 6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131840" y="2420888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8" name="Text Box 6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563888" y="2420890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bne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9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427984" y="2852936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Text Box 6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563888" y="285293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1" name="Text Box 6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995936" y="2420888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Text Box 6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563888" y="2210790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3" name="Text Box 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995936" y="2210792"/>
              <a:ext cx="432048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bne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427984" y="221079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5" name="Text Box 6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995936" y="1994768"/>
              <a:ext cx="432048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add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6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860032" y="1988992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7" name="Text Box 6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427984" y="2420888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Text Box 6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860032" y="220501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9" name="Text Box 6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292080" y="1988992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0" name="Text Box 6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995936" y="2636914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1" name="Text Box 6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995936" y="285293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Text Box 61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427984" y="2636914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3" name="Text Box 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860032" y="2420888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 Box 6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292080" y="2205016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860032" y="2636914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6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292080" y="2420888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Text Box 6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257854" y="3141096"/>
              <a:ext cx="1044116" cy="26819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/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延迟槽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5724128" y="1988840"/>
              <a:ext cx="432048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39" name="Text Box 6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5724128" y="2204864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0" name="Text Box 6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6156176" y="1988840"/>
              <a:ext cx="432048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I6</a:t>
              </a:r>
              <a:endParaRPr lang="en-US" altLang="zh-CN" sz="16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1" name="右大括号 40"/>
            <p:cNvSpPr/>
            <p:nvPr>
              <p:custDataLst>
                <p:tags r:id="rId37"/>
              </p:custDataLst>
            </p:nvPr>
          </p:nvSpPr>
          <p:spPr bwMode="auto">
            <a:xfrm rot="5400000">
              <a:off x="3740370" y="2460557"/>
              <a:ext cx="79081" cy="1296144"/>
            </a:xfrm>
            <a:prstGeom prst="rightBrace">
              <a:avLst>
                <a:gd name="adj1" fmla="val 29497"/>
                <a:gd name="adj2" fmla="val 50000"/>
              </a:avLst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" name="Text Box 60"/>
          <p:cNvSpPr txBox="1"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965190" y="2276475"/>
            <a:ext cx="2556000" cy="28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 anchor="ctr" anchorCtr="0"/>
          <a:p>
            <a:pPr>
              <a:lnSpc>
                <a:spcPct val="125000"/>
              </a:lnSpc>
            </a:pP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16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</a:t>
            </a:r>
            <a:r>
              <a:rPr lang="zh-CN" altLang="en-US" sz="1600" b="1" baseline="-16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sz="16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sz="16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拍</a:t>
            </a:r>
            <a:endParaRPr lang="zh-CN" altLang="en-US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Text Box 88"/>
          <p:cNvSpPr txBox="1"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2196000" y="3069466"/>
            <a:ext cx="6624736" cy="3157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软件实现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编译时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重排序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指令序列</a:t>
            </a: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endParaRPr kumimoji="0" lang="en-US" altLang="zh-CN" sz="18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槽中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均为</a:t>
            </a:r>
            <a:r>
              <a:rPr lang="en-US" altLang="zh-CN" sz="2200" b="1" u="sng" dirty="0" err="1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nop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lang="zh-CN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，＝阻塞法；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延迟槽中</a:t>
            </a:r>
            <a:r>
              <a:rPr lang="zh-CN" altLang="en-US" sz="2200" b="1" u="sng" spc="250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含有用指令</a:t>
            </a:r>
            <a:r>
              <a:rPr lang="zh-CN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，＜阻塞法</a:t>
            </a:r>
            <a:endParaRPr lang="en-US" altLang="zh-CN" sz="22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25000"/>
              </a:lnSpc>
              <a:spcAft>
                <a:spcPts val="0"/>
              </a:spcAft>
            </a:pP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延迟槽＝</a:t>
            </a:r>
            <a:r>
              <a:rPr kumimoji="0" lang="en-US" altLang="zh-CN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kumimoji="0"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条</a:t>
            </a:r>
            <a:r>
              <a:rPr kumimoji="0"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即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kumimoji="0" lang="zh-CN" altLang="en-US" sz="16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2T</a:t>
            </a:r>
            <a:r>
              <a:rPr kumimoji="0" lang="en-US" altLang="zh-CN" sz="1600" b="1" baseline="-180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22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性能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损失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kumimoji="0" lang="en-US" altLang="zh-CN" sz="1600" b="1" dirty="0" err="1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nop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小</a:t>
            </a:r>
            <a:endParaRPr kumimoji="0" lang="en-US" altLang="zh-CN" sz="16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 eaLnBrk="0" hangingPunct="0">
              <a:lnSpc>
                <a:spcPct val="105000"/>
              </a:lnSpc>
            </a:pPr>
            <a:r>
              <a:rPr kumimoji="0" lang="en-US" altLang="zh-CN" sz="1600" b="1" i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lang="zh-CN" altLang="en-US" sz="1600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≥</a:t>
            </a:r>
            <a:r>
              <a:rPr kumimoji="0"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kumimoji="0"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条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时常用</a:t>
            </a:r>
            <a:r>
              <a:rPr kumimoji="0"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分支预测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r>
              <a:rPr kumimoji="0"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←与</a:t>
            </a:r>
            <a:r>
              <a:rPr kumimoji="0"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延迟分支法</a:t>
            </a:r>
            <a:r>
              <a:rPr kumimoji="0"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不</a:t>
            </a:r>
            <a:r>
              <a:rPr kumimoji="0"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兼容</a:t>
            </a:r>
            <a:endParaRPr kumimoji="0"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67744" y="3573522"/>
            <a:ext cx="6408712" cy="1008509"/>
            <a:chOff x="2699792" y="4725144"/>
            <a:chExt cx="6408712" cy="1008509"/>
          </a:xfrm>
        </p:grpSpPr>
        <p:sp>
          <p:nvSpPr>
            <p:cNvPr id="5" name="Rectangle 50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788024" y="5229596"/>
              <a:ext cx="4320479" cy="252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>
              <a:noAutofit/>
            </a:bodyPr>
            <a:p>
              <a:endParaRPr lang="zh-CN" altLang="en-US"/>
            </a:p>
          </p:txBody>
        </p:sp>
        <p:sp>
          <p:nvSpPr>
            <p:cNvPr id="7" name="Text Box 53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788024" y="4725144"/>
              <a:ext cx="4320480" cy="10085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顺序指令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I1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I5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中</a:t>
              </a:r>
              <a:r>
                <a:rPr lang="zh-CN" altLang="en-US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与</a:t>
              </a:r>
              <a:r>
                <a:rPr lang="en-US" altLang="zh-CN" sz="1600" b="1" u="sng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I6</a:t>
              </a:r>
              <a:r>
                <a:rPr lang="zh-CN" altLang="en-US" sz="1600" b="1" u="sng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有相关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的指令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转移指令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延迟槽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I1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I5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中</a:t>
              </a:r>
              <a:r>
                <a:rPr lang="zh-CN" altLang="en-US" sz="1600" b="1" u="sng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与</a:t>
              </a:r>
              <a:r>
                <a:rPr lang="en-US" altLang="zh-CN" sz="1600" b="1" u="sng" dirty="0">
                  <a:solidFill>
                    <a:srgbClr val="990099"/>
                  </a:solidFill>
                  <a:latin typeface="宋体" panose="02010600030101010101" pitchFamily="2" charset="-122"/>
                </a:rPr>
                <a:t>I6</a:t>
              </a:r>
              <a:r>
                <a:rPr lang="zh-CN" altLang="en-US" sz="1600" b="1" u="sng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无相关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的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指令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或</a:t>
              </a:r>
              <a:r>
                <a:rPr lang="en-US" altLang="zh-CN" sz="1600" b="1" dirty="0" err="1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nop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I7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I9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" name="Text Box 5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699792" y="4725144"/>
              <a:ext cx="1584000" cy="100850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/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顺序指令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I1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I5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转移指令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I6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顺序指令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I7</a:t>
              </a: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I9</a:t>
              </a:r>
              <a:endPara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" name="右箭头 43"/>
            <p:cNvSpPr/>
            <p:nvPr>
              <p:custDataLst>
                <p:tags r:id="rId43"/>
              </p:custDataLst>
            </p:nvPr>
          </p:nvSpPr>
          <p:spPr bwMode="auto">
            <a:xfrm>
              <a:off x="4390901" y="5085581"/>
              <a:ext cx="325115" cy="34719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FF33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300" name="Text Box 4"/>
          <p:cNvSpPr txBox="1">
            <a:spLocks noChangeArrowheads="1"/>
          </p:cNvSpPr>
          <p:nvPr/>
        </p:nvSpPr>
        <p:spPr bwMode="auto">
          <a:xfrm>
            <a:off x="899160" y="5950585"/>
            <a:ext cx="3096895" cy="39878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5-5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P238—</a:t>
            </a:r>
            <a:r>
              <a:rPr lang="en-US" altLang="zh-CN" sz="2000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26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27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8" name="Text Box 228"/>
          <p:cNvSpPr txBox="1">
            <a:spLocks noChangeArrowheads="1"/>
          </p:cNvSpPr>
          <p:nvPr/>
        </p:nvSpPr>
        <p:spPr bwMode="auto">
          <a:xfrm>
            <a:off x="179705" y="388620"/>
            <a:ext cx="8621395" cy="347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指令流水线技术小结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基本思想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各操作串行→各操作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重叠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指不同指令间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基本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要求：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操作冲突的处理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冲突类型：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处理方法：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228"/>
          <p:cNvSpPr txBox="1">
            <a:spLocks noChangeArrowheads="1"/>
          </p:cNvSpPr>
          <p:nvPr/>
        </p:nvSpPr>
        <p:spPr bwMode="auto">
          <a:xfrm>
            <a:off x="2016000" y="1656080"/>
            <a:ext cx="5754370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操作分离、操作同步、操作无冲突</a:t>
            </a:r>
            <a:endParaRPr lang="zh-CN" altLang="en-US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增设段间</a:t>
            </a:r>
            <a:r>
              <a:rPr lang="en-US" altLang="zh-CN" sz="2200" b="1" dirty="0" smtClean="0">
                <a:latin typeface="宋体" panose="02010600030101010101" pitchFamily="2" charset="-122"/>
                <a:sym typeface="+mn-ea"/>
              </a:rPr>
              <a:t>REG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，公共拍时钟，部件＋控制器</a:t>
            </a:r>
            <a:endParaRPr lang="zh-CN" altLang="en-US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15A4A-1D2D-43C8-97E5-C02686E6D9C7}" type="slidenum">
              <a:rPr lang="en-US" altLang="zh-CN"/>
            </a:fld>
            <a:endParaRPr lang="en-US" altLang="zh-CN" dirty="0"/>
          </a:p>
        </p:txBody>
      </p:sp>
      <p:sp>
        <p:nvSpPr>
          <p:cNvPr id="97" name="Text Box 228"/>
          <p:cNvSpPr txBox="1">
            <a:spLocks noChangeArrowheads="1"/>
          </p:cNvSpPr>
          <p:nvPr/>
        </p:nvSpPr>
        <p:spPr bwMode="auto">
          <a:xfrm>
            <a:off x="2592000" y="2916000"/>
            <a:ext cx="6192688" cy="207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①结构冒险 ②数据冒险 ③控制冒险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①重复设置部件、分时使用部件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←部件不复用、使用时间无冲突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②阻塞法、转发法、乱序执行法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③阻塞法、分支预测法、延迟分支法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 flipH="1">
            <a:off x="1979712" y="1260000"/>
            <a:ext cx="3060000" cy="576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82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00" grpId="0" bldLvl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E18D-FF9A-4BD5-BDFA-25F6368EE484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7958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80727"/>
            <a:ext cx="9036496" cy="5384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90376" y="401722"/>
            <a:ext cx="8774112" cy="506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lnSpc>
                <a:spcPct val="125000"/>
              </a:lnSpc>
            </a:pPr>
            <a:r>
              <a:rPr kumimoji="0"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kumimoji="0"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※</a:t>
            </a:r>
            <a:r>
              <a:rPr kumimoji="0"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附录</a:t>
            </a:r>
            <a:r>
              <a:rPr kumimoji="0"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kumimoji="0"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dirty="0" err="1" smtClean="0"/>
              <a:t>μ</a:t>
            </a:r>
            <a:r>
              <a:rPr lang="en-US" altLang="zh-CN" b="1" dirty="0" err="1" smtClean="0">
                <a:latin typeface="宋体" panose="02010600030101010101" pitchFamily="2" charset="-122"/>
              </a:rPr>
              <a:t>OPCmd</a:t>
            </a:r>
            <a:r>
              <a:rPr lang="zh-CN" altLang="en-US" b="1" dirty="0" smtClean="0">
                <a:latin typeface="宋体" panose="02010600030101010101" pitchFamily="2" charset="-122"/>
              </a:rPr>
              <a:t>序列效果图</a:t>
            </a:r>
            <a:endParaRPr kumimoji="0" lang="en-US" altLang="zh-CN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KSO_WM_BEAUTIFY_FLAG" val="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KSO_WM_BEAUTIFY_FLAG" val=""/>
</p:tagLst>
</file>

<file path=ppt/tags/tag743.xml><?xml version="1.0" encoding="utf-8"?>
<p:tagLst xmlns:p="http://schemas.openxmlformats.org/presentationml/2006/main">
  <p:tag name="KSO_WM_BEAUTIFY_FLAG" val=""/>
</p:tagLst>
</file>

<file path=ppt/tags/tag744.xml><?xml version="1.0" encoding="utf-8"?>
<p:tagLst xmlns:p="http://schemas.openxmlformats.org/presentationml/2006/main">
  <p:tag name="KSO_WM_BEAUTIFY_FLAG" val=""/>
</p:tagLst>
</file>

<file path=ppt/tags/tag745.xml><?xml version="1.0" encoding="utf-8"?>
<p:tagLst xmlns:p="http://schemas.openxmlformats.org/presentationml/2006/main">
  <p:tag name="KSO_WM_BEAUTIFY_FLAG" val=""/>
</p:tagLst>
</file>

<file path=ppt/tags/tag746.xml><?xml version="1.0" encoding="utf-8"?>
<p:tagLst xmlns:p="http://schemas.openxmlformats.org/presentationml/2006/main">
  <p:tag name="KSO_WM_BEAUTIFY_FLAG" val=""/>
</p:tagLst>
</file>

<file path=ppt/tags/tag747.xml><?xml version="1.0" encoding="utf-8"?>
<p:tagLst xmlns:p="http://schemas.openxmlformats.org/presentationml/2006/main">
  <p:tag name="KSO_WM_BEAUTIFY_FLAG" val=""/>
</p:tagLst>
</file>

<file path=ppt/tags/tag748.xml><?xml version="1.0" encoding="utf-8"?>
<p:tagLst xmlns:p="http://schemas.openxmlformats.org/presentationml/2006/main"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</p:tagLst>
</file>

<file path=ppt/tags/tag751.xml><?xml version="1.0" encoding="utf-8"?>
<p:tagLst xmlns:p="http://schemas.openxmlformats.org/presentationml/2006/main">
  <p:tag name="KSO_WM_BEAUTIFY_FLAG" val=""/>
</p:tagLst>
</file>

<file path=ppt/tags/tag752.xml><?xml version="1.0" encoding="utf-8"?>
<p:tagLst xmlns:p="http://schemas.openxmlformats.org/presentationml/2006/main">
  <p:tag name="KSO_WM_BEAUTIFY_FLAG" val=""/>
</p:tagLst>
</file>

<file path=ppt/tags/tag753.xml><?xml version="1.0" encoding="utf-8"?>
<p:tagLst xmlns:p="http://schemas.openxmlformats.org/presentationml/2006/main">
  <p:tag name="KSO_WM_BEAUTIFY_FLAG" val=""/>
</p:tagLst>
</file>

<file path=ppt/tags/tag754.xml><?xml version="1.0" encoding="utf-8"?>
<p:tagLst xmlns:p="http://schemas.openxmlformats.org/presentationml/2006/main">
  <p:tag name="KSO_WM_BEAUTIFY_FLAG" val=""/>
</p:tagLst>
</file>

<file path=ppt/tags/tag755.xml><?xml version="1.0" encoding="utf-8"?>
<p:tagLst xmlns:p="http://schemas.openxmlformats.org/presentationml/2006/main">
  <p:tag name="KSO_WM_BEAUTIFY_FLAG" val=""/>
</p:tagLst>
</file>

<file path=ppt/tags/tag756.xml><?xml version="1.0" encoding="utf-8"?>
<p:tagLst xmlns:p="http://schemas.openxmlformats.org/presentationml/2006/main">
  <p:tag name="KSO_WM_BEAUTIFY_FLAG" val=""/>
</p:tagLst>
</file>

<file path=ppt/tags/tag757.xml><?xml version="1.0" encoding="utf-8"?>
<p:tagLst xmlns:p="http://schemas.openxmlformats.org/presentationml/2006/main">
  <p:tag name="KSO_WM_BEAUTIFY_FLAG" val=""/>
</p:tagLst>
</file>

<file path=ppt/tags/tag758.xml><?xml version="1.0" encoding="utf-8"?>
<p:tagLst xmlns:p="http://schemas.openxmlformats.org/presentationml/2006/main">
  <p:tag name="KSO_WM_BEAUTIFY_FLAG" val=""/>
</p:tagLst>
</file>

<file path=ppt/tags/tag759.xml><?xml version="1.0" encoding="utf-8"?>
<p:tagLst xmlns:p="http://schemas.openxmlformats.org/presentationml/2006/main">
  <p:tag name="KSO_WM_BEAUTIFY_FLAG" val=""/>
</p:tagLst>
</file>

<file path=ppt/tags/tag760.xml><?xml version="1.0" encoding="utf-8"?>
<p:tagLst xmlns:p="http://schemas.openxmlformats.org/presentationml/2006/main">
  <p:tag name="KSO_WM_BEAUTIFY_FLAG" val=""/>
</p:tagLst>
</file>

<file path=ppt/tags/tag761.xml><?xml version="1.0" encoding="utf-8"?>
<p:tagLst xmlns:p="http://schemas.openxmlformats.org/presentationml/2006/main">
  <p:tag name="KSO_WM_BEAUTIFY_FLAG" val=""/>
</p:tagLst>
</file>

<file path=ppt/tags/tag762.xml><?xml version="1.0" encoding="utf-8"?>
<p:tagLst xmlns:p="http://schemas.openxmlformats.org/presentationml/2006/main">
  <p:tag name="KSO_WM_BEAUTIFY_FLAG" val=""/>
</p:tagLst>
</file>

<file path=ppt/tags/tag763.xml><?xml version="1.0" encoding="utf-8"?>
<p:tagLst xmlns:p="http://schemas.openxmlformats.org/presentationml/2006/main">
  <p:tag name="KSO_WM_BEAUTIFY_FLAG" val=""/>
</p:tagLst>
</file>

<file path=ppt/tags/tag764.xml><?xml version="1.0" encoding="utf-8"?>
<p:tagLst xmlns:p="http://schemas.openxmlformats.org/presentationml/2006/main">
  <p:tag name="KSO_WM_BEAUTIFY_FLAG" val=""/>
</p:tagLst>
</file>

<file path=ppt/tags/tag765.xml><?xml version="1.0" encoding="utf-8"?>
<p:tagLst xmlns:p="http://schemas.openxmlformats.org/presentationml/2006/main">
  <p:tag name="KSO_WM_BEAUTIFY_FLAG" val=""/>
</p:tagLst>
</file>

<file path=ppt/tags/tag766.xml><?xml version="1.0" encoding="utf-8"?>
<p:tagLst xmlns:p="http://schemas.openxmlformats.org/presentationml/2006/main">
  <p:tag name="KSO_WM_BEAUTIFY_FLAG" val=""/>
</p:tagLst>
</file>

<file path=ppt/tags/tag767.xml><?xml version="1.0" encoding="utf-8"?>
<p:tagLst xmlns:p="http://schemas.openxmlformats.org/presentationml/2006/main">
  <p:tag name="KSO_WM_BEAUTIFY_FLAG" val=""/>
</p:tagLst>
</file>

<file path=ppt/tags/tag768.xml><?xml version="1.0" encoding="utf-8"?>
<p:tagLst xmlns:p="http://schemas.openxmlformats.org/presentationml/2006/main">
  <p:tag name="KSO_WM_BEAUTIFY_FLAG" val=""/>
</p:tagLst>
</file>

<file path=ppt/tags/tag769.xml><?xml version="1.0" encoding="utf-8"?>
<p:tagLst xmlns:p="http://schemas.openxmlformats.org/presentationml/2006/main">
  <p:tag name="KSO_WM_BEAUTIFY_FLAG" val=""/>
</p:tagLst>
</file>

<file path=ppt/tags/tag770.xml><?xml version="1.0" encoding="utf-8"?>
<p:tagLst xmlns:p="http://schemas.openxmlformats.org/presentationml/2006/main">
  <p:tag name="KSO_WM_BEAUTIFY_FLAG" val=""/>
</p:tagLst>
</file>

<file path=ppt/tags/tag771.xml><?xml version="1.0" encoding="utf-8"?>
<p:tagLst xmlns:p="http://schemas.openxmlformats.org/presentationml/2006/main">
  <p:tag name="KSO_WM_BEAUTIFY_FLAG" val=""/>
</p:tagLst>
</file>

<file path=ppt/tags/tag772.xml><?xml version="1.0" encoding="utf-8"?>
<p:tagLst xmlns:p="http://schemas.openxmlformats.org/presentationml/2006/main">
  <p:tag name="KSO_WM_BEAUTIFY_FLAG" val=""/>
</p:tagLst>
</file>

<file path=ppt/tags/tag773.xml><?xml version="1.0" encoding="utf-8"?>
<p:tagLst xmlns:p="http://schemas.openxmlformats.org/presentationml/2006/main">
  <p:tag name="KSO_WM_BEAUTIFY_FLAG" val=""/>
</p:tagLst>
</file>

<file path=ppt/tags/tag774.xml><?xml version="1.0" encoding="utf-8"?>
<p:tagLst xmlns:p="http://schemas.openxmlformats.org/presentationml/2006/main">
  <p:tag name="KSO_WM_BEAUTIFY_FLAG" val=""/>
</p:tagLst>
</file>

<file path=ppt/tags/tag775.xml><?xml version="1.0" encoding="utf-8"?>
<p:tagLst xmlns:p="http://schemas.openxmlformats.org/presentationml/2006/main">
  <p:tag name="KSO_WM_BEAUTIFY_FLAG" val=""/>
</p:tagLst>
</file>

<file path=ppt/tags/tag776.xml><?xml version="1.0" encoding="utf-8"?>
<p:tagLst xmlns:p="http://schemas.openxmlformats.org/presentationml/2006/main">
  <p:tag name="KSO_WM_BEAUTIFY_FLAG" val=""/>
</p:tagLst>
</file>

<file path=ppt/tags/tag777.xml><?xml version="1.0" encoding="utf-8"?>
<p:tagLst xmlns:p="http://schemas.openxmlformats.org/presentationml/2006/main">
  <p:tag name="KSO_WM_BEAUTIFY_FLAG" val=""/>
</p:tagLst>
</file>

<file path=ppt/tags/tag778.xml><?xml version="1.0" encoding="utf-8"?>
<p:tagLst xmlns:p="http://schemas.openxmlformats.org/presentationml/2006/main">
  <p:tag name="KSO_WM_BEAUTIFY_FLAG" val=""/>
</p:tagLst>
</file>

<file path=ppt/tags/tag779.xml><?xml version="1.0" encoding="utf-8"?>
<p:tagLst xmlns:p="http://schemas.openxmlformats.org/presentationml/2006/main">
  <p:tag name="KSO_WM_BEAUTIFY_FLAG" val=""/>
</p:tagLst>
</file>

<file path=ppt/tags/tag780.xml><?xml version="1.0" encoding="utf-8"?>
<p:tagLst xmlns:p="http://schemas.openxmlformats.org/presentationml/2006/main">
  <p:tag name="KSO_WM_BEAUTIFY_FLAG" val=""/>
</p:tagLst>
</file>

<file path=ppt/tags/tag781.xml><?xml version="1.0" encoding="utf-8"?>
<p:tagLst xmlns:p="http://schemas.openxmlformats.org/presentationml/2006/main">
  <p:tag name="KSO_WM_BEAUTIFY_FLAG" val=""/>
</p:tagLst>
</file>

<file path=ppt/tags/tag782.xml><?xml version="1.0" encoding="utf-8"?>
<p:tagLst xmlns:p="http://schemas.openxmlformats.org/presentationml/2006/main">
  <p:tag name="KSO_WM_BEAUTIFY_FLAG" val=""/>
</p:tagLst>
</file>

<file path=ppt/tags/tag783.xml><?xml version="1.0" encoding="utf-8"?>
<p:tagLst xmlns:p="http://schemas.openxmlformats.org/presentationml/2006/main">
  <p:tag name="KSO_WM_BEAUTIFY_FLAG" val=""/>
</p:tagLst>
</file>

<file path=ppt/tags/tag784.xml><?xml version="1.0" encoding="utf-8"?>
<p:tagLst xmlns:p="http://schemas.openxmlformats.org/presentationml/2006/main">
  <p:tag name="KSO_WM_BEAUTIFY_FLAG" val=""/>
</p:tagLst>
</file>

<file path=ppt/tags/tag785.xml><?xml version="1.0" encoding="utf-8"?>
<p:tagLst xmlns:p="http://schemas.openxmlformats.org/presentationml/2006/main">
  <p:tag name="KSO_WM_BEAUTIFY_FLAG" val=""/>
</p:tagLst>
</file>

<file path=ppt/tags/tag786.xml><?xml version="1.0" encoding="utf-8"?>
<p:tagLst xmlns:p="http://schemas.openxmlformats.org/presentationml/2006/main">
  <p:tag name="KSO_WM_BEAUTIFY_FLAG" val=""/>
</p:tagLst>
</file>

<file path=ppt/tags/tag787.xml><?xml version="1.0" encoding="utf-8"?>
<p:tagLst xmlns:p="http://schemas.openxmlformats.org/presentationml/2006/main">
  <p:tag name="KSO_WM_BEAUTIFY_FLAG" val=""/>
</p:tagLst>
</file>

<file path=ppt/tags/tag788.xml><?xml version="1.0" encoding="utf-8"?>
<p:tagLst xmlns:p="http://schemas.openxmlformats.org/presentationml/2006/main">
  <p:tag name="KSO_WM_BEAUTIFY_FLAG" val=""/>
</p:tagLst>
</file>

<file path=ppt/tags/tag789.xml><?xml version="1.0" encoding="utf-8"?>
<p:tagLst xmlns:p="http://schemas.openxmlformats.org/presentationml/2006/main">
  <p:tag name="KSO_WM_BEAUTIFY_FLAG" val=""/>
</p:tagLst>
</file>

<file path=ppt/tags/tag790.xml><?xml version="1.0" encoding="utf-8"?>
<p:tagLst xmlns:p="http://schemas.openxmlformats.org/presentationml/2006/main">
  <p:tag name="KSO_WM_BEAUTIFY_FLAG" val=""/>
</p:tagLst>
</file>

<file path=ppt/tags/tag791.xml><?xml version="1.0" encoding="utf-8"?>
<p:tagLst xmlns:p="http://schemas.openxmlformats.org/presentationml/2006/main">
  <p:tag name="KSO_WM_BEAUTIFY_FLAG" val=""/>
</p:tagLst>
</file>

<file path=ppt/tags/tag792.xml><?xml version="1.0" encoding="utf-8"?>
<p:tagLst xmlns:p="http://schemas.openxmlformats.org/presentationml/2006/main">
  <p:tag name="KSO_WM_BEAUTIFY_FLAG" val=""/>
</p:tagLst>
</file>

<file path=ppt/tags/tag793.xml><?xml version="1.0" encoding="utf-8"?>
<p:tagLst xmlns:p="http://schemas.openxmlformats.org/presentationml/2006/main">
  <p:tag name="KSO_WM_BEAUTIFY_FLAG" val=""/>
</p:tagLst>
</file>

<file path=ppt/tags/tag794.xml><?xml version="1.0" encoding="utf-8"?>
<p:tagLst xmlns:p="http://schemas.openxmlformats.org/presentationml/2006/main">
  <p:tag name="KSO_WM_BEAUTIFY_FLAG" val=""/>
</p:tagLst>
</file>

<file path=ppt/tags/tag795.xml><?xml version="1.0" encoding="utf-8"?>
<p:tagLst xmlns:p="http://schemas.openxmlformats.org/presentationml/2006/main">
  <p:tag name="KSO_WM_BEAUTIFY_FLAG" val=""/>
</p:tagLst>
</file>

<file path=ppt/tags/tag796.xml><?xml version="1.0" encoding="utf-8"?>
<p:tagLst xmlns:p="http://schemas.openxmlformats.org/presentationml/2006/main">
  <p:tag name="KSO_WM_BEAUTIFY_FLAG" val=""/>
</p:tagLst>
</file>

<file path=ppt/tags/tag797.xml><?xml version="1.0" encoding="utf-8"?>
<p:tagLst xmlns:p="http://schemas.openxmlformats.org/presentationml/2006/main">
  <p:tag name="KSO_WM_BEAUTIFY_FLAG" val=""/>
</p:tagLst>
</file>

<file path=ppt/tags/tag798.xml><?xml version="1.0" encoding="utf-8"?>
<p:tagLst xmlns:p="http://schemas.openxmlformats.org/presentationml/2006/main">
  <p:tag name="KSO_WM_BEAUTIFY_FLAG" val="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KSO_WM_BEAUTIFY_FLAG" val=""/>
</p:tagLst>
</file>

<file path=ppt/tags/tag809.xml><?xml version="1.0" encoding="utf-8"?>
<p:tagLst xmlns:p="http://schemas.openxmlformats.org/presentationml/2006/main">
  <p:tag name="KSO_WM_BEAUTIFY_FLAG" val=""/>
</p:tagLst>
</file>

<file path=ppt/tags/tag810.xml><?xml version="1.0" encoding="utf-8"?>
<p:tagLst xmlns:p="http://schemas.openxmlformats.org/presentationml/2006/main">
  <p:tag name="KSO_WM_BEAUTIFY_FLAG" val=""/>
</p:tagLst>
</file>

<file path=ppt/tags/tag811.xml><?xml version="1.0" encoding="utf-8"?>
<p:tagLst xmlns:p="http://schemas.openxmlformats.org/presentationml/2006/main">
  <p:tag name="KSO_WM_BEAUTIFY_FLAG" val=""/>
</p:tagLst>
</file>

<file path=ppt/tags/tag812.xml><?xml version="1.0" encoding="utf-8"?>
<p:tagLst xmlns:p="http://schemas.openxmlformats.org/presentationml/2006/main">
  <p:tag name="KSO_WM_BEAUTIFY_FLAG" val=""/>
</p:tagLst>
</file>

<file path=ppt/tags/tag813.xml><?xml version="1.0" encoding="utf-8"?>
<p:tagLst xmlns:p="http://schemas.openxmlformats.org/presentationml/2006/main">
  <p:tag name="KSO_WM_BEAUTIFY_FLAG" val=""/>
</p:tagLst>
</file>

<file path=ppt/tags/tag814.xml><?xml version="1.0" encoding="utf-8"?>
<p:tagLst xmlns:p="http://schemas.openxmlformats.org/presentationml/2006/main">
  <p:tag name="KSO_WM_BEAUTIFY_FLAG" val=""/>
</p:tagLst>
</file>

<file path=ppt/tags/tag815.xml><?xml version="1.0" encoding="utf-8"?>
<p:tagLst xmlns:p="http://schemas.openxmlformats.org/presentationml/2006/main">
  <p:tag name="KSO_WM_BEAUTIFY_FLAG" val=""/>
</p:tagLst>
</file>

<file path=ppt/tags/tag816.xml><?xml version="1.0" encoding="utf-8"?>
<p:tagLst xmlns:p="http://schemas.openxmlformats.org/presentationml/2006/main">
  <p:tag name="KSO_WM_BEAUTIFY_FLAG" val=""/>
</p:tagLst>
</file>

<file path=ppt/tags/tag817.xml><?xml version="1.0" encoding="utf-8"?>
<p:tagLst xmlns:p="http://schemas.openxmlformats.org/presentationml/2006/main">
  <p:tag name="KSO_WM_BEAUTIFY_FLAG" val=""/>
</p:tagLst>
</file>

<file path=ppt/tags/tag818.xml><?xml version="1.0" encoding="utf-8"?>
<p:tagLst xmlns:p="http://schemas.openxmlformats.org/presentationml/2006/main">
  <p:tag name="KSO_WM_BEAUTIFY_FLAG" val=""/>
</p:tagLst>
</file>

<file path=ppt/tags/tag819.xml><?xml version="1.0" encoding="utf-8"?>
<p:tagLst xmlns:p="http://schemas.openxmlformats.org/presentationml/2006/main">
  <p:tag name="KSO_WM_BEAUTIFY_FLAG" val=""/>
</p:tagLst>
</file>

<file path=ppt/tags/tag820.xml><?xml version="1.0" encoding="utf-8"?>
<p:tagLst xmlns:p="http://schemas.openxmlformats.org/presentationml/2006/main">
  <p:tag name="KSO_WM_BEAUTIFY_FLAG" val=""/>
</p:tagLst>
</file>

<file path=ppt/tags/tag821.xml><?xml version="1.0" encoding="utf-8"?>
<p:tagLst xmlns:p="http://schemas.openxmlformats.org/presentationml/2006/main">
  <p:tag name="KSO_WM_BEAUTIFY_FLAG" val=""/>
</p:tagLst>
</file>

<file path=ppt/tags/tag822.xml><?xml version="1.0" encoding="utf-8"?>
<p:tagLst xmlns:p="http://schemas.openxmlformats.org/presentationml/2006/main">
  <p:tag name="KSO_WM_BEAUTIFY_FLAG" val=""/>
</p:tagLst>
</file>

<file path=ppt/tags/tag823.xml><?xml version="1.0" encoding="utf-8"?>
<p:tagLst xmlns:p="http://schemas.openxmlformats.org/presentationml/2006/main">
  <p:tag name="KSO_WM_BEAUTIFY_FLAG" val=""/>
</p:tagLst>
</file>

<file path=ppt/tags/tag824.xml><?xml version="1.0" encoding="utf-8"?>
<p:tagLst xmlns:p="http://schemas.openxmlformats.org/presentationml/2006/main">
  <p:tag name="KSO_WM_BEAUTIFY_FLAG" val=""/>
</p:tagLst>
</file>

<file path=ppt/tags/tag825.xml><?xml version="1.0" encoding="utf-8"?>
<p:tagLst xmlns:p="http://schemas.openxmlformats.org/presentationml/2006/main">
  <p:tag name="KSO_WM_BEAUTIFY_FLAG" val=""/>
</p:tagLst>
</file>

<file path=ppt/tags/tag826.xml><?xml version="1.0" encoding="utf-8"?>
<p:tagLst xmlns:p="http://schemas.openxmlformats.org/presentationml/2006/main">
  <p:tag name="KSO_WM_BEAUTIFY_FLAG" val=""/>
</p:tagLst>
</file>

<file path=ppt/tags/tag827.xml><?xml version="1.0" encoding="utf-8"?>
<p:tagLst xmlns:p="http://schemas.openxmlformats.org/presentationml/2006/main">
  <p:tag name="KSO_WM_BEAUTIFY_FLAG" val=""/>
</p:tagLst>
</file>

<file path=ppt/tags/tag828.xml><?xml version="1.0" encoding="utf-8"?>
<p:tagLst xmlns:p="http://schemas.openxmlformats.org/presentationml/2006/main">
  <p:tag name="KSO_WM_BEAUTIFY_FLAG" val=""/>
</p:tagLst>
</file>

<file path=ppt/tags/tag829.xml><?xml version="1.0" encoding="utf-8"?>
<p:tagLst xmlns:p="http://schemas.openxmlformats.org/presentationml/2006/main">
  <p:tag name="KSO_WM_BEAUTIFY_FLAG" val=""/>
</p:tagLst>
</file>

<file path=ppt/tags/tag830.xml><?xml version="1.0" encoding="utf-8"?>
<p:tagLst xmlns:p="http://schemas.openxmlformats.org/presentationml/2006/main">
  <p:tag name="KSO_WM_BEAUTIFY_FLAG" val=""/>
</p:tagLst>
</file>

<file path=ppt/tags/tag831.xml><?xml version="1.0" encoding="utf-8"?>
<p:tagLst xmlns:p="http://schemas.openxmlformats.org/presentationml/2006/main">
  <p:tag name="KSO_WM_BEAUTIFY_FLAG" val=""/>
</p:tagLst>
</file>

<file path=ppt/tags/tag832.xml><?xml version="1.0" encoding="utf-8"?>
<p:tagLst xmlns:p="http://schemas.openxmlformats.org/presentationml/2006/main">
  <p:tag name="KSO_WM_BEAUTIFY_FLAG" val=""/>
</p:tagLst>
</file>

<file path=ppt/tags/tag833.xml><?xml version="1.0" encoding="utf-8"?>
<p:tagLst xmlns:p="http://schemas.openxmlformats.org/presentationml/2006/main">
  <p:tag name="KSO_WM_BEAUTIFY_FLAG" val=""/>
</p:tagLst>
</file>

<file path=ppt/tags/tag834.xml><?xml version="1.0" encoding="utf-8"?>
<p:tagLst xmlns:p="http://schemas.openxmlformats.org/presentationml/2006/main">
  <p:tag name="KSO_WM_BEAUTIFY_FLAG" val=""/>
</p:tagLst>
</file>

<file path=ppt/tags/tag835.xml><?xml version="1.0" encoding="utf-8"?>
<p:tagLst xmlns:p="http://schemas.openxmlformats.org/presentationml/2006/main">
  <p:tag name="KSO_WM_BEAUTIFY_FLAG" val=""/>
</p:tagLst>
</file>

<file path=ppt/tags/tag836.xml><?xml version="1.0" encoding="utf-8"?>
<p:tagLst xmlns:p="http://schemas.openxmlformats.org/presentationml/2006/main">
  <p:tag name="KSO_WM_BEAUTIFY_FLAG" val=""/>
</p:tagLst>
</file>

<file path=ppt/tags/tag837.xml><?xml version="1.0" encoding="utf-8"?>
<p:tagLst xmlns:p="http://schemas.openxmlformats.org/presentationml/2006/main">
  <p:tag name="KSO_WM_BEAUTIFY_FLAG" val=""/>
</p:tagLst>
</file>

<file path=ppt/tags/tag838.xml><?xml version="1.0" encoding="utf-8"?>
<p:tagLst xmlns:p="http://schemas.openxmlformats.org/presentationml/2006/main">
  <p:tag name="KSO_WM_BEAUTIFY_FLAG" val=""/>
</p:tagLst>
</file>

<file path=ppt/tags/tag839.xml><?xml version="1.0" encoding="utf-8"?>
<p:tagLst xmlns:p="http://schemas.openxmlformats.org/presentationml/2006/main">
  <p:tag name="KSO_WM_BEAUTIFY_FLAG" val=""/>
</p:tagLst>
</file>

<file path=ppt/tags/tag840.xml><?xml version="1.0" encoding="utf-8"?>
<p:tagLst xmlns:p="http://schemas.openxmlformats.org/presentationml/2006/main">
  <p:tag name="KSO_WM_BEAUTIFY_FLAG" val=""/>
</p:tagLst>
</file>

<file path=ppt/tags/tag841.xml><?xml version="1.0" encoding="utf-8"?>
<p:tagLst xmlns:p="http://schemas.openxmlformats.org/presentationml/2006/main">
  <p:tag name="KSO_WM_BEAUTIFY_FLAG" val=""/>
</p:tagLst>
</file>

<file path=ppt/tags/tag842.xml><?xml version="1.0" encoding="utf-8"?>
<p:tagLst xmlns:p="http://schemas.openxmlformats.org/presentationml/2006/main">
  <p:tag name="KSO_WM_BEAUTIFY_FLAG" val=""/>
</p:tagLst>
</file>

<file path=ppt/tags/tag843.xml><?xml version="1.0" encoding="utf-8"?>
<p:tagLst xmlns:p="http://schemas.openxmlformats.org/presentationml/2006/main">
  <p:tag name="KSO_WM_BEAUTIFY_FLAG" val=""/>
</p:tagLst>
</file>

<file path=ppt/tags/tag844.xml><?xml version="1.0" encoding="utf-8"?>
<p:tagLst xmlns:p="http://schemas.openxmlformats.org/presentationml/2006/main">
  <p:tag name="KSO_WM_BEAUTIFY_FLAG" val=""/>
</p:tagLst>
</file>

<file path=ppt/tags/tag845.xml><?xml version="1.0" encoding="utf-8"?>
<p:tagLst xmlns:p="http://schemas.openxmlformats.org/presentationml/2006/main">
  <p:tag name="KSO_WM_BEAUTIFY_FLAG" val=""/>
</p:tagLst>
</file>

<file path=ppt/tags/tag846.xml><?xml version="1.0" encoding="utf-8"?>
<p:tagLst xmlns:p="http://schemas.openxmlformats.org/presentationml/2006/main">
  <p:tag name="KSO_WM_BEAUTIFY_FLAG" val=""/>
</p:tagLst>
</file>

<file path=ppt/tags/tag847.xml><?xml version="1.0" encoding="utf-8"?>
<p:tagLst xmlns:p="http://schemas.openxmlformats.org/presentationml/2006/main">
  <p:tag name="KSO_WM_BEAUTIFY_FLAG" val=""/>
</p:tagLst>
</file>

<file path=ppt/tags/tag848.xml><?xml version="1.0" encoding="utf-8"?>
<p:tagLst xmlns:p="http://schemas.openxmlformats.org/presentationml/2006/main">
  <p:tag name="KSO_WM_BEAUTIFY_FLAG" val=""/>
</p:tagLst>
</file>

<file path=ppt/tags/tag849.xml><?xml version="1.0" encoding="utf-8"?>
<p:tagLst xmlns:p="http://schemas.openxmlformats.org/presentationml/2006/main">
  <p:tag name="KSO_WM_BEAUTIFY_FLAG" val=""/>
</p:tagLst>
</file>

<file path=ppt/tags/tag850.xml><?xml version="1.0" encoding="utf-8"?>
<p:tagLst xmlns:p="http://schemas.openxmlformats.org/presentationml/2006/main">
  <p:tag name="KSO_WM_BEAUTIFY_FLAG" val=""/>
</p:tagLst>
</file>

<file path=ppt/tags/tag851.xml><?xml version="1.0" encoding="utf-8"?>
<p:tagLst xmlns:p="http://schemas.openxmlformats.org/presentationml/2006/main">
  <p:tag name="KSO_WM_BEAUTIFY_FLAG" val=""/>
</p:tagLst>
</file>

<file path=ppt/tags/tag852.xml><?xml version="1.0" encoding="utf-8"?>
<p:tagLst xmlns:p="http://schemas.openxmlformats.org/presentationml/2006/main">
  <p:tag name="KSO_WM_BEAUTIFY_FLAG" val=""/>
</p:tagLst>
</file>

<file path=ppt/tags/tag853.xml><?xml version="1.0" encoding="utf-8"?>
<p:tagLst xmlns:p="http://schemas.openxmlformats.org/presentationml/2006/main">
  <p:tag name="KSO_WM_BEAUTIFY_FLAG" val=""/>
</p:tagLst>
</file>

<file path=ppt/tags/tag854.xml><?xml version="1.0" encoding="utf-8"?>
<p:tagLst xmlns:p="http://schemas.openxmlformats.org/presentationml/2006/main">
  <p:tag name="KSO_WM_BEAUTIFY_FLAG" val=""/>
</p:tagLst>
</file>

<file path=ppt/tags/tag855.xml><?xml version="1.0" encoding="utf-8"?>
<p:tagLst xmlns:p="http://schemas.openxmlformats.org/presentationml/2006/main">
  <p:tag name="KSO_WM_BEAUTIFY_FLAG" val=""/>
</p:tagLst>
</file>

<file path=ppt/tags/tag856.xml><?xml version="1.0" encoding="utf-8"?>
<p:tagLst xmlns:p="http://schemas.openxmlformats.org/presentationml/2006/main">
  <p:tag name="KSO_WM_BEAUTIFY_FLAG" val=""/>
</p:tagLst>
</file>

<file path=ppt/tags/tag857.xml><?xml version="1.0" encoding="utf-8"?>
<p:tagLst xmlns:p="http://schemas.openxmlformats.org/presentationml/2006/main">
  <p:tag name="KSO_WM_BEAUTIFY_FLAG" val=""/>
</p:tagLst>
</file>

<file path=ppt/tags/tag858.xml><?xml version="1.0" encoding="utf-8"?>
<p:tagLst xmlns:p="http://schemas.openxmlformats.org/presentationml/2006/main">
  <p:tag name="KSO_WM_BEAUTIFY_FLAG" val=""/>
</p:tagLst>
</file>

<file path=ppt/tags/tag859.xml><?xml version="1.0" encoding="utf-8"?>
<p:tagLst xmlns:p="http://schemas.openxmlformats.org/presentationml/2006/main">
  <p:tag name="KSO_WM_BEAUTIFY_FLAG" val=""/>
</p:tagLst>
</file>

<file path=ppt/tags/tag860.xml><?xml version="1.0" encoding="utf-8"?>
<p:tagLst xmlns:p="http://schemas.openxmlformats.org/presentationml/2006/main">
  <p:tag name="KSO_WM_BEAUTIFY_FLAG" val=""/>
</p:tagLst>
</file>

<file path=ppt/tags/tag861.xml><?xml version="1.0" encoding="utf-8"?>
<p:tagLst xmlns:p="http://schemas.openxmlformats.org/presentationml/2006/main">
  <p:tag name="KSO_WM_BEAUTIFY_FLAG" val=""/>
</p:tagLst>
</file>

<file path=ppt/tags/tag862.xml><?xml version="1.0" encoding="utf-8"?>
<p:tagLst xmlns:p="http://schemas.openxmlformats.org/presentationml/2006/main">
  <p:tag name="KSO_WM_BEAUTIFY_FLAG" val=""/>
</p:tagLst>
</file>

<file path=ppt/tags/tag863.xml><?xml version="1.0" encoding="utf-8"?>
<p:tagLst xmlns:p="http://schemas.openxmlformats.org/presentationml/2006/main">
  <p:tag name="KSO_WM_BEAUTIFY_FLAG" val=""/>
</p:tagLst>
</file>

<file path=ppt/tags/tag864.xml><?xml version="1.0" encoding="utf-8"?>
<p:tagLst xmlns:p="http://schemas.openxmlformats.org/presentationml/2006/main">
  <p:tag name="KSO_WM_BEAUTIFY_FLAG" val=""/>
</p:tagLst>
</file>

<file path=ppt/tags/tag865.xml><?xml version="1.0" encoding="utf-8"?>
<p:tagLst xmlns:p="http://schemas.openxmlformats.org/presentationml/2006/main">
  <p:tag name="KSO_WM_BEAUTIFY_FLAG" val=""/>
</p:tagLst>
</file>

<file path=ppt/tags/tag866.xml><?xml version="1.0" encoding="utf-8"?>
<p:tagLst xmlns:p="http://schemas.openxmlformats.org/presentationml/2006/main">
  <p:tag name="KSO_WM_BEAUTIFY_FLAG" val=""/>
</p:tagLst>
</file>

<file path=ppt/tags/tag867.xml><?xml version="1.0" encoding="utf-8"?>
<p:tagLst xmlns:p="http://schemas.openxmlformats.org/presentationml/2006/main">
  <p:tag name="KSO_WM_BEAUTIFY_FLAG" val=""/>
</p:tagLst>
</file>

<file path=ppt/tags/tag868.xml><?xml version="1.0" encoding="utf-8"?>
<p:tagLst xmlns:p="http://schemas.openxmlformats.org/presentationml/2006/main">
  <p:tag name="KSO_WM_BEAUTIFY_FLAG" val=""/>
</p:tagLst>
</file>

<file path=ppt/tags/tag869.xml><?xml version="1.0" encoding="utf-8"?>
<p:tagLst xmlns:p="http://schemas.openxmlformats.org/presentationml/2006/main">
  <p:tag name="KSO_WM_BEAUTIFY_FLAG" val=""/>
</p:tagLst>
</file>

<file path=ppt/tags/tag870.xml><?xml version="1.0" encoding="utf-8"?>
<p:tagLst xmlns:p="http://schemas.openxmlformats.org/presentationml/2006/main">
  <p:tag name="KSO_WM_BEAUTIFY_FLAG" val=""/>
</p:tagLst>
</file>

<file path=ppt/tags/tag871.xml><?xml version="1.0" encoding="utf-8"?>
<p:tagLst xmlns:p="http://schemas.openxmlformats.org/presentationml/2006/main">
  <p:tag name="KSO_WM_BEAUTIFY_FLAG" val=""/>
</p:tagLst>
</file>

<file path=ppt/tags/tag872.xml><?xml version="1.0" encoding="utf-8"?>
<p:tagLst xmlns:p="http://schemas.openxmlformats.org/presentationml/2006/main">
  <p:tag name="KSO_WM_BEAUTIFY_FLAG" val=""/>
</p:tagLst>
</file>

<file path=ppt/tags/tag873.xml><?xml version="1.0" encoding="utf-8"?>
<p:tagLst xmlns:p="http://schemas.openxmlformats.org/presentationml/2006/main">
  <p:tag name="KSO_WM_BEAUTIFY_FLAG" val=""/>
</p:tagLst>
</file>

<file path=ppt/tags/tag874.xml><?xml version="1.0" encoding="utf-8"?>
<p:tagLst xmlns:p="http://schemas.openxmlformats.org/presentationml/2006/main">
  <p:tag name="KSO_WM_BEAUTIFY_FLAG" val=""/>
</p:tagLst>
</file>

<file path=ppt/tags/tag875.xml><?xml version="1.0" encoding="utf-8"?>
<p:tagLst xmlns:p="http://schemas.openxmlformats.org/presentationml/2006/main">
  <p:tag name="KSO_WM_BEAUTIFY_FLAG" val=""/>
</p:tagLst>
</file>

<file path=ppt/tags/tag876.xml><?xml version="1.0" encoding="utf-8"?>
<p:tagLst xmlns:p="http://schemas.openxmlformats.org/presentationml/2006/main">
  <p:tag name="KSO_WM_BEAUTIFY_FLAG" val=""/>
</p:tagLst>
</file>

<file path=ppt/tags/tag877.xml><?xml version="1.0" encoding="utf-8"?>
<p:tagLst xmlns:p="http://schemas.openxmlformats.org/presentationml/2006/main">
  <p:tag name="KSO_WM_BEAUTIFY_FLAG" val=""/>
</p:tagLst>
</file>

<file path=ppt/tags/tag878.xml><?xml version="1.0" encoding="utf-8"?>
<p:tagLst xmlns:p="http://schemas.openxmlformats.org/presentationml/2006/main">
  <p:tag name="KSO_WM_BEAUTIFY_FLAG" val=""/>
</p:tagLst>
</file>

<file path=ppt/tags/tag879.xml><?xml version="1.0" encoding="utf-8"?>
<p:tagLst xmlns:p="http://schemas.openxmlformats.org/presentationml/2006/main">
  <p:tag name="KSO_WM_BEAUTIFY_FLAG" val=""/>
</p:tagLst>
</file>

<file path=ppt/tags/tag880.xml><?xml version="1.0" encoding="utf-8"?>
<p:tagLst xmlns:p="http://schemas.openxmlformats.org/presentationml/2006/main">
  <p:tag name="KSO_WM_BEAUTIFY_FLAG" val=""/>
</p:tagLst>
</file>

<file path=ppt/tags/tag881.xml><?xml version="1.0" encoding="utf-8"?>
<p:tagLst xmlns:p="http://schemas.openxmlformats.org/presentationml/2006/main">
  <p:tag name="KSO_WM_BEAUTIFY_FLAG" val=""/>
</p:tagLst>
</file>

<file path=ppt/tags/tag882.xml><?xml version="1.0" encoding="utf-8"?>
<p:tagLst xmlns:p="http://schemas.openxmlformats.org/presentationml/2006/main">
  <p:tag name="KSO_WM_BEAUTIFY_FLAG" val=""/>
</p:tagLst>
</file>

<file path=ppt/tags/tag883.xml><?xml version="1.0" encoding="utf-8"?>
<p:tagLst xmlns:p="http://schemas.openxmlformats.org/presentationml/2006/main">
  <p:tag name="KSO_WM_BEAUTIFY_FLAG" val=""/>
</p:tagLst>
</file>

<file path=ppt/tags/tag884.xml><?xml version="1.0" encoding="utf-8"?>
<p:tagLst xmlns:p="http://schemas.openxmlformats.org/presentationml/2006/main">
  <p:tag name="KSO_WM_BEAUTIFY_FLAG" val=""/>
</p:tagLst>
</file>

<file path=ppt/tags/tag885.xml><?xml version="1.0" encoding="utf-8"?>
<p:tagLst xmlns:p="http://schemas.openxmlformats.org/presentationml/2006/main">
  <p:tag name="KSO_WM_BEAUTIFY_FLAG" val=""/>
</p:tagLst>
</file>

<file path=ppt/tags/tag886.xml><?xml version="1.0" encoding="utf-8"?>
<p:tagLst xmlns:p="http://schemas.openxmlformats.org/presentationml/2006/main">
  <p:tag name="KSO_WM_BEAUTIFY_FLAG" val=""/>
</p:tagLst>
</file>

<file path=ppt/tags/tag887.xml><?xml version="1.0" encoding="utf-8"?>
<p:tagLst xmlns:p="http://schemas.openxmlformats.org/presentationml/2006/main">
  <p:tag name="KSO_WM_BEAUTIFY_FLAG" val=""/>
</p:tagLst>
</file>

<file path=ppt/tags/tag888.xml><?xml version="1.0" encoding="utf-8"?>
<p:tagLst xmlns:p="http://schemas.openxmlformats.org/presentationml/2006/main">
  <p:tag name="KSO_WM_BEAUTIFY_FLAG" val=""/>
</p:tagLst>
</file>

<file path=ppt/tags/tag889.xml><?xml version="1.0" encoding="utf-8"?>
<p:tagLst xmlns:p="http://schemas.openxmlformats.org/presentationml/2006/main">
  <p:tag name="KSO_WM_BEAUTIFY_FLAG" val=""/>
</p:tagLst>
</file>

<file path=ppt/tags/tag890.xml><?xml version="1.0" encoding="utf-8"?>
<p:tagLst xmlns:p="http://schemas.openxmlformats.org/presentationml/2006/main">
  <p:tag name="KSO_WM_BEAUTIFY_FLAG" val=""/>
</p:tagLst>
</file>

<file path=ppt/tags/tag891.xml><?xml version="1.0" encoding="utf-8"?>
<p:tagLst xmlns:p="http://schemas.openxmlformats.org/presentationml/2006/main">
  <p:tag name="KSO_WM_BEAUTIFY_FLAG" val=""/>
</p:tagLst>
</file>

<file path=ppt/tags/tag892.xml><?xml version="1.0" encoding="utf-8"?>
<p:tagLst xmlns:p="http://schemas.openxmlformats.org/presentationml/2006/main">
  <p:tag name="KSO_WM_BEAUTIFY_FLAG" val=""/>
</p:tagLst>
</file>

<file path=ppt/tags/tag893.xml><?xml version="1.0" encoding="utf-8"?>
<p:tagLst xmlns:p="http://schemas.openxmlformats.org/presentationml/2006/main">
  <p:tag name="KSO_WM_BEAUTIFY_FLAG" val=""/>
</p:tagLst>
</file>

<file path=ppt/tags/tag894.xml><?xml version="1.0" encoding="utf-8"?>
<p:tagLst xmlns:p="http://schemas.openxmlformats.org/presentationml/2006/main">
  <p:tag name="KSO_WM_BEAUTIFY_FLAG" val=""/>
</p:tagLst>
</file>

<file path=ppt/tags/tag895.xml><?xml version="1.0" encoding="utf-8"?>
<p:tagLst xmlns:p="http://schemas.openxmlformats.org/presentationml/2006/main">
  <p:tag name="KSO_WM_BEAUTIFY_FLAG" val=""/>
</p:tagLst>
</file>

<file path=ppt/tags/tag896.xml><?xml version="1.0" encoding="utf-8"?>
<p:tagLst xmlns:p="http://schemas.openxmlformats.org/presentationml/2006/main">
  <p:tag name="KSO_WM_BEAUTIFY_FLAG" val=""/>
</p:tagLst>
</file>

<file path=ppt/tags/tag897.xml><?xml version="1.0" encoding="utf-8"?>
<p:tagLst xmlns:p="http://schemas.openxmlformats.org/presentationml/2006/main">
  <p:tag name="KSO_WM_BEAUTIFY_FLAG" val=""/>
</p:tagLst>
</file>

<file path=ppt/tags/tag898.xml><?xml version="1.0" encoding="utf-8"?>
<p:tagLst xmlns:p="http://schemas.openxmlformats.org/presentationml/2006/main">
  <p:tag name="KSO_WM_BEAUTIFY_FLAG" val=""/>
</p:tagLst>
</file>

<file path=ppt/tags/tag899.xml><?xml version="1.0" encoding="utf-8"?>
<p:tagLst xmlns:p="http://schemas.openxmlformats.org/presentationml/2006/main">
  <p:tag name="KSO_WM_BEAUTIFY_FLAG" val=""/>
</p:tagLst>
</file>

<file path=ppt/tags/tag900.xml><?xml version="1.0" encoding="utf-8"?>
<p:tagLst xmlns:p="http://schemas.openxmlformats.org/presentationml/2006/main">
  <p:tag name="KSO_WM_BEAUTIFY_FLAG" val=""/>
</p:tagLst>
</file>

<file path=ppt/tags/tag901.xml><?xml version="1.0" encoding="utf-8"?>
<p:tagLst xmlns:p="http://schemas.openxmlformats.org/presentationml/2006/main">
  <p:tag name="KSO_WM_BEAUTIFY_FLAG" val=""/>
</p:tagLst>
</file>

<file path=ppt/tags/tag902.xml><?xml version="1.0" encoding="utf-8"?>
<p:tagLst xmlns:p="http://schemas.openxmlformats.org/presentationml/2006/main">
  <p:tag name="KSO_WM_BEAUTIFY_FLAG" val=""/>
</p:tagLst>
</file>

<file path=ppt/tags/tag903.xml><?xml version="1.0" encoding="utf-8"?>
<p:tagLst xmlns:p="http://schemas.openxmlformats.org/presentationml/2006/main">
  <p:tag name="KSO_WM_BEAUTIFY_FLAG" val=""/>
</p:tagLst>
</file>

<file path=ppt/tags/tag904.xml><?xml version="1.0" encoding="utf-8"?>
<p:tagLst xmlns:p="http://schemas.openxmlformats.org/presentationml/2006/main">
  <p:tag name="KSO_WM_BEAUTIFY_FLAG" val=""/>
</p:tagLst>
</file>

<file path=ppt/tags/tag905.xml><?xml version="1.0" encoding="utf-8"?>
<p:tagLst xmlns:p="http://schemas.openxmlformats.org/presentationml/2006/main">
  <p:tag name="KSO_WM_BEAUTIFY_FLAG" val=""/>
</p:tagLst>
</file>

<file path=ppt/tags/tag906.xml><?xml version="1.0" encoding="utf-8"?>
<p:tagLst xmlns:p="http://schemas.openxmlformats.org/presentationml/2006/main">
  <p:tag name="KSO_WM_BEAUTIFY_FLAG" val=""/>
</p:tagLst>
</file>

<file path=ppt/tags/tag907.xml><?xml version="1.0" encoding="utf-8"?>
<p:tagLst xmlns:p="http://schemas.openxmlformats.org/presentationml/2006/main">
  <p:tag name="KSO_WM_BEAUTIFY_FLAG" val=""/>
</p:tagLst>
</file>

<file path=ppt/tags/tag908.xml><?xml version="1.0" encoding="utf-8"?>
<p:tagLst xmlns:p="http://schemas.openxmlformats.org/presentationml/2006/main">
  <p:tag name="KSO_WM_BEAUTIFY_FLAG" val=""/>
</p:tagLst>
</file>

<file path=ppt/tags/tag909.xml><?xml version="1.0" encoding="utf-8"?>
<p:tagLst xmlns:p="http://schemas.openxmlformats.org/presentationml/2006/main">
  <p:tag name="KSO_WM_BEAUTIFY_FLAG" val=""/>
</p:tagLst>
</file>

<file path=ppt/tags/tag910.xml><?xml version="1.0" encoding="utf-8"?>
<p:tagLst xmlns:p="http://schemas.openxmlformats.org/presentationml/2006/main">
  <p:tag name="KSO_WM_BEAUTIFY_FLAG" val=""/>
</p:tagLst>
</file>

<file path=ppt/tags/tag911.xml><?xml version="1.0" encoding="utf-8"?>
<p:tagLst xmlns:p="http://schemas.openxmlformats.org/presentationml/2006/main">
  <p:tag name="KSO_WM_BEAUTIFY_FLAG" val=""/>
</p:tagLst>
</file>

<file path=ppt/tags/tag912.xml><?xml version="1.0" encoding="utf-8"?>
<p:tagLst xmlns:p="http://schemas.openxmlformats.org/presentationml/2006/main">
  <p:tag name="KSO_WM_BEAUTIFY_FLAG" val=""/>
</p:tagLst>
</file>

<file path=ppt/tags/tag913.xml><?xml version="1.0" encoding="utf-8"?>
<p:tagLst xmlns:p="http://schemas.openxmlformats.org/presentationml/2006/main">
  <p:tag name="KSO_WM_BEAUTIFY_FLAG" val=""/>
</p:tagLst>
</file>

<file path=ppt/tags/tag914.xml><?xml version="1.0" encoding="utf-8"?>
<p:tagLst xmlns:p="http://schemas.openxmlformats.org/presentationml/2006/main">
  <p:tag name="KSO_WM_BEAUTIFY_FLAG" val=""/>
</p:tagLst>
</file>

<file path=ppt/tags/tag915.xml><?xml version="1.0" encoding="utf-8"?>
<p:tagLst xmlns:p="http://schemas.openxmlformats.org/presentationml/2006/main">
  <p:tag name="KSO_WM_BEAUTIFY_FLAG" val=""/>
</p:tagLst>
</file>

<file path=ppt/tags/tag916.xml><?xml version="1.0" encoding="utf-8"?>
<p:tagLst xmlns:p="http://schemas.openxmlformats.org/presentationml/2006/main">
  <p:tag name="KSO_WM_BEAUTIFY_FLAG" val=""/>
</p:tagLst>
</file>

<file path=ppt/tags/tag917.xml><?xml version="1.0" encoding="utf-8"?>
<p:tagLst xmlns:p="http://schemas.openxmlformats.org/presentationml/2006/main">
  <p:tag name="KSO_WM_BEAUTIFY_FLAG" val=""/>
</p:tagLst>
</file>

<file path=ppt/tags/tag918.xml><?xml version="1.0" encoding="utf-8"?>
<p:tagLst xmlns:p="http://schemas.openxmlformats.org/presentationml/2006/main">
  <p:tag name="KSO_WM_BEAUTIFY_FLAG" val=""/>
</p:tagLst>
</file>

<file path=ppt/tags/tag919.xml><?xml version="1.0" encoding="utf-8"?>
<p:tagLst xmlns:p="http://schemas.openxmlformats.org/presentationml/2006/main">
  <p:tag name="KSO_WM_BEAUTIFY_FLAG" val=""/>
</p:tagLst>
</file>

<file path=ppt/tags/tag920.xml><?xml version="1.0" encoding="utf-8"?>
<p:tagLst xmlns:p="http://schemas.openxmlformats.org/presentationml/2006/main">
  <p:tag name="KSO_WM_BEAUTIFY_FLAG" val=""/>
</p:tagLst>
</file>

<file path=ppt/tags/tag921.xml><?xml version="1.0" encoding="utf-8"?>
<p:tagLst xmlns:p="http://schemas.openxmlformats.org/presentationml/2006/main">
  <p:tag name="KSO_WM_BEAUTIFY_FLAG" val=""/>
</p:tagLst>
</file>

<file path=ppt/tags/tag922.xml><?xml version="1.0" encoding="utf-8"?>
<p:tagLst xmlns:p="http://schemas.openxmlformats.org/presentationml/2006/main">
  <p:tag name="KSO_WM_BEAUTIFY_FLAG" val=""/>
</p:tagLst>
</file>

<file path=ppt/tags/tag923.xml><?xml version="1.0" encoding="utf-8"?>
<p:tagLst xmlns:p="http://schemas.openxmlformats.org/presentationml/2006/main">
  <p:tag name="KSO_WM_BEAUTIFY_FLAG" val=""/>
</p:tagLst>
</file>

<file path=ppt/tags/tag924.xml><?xml version="1.0" encoding="utf-8"?>
<p:tagLst xmlns:p="http://schemas.openxmlformats.org/presentationml/2006/main">
  <p:tag name="KSO_WM_BEAUTIFY_FLAG" val=""/>
</p:tagLst>
</file>

<file path=ppt/tags/tag925.xml><?xml version="1.0" encoding="utf-8"?>
<p:tagLst xmlns:p="http://schemas.openxmlformats.org/presentationml/2006/main">
  <p:tag name="KSO_WM_BEAUTIFY_FLAG" val=""/>
</p:tagLst>
</file>

<file path=ppt/tags/tag926.xml><?xml version="1.0" encoding="utf-8"?>
<p:tagLst xmlns:p="http://schemas.openxmlformats.org/presentationml/2006/main">
  <p:tag name="KSO_WM_BEAUTIFY_FLAG" val=""/>
</p:tagLst>
</file>

<file path=ppt/tags/tag927.xml><?xml version="1.0" encoding="utf-8"?>
<p:tagLst xmlns:p="http://schemas.openxmlformats.org/presentationml/2006/main">
  <p:tag name="KSO_WM_BEAUTIFY_FLAG" val=""/>
</p:tagLst>
</file>

<file path=ppt/tags/tag928.xml><?xml version="1.0" encoding="utf-8"?>
<p:tagLst xmlns:p="http://schemas.openxmlformats.org/presentationml/2006/main">
  <p:tag name="KSO_WM_BEAUTIFY_FLAG" val=""/>
</p:tagLst>
</file>

<file path=ppt/tags/tag929.xml><?xml version="1.0" encoding="utf-8"?>
<p:tagLst xmlns:p="http://schemas.openxmlformats.org/presentationml/2006/main">
  <p:tag name="KSO_WM_BEAUTIFY_FLAG" val=""/>
</p:tagLst>
</file>

<file path=ppt/tags/tag930.xml><?xml version="1.0" encoding="utf-8"?>
<p:tagLst xmlns:p="http://schemas.openxmlformats.org/presentationml/2006/main">
  <p:tag name="KSO_WM_BEAUTIFY_FLAG" val=""/>
</p:tagLst>
</file>

<file path=ppt/tags/tag931.xml><?xml version="1.0" encoding="utf-8"?>
<p:tagLst xmlns:p="http://schemas.openxmlformats.org/presentationml/2006/main">
  <p:tag name="KSO_WM_BEAUTIFY_FLAG" val=""/>
</p:tagLst>
</file>

<file path=ppt/tags/tag932.xml><?xml version="1.0" encoding="utf-8"?>
<p:tagLst xmlns:p="http://schemas.openxmlformats.org/presentationml/2006/main">
  <p:tag name="KSO_WM_BEAUTIFY_FLAG" val=""/>
</p:tagLst>
</file>

<file path=ppt/tags/tag933.xml><?xml version="1.0" encoding="utf-8"?>
<p:tagLst xmlns:p="http://schemas.openxmlformats.org/presentationml/2006/main">
  <p:tag name="KSO_WM_BEAUTIFY_FLAG" val=""/>
</p:tagLst>
</file>

<file path=ppt/tags/tag934.xml><?xml version="1.0" encoding="utf-8"?>
<p:tagLst xmlns:p="http://schemas.openxmlformats.org/presentationml/2006/main">
  <p:tag name="KSO_WM_BEAUTIFY_FLAG" val=""/>
</p:tagLst>
</file>

<file path=ppt/tags/tag935.xml><?xml version="1.0" encoding="utf-8"?>
<p:tagLst xmlns:p="http://schemas.openxmlformats.org/presentationml/2006/main">
  <p:tag name="KSO_WM_BEAUTIFY_FLAG" val=""/>
</p:tagLst>
</file>

<file path=ppt/tags/tag936.xml><?xml version="1.0" encoding="utf-8"?>
<p:tagLst xmlns:p="http://schemas.openxmlformats.org/presentationml/2006/main">
  <p:tag name="KSO_WM_BEAUTIFY_FLAG" val=""/>
</p:tagLst>
</file>

<file path=ppt/tags/tag937.xml><?xml version="1.0" encoding="utf-8"?>
<p:tagLst xmlns:p="http://schemas.openxmlformats.org/presentationml/2006/main">
  <p:tag name="KSO_WM_BEAUTIFY_FLAG" val=""/>
</p:tagLst>
</file>

<file path=ppt/tags/tag938.xml><?xml version="1.0" encoding="utf-8"?>
<p:tagLst xmlns:p="http://schemas.openxmlformats.org/presentationml/2006/main">
  <p:tag name="KSO_WM_BEAUTIFY_FLAG" val=""/>
</p:tagLst>
</file>

<file path=ppt/tags/tag939.xml><?xml version="1.0" encoding="utf-8"?>
<p:tagLst xmlns:p="http://schemas.openxmlformats.org/presentationml/2006/main">
  <p:tag name="KSO_WM_BEAUTIFY_FLAG" val=""/>
</p:tagLst>
</file>

<file path=ppt/tags/tag940.xml><?xml version="1.0" encoding="utf-8"?>
<p:tagLst xmlns:p="http://schemas.openxmlformats.org/presentationml/2006/main">
  <p:tag name="KSO_WM_BEAUTIFY_FLAG" val=""/>
</p:tagLst>
</file>

<file path=ppt/tags/tag941.xml><?xml version="1.0" encoding="utf-8"?>
<p:tagLst xmlns:p="http://schemas.openxmlformats.org/presentationml/2006/main">
  <p:tag name="KSO_WM_BEAUTIFY_FLAG" val=""/>
</p:tagLst>
</file>

<file path=ppt/tags/tag942.xml><?xml version="1.0" encoding="utf-8"?>
<p:tagLst xmlns:p="http://schemas.openxmlformats.org/presentationml/2006/main">
  <p:tag name="KSO_WM_BEAUTIFY_FLAG" val=""/>
</p:tagLst>
</file>

<file path=ppt/tags/tag943.xml><?xml version="1.0" encoding="utf-8"?>
<p:tagLst xmlns:p="http://schemas.openxmlformats.org/presentationml/2006/main">
  <p:tag name="KSO_WM_BEAUTIFY_FLAG" val=""/>
</p:tagLst>
</file>

<file path=ppt/tags/tag944.xml><?xml version="1.0" encoding="utf-8"?>
<p:tagLst xmlns:p="http://schemas.openxmlformats.org/presentationml/2006/main">
  <p:tag name="KSO_WM_BEAUTIFY_FLAG" val=""/>
</p:tagLst>
</file>

<file path=ppt/tags/tag945.xml><?xml version="1.0" encoding="utf-8"?>
<p:tagLst xmlns:p="http://schemas.openxmlformats.org/presentationml/2006/main">
  <p:tag name="KSO_WM_BEAUTIFY_FLAG" val=""/>
</p:tagLst>
</file>

<file path=ppt/tags/tag946.xml><?xml version="1.0" encoding="utf-8"?>
<p:tagLst xmlns:p="http://schemas.openxmlformats.org/presentationml/2006/main">
  <p:tag name="KSO_WM_BEAUTIFY_FLAG" val=""/>
</p:tagLst>
</file>

<file path=ppt/tags/tag947.xml><?xml version="1.0" encoding="utf-8"?>
<p:tagLst xmlns:p="http://schemas.openxmlformats.org/presentationml/2006/main">
  <p:tag name="KSO_WM_BEAUTIFY_FLAG" val=""/>
</p:tagLst>
</file>

<file path=ppt/tags/tag948.xml><?xml version="1.0" encoding="utf-8"?>
<p:tagLst xmlns:p="http://schemas.openxmlformats.org/presentationml/2006/main">
  <p:tag name="KSO_WM_BEAUTIFY_FLAG" val=""/>
</p:tagLst>
</file>

<file path=ppt/tags/tag949.xml><?xml version="1.0" encoding="utf-8"?>
<p:tagLst xmlns:p="http://schemas.openxmlformats.org/presentationml/2006/main">
  <p:tag name="KSO_WM_BEAUTIFY_FLAG" val=""/>
</p:tagLst>
</file>

<file path=ppt/tags/tag950.xml><?xml version="1.0" encoding="utf-8"?>
<p:tagLst xmlns:p="http://schemas.openxmlformats.org/presentationml/2006/main">
  <p:tag name="KSO_WM_BEAUTIFY_FLAG" val=""/>
</p:tagLst>
</file>

<file path=ppt/tags/tag951.xml><?xml version="1.0" encoding="utf-8"?>
<p:tagLst xmlns:p="http://schemas.openxmlformats.org/presentationml/2006/main">
  <p:tag name="KSO_WM_BEAUTIFY_FLAG" val=""/>
</p:tagLst>
</file>

<file path=ppt/tags/tag952.xml><?xml version="1.0" encoding="utf-8"?>
<p:tagLst xmlns:p="http://schemas.openxmlformats.org/presentationml/2006/main">
  <p:tag name="KSO_WM_BEAUTIFY_FLAG" val=""/>
</p:tagLst>
</file>

<file path=ppt/tags/tag953.xml><?xml version="1.0" encoding="utf-8"?>
<p:tagLst xmlns:p="http://schemas.openxmlformats.org/presentationml/2006/main">
  <p:tag name="KSO_WM_BEAUTIFY_FLAG" val=""/>
</p:tagLst>
</file>

<file path=ppt/tags/tag954.xml><?xml version="1.0" encoding="utf-8"?>
<p:tagLst xmlns:p="http://schemas.openxmlformats.org/presentationml/2006/main">
  <p:tag name="KSO_WM_BEAUTIFY_FLAG" val=""/>
</p:tagLst>
</file>

<file path=ppt/tags/tag955.xml><?xml version="1.0" encoding="utf-8"?>
<p:tagLst xmlns:p="http://schemas.openxmlformats.org/presentationml/2006/main">
  <p:tag name="KSO_WM_BEAUTIFY_FLAG" val=""/>
</p:tagLst>
</file>

<file path=ppt/tags/tag956.xml><?xml version="1.0" encoding="utf-8"?>
<p:tagLst xmlns:p="http://schemas.openxmlformats.org/presentationml/2006/main">
  <p:tag name="KSO_WM_BEAUTIFY_FLAG" val=""/>
</p:tagLst>
</file>

<file path=ppt/tags/tag957.xml><?xml version="1.0" encoding="utf-8"?>
<p:tagLst xmlns:p="http://schemas.openxmlformats.org/presentationml/2006/main">
  <p:tag name="KSO_WM_BEAUTIFY_FLAG" val=""/>
</p:tagLst>
</file>

<file path=ppt/tags/tag958.xml><?xml version="1.0" encoding="utf-8"?>
<p:tagLst xmlns:p="http://schemas.openxmlformats.org/presentationml/2006/main">
  <p:tag name="KSO_WM_BEAUTIFY_FLAG" val=""/>
</p:tagLst>
</file>

<file path=ppt/tags/tag959.xml><?xml version="1.0" encoding="utf-8"?>
<p:tagLst xmlns:p="http://schemas.openxmlformats.org/presentationml/2006/main">
  <p:tag name="KSO_WM_BEAUTIFY_FLAG" val=""/>
</p:tagLst>
</file>

<file path=ppt/tags/tag960.xml><?xml version="1.0" encoding="utf-8"?>
<p:tagLst xmlns:p="http://schemas.openxmlformats.org/presentationml/2006/main">
  <p:tag name="KSO_WM_BEAUTIFY_FLAG" val=""/>
</p:tagLst>
</file>

<file path=ppt/tags/tag961.xml><?xml version="1.0" encoding="utf-8"?>
<p:tagLst xmlns:p="http://schemas.openxmlformats.org/presentationml/2006/main">
  <p:tag name="KSO_WM_BEAUTIFY_FLAG" val=""/>
</p:tagLst>
</file>

<file path=ppt/tags/tag962.xml><?xml version="1.0" encoding="utf-8"?>
<p:tagLst xmlns:p="http://schemas.openxmlformats.org/presentationml/2006/main">
  <p:tag name="KSO_WM_BEAUTIFY_FLAG" val=""/>
</p:tagLst>
</file>

<file path=ppt/tags/tag963.xml><?xml version="1.0" encoding="utf-8"?>
<p:tagLst xmlns:p="http://schemas.openxmlformats.org/presentationml/2006/main">
  <p:tag name="KSO_WM_BEAUTIFY_FLAG" val=""/>
</p:tagLst>
</file>

<file path=ppt/tags/tag964.xml><?xml version="1.0" encoding="utf-8"?>
<p:tagLst xmlns:p="http://schemas.openxmlformats.org/presentationml/2006/main">
  <p:tag name="KSO_WM_BEAUTIFY_FLAG" val=""/>
</p:tagLst>
</file>

<file path=ppt/tags/tag965.xml><?xml version="1.0" encoding="utf-8"?>
<p:tagLst xmlns:p="http://schemas.openxmlformats.org/presentationml/2006/main">
  <p:tag name="KSO_WM_BEAUTIFY_FLAG" val=""/>
</p:tagLst>
</file>

<file path=ppt/tags/tag966.xml><?xml version="1.0" encoding="utf-8"?>
<p:tagLst xmlns:p="http://schemas.openxmlformats.org/presentationml/2006/main">
  <p:tag name="KSO_WM_BEAUTIFY_FLAG" val=""/>
</p:tagLst>
</file>

<file path=ppt/tags/tag967.xml><?xml version="1.0" encoding="utf-8"?>
<p:tagLst xmlns:p="http://schemas.openxmlformats.org/presentationml/2006/main">
  <p:tag name="KSO_WM_BEAUTIFY_FLAG" val=""/>
</p:tagLst>
</file>

<file path=ppt/tags/tag968.xml><?xml version="1.0" encoding="utf-8"?>
<p:tagLst xmlns:p="http://schemas.openxmlformats.org/presentationml/2006/main">
  <p:tag name="KSO_WM_BEAUTIFY_FLAG" val=""/>
</p:tagLst>
</file>

<file path=ppt/tags/tag969.xml><?xml version="1.0" encoding="utf-8"?>
<p:tagLst xmlns:p="http://schemas.openxmlformats.org/presentationml/2006/main">
  <p:tag name="KSO_WM_BEAUTIFY_FLAG" val=""/>
</p:tagLst>
</file>

<file path=ppt/tags/tag970.xml><?xml version="1.0" encoding="utf-8"?>
<p:tagLst xmlns:p="http://schemas.openxmlformats.org/presentationml/2006/main">
  <p:tag name="KSO_WM_BEAUTIFY_FLAG" val=""/>
</p:tagLst>
</file>

<file path=ppt/tags/tag971.xml><?xml version="1.0" encoding="utf-8"?>
<p:tagLst xmlns:p="http://schemas.openxmlformats.org/presentationml/2006/main">
  <p:tag name="KSO_WM_BEAUTIFY_FLAG" val=""/>
</p:tagLst>
</file>

<file path=ppt/tags/tag972.xml><?xml version="1.0" encoding="utf-8"?>
<p:tagLst xmlns:p="http://schemas.openxmlformats.org/presentationml/2006/main">
  <p:tag name="KSO_WM_BEAUTIFY_FLAG" val=""/>
</p:tagLst>
</file>

<file path=ppt/tags/tag973.xml><?xml version="1.0" encoding="utf-8"?>
<p:tagLst xmlns:p="http://schemas.openxmlformats.org/presentationml/2006/main">
  <p:tag name="KSO_WM_BEAUTIFY_FLAG" val=""/>
</p:tagLst>
</file>

<file path=ppt/tags/tag974.xml><?xml version="1.0" encoding="utf-8"?>
<p:tagLst xmlns:p="http://schemas.openxmlformats.org/presentationml/2006/main">
  <p:tag name="KSO_WM_BEAUTIFY_FLAG" val=""/>
</p:tagLst>
</file>

<file path=ppt/tags/tag975.xml><?xml version="1.0" encoding="utf-8"?>
<p:tagLst xmlns:p="http://schemas.openxmlformats.org/presentationml/2006/main">
  <p:tag name="KSO_WM_BEAUTIFY_FLAG" val=""/>
</p:tagLst>
</file>

<file path=ppt/tags/tag976.xml><?xml version="1.0" encoding="utf-8"?>
<p:tagLst xmlns:p="http://schemas.openxmlformats.org/presentationml/2006/main">
  <p:tag name="KSO_WM_BEAUTIFY_FLAG" val=""/>
</p:tagLst>
</file>

<file path=ppt/tags/tag977.xml><?xml version="1.0" encoding="utf-8"?>
<p:tagLst xmlns:p="http://schemas.openxmlformats.org/presentationml/2006/main">
  <p:tag name="KSO_WM_BEAUTIFY_FLAG" val=""/>
</p:tagLst>
</file>

<file path=ppt/tags/tag978.xml><?xml version="1.0" encoding="utf-8"?>
<p:tagLst xmlns:p="http://schemas.openxmlformats.org/presentationml/2006/main">
  <p:tag name="KSO_WM_BEAUTIFY_FLAG" val=""/>
</p:tagLst>
</file>

<file path=ppt/tags/tag979.xml><?xml version="1.0" encoding="utf-8"?>
<p:tagLst xmlns:p="http://schemas.openxmlformats.org/presentationml/2006/main">
  <p:tag name="KSO_WM_BEAUTIFY_FLAG" val=""/>
</p:tagLst>
</file>

<file path=ppt/tags/tag980.xml><?xml version="1.0" encoding="utf-8"?>
<p:tagLst xmlns:p="http://schemas.openxmlformats.org/presentationml/2006/main">
  <p:tag name="KSO_WM_BEAUTIFY_FLAG" val=""/>
</p:tagLst>
</file>

<file path=ppt/tags/tag981.xml><?xml version="1.0" encoding="utf-8"?>
<p:tagLst xmlns:p="http://schemas.openxmlformats.org/presentationml/2006/main">
  <p:tag name="KSO_WM_BEAUTIFY_FLAG" val=""/>
</p:tagLst>
</file>

<file path=ppt/tags/tag982.xml><?xml version="1.0" encoding="utf-8"?>
<p:tagLst xmlns:p="http://schemas.openxmlformats.org/presentationml/2006/main">
  <p:tag name="KSO_WM_BEAUTIFY_FLAG" val=""/>
</p:tagLst>
</file>

<file path=ppt/tags/tag983.xml><?xml version="1.0" encoding="utf-8"?>
<p:tagLst xmlns:p="http://schemas.openxmlformats.org/presentationml/2006/main">
  <p:tag name="KSO_WM_BEAUTIFY_FLAG" val=""/>
</p:tagLst>
</file>

<file path=ppt/tags/tag984.xml><?xml version="1.0" encoding="utf-8"?>
<p:tagLst xmlns:p="http://schemas.openxmlformats.org/presentationml/2006/main">
  <p:tag name="KSO_WM_BEAUTIFY_FLAG" val=""/>
</p:tagLst>
</file>

<file path=ppt/tags/tag985.xml><?xml version="1.0" encoding="utf-8"?>
<p:tagLst xmlns:p="http://schemas.openxmlformats.org/presentationml/2006/main">
  <p:tag name="KSO_WM_BEAUTIFY_FLAG" val=""/>
</p:tagLst>
</file>

<file path=ppt/tags/tag986.xml><?xml version="1.0" encoding="utf-8"?>
<p:tagLst xmlns:p="http://schemas.openxmlformats.org/presentationml/2006/main">
  <p:tag name="KSO_WM_BEAUTIFY_FLAG" val=""/>
</p:tagLst>
</file>

<file path=ppt/tags/tag987.xml><?xml version="1.0" encoding="utf-8"?>
<p:tagLst xmlns:p="http://schemas.openxmlformats.org/presentationml/2006/main">
  <p:tag name="KSO_WM_BEAUTIFY_FLAG" val=""/>
</p:tagLst>
</file>

<file path=ppt/tags/tag988.xml><?xml version="1.0" encoding="utf-8"?>
<p:tagLst xmlns:p="http://schemas.openxmlformats.org/presentationml/2006/main">
  <p:tag name="KSO_WM_BEAUTIFY_FLAG" val=""/>
</p:tagLst>
</file>

<file path=ppt/tags/tag989.xml><?xml version="1.0" encoding="utf-8"?>
<p:tagLst xmlns:p="http://schemas.openxmlformats.org/presentationml/2006/main">
  <p:tag name="KSO_WM_BEAUTIFY_FLAG" val=""/>
</p:tagLst>
</file>

<file path=ppt/tags/tag990.xml><?xml version="1.0" encoding="utf-8"?>
<p:tagLst xmlns:p="http://schemas.openxmlformats.org/presentationml/2006/main">
  <p:tag name="KSO_WM_BEAUTIFY_FLAG" val=""/>
</p:tagLst>
</file>

<file path=ppt/tags/tag991.xml><?xml version="1.0" encoding="utf-8"?>
<p:tagLst xmlns:p="http://schemas.openxmlformats.org/presentationml/2006/main">
  <p:tag name="KSO_WM_BEAUTIFY_FLAG" val=""/>
</p:tagLst>
</file>

<file path=ppt/tags/tag992.xml><?xml version="1.0" encoding="utf-8"?>
<p:tagLst xmlns:p="http://schemas.openxmlformats.org/presentationml/2006/main">
  <p:tag name="KSO_WM_BEAUTIFY_FLAG" val=""/>
</p:tagLst>
</file>

<file path=ppt/tags/tag993.xml><?xml version="1.0" encoding="utf-8"?>
<p:tagLst xmlns:p="http://schemas.openxmlformats.org/presentationml/2006/main">
  <p:tag name="KSO_WM_BEAUTIFY_FLAG" val=""/>
</p:tagLst>
</file>

<file path=ppt/tags/tag994.xml><?xml version="1.0" encoding="utf-8"?>
<p:tagLst xmlns:p="http://schemas.openxmlformats.org/presentationml/2006/main">
  <p:tag name="KSO_WM_BEAUTIFY_FLAG" val=""/>
</p:tagLst>
</file>

<file path=ppt/tags/tag995.xml><?xml version="1.0" encoding="utf-8"?>
<p:tagLst xmlns:p="http://schemas.openxmlformats.org/presentationml/2006/main">
  <p:tag name="KSO_WM_BEAUTIFY_FLAG" val=""/>
</p:tagLst>
</file>

<file path=ppt/tags/tag996.xml><?xml version="1.0" encoding="utf-8"?>
<p:tagLst xmlns:p="http://schemas.openxmlformats.org/presentationml/2006/main">
  <p:tag name="KSO_WM_BEAUTIFY_FLAG" val=""/>
</p:tagLst>
</file>

<file path=ppt/tags/tag997.xml><?xml version="1.0" encoding="utf-8"?>
<p:tagLst xmlns:p="http://schemas.openxmlformats.org/presentationml/2006/main">
  <p:tag name="KSO_WM_BEAUTIFY_FLAG" val=""/>
</p:tagLst>
</file>

<file path=ppt/tags/tag998.xml><?xml version="1.0" encoding="utf-8"?>
<p:tagLst xmlns:p="http://schemas.openxmlformats.org/presentationml/2006/main">
  <p:tag name="KSO_WM_BEAUTIFY_FLAG" val=""/>
</p:tagLst>
</file>

<file path=ppt/tags/tag999.xml><?xml version="1.0" encoding="utf-8"?>
<p:tagLst xmlns:p="http://schemas.openxmlformats.org/presentationml/2006/main">
  <p:tag name="KSO_WM_BEAUTIFY_FLAG" val=""/>
</p:tagLst>
</file>

<file path=ppt/tags/tag1000.xml><?xml version="1.0" encoding="utf-8"?>
<p:tagLst xmlns:p="http://schemas.openxmlformats.org/presentationml/2006/main">
  <p:tag name="KSO_WM_BEAUTIFY_FLAG" val=""/>
</p:tagLst>
</file>

<file path=ppt/tags/tag1001.xml><?xml version="1.0" encoding="utf-8"?>
<p:tagLst xmlns:p="http://schemas.openxmlformats.org/presentationml/2006/main">
  <p:tag name="KSO_WM_BEAUTIFY_FLAG" val=""/>
</p:tagLst>
</file>

<file path=ppt/tags/tag1002.xml><?xml version="1.0" encoding="utf-8"?>
<p:tagLst xmlns:p="http://schemas.openxmlformats.org/presentationml/2006/main">
  <p:tag name="KSO_WM_BEAUTIFY_FLAG" val=""/>
</p:tagLst>
</file>

<file path=ppt/tags/tag1003.xml><?xml version="1.0" encoding="utf-8"?>
<p:tagLst xmlns:p="http://schemas.openxmlformats.org/presentationml/2006/main">
  <p:tag name="KSO_WM_BEAUTIFY_FLAG" val=""/>
</p:tagLst>
</file>

<file path=ppt/tags/tag1004.xml><?xml version="1.0" encoding="utf-8"?>
<p:tagLst xmlns:p="http://schemas.openxmlformats.org/presentationml/2006/main">
  <p:tag name="KSO_WM_BEAUTIFY_FLAG" val=""/>
</p:tagLst>
</file>

<file path=ppt/tags/tag1005.xml><?xml version="1.0" encoding="utf-8"?>
<p:tagLst xmlns:p="http://schemas.openxmlformats.org/presentationml/2006/main">
  <p:tag name="KSO_WM_BEAUTIFY_FLAG" val=""/>
</p:tagLst>
</file>

<file path=ppt/tags/tag1006.xml><?xml version="1.0" encoding="utf-8"?>
<p:tagLst xmlns:p="http://schemas.openxmlformats.org/presentationml/2006/main">
  <p:tag name="KSO_WM_BEAUTIFY_FLAG" val=""/>
</p:tagLst>
</file>

<file path=ppt/tags/tag1007.xml><?xml version="1.0" encoding="utf-8"?>
<p:tagLst xmlns:p="http://schemas.openxmlformats.org/presentationml/2006/main">
  <p:tag name="KSO_WM_BEAUTIFY_FLAG" val=""/>
</p:tagLst>
</file>

<file path=ppt/tags/tag1008.xml><?xml version="1.0" encoding="utf-8"?>
<p:tagLst xmlns:p="http://schemas.openxmlformats.org/presentationml/2006/main">
  <p:tag name="KSO_WM_BEAUTIFY_FLAG" val=""/>
</p:tagLst>
</file>

<file path=ppt/tags/tag1009.xml><?xml version="1.0" encoding="utf-8"?>
<p:tagLst xmlns:p="http://schemas.openxmlformats.org/presentationml/2006/main">
  <p:tag name="KSO_WM_BEAUTIFY_FLAG" val=""/>
</p:tagLst>
</file>

<file path=ppt/tags/tag1010.xml><?xml version="1.0" encoding="utf-8"?>
<p:tagLst xmlns:p="http://schemas.openxmlformats.org/presentationml/2006/main">
  <p:tag name="KSO_WM_BEAUTIFY_FLAG" val=""/>
</p:tagLst>
</file>

<file path=ppt/tags/tag1011.xml><?xml version="1.0" encoding="utf-8"?>
<p:tagLst xmlns:p="http://schemas.openxmlformats.org/presentationml/2006/main">
  <p:tag name="KSO_WM_BEAUTIFY_FLAG" val=""/>
</p:tagLst>
</file>

<file path=ppt/tags/tag1012.xml><?xml version="1.0" encoding="utf-8"?>
<p:tagLst xmlns:p="http://schemas.openxmlformats.org/presentationml/2006/main">
  <p:tag name="KSO_WM_BEAUTIFY_FLAG" val=""/>
</p:tagLst>
</file>

<file path=ppt/tags/tag1013.xml><?xml version="1.0" encoding="utf-8"?>
<p:tagLst xmlns:p="http://schemas.openxmlformats.org/presentationml/2006/main">
  <p:tag name="KSO_WM_BEAUTIFY_FLAG" val=""/>
</p:tagLst>
</file>

<file path=ppt/tags/tag1014.xml><?xml version="1.0" encoding="utf-8"?>
<p:tagLst xmlns:p="http://schemas.openxmlformats.org/presentationml/2006/main">
  <p:tag name="KSO_WM_BEAUTIFY_FLAG" val=""/>
</p:tagLst>
</file>

<file path=ppt/tags/tag1015.xml><?xml version="1.0" encoding="utf-8"?>
<p:tagLst xmlns:p="http://schemas.openxmlformats.org/presentationml/2006/main">
  <p:tag name="KSO_WM_BEAUTIFY_FLAG" val=""/>
</p:tagLst>
</file>

<file path=ppt/tags/tag1016.xml><?xml version="1.0" encoding="utf-8"?>
<p:tagLst xmlns:p="http://schemas.openxmlformats.org/presentationml/2006/main">
  <p:tag name="KSO_WM_BEAUTIFY_FLAG" val=""/>
</p:tagLst>
</file>

<file path=ppt/tags/tag1017.xml><?xml version="1.0" encoding="utf-8"?>
<p:tagLst xmlns:p="http://schemas.openxmlformats.org/presentationml/2006/main">
  <p:tag name="KSO_WM_BEAUTIFY_FLAG" val=""/>
</p:tagLst>
</file>

<file path=ppt/tags/tag1018.xml><?xml version="1.0" encoding="utf-8"?>
<p:tagLst xmlns:p="http://schemas.openxmlformats.org/presentationml/2006/main">
  <p:tag name="KSO_WM_BEAUTIFY_FLAG" val=""/>
</p:tagLst>
</file>

<file path=ppt/tags/tag1019.xml><?xml version="1.0" encoding="utf-8"?>
<p:tagLst xmlns:p="http://schemas.openxmlformats.org/presentationml/2006/main">
  <p:tag name="KSO_WM_BEAUTIFY_FLAG" val=""/>
</p:tagLst>
</file>

<file path=ppt/tags/tag1020.xml><?xml version="1.0" encoding="utf-8"?>
<p:tagLst xmlns:p="http://schemas.openxmlformats.org/presentationml/2006/main">
  <p:tag name="KSO_WM_BEAUTIFY_FLAG" val=""/>
</p:tagLst>
</file>

<file path=ppt/tags/tag1021.xml><?xml version="1.0" encoding="utf-8"?>
<p:tagLst xmlns:p="http://schemas.openxmlformats.org/presentationml/2006/main">
  <p:tag name="KSO_WM_BEAUTIFY_FLAG" val=""/>
</p:tagLst>
</file>

<file path=ppt/tags/tag1022.xml><?xml version="1.0" encoding="utf-8"?>
<p:tagLst xmlns:p="http://schemas.openxmlformats.org/presentationml/2006/main">
  <p:tag name="KSO_WM_BEAUTIFY_FLAG" val=""/>
</p:tagLst>
</file>

<file path=ppt/tags/tag1023.xml><?xml version="1.0" encoding="utf-8"?>
<p:tagLst xmlns:p="http://schemas.openxmlformats.org/presentationml/2006/main">
  <p:tag name="KSO_WM_BEAUTIFY_FLAG" val=""/>
</p:tagLst>
</file>

<file path=ppt/tags/tag1024.xml><?xml version="1.0" encoding="utf-8"?>
<p:tagLst xmlns:p="http://schemas.openxmlformats.org/presentationml/2006/main">
  <p:tag name="KSO_WM_BEAUTIFY_FLAG" val=""/>
</p:tagLst>
</file>

<file path=ppt/tags/tag1025.xml><?xml version="1.0" encoding="utf-8"?>
<p:tagLst xmlns:p="http://schemas.openxmlformats.org/presentationml/2006/main">
  <p:tag name="KSO_WM_BEAUTIFY_FLAG" val=""/>
</p:tagLst>
</file>

<file path=ppt/tags/tag1026.xml><?xml version="1.0" encoding="utf-8"?>
<p:tagLst xmlns:p="http://schemas.openxmlformats.org/presentationml/2006/main">
  <p:tag name="KSO_WM_BEAUTIFY_FLAG" val=""/>
</p:tagLst>
</file>

<file path=ppt/tags/tag1027.xml><?xml version="1.0" encoding="utf-8"?>
<p:tagLst xmlns:p="http://schemas.openxmlformats.org/presentationml/2006/main">
  <p:tag name="KSO_WM_BEAUTIFY_FLAG" val=""/>
</p:tagLst>
</file>

<file path=ppt/tags/tag1028.xml><?xml version="1.0" encoding="utf-8"?>
<p:tagLst xmlns:p="http://schemas.openxmlformats.org/presentationml/2006/main">
  <p:tag name="KSO_WM_BEAUTIFY_FLAG" val=""/>
</p:tagLst>
</file>

<file path=ppt/tags/tag1029.xml><?xml version="1.0" encoding="utf-8"?>
<p:tagLst xmlns:p="http://schemas.openxmlformats.org/presentationml/2006/main">
  <p:tag name="KSO_WM_BEAUTIFY_FLAG" val=""/>
</p:tagLst>
</file>

<file path=ppt/tags/tag1030.xml><?xml version="1.0" encoding="utf-8"?>
<p:tagLst xmlns:p="http://schemas.openxmlformats.org/presentationml/2006/main">
  <p:tag name="KSO_WM_BEAUTIFY_FLAG" val=""/>
</p:tagLst>
</file>

<file path=ppt/tags/tag1031.xml><?xml version="1.0" encoding="utf-8"?>
<p:tagLst xmlns:p="http://schemas.openxmlformats.org/presentationml/2006/main">
  <p:tag name="KSO_WM_BEAUTIFY_FLAG" val=""/>
</p:tagLst>
</file>

<file path=ppt/tags/tag1032.xml><?xml version="1.0" encoding="utf-8"?>
<p:tagLst xmlns:p="http://schemas.openxmlformats.org/presentationml/2006/main">
  <p:tag name="KSO_WM_BEAUTIFY_FLAG" val=""/>
</p:tagLst>
</file>

<file path=ppt/tags/tag1033.xml><?xml version="1.0" encoding="utf-8"?>
<p:tagLst xmlns:p="http://schemas.openxmlformats.org/presentationml/2006/main">
  <p:tag name="KSO_WM_BEAUTIFY_FLAG" val=""/>
</p:tagLst>
</file>

<file path=ppt/tags/tag1034.xml><?xml version="1.0" encoding="utf-8"?>
<p:tagLst xmlns:p="http://schemas.openxmlformats.org/presentationml/2006/main">
  <p:tag name="KSO_WM_BEAUTIFY_FLAG" val=""/>
</p:tagLst>
</file>

<file path=ppt/tags/tag1035.xml><?xml version="1.0" encoding="utf-8"?>
<p:tagLst xmlns:p="http://schemas.openxmlformats.org/presentationml/2006/main">
  <p:tag name="KSO_WM_BEAUTIFY_FLAG" val=""/>
</p:tagLst>
</file>

<file path=ppt/tags/tag1036.xml><?xml version="1.0" encoding="utf-8"?>
<p:tagLst xmlns:p="http://schemas.openxmlformats.org/presentationml/2006/main">
  <p:tag name="KSO_WM_BEAUTIFY_FLAG" val=""/>
</p:tagLst>
</file>

<file path=ppt/tags/tag1037.xml><?xml version="1.0" encoding="utf-8"?>
<p:tagLst xmlns:p="http://schemas.openxmlformats.org/presentationml/2006/main">
  <p:tag name="KSO_WM_BEAUTIFY_FLAG" val=""/>
</p:tagLst>
</file>

<file path=ppt/tags/tag1038.xml><?xml version="1.0" encoding="utf-8"?>
<p:tagLst xmlns:p="http://schemas.openxmlformats.org/presentationml/2006/main">
  <p:tag name="KSO_WM_BEAUTIFY_FLAG" val=""/>
</p:tagLst>
</file>

<file path=ppt/tags/tag1039.xml><?xml version="1.0" encoding="utf-8"?>
<p:tagLst xmlns:p="http://schemas.openxmlformats.org/presentationml/2006/main">
  <p:tag name="KSO_WM_BEAUTIFY_FLAG" val=""/>
</p:tagLst>
</file>

<file path=ppt/tags/tag1040.xml><?xml version="1.0" encoding="utf-8"?>
<p:tagLst xmlns:p="http://schemas.openxmlformats.org/presentationml/2006/main">
  <p:tag name="KSO_WM_BEAUTIFY_FLAG" val=""/>
</p:tagLst>
</file>

<file path=ppt/tags/tag1041.xml><?xml version="1.0" encoding="utf-8"?>
<p:tagLst xmlns:p="http://schemas.openxmlformats.org/presentationml/2006/main">
  <p:tag name="KSO_WM_BEAUTIFY_FLAG" val=""/>
</p:tagLst>
</file>

<file path=ppt/tags/tag1042.xml><?xml version="1.0" encoding="utf-8"?>
<p:tagLst xmlns:p="http://schemas.openxmlformats.org/presentationml/2006/main">
  <p:tag name="KSO_WM_BEAUTIFY_FLAG" val=""/>
</p:tagLst>
</file>

<file path=ppt/tags/tag1043.xml><?xml version="1.0" encoding="utf-8"?>
<p:tagLst xmlns:p="http://schemas.openxmlformats.org/presentationml/2006/main">
  <p:tag name="KSO_WM_BEAUTIFY_FLAG" val=""/>
</p:tagLst>
</file>

<file path=ppt/tags/tag1044.xml><?xml version="1.0" encoding="utf-8"?>
<p:tagLst xmlns:p="http://schemas.openxmlformats.org/presentationml/2006/main">
  <p:tag name="KSO_WM_BEAUTIFY_FLAG" val=""/>
</p:tagLst>
</file>

<file path=ppt/tags/tag1045.xml><?xml version="1.0" encoding="utf-8"?>
<p:tagLst xmlns:p="http://schemas.openxmlformats.org/presentationml/2006/main">
  <p:tag name="KSO_WM_BEAUTIFY_FLAG" val=""/>
</p:tagLst>
</file>

<file path=ppt/tags/tag1046.xml><?xml version="1.0" encoding="utf-8"?>
<p:tagLst xmlns:p="http://schemas.openxmlformats.org/presentationml/2006/main">
  <p:tag name="KSO_WM_BEAUTIFY_FLAG" val=""/>
</p:tagLst>
</file>

<file path=ppt/tags/tag1047.xml><?xml version="1.0" encoding="utf-8"?>
<p:tagLst xmlns:p="http://schemas.openxmlformats.org/presentationml/2006/main">
  <p:tag name="KSO_WM_BEAUTIFY_FLAG" val=""/>
</p:tagLst>
</file>

<file path=ppt/tags/tag1048.xml><?xml version="1.0" encoding="utf-8"?>
<p:tagLst xmlns:p="http://schemas.openxmlformats.org/presentationml/2006/main">
  <p:tag name="KSO_WM_BEAUTIFY_FLAG" val=""/>
</p:tagLst>
</file>

<file path=ppt/tags/tag1049.xml><?xml version="1.0" encoding="utf-8"?>
<p:tagLst xmlns:p="http://schemas.openxmlformats.org/presentationml/2006/main">
  <p:tag name="KSO_WM_BEAUTIFY_FLAG" val=""/>
</p:tagLst>
</file>

<file path=ppt/tags/tag1050.xml><?xml version="1.0" encoding="utf-8"?>
<p:tagLst xmlns:p="http://schemas.openxmlformats.org/presentationml/2006/main">
  <p:tag name="KSO_WM_BEAUTIFY_FLAG" val=""/>
</p:tagLst>
</file>

<file path=ppt/tags/tag1051.xml><?xml version="1.0" encoding="utf-8"?>
<p:tagLst xmlns:p="http://schemas.openxmlformats.org/presentationml/2006/main">
  <p:tag name="KSO_WM_BEAUTIFY_FLAG" val=""/>
</p:tagLst>
</file>

<file path=ppt/tags/tag1052.xml><?xml version="1.0" encoding="utf-8"?>
<p:tagLst xmlns:p="http://schemas.openxmlformats.org/presentationml/2006/main">
  <p:tag name="KSO_WM_BEAUTIFY_FLAG" val=""/>
</p:tagLst>
</file>

<file path=ppt/tags/tag1053.xml><?xml version="1.0" encoding="utf-8"?>
<p:tagLst xmlns:p="http://schemas.openxmlformats.org/presentationml/2006/main">
  <p:tag name="KSO_WM_BEAUTIFY_FLAG" val=""/>
</p:tagLst>
</file>

<file path=ppt/tags/tag1054.xml><?xml version="1.0" encoding="utf-8"?>
<p:tagLst xmlns:p="http://schemas.openxmlformats.org/presentationml/2006/main">
  <p:tag name="KSO_WM_BEAUTIFY_FLAG" val=""/>
</p:tagLst>
</file>

<file path=ppt/tags/tag1055.xml><?xml version="1.0" encoding="utf-8"?>
<p:tagLst xmlns:p="http://schemas.openxmlformats.org/presentationml/2006/main">
  <p:tag name="KSO_WM_BEAUTIFY_FLAG" val=""/>
</p:tagLst>
</file>

<file path=ppt/tags/tag1056.xml><?xml version="1.0" encoding="utf-8"?>
<p:tagLst xmlns:p="http://schemas.openxmlformats.org/presentationml/2006/main">
  <p:tag name="KSO_WM_BEAUTIFY_FLAG" val=""/>
</p:tagLst>
</file>

<file path=ppt/tags/tag1057.xml><?xml version="1.0" encoding="utf-8"?>
<p:tagLst xmlns:p="http://schemas.openxmlformats.org/presentationml/2006/main">
  <p:tag name="KSO_WM_BEAUTIFY_FLAG" val=""/>
</p:tagLst>
</file>

<file path=ppt/tags/tag1058.xml><?xml version="1.0" encoding="utf-8"?>
<p:tagLst xmlns:p="http://schemas.openxmlformats.org/presentationml/2006/main">
  <p:tag name="KSO_WM_BEAUTIFY_FLAG" val=""/>
</p:tagLst>
</file>

<file path=ppt/tags/tag1059.xml><?xml version="1.0" encoding="utf-8"?>
<p:tagLst xmlns:p="http://schemas.openxmlformats.org/presentationml/2006/main">
  <p:tag name="KSO_WM_BEAUTIFY_FLAG" val=""/>
</p:tagLst>
</file>

<file path=ppt/tags/tag1060.xml><?xml version="1.0" encoding="utf-8"?>
<p:tagLst xmlns:p="http://schemas.openxmlformats.org/presentationml/2006/main">
  <p:tag name="KSO_WM_BEAUTIFY_FLAG" val=""/>
</p:tagLst>
</file>

<file path=ppt/tags/tag1061.xml><?xml version="1.0" encoding="utf-8"?>
<p:tagLst xmlns:p="http://schemas.openxmlformats.org/presentationml/2006/main">
  <p:tag name="KSO_WM_BEAUTIFY_FLAG" val=""/>
</p:tagLst>
</file>

<file path=ppt/tags/tag1062.xml><?xml version="1.0" encoding="utf-8"?>
<p:tagLst xmlns:p="http://schemas.openxmlformats.org/presentationml/2006/main">
  <p:tag name="KSO_WM_BEAUTIFY_FLAG" val=""/>
</p:tagLst>
</file>

<file path=ppt/tags/tag1063.xml><?xml version="1.0" encoding="utf-8"?>
<p:tagLst xmlns:p="http://schemas.openxmlformats.org/presentationml/2006/main">
  <p:tag name="KSO_WM_BEAUTIFY_FLAG" val=""/>
</p:tagLst>
</file>

<file path=ppt/tags/tag1064.xml><?xml version="1.0" encoding="utf-8"?>
<p:tagLst xmlns:p="http://schemas.openxmlformats.org/presentationml/2006/main">
  <p:tag name="KSO_WM_BEAUTIFY_FLAG" val=""/>
</p:tagLst>
</file>

<file path=ppt/tags/tag1065.xml><?xml version="1.0" encoding="utf-8"?>
<p:tagLst xmlns:p="http://schemas.openxmlformats.org/presentationml/2006/main">
  <p:tag name="KSO_WM_BEAUTIFY_FLAG" val=""/>
</p:tagLst>
</file>

<file path=ppt/tags/tag1066.xml><?xml version="1.0" encoding="utf-8"?>
<p:tagLst xmlns:p="http://schemas.openxmlformats.org/presentationml/2006/main">
  <p:tag name="KSO_WM_BEAUTIFY_FLAG" val=""/>
</p:tagLst>
</file>

<file path=ppt/tags/tag1067.xml><?xml version="1.0" encoding="utf-8"?>
<p:tagLst xmlns:p="http://schemas.openxmlformats.org/presentationml/2006/main">
  <p:tag name="KSO_WM_BEAUTIFY_FLAG" val=""/>
</p:tagLst>
</file>

<file path=ppt/tags/tag1068.xml><?xml version="1.0" encoding="utf-8"?>
<p:tagLst xmlns:p="http://schemas.openxmlformats.org/presentationml/2006/main">
  <p:tag name="KSO_WM_BEAUTIFY_FLAG" val=""/>
</p:tagLst>
</file>

<file path=ppt/tags/tag1069.xml><?xml version="1.0" encoding="utf-8"?>
<p:tagLst xmlns:p="http://schemas.openxmlformats.org/presentationml/2006/main">
  <p:tag name="KSO_WM_BEAUTIFY_FLAG" val=""/>
</p:tagLst>
</file>

<file path=ppt/tags/tag1070.xml><?xml version="1.0" encoding="utf-8"?>
<p:tagLst xmlns:p="http://schemas.openxmlformats.org/presentationml/2006/main">
  <p:tag name="KSO_WM_BEAUTIFY_FLAG" val=""/>
</p:tagLst>
</file>

<file path=ppt/tags/tag1071.xml><?xml version="1.0" encoding="utf-8"?>
<p:tagLst xmlns:p="http://schemas.openxmlformats.org/presentationml/2006/main">
  <p:tag name="KSO_WM_BEAUTIFY_FLAG" val=""/>
</p:tagLst>
</file>

<file path=ppt/tags/tag1072.xml><?xml version="1.0" encoding="utf-8"?>
<p:tagLst xmlns:p="http://schemas.openxmlformats.org/presentationml/2006/main">
  <p:tag name="KSO_WM_BEAUTIFY_FLAG" val=""/>
</p:tagLst>
</file>

<file path=ppt/tags/tag1073.xml><?xml version="1.0" encoding="utf-8"?>
<p:tagLst xmlns:p="http://schemas.openxmlformats.org/presentationml/2006/main">
  <p:tag name="KSO_WM_BEAUTIFY_FLAG" val=""/>
</p:tagLst>
</file>

<file path=ppt/tags/tag1074.xml><?xml version="1.0" encoding="utf-8"?>
<p:tagLst xmlns:p="http://schemas.openxmlformats.org/presentationml/2006/main">
  <p:tag name="KSO_WM_BEAUTIFY_FLAG" val=""/>
</p:tagLst>
</file>

<file path=ppt/tags/tag1075.xml><?xml version="1.0" encoding="utf-8"?>
<p:tagLst xmlns:p="http://schemas.openxmlformats.org/presentationml/2006/main">
  <p:tag name="KSO_WM_BEAUTIFY_FLAG" val=""/>
</p:tagLst>
</file>

<file path=ppt/tags/tag1076.xml><?xml version="1.0" encoding="utf-8"?>
<p:tagLst xmlns:p="http://schemas.openxmlformats.org/presentationml/2006/main">
  <p:tag name="KSO_WM_BEAUTIFY_FLAG" val=""/>
</p:tagLst>
</file>

<file path=ppt/tags/tag1077.xml><?xml version="1.0" encoding="utf-8"?>
<p:tagLst xmlns:p="http://schemas.openxmlformats.org/presentationml/2006/main">
  <p:tag name="KSO_WM_BEAUTIFY_FLAG" val=""/>
</p:tagLst>
</file>

<file path=ppt/tags/tag1078.xml><?xml version="1.0" encoding="utf-8"?>
<p:tagLst xmlns:p="http://schemas.openxmlformats.org/presentationml/2006/main">
  <p:tag name="KSO_WM_BEAUTIFY_FLAG" val=""/>
</p:tagLst>
</file>

<file path=ppt/tags/tag1079.xml><?xml version="1.0" encoding="utf-8"?>
<p:tagLst xmlns:p="http://schemas.openxmlformats.org/presentationml/2006/main">
  <p:tag name="KSO_WM_BEAUTIFY_FLAG" val=""/>
</p:tagLst>
</file>

<file path=ppt/tags/tag1080.xml><?xml version="1.0" encoding="utf-8"?>
<p:tagLst xmlns:p="http://schemas.openxmlformats.org/presentationml/2006/main">
  <p:tag name="KSO_WM_BEAUTIFY_FLAG" val=""/>
</p:tagLst>
</file>

<file path=ppt/tags/tag1081.xml><?xml version="1.0" encoding="utf-8"?>
<p:tagLst xmlns:p="http://schemas.openxmlformats.org/presentationml/2006/main">
  <p:tag name="KSO_WM_BEAUTIFY_FLAG" val=""/>
</p:tagLst>
</file>

<file path=ppt/tags/tag1082.xml><?xml version="1.0" encoding="utf-8"?>
<p:tagLst xmlns:p="http://schemas.openxmlformats.org/presentationml/2006/main">
  <p:tag name="KSO_WM_BEAUTIFY_FLAG" val=""/>
</p:tagLst>
</file>

<file path=ppt/tags/tag1083.xml><?xml version="1.0" encoding="utf-8"?>
<p:tagLst xmlns:p="http://schemas.openxmlformats.org/presentationml/2006/main">
  <p:tag name="KSO_WM_BEAUTIFY_FLAG" val=""/>
</p:tagLst>
</file>

<file path=ppt/tags/tag1084.xml><?xml version="1.0" encoding="utf-8"?>
<p:tagLst xmlns:p="http://schemas.openxmlformats.org/presentationml/2006/main">
  <p:tag name="KSO_WM_BEAUTIFY_FLAG" val=""/>
</p:tagLst>
</file>

<file path=ppt/tags/tag1085.xml><?xml version="1.0" encoding="utf-8"?>
<p:tagLst xmlns:p="http://schemas.openxmlformats.org/presentationml/2006/main">
  <p:tag name="KSO_WM_BEAUTIFY_FLAG" val=""/>
</p:tagLst>
</file>

<file path=ppt/tags/tag1086.xml><?xml version="1.0" encoding="utf-8"?>
<p:tagLst xmlns:p="http://schemas.openxmlformats.org/presentationml/2006/main">
  <p:tag name="KSO_WM_BEAUTIFY_FLAG" val=""/>
</p:tagLst>
</file>

<file path=ppt/tags/tag1087.xml><?xml version="1.0" encoding="utf-8"?>
<p:tagLst xmlns:p="http://schemas.openxmlformats.org/presentationml/2006/main">
  <p:tag name="KSO_WM_BEAUTIFY_FLAG" val=""/>
</p:tagLst>
</file>

<file path=ppt/tags/tag1088.xml><?xml version="1.0" encoding="utf-8"?>
<p:tagLst xmlns:p="http://schemas.openxmlformats.org/presentationml/2006/main">
  <p:tag name="KSO_WM_BEAUTIFY_FLAG" val=""/>
</p:tagLst>
</file>

<file path=ppt/tags/tag1089.xml><?xml version="1.0" encoding="utf-8"?>
<p:tagLst xmlns:p="http://schemas.openxmlformats.org/presentationml/2006/main">
  <p:tag name="KSO_WM_BEAUTIFY_FLAG" val=""/>
</p:tagLst>
</file>

<file path=ppt/tags/tag1090.xml><?xml version="1.0" encoding="utf-8"?>
<p:tagLst xmlns:p="http://schemas.openxmlformats.org/presentationml/2006/main">
  <p:tag name="KSO_WM_BEAUTIFY_FLAG" val=""/>
</p:tagLst>
</file>

<file path=ppt/tags/tag1091.xml><?xml version="1.0" encoding="utf-8"?>
<p:tagLst xmlns:p="http://schemas.openxmlformats.org/presentationml/2006/main">
  <p:tag name="KSO_WM_BEAUTIFY_FLAG" val=""/>
</p:tagLst>
</file>

<file path=ppt/tags/tag1092.xml><?xml version="1.0" encoding="utf-8"?>
<p:tagLst xmlns:p="http://schemas.openxmlformats.org/presentationml/2006/main">
  <p:tag name="KSO_WM_BEAUTIFY_FLAG" val=""/>
</p:tagLst>
</file>

<file path=ppt/tags/tag1093.xml><?xml version="1.0" encoding="utf-8"?>
<p:tagLst xmlns:p="http://schemas.openxmlformats.org/presentationml/2006/main">
  <p:tag name="KSO_WM_BEAUTIFY_FLAG" val=""/>
</p:tagLst>
</file>

<file path=ppt/tags/tag1094.xml><?xml version="1.0" encoding="utf-8"?>
<p:tagLst xmlns:p="http://schemas.openxmlformats.org/presentationml/2006/main">
  <p:tag name="KSO_WM_BEAUTIFY_FLAG" val=""/>
</p:tagLst>
</file>

<file path=ppt/tags/tag1095.xml><?xml version="1.0" encoding="utf-8"?>
<p:tagLst xmlns:p="http://schemas.openxmlformats.org/presentationml/2006/main">
  <p:tag name="KSO_WM_BEAUTIFY_FLAG" val=""/>
</p:tagLst>
</file>

<file path=ppt/tags/tag1096.xml><?xml version="1.0" encoding="utf-8"?>
<p:tagLst xmlns:p="http://schemas.openxmlformats.org/presentationml/2006/main">
  <p:tag name="KSO_WM_BEAUTIFY_FLAG" val=""/>
</p:tagLst>
</file>

<file path=ppt/tags/tag1097.xml><?xml version="1.0" encoding="utf-8"?>
<p:tagLst xmlns:p="http://schemas.openxmlformats.org/presentationml/2006/main">
  <p:tag name="KSO_WM_BEAUTIFY_FLAG" val=""/>
</p:tagLst>
</file>

<file path=ppt/tags/tag1098.xml><?xml version="1.0" encoding="utf-8"?>
<p:tagLst xmlns:p="http://schemas.openxmlformats.org/presentationml/2006/main">
  <p:tag name="KSO_WM_BEAUTIFY_FLAG" val=""/>
</p:tagLst>
</file>

<file path=ppt/tags/tag1099.xml><?xml version="1.0" encoding="utf-8"?>
<p:tagLst xmlns:p="http://schemas.openxmlformats.org/presentationml/2006/main">
  <p:tag name="KSO_WM_BEAUTIFY_FLAG" val=""/>
</p:tagLst>
</file>

<file path=ppt/tags/tag1100.xml><?xml version="1.0" encoding="utf-8"?>
<p:tagLst xmlns:p="http://schemas.openxmlformats.org/presentationml/2006/main">
  <p:tag name="KSO_WM_BEAUTIFY_FLAG" val=""/>
</p:tagLst>
</file>

<file path=ppt/tags/tag1101.xml><?xml version="1.0" encoding="utf-8"?>
<p:tagLst xmlns:p="http://schemas.openxmlformats.org/presentationml/2006/main">
  <p:tag name="KSO_WM_BEAUTIFY_FLAG" val=""/>
</p:tagLst>
</file>

<file path=ppt/tags/tag1102.xml><?xml version="1.0" encoding="utf-8"?>
<p:tagLst xmlns:p="http://schemas.openxmlformats.org/presentationml/2006/main">
  <p:tag name="KSO_WM_BEAUTIFY_FLAG" val=""/>
</p:tagLst>
</file>

<file path=ppt/tags/tag1103.xml><?xml version="1.0" encoding="utf-8"?>
<p:tagLst xmlns:p="http://schemas.openxmlformats.org/presentationml/2006/main">
  <p:tag name="KSO_WM_BEAUTIFY_FLAG" val=""/>
</p:tagLst>
</file>

<file path=ppt/tags/tag1104.xml><?xml version="1.0" encoding="utf-8"?>
<p:tagLst xmlns:p="http://schemas.openxmlformats.org/presentationml/2006/main">
  <p:tag name="KSO_WM_BEAUTIFY_FLAG" val=""/>
</p:tagLst>
</file>

<file path=ppt/tags/tag1105.xml><?xml version="1.0" encoding="utf-8"?>
<p:tagLst xmlns:p="http://schemas.openxmlformats.org/presentationml/2006/main">
  <p:tag name="KSO_WM_BEAUTIFY_FLAG" val=""/>
</p:tagLst>
</file>

<file path=ppt/tags/tag1106.xml><?xml version="1.0" encoding="utf-8"?>
<p:tagLst xmlns:p="http://schemas.openxmlformats.org/presentationml/2006/main">
  <p:tag name="KSO_WM_BEAUTIFY_FLAG" val=""/>
</p:tagLst>
</file>

<file path=ppt/tags/tag1107.xml><?xml version="1.0" encoding="utf-8"?>
<p:tagLst xmlns:p="http://schemas.openxmlformats.org/presentationml/2006/main">
  <p:tag name="KSO_WM_BEAUTIFY_FLAG" val=""/>
</p:tagLst>
</file>

<file path=ppt/tags/tag1108.xml><?xml version="1.0" encoding="utf-8"?>
<p:tagLst xmlns:p="http://schemas.openxmlformats.org/presentationml/2006/main">
  <p:tag name="KSO_WM_BEAUTIFY_FLAG" val=""/>
</p:tagLst>
</file>

<file path=ppt/tags/tag1109.xml><?xml version="1.0" encoding="utf-8"?>
<p:tagLst xmlns:p="http://schemas.openxmlformats.org/presentationml/2006/main">
  <p:tag name="KSO_WM_BEAUTIFY_FLAG" val=""/>
</p:tagLst>
</file>

<file path=ppt/tags/tag1110.xml><?xml version="1.0" encoding="utf-8"?>
<p:tagLst xmlns:p="http://schemas.openxmlformats.org/presentationml/2006/main">
  <p:tag name="KSO_WM_BEAUTIFY_FLAG" val=""/>
</p:tagLst>
</file>

<file path=ppt/tags/tag1111.xml><?xml version="1.0" encoding="utf-8"?>
<p:tagLst xmlns:p="http://schemas.openxmlformats.org/presentationml/2006/main">
  <p:tag name="KSO_WM_BEAUTIFY_FLAG" val=""/>
</p:tagLst>
</file>

<file path=ppt/tags/tag1112.xml><?xml version="1.0" encoding="utf-8"?>
<p:tagLst xmlns:p="http://schemas.openxmlformats.org/presentationml/2006/main">
  <p:tag name="KSO_WM_BEAUTIFY_FLAG" val=""/>
</p:tagLst>
</file>

<file path=ppt/tags/tag1113.xml><?xml version="1.0" encoding="utf-8"?>
<p:tagLst xmlns:p="http://schemas.openxmlformats.org/presentationml/2006/main">
  <p:tag name="KSO_WM_BEAUTIFY_FLAG" val=""/>
</p:tagLst>
</file>

<file path=ppt/tags/tag1114.xml><?xml version="1.0" encoding="utf-8"?>
<p:tagLst xmlns:p="http://schemas.openxmlformats.org/presentationml/2006/main">
  <p:tag name="KSO_WM_BEAUTIFY_FLAG" val=""/>
</p:tagLst>
</file>

<file path=ppt/tags/tag1115.xml><?xml version="1.0" encoding="utf-8"?>
<p:tagLst xmlns:p="http://schemas.openxmlformats.org/presentationml/2006/main">
  <p:tag name="KSO_WM_BEAUTIFY_FLAG" val=""/>
</p:tagLst>
</file>

<file path=ppt/tags/tag1116.xml><?xml version="1.0" encoding="utf-8"?>
<p:tagLst xmlns:p="http://schemas.openxmlformats.org/presentationml/2006/main">
  <p:tag name="KSO_WM_BEAUTIFY_FLAG" val=""/>
</p:tagLst>
</file>

<file path=ppt/tags/tag1117.xml><?xml version="1.0" encoding="utf-8"?>
<p:tagLst xmlns:p="http://schemas.openxmlformats.org/presentationml/2006/main">
  <p:tag name="KSO_WM_BEAUTIFY_FLAG" val=""/>
</p:tagLst>
</file>

<file path=ppt/tags/tag1118.xml><?xml version="1.0" encoding="utf-8"?>
<p:tagLst xmlns:p="http://schemas.openxmlformats.org/presentationml/2006/main">
  <p:tag name="KSO_WM_BEAUTIFY_FLAG" val=""/>
</p:tagLst>
</file>

<file path=ppt/tags/tag1119.xml><?xml version="1.0" encoding="utf-8"?>
<p:tagLst xmlns:p="http://schemas.openxmlformats.org/presentationml/2006/main">
  <p:tag name="KSO_WM_BEAUTIFY_FLAG" val=""/>
</p:tagLst>
</file>

<file path=ppt/tags/tag1120.xml><?xml version="1.0" encoding="utf-8"?>
<p:tagLst xmlns:p="http://schemas.openxmlformats.org/presentationml/2006/main">
  <p:tag name="KSO_WM_BEAUTIFY_FLAG" val=""/>
</p:tagLst>
</file>

<file path=ppt/tags/tag1121.xml><?xml version="1.0" encoding="utf-8"?>
<p:tagLst xmlns:p="http://schemas.openxmlformats.org/presentationml/2006/main">
  <p:tag name="KSO_WM_BEAUTIFY_FLAG" val=""/>
</p:tagLst>
</file>

<file path=ppt/tags/tag1122.xml><?xml version="1.0" encoding="utf-8"?>
<p:tagLst xmlns:p="http://schemas.openxmlformats.org/presentationml/2006/main">
  <p:tag name="KSO_WM_BEAUTIFY_FLAG" val=""/>
</p:tagLst>
</file>

<file path=ppt/tags/tag1123.xml><?xml version="1.0" encoding="utf-8"?>
<p:tagLst xmlns:p="http://schemas.openxmlformats.org/presentationml/2006/main">
  <p:tag name="KSO_WM_BEAUTIFY_FLAG" val=""/>
</p:tagLst>
</file>

<file path=ppt/tags/tag1124.xml><?xml version="1.0" encoding="utf-8"?>
<p:tagLst xmlns:p="http://schemas.openxmlformats.org/presentationml/2006/main">
  <p:tag name="KSO_WM_BEAUTIFY_FLAG" val=""/>
</p:tagLst>
</file>

<file path=ppt/tags/tag1125.xml><?xml version="1.0" encoding="utf-8"?>
<p:tagLst xmlns:p="http://schemas.openxmlformats.org/presentationml/2006/main">
  <p:tag name="KSO_WM_BEAUTIFY_FLAG" val=""/>
</p:tagLst>
</file>

<file path=ppt/tags/tag1126.xml><?xml version="1.0" encoding="utf-8"?>
<p:tagLst xmlns:p="http://schemas.openxmlformats.org/presentationml/2006/main">
  <p:tag name="KSO_WM_BEAUTIFY_FLAG" val=""/>
</p:tagLst>
</file>

<file path=ppt/tags/tag1127.xml><?xml version="1.0" encoding="utf-8"?>
<p:tagLst xmlns:p="http://schemas.openxmlformats.org/presentationml/2006/main">
  <p:tag name="KSO_WM_BEAUTIFY_FLAG" val=""/>
</p:tagLst>
</file>

<file path=ppt/tags/tag1128.xml><?xml version="1.0" encoding="utf-8"?>
<p:tagLst xmlns:p="http://schemas.openxmlformats.org/presentationml/2006/main">
  <p:tag name="KSO_WM_BEAUTIFY_FLAG" val=""/>
</p:tagLst>
</file>

<file path=ppt/tags/tag1129.xml><?xml version="1.0" encoding="utf-8"?>
<p:tagLst xmlns:p="http://schemas.openxmlformats.org/presentationml/2006/main">
  <p:tag name="KSO_WM_BEAUTIFY_FLAG" val=""/>
</p:tagLst>
</file>

<file path=ppt/tags/tag1130.xml><?xml version="1.0" encoding="utf-8"?>
<p:tagLst xmlns:p="http://schemas.openxmlformats.org/presentationml/2006/main">
  <p:tag name="KSO_WM_BEAUTIFY_FLAG" val=""/>
</p:tagLst>
</file>

<file path=ppt/tags/tag1131.xml><?xml version="1.0" encoding="utf-8"?>
<p:tagLst xmlns:p="http://schemas.openxmlformats.org/presentationml/2006/main">
  <p:tag name="KSO_WM_BEAUTIFY_FLAG" val=""/>
</p:tagLst>
</file>

<file path=ppt/tags/tag1132.xml><?xml version="1.0" encoding="utf-8"?>
<p:tagLst xmlns:p="http://schemas.openxmlformats.org/presentationml/2006/main">
  <p:tag name="KSO_WM_BEAUTIFY_FLAG" val=""/>
</p:tagLst>
</file>

<file path=ppt/tags/tag1133.xml><?xml version="1.0" encoding="utf-8"?>
<p:tagLst xmlns:p="http://schemas.openxmlformats.org/presentationml/2006/main">
  <p:tag name="KSO_WM_BEAUTIFY_FLAG" val=""/>
</p:tagLst>
</file>

<file path=ppt/tags/tag1134.xml><?xml version="1.0" encoding="utf-8"?>
<p:tagLst xmlns:p="http://schemas.openxmlformats.org/presentationml/2006/main">
  <p:tag name="KSO_WM_BEAUTIFY_FLAG" val=""/>
</p:tagLst>
</file>

<file path=ppt/tags/tag1135.xml><?xml version="1.0" encoding="utf-8"?>
<p:tagLst xmlns:p="http://schemas.openxmlformats.org/presentationml/2006/main">
  <p:tag name="KSO_WM_BEAUTIFY_FLAG" val=""/>
</p:tagLst>
</file>

<file path=ppt/tags/tag1136.xml><?xml version="1.0" encoding="utf-8"?>
<p:tagLst xmlns:p="http://schemas.openxmlformats.org/presentationml/2006/main">
  <p:tag name="KSO_WM_BEAUTIFY_FLAG" val=""/>
</p:tagLst>
</file>

<file path=ppt/tags/tag1137.xml><?xml version="1.0" encoding="utf-8"?>
<p:tagLst xmlns:p="http://schemas.openxmlformats.org/presentationml/2006/main">
  <p:tag name="KSO_WM_BEAUTIFY_FLAG" val=""/>
</p:tagLst>
</file>

<file path=ppt/tags/tag1138.xml><?xml version="1.0" encoding="utf-8"?>
<p:tagLst xmlns:p="http://schemas.openxmlformats.org/presentationml/2006/main">
  <p:tag name="KSO_WM_BEAUTIFY_FLAG" val=""/>
</p:tagLst>
</file>

<file path=ppt/tags/tag1139.xml><?xml version="1.0" encoding="utf-8"?>
<p:tagLst xmlns:p="http://schemas.openxmlformats.org/presentationml/2006/main">
  <p:tag name="KSO_WM_BEAUTIFY_FLAG" val=""/>
</p:tagLst>
</file>

<file path=ppt/tags/tag1140.xml><?xml version="1.0" encoding="utf-8"?>
<p:tagLst xmlns:p="http://schemas.openxmlformats.org/presentationml/2006/main">
  <p:tag name="KSO_WM_BEAUTIFY_FLAG" val=""/>
</p:tagLst>
</file>

<file path=ppt/tags/tag1141.xml><?xml version="1.0" encoding="utf-8"?>
<p:tagLst xmlns:p="http://schemas.openxmlformats.org/presentationml/2006/main">
  <p:tag name="KSO_WM_BEAUTIFY_FLAG" val=""/>
</p:tagLst>
</file>

<file path=ppt/tags/tag1142.xml><?xml version="1.0" encoding="utf-8"?>
<p:tagLst xmlns:p="http://schemas.openxmlformats.org/presentationml/2006/main">
  <p:tag name="KSO_WM_BEAUTIFY_FLAG" val=""/>
</p:tagLst>
</file>

<file path=ppt/tags/tag1143.xml><?xml version="1.0" encoding="utf-8"?>
<p:tagLst xmlns:p="http://schemas.openxmlformats.org/presentationml/2006/main">
  <p:tag name="KSO_WM_BEAUTIFY_FLAG" val=""/>
</p:tagLst>
</file>

<file path=ppt/tags/tag1144.xml><?xml version="1.0" encoding="utf-8"?>
<p:tagLst xmlns:p="http://schemas.openxmlformats.org/presentationml/2006/main">
  <p:tag name="KSO_WM_BEAUTIFY_FLAG" val=""/>
</p:tagLst>
</file>

<file path=ppt/tags/tag1145.xml><?xml version="1.0" encoding="utf-8"?>
<p:tagLst xmlns:p="http://schemas.openxmlformats.org/presentationml/2006/main">
  <p:tag name="KSO_WM_BEAUTIFY_FLAG" val=""/>
</p:tagLst>
</file>

<file path=ppt/tags/tag1146.xml><?xml version="1.0" encoding="utf-8"?>
<p:tagLst xmlns:p="http://schemas.openxmlformats.org/presentationml/2006/main">
  <p:tag name="KSO_WM_BEAUTIFY_FLAG" val=""/>
</p:tagLst>
</file>

<file path=ppt/tags/tag1147.xml><?xml version="1.0" encoding="utf-8"?>
<p:tagLst xmlns:p="http://schemas.openxmlformats.org/presentationml/2006/main">
  <p:tag name="KSO_WM_BEAUTIFY_FLAG" val=""/>
</p:tagLst>
</file>

<file path=ppt/tags/tag1148.xml><?xml version="1.0" encoding="utf-8"?>
<p:tagLst xmlns:p="http://schemas.openxmlformats.org/presentationml/2006/main">
  <p:tag name="KSO_WM_BEAUTIFY_FLAG" val=""/>
</p:tagLst>
</file>

<file path=ppt/tags/tag1149.xml><?xml version="1.0" encoding="utf-8"?>
<p:tagLst xmlns:p="http://schemas.openxmlformats.org/presentationml/2006/main">
  <p:tag name="KSO_WM_BEAUTIFY_FLAG" val=""/>
</p:tagLst>
</file>

<file path=ppt/tags/tag1150.xml><?xml version="1.0" encoding="utf-8"?>
<p:tagLst xmlns:p="http://schemas.openxmlformats.org/presentationml/2006/main">
  <p:tag name="KSO_WM_BEAUTIFY_FLAG" val=""/>
</p:tagLst>
</file>

<file path=ppt/tags/tag1151.xml><?xml version="1.0" encoding="utf-8"?>
<p:tagLst xmlns:p="http://schemas.openxmlformats.org/presentationml/2006/main">
  <p:tag name="KSO_WM_BEAUTIFY_FLAG" val=""/>
</p:tagLst>
</file>

<file path=ppt/tags/tag1152.xml><?xml version="1.0" encoding="utf-8"?>
<p:tagLst xmlns:p="http://schemas.openxmlformats.org/presentationml/2006/main">
  <p:tag name="KSO_WM_BEAUTIFY_FLAG" val=""/>
</p:tagLst>
</file>

<file path=ppt/tags/tag1153.xml><?xml version="1.0" encoding="utf-8"?>
<p:tagLst xmlns:p="http://schemas.openxmlformats.org/presentationml/2006/main">
  <p:tag name="KSO_WM_BEAUTIFY_FLAG" val=""/>
</p:tagLst>
</file>

<file path=ppt/tags/tag1154.xml><?xml version="1.0" encoding="utf-8"?>
<p:tagLst xmlns:p="http://schemas.openxmlformats.org/presentationml/2006/main">
  <p:tag name="KSO_WM_BEAUTIFY_FLAG" val=""/>
</p:tagLst>
</file>

<file path=ppt/tags/tag1155.xml><?xml version="1.0" encoding="utf-8"?>
<p:tagLst xmlns:p="http://schemas.openxmlformats.org/presentationml/2006/main">
  <p:tag name="KSO_WM_BEAUTIFY_FLAG" val=""/>
</p:tagLst>
</file>

<file path=ppt/tags/tag1156.xml><?xml version="1.0" encoding="utf-8"?>
<p:tagLst xmlns:p="http://schemas.openxmlformats.org/presentationml/2006/main">
  <p:tag name="KSO_WM_BEAUTIFY_FLAG" val=""/>
</p:tagLst>
</file>

<file path=ppt/tags/tag1157.xml><?xml version="1.0" encoding="utf-8"?>
<p:tagLst xmlns:p="http://schemas.openxmlformats.org/presentationml/2006/main">
  <p:tag name="KSO_WM_BEAUTIFY_FLAG" val=""/>
</p:tagLst>
</file>

<file path=ppt/tags/tag1158.xml><?xml version="1.0" encoding="utf-8"?>
<p:tagLst xmlns:p="http://schemas.openxmlformats.org/presentationml/2006/main">
  <p:tag name="KSO_WM_BEAUTIFY_FLAG" val=""/>
</p:tagLst>
</file>

<file path=ppt/tags/tag1159.xml><?xml version="1.0" encoding="utf-8"?>
<p:tagLst xmlns:p="http://schemas.openxmlformats.org/presentationml/2006/main">
  <p:tag name="KSO_WM_BEAUTIFY_FLAG" val=""/>
</p:tagLst>
</file>

<file path=ppt/tags/tag1160.xml><?xml version="1.0" encoding="utf-8"?>
<p:tagLst xmlns:p="http://schemas.openxmlformats.org/presentationml/2006/main">
  <p:tag name="KSO_WM_BEAUTIFY_FLAG" val=""/>
</p:tagLst>
</file>

<file path=ppt/tags/tag1161.xml><?xml version="1.0" encoding="utf-8"?>
<p:tagLst xmlns:p="http://schemas.openxmlformats.org/presentationml/2006/main">
  <p:tag name="KSO_WM_BEAUTIFY_FLAG" val=""/>
</p:tagLst>
</file>

<file path=ppt/tags/tag1162.xml><?xml version="1.0" encoding="utf-8"?>
<p:tagLst xmlns:p="http://schemas.openxmlformats.org/presentationml/2006/main">
  <p:tag name="KSO_WM_BEAUTIFY_FLAG" val=""/>
</p:tagLst>
</file>

<file path=ppt/tags/tag1163.xml><?xml version="1.0" encoding="utf-8"?>
<p:tagLst xmlns:p="http://schemas.openxmlformats.org/presentationml/2006/main">
  <p:tag name="KSO_WM_BEAUTIFY_FLAG" val=""/>
</p:tagLst>
</file>

<file path=ppt/tags/tag1164.xml><?xml version="1.0" encoding="utf-8"?>
<p:tagLst xmlns:p="http://schemas.openxmlformats.org/presentationml/2006/main">
  <p:tag name="KSO_WM_BEAUTIFY_FLAG" val=""/>
</p:tagLst>
</file>

<file path=ppt/tags/tag1165.xml><?xml version="1.0" encoding="utf-8"?>
<p:tagLst xmlns:p="http://schemas.openxmlformats.org/presentationml/2006/main">
  <p:tag name="KSO_WM_BEAUTIFY_FLAG" val=""/>
</p:tagLst>
</file>

<file path=ppt/tags/tag1166.xml><?xml version="1.0" encoding="utf-8"?>
<p:tagLst xmlns:p="http://schemas.openxmlformats.org/presentationml/2006/main">
  <p:tag name="KSO_WM_BEAUTIFY_FLAG" val=""/>
</p:tagLst>
</file>

<file path=ppt/tags/tag1167.xml><?xml version="1.0" encoding="utf-8"?>
<p:tagLst xmlns:p="http://schemas.openxmlformats.org/presentationml/2006/main">
  <p:tag name="KSO_WM_BEAUTIFY_FLAG" val=""/>
</p:tagLst>
</file>

<file path=ppt/tags/tag1168.xml><?xml version="1.0" encoding="utf-8"?>
<p:tagLst xmlns:p="http://schemas.openxmlformats.org/presentationml/2006/main">
  <p:tag name="KSO_WM_BEAUTIFY_FLAG" val=""/>
</p:tagLst>
</file>

<file path=ppt/tags/tag1169.xml><?xml version="1.0" encoding="utf-8"?>
<p:tagLst xmlns:p="http://schemas.openxmlformats.org/presentationml/2006/main">
  <p:tag name="KSO_WM_BEAUTIFY_FLAG" val=""/>
</p:tagLst>
</file>

<file path=ppt/tags/tag1170.xml><?xml version="1.0" encoding="utf-8"?>
<p:tagLst xmlns:p="http://schemas.openxmlformats.org/presentationml/2006/main">
  <p:tag name="KSO_WM_BEAUTIFY_FLAG" val=""/>
</p:tagLst>
</file>

<file path=ppt/tags/tag1171.xml><?xml version="1.0" encoding="utf-8"?>
<p:tagLst xmlns:p="http://schemas.openxmlformats.org/presentationml/2006/main">
  <p:tag name="KSO_WM_BEAUTIFY_FLAG" val=""/>
</p:tagLst>
</file>

<file path=ppt/tags/tag1172.xml><?xml version="1.0" encoding="utf-8"?>
<p:tagLst xmlns:p="http://schemas.openxmlformats.org/presentationml/2006/main">
  <p:tag name="KSO_WM_BEAUTIFY_FLAG" val=""/>
</p:tagLst>
</file>

<file path=ppt/tags/tag1173.xml><?xml version="1.0" encoding="utf-8"?>
<p:tagLst xmlns:p="http://schemas.openxmlformats.org/presentationml/2006/main">
  <p:tag name="KSO_WM_BEAUTIFY_FLAG" val=""/>
</p:tagLst>
</file>

<file path=ppt/tags/tag1174.xml><?xml version="1.0" encoding="utf-8"?>
<p:tagLst xmlns:p="http://schemas.openxmlformats.org/presentationml/2006/main">
  <p:tag name="KSO_WM_BEAUTIFY_FLAG" val=""/>
</p:tagLst>
</file>

<file path=ppt/tags/tag1175.xml><?xml version="1.0" encoding="utf-8"?>
<p:tagLst xmlns:p="http://schemas.openxmlformats.org/presentationml/2006/main">
  <p:tag name="KSO_WM_BEAUTIFY_FLAG" val=""/>
</p:tagLst>
</file>

<file path=ppt/tags/tag1176.xml><?xml version="1.0" encoding="utf-8"?>
<p:tagLst xmlns:p="http://schemas.openxmlformats.org/presentationml/2006/main">
  <p:tag name="KSO_WM_BEAUTIFY_FLAG" val=""/>
</p:tagLst>
</file>

<file path=ppt/tags/tag1177.xml><?xml version="1.0" encoding="utf-8"?>
<p:tagLst xmlns:p="http://schemas.openxmlformats.org/presentationml/2006/main">
  <p:tag name="KSO_WM_BEAUTIFY_FLAG" val=""/>
</p:tagLst>
</file>

<file path=ppt/tags/tag1178.xml><?xml version="1.0" encoding="utf-8"?>
<p:tagLst xmlns:p="http://schemas.openxmlformats.org/presentationml/2006/main">
  <p:tag name="KSO_WM_BEAUTIFY_FLAG" val=""/>
</p:tagLst>
</file>

<file path=ppt/tags/tag1179.xml><?xml version="1.0" encoding="utf-8"?>
<p:tagLst xmlns:p="http://schemas.openxmlformats.org/presentationml/2006/main">
  <p:tag name="KSO_WM_BEAUTIFY_FLAG" val=""/>
</p:tagLst>
</file>

<file path=ppt/tags/tag1180.xml><?xml version="1.0" encoding="utf-8"?>
<p:tagLst xmlns:p="http://schemas.openxmlformats.org/presentationml/2006/main">
  <p:tag name="KSO_WM_BEAUTIFY_FLAG" val=""/>
</p:tagLst>
</file>

<file path=ppt/tags/tag1181.xml><?xml version="1.0" encoding="utf-8"?>
<p:tagLst xmlns:p="http://schemas.openxmlformats.org/presentationml/2006/main">
  <p:tag name="KSO_WM_BEAUTIFY_FLAG" val=""/>
</p:tagLst>
</file>

<file path=ppt/tags/tag1182.xml><?xml version="1.0" encoding="utf-8"?>
<p:tagLst xmlns:p="http://schemas.openxmlformats.org/presentationml/2006/main">
  <p:tag name="KSO_WM_BEAUTIFY_FLAG" val=""/>
</p:tagLst>
</file>

<file path=ppt/tags/tag1183.xml><?xml version="1.0" encoding="utf-8"?>
<p:tagLst xmlns:p="http://schemas.openxmlformats.org/presentationml/2006/main">
  <p:tag name="KSO_WM_BEAUTIFY_FLAG" val=""/>
</p:tagLst>
</file>

<file path=ppt/tags/tag1184.xml><?xml version="1.0" encoding="utf-8"?>
<p:tagLst xmlns:p="http://schemas.openxmlformats.org/presentationml/2006/main">
  <p:tag name="KSO_WM_BEAUTIFY_FLAG" val=""/>
</p:tagLst>
</file>

<file path=ppt/tags/tag1185.xml><?xml version="1.0" encoding="utf-8"?>
<p:tagLst xmlns:p="http://schemas.openxmlformats.org/presentationml/2006/main">
  <p:tag name="KSO_WM_BEAUTIFY_FLAG" val=""/>
</p:tagLst>
</file>

<file path=ppt/tags/tag1186.xml><?xml version="1.0" encoding="utf-8"?>
<p:tagLst xmlns:p="http://schemas.openxmlformats.org/presentationml/2006/main">
  <p:tag name="KSO_WM_BEAUTIFY_FLAG" val=""/>
</p:tagLst>
</file>

<file path=ppt/tags/tag1187.xml><?xml version="1.0" encoding="utf-8"?>
<p:tagLst xmlns:p="http://schemas.openxmlformats.org/presentationml/2006/main">
  <p:tag name="KSO_WM_BEAUTIFY_FLAG" val=""/>
</p:tagLst>
</file>

<file path=ppt/tags/tag1188.xml><?xml version="1.0" encoding="utf-8"?>
<p:tagLst xmlns:p="http://schemas.openxmlformats.org/presentationml/2006/main">
  <p:tag name="KSO_WM_BEAUTIFY_FLAG" val=""/>
</p:tagLst>
</file>

<file path=ppt/tags/tag1189.xml><?xml version="1.0" encoding="utf-8"?>
<p:tagLst xmlns:p="http://schemas.openxmlformats.org/presentationml/2006/main">
  <p:tag name="KSO_WM_BEAUTIFY_FLAG" val=""/>
</p:tagLst>
</file>

<file path=ppt/tags/tag1190.xml><?xml version="1.0" encoding="utf-8"?>
<p:tagLst xmlns:p="http://schemas.openxmlformats.org/presentationml/2006/main">
  <p:tag name="KSO_WM_BEAUTIFY_FLAG" val=""/>
</p:tagLst>
</file>

<file path=ppt/tags/tag1191.xml><?xml version="1.0" encoding="utf-8"?>
<p:tagLst xmlns:p="http://schemas.openxmlformats.org/presentationml/2006/main">
  <p:tag name="KSO_WM_BEAUTIFY_FLAG" val=""/>
</p:tagLst>
</file>

<file path=ppt/tags/tag1192.xml><?xml version="1.0" encoding="utf-8"?>
<p:tagLst xmlns:p="http://schemas.openxmlformats.org/presentationml/2006/main">
  <p:tag name="KSO_WM_BEAUTIFY_FLAG" val=""/>
</p:tagLst>
</file>

<file path=ppt/tags/tag1193.xml><?xml version="1.0" encoding="utf-8"?>
<p:tagLst xmlns:p="http://schemas.openxmlformats.org/presentationml/2006/main">
  <p:tag name="KSO_WM_BEAUTIFY_FLAG" val=""/>
</p:tagLst>
</file>

<file path=ppt/tags/tag1194.xml><?xml version="1.0" encoding="utf-8"?>
<p:tagLst xmlns:p="http://schemas.openxmlformats.org/presentationml/2006/main">
  <p:tag name="KSO_WM_BEAUTIFY_FLAG" val=""/>
</p:tagLst>
</file>

<file path=ppt/tags/tag1195.xml><?xml version="1.0" encoding="utf-8"?>
<p:tagLst xmlns:p="http://schemas.openxmlformats.org/presentationml/2006/main">
  <p:tag name="KSO_WM_BEAUTIFY_FLAG" val=""/>
</p:tagLst>
</file>

<file path=ppt/tags/tag1196.xml><?xml version="1.0" encoding="utf-8"?>
<p:tagLst xmlns:p="http://schemas.openxmlformats.org/presentationml/2006/main">
  <p:tag name="KSO_WM_BEAUTIFY_FLAG" val=""/>
</p:tagLst>
</file>

<file path=ppt/tags/tag1197.xml><?xml version="1.0" encoding="utf-8"?>
<p:tagLst xmlns:p="http://schemas.openxmlformats.org/presentationml/2006/main">
  <p:tag name="KSO_WM_BEAUTIFY_FLAG" val=""/>
</p:tagLst>
</file>

<file path=ppt/tags/tag1198.xml><?xml version="1.0" encoding="utf-8"?>
<p:tagLst xmlns:p="http://schemas.openxmlformats.org/presentationml/2006/main">
  <p:tag name="KSO_WM_BEAUTIFY_FLAG" val=""/>
</p:tagLst>
</file>

<file path=ppt/tags/tag1199.xml><?xml version="1.0" encoding="utf-8"?>
<p:tagLst xmlns:p="http://schemas.openxmlformats.org/presentationml/2006/main">
  <p:tag name="KSO_WM_BEAUTIFY_FLAG" val=""/>
</p:tagLst>
</file>

<file path=ppt/tags/tag1200.xml><?xml version="1.0" encoding="utf-8"?>
<p:tagLst xmlns:p="http://schemas.openxmlformats.org/presentationml/2006/main">
  <p:tag name="KSO_WM_BEAUTIFY_FLAG" val=""/>
</p:tagLst>
</file>

<file path=ppt/tags/tag1201.xml><?xml version="1.0" encoding="utf-8"?>
<p:tagLst xmlns:p="http://schemas.openxmlformats.org/presentationml/2006/main">
  <p:tag name="KSO_WM_BEAUTIFY_FLAG" val=""/>
</p:tagLst>
</file>

<file path=ppt/tags/tag1202.xml><?xml version="1.0" encoding="utf-8"?>
<p:tagLst xmlns:p="http://schemas.openxmlformats.org/presentationml/2006/main">
  <p:tag name="KSO_WM_BEAUTIFY_FLAG" val=""/>
</p:tagLst>
</file>

<file path=ppt/tags/tag1203.xml><?xml version="1.0" encoding="utf-8"?>
<p:tagLst xmlns:p="http://schemas.openxmlformats.org/presentationml/2006/main">
  <p:tag name="KSO_WM_BEAUTIFY_FLAG" val=""/>
</p:tagLst>
</file>

<file path=ppt/tags/tag1204.xml><?xml version="1.0" encoding="utf-8"?>
<p:tagLst xmlns:p="http://schemas.openxmlformats.org/presentationml/2006/main">
  <p:tag name="KSO_WM_BEAUTIFY_FLAG" val=""/>
</p:tagLst>
</file>

<file path=ppt/tags/tag1205.xml><?xml version="1.0" encoding="utf-8"?>
<p:tagLst xmlns:p="http://schemas.openxmlformats.org/presentationml/2006/main">
  <p:tag name="KSO_WM_BEAUTIFY_FLAG" val=""/>
</p:tagLst>
</file>

<file path=ppt/tags/tag1206.xml><?xml version="1.0" encoding="utf-8"?>
<p:tagLst xmlns:p="http://schemas.openxmlformats.org/presentationml/2006/main">
  <p:tag name="KSO_WM_BEAUTIFY_FLAG" val=""/>
</p:tagLst>
</file>

<file path=ppt/tags/tag1207.xml><?xml version="1.0" encoding="utf-8"?>
<p:tagLst xmlns:p="http://schemas.openxmlformats.org/presentationml/2006/main">
  <p:tag name="KSO_WM_BEAUTIFY_FLAG" val=""/>
</p:tagLst>
</file>

<file path=ppt/tags/tag1208.xml><?xml version="1.0" encoding="utf-8"?>
<p:tagLst xmlns:p="http://schemas.openxmlformats.org/presentationml/2006/main">
  <p:tag name="KSO_WM_BEAUTIFY_FLAG" val=""/>
</p:tagLst>
</file>

<file path=ppt/tags/tag1209.xml><?xml version="1.0" encoding="utf-8"?>
<p:tagLst xmlns:p="http://schemas.openxmlformats.org/presentationml/2006/main">
  <p:tag name="KSO_WM_BEAUTIFY_FLAG" val=""/>
</p:tagLst>
</file>

<file path=ppt/tags/tag1210.xml><?xml version="1.0" encoding="utf-8"?>
<p:tagLst xmlns:p="http://schemas.openxmlformats.org/presentationml/2006/main">
  <p:tag name="KSO_WM_BEAUTIFY_FLAG" val=""/>
</p:tagLst>
</file>

<file path=ppt/tags/tag1211.xml><?xml version="1.0" encoding="utf-8"?>
<p:tagLst xmlns:p="http://schemas.openxmlformats.org/presentationml/2006/main">
  <p:tag name="KSO_WM_BEAUTIFY_FLAG" val=""/>
</p:tagLst>
</file>

<file path=ppt/tags/tag1212.xml><?xml version="1.0" encoding="utf-8"?>
<p:tagLst xmlns:p="http://schemas.openxmlformats.org/presentationml/2006/main">
  <p:tag name="KSO_WM_BEAUTIFY_FLAG" val=""/>
</p:tagLst>
</file>

<file path=ppt/tags/tag1213.xml><?xml version="1.0" encoding="utf-8"?>
<p:tagLst xmlns:p="http://schemas.openxmlformats.org/presentationml/2006/main">
  <p:tag name="KSO_WM_BEAUTIFY_FLAG" val=""/>
</p:tagLst>
</file>

<file path=ppt/tags/tag1214.xml><?xml version="1.0" encoding="utf-8"?>
<p:tagLst xmlns:p="http://schemas.openxmlformats.org/presentationml/2006/main">
  <p:tag name="KSO_WM_BEAUTIFY_FLAG" val=""/>
</p:tagLst>
</file>

<file path=ppt/tags/tag1215.xml><?xml version="1.0" encoding="utf-8"?>
<p:tagLst xmlns:p="http://schemas.openxmlformats.org/presentationml/2006/main">
  <p:tag name="KSO_WM_BEAUTIFY_FLAG" val=""/>
</p:tagLst>
</file>

<file path=ppt/tags/tag1216.xml><?xml version="1.0" encoding="utf-8"?>
<p:tagLst xmlns:p="http://schemas.openxmlformats.org/presentationml/2006/main">
  <p:tag name="KSO_WM_BEAUTIFY_FLAG" val=""/>
</p:tagLst>
</file>

<file path=ppt/tags/tag1217.xml><?xml version="1.0" encoding="utf-8"?>
<p:tagLst xmlns:p="http://schemas.openxmlformats.org/presentationml/2006/main">
  <p:tag name="KSO_WM_BEAUTIFY_FLAG" val=""/>
</p:tagLst>
</file>

<file path=ppt/tags/tag1218.xml><?xml version="1.0" encoding="utf-8"?>
<p:tagLst xmlns:p="http://schemas.openxmlformats.org/presentationml/2006/main">
  <p:tag name="KSO_WM_BEAUTIFY_FLAG" val=""/>
</p:tagLst>
</file>

<file path=ppt/tags/tag1219.xml><?xml version="1.0" encoding="utf-8"?>
<p:tagLst xmlns:p="http://schemas.openxmlformats.org/presentationml/2006/main">
  <p:tag name="KSO_WM_BEAUTIFY_FLAG" val=""/>
</p:tagLst>
</file>

<file path=ppt/tags/tag1220.xml><?xml version="1.0" encoding="utf-8"?>
<p:tagLst xmlns:p="http://schemas.openxmlformats.org/presentationml/2006/main">
  <p:tag name="KSO_WM_BEAUTIFY_FLAG" val=""/>
</p:tagLst>
</file>

<file path=ppt/tags/tag1221.xml><?xml version="1.0" encoding="utf-8"?>
<p:tagLst xmlns:p="http://schemas.openxmlformats.org/presentationml/2006/main">
  <p:tag name="KSO_WM_BEAUTIFY_FLAG" val=""/>
</p:tagLst>
</file>

<file path=ppt/tags/tag1222.xml><?xml version="1.0" encoding="utf-8"?>
<p:tagLst xmlns:p="http://schemas.openxmlformats.org/presentationml/2006/main">
  <p:tag name="KSO_WM_BEAUTIFY_FLAG" val=""/>
</p:tagLst>
</file>

<file path=ppt/tags/tag1223.xml><?xml version="1.0" encoding="utf-8"?>
<p:tagLst xmlns:p="http://schemas.openxmlformats.org/presentationml/2006/main">
  <p:tag name="KSO_WM_BEAUTIFY_FLAG" val=""/>
</p:tagLst>
</file>

<file path=ppt/tags/tag1224.xml><?xml version="1.0" encoding="utf-8"?>
<p:tagLst xmlns:p="http://schemas.openxmlformats.org/presentationml/2006/main">
  <p:tag name="KSO_WM_BEAUTIFY_FLAG" val=""/>
</p:tagLst>
</file>

<file path=ppt/tags/tag1225.xml><?xml version="1.0" encoding="utf-8"?>
<p:tagLst xmlns:p="http://schemas.openxmlformats.org/presentationml/2006/main">
  <p:tag name="KSO_WM_BEAUTIFY_FLAG" val=""/>
</p:tagLst>
</file>

<file path=ppt/tags/tag1226.xml><?xml version="1.0" encoding="utf-8"?>
<p:tagLst xmlns:p="http://schemas.openxmlformats.org/presentationml/2006/main">
  <p:tag name="KSO_WM_BEAUTIFY_FLAG" val=""/>
</p:tagLst>
</file>

<file path=ppt/tags/tag1227.xml><?xml version="1.0" encoding="utf-8"?>
<p:tagLst xmlns:p="http://schemas.openxmlformats.org/presentationml/2006/main">
  <p:tag name="KSO_WM_BEAUTIFY_FLAG" val=""/>
</p:tagLst>
</file>

<file path=ppt/tags/tag1228.xml><?xml version="1.0" encoding="utf-8"?>
<p:tagLst xmlns:p="http://schemas.openxmlformats.org/presentationml/2006/main">
  <p:tag name="KSO_WM_BEAUTIFY_FLAG" val=""/>
</p:tagLst>
</file>

<file path=ppt/tags/tag1229.xml><?xml version="1.0" encoding="utf-8"?>
<p:tagLst xmlns:p="http://schemas.openxmlformats.org/presentationml/2006/main">
  <p:tag name="KSO_WM_BEAUTIFY_FLAG" val=""/>
</p:tagLst>
</file>

<file path=ppt/tags/tag1230.xml><?xml version="1.0" encoding="utf-8"?>
<p:tagLst xmlns:p="http://schemas.openxmlformats.org/presentationml/2006/main">
  <p:tag name="KSO_WM_BEAUTIFY_FLAG" val=""/>
</p:tagLst>
</file>

<file path=ppt/tags/tag1231.xml><?xml version="1.0" encoding="utf-8"?>
<p:tagLst xmlns:p="http://schemas.openxmlformats.org/presentationml/2006/main">
  <p:tag name="KSO_WM_BEAUTIFY_FLAG" val=""/>
</p:tagLst>
</file>

<file path=ppt/tags/tag1232.xml><?xml version="1.0" encoding="utf-8"?>
<p:tagLst xmlns:p="http://schemas.openxmlformats.org/presentationml/2006/main">
  <p:tag name="KSO_WM_BEAUTIFY_FLAG" val=""/>
</p:tagLst>
</file>

<file path=ppt/tags/tag1233.xml><?xml version="1.0" encoding="utf-8"?>
<p:tagLst xmlns:p="http://schemas.openxmlformats.org/presentationml/2006/main">
  <p:tag name="KSO_WM_BEAUTIFY_FLAG" val=""/>
</p:tagLst>
</file>

<file path=ppt/tags/tag1234.xml><?xml version="1.0" encoding="utf-8"?>
<p:tagLst xmlns:p="http://schemas.openxmlformats.org/presentationml/2006/main">
  <p:tag name="KSO_WM_BEAUTIFY_FLAG" val=""/>
</p:tagLst>
</file>

<file path=ppt/tags/tag1235.xml><?xml version="1.0" encoding="utf-8"?>
<p:tagLst xmlns:p="http://schemas.openxmlformats.org/presentationml/2006/main">
  <p:tag name="KSO_WM_BEAUTIFY_FLAG" val=""/>
</p:tagLst>
</file>

<file path=ppt/tags/tag1236.xml><?xml version="1.0" encoding="utf-8"?>
<p:tagLst xmlns:p="http://schemas.openxmlformats.org/presentationml/2006/main">
  <p:tag name="KSO_WM_BEAUTIFY_FLAG" val=""/>
</p:tagLst>
</file>

<file path=ppt/tags/tag1237.xml><?xml version="1.0" encoding="utf-8"?>
<p:tagLst xmlns:p="http://schemas.openxmlformats.org/presentationml/2006/main">
  <p:tag name="KSO_WM_BEAUTIFY_FLAG" val=""/>
</p:tagLst>
</file>

<file path=ppt/tags/tag1238.xml><?xml version="1.0" encoding="utf-8"?>
<p:tagLst xmlns:p="http://schemas.openxmlformats.org/presentationml/2006/main">
  <p:tag name="KSO_WM_BEAUTIFY_FLAG" val=""/>
</p:tagLst>
</file>

<file path=ppt/tags/tag1239.xml><?xml version="1.0" encoding="utf-8"?>
<p:tagLst xmlns:p="http://schemas.openxmlformats.org/presentationml/2006/main">
  <p:tag name="KSO_WM_BEAUTIFY_FLAG" val=""/>
</p:tagLst>
</file>

<file path=ppt/tags/tag1240.xml><?xml version="1.0" encoding="utf-8"?>
<p:tagLst xmlns:p="http://schemas.openxmlformats.org/presentationml/2006/main">
  <p:tag name="KSO_WM_BEAUTIFY_FLAG" val=""/>
</p:tagLst>
</file>

<file path=ppt/tags/tag1241.xml><?xml version="1.0" encoding="utf-8"?>
<p:tagLst xmlns:p="http://schemas.openxmlformats.org/presentationml/2006/main">
  <p:tag name="KSO_WM_BEAUTIFY_FLAG" val=""/>
</p:tagLst>
</file>

<file path=ppt/tags/tag1242.xml><?xml version="1.0" encoding="utf-8"?>
<p:tagLst xmlns:p="http://schemas.openxmlformats.org/presentationml/2006/main">
  <p:tag name="KSO_WM_BEAUTIFY_FLAG" val=""/>
</p:tagLst>
</file>

<file path=ppt/tags/tag1243.xml><?xml version="1.0" encoding="utf-8"?>
<p:tagLst xmlns:p="http://schemas.openxmlformats.org/presentationml/2006/main">
  <p:tag name="KSO_WM_BEAUTIFY_FLAG" val=""/>
</p:tagLst>
</file>

<file path=ppt/tags/tag1244.xml><?xml version="1.0" encoding="utf-8"?>
<p:tagLst xmlns:p="http://schemas.openxmlformats.org/presentationml/2006/main">
  <p:tag name="KSO_WM_BEAUTIFY_FLAG" val=""/>
</p:tagLst>
</file>

<file path=ppt/tags/tag1245.xml><?xml version="1.0" encoding="utf-8"?>
<p:tagLst xmlns:p="http://schemas.openxmlformats.org/presentationml/2006/main">
  <p:tag name="KSO_WM_BEAUTIFY_FLAG" val=""/>
</p:tagLst>
</file>

<file path=ppt/tags/tag1246.xml><?xml version="1.0" encoding="utf-8"?>
<p:tagLst xmlns:p="http://schemas.openxmlformats.org/presentationml/2006/main">
  <p:tag name="KSO_WM_BEAUTIFY_FLAG" val=""/>
</p:tagLst>
</file>

<file path=ppt/tags/tag1247.xml><?xml version="1.0" encoding="utf-8"?>
<p:tagLst xmlns:p="http://schemas.openxmlformats.org/presentationml/2006/main">
  <p:tag name="KSO_WM_BEAUTIFY_FLAG" val=""/>
</p:tagLst>
</file>

<file path=ppt/tags/tag1248.xml><?xml version="1.0" encoding="utf-8"?>
<p:tagLst xmlns:p="http://schemas.openxmlformats.org/presentationml/2006/main">
  <p:tag name="KSO_WM_BEAUTIFY_FLAG" val=""/>
</p:tagLst>
</file>

<file path=ppt/tags/tag1249.xml><?xml version="1.0" encoding="utf-8"?>
<p:tagLst xmlns:p="http://schemas.openxmlformats.org/presentationml/2006/main">
  <p:tag name="KSO_WM_BEAUTIFY_FLAG" val=""/>
</p:tagLst>
</file>

<file path=ppt/tags/tag1250.xml><?xml version="1.0" encoding="utf-8"?>
<p:tagLst xmlns:p="http://schemas.openxmlformats.org/presentationml/2006/main">
  <p:tag name="KSO_WM_BEAUTIFY_FLAG" val=""/>
</p:tagLst>
</file>

<file path=ppt/tags/tag1251.xml><?xml version="1.0" encoding="utf-8"?>
<p:tagLst xmlns:p="http://schemas.openxmlformats.org/presentationml/2006/main">
  <p:tag name="KSO_WM_BEAUTIFY_FLAG" val=""/>
</p:tagLst>
</file>

<file path=ppt/tags/tag1252.xml><?xml version="1.0" encoding="utf-8"?>
<p:tagLst xmlns:p="http://schemas.openxmlformats.org/presentationml/2006/main">
  <p:tag name="KSO_WM_BEAUTIFY_FLAG" val=""/>
</p:tagLst>
</file>

<file path=ppt/tags/tag1253.xml><?xml version="1.0" encoding="utf-8"?>
<p:tagLst xmlns:p="http://schemas.openxmlformats.org/presentationml/2006/main">
  <p:tag name="KSO_WM_BEAUTIFY_FLAG" val=""/>
</p:tagLst>
</file>

<file path=ppt/tags/tag1254.xml><?xml version="1.0" encoding="utf-8"?>
<p:tagLst xmlns:p="http://schemas.openxmlformats.org/presentationml/2006/main">
  <p:tag name="KSO_WM_BEAUTIFY_FLAG" val=""/>
</p:tagLst>
</file>

<file path=ppt/tags/tag1255.xml><?xml version="1.0" encoding="utf-8"?>
<p:tagLst xmlns:p="http://schemas.openxmlformats.org/presentationml/2006/main">
  <p:tag name="KSO_WM_BEAUTIFY_FLAG" val=""/>
</p:tagLst>
</file>

<file path=ppt/tags/tag1256.xml><?xml version="1.0" encoding="utf-8"?>
<p:tagLst xmlns:p="http://schemas.openxmlformats.org/presentationml/2006/main">
  <p:tag name="KSO_WM_BEAUTIFY_FLAG" val=""/>
</p:tagLst>
</file>

<file path=ppt/tags/tag1257.xml><?xml version="1.0" encoding="utf-8"?>
<p:tagLst xmlns:p="http://schemas.openxmlformats.org/presentationml/2006/main">
  <p:tag name="KSO_WM_BEAUTIFY_FLAG" val=""/>
</p:tagLst>
</file>

<file path=ppt/tags/tag1258.xml><?xml version="1.0" encoding="utf-8"?>
<p:tagLst xmlns:p="http://schemas.openxmlformats.org/presentationml/2006/main">
  <p:tag name="KSO_WM_BEAUTIFY_FLAG" val=""/>
</p:tagLst>
</file>

<file path=ppt/tags/tag1259.xml><?xml version="1.0" encoding="utf-8"?>
<p:tagLst xmlns:p="http://schemas.openxmlformats.org/presentationml/2006/main">
  <p:tag name="KSO_WM_BEAUTIFY_FLAG" val=""/>
</p:tagLst>
</file>

<file path=ppt/tags/tag1260.xml><?xml version="1.0" encoding="utf-8"?>
<p:tagLst xmlns:p="http://schemas.openxmlformats.org/presentationml/2006/main">
  <p:tag name="KSO_WM_BEAUTIFY_FLAG" val=""/>
</p:tagLst>
</file>

<file path=ppt/tags/tag1261.xml><?xml version="1.0" encoding="utf-8"?>
<p:tagLst xmlns:p="http://schemas.openxmlformats.org/presentationml/2006/main">
  <p:tag name="KSO_WM_BEAUTIFY_FLAG" val=""/>
</p:tagLst>
</file>

<file path=ppt/tags/tag1262.xml><?xml version="1.0" encoding="utf-8"?>
<p:tagLst xmlns:p="http://schemas.openxmlformats.org/presentationml/2006/main">
  <p:tag name="KSO_WM_BEAUTIFY_FLAG" val=""/>
</p:tagLst>
</file>

<file path=ppt/tags/tag1263.xml><?xml version="1.0" encoding="utf-8"?>
<p:tagLst xmlns:p="http://schemas.openxmlformats.org/presentationml/2006/main">
  <p:tag name="KSO_WM_BEAUTIFY_FLAG" val=""/>
</p:tagLst>
</file>

<file path=ppt/tags/tag1264.xml><?xml version="1.0" encoding="utf-8"?>
<p:tagLst xmlns:p="http://schemas.openxmlformats.org/presentationml/2006/main">
  <p:tag name="KSO_WM_BEAUTIFY_FLAG" val=""/>
</p:tagLst>
</file>

<file path=ppt/tags/tag1265.xml><?xml version="1.0" encoding="utf-8"?>
<p:tagLst xmlns:p="http://schemas.openxmlformats.org/presentationml/2006/main">
  <p:tag name="KSO_WM_BEAUTIFY_FLAG" val=""/>
</p:tagLst>
</file>

<file path=ppt/tags/tag1266.xml><?xml version="1.0" encoding="utf-8"?>
<p:tagLst xmlns:p="http://schemas.openxmlformats.org/presentationml/2006/main">
  <p:tag name="KSO_WM_BEAUTIFY_FLAG" val=""/>
</p:tagLst>
</file>

<file path=ppt/tags/tag1267.xml><?xml version="1.0" encoding="utf-8"?>
<p:tagLst xmlns:p="http://schemas.openxmlformats.org/presentationml/2006/main">
  <p:tag name="KSO_WM_BEAUTIFY_FLAG" val=""/>
</p:tagLst>
</file>

<file path=ppt/tags/tag1268.xml><?xml version="1.0" encoding="utf-8"?>
<p:tagLst xmlns:p="http://schemas.openxmlformats.org/presentationml/2006/main">
  <p:tag name="KSO_WM_BEAUTIFY_FLAG" val=""/>
</p:tagLst>
</file>

<file path=ppt/tags/tag1269.xml><?xml version="1.0" encoding="utf-8"?>
<p:tagLst xmlns:p="http://schemas.openxmlformats.org/presentationml/2006/main">
  <p:tag name="KSO_WM_BEAUTIFY_FLAG" val=""/>
</p:tagLst>
</file>

<file path=ppt/tags/tag1270.xml><?xml version="1.0" encoding="utf-8"?>
<p:tagLst xmlns:p="http://schemas.openxmlformats.org/presentationml/2006/main">
  <p:tag name="KSO_WM_BEAUTIFY_FLAG" val=""/>
</p:tagLst>
</file>

<file path=ppt/tags/tag1271.xml><?xml version="1.0" encoding="utf-8"?>
<p:tagLst xmlns:p="http://schemas.openxmlformats.org/presentationml/2006/main">
  <p:tag name="KSO_WM_BEAUTIFY_FLAG" val=""/>
</p:tagLst>
</file>

<file path=ppt/tags/tag1272.xml><?xml version="1.0" encoding="utf-8"?>
<p:tagLst xmlns:p="http://schemas.openxmlformats.org/presentationml/2006/main">
  <p:tag name="KSO_WM_BEAUTIFY_FLAG" val=""/>
</p:tagLst>
</file>

<file path=ppt/tags/tag1273.xml><?xml version="1.0" encoding="utf-8"?>
<p:tagLst xmlns:p="http://schemas.openxmlformats.org/presentationml/2006/main">
  <p:tag name="KSO_WM_BEAUTIFY_FLAG" val=""/>
</p:tagLst>
</file>

<file path=ppt/tags/tag1274.xml><?xml version="1.0" encoding="utf-8"?>
<p:tagLst xmlns:p="http://schemas.openxmlformats.org/presentationml/2006/main">
  <p:tag name="KSO_WM_BEAUTIFY_FLAG" val=""/>
</p:tagLst>
</file>

<file path=ppt/tags/tag1275.xml><?xml version="1.0" encoding="utf-8"?>
<p:tagLst xmlns:p="http://schemas.openxmlformats.org/presentationml/2006/main">
  <p:tag name="KSO_WM_BEAUTIFY_FLAG" val=""/>
</p:tagLst>
</file>

<file path=ppt/tags/tag1276.xml><?xml version="1.0" encoding="utf-8"?>
<p:tagLst xmlns:p="http://schemas.openxmlformats.org/presentationml/2006/main">
  <p:tag name="KSO_WM_BEAUTIFY_FLAG" val=""/>
</p:tagLst>
</file>

<file path=ppt/tags/tag1277.xml><?xml version="1.0" encoding="utf-8"?>
<p:tagLst xmlns:p="http://schemas.openxmlformats.org/presentationml/2006/main">
  <p:tag name="KSO_WM_BEAUTIFY_FLAG" val=""/>
</p:tagLst>
</file>

<file path=ppt/tags/tag1278.xml><?xml version="1.0" encoding="utf-8"?>
<p:tagLst xmlns:p="http://schemas.openxmlformats.org/presentationml/2006/main">
  <p:tag name="KSO_WM_BEAUTIFY_FLAG" val=""/>
</p:tagLst>
</file>

<file path=ppt/tags/tag1279.xml><?xml version="1.0" encoding="utf-8"?>
<p:tagLst xmlns:p="http://schemas.openxmlformats.org/presentationml/2006/main">
  <p:tag name="KSO_WM_BEAUTIFY_FLAG" val=""/>
</p:tagLst>
</file>

<file path=ppt/tags/tag1280.xml><?xml version="1.0" encoding="utf-8"?>
<p:tagLst xmlns:p="http://schemas.openxmlformats.org/presentationml/2006/main">
  <p:tag name="KSO_WM_BEAUTIFY_FLAG" val=""/>
</p:tagLst>
</file>

<file path=ppt/tags/tag1281.xml><?xml version="1.0" encoding="utf-8"?>
<p:tagLst xmlns:p="http://schemas.openxmlformats.org/presentationml/2006/main">
  <p:tag name="KSO_WM_BEAUTIFY_FLAG" val=""/>
</p:tagLst>
</file>

<file path=ppt/tags/tag1282.xml><?xml version="1.0" encoding="utf-8"?>
<p:tagLst xmlns:p="http://schemas.openxmlformats.org/presentationml/2006/main">
  <p:tag name="KSO_WM_BEAUTIFY_FLAG" val=""/>
</p:tagLst>
</file>

<file path=ppt/tags/tag1283.xml><?xml version="1.0" encoding="utf-8"?>
<p:tagLst xmlns:p="http://schemas.openxmlformats.org/presentationml/2006/main">
  <p:tag name="KSO_WM_BEAUTIFY_FLAG" val=""/>
</p:tagLst>
</file>

<file path=ppt/tags/tag1284.xml><?xml version="1.0" encoding="utf-8"?>
<p:tagLst xmlns:p="http://schemas.openxmlformats.org/presentationml/2006/main">
  <p:tag name="KSO_WM_BEAUTIFY_FLAG" val=""/>
</p:tagLst>
</file>

<file path=ppt/tags/tag1285.xml><?xml version="1.0" encoding="utf-8"?>
<p:tagLst xmlns:p="http://schemas.openxmlformats.org/presentationml/2006/main">
  <p:tag name="KSO_WM_BEAUTIFY_FLAG" val=""/>
</p:tagLst>
</file>

<file path=ppt/tags/tag1286.xml><?xml version="1.0" encoding="utf-8"?>
<p:tagLst xmlns:p="http://schemas.openxmlformats.org/presentationml/2006/main">
  <p:tag name="KSO_WM_BEAUTIFY_FLAG" val=""/>
</p:tagLst>
</file>

<file path=ppt/tags/tag1287.xml><?xml version="1.0" encoding="utf-8"?>
<p:tagLst xmlns:p="http://schemas.openxmlformats.org/presentationml/2006/main">
  <p:tag name="KSO_WM_BEAUTIFY_FLAG" val=""/>
</p:tagLst>
</file>

<file path=ppt/tags/tag1288.xml><?xml version="1.0" encoding="utf-8"?>
<p:tagLst xmlns:p="http://schemas.openxmlformats.org/presentationml/2006/main">
  <p:tag name="KSO_WM_BEAUTIFY_FLAG" val=""/>
</p:tagLst>
</file>

<file path=ppt/tags/tag1289.xml><?xml version="1.0" encoding="utf-8"?>
<p:tagLst xmlns:p="http://schemas.openxmlformats.org/presentationml/2006/main">
  <p:tag name="KSO_WM_BEAUTIFY_FLAG" val=""/>
</p:tagLst>
</file>

<file path=ppt/tags/tag1290.xml><?xml version="1.0" encoding="utf-8"?>
<p:tagLst xmlns:p="http://schemas.openxmlformats.org/presentationml/2006/main">
  <p:tag name="KSO_WM_BEAUTIFY_FLAG" val=""/>
</p:tagLst>
</file>

<file path=ppt/tags/tag1291.xml><?xml version="1.0" encoding="utf-8"?>
<p:tagLst xmlns:p="http://schemas.openxmlformats.org/presentationml/2006/main">
  <p:tag name="KSO_WM_BEAUTIFY_FLAG" val=""/>
</p:tagLst>
</file>

<file path=ppt/tags/tag1292.xml><?xml version="1.0" encoding="utf-8"?>
<p:tagLst xmlns:p="http://schemas.openxmlformats.org/presentationml/2006/main">
  <p:tag name="KSO_WM_BEAUTIFY_FLAG" val=""/>
</p:tagLst>
</file>

<file path=ppt/tags/tag1293.xml><?xml version="1.0" encoding="utf-8"?>
<p:tagLst xmlns:p="http://schemas.openxmlformats.org/presentationml/2006/main">
  <p:tag name="KSO_WM_BEAUTIFY_FLAG" val=""/>
</p:tagLst>
</file>

<file path=ppt/tags/tag1294.xml><?xml version="1.0" encoding="utf-8"?>
<p:tagLst xmlns:p="http://schemas.openxmlformats.org/presentationml/2006/main">
  <p:tag name="KSO_WM_BEAUTIFY_FLAG" val=""/>
</p:tagLst>
</file>

<file path=ppt/tags/tag1295.xml><?xml version="1.0" encoding="utf-8"?>
<p:tagLst xmlns:p="http://schemas.openxmlformats.org/presentationml/2006/main">
  <p:tag name="KSO_WM_BEAUTIFY_FLAG" val=""/>
</p:tagLst>
</file>

<file path=ppt/tags/tag1296.xml><?xml version="1.0" encoding="utf-8"?>
<p:tagLst xmlns:p="http://schemas.openxmlformats.org/presentationml/2006/main">
  <p:tag name="KSO_WM_BEAUTIFY_FLAG" val=""/>
</p:tagLst>
</file>

<file path=ppt/tags/tag1297.xml><?xml version="1.0" encoding="utf-8"?>
<p:tagLst xmlns:p="http://schemas.openxmlformats.org/presentationml/2006/main">
  <p:tag name="KSO_WM_BEAUTIFY_FLAG" val=""/>
</p:tagLst>
</file>

<file path=ppt/tags/tag1298.xml><?xml version="1.0" encoding="utf-8"?>
<p:tagLst xmlns:p="http://schemas.openxmlformats.org/presentationml/2006/main">
  <p:tag name="KSO_WM_BEAUTIFY_FLAG" val=""/>
</p:tagLst>
</file>

<file path=ppt/tags/tag1299.xml><?xml version="1.0" encoding="utf-8"?>
<p:tagLst xmlns:p="http://schemas.openxmlformats.org/presentationml/2006/main">
  <p:tag name="KSO_WM_BEAUTIFY_FLAG" val=""/>
</p:tagLst>
</file>

<file path=ppt/tags/tag1300.xml><?xml version="1.0" encoding="utf-8"?>
<p:tagLst xmlns:p="http://schemas.openxmlformats.org/presentationml/2006/main">
  <p:tag name="KSO_WM_BEAUTIFY_FLAG" val=""/>
</p:tagLst>
</file>

<file path=ppt/tags/tag1301.xml><?xml version="1.0" encoding="utf-8"?>
<p:tagLst xmlns:p="http://schemas.openxmlformats.org/presentationml/2006/main">
  <p:tag name="KSO_WM_BEAUTIFY_FLAG" val=""/>
</p:tagLst>
</file>

<file path=ppt/tags/tag1302.xml><?xml version="1.0" encoding="utf-8"?>
<p:tagLst xmlns:p="http://schemas.openxmlformats.org/presentationml/2006/main">
  <p:tag name="KSO_WM_BEAUTIFY_FLAG" val=""/>
</p:tagLst>
</file>

<file path=ppt/tags/tag1303.xml><?xml version="1.0" encoding="utf-8"?>
<p:tagLst xmlns:p="http://schemas.openxmlformats.org/presentationml/2006/main">
  <p:tag name="KSO_WM_BEAUTIFY_FLAG" val=""/>
</p:tagLst>
</file>

<file path=ppt/tags/tag1304.xml><?xml version="1.0" encoding="utf-8"?>
<p:tagLst xmlns:p="http://schemas.openxmlformats.org/presentationml/2006/main">
  <p:tag name="KSO_WM_BEAUTIFY_FLAG" val=""/>
</p:tagLst>
</file>

<file path=ppt/tags/tag1305.xml><?xml version="1.0" encoding="utf-8"?>
<p:tagLst xmlns:p="http://schemas.openxmlformats.org/presentationml/2006/main">
  <p:tag name="KSO_WM_BEAUTIFY_FLAG" val=""/>
</p:tagLst>
</file>

<file path=ppt/tags/tag1306.xml><?xml version="1.0" encoding="utf-8"?>
<p:tagLst xmlns:p="http://schemas.openxmlformats.org/presentationml/2006/main">
  <p:tag name="KSO_WM_BEAUTIFY_FLAG" val=""/>
</p:tagLst>
</file>

<file path=ppt/tags/tag1307.xml><?xml version="1.0" encoding="utf-8"?>
<p:tagLst xmlns:p="http://schemas.openxmlformats.org/presentationml/2006/main">
  <p:tag name="KSO_WM_BEAUTIFY_FLAG" val=""/>
</p:tagLst>
</file>

<file path=ppt/tags/tag1308.xml><?xml version="1.0" encoding="utf-8"?>
<p:tagLst xmlns:p="http://schemas.openxmlformats.org/presentationml/2006/main">
  <p:tag name="KSO_WM_BEAUTIFY_FLAG" val=""/>
</p:tagLst>
</file>

<file path=ppt/tags/tag1309.xml><?xml version="1.0" encoding="utf-8"?>
<p:tagLst xmlns:p="http://schemas.openxmlformats.org/presentationml/2006/main">
  <p:tag name="KSO_WM_BEAUTIFY_FLAG" val=""/>
</p:tagLst>
</file>

<file path=ppt/tags/tag1310.xml><?xml version="1.0" encoding="utf-8"?>
<p:tagLst xmlns:p="http://schemas.openxmlformats.org/presentationml/2006/main">
  <p:tag name="KSO_WM_BEAUTIFY_FLAG" val=""/>
</p:tagLst>
</file>

<file path=ppt/tags/tag1311.xml><?xml version="1.0" encoding="utf-8"?>
<p:tagLst xmlns:p="http://schemas.openxmlformats.org/presentationml/2006/main">
  <p:tag name="KSO_WM_BEAUTIFY_FLAG" val=""/>
</p:tagLst>
</file>

<file path=ppt/tags/tag1312.xml><?xml version="1.0" encoding="utf-8"?>
<p:tagLst xmlns:p="http://schemas.openxmlformats.org/presentationml/2006/main">
  <p:tag name="KSO_WM_BEAUTIFY_FLAG" val=""/>
</p:tagLst>
</file>

<file path=ppt/tags/tag1313.xml><?xml version="1.0" encoding="utf-8"?>
<p:tagLst xmlns:p="http://schemas.openxmlformats.org/presentationml/2006/main">
  <p:tag name="KSO_WM_BEAUTIFY_FLAG" val=""/>
</p:tagLst>
</file>

<file path=ppt/tags/tag1314.xml><?xml version="1.0" encoding="utf-8"?>
<p:tagLst xmlns:p="http://schemas.openxmlformats.org/presentationml/2006/main">
  <p:tag name="KSO_WM_BEAUTIFY_FLAG" val=""/>
</p:tagLst>
</file>

<file path=ppt/tags/tag1315.xml><?xml version="1.0" encoding="utf-8"?>
<p:tagLst xmlns:p="http://schemas.openxmlformats.org/presentationml/2006/main">
  <p:tag name="KSO_WM_BEAUTIFY_FLAG" val=""/>
</p:tagLst>
</file>

<file path=ppt/tags/tag1316.xml><?xml version="1.0" encoding="utf-8"?>
<p:tagLst xmlns:p="http://schemas.openxmlformats.org/presentationml/2006/main">
  <p:tag name="KSO_WM_BEAUTIFY_FLAG" val=""/>
</p:tagLst>
</file>

<file path=ppt/tags/tag1317.xml><?xml version="1.0" encoding="utf-8"?>
<p:tagLst xmlns:p="http://schemas.openxmlformats.org/presentationml/2006/main">
  <p:tag name="KSO_WM_BEAUTIFY_FLAG" val=""/>
</p:tagLst>
</file>

<file path=ppt/tags/tag1318.xml><?xml version="1.0" encoding="utf-8"?>
<p:tagLst xmlns:p="http://schemas.openxmlformats.org/presentationml/2006/main">
  <p:tag name="KSO_WM_BEAUTIFY_FLAG" val=""/>
</p:tagLst>
</file>

<file path=ppt/tags/tag1319.xml><?xml version="1.0" encoding="utf-8"?>
<p:tagLst xmlns:p="http://schemas.openxmlformats.org/presentationml/2006/main">
  <p:tag name="KSO_WM_BEAUTIFY_FLAG" val=""/>
</p:tagLst>
</file>

<file path=ppt/tags/tag1320.xml><?xml version="1.0" encoding="utf-8"?>
<p:tagLst xmlns:p="http://schemas.openxmlformats.org/presentationml/2006/main">
  <p:tag name="KSO_WM_BEAUTIFY_FLAG" val=""/>
</p:tagLst>
</file>

<file path=ppt/tags/tag1321.xml><?xml version="1.0" encoding="utf-8"?>
<p:tagLst xmlns:p="http://schemas.openxmlformats.org/presentationml/2006/main">
  <p:tag name="KSO_WM_BEAUTIFY_FLAG" val=""/>
</p:tagLst>
</file>

<file path=ppt/tags/tag1322.xml><?xml version="1.0" encoding="utf-8"?>
<p:tagLst xmlns:p="http://schemas.openxmlformats.org/presentationml/2006/main">
  <p:tag name="KSO_WM_BEAUTIFY_FLAG" val=""/>
</p:tagLst>
</file>

<file path=ppt/tags/tag1323.xml><?xml version="1.0" encoding="utf-8"?>
<p:tagLst xmlns:p="http://schemas.openxmlformats.org/presentationml/2006/main">
  <p:tag name="KSO_WM_BEAUTIFY_FLAG" val=""/>
</p:tagLst>
</file>

<file path=ppt/tags/tag1324.xml><?xml version="1.0" encoding="utf-8"?>
<p:tagLst xmlns:p="http://schemas.openxmlformats.org/presentationml/2006/main">
  <p:tag name="KSO_WM_BEAUTIFY_FLAG" val=""/>
</p:tagLst>
</file>

<file path=ppt/tags/tag1325.xml><?xml version="1.0" encoding="utf-8"?>
<p:tagLst xmlns:p="http://schemas.openxmlformats.org/presentationml/2006/main">
  <p:tag name="KSO_WM_BEAUTIFY_FLAG" val=""/>
</p:tagLst>
</file>

<file path=ppt/tags/tag1326.xml><?xml version="1.0" encoding="utf-8"?>
<p:tagLst xmlns:p="http://schemas.openxmlformats.org/presentationml/2006/main">
  <p:tag name="KSO_WM_BEAUTIFY_FLAG" val=""/>
</p:tagLst>
</file>

<file path=ppt/tags/tag1327.xml><?xml version="1.0" encoding="utf-8"?>
<p:tagLst xmlns:p="http://schemas.openxmlformats.org/presentationml/2006/main">
  <p:tag name="KSO_WM_BEAUTIFY_FLAG" val=""/>
</p:tagLst>
</file>

<file path=ppt/tags/tag1328.xml><?xml version="1.0" encoding="utf-8"?>
<p:tagLst xmlns:p="http://schemas.openxmlformats.org/presentationml/2006/main">
  <p:tag name="KSO_WM_BEAUTIFY_FLAG" val=""/>
</p:tagLst>
</file>

<file path=ppt/tags/tag1329.xml><?xml version="1.0" encoding="utf-8"?>
<p:tagLst xmlns:p="http://schemas.openxmlformats.org/presentationml/2006/main">
  <p:tag name="KSO_WM_BEAUTIFY_FLAG" val=""/>
</p:tagLst>
</file>

<file path=ppt/tags/tag1330.xml><?xml version="1.0" encoding="utf-8"?>
<p:tagLst xmlns:p="http://schemas.openxmlformats.org/presentationml/2006/main">
  <p:tag name="KSO_WM_BEAUTIFY_FLAG" val=""/>
</p:tagLst>
</file>

<file path=ppt/tags/tag1331.xml><?xml version="1.0" encoding="utf-8"?>
<p:tagLst xmlns:p="http://schemas.openxmlformats.org/presentationml/2006/main">
  <p:tag name="KSO_WM_BEAUTIFY_FLAG" val=""/>
</p:tagLst>
</file>

<file path=ppt/tags/tag1332.xml><?xml version="1.0" encoding="utf-8"?>
<p:tagLst xmlns:p="http://schemas.openxmlformats.org/presentationml/2006/main">
  <p:tag name="KSO_WM_BEAUTIFY_FLAG" val=""/>
</p:tagLst>
</file>

<file path=ppt/tags/tag1333.xml><?xml version="1.0" encoding="utf-8"?>
<p:tagLst xmlns:p="http://schemas.openxmlformats.org/presentationml/2006/main">
  <p:tag name="KSO_WM_BEAUTIFY_FLAG" val=""/>
</p:tagLst>
</file>

<file path=ppt/tags/tag1334.xml><?xml version="1.0" encoding="utf-8"?>
<p:tagLst xmlns:p="http://schemas.openxmlformats.org/presentationml/2006/main">
  <p:tag name="KSO_WM_BEAUTIFY_FLAG" val=""/>
</p:tagLst>
</file>

<file path=ppt/tags/tag1335.xml><?xml version="1.0" encoding="utf-8"?>
<p:tagLst xmlns:p="http://schemas.openxmlformats.org/presentationml/2006/main">
  <p:tag name="KSO_WM_BEAUTIFY_FLAG" val=""/>
</p:tagLst>
</file>

<file path=ppt/tags/tag1336.xml><?xml version="1.0" encoding="utf-8"?>
<p:tagLst xmlns:p="http://schemas.openxmlformats.org/presentationml/2006/main">
  <p:tag name="KSO_WM_BEAUTIFY_FLAG" val=""/>
</p:tagLst>
</file>

<file path=ppt/tags/tag1337.xml><?xml version="1.0" encoding="utf-8"?>
<p:tagLst xmlns:p="http://schemas.openxmlformats.org/presentationml/2006/main">
  <p:tag name="KSO_WM_BEAUTIFY_FLAG" val=""/>
</p:tagLst>
</file>

<file path=ppt/tags/tag1338.xml><?xml version="1.0" encoding="utf-8"?>
<p:tagLst xmlns:p="http://schemas.openxmlformats.org/presentationml/2006/main">
  <p:tag name="KSO_WM_BEAUTIFY_FLAG" val=""/>
</p:tagLst>
</file>

<file path=ppt/tags/tag1339.xml><?xml version="1.0" encoding="utf-8"?>
<p:tagLst xmlns:p="http://schemas.openxmlformats.org/presentationml/2006/main">
  <p:tag name="KSO_WM_BEAUTIFY_FLAG" val=""/>
</p:tagLst>
</file>

<file path=ppt/tags/tag1340.xml><?xml version="1.0" encoding="utf-8"?>
<p:tagLst xmlns:p="http://schemas.openxmlformats.org/presentationml/2006/main">
  <p:tag name="KSO_WM_BEAUTIFY_FLAG" val=""/>
</p:tagLst>
</file>

<file path=ppt/tags/tag1341.xml><?xml version="1.0" encoding="utf-8"?>
<p:tagLst xmlns:p="http://schemas.openxmlformats.org/presentationml/2006/main">
  <p:tag name="KSO_WM_BEAUTIFY_FLAG" val=""/>
</p:tagLst>
</file>

<file path=ppt/tags/tag1342.xml><?xml version="1.0" encoding="utf-8"?>
<p:tagLst xmlns:p="http://schemas.openxmlformats.org/presentationml/2006/main">
  <p:tag name="KSO_WM_BEAUTIFY_FLAG" val=""/>
</p:tagLst>
</file>

<file path=ppt/tags/tag1343.xml><?xml version="1.0" encoding="utf-8"?>
<p:tagLst xmlns:p="http://schemas.openxmlformats.org/presentationml/2006/main">
  <p:tag name="KSO_WM_BEAUTIFY_FLAG" val=""/>
</p:tagLst>
</file>

<file path=ppt/tags/tag1344.xml><?xml version="1.0" encoding="utf-8"?>
<p:tagLst xmlns:p="http://schemas.openxmlformats.org/presentationml/2006/main">
  <p:tag name="KSO_WM_BEAUTIFY_FLAG" val=""/>
</p:tagLst>
</file>

<file path=ppt/tags/tag1345.xml><?xml version="1.0" encoding="utf-8"?>
<p:tagLst xmlns:p="http://schemas.openxmlformats.org/presentationml/2006/main">
  <p:tag name="KSO_WM_BEAUTIFY_FLAG" val=""/>
</p:tagLst>
</file>

<file path=ppt/tags/tag1346.xml><?xml version="1.0" encoding="utf-8"?>
<p:tagLst xmlns:p="http://schemas.openxmlformats.org/presentationml/2006/main">
  <p:tag name="KSO_WM_BEAUTIFY_FLAG" val=""/>
</p:tagLst>
</file>

<file path=ppt/tags/tag1347.xml><?xml version="1.0" encoding="utf-8"?>
<p:tagLst xmlns:p="http://schemas.openxmlformats.org/presentationml/2006/main">
  <p:tag name="KSO_WM_BEAUTIFY_FLAG" val=""/>
</p:tagLst>
</file>

<file path=ppt/tags/tag1348.xml><?xml version="1.0" encoding="utf-8"?>
<p:tagLst xmlns:p="http://schemas.openxmlformats.org/presentationml/2006/main">
  <p:tag name="KSO_WM_BEAUTIFY_FLAG" val=""/>
</p:tagLst>
</file>

<file path=ppt/tags/tag1349.xml><?xml version="1.0" encoding="utf-8"?>
<p:tagLst xmlns:p="http://schemas.openxmlformats.org/presentationml/2006/main">
  <p:tag name="KSO_WM_BEAUTIFY_FLAG" val=""/>
</p:tagLst>
</file>

<file path=ppt/tags/tag1350.xml><?xml version="1.0" encoding="utf-8"?>
<p:tagLst xmlns:p="http://schemas.openxmlformats.org/presentationml/2006/main">
  <p:tag name="KSO_WM_BEAUTIFY_FLAG" val=""/>
</p:tagLst>
</file>

<file path=ppt/tags/tag1351.xml><?xml version="1.0" encoding="utf-8"?>
<p:tagLst xmlns:p="http://schemas.openxmlformats.org/presentationml/2006/main">
  <p:tag name="KSO_WM_BEAUTIFY_FLAG" val=""/>
</p:tagLst>
</file>

<file path=ppt/tags/tag1352.xml><?xml version="1.0" encoding="utf-8"?>
<p:tagLst xmlns:p="http://schemas.openxmlformats.org/presentationml/2006/main">
  <p:tag name="KSO_WM_BEAUTIFY_FLAG" val=""/>
</p:tagLst>
</file>

<file path=ppt/tags/tag1353.xml><?xml version="1.0" encoding="utf-8"?>
<p:tagLst xmlns:p="http://schemas.openxmlformats.org/presentationml/2006/main">
  <p:tag name="KSO_WM_BEAUTIFY_FLAG" val=""/>
</p:tagLst>
</file>

<file path=ppt/tags/tag1354.xml><?xml version="1.0" encoding="utf-8"?>
<p:tagLst xmlns:p="http://schemas.openxmlformats.org/presentationml/2006/main">
  <p:tag name="KSO_WM_BEAUTIFY_FLAG" val=""/>
</p:tagLst>
</file>

<file path=ppt/tags/tag1355.xml><?xml version="1.0" encoding="utf-8"?>
<p:tagLst xmlns:p="http://schemas.openxmlformats.org/presentationml/2006/main">
  <p:tag name="KSO_WM_BEAUTIFY_FLAG" val=""/>
</p:tagLst>
</file>

<file path=ppt/tags/tag1356.xml><?xml version="1.0" encoding="utf-8"?>
<p:tagLst xmlns:p="http://schemas.openxmlformats.org/presentationml/2006/main">
  <p:tag name="KSO_WM_BEAUTIFY_FLAG" val=""/>
</p:tagLst>
</file>

<file path=ppt/tags/tag1357.xml><?xml version="1.0" encoding="utf-8"?>
<p:tagLst xmlns:p="http://schemas.openxmlformats.org/presentationml/2006/main">
  <p:tag name="KSO_WM_BEAUTIFY_FLAG" val=""/>
</p:tagLst>
</file>

<file path=ppt/tags/tag1358.xml><?xml version="1.0" encoding="utf-8"?>
<p:tagLst xmlns:p="http://schemas.openxmlformats.org/presentationml/2006/main">
  <p:tag name="KSO_WM_BEAUTIFY_FLAG" val=""/>
</p:tagLst>
</file>

<file path=ppt/tags/tag1359.xml><?xml version="1.0" encoding="utf-8"?>
<p:tagLst xmlns:p="http://schemas.openxmlformats.org/presentationml/2006/main">
  <p:tag name="KSO_WM_BEAUTIFY_FLAG" val=""/>
</p:tagLst>
</file>

<file path=ppt/tags/tag1360.xml><?xml version="1.0" encoding="utf-8"?>
<p:tagLst xmlns:p="http://schemas.openxmlformats.org/presentationml/2006/main">
  <p:tag name="KSO_WM_BEAUTIFY_FLAG" val=""/>
</p:tagLst>
</file>

<file path=ppt/tags/tag1361.xml><?xml version="1.0" encoding="utf-8"?>
<p:tagLst xmlns:p="http://schemas.openxmlformats.org/presentationml/2006/main">
  <p:tag name="KSO_WM_BEAUTIFY_FLAG" val=""/>
</p:tagLst>
</file>

<file path=ppt/tags/tag1362.xml><?xml version="1.0" encoding="utf-8"?>
<p:tagLst xmlns:p="http://schemas.openxmlformats.org/presentationml/2006/main">
  <p:tag name="KSO_WM_BEAUTIFY_FLAG" val=""/>
</p:tagLst>
</file>

<file path=ppt/tags/tag1363.xml><?xml version="1.0" encoding="utf-8"?>
<p:tagLst xmlns:p="http://schemas.openxmlformats.org/presentationml/2006/main">
  <p:tag name="KSO_WM_BEAUTIFY_FLAG" val=""/>
</p:tagLst>
</file>

<file path=ppt/tags/tag1364.xml><?xml version="1.0" encoding="utf-8"?>
<p:tagLst xmlns:p="http://schemas.openxmlformats.org/presentationml/2006/main">
  <p:tag name="KSO_WM_BEAUTIFY_FLAG" val=""/>
</p:tagLst>
</file>

<file path=ppt/tags/tag1365.xml><?xml version="1.0" encoding="utf-8"?>
<p:tagLst xmlns:p="http://schemas.openxmlformats.org/presentationml/2006/main">
  <p:tag name="KSO_WM_BEAUTIFY_FLAG" val=""/>
</p:tagLst>
</file>

<file path=ppt/tags/tag1366.xml><?xml version="1.0" encoding="utf-8"?>
<p:tagLst xmlns:p="http://schemas.openxmlformats.org/presentationml/2006/main">
  <p:tag name="KSO_WM_BEAUTIFY_FLAG" val=""/>
</p:tagLst>
</file>

<file path=ppt/tags/tag1367.xml><?xml version="1.0" encoding="utf-8"?>
<p:tagLst xmlns:p="http://schemas.openxmlformats.org/presentationml/2006/main">
  <p:tag name="KSO_WM_BEAUTIFY_FLAG" val=""/>
</p:tagLst>
</file>

<file path=ppt/tags/tag1368.xml><?xml version="1.0" encoding="utf-8"?>
<p:tagLst xmlns:p="http://schemas.openxmlformats.org/presentationml/2006/main">
  <p:tag name="KSO_WM_BEAUTIFY_FLAG" val=""/>
</p:tagLst>
</file>

<file path=ppt/tags/tag1369.xml><?xml version="1.0" encoding="utf-8"?>
<p:tagLst xmlns:p="http://schemas.openxmlformats.org/presentationml/2006/main">
  <p:tag name="KSO_WM_BEAUTIFY_FLAG" val=""/>
</p:tagLst>
</file>

<file path=ppt/tags/tag1370.xml><?xml version="1.0" encoding="utf-8"?>
<p:tagLst xmlns:p="http://schemas.openxmlformats.org/presentationml/2006/main">
  <p:tag name="KSO_WM_BEAUTIFY_FLAG" val=""/>
</p:tagLst>
</file>

<file path=ppt/tags/tag1371.xml><?xml version="1.0" encoding="utf-8"?>
<p:tagLst xmlns:p="http://schemas.openxmlformats.org/presentationml/2006/main">
  <p:tag name="KSO_WM_BEAUTIFY_FLAG" val=""/>
</p:tagLst>
</file>

<file path=ppt/tags/tag1372.xml><?xml version="1.0" encoding="utf-8"?>
<p:tagLst xmlns:p="http://schemas.openxmlformats.org/presentationml/2006/main">
  <p:tag name="KSO_WM_BEAUTIFY_FLAG" val=""/>
</p:tagLst>
</file>

<file path=ppt/tags/tag1373.xml><?xml version="1.0" encoding="utf-8"?>
<p:tagLst xmlns:p="http://schemas.openxmlformats.org/presentationml/2006/main">
  <p:tag name="KSO_WM_BEAUTIFY_FLAG" val=""/>
</p:tagLst>
</file>

<file path=ppt/tags/tag1374.xml><?xml version="1.0" encoding="utf-8"?>
<p:tagLst xmlns:p="http://schemas.openxmlformats.org/presentationml/2006/main">
  <p:tag name="KSO_WM_BEAUTIFY_FLAG" val=""/>
</p:tagLst>
</file>

<file path=ppt/tags/tag1375.xml><?xml version="1.0" encoding="utf-8"?>
<p:tagLst xmlns:p="http://schemas.openxmlformats.org/presentationml/2006/main">
  <p:tag name="KSO_WM_BEAUTIFY_FLAG" val=""/>
</p:tagLst>
</file>

<file path=ppt/tags/tag1376.xml><?xml version="1.0" encoding="utf-8"?>
<p:tagLst xmlns:p="http://schemas.openxmlformats.org/presentationml/2006/main">
  <p:tag name="KSO_WM_BEAUTIFY_FLAG" val=""/>
</p:tagLst>
</file>

<file path=ppt/tags/tag1377.xml><?xml version="1.0" encoding="utf-8"?>
<p:tagLst xmlns:p="http://schemas.openxmlformats.org/presentationml/2006/main">
  <p:tag name="KSO_WM_BEAUTIFY_FLAG" val=""/>
</p:tagLst>
</file>

<file path=ppt/tags/tag1378.xml><?xml version="1.0" encoding="utf-8"?>
<p:tagLst xmlns:p="http://schemas.openxmlformats.org/presentationml/2006/main">
  <p:tag name="KSO_WM_BEAUTIFY_FLAG" val=""/>
</p:tagLst>
</file>

<file path=ppt/tags/tag1379.xml><?xml version="1.0" encoding="utf-8"?>
<p:tagLst xmlns:p="http://schemas.openxmlformats.org/presentationml/2006/main">
  <p:tag name="KSO_WM_BEAUTIFY_FLAG" val=""/>
</p:tagLst>
</file>

<file path=ppt/tags/tag1380.xml><?xml version="1.0" encoding="utf-8"?>
<p:tagLst xmlns:p="http://schemas.openxmlformats.org/presentationml/2006/main">
  <p:tag name="KSO_WM_BEAUTIFY_FLAG" val=""/>
</p:tagLst>
</file>

<file path=ppt/tags/tag1381.xml><?xml version="1.0" encoding="utf-8"?>
<p:tagLst xmlns:p="http://schemas.openxmlformats.org/presentationml/2006/main">
  <p:tag name="KSO_WM_BEAUTIFY_FLAG" val=""/>
</p:tagLst>
</file>

<file path=ppt/tags/tag1382.xml><?xml version="1.0" encoding="utf-8"?>
<p:tagLst xmlns:p="http://schemas.openxmlformats.org/presentationml/2006/main">
  <p:tag name="KSO_WM_BEAUTIFY_FLAG" val=""/>
</p:tagLst>
</file>

<file path=ppt/tags/tag1383.xml><?xml version="1.0" encoding="utf-8"?>
<p:tagLst xmlns:p="http://schemas.openxmlformats.org/presentationml/2006/main">
  <p:tag name="KSO_WM_BEAUTIFY_FLAG" val=""/>
</p:tagLst>
</file>

<file path=ppt/tags/tag1384.xml><?xml version="1.0" encoding="utf-8"?>
<p:tagLst xmlns:p="http://schemas.openxmlformats.org/presentationml/2006/main">
  <p:tag name="KSO_WM_BEAUTIFY_FLAG" val=""/>
</p:tagLst>
</file>

<file path=ppt/tags/tag1385.xml><?xml version="1.0" encoding="utf-8"?>
<p:tagLst xmlns:p="http://schemas.openxmlformats.org/presentationml/2006/main">
  <p:tag name="KSO_WM_BEAUTIFY_FLAG" val=""/>
</p:tagLst>
</file>

<file path=ppt/tags/tag1386.xml><?xml version="1.0" encoding="utf-8"?>
<p:tagLst xmlns:p="http://schemas.openxmlformats.org/presentationml/2006/main">
  <p:tag name="KSO_WM_BEAUTIFY_FLAG" val=""/>
</p:tagLst>
</file>

<file path=ppt/tags/tag1387.xml><?xml version="1.0" encoding="utf-8"?>
<p:tagLst xmlns:p="http://schemas.openxmlformats.org/presentationml/2006/main">
  <p:tag name="KSO_WM_BEAUTIFY_FLAG" val=""/>
</p:tagLst>
</file>

<file path=ppt/tags/tag1388.xml><?xml version="1.0" encoding="utf-8"?>
<p:tagLst xmlns:p="http://schemas.openxmlformats.org/presentationml/2006/main">
  <p:tag name="KSO_WM_BEAUTIFY_FLAG" val=""/>
</p:tagLst>
</file>

<file path=ppt/tags/tag1389.xml><?xml version="1.0" encoding="utf-8"?>
<p:tagLst xmlns:p="http://schemas.openxmlformats.org/presentationml/2006/main">
  <p:tag name="KSO_WM_BEAUTIFY_FLAG" val=""/>
</p:tagLst>
</file>

<file path=ppt/tags/tag1390.xml><?xml version="1.0" encoding="utf-8"?>
<p:tagLst xmlns:p="http://schemas.openxmlformats.org/presentationml/2006/main">
  <p:tag name="KSO_WM_BEAUTIFY_FLAG" val=""/>
</p:tagLst>
</file>

<file path=ppt/tags/tag1391.xml><?xml version="1.0" encoding="utf-8"?>
<p:tagLst xmlns:p="http://schemas.openxmlformats.org/presentationml/2006/main">
  <p:tag name="KSO_WM_BEAUTIFY_FLAG" val=""/>
</p:tagLst>
</file>

<file path=ppt/tags/tag1392.xml><?xml version="1.0" encoding="utf-8"?>
<p:tagLst xmlns:p="http://schemas.openxmlformats.org/presentationml/2006/main">
  <p:tag name="KSO_WM_BEAUTIFY_FLAG" val=""/>
</p:tagLst>
</file>

<file path=ppt/tags/tag1393.xml><?xml version="1.0" encoding="utf-8"?>
<p:tagLst xmlns:p="http://schemas.openxmlformats.org/presentationml/2006/main">
  <p:tag name="KSO_WM_BEAUTIFY_FLAG" val=""/>
</p:tagLst>
</file>

<file path=ppt/tags/tag1394.xml><?xml version="1.0" encoding="utf-8"?>
<p:tagLst xmlns:p="http://schemas.openxmlformats.org/presentationml/2006/main">
  <p:tag name="KSO_WM_BEAUTIFY_FLAG" val=""/>
</p:tagLst>
</file>

<file path=ppt/tags/tag1395.xml><?xml version="1.0" encoding="utf-8"?>
<p:tagLst xmlns:p="http://schemas.openxmlformats.org/presentationml/2006/main">
  <p:tag name="KSO_WM_BEAUTIFY_FLAG" val=""/>
</p:tagLst>
</file>

<file path=ppt/tags/tag1396.xml><?xml version="1.0" encoding="utf-8"?>
<p:tagLst xmlns:p="http://schemas.openxmlformats.org/presentationml/2006/main">
  <p:tag name="KSO_WM_BEAUTIFY_FLAG" val=""/>
</p:tagLst>
</file>

<file path=ppt/tags/tag1397.xml><?xml version="1.0" encoding="utf-8"?>
<p:tagLst xmlns:p="http://schemas.openxmlformats.org/presentationml/2006/main">
  <p:tag name="KSO_WM_BEAUTIFY_FLAG" val=""/>
</p:tagLst>
</file>

<file path=ppt/tags/tag1398.xml><?xml version="1.0" encoding="utf-8"?>
<p:tagLst xmlns:p="http://schemas.openxmlformats.org/presentationml/2006/main">
  <p:tag name="KSO_WM_BEAUTIFY_FLAG" val=""/>
</p:tagLst>
</file>

<file path=ppt/tags/tag1399.xml><?xml version="1.0" encoding="utf-8"?>
<p:tagLst xmlns:p="http://schemas.openxmlformats.org/presentationml/2006/main">
  <p:tag name="KSO_WM_BEAUTIFY_FLAG" val=""/>
</p:tagLst>
</file>

<file path=ppt/tags/tag1400.xml><?xml version="1.0" encoding="utf-8"?>
<p:tagLst xmlns:p="http://schemas.openxmlformats.org/presentationml/2006/main">
  <p:tag name="KSO_WM_BEAUTIFY_FLAG" val=""/>
</p:tagLst>
</file>

<file path=ppt/tags/tag1401.xml><?xml version="1.0" encoding="utf-8"?>
<p:tagLst xmlns:p="http://schemas.openxmlformats.org/presentationml/2006/main">
  <p:tag name="KSO_WM_BEAUTIFY_FLAG" val=""/>
</p:tagLst>
</file>

<file path=ppt/tags/tag1402.xml><?xml version="1.0" encoding="utf-8"?>
<p:tagLst xmlns:p="http://schemas.openxmlformats.org/presentationml/2006/main">
  <p:tag name="KSO_WM_BEAUTIFY_FLAG" val=""/>
</p:tagLst>
</file>

<file path=ppt/tags/tag1403.xml><?xml version="1.0" encoding="utf-8"?>
<p:tagLst xmlns:p="http://schemas.openxmlformats.org/presentationml/2006/main">
  <p:tag name="KSO_WM_BEAUTIFY_FLAG" val=""/>
</p:tagLst>
</file>

<file path=ppt/tags/tag1404.xml><?xml version="1.0" encoding="utf-8"?>
<p:tagLst xmlns:p="http://schemas.openxmlformats.org/presentationml/2006/main">
  <p:tag name="KSO_WM_BEAUTIFY_FLAG" val=""/>
</p:tagLst>
</file>

<file path=ppt/tags/tag1405.xml><?xml version="1.0" encoding="utf-8"?>
<p:tagLst xmlns:p="http://schemas.openxmlformats.org/presentationml/2006/main">
  <p:tag name="KSO_WM_BEAUTIFY_FLAG" val=""/>
</p:tagLst>
</file>

<file path=ppt/tags/tag1406.xml><?xml version="1.0" encoding="utf-8"?>
<p:tagLst xmlns:p="http://schemas.openxmlformats.org/presentationml/2006/main">
  <p:tag name="KSO_WM_BEAUTIFY_FLAG" val=""/>
</p:tagLst>
</file>

<file path=ppt/tags/tag1407.xml><?xml version="1.0" encoding="utf-8"?>
<p:tagLst xmlns:p="http://schemas.openxmlformats.org/presentationml/2006/main">
  <p:tag name="KSO_WM_BEAUTIFY_FLAG" val=""/>
</p:tagLst>
</file>

<file path=ppt/tags/tag1408.xml><?xml version="1.0" encoding="utf-8"?>
<p:tagLst xmlns:p="http://schemas.openxmlformats.org/presentationml/2006/main">
  <p:tag name="KSO_WM_BEAUTIFY_FLAG" val=""/>
</p:tagLst>
</file>

<file path=ppt/tags/tag1409.xml><?xml version="1.0" encoding="utf-8"?>
<p:tagLst xmlns:p="http://schemas.openxmlformats.org/presentationml/2006/main">
  <p:tag name="KSO_WM_BEAUTIFY_FLAG" val=""/>
</p:tagLst>
</file>

<file path=ppt/tags/tag1410.xml><?xml version="1.0" encoding="utf-8"?>
<p:tagLst xmlns:p="http://schemas.openxmlformats.org/presentationml/2006/main">
  <p:tag name="KSO_WM_BEAUTIFY_FLAG" val=""/>
</p:tagLst>
</file>

<file path=ppt/tags/tag1411.xml><?xml version="1.0" encoding="utf-8"?>
<p:tagLst xmlns:p="http://schemas.openxmlformats.org/presentationml/2006/main">
  <p:tag name="KSO_WM_BEAUTIFY_FLAG" val=""/>
</p:tagLst>
</file>

<file path=ppt/tags/tag1412.xml><?xml version="1.0" encoding="utf-8"?>
<p:tagLst xmlns:p="http://schemas.openxmlformats.org/presentationml/2006/main">
  <p:tag name="KSO_WM_BEAUTIFY_FLAG" val=""/>
</p:tagLst>
</file>

<file path=ppt/tags/tag1413.xml><?xml version="1.0" encoding="utf-8"?>
<p:tagLst xmlns:p="http://schemas.openxmlformats.org/presentationml/2006/main">
  <p:tag name="KSO_WM_BEAUTIFY_FLAG" val=""/>
</p:tagLst>
</file>

<file path=ppt/tags/tag1414.xml><?xml version="1.0" encoding="utf-8"?>
<p:tagLst xmlns:p="http://schemas.openxmlformats.org/presentationml/2006/main">
  <p:tag name="KSO_WM_BEAUTIFY_FLAG" val=""/>
</p:tagLst>
</file>

<file path=ppt/tags/tag1415.xml><?xml version="1.0" encoding="utf-8"?>
<p:tagLst xmlns:p="http://schemas.openxmlformats.org/presentationml/2006/main">
  <p:tag name="KSO_WM_BEAUTIFY_FLAG" val=""/>
</p:tagLst>
</file>

<file path=ppt/tags/tag1416.xml><?xml version="1.0" encoding="utf-8"?>
<p:tagLst xmlns:p="http://schemas.openxmlformats.org/presentationml/2006/main">
  <p:tag name="KSO_WM_BEAUTIFY_FLAG" val=""/>
</p:tagLst>
</file>

<file path=ppt/tags/tag1417.xml><?xml version="1.0" encoding="utf-8"?>
<p:tagLst xmlns:p="http://schemas.openxmlformats.org/presentationml/2006/main">
  <p:tag name="KSO_WM_BEAUTIFY_FLAG" val=""/>
</p:tagLst>
</file>

<file path=ppt/tags/tag1418.xml><?xml version="1.0" encoding="utf-8"?>
<p:tagLst xmlns:p="http://schemas.openxmlformats.org/presentationml/2006/main">
  <p:tag name="KSO_WM_BEAUTIFY_FLAG" val=""/>
</p:tagLst>
</file>

<file path=ppt/tags/tag1419.xml><?xml version="1.0" encoding="utf-8"?>
<p:tagLst xmlns:p="http://schemas.openxmlformats.org/presentationml/2006/main">
  <p:tag name="KSO_WM_BEAUTIFY_FLAG" val=""/>
</p:tagLst>
</file>

<file path=ppt/tags/tag1420.xml><?xml version="1.0" encoding="utf-8"?>
<p:tagLst xmlns:p="http://schemas.openxmlformats.org/presentationml/2006/main">
  <p:tag name="KSO_WM_BEAUTIFY_FLAG" val=""/>
</p:tagLst>
</file>

<file path=ppt/tags/tag1421.xml><?xml version="1.0" encoding="utf-8"?>
<p:tagLst xmlns:p="http://schemas.openxmlformats.org/presentationml/2006/main">
  <p:tag name="KSO_WM_BEAUTIFY_FLAG" val=""/>
</p:tagLst>
</file>

<file path=ppt/tags/tag1422.xml><?xml version="1.0" encoding="utf-8"?>
<p:tagLst xmlns:p="http://schemas.openxmlformats.org/presentationml/2006/main">
  <p:tag name="KSO_WM_BEAUTIFY_FLAG" val=""/>
</p:tagLst>
</file>

<file path=ppt/tags/tag1423.xml><?xml version="1.0" encoding="utf-8"?>
<p:tagLst xmlns:p="http://schemas.openxmlformats.org/presentationml/2006/main">
  <p:tag name="KSO_WM_BEAUTIFY_FLAG" val=""/>
</p:tagLst>
</file>

<file path=ppt/tags/tag1424.xml><?xml version="1.0" encoding="utf-8"?>
<p:tagLst xmlns:p="http://schemas.openxmlformats.org/presentationml/2006/main">
  <p:tag name="KSO_WM_BEAUTIFY_FLAG" val=""/>
</p:tagLst>
</file>

<file path=ppt/tags/tag1425.xml><?xml version="1.0" encoding="utf-8"?>
<p:tagLst xmlns:p="http://schemas.openxmlformats.org/presentationml/2006/main">
  <p:tag name="KSO_WM_BEAUTIFY_FLAG" val=""/>
</p:tagLst>
</file>

<file path=ppt/tags/tag1426.xml><?xml version="1.0" encoding="utf-8"?>
<p:tagLst xmlns:p="http://schemas.openxmlformats.org/presentationml/2006/main">
  <p:tag name="KSO_WM_BEAUTIFY_FLAG" val=""/>
</p:tagLst>
</file>

<file path=ppt/tags/tag1427.xml><?xml version="1.0" encoding="utf-8"?>
<p:tagLst xmlns:p="http://schemas.openxmlformats.org/presentationml/2006/main">
  <p:tag name="KSO_WM_BEAUTIFY_FLAG" val=""/>
</p:tagLst>
</file>

<file path=ppt/tags/tag1428.xml><?xml version="1.0" encoding="utf-8"?>
<p:tagLst xmlns:p="http://schemas.openxmlformats.org/presentationml/2006/main">
  <p:tag name="KSO_WM_BEAUTIFY_FLAG" val=""/>
</p:tagLst>
</file>

<file path=ppt/tags/tag1429.xml><?xml version="1.0" encoding="utf-8"?>
<p:tagLst xmlns:p="http://schemas.openxmlformats.org/presentationml/2006/main">
  <p:tag name="KSO_WM_BEAUTIFY_FLAG" val=""/>
</p:tagLst>
</file>

<file path=ppt/tags/tag1430.xml><?xml version="1.0" encoding="utf-8"?>
<p:tagLst xmlns:p="http://schemas.openxmlformats.org/presentationml/2006/main">
  <p:tag name="KSO_WM_BEAUTIFY_FLAG" val=""/>
</p:tagLst>
</file>

<file path=ppt/tags/tag1431.xml><?xml version="1.0" encoding="utf-8"?>
<p:tagLst xmlns:p="http://schemas.openxmlformats.org/presentationml/2006/main">
  <p:tag name="KSO_WM_BEAUTIFY_FLAG" val=""/>
</p:tagLst>
</file>

<file path=ppt/tags/tag1432.xml><?xml version="1.0" encoding="utf-8"?>
<p:tagLst xmlns:p="http://schemas.openxmlformats.org/presentationml/2006/main">
  <p:tag name="KSO_WM_BEAUTIFY_FLAG" val=""/>
</p:tagLst>
</file>

<file path=ppt/tags/tag1433.xml><?xml version="1.0" encoding="utf-8"?>
<p:tagLst xmlns:p="http://schemas.openxmlformats.org/presentationml/2006/main">
  <p:tag name="KSO_WM_BEAUTIFY_FLAG" val=""/>
</p:tagLst>
</file>

<file path=ppt/tags/tag1434.xml><?xml version="1.0" encoding="utf-8"?>
<p:tagLst xmlns:p="http://schemas.openxmlformats.org/presentationml/2006/main">
  <p:tag name="KSO_WM_BEAUTIFY_FLAG" val=""/>
</p:tagLst>
</file>

<file path=ppt/tags/tag1435.xml><?xml version="1.0" encoding="utf-8"?>
<p:tagLst xmlns:p="http://schemas.openxmlformats.org/presentationml/2006/main">
  <p:tag name="KSO_WM_BEAUTIFY_FLAG" val=""/>
</p:tagLst>
</file>

<file path=ppt/tags/tag1436.xml><?xml version="1.0" encoding="utf-8"?>
<p:tagLst xmlns:p="http://schemas.openxmlformats.org/presentationml/2006/main">
  <p:tag name="KSO_WM_BEAUTIFY_FLAG" val=""/>
</p:tagLst>
</file>

<file path=ppt/tags/tag1437.xml><?xml version="1.0" encoding="utf-8"?>
<p:tagLst xmlns:p="http://schemas.openxmlformats.org/presentationml/2006/main">
  <p:tag name="KSO_WM_BEAUTIFY_FLAG" val=""/>
</p:tagLst>
</file>

<file path=ppt/tags/tag1438.xml><?xml version="1.0" encoding="utf-8"?>
<p:tagLst xmlns:p="http://schemas.openxmlformats.org/presentationml/2006/main">
  <p:tag name="KSO_WM_BEAUTIFY_FLAG" val=""/>
</p:tagLst>
</file>

<file path=ppt/tags/tag1439.xml><?xml version="1.0" encoding="utf-8"?>
<p:tagLst xmlns:p="http://schemas.openxmlformats.org/presentationml/2006/main">
  <p:tag name="KSO_WM_BEAUTIFY_FLAG" val=""/>
</p:tagLst>
</file>

<file path=ppt/tags/tag1440.xml><?xml version="1.0" encoding="utf-8"?>
<p:tagLst xmlns:p="http://schemas.openxmlformats.org/presentationml/2006/main">
  <p:tag name="KSO_WM_BEAUTIFY_FLAG" val=""/>
</p:tagLst>
</file>

<file path=ppt/tags/tag1441.xml><?xml version="1.0" encoding="utf-8"?>
<p:tagLst xmlns:p="http://schemas.openxmlformats.org/presentationml/2006/main">
  <p:tag name="KSO_WM_BEAUTIFY_FLAG" val=""/>
</p:tagLst>
</file>

<file path=ppt/tags/tag1442.xml><?xml version="1.0" encoding="utf-8"?>
<p:tagLst xmlns:p="http://schemas.openxmlformats.org/presentationml/2006/main">
  <p:tag name="KSO_WM_BEAUTIFY_FLAG" val=""/>
</p:tagLst>
</file>

<file path=ppt/tags/tag1443.xml><?xml version="1.0" encoding="utf-8"?>
<p:tagLst xmlns:p="http://schemas.openxmlformats.org/presentationml/2006/main">
  <p:tag name="KSO_WM_BEAUTIFY_FLAG" val=""/>
</p:tagLst>
</file>

<file path=ppt/tags/tag1444.xml><?xml version="1.0" encoding="utf-8"?>
<p:tagLst xmlns:p="http://schemas.openxmlformats.org/presentationml/2006/main">
  <p:tag name="KSO_WM_BEAUTIFY_FLAG" val=""/>
</p:tagLst>
</file>

<file path=ppt/tags/tag1445.xml><?xml version="1.0" encoding="utf-8"?>
<p:tagLst xmlns:p="http://schemas.openxmlformats.org/presentationml/2006/main">
  <p:tag name="KSO_WM_BEAUTIFY_FLAG" val=""/>
</p:tagLst>
</file>

<file path=ppt/tags/tag1446.xml><?xml version="1.0" encoding="utf-8"?>
<p:tagLst xmlns:p="http://schemas.openxmlformats.org/presentationml/2006/main">
  <p:tag name="KSO_WM_BEAUTIFY_FLAG" val=""/>
</p:tagLst>
</file>

<file path=ppt/tags/tag1447.xml><?xml version="1.0" encoding="utf-8"?>
<p:tagLst xmlns:p="http://schemas.openxmlformats.org/presentationml/2006/main">
  <p:tag name="KSO_WM_BEAUTIFY_FLAG" val=""/>
</p:tagLst>
</file>

<file path=ppt/tags/tag1448.xml><?xml version="1.0" encoding="utf-8"?>
<p:tagLst xmlns:p="http://schemas.openxmlformats.org/presentationml/2006/main">
  <p:tag name="KSO_WM_BEAUTIFY_FLAG" val=""/>
</p:tagLst>
</file>

<file path=ppt/tags/tag1449.xml><?xml version="1.0" encoding="utf-8"?>
<p:tagLst xmlns:p="http://schemas.openxmlformats.org/presentationml/2006/main">
  <p:tag name="KSO_WM_BEAUTIFY_FLAG" val=""/>
</p:tagLst>
</file>

<file path=ppt/tags/tag1450.xml><?xml version="1.0" encoding="utf-8"?>
<p:tagLst xmlns:p="http://schemas.openxmlformats.org/presentationml/2006/main">
  <p:tag name="KSO_WM_BEAUTIFY_FLAG" val=""/>
</p:tagLst>
</file>

<file path=ppt/tags/tag1451.xml><?xml version="1.0" encoding="utf-8"?>
<p:tagLst xmlns:p="http://schemas.openxmlformats.org/presentationml/2006/main">
  <p:tag name="KSO_WM_BEAUTIFY_FLAG" val=""/>
</p:tagLst>
</file>

<file path=ppt/tags/tag1452.xml><?xml version="1.0" encoding="utf-8"?>
<p:tagLst xmlns:p="http://schemas.openxmlformats.org/presentationml/2006/main">
  <p:tag name="KSO_WM_BEAUTIFY_FLAG" val=""/>
</p:tagLst>
</file>

<file path=ppt/tags/tag1453.xml><?xml version="1.0" encoding="utf-8"?>
<p:tagLst xmlns:p="http://schemas.openxmlformats.org/presentationml/2006/main">
  <p:tag name="KSO_WM_BEAUTIFY_FLAG" val=""/>
</p:tagLst>
</file>

<file path=ppt/tags/tag1454.xml><?xml version="1.0" encoding="utf-8"?>
<p:tagLst xmlns:p="http://schemas.openxmlformats.org/presentationml/2006/main">
  <p:tag name="KSO_WM_BEAUTIFY_FLAG" val=""/>
</p:tagLst>
</file>

<file path=ppt/tags/tag1455.xml><?xml version="1.0" encoding="utf-8"?>
<p:tagLst xmlns:p="http://schemas.openxmlformats.org/presentationml/2006/main">
  <p:tag name="KSO_WM_BEAUTIFY_FLAG" val=""/>
</p:tagLst>
</file>

<file path=ppt/tags/tag1456.xml><?xml version="1.0" encoding="utf-8"?>
<p:tagLst xmlns:p="http://schemas.openxmlformats.org/presentationml/2006/main">
  <p:tag name="KSO_WM_BEAUTIFY_FLAG" val=""/>
</p:tagLst>
</file>

<file path=ppt/tags/tag1457.xml><?xml version="1.0" encoding="utf-8"?>
<p:tagLst xmlns:p="http://schemas.openxmlformats.org/presentationml/2006/main">
  <p:tag name="KSO_WM_BEAUTIFY_FLAG" val=""/>
</p:tagLst>
</file>

<file path=ppt/tags/tag1458.xml><?xml version="1.0" encoding="utf-8"?>
<p:tagLst xmlns:p="http://schemas.openxmlformats.org/presentationml/2006/main">
  <p:tag name="KSO_WM_BEAUTIFY_FLAG" val=""/>
</p:tagLst>
</file>

<file path=ppt/tags/tag1459.xml><?xml version="1.0" encoding="utf-8"?>
<p:tagLst xmlns:p="http://schemas.openxmlformats.org/presentationml/2006/main">
  <p:tag name="KSO_WM_BEAUTIFY_FLAG" val=""/>
</p:tagLst>
</file>

<file path=ppt/tags/tag1460.xml><?xml version="1.0" encoding="utf-8"?>
<p:tagLst xmlns:p="http://schemas.openxmlformats.org/presentationml/2006/main">
  <p:tag name="KSO_WM_BEAUTIFY_FLAG" val=""/>
</p:tagLst>
</file>

<file path=ppt/tags/tag1461.xml><?xml version="1.0" encoding="utf-8"?>
<p:tagLst xmlns:p="http://schemas.openxmlformats.org/presentationml/2006/main">
  <p:tag name="KSO_WM_BEAUTIFY_FLAG" val=""/>
</p:tagLst>
</file>

<file path=ppt/tags/tag1462.xml><?xml version="1.0" encoding="utf-8"?>
<p:tagLst xmlns:p="http://schemas.openxmlformats.org/presentationml/2006/main">
  <p:tag name="KSO_WM_BEAUTIFY_FLAG" val=""/>
</p:tagLst>
</file>

<file path=ppt/tags/tag1463.xml><?xml version="1.0" encoding="utf-8"?>
<p:tagLst xmlns:p="http://schemas.openxmlformats.org/presentationml/2006/main">
  <p:tag name="KSO_WM_BEAUTIFY_FLAG" val=""/>
</p:tagLst>
</file>

<file path=ppt/tags/tag1464.xml><?xml version="1.0" encoding="utf-8"?>
<p:tagLst xmlns:p="http://schemas.openxmlformats.org/presentationml/2006/main">
  <p:tag name="KSO_WM_BEAUTIFY_FLAG" val=""/>
</p:tagLst>
</file>

<file path=ppt/tags/tag1465.xml><?xml version="1.0" encoding="utf-8"?>
<p:tagLst xmlns:p="http://schemas.openxmlformats.org/presentationml/2006/main">
  <p:tag name="KSO_WM_BEAUTIFY_FLAG" val=""/>
</p:tagLst>
</file>

<file path=ppt/tags/tag1466.xml><?xml version="1.0" encoding="utf-8"?>
<p:tagLst xmlns:p="http://schemas.openxmlformats.org/presentationml/2006/main">
  <p:tag name="KSO_WM_BEAUTIFY_FLAG" val=""/>
</p:tagLst>
</file>

<file path=ppt/tags/tag1467.xml><?xml version="1.0" encoding="utf-8"?>
<p:tagLst xmlns:p="http://schemas.openxmlformats.org/presentationml/2006/main">
  <p:tag name="KSO_WM_BEAUTIFY_FLAG" val=""/>
</p:tagLst>
</file>

<file path=ppt/tags/tag1468.xml><?xml version="1.0" encoding="utf-8"?>
<p:tagLst xmlns:p="http://schemas.openxmlformats.org/presentationml/2006/main">
  <p:tag name="KSO_WM_BEAUTIFY_FLAG" val=""/>
</p:tagLst>
</file>

<file path=ppt/tags/tag1469.xml><?xml version="1.0" encoding="utf-8"?>
<p:tagLst xmlns:p="http://schemas.openxmlformats.org/presentationml/2006/main">
  <p:tag name="KSO_WM_BEAUTIFY_FLAG" val=""/>
</p:tagLst>
</file>

<file path=ppt/tags/tag1470.xml><?xml version="1.0" encoding="utf-8"?>
<p:tagLst xmlns:p="http://schemas.openxmlformats.org/presentationml/2006/main">
  <p:tag name="KSO_WM_BEAUTIFY_FLAG" val=""/>
</p:tagLst>
</file>

<file path=ppt/tags/tag1471.xml><?xml version="1.0" encoding="utf-8"?>
<p:tagLst xmlns:p="http://schemas.openxmlformats.org/presentationml/2006/main">
  <p:tag name="KSO_WM_BEAUTIFY_FLAG" val=""/>
</p:tagLst>
</file>

<file path=ppt/tags/tag1472.xml><?xml version="1.0" encoding="utf-8"?>
<p:tagLst xmlns:p="http://schemas.openxmlformats.org/presentationml/2006/main">
  <p:tag name="KSO_WM_BEAUTIFY_FLAG" val=""/>
</p:tagLst>
</file>

<file path=ppt/tags/tag1473.xml><?xml version="1.0" encoding="utf-8"?>
<p:tagLst xmlns:p="http://schemas.openxmlformats.org/presentationml/2006/main">
  <p:tag name="KSO_WM_BEAUTIFY_FLAG" val=""/>
</p:tagLst>
</file>

<file path=ppt/tags/tag1474.xml><?xml version="1.0" encoding="utf-8"?>
<p:tagLst xmlns:p="http://schemas.openxmlformats.org/presentationml/2006/main">
  <p:tag name="KSO_WM_BEAUTIFY_FLAG" val=""/>
</p:tagLst>
</file>

<file path=ppt/tags/tag1475.xml><?xml version="1.0" encoding="utf-8"?>
<p:tagLst xmlns:p="http://schemas.openxmlformats.org/presentationml/2006/main">
  <p:tag name="KSO_WM_BEAUTIFY_FLAG" val=""/>
</p:tagLst>
</file>

<file path=ppt/tags/tag1476.xml><?xml version="1.0" encoding="utf-8"?>
<p:tagLst xmlns:p="http://schemas.openxmlformats.org/presentationml/2006/main">
  <p:tag name="KSO_WM_BEAUTIFY_FLAG" val=""/>
</p:tagLst>
</file>

<file path=ppt/tags/tag1477.xml><?xml version="1.0" encoding="utf-8"?>
<p:tagLst xmlns:p="http://schemas.openxmlformats.org/presentationml/2006/main">
  <p:tag name="KSO_WM_BEAUTIFY_FLAG" val=""/>
</p:tagLst>
</file>

<file path=ppt/tags/tag1478.xml><?xml version="1.0" encoding="utf-8"?>
<p:tagLst xmlns:p="http://schemas.openxmlformats.org/presentationml/2006/main">
  <p:tag name="KSO_WM_BEAUTIFY_FLAG" val=""/>
</p:tagLst>
</file>

<file path=ppt/tags/tag1479.xml><?xml version="1.0" encoding="utf-8"?>
<p:tagLst xmlns:p="http://schemas.openxmlformats.org/presentationml/2006/main">
  <p:tag name="KSO_WM_BEAUTIFY_FLAG" val=""/>
</p:tagLst>
</file>

<file path=ppt/tags/tag1480.xml><?xml version="1.0" encoding="utf-8"?>
<p:tagLst xmlns:p="http://schemas.openxmlformats.org/presentationml/2006/main">
  <p:tag name="KSO_WM_BEAUTIFY_FLAG" val=""/>
</p:tagLst>
</file>

<file path=ppt/tags/tag1481.xml><?xml version="1.0" encoding="utf-8"?>
<p:tagLst xmlns:p="http://schemas.openxmlformats.org/presentationml/2006/main">
  <p:tag name="KSO_WM_BEAUTIFY_FLAG" val=""/>
</p:tagLst>
</file>

<file path=ppt/tags/tag1482.xml><?xml version="1.0" encoding="utf-8"?>
<p:tagLst xmlns:p="http://schemas.openxmlformats.org/presentationml/2006/main">
  <p:tag name="KSO_WM_BEAUTIFY_FLAG" val=""/>
</p:tagLst>
</file>

<file path=ppt/tags/tag1483.xml><?xml version="1.0" encoding="utf-8"?>
<p:tagLst xmlns:p="http://schemas.openxmlformats.org/presentationml/2006/main">
  <p:tag name="KSO_WM_BEAUTIFY_FLAG" val=""/>
</p:tagLst>
</file>

<file path=ppt/tags/tag1484.xml><?xml version="1.0" encoding="utf-8"?>
<p:tagLst xmlns:p="http://schemas.openxmlformats.org/presentationml/2006/main">
  <p:tag name="KSO_WM_BEAUTIFY_FLAG" val=""/>
</p:tagLst>
</file>

<file path=ppt/tags/tag1485.xml><?xml version="1.0" encoding="utf-8"?>
<p:tagLst xmlns:p="http://schemas.openxmlformats.org/presentationml/2006/main">
  <p:tag name="KSO_WM_BEAUTIFY_FLAG" val=""/>
</p:tagLst>
</file>

<file path=ppt/tags/tag1486.xml><?xml version="1.0" encoding="utf-8"?>
<p:tagLst xmlns:p="http://schemas.openxmlformats.org/presentationml/2006/main">
  <p:tag name="KSO_WM_BEAUTIFY_FLAG" val=""/>
</p:tagLst>
</file>

<file path=ppt/tags/tag1487.xml><?xml version="1.0" encoding="utf-8"?>
<p:tagLst xmlns:p="http://schemas.openxmlformats.org/presentationml/2006/main">
  <p:tag name="KSO_WM_BEAUTIFY_FLAG" val=""/>
</p:tagLst>
</file>

<file path=ppt/tags/tag1488.xml><?xml version="1.0" encoding="utf-8"?>
<p:tagLst xmlns:p="http://schemas.openxmlformats.org/presentationml/2006/main">
  <p:tag name="KSO_WM_BEAUTIFY_FLAG" val=""/>
</p:tagLst>
</file>

<file path=ppt/tags/tag1489.xml><?xml version="1.0" encoding="utf-8"?>
<p:tagLst xmlns:p="http://schemas.openxmlformats.org/presentationml/2006/main">
  <p:tag name="KSO_WM_BEAUTIFY_FLAG" val=""/>
</p:tagLst>
</file>

<file path=ppt/tags/tag1490.xml><?xml version="1.0" encoding="utf-8"?>
<p:tagLst xmlns:p="http://schemas.openxmlformats.org/presentationml/2006/main">
  <p:tag name="KSO_WM_BEAUTIFY_FLAG" val=""/>
</p:tagLst>
</file>

<file path=ppt/tags/tag1491.xml><?xml version="1.0" encoding="utf-8"?>
<p:tagLst xmlns:p="http://schemas.openxmlformats.org/presentationml/2006/main">
  <p:tag name="KSO_WM_BEAUTIFY_FLAG" val=""/>
</p:tagLst>
</file>

<file path=ppt/tags/tag1492.xml><?xml version="1.0" encoding="utf-8"?>
<p:tagLst xmlns:p="http://schemas.openxmlformats.org/presentationml/2006/main">
  <p:tag name="KSO_WM_BEAUTIFY_FLAG" val=""/>
</p:tagLst>
</file>

<file path=ppt/tags/tag1493.xml><?xml version="1.0" encoding="utf-8"?>
<p:tagLst xmlns:p="http://schemas.openxmlformats.org/presentationml/2006/main">
  <p:tag name="KSO_WM_BEAUTIFY_FLAG" val=""/>
</p:tagLst>
</file>

<file path=ppt/tags/tag1494.xml><?xml version="1.0" encoding="utf-8"?>
<p:tagLst xmlns:p="http://schemas.openxmlformats.org/presentationml/2006/main">
  <p:tag name="KSO_WM_BEAUTIFY_FLAG" val=""/>
</p:tagLst>
</file>

<file path=ppt/tags/tag1495.xml><?xml version="1.0" encoding="utf-8"?>
<p:tagLst xmlns:p="http://schemas.openxmlformats.org/presentationml/2006/main">
  <p:tag name="KSO_WM_BEAUTIFY_FLAG" val=""/>
</p:tagLst>
</file>

<file path=ppt/tags/tag1496.xml><?xml version="1.0" encoding="utf-8"?>
<p:tagLst xmlns:p="http://schemas.openxmlformats.org/presentationml/2006/main">
  <p:tag name="KSO_WM_BEAUTIFY_FLAG" val=""/>
</p:tagLst>
</file>

<file path=ppt/tags/tag1497.xml><?xml version="1.0" encoding="utf-8"?>
<p:tagLst xmlns:p="http://schemas.openxmlformats.org/presentationml/2006/main">
  <p:tag name="KSO_WM_BEAUTIFY_FLAG" val=""/>
</p:tagLst>
</file>

<file path=ppt/tags/tag1498.xml><?xml version="1.0" encoding="utf-8"?>
<p:tagLst xmlns:p="http://schemas.openxmlformats.org/presentationml/2006/main">
  <p:tag name="KSO_WM_BEAUTIFY_FLAG" val=""/>
</p:tagLst>
</file>

<file path=ppt/tags/tag1499.xml><?xml version="1.0" encoding="utf-8"?>
<p:tagLst xmlns:p="http://schemas.openxmlformats.org/presentationml/2006/main">
  <p:tag name="KSO_WM_BEAUTIFY_FLAG" val=""/>
</p:tagLst>
</file>

<file path=ppt/tags/tag1500.xml><?xml version="1.0" encoding="utf-8"?>
<p:tagLst xmlns:p="http://schemas.openxmlformats.org/presentationml/2006/main">
  <p:tag name="KSO_WM_BEAUTIFY_FLAG" val=""/>
</p:tagLst>
</file>

<file path=ppt/tags/tag1501.xml><?xml version="1.0" encoding="utf-8"?>
<p:tagLst xmlns:p="http://schemas.openxmlformats.org/presentationml/2006/main">
  <p:tag name="KSO_WM_BEAUTIFY_FLAG" val=""/>
</p:tagLst>
</file>

<file path=ppt/tags/tag1502.xml><?xml version="1.0" encoding="utf-8"?>
<p:tagLst xmlns:p="http://schemas.openxmlformats.org/presentationml/2006/main">
  <p:tag name="KSO_WM_BEAUTIFY_FLAG" val=""/>
</p:tagLst>
</file>

<file path=ppt/tags/tag1503.xml><?xml version="1.0" encoding="utf-8"?>
<p:tagLst xmlns:p="http://schemas.openxmlformats.org/presentationml/2006/main">
  <p:tag name="KSO_WM_BEAUTIFY_FLAG" val=""/>
</p:tagLst>
</file>

<file path=ppt/tags/tag1504.xml><?xml version="1.0" encoding="utf-8"?>
<p:tagLst xmlns:p="http://schemas.openxmlformats.org/presentationml/2006/main">
  <p:tag name="KSO_WM_BEAUTIFY_FLAG" val=""/>
</p:tagLst>
</file>

<file path=ppt/tags/tag1505.xml><?xml version="1.0" encoding="utf-8"?>
<p:tagLst xmlns:p="http://schemas.openxmlformats.org/presentationml/2006/main">
  <p:tag name="KSO_WM_BEAUTIFY_FLAG" val=""/>
</p:tagLst>
</file>

<file path=ppt/tags/tag1506.xml><?xml version="1.0" encoding="utf-8"?>
<p:tagLst xmlns:p="http://schemas.openxmlformats.org/presentationml/2006/main">
  <p:tag name="KSO_WM_BEAUTIFY_FLAG" val=""/>
</p:tagLst>
</file>

<file path=ppt/tags/tag1507.xml><?xml version="1.0" encoding="utf-8"?>
<p:tagLst xmlns:p="http://schemas.openxmlformats.org/presentationml/2006/main">
  <p:tag name="KSO_WM_BEAUTIFY_FLAG" val=""/>
</p:tagLst>
</file>

<file path=ppt/tags/tag1508.xml><?xml version="1.0" encoding="utf-8"?>
<p:tagLst xmlns:p="http://schemas.openxmlformats.org/presentationml/2006/main">
  <p:tag name="KSO_WM_BEAUTIFY_FLAG" val=""/>
</p:tagLst>
</file>

<file path=ppt/tags/tag1509.xml><?xml version="1.0" encoding="utf-8"?>
<p:tagLst xmlns:p="http://schemas.openxmlformats.org/presentationml/2006/main">
  <p:tag name="KSO_WM_BEAUTIFY_FLAG" val=""/>
</p:tagLst>
</file>

<file path=ppt/tags/tag1510.xml><?xml version="1.0" encoding="utf-8"?>
<p:tagLst xmlns:p="http://schemas.openxmlformats.org/presentationml/2006/main">
  <p:tag name="KSO_WM_BEAUTIFY_FLAG" val=""/>
</p:tagLst>
</file>

<file path=ppt/tags/tag1511.xml><?xml version="1.0" encoding="utf-8"?>
<p:tagLst xmlns:p="http://schemas.openxmlformats.org/presentationml/2006/main">
  <p:tag name="KSO_WM_BEAUTIFY_FLAG" val=""/>
</p:tagLst>
</file>

<file path=ppt/tags/tag1512.xml><?xml version="1.0" encoding="utf-8"?>
<p:tagLst xmlns:p="http://schemas.openxmlformats.org/presentationml/2006/main">
  <p:tag name="KSO_WM_BEAUTIFY_FLAG" val=""/>
</p:tagLst>
</file>

<file path=ppt/tags/tag1513.xml><?xml version="1.0" encoding="utf-8"?>
<p:tagLst xmlns:p="http://schemas.openxmlformats.org/presentationml/2006/main">
  <p:tag name="KSO_WM_BEAUTIFY_FLAG" val=""/>
</p:tagLst>
</file>

<file path=ppt/tags/tag1514.xml><?xml version="1.0" encoding="utf-8"?>
<p:tagLst xmlns:p="http://schemas.openxmlformats.org/presentationml/2006/main">
  <p:tag name="KSO_WM_BEAUTIFY_FLAG" val=""/>
</p:tagLst>
</file>

<file path=ppt/tags/tag1515.xml><?xml version="1.0" encoding="utf-8"?>
<p:tagLst xmlns:p="http://schemas.openxmlformats.org/presentationml/2006/main">
  <p:tag name="KSO_WM_BEAUTIFY_FLAG" val=""/>
</p:tagLst>
</file>

<file path=ppt/tags/tag1516.xml><?xml version="1.0" encoding="utf-8"?>
<p:tagLst xmlns:p="http://schemas.openxmlformats.org/presentationml/2006/main">
  <p:tag name="KSO_WM_BEAUTIFY_FLAG" val=""/>
</p:tagLst>
</file>

<file path=ppt/tags/tag1517.xml><?xml version="1.0" encoding="utf-8"?>
<p:tagLst xmlns:p="http://schemas.openxmlformats.org/presentationml/2006/main">
  <p:tag name="KSO_WM_BEAUTIFY_FLAG" val=""/>
</p:tagLst>
</file>

<file path=ppt/tags/tag1518.xml><?xml version="1.0" encoding="utf-8"?>
<p:tagLst xmlns:p="http://schemas.openxmlformats.org/presentationml/2006/main">
  <p:tag name="KSO_WM_BEAUTIFY_FLAG" val=""/>
</p:tagLst>
</file>

<file path=ppt/tags/tag1519.xml><?xml version="1.0" encoding="utf-8"?>
<p:tagLst xmlns:p="http://schemas.openxmlformats.org/presentationml/2006/main">
  <p:tag name="KSO_WM_BEAUTIFY_FLAG" val=""/>
</p:tagLst>
</file>

<file path=ppt/tags/tag1520.xml><?xml version="1.0" encoding="utf-8"?>
<p:tagLst xmlns:p="http://schemas.openxmlformats.org/presentationml/2006/main">
  <p:tag name="KSO_WM_BEAUTIFY_FLAG" val=""/>
</p:tagLst>
</file>

<file path=ppt/tags/tag1521.xml><?xml version="1.0" encoding="utf-8"?>
<p:tagLst xmlns:p="http://schemas.openxmlformats.org/presentationml/2006/main">
  <p:tag name="KSO_WM_BEAUTIFY_FLAG" val=""/>
</p:tagLst>
</file>

<file path=ppt/tags/tag1522.xml><?xml version="1.0" encoding="utf-8"?>
<p:tagLst xmlns:p="http://schemas.openxmlformats.org/presentationml/2006/main">
  <p:tag name="KSO_WM_BEAUTIFY_FLAG" val=""/>
</p:tagLst>
</file>

<file path=ppt/tags/tag1523.xml><?xml version="1.0" encoding="utf-8"?>
<p:tagLst xmlns:p="http://schemas.openxmlformats.org/presentationml/2006/main">
  <p:tag name="KSO_WM_BEAUTIFY_FLAG" val=""/>
</p:tagLst>
</file>

<file path=ppt/tags/tag1524.xml><?xml version="1.0" encoding="utf-8"?>
<p:tagLst xmlns:p="http://schemas.openxmlformats.org/presentationml/2006/main">
  <p:tag name="KSO_WM_BEAUTIFY_FLAG" val=""/>
</p:tagLst>
</file>

<file path=ppt/tags/tag1525.xml><?xml version="1.0" encoding="utf-8"?>
<p:tagLst xmlns:p="http://schemas.openxmlformats.org/presentationml/2006/main">
  <p:tag name="KSO_WM_BEAUTIFY_FLAG" val=""/>
</p:tagLst>
</file>

<file path=ppt/tags/tag1526.xml><?xml version="1.0" encoding="utf-8"?>
<p:tagLst xmlns:p="http://schemas.openxmlformats.org/presentationml/2006/main">
  <p:tag name="KSO_WM_BEAUTIFY_FLAG" val=""/>
</p:tagLst>
</file>

<file path=ppt/tags/tag1527.xml><?xml version="1.0" encoding="utf-8"?>
<p:tagLst xmlns:p="http://schemas.openxmlformats.org/presentationml/2006/main">
  <p:tag name="KSO_WM_BEAUTIFY_FLAG" val=""/>
</p:tagLst>
</file>

<file path=ppt/tags/tag1528.xml><?xml version="1.0" encoding="utf-8"?>
<p:tagLst xmlns:p="http://schemas.openxmlformats.org/presentationml/2006/main">
  <p:tag name="KSO_WM_BEAUTIFY_FLAG" val=""/>
</p:tagLst>
</file>

<file path=ppt/tags/tag1529.xml><?xml version="1.0" encoding="utf-8"?>
<p:tagLst xmlns:p="http://schemas.openxmlformats.org/presentationml/2006/main">
  <p:tag name="KSO_WM_BEAUTIFY_FLAG" val=""/>
</p:tagLst>
</file>

<file path=ppt/tags/tag1530.xml><?xml version="1.0" encoding="utf-8"?>
<p:tagLst xmlns:p="http://schemas.openxmlformats.org/presentationml/2006/main">
  <p:tag name="KSO_WM_BEAUTIFY_FLAG" val=""/>
</p:tagLst>
</file>

<file path=ppt/tags/tag1531.xml><?xml version="1.0" encoding="utf-8"?>
<p:tagLst xmlns:p="http://schemas.openxmlformats.org/presentationml/2006/main">
  <p:tag name="KSO_WM_BEAUTIFY_FLAG" val=""/>
</p:tagLst>
</file>

<file path=ppt/tags/tag1532.xml><?xml version="1.0" encoding="utf-8"?>
<p:tagLst xmlns:p="http://schemas.openxmlformats.org/presentationml/2006/main">
  <p:tag name="KSO_WM_BEAUTIFY_FLAG" val=""/>
</p:tagLst>
</file>

<file path=ppt/tags/tag1533.xml><?xml version="1.0" encoding="utf-8"?>
<p:tagLst xmlns:p="http://schemas.openxmlformats.org/presentationml/2006/main">
  <p:tag name="KSO_WM_BEAUTIFY_FLAG" val=""/>
</p:tagLst>
</file>

<file path=ppt/tags/tag1534.xml><?xml version="1.0" encoding="utf-8"?>
<p:tagLst xmlns:p="http://schemas.openxmlformats.org/presentationml/2006/main">
  <p:tag name="KSO_WM_BEAUTIFY_FLAG" val=""/>
</p:tagLst>
</file>

<file path=ppt/tags/tag1535.xml><?xml version="1.0" encoding="utf-8"?>
<p:tagLst xmlns:p="http://schemas.openxmlformats.org/presentationml/2006/main">
  <p:tag name="KSO_WM_BEAUTIFY_FLAG" val=""/>
</p:tagLst>
</file>

<file path=ppt/tags/tag1536.xml><?xml version="1.0" encoding="utf-8"?>
<p:tagLst xmlns:p="http://schemas.openxmlformats.org/presentationml/2006/main">
  <p:tag name="KSO_WM_BEAUTIFY_FLAG" val=""/>
</p:tagLst>
</file>

<file path=ppt/tags/tag1537.xml><?xml version="1.0" encoding="utf-8"?>
<p:tagLst xmlns:p="http://schemas.openxmlformats.org/presentationml/2006/main">
  <p:tag name="KSO_WM_BEAUTIFY_FLAG" val=""/>
</p:tagLst>
</file>

<file path=ppt/tags/tag1538.xml><?xml version="1.0" encoding="utf-8"?>
<p:tagLst xmlns:p="http://schemas.openxmlformats.org/presentationml/2006/main">
  <p:tag name="KSO_WM_BEAUTIFY_FLAG" val=""/>
</p:tagLst>
</file>

<file path=ppt/tags/tag1539.xml><?xml version="1.0" encoding="utf-8"?>
<p:tagLst xmlns:p="http://schemas.openxmlformats.org/presentationml/2006/main">
  <p:tag name="KSO_WM_BEAUTIFY_FLAG" val=""/>
</p:tagLst>
</file>

<file path=ppt/tags/tag1540.xml><?xml version="1.0" encoding="utf-8"?>
<p:tagLst xmlns:p="http://schemas.openxmlformats.org/presentationml/2006/main">
  <p:tag name="KSO_WM_BEAUTIFY_FLAG" val=""/>
</p:tagLst>
</file>

<file path=ppt/tags/tag1541.xml><?xml version="1.0" encoding="utf-8"?>
<p:tagLst xmlns:p="http://schemas.openxmlformats.org/presentationml/2006/main">
  <p:tag name="KSO_WM_BEAUTIFY_FLAG" val=""/>
</p:tagLst>
</file>

<file path=ppt/tags/tag1542.xml><?xml version="1.0" encoding="utf-8"?>
<p:tagLst xmlns:p="http://schemas.openxmlformats.org/presentationml/2006/main">
  <p:tag name="KSO_WM_BEAUTIFY_FLAG" val=""/>
</p:tagLst>
</file>

<file path=ppt/tags/tag1543.xml><?xml version="1.0" encoding="utf-8"?>
<p:tagLst xmlns:p="http://schemas.openxmlformats.org/presentationml/2006/main">
  <p:tag name="KSO_WM_BEAUTIFY_FLAG" val=""/>
</p:tagLst>
</file>

<file path=ppt/tags/tag1544.xml><?xml version="1.0" encoding="utf-8"?>
<p:tagLst xmlns:p="http://schemas.openxmlformats.org/presentationml/2006/main">
  <p:tag name="KSO_WM_BEAUTIFY_FLAG" val=""/>
</p:tagLst>
</file>

<file path=ppt/tags/tag1545.xml><?xml version="1.0" encoding="utf-8"?>
<p:tagLst xmlns:p="http://schemas.openxmlformats.org/presentationml/2006/main">
  <p:tag name="KSO_WM_BEAUTIFY_FLAG" val=""/>
</p:tagLst>
</file>

<file path=ppt/tags/tag1546.xml><?xml version="1.0" encoding="utf-8"?>
<p:tagLst xmlns:p="http://schemas.openxmlformats.org/presentationml/2006/main">
  <p:tag name="KSO_WM_BEAUTIFY_FLAG" val=""/>
</p:tagLst>
</file>

<file path=ppt/tags/tag1547.xml><?xml version="1.0" encoding="utf-8"?>
<p:tagLst xmlns:p="http://schemas.openxmlformats.org/presentationml/2006/main">
  <p:tag name="KSO_WM_BEAUTIFY_FLAG" val=""/>
</p:tagLst>
</file>

<file path=ppt/tags/tag1548.xml><?xml version="1.0" encoding="utf-8"?>
<p:tagLst xmlns:p="http://schemas.openxmlformats.org/presentationml/2006/main">
  <p:tag name="KSO_WM_BEAUTIFY_FLAG" val=""/>
</p:tagLst>
</file>

<file path=ppt/tags/tag1549.xml><?xml version="1.0" encoding="utf-8"?>
<p:tagLst xmlns:p="http://schemas.openxmlformats.org/presentationml/2006/main">
  <p:tag name="KSO_WM_BEAUTIFY_FLAG" val=""/>
</p:tagLst>
</file>

<file path=ppt/tags/tag1550.xml><?xml version="1.0" encoding="utf-8"?>
<p:tagLst xmlns:p="http://schemas.openxmlformats.org/presentationml/2006/main">
  <p:tag name="KSO_WM_BEAUTIFY_FLAG" val=""/>
</p:tagLst>
</file>

<file path=ppt/tags/tag1551.xml><?xml version="1.0" encoding="utf-8"?>
<p:tagLst xmlns:p="http://schemas.openxmlformats.org/presentationml/2006/main">
  <p:tag name="KSO_WM_BEAUTIFY_FLAG" val=""/>
</p:tagLst>
</file>

<file path=ppt/tags/tag1552.xml><?xml version="1.0" encoding="utf-8"?>
<p:tagLst xmlns:p="http://schemas.openxmlformats.org/presentationml/2006/main">
  <p:tag name="KSO_WM_BEAUTIFY_FLAG" val=""/>
</p:tagLst>
</file>

<file path=ppt/tags/tag1553.xml><?xml version="1.0" encoding="utf-8"?>
<p:tagLst xmlns:p="http://schemas.openxmlformats.org/presentationml/2006/main">
  <p:tag name="KSO_WM_BEAUTIFY_FLAG" val=""/>
</p:tagLst>
</file>

<file path=ppt/tags/tag1554.xml><?xml version="1.0" encoding="utf-8"?>
<p:tagLst xmlns:p="http://schemas.openxmlformats.org/presentationml/2006/main">
  <p:tag name="KSO_WM_BEAUTIFY_FLAG" val=""/>
</p:tagLst>
</file>

<file path=ppt/tags/tag1555.xml><?xml version="1.0" encoding="utf-8"?>
<p:tagLst xmlns:p="http://schemas.openxmlformats.org/presentationml/2006/main">
  <p:tag name="KSO_WM_BEAUTIFY_FLAG" val=""/>
</p:tagLst>
</file>

<file path=ppt/tags/tag1556.xml><?xml version="1.0" encoding="utf-8"?>
<p:tagLst xmlns:p="http://schemas.openxmlformats.org/presentationml/2006/main">
  <p:tag name="KSO_WM_BEAUTIFY_FLAG" val=""/>
</p:tagLst>
</file>

<file path=ppt/tags/tag1557.xml><?xml version="1.0" encoding="utf-8"?>
<p:tagLst xmlns:p="http://schemas.openxmlformats.org/presentationml/2006/main">
  <p:tag name="KSO_WM_BEAUTIFY_FLAG" val=""/>
</p:tagLst>
</file>

<file path=ppt/tags/tag1558.xml><?xml version="1.0" encoding="utf-8"?>
<p:tagLst xmlns:p="http://schemas.openxmlformats.org/presentationml/2006/main">
  <p:tag name="KSO_WM_BEAUTIFY_FLAG" val=""/>
</p:tagLst>
</file>

<file path=ppt/tags/tag1559.xml><?xml version="1.0" encoding="utf-8"?>
<p:tagLst xmlns:p="http://schemas.openxmlformats.org/presentationml/2006/main">
  <p:tag name="KSO_WM_BEAUTIFY_FLAG" val=""/>
</p:tagLst>
</file>

<file path=ppt/tags/tag1560.xml><?xml version="1.0" encoding="utf-8"?>
<p:tagLst xmlns:p="http://schemas.openxmlformats.org/presentationml/2006/main">
  <p:tag name="KSO_WM_BEAUTIFY_FLAG" val=""/>
</p:tagLst>
</file>

<file path=ppt/tags/tag1561.xml><?xml version="1.0" encoding="utf-8"?>
<p:tagLst xmlns:p="http://schemas.openxmlformats.org/presentationml/2006/main">
  <p:tag name="KSO_WM_BEAUTIFY_FLAG" val=""/>
</p:tagLst>
</file>

<file path=ppt/tags/tag1562.xml><?xml version="1.0" encoding="utf-8"?>
<p:tagLst xmlns:p="http://schemas.openxmlformats.org/presentationml/2006/main">
  <p:tag name="KSO_WM_BEAUTIFY_FLAG" val=""/>
</p:tagLst>
</file>

<file path=ppt/tags/tag1563.xml><?xml version="1.0" encoding="utf-8"?>
<p:tagLst xmlns:p="http://schemas.openxmlformats.org/presentationml/2006/main">
  <p:tag name="KSO_WM_BEAUTIFY_FLAG" val=""/>
</p:tagLst>
</file>

<file path=ppt/tags/tag1564.xml><?xml version="1.0" encoding="utf-8"?>
<p:tagLst xmlns:p="http://schemas.openxmlformats.org/presentationml/2006/main">
  <p:tag name="KSO_WM_BEAUTIFY_FLAG" val=""/>
</p:tagLst>
</file>

<file path=ppt/tags/tag1565.xml><?xml version="1.0" encoding="utf-8"?>
<p:tagLst xmlns:p="http://schemas.openxmlformats.org/presentationml/2006/main">
  <p:tag name="KSO_WM_BEAUTIFY_FLAG" val=""/>
</p:tagLst>
</file>

<file path=ppt/tags/tag1566.xml><?xml version="1.0" encoding="utf-8"?>
<p:tagLst xmlns:p="http://schemas.openxmlformats.org/presentationml/2006/main">
  <p:tag name="KSO_WM_BEAUTIFY_FLAG" val=""/>
</p:tagLst>
</file>

<file path=ppt/tags/tag1567.xml><?xml version="1.0" encoding="utf-8"?>
<p:tagLst xmlns:p="http://schemas.openxmlformats.org/presentationml/2006/main">
  <p:tag name="KSO_WM_BEAUTIFY_FLAG" val=""/>
</p:tagLst>
</file>

<file path=ppt/tags/tag1568.xml><?xml version="1.0" encoding="utf-8"?>
<p:tagLst xmlns:p="http://schemas.openxmlformats.org/presentationml/2006/main">
  <p:tag name="KSO_WM_BEAUTIFY_FLAG" val=""/>
</p:tagLst>
</file>

<file path=ppt/tags/tag1569.xml><?xml version="1.0" encoding="utf-8"?>
<p:tagLst xmlns:p="http://schemas.openxmlformats.org/presentationml/2006/main">
  <p:tag name="KSO_WM_BEAUTIFY_FLAG" val=""/>
</p:tagLst>
</file>

<file path=ppt/tags/tag1570.xml><?xml version="1.0" encoding="utf-8"?>
<p:tagLst xmlns:p="http://schemas.openxmlformats.org/presentationml/2006/main">
  <p:tag name="KSO_WM_BEAUTIFY_FLAG" val=""/>
</p:tagLst>
</file>

<file path=ppt/tags/tag1571.xml><?xml version="1.0" encoding="utf-8"?>
<p:tagLst xmlns:p="http://schemas.openxmlformats.org/presentationml/2006/main">
  <p:tag name="KSO_WM_BEAUTIFY_FLAG" val=""/>
</p:tagLst>
</file>

<file path=ppt/tags/tag1572.xml><?xml version="1.0" encoding="utf-8"?>
<p:tagLst xmlns:p="http://schemas.openxmlformats.org/presentationml/2006/main">
  <p:tag name="KSO_WM_BEAUTIFY_FLAG" val=""/>
</p:tagLst>
</file>

<file path=ppt/tags/tag1573.xml><?xml version="1.0" encoding="utf-8"?>
<p:tagLst xmlns:p="http://schemas.openxmlformats.org/presentationml/2006/main">
  <p:tag name="KSO_WM_BEAUTIFY_FLAG" val=""/>
</p:tagLst>
</file>

<file path=ppt/tags/tag1574.xml><?xml version="1.0" encoding="utf-8"?>
<p:tagLst xmlns:p="http://schemas.openxmlformats.org/presentationml/2006/main">
  <p:tag name="KSO_WM_BEAUTIFY_FLAG" val=""/>
</p:tagLst>
</file>

<file path=ppt/tags/tag1575.xml><?xml version="1.0" encoding="utf-8"?>
<p:tagLst xmlns:p="http://schemas.openxmlformats.org/presentationml/2006/main">
  <p:tag name="KSO_WM_BEAUTIFY_FLAG" val=""/>
</p:tagLst>
</file>

<file path=ppt/tags/tag1576.xml><?xml version="1.0" encoding="utf-8"?>
<p:tagLst xmlns:p="http://schemas.openxmlformats.org/presentationml/2006/main">
  <p:tag name="KSO_WM_BEAUTIFY_FLAG" val=""/>
</p:tagLst>
</file>

<file path=ppt/tags/tag1577.xml><?xml version="1.0" encoding="utf-8"?>
<p:tagLst xmlns:p="http://schemas.openxmlformats.org/presentationml/2006/main">
  <p:tag name="KSO_WM_BEAUTIFY_FLAG" val=""/>
</p:tagLst>
</file>

<file path=ppt/tags/tag1578.xml><?xml version="1.0" encoding="utf-8"?>
<p:tagLst xmlns:p="http://schemas.openxmlformats.org/presentationml/2006/main">
  <p:tag name="KSO_WM_BEAUTIFY_FLAG" val=""/>
</p:tagLst>
</file>

<file path=ppt/tags/tag1579.xml><?xml version="1.0" encoding="utf-8"?>
<p:tagLst xmlns:p="http://schemas.openxmlformats.org/presentationml/2006/main">
  <p:tag name="KSO_WM_BEAUTIFY_FLAG" val=""/>
</p:tagLst>
</file>

<file path=ppt/tags/tag1580.xml><?xml version="1.0" encoding="utf-8"?>
<p:tagLst xmlns:p="http://schemas.openxmlformats.org/presentationml/2006/main">
  <p:tag name="KSO_WM_BEAUTIFY_FLAG" val=""/>
</p:tagLst>
</file>

<file path=ppt/tags/tag1581.xml><?xml version="1.0" encoding="utf-8"?>
<p:tagLst xmlns:p="http://schemas.openxmlformats.org/presentationml/2006/main">
  <p:tag name="KSO_WM_BEAUTIFY_FLAG" val=""/>
</p:tagLst>
</file>

<file path=ppt/tags/tag1582.xml><?xml version="1.0" encoding="utf-8"?>
<p:tagLst xmlns:p="http://schemas.openxmlformats.org/presentationml/2006/main">
  <p:tag name="KSO_WM_BEAUTIFY_FLAG" val=""/>
</p:tagLst>
</file>

<file path=ppt/tags/tag1583.xml><?xml version="1.0" encoding="utf-8"?>
<p:tagLst xmlns:p="http://schemas.openxmlformats.org/presentationml/2006/main">
  <p:tag name="KSO_WM_BEAUTIFY_FLAG" val=""/>
</p:tagLst>
</file>

<file path=ppt/tags/tag1584.xml><?xml version="1.0" encoding="utf-8"?>
<p:tagLst xmlns:p="http://schemas.openxmlformats.org/presentationml/2006/main">
  <p:tag name="KSO_WM_BEAUTIFY_FLAG" val=""/>
</p:tagLst>
</file>

<file path=ppt/tags/tag1585.xml><?xml version="1.0" encoding="utf-8"?>
<p:tagLst xmlns:p="http://schemas.openxmlformats.org/presentationml/2006/main">
  <p:tag name="KSO_WM_BEAUTIFY_FLAG" val=""/>
</p:tagLst>
</file>

<file path=ppt/tags/tag1586.xml><?xml version="1.0" encoding="utf-8"?>
<p:tagLst xmlns:p="http://schemas.openxmlformats.org/presentationml/2006/main">
  <p:tag name="KSO_WM_BEAUTIFY_FLAG" val=""/>
</p:tagLst>
</file>

<file path=ppt/tags/tag1587.xml><?xml version="1.0" encoding="utf-8"?>
<p:tagLst xmlns:p="http://schemas.openxmlformats.org/presentationml/2006/main">
  <p:tag name="KSO_WM_BEAUTIFY_FLAG" val=""/>
</p:tagLst>
</file>

<file path=ppt/tags/tag1588.xml><?xml version="1.0" encoding="utf-8"?>
<p:tagLst xmlns:p="http://schemas.openxmlformats.org/presentationml/2006/main">
  <p:tag name="KSO_WM_BEAUTIFY_FLAG" val=""/>
</p:tagLst>
</file>

<file path=ppt/tags/tag1589.xml><?xml version="1.0" encoding="utf-8"?>
<p:tagLst xmlns:p="http://schemas.openxmlformats.org/presentationml/2006/main">
  <p:tag name="KSO_WM_BEAUTIFY_FLAG" val=""/>
</p:tagLst>
</file>

<file path=ppt/tags/tag1590.xml><?xml version="1.0" encoding="utf-8"?>
<p:tagLst xmlns:p="http://schemas.openxmlformats.org/presentationml/2006/main">
  <p:tag name="KSO_WM_BEAUTIFY_FLAG" val=""/>
</p:tagLst>
</file>

<file path=ppt/tags/tag1591.xml><?xml version="1.0" encoding="utf-8"?>
<p:tagLst xmlns:p="http://schemas.openxmlformats.org/presentationml/2006/main">
  <p:tag name="KSO_WM_BEAUTIFY_FLAG" val=""/>
</p:tagLst>
</file>

<file path=ppt/tags/tag1592.xml><?xml version="1.0" encoding="utf-8"?>
<p:tagLst xmlns:p="http://schemas.openxmlformats.org/presentationml/2006/main">
  <p:tag name="KSO_WM_BEAUTIFY_FLAG" val=""/>
</p:tagLst>
</file>

<file path=ppt/tags/tag1593.xml><?xml version="1.0" encoding="utf-8"?>
<p:tagLst xmlns:p="http://schemas.openxmlformats.org/presentationml/2006/main">
  <p:tag name="KSO_WM_BEAUTIFY_FLAG" val=""/>
</p:tagLst>
</file>

<file path=ppt/tags/tag1594.xml><?xml version="1.0" encoding="utf-8"?>
<p:tagLst xmlns:p="http://schemas.openxmlformats.org/presentationml/2006/main">
  <p:tag name="KSO_WM_BEAUTIFY_FLAG" val=""/>
</p:tagLst>
</file>

<file path=ppt/tags/tag1595.xml><?xml version="1.0" encoding="utf-8"?>
<p:tagLst xmlns:p="http://schemas.openxmlformats.org/presentationml/2006/main">
  <p:tag name="KSO_WM_BEAUTIFY_FLAG" val=""/>
</p:tagLst>
</file>

<file path=ppt/tags/tag1596.xml><?xml version="1.0" encoding="utf-8"?>
<p:tagLst xmlns:p="http://schemas.openxmlformats.org/presentationml/2006/main">
  <p:tag name="KSO_WM_BEAUTIFY_FLAG" val=""/>
</p:tagLst>
</file>

<file path=ppt/tags/tag1597.xml><?xml version="1.0" encoding="utf-8"?>
<p:tagLst xmlns:p="http://schemas.openxmlformats.org/presentationml/2006/main">
  <p:tag name="KSO_WM_BEAUTIFY_FLAG" val=""/>
</p:tagLst>
</file>

<file path=ppt/tags/tag1598.xml><?xml version="1.0" encoding="utf-8"?>
<p:tagLst xmlns:p="http://schemas.openxmlformats.org/presentationml/2006/main">
  <p:tag name="KSO_WM_BEAUTIFY_FLAG" val=""/>
</p:tagLst>
</file>

<file path=ppt/tags/tag1599.xml><?xml version="1.0" encoding="utf-8"?>
<p:tagLst xmlns:p="http://schemas.openxmlformats.org/presentationml/2006/main">
  <p:tag name="KSO_WM_BEAUTIFY_FLAG" val=""/>
</p:tagLst>
</file>

<file path=ppt/tags/tag1600.xml><?xml version="1.0" encoding="utf-8"?>
<p:tagLst xmlns:p="http://schemas.openxmlformats.org/presentationml/2006/main">
  <p:tag name="KSO_WM_BEAUTIFY_FLAG" val=""/>
</p:tagLst>
</file>

<file path=ppt/tags/tag1601.xml><?xml version="1.0" encoding="utf-8"?>
<p:tagLst xmlns:p="http://schemas.openxmlformats.org/presentationml/2006/main">
  <p:tag name="KSO_WM_BEAUTIFY_FLAG" val=""/>
</p:tagLst>
</file>

<file path=ppt/tags/tag1602.xml><?xml version="1.0" encoding="utf-8"?>
<p:tagLst xmlns:p="http://schemas.openxmlformats.org/presentationml/2006/main">
  <p:tag name="KSO_WM_BEAUTIFY_FLAG" val=""/>
</p:tagLst>
</file>

<file path=ppt/tags/tag1603.xml><?xml version="1.0" encoding="utf-8"?>
<p:tagLst xmlns:p="http://schemas.openxmlformats.org/presentationml/2006/main">
  <p:tag name="KSO_WM_BEAUTIFY_FLAG" val=""/>
</p:tagLst>
</file>

<file path=ppt/tags/tag1604.xml><?xml version="1.0" encoding="utf-8"?>
<p:tagLst xmlns:p="http://schemas.openxmlformats.org/presentationml/2006/main">
  <p:tag name="KSO_WM_BEAUTIFY_FLAG" val=""/>
</p:tagLst>
</file>

<file path=ppt/tags/tag1605.xml><?xml version="1.0" encoding="utf-8"?>
<p:tagLst xmlns:p="http://schemas.openxmlformats.org/presentationml/2006/main">
  <p:tag name="KSO_WM_BEAUTIFY_FLAG" val=""/>
</p:tagLst>
</file>

<file path=ppt/tags/tag1606.xml><?xml version="1.0" encoding="utf-8"?>
<p:tagLst xmlns:p="http://schemas.openxmlformats.org/presentationml/2006/main">
  <p:tag name="KSO_WM_BEAUTIFY_FLAG" val=""/>
</p:tagLst>
</file>

<file path=ppt/tags/tag1607.xml><?xml version="1.0" encoding="utf-8"?>
<p:tagLst xmlns:p="http://schemas.openxmlformats.org/presentationml/2006/main">
  <p:tag name="KSO_WM_BEAUTIFY_FLAG" val=""/>
</p:tagLst>
</file>

<file path=ppt/tags/tag1608.xml><?xml version="1.0" encoding="utf-8"?>
<p:tagLst xmlns:p="http://schemas.openxmlformats.org/presentationml/2006/main">
  <p:tag name="KSO_WM_BEAUTIFY_FLAG" val=""/>
</p:tagLst>
</file>

<file path=ppt/tags/tag1609.xml><?xml version="1.0" encoding="utf-8"?>
<p:tagLst xmlns:p="http://schemas.openxmlformats.org/presentationml/2006/main">
  <p:tag name="KSO_WM_BEAUTIFY_FLAG" val=""/>
</p:tagLst>
</file>

<file path=ppt/tags/tag1610.xml><?xml version="1.0" encoding="utf-8"?>
<p:tagLst xmlns:p="http://schemas.openxmlformats.org/presentationml/2006/main">
  <p:tag name="KSO_WM_BEAUTIFY_FLAG" val=""/>
</p:tagLst>
</file>

<file path=ppt/tags/tag1611.xml><?xml version="1.0" encoding="utf-8"?>
<p:tagLst xmlns:p="http://schemas.openxmlformats.org/presentationml/2006/main">
  <p:tag name="KSO_WM_BEAUTIFY_FLAG" val=""/>
</p:tagLst>
</file>

<file path=ppt/tags/tag1612.xml><?xml version="1.0" encoding="utf-8"?>
<p:tagLst xmlns:p="http://schemas.openxmlformats.org/presentationml/2006/main">
  <p:tag name="KSO_WM_BEAUTIFY_FLAG" val=""/>
</p:tagLst>
</file>

<file path=ppt/tags/tag1613.xml><?xml version="1.0" encoding="utf-8"?>
<p:tagLst xmlns:p="http://schemas.openxmlformats.org/presentationml/2006/main">
  <p:tag name="KSO_WM_BEAUTIFY_FLAG" val=""/>
</p:tagLst>
</file>

<file path=ppt/tags/tag1614.xml><?xml version="1.0" encoding="utf-8"?>
<p:tagLst xmlns:p="http://schemas.openxmlformats.org/presentationml/2006/main">
  <p:tag name="KSO_WM_BEAUTIFY_FLAG" val=""/>
</p:tagLst>
</file>

<file path=ppt/tags/tag1615.xml><?xml version="1.0" encoding="utf-8"?>
<p:tagLst xmlns:p="http://schemas.openxmlformats.org/presentationml/2006/main">
  <p:tag name="KSO_WM_BEAUTIFY_FLAG" val=""/>
</p:tagLst>
</file>

<file path=ppt/tags/tag1616.xml><?xml version="1.0" encoding="utf-8"?>
<p:tagLst xmlns:p="http://schemas.openxmlformats.org/presentationml/2006/main">
  <p:tag name="KSO_WM_BEAUTIFY_FLAG" val=""/>
</p:tagLst>
</file>

<file path=ppt/tags/tag1617.xml><?xml version="1.0" encoding="utf-8"?>
<p:tagLst xmlns:p="http://schemas.openxmlformats.org/presentationml/2006/main">
  <p:tag name="KSO_WM_BEAUTIFY_FLAG" val=""/>
</p:tagLst>
</file>

<file path=ppt/tags/tag1618.xml><?xml version="1.0" encoding="utf-8"?>
<p:tagLst xmlns:p="http://schemas.openxmlformats.org/presentationml/2006/main">
  <p:tag name="KSO_WM_BEAUTIFY_FLAG" val=""/>
</p:tagLst>
</file>

<file path=ppt/tags/tag1619.xml><?xml version="1.0" encoding="utf-8"?>
<p:tagLst xmlns:p="http://schemas.openxmlformats.org/presentationml/2006/main">
  <p:tag name="KSO_WM_BEAUTIFY_FLAG" val=""/>
</p:tagLst>
</file>

<file path=ppt/tags/tag1620.xml><?xml version="1.0" encoding="utf-8"?>
<p:tagLst xmlns:p="http://schemas.openxmlformats.org/presentationml/2006/main">
  <p:tag name="KSO_WM_BEAUTIFY_FLAG" val=""/>
</p:tagLst>
</file>

<file path=ppt/tags/tag1621.xml><?xml version="1.0" encoding="utf-8"?>
<p:tagLst xmlns:p="http://schemas.openxmlformats.org/presentationml/2006/main">
  <p:tag name="KSO_WM_BEAUTIFY_FLAG" val=""/>
</p:tagLst>
</file>

<file path=ppt/tags/tag1622.xml><?xml version="1.0" encoding="utf-8"?>
<p:tagLst xmlns:p="http://schemas.openxmlformats.org/presentationml/2006/main">
  <p:tag name="KSO_WM_BEAUTIFY_FLAG" val=""/>
</p:tagLst>
</file>

<file path=ppt/tags/tag1623.xml><?xml version="1.0" encoding="utf-8"?>
<p:tagLst xmlns:p="http://schemas.openxmlformats.org/presentationml/2006/main">
  <p:tag name="KSO_WM_BEAUTIFY_FLAG" val=""/>
</p:tagLst>
</file>

<file path=ppt/tags/tag1624.xml><?xml version="1.0" encoding="utf-8"?>
<p:tagLst xmlns:p="http://schemas.openxmlformats.org/presentationml/2006/main">
  <p:tag name="KSO_WM_BEAUTIFY_FLAG" val=""/>
</p:tagLst>
</file>

<file path=ppt/tags/tag1625.xml><?xml version="1.0" encoding="utf-8"?>
<p:tagLst xmlns:p="http://schemas.openxmlformats.org/presentationml/2006/main">
  <p:tag name="KSO_WM_BEAUTIFY_FLAG" val=""/>
</p:tagLst>
</file>

<file path=ppt/tags/tag1626.xml><?xml version="1.0" encoding="utf-8"?>
<p:tagLst xmlns:p="http://schemas.openxmlformats.org/presentationml/2006/main">
  <p:tag name="KSO_WM_BEAUTIFY_FLAG" val=""/>
</p:tagLst>
</file>

<file path=ppt/tags/tag1627.xml><?xml version="1.0" encoding="utf-8"?>
<p:tagLst xmlns:p="http://schemas.openxmlformats.org/presentationml/2006/main">
  <p:tag name="KSO_WM_BEAUTIFY_FLAG" val=""/>
</p:tagLst>
</file>

<file path=ppt/tags/tag1628.xml><?xml version="1.0" encoding="utf-8"?>
<p:tagLst xmlns:p="http://schemas.openxmlformats.org/presentationml/2006/main">
  <p:tag name="KSO_WM_BEAUTIFY_FLAG" val=""/>
</p:tagLst>
</file>

<file path=ppt/tags/tag1629.xml><?xml version="1.0" encoding="utf-8"?>
<p:tagLst xmlns:p="http://schemas.openxmlformats.org/presentationml/2006/main">
  <p:tag name="KSO_WM_BEAUTIFY_FLAG" val=""/>
</p:tagLst>
</file>

<file path=ppt/tags/tag1630.xml><?xml version="1.0" encoding="utf-8"?>
<p:tagLst xmlns:p="http://schemas.openxmlformats.org/presentationml/2006/main">
  <p:tag name="KSO_WM_BEAUTIFY_FLAG" val=""/>
</p:tagLst>
</file>

<file path=ppt/tags/tag1631.xml><?xml version="1.0" encoding="utf-8"?>
<p:tagLst xmlns:p="http://schemas.openxmlformats.org/presentationml/2006/main">
  <p:tag name="KSO_WM_BEAUTIFY_FLAG" val=""/>
</p:tagLst>
</file>

<file path=ppt/tags/tag1632.xml><?xml version="1.0" encoding="utf-8"?>
<p:tagLst xmlns:p="http://schemas.openxmlformats.org/presentationml/2006/main">
  <p:tag name="KSO_WM_BEAUTIFY_FLAG" val=""/>
</p:tagLst>
</file>

<file path=ppt/tags/tag1633.xml><?xml version="1.0" encoding="utf-8"?>
<p:tagLst xmlns:p="http://schemas.openxmlformats.org/presentationml/2006/main">
  <p:tag name="KSO_WM_BEAUTIFY_FLAG" val=""/>
</p:tagLst>
</file>

<file path=ppt/tags/tag1634.xml><?xml version="1.0" encoding="utf-8"?>
<p:tagLst xmlns:p="http://schemas.openxmlformats.org/presentationml/2006/main">
  <p:tag name="KSO_WM_BEAUTIFY_FLAG" val=""/>
</p:tagLst>
</file>

<file path=ppt/tags/tag1635.xml><?xml version="1.0" encoding="utf-8"?>
<p:tagLst xmlns:p="http://schemas.openxmlformats.org/presentationml/2006/main">
  <p:tag name="KSO_WM_BEAUTIFY_FLAG" val=""/>
</p:tagLst>
</file>

<file path=ppt/tags/tag1636.xml><?xml version="1.0" encoding="utf-8"?>
<p:tagLst xmlns:p="http://schemas.openxmlformats.org/presentationml/2006/main">
  <p:tag name="KSO_WM_BEAUTIFY_FLAG" val=""/>
</p:tagLst>
</file>

<file path=ppt/tags/tag1637.xml><?xml version="1.0" encoding="utf-8"?>
<p:tagLst xmlns:p="http://schemas.openxmlformats.org/presentationml/2006/main">
  <p:tag name="KSO_WM_BEAUTIFY_FLAG" val=""/>
</p:tagLst>
</file>

<file path=ppt/tags/tag1638.xml><?xml version="1.0" encoding="utf-8"?>
<p:tagLst xmlns:p="http://schemas.openxmlformats.org/presentationml/2006/main">
  <p:tag name="KSO_WM_BEAUTIFY_FLAG" val=""/>
</p:tagLst>
</file>

<file path=ppt/tags/tag1639.xml><?xml version="1.0" encoding="utf-8"?>
<p:tagLst xmlns:p="http://schemas.openxmlformats.org/presentationml/2006/main">
  <p:tag name="KSO_WM_BEAUTIFY_FLAG" val=""/>
</p:tagLst>
</file>

<file path=ppt/tags/tag1640.xml><?xml version="1.0" encoding="utf-8"?>
<p:tagLst xmlns:p="http://schemas.openxmlformats.org/presentationml/2006/main">
  <p:tag name="KSO_WM_BEAUTIFY_FLAG" val=""/>
</p:tagLst>
</file>

<file path=ppt/tags/tag1641.xml><?xml version="1.0" encoding="utf-8"?>
<p:tagLst xmlns:p="http://schemas.openxmlformats.org/presentationml/2006/main">
  <p:tag name="KSO_WM_BEAUTIFY_FLAG" val=""/>
</p:tagLst>
</file>

<file path=ppt/tags/tag1642.xml><?xml version="1.0" encoding="utf-8"?>
<p:tagLst xmlns:p="http://schemas.openxmlformats.org/presentationml/2006/main">
  <p:tag name="KSO_WM_BEAUTIFY_FLAG" val=""/>
</p:tagLst>
</file>

<file path=ppt/tags/tag1643.xml><?xml version="1.0" encoding="utf-8"?>
<p:tagLst xmlns:p="http://schemas.openxmlformats.org/presentationml/2006/main">
  <p:tag name="KSO_WM_BEAUTIFY_FLAG" val=""/>
</p:tagLst>
</file>

<file path=ppt/tags/tag1644.xml><?xml version="1.0" encoding="utf-8"?>
<p:tagLst xmlns:p="http://schemas.openxmlformats.org/presentationml/2006/main">
  <p:tag name="KSO_WM_BEAUTIFY_FLAG" val=""/>
</p:tagLst>
</file>

<file path=ppt/tags/tag1645.xml><?xml version="1.0" encoding="utf-8"?>
<p:tagLst xmlns:p="http://schemas.openxmlformats.org/presentationml/2006/main">
  <p:tag name="KSO_WM_BEAUTIFY_FLAG" val=""/>
</p:tagLst>
</file>

<file path=ppt/tags/tag1646.xml><?xml version="1.0" encoding="utf-8"?>
<p:tagLst xmlns:p="http://schemas.openxmlformats.org/presentationml/2006/main">
  <p:tag name="KSO_WM_BEAUTIFY_FLAG" val=""/>
</p:tagLst>
</file>

<file path=ppt/tags/tag1647.xml><?xml version="1.0" encoding="utf-8"?>
<p:tagLst xmlns:p="http://schemas.openxmlformats.org/presentationml/2006/main">
  <p:tag name="KSO_WM_BEAUTIFY_FLAG" val=""/>
</p:tagLst>
</file>

<file path=ppt/tags/tag1648.xml><?xml version="1.0" encoding="utf-8"?>
<p:tagLst xmlns:p="http://schemas.openxmlformats.org/presentationml/2006/main">
  <p:tag name="KSO_WM_BEAUTIFY_FLAG" val=""/>
</p:tagLst>
</file>

<file path=ppt/tags/tag1649.xml><?xml version="1.0" encoding="utf-8"?>
<p:tagLst xmlns:p="http://schemas.openxmlformats.org/presentationml/2006/main">
  <p:tag name="KSO_WM_BEAUTIFY_FLAG" val=""/>
</p:tagLst>
</file>

<file path=ppt/tags/tag1650.xml><?xml version="1.0" encoding="utf-8"?>
<p:tagLst xmlns:p="http://schemas.openxmlformats.org/presentationml/2006/main">
  <p:tag name="KSO_WM_BEAUTIFY_FLAG" val=""/>
</p:tagLst>
</file>

<file path=ppt/tags/tag1651.xml><?xml version="1.0" encoding="utf-8"?>
<p:tagLst xmlns:p="http://schemas.openxmlformats.org/presentationml/2006/main">
  <p:tag name="KSO_WM_BEAUTIFY_FLAG" val=""/>
</p:tagLst>
</file>

<file path=ppt/tags/tag1652.xml><?xml version="1.0" encoding="utf-8"?>
<p:tagLst xmlns:p="http://schemas.openxmlformats.org/presentationml/2006/main">
  <p:tag name="KSO_WM_BEAUTIFY_FLAG" val=""/>
</p:tagLst>
</file>

<file path=ppt/tags/tag1653.xml><?xml version="1.0" encoding="utf-8"?>
<p:tagLst xmlns:p="http://schemas.openxmlformats.org/presentationml/2006/main">
  <p:tag name="KSO_WM_BEAUTIFY_FLAG" val=""/>
</p:tagLst>
</file>

<file path=ppt/tags/tag1654.xml><?xml version="1.0" encoding="utf-8"?>
<p:tagLst xmlns:p="http://schemas.openxmlformats.org/presentationml/2006/main">
  <p:tag name="KSO_WM_BEAUTIFY_FLAG" val=""/>
</p:tagLst>
</file>

<file path=ppt/tags/tag1655.xml><?xml version="1.0" encoding="utf-8"?>
<p:tagLst xmlns:p="http://schemas.openxmlformats.org/presentationml/2006/main">
  <p:tag name="KSO_WM_BEAUTIFY_FLAG" val=""/>
</p:tagLst>
</file>

<file path=ppt/tags/tag1656.xml><?xml version="1.0" encoding="utf-8"?>
<p:tagLst xmlns:p="http://schemas.openxmlformats.org/presentationml/2006/main">
  <p:tag name="KSO_WM_BEAUTIFY_FLAG" val=""/>
</p:tagLst>
</file>

<file path=ppt/tags/tag1657.xml><?xml version="1.0" encoding="utf-8"?>
<p:tagLst xmlns:p="http://schemas.openxmlformats.org/presentationml/2006/main">
  <p:tag name="KSO_WM_BEAUTIFY_FLAG" val=""/>
</p:tagLst>
</file>

<file path=ppt/tags/tag1658.xml><?xml version="1.0" encoding="utf-8"?>
<p:tagLst xmlns:p="http://schemas.openxmlformats.org/presentationml/2006/main">
  <p:tag name="KSO_WM_BEAUTIFY_FLAG" val=""/>
</p:tagLst>
</file>

<file path=ppt/tags/tag1659.xml><?xml version="1.0" encoding="utf-8"?>
<p:tagLst xmlns:p="http://schemas.openxmlformats.org/presentationml/2006/main">
  <p:tag name="KSO_WM_BEAUTIFY_FLAG" val=""/>
</p:tagLst>
</file>

<file path=ppt/tags/tag1660.xml><?xml version="1.0" encoding="utf-8"?>
<p:tagLst xmlns:p="http://schemas.openxmlformats.org/presentationml/2006/main">
  <p:tag name="KSO_WM_BEAUTIFY_FLAG" val=""/>
</p:tagLst>
</file>

<file path=ppt/tags/tag1661.xml><?xml version="1.0" encoding="utf-8"?>
<p:tagLst xmlns:p="http://schemas.openxmlformats.org/presentationml/2006/main">
  <p:tag name="KSO_WM_BEAUTIFY_FLAG" val=""/>
</p:tagLst>
</file>

<file path=ppt/tags/tag1662.xml><?xml version="1.0" encoding="utf-8"?>
<p:tagLst xmlns:p="http://schemas.openxmlformats.org/presentationml/2006/main">
  <p:tag name="KSO_WM_BEAUTIFY_FLAG" val=""/>
</p:tagLst>
</file>

<file path=ppt/tags/tag1663.xml><?xml version="1.0" encoding="utf-8"?>
<p:tagLst xmlns:p="http://schemas.openxmlformats.org/presentationml/2006/main">
  <p:tag name="KSO_WM_BEAUTIFY_FLAG" val=""/>
</p:tagLst>
</file>

<file path=ppt/tags/tag1664.xml><?xml version="1.0" encoding="utf-8"?>
<p:tagLst xmlns:p="http://schemas.openxmlformats.org/presentationml/2006/main">
  <p:tag name="KSO_WM_BEAUTIFY_FLAG" val=""/>
</p:tagLst>
</file>

<file path=ppt/tags/tag1665.xml><?xml version="1.0" encoding="utf-8"?>
<p:tagLst xmlns:p="http://schemas.openxmlformats.org/presentationml/2006/main">
  <p:tag name="KSO_WM_BEAUTIFY_FLAG" val=""/>
</p:tagLst>
</file>

<file path=ppt/tags/tag1666.xml><?xml version="1.0" encoding="utf-8"?>
<p:tagLst xmlns:p="http://schemas.openxmlformats.org/presentationml/2006/main">
  <p:tag name="KSO_WM_BEAUTIFY_FLAG" val=""/>
</p:tagLst>
</file>

<file path=ppt/tags/tag1667.xml><?xml version="1.0" encoding="utf-8"?>
<p:tagLst xmlns:p="http://schemas.openxmlformats.org/presentationml/2006/main">
  <p:tag name="KSO_WM_BEAUTIFY_FLAG" val=""/>
</p:tagLst>
</file>

<file path=ppt/tags/tag1668.xml><?xml version="1.0" encoding="utf-8"?>
<p:tagLst xmlns:p="http://schemas.openxmlformats.org/presentationml/2006/main">
  <p:tag name="KSO_WM_BEAUTIFY_FLAG" val=""/>
</p:tagLst>
</file>

<file path=ppt/tags/tag1669.xml><?xml version="1.0" encoding="utf-8"?>
<p:tagLst xmlns:p="http://schemas.openxmlformats.org/presentationml/2006/main">
  <p:tag name="KSO_WM_BEAUTIFY_FLAG" val=""/>
</p:tagLst>
</file>

<file path=ppt/tags/tag1670.xml><?xml version="1.0" encoding="utf-8"?>
<p:tagLst xmlns:p="http://schemas.openxmlformats.org/presentationml/2006/main">
  <p:tag name="KSO_WM_BEAUTIFY_FLAG" val=""/>
</p:tagLst>
</file>

<file path=ppt/tags/tag1671.xml><?xml version="1.0" encoding="utf-8"?>
<p:tagLst xmlns:p="http://schemas.openxmlformats.org/presentationml/2006/main">
  <p:tag name="KSO_WM_BEAUTIFY_FLAG" val=""/>
</p:tagLst>
</file>

<file path=ppt/tags/tag1672.xml><?xml version="1.0" encoding="utf-8"?>
<p:tagLst xmlns:p="http://schemas.openxmlformats.org/presentationml/2006/main">
  <p:tag name="KSO_WM_BEAUTIFY_FLAG" val=""/>
</p:tagLst>
</file>

<file path=ppt/tags/tag1673.xml><?xml version="1.0" encoding="utf-8"?>
<p:tagLst xmlns:p="http://schemas.openxmlformats.org/presentationml/2006/main">
  <p:tag name="KSO_WM_BEAUTIFY_FLAG" val=""/>
</p:tagLst>
</file>

<file path=ppt/tags/tag1674.xml><?xml version="1.0" encoding="utf-8"?>
<p:tagLst xmlns:p="http://schemas.openxmlformats.org/presentationml/2006/main">
  <p:tag name="KSO_WM_BEAUTIFY_FLAG" val=""/>
</p:tagLst>
</file>

<file path=ppt/tags/tag1675.xml><?xml version="1.0" encoding="utf-8"?>
<p:tagLst xmlns:p="http://schemas.openxmlformats.org/presentationml/2006/main">
  <p:tag name="KSO_WM_BEAUTIFY_FLAG" val=""/>
</p:tagLst>
</file>

<file path=ppt/tags/tag1676.xml><?xml version="1.0" encoding="utf-8"?>
<p:tagLst xmlns:p="http://schemas.openxmlformats.org/presentationml/2006/main">
  <p:tag name="KSO_WM_BEAUTIFY_FLAG" val=""/>
</p:tagLst>
</file>

<file path=ppt/tags/tag1677.xml><?xml version="1.0" encoding="utf-8"?>
<p:tagLst xmlns:p="http://schemas.openxmlformats.org/presentationml/2006/main">
  <p:tag name="KSO_WM_BEAUTIFY_FLAG" val=""/>
</p:tagLst>
</file>

<file path=ppt/tags/tag1678.xml><?xml version="1.0" encoding="utf-8"?>
<p:tagLst xmlns:p="http://schemas.openxmlformats.org/presentationml/2006/main">
  <p:tag name="KSO_WM_BEAUTIFY_FLAG" val=""/>
</p:tagLst>
</file>

<file path=ppt/tags/tag1679.xml><?xml version="1.0" encoding="utf-8"?>
<p:tagLst xmlns:p="http://schemas.openxmlformats.org/presentationml/2006/main">
  <p:tag name="KSO_WM_BEAUTIFY_FLAG" val=""/>
</p:tagLst>
</file>

<file path=ppt/tags/tag1680.xml><?xml version="1.0" encoding="utf-8"?>
<p:tagLst xmlns:p="http://schemas.openxmlformats.org/presentationml/2006/main">
  <p:tag name="KSO_WM_BEAUTIFY_FLAG" val=""/>
</p:tagLst>
</file>

<file path=ppt/tags/tag1681.xml><?xml version="1.0" encoding="utf-8"?>
<p:tagLst xmlns:p="http://schemas.openxmlformats.org/presentationml/2006/main">
  <p:tag name="KSO_WM_BEAUTIFY_FLAG" val=""/>
</p:tagLst>
</file>

<file path=ppt/tags/tag1682.xml><?xml version="1.0" encoding="utf-8"?>
<p:tagLst xmlns:p="http://schemas.openxmlformats.org/presentationml/2006/main">
  <p:tag name="KSO_WM_BEAUTIFY_FLAG" val=""/>
</p:tagLst>
</file>

<file path=ppt/tags/tag1683.xml><?xml version="1.0" encoding="utf-8"?>
<p:tagLst xmlns:p="http://schemas.openxmlformats.org/presentationml/2006/main">
  <p:tag name="KSO_WM_BEAUTIFY_FLAG" val=""/>
</p:tagLst>
</file>

<file path=ppt/tags/tag1684.xml><?xml version="1.0" encoding="utf-8"?>
<p:tagLst xmlns:p="http://schemas.openxmlformats.org/presentationml/2006/main">
  <p:tag name="KSO_WM_BEAUTIFY_FLAG" val=""/>
</p:tagLst>
</file>

<file path=ppt/tags/tag1685.xml><?xml version="1.0" encoding="utf-8"?>
<p:tagLst xmlns:p="http://schemas.openxmlformats.org/presentationml/2006/main">
  <p:tag name="KSO_WM_BEAUTIFY_FLAG" val=""/>
</p:tagLst>
</file>

<file path=ppt/tags/tag1686.xml><?xml version="1.0" encoding="utf-8"?>
<p:tagLst xmlns:p="http://schemas.openxmlformats.org/presentationml/2006/main">
  <p:tag name="KSO_WM_BEAUTIFY_FLAG" val=""/>
</p:tagLst>
</file>

<file path=ppt/tags/tag1687.xml><?xml version="1.0" encoding="utf-8"?>
<p:tagLst xmlns:p="http://schemas.openxmlformats.org/presentationml/2006/main">
  <p:tag name="KSO_WM_BEAUTIFY_FLAG" val=""/>
</p:tagLst>
</file>

<file path=ppt/tags/tag1688.xml><?xml version="1.0" encoding="utf-8"?>
<p:tagLst xmlns:p="http://schemas.openxmlformats.org/presentationml/2006/main">
  <p:tag name="KSO_WM_BEAUTIFY_FLAG" val=""/>
</p:tagLst>
</file>

<file path=ppt/tags/tag1689.xml><?xml version="1.0" encoding="utf-8"?>
<p:tagLst xmlns:p="http://schemas.openxmlformats.org/presentationml/2006/main">
  <p:tag name="KSO_WM_BEAUTIFY_FLAG" val=""/>
</p:tagLst>
</file>

<file path=ppt/tags/tag1690.xml><?xml version="1.0" encoding="utf-8"?>
<p:tagLst xmlns:p="http://schemas.openxmlformats.org/presentationml/2006/main">
  <p:tag name="KSO_WM_BEAUTIFY_FLAG" val=""/>
</p:tagLst>
</file>

<file path=ppt/tags/tag1691.xml><?xml version="1.0" encoding="utf-8"?>
<p:tagLst xmlns:p="http://schemas.openxmlformats.org/presentationml/2006/main">
  <p:tag name="KSO_WM_BEAUTIFY_FLAG" val=""/>
</p:tagLst>
</file>

<file path=ppt/tags/tag1692.xml><?xml version="1.0" encoding="utf-8"?>
<p:tagLst xmlns:p="http://schemas.openxmlformats.org/presentationml/2006/main">
  <p:tag name="KSO_WM_BEAUTIFY_FLAG" val=""/>
</p:tagLst>
</file>

<file path=ppt/tags/tag1693.xml><?xml version="1.0" encoding="utf-8"?>
<p:tagLst xmlns:p="http://schemas.openxmlformats.org/presentationml/2006/main">
  <p:tag name="KSO_WM_BEAUTIFY_FLAG" val=""/>
</p:tagLst>
</file>

<file path=ppt/tags/tag1694.xml><?xml version="1.0" encoding="utf-8"?>
<p:tagLst xmlns:p="http://schemas.openxmlformats.org/presentationml/2006/main">
  <p:tag name="KSO_WM_BEAUTIFY_FLAG" val=""/>
</p:tagLst>
</file>

<file path=ppt/tags/tag1695.xml><?xml version="1.0" encoding="utf-8"?>
<p:tagLst xmlns:p="http://schemas.openxmlformats.org/presentationml/2006/main">
  <p:tag name="KSO_WM_BEAUTIFY_FLAG" val=""/>
</p:tagLst>
</file>

<file path=ppt/tags/tag1696.xml><?xml version="1.0" encoding="utf-8"?>
<p:tagLst xmlns:p="http://schemas.openxmlformats.org/presentationml/2006/main">
  <p:tag name="KSO_WM_BEAUTIFY_FLAG" val=""/>
</p:tagLst>
</file>

<file path=ppt/tags/tag1697.xml><?xml version="1.0" encoding="utf-8"?>
<p:tagLst xmlns:p="http://schemas.openxmlformats.org/presentationml/2006/main">
  <p:tag name="KSO_WM_BEAUTIFY_FLAG" val=""/>
</p:tagLst>
</file>

<file path=ppt/tags/tag1698.xml><?xml version="1.0" encoding="utf-8"?>
<p:tagLst xmlns:p="http://schemas.openxmlformats.org/presentationml/2006/main">
  <p:tag name="KSO_WM_BEAUTIFY_FLAG" val=""/>
</p:tagLst>
</file>

<file path=ppt/tags/tag1699.xml><?xml version="1.0" encoding="utf-8"?>
<p:tagLst xmlns:p="http://schemas.openxmlformats.org/presentationml/2006/main">
  <p:tag name="KSO_WM_BEAUTIFY_FLAG" val=""/>
</p:tagLst>
</file>

<file path=ppt/tags/tag1700.xml><?xml version="1.0" encoding="utf-8"?>
<p:tagLst xmlns:p="http://schemas.openxmlformats.org/presentationml/2006/main">
  <p:tag name="KSO_WM_BEAUTIFY_FLAG" val=""/>
</p:tagLst>
</file>

<file path=ppt/tags/tag1701.xml><?xml version="1.0" encoding="utf-8"?>
<p:tagLst xmlns:p="http://schemas.openxmlformats.org/presentationml/2006/main">
  <p:tag name="KSO_WM_BEAUTIFY_FLAG" val=""/>
</p:tagLst>
</file>

<file path=ppt/tags/tag1702.xml><?xml version="1.0" encoding="utf-8"?>
<p:tagLst xmlns:p="http://schemas.openxmlformats.org/presentationml/2006/main">
  <p:tag name="KSO_WM_BEAUTIFY_FLAG" val=""/>
</p:tagLst>
</file>

<file path=ppt/tags/tag1703.xml><?xml version="1.0" encoding="utf-8"?>
<p:tagLst xmlns:p="http://schemas.openxmlformats.org/presentationml/2006/main">
  <p:tag name="KSO_WM_BEAUTIFY_FLAG" val=""/>
</p:tagLst>
</file>

<file path=ppt/tags/tag1704.xml><?xml version="1.0" encoding="utf-8"?>
<p:tagLst xmlns:p="http://schemas.openxmlformats.org/presentationml/2006/main">
  <p:tag name="KSO_WM_BEAUTIFY_FLAG" val=""/>
</p:tagLst>
</file>

<file path=ppt/tags/tag1705.xml><?xml version="1.0" encoding="utf-8"?>
<p:tagLst xmlns:p="http://schemas.openxmlformats.org/presentationml/2006/main">
  <p:tag name="KSO_WM_BEAUTIFY_FLAG" val=""/>
</p:tagLst>
</file>

<file path=ppt/tags/tag1706.xml><?xml version="1.0" encoding="utf-8"?>
<p:tagLst xmlns:p="http://schemas.openxmlformats.org/presentationml/2006/main">
  <p:tag name="KSO_WM_BEAUTIFY_FLAG" val=""/>
</p:tagLst>
</file>

<file path=ppt/tags/tag1707.xml><?xml version="1.0" encoding="utf-8"?>
<p:tagLst xmlns:p="http://schemas.openxmlformats.org/presentationml/2006/main">
  <p:tag name="KSO_WM_BEAUTIFY_FLAG" val=""/>
</p:tagLst>
</file>

<file path=ppt/tags/tag1708.xml><?xml version="1.0" encoding="utf-8"?>
<p:tagLst xmlns:p="http://schemas.openxmlformats.org/presentationml/2006/main">
  <p:tag name="KSO_WM_BEAUTIFY_FLAG" val=""/>
</p:tagLst>
</file>

<file path=ppt/tags/tag1709.xml><?xml version="1.0" encoding="utf-8"?>
<p:tagLst xmlns:p="http://schemas.openxmlformats.org/presentationml/2006/main">
  <p:tag name="KSO_WM_BEAUTIFY_FLAG" val=""/>
</p:tagLst>
</file>

<file path=ppt/tags/tag1710.xml><?xml version="1.0" encoding="utf-8"?>
<p:tagLst xmlns:p="http://schemas.openxmlformats.org/presentationml/2006/main">
  <p:tag name="KSO_WM_BEAUTIFY_FLAG" val=""/>
</p:tagLst>
</file>

<file path=ppt/tags/tag1711.xml><?xml version="1.0" encoding="utf-8"?>
<p:tagLst xmlns:p="http://schemas.openxmlformats.org/presentationml/2006/main">
  <p:tag name="KSO_WM_BEAUTIFY_FLAG" val=""/>
</p:tagLst>
</file>

<file path=ppt/tags/tag1712.xml><?xml version="1.0" encoding="utf-8"?>
<p:tagLst xmlns:p="http://schemas.openxmlformats.org/presentationml/2006/main">
  <p:tag name="KSO_WM_BEAUTIFY_FLAG" val=""/>
</p:tagLst>
</file>

<file path=ppt/tags/tag1713.xml><?xml version="1.0" encoding="utf-8"?>
<p:tagLst xmlns:p="http://schemas.openxmlformats.org/presentationml/2006/main">
  <p:tag name="KSO_WM_BEAUTIFY_FLAG" val=""/>
</p:tagLst>
</file>

<file path=ppt/tags/tag1714.xml><?xml version="1.0" encoding="utf-8"?>
<p:tagLst xmlns:p="http://schemas.openxmlformats.org/presentationml/2006/main">
  <p:tag name="KSO_WM_BEAUTIFY_FLAG" val=""/>
</p:tagLst>
</file>

<file path=ppt/tags/tag1715.xml><?xml version="1.0" encoding="utf-8"?>
<p:tagLst xmlns:p="http://schemas.openxmlformats.org/presentationml/2006/main">
  <p:tag name="KSO_WM_BEAUTIFY_FLAG" val=""/>
</p:tagLst>
</file>

<file path=ppt/tags/tag1716.xml><?xml version="1.0" encoding="utf-8"?>
<p:tagLst xmlns:p="http://schemas.openxmlformats.org/presentationml/2006/main">
  <p:tag name="KSO_WM_BEAUTIFY_FLAG" val=""/>
</p:tagLst>
</file>

<file path=ppt/tags/tag1717.xml><?xml version="1.0" encoding="utf-8"?>
<p:tagLst xmlns:p="http://schemas.openxmlformats.org/presentationml/2006/main">
  <p:tag name="KSO_WM_BEAUTIFY_FLAG" val=""/>
</p:tagLst>
</file>

<file path=ppt/tags/tag1718.xml><?xml version="1.0" encoding="utf-8"?>
<p:tagLst xmlns:p="http://schemas.openxmlformats.org/presentationml/2006/main">
  <p:tag name="KSO_WM_BEAUTIFY_FLAG" val=""/>
</p:tagLst>
</file>

<file path=ppt/tags/tag1719.xml><?xml version="1.0" encoding="utf-8"?>
<p:tagLst xmlns:p="http://schemas.openxmlformats.org/presentationml/2006/main">
  <p:tag name="KSO_WM_BEAUTIFY_FLAG" val=""/>
</p:tagLst>
</file>

<file path=ppt/tags/tag1720.xml><?xml version="1.0" encoding="utf-8"?>
<p:tagLst xmlns:p="http://schemas.openxmlformats.org/presentationml/2006/main">
  <p:tag name="KSO_WM_BEAUTIFY_FLAG" val=""/>
</p:tagLst>
</file>

<file path=ppt/tags/tag1721.xml><?xml version="1.0" encoding="utf-8"?>
<p:tagLst xmlns:p="http://schemas.openxmlformats.org/presentationml/2006/main">
  <p:tag name="KSO_WM_BEAUTIFY_FLAG" val=""/>
</p:tagLst>
</file>

<file path=ppt/tags/tag1722.xml><?xml version="1.0" encoding="utf-8"?>
<p:tagLst xmlns:p="http://schemas.openxmlformats.org/presentationml/2006/main">
  <p:tag name="KSO_WM_BEAUTIFY_FLAG" val=""/>
</p:tagLst>
</file>

<file path=ppt/tags/tag1723.xml><?xml version="1.0" encoding="utf-8"?>
<p:tagLst xmlns:p="http://schemas.openxmlformats.org/presentationml/2006/main">
  <p:tag name="KSO_WM_BEAUTIFY_FLAG" val=""/>
</p:tagLst>
</file>

<file path=ppt/tags/tag1724.xml><?xml version="1.0" encoding="utf-8"?>
<p:tagLst xmlns:p="http://schemas.openxmlformats.org/presentationml/2006/main">
  <p:tag name="KSO_WM_BEAUTIFY_FLAG" val=""/>
</p:tagLst>
</file>

<file path=ppt/tags/tag1725.xml><?xml version="1.0" encoding="utf-8"?>
<p:tagLst xmlns:p="http://schemas.openxmlformats.org/presentationml/2006/main">
  <p:tag name="KSO_WM_BEAUTIFY_FLAG" val=""/>
</p:tagLst>
</file>

<file path=ppt/tags/tag1726.xml><?xml version="1.0" encoding="utf-8"?>
<p:tagLst xmlns:p="http://schemas.openxmlformats.org/presentationml/2006/main">
  <p:tag name="KSO_WM_BEAUTIFY_FLAG" val=""/>
</p:tagLst>
</file>

<file path=ppt/tags/tag1727.xml><?xml version="1.0" encoding="utf-8"?>
<p:tagLst xmlns:p="http://schemas.openxmlformats.org/presentationml/2006/main">
  <p:tag name="KSO_WM_BEAUTIFY_FLAG" val=""/>
</p:tagLst>
</file>

<file path=ppt/tags/tag1728.xml><?xml version="1.0" encoding="utf-8"?>
<p:tagLst xmlns:p="http://schemas.openxmlformats.org/presentationml/2006/main">
  <p:tag name="KSO_WM_BEAUTIFY_FLAG" val=""/>
</p:tagLst>
</file>

<file path=ppt/tags/tag1729.xml><?xml version="1.0" encoding="utf-8"?>
<p:tagLst xmlns:p="http://schemas.openxmlformats.org/presentationml/2006/main">
  <p:tag name="KSO_WM_BEAUTIFY_FLAG" val=""/>
</p:tagLst>
</file>

<file path=ppt/tags/tag1730.xml><?xml version="1.0" encoding="utf-8"?>
<p:tagLst xmlns:p="http://schemas.openxmlformats.org/presentationml/2006/main">
  <p:tag name="KSO_WM_BEAUTIFY_FLAG" val=""/>
</p:tagLst>
</file>

<file path=ppt/tags/tag1731.xml><?xml version="1.0" encoding="utf-8"?>
<p:tagLst xmlns:p="http://schemas.openxmlformats.org/presentationml/2006/main">
  <p:tag name="KSO_WM_BEAUTIFY_FLAG" val=""/>
</p:tagLst>
</file>

<file path=ppt/tags/tag1732.xml><?xml version="1.0" encoding="utf-8"?>
<p:tagLst xmlns:p="http://schemas.openxmlformats.org/presentationml/2006/main">
  <p:tag name="KSO_WM_BEAUTIFY_FLAG" val=""/>
</p:tagLst>
</file>

<file path=ppt/tags/tag1733.xml><?xml version="1.0" encoding="utf-8"?>
<p:tagLst xmlns:p="http://schemas.openxmlformats.org/presentationml/2006/main">
  <p:tag name="KSO_WM_BEAUTIFY_FLAG" val=""/>
</p:tagLst>
</file>

<file path=ppt/tags/tag1734.xml><?xml version="1.0" encoding="utf-8"?>
<p:tagLst xmlns:p="http://schemas.openxmlformats.org/presentationml/2006/main">
  <p:tag name="KSO_WM_BEAUTIFY_FLAG" val=""/>
</p:tagLst>
</file>

<file path=ppt/tags/tag1735.xml><?xml version="1.0" encoding="utf-8"?>
<p:tagLst xmlns:p="http://schemas.openxmlformats.org/presentationml/2006/main">
  <p:tag name="KSO_WM_BEAUTIFY_FLAG" val=""/>
</p:tagLst>
</file>

<file path=ppt/tags/tag1736.xml><?xml version="1.0" encoding="utf-8"?>
<p:tagLst xmlns:p="http://schemas.openxmlformats.org/presentationml/2006/main">
  <p:tag name="KSO_WM_BEAUTIFY_FLAG" val=""/>
</p:tagLst>
</file>

<file path=ppt/tags/tag1737.xml><?xml version="1.0" encoding="utf-8"?>
<p:tagLst xmlns:p="http://schemas.openxmlformats.org/presentationml/2006/main">
  <p:tag name="KSO_WM_BEAUTIFY_FLAG" val=""/>
</p:tagLst>
</file>

<file path=ppt/tags/tag1738.xml><?xml version="1.0" encoding="utf-8"?>
<p:tagLst xmlns:p="http://schemas.openxmlformats.org/presentationml/2006/main">
  <p:tag name="KSO_WM_BEAUTIFY_FLAG" val=""/>
</p:tagLst>
</file>

<file path=ppt/tags/tag1739.xml><?xml version="1.0" encoding="utf-8"?>
<p:tagLst xmlns:p="http://schemas.openxmlformats.org/presentationml/2006/main">
  <p:tag name="KSO_WM_BEAUTIFY_FLAG" val=""/>
</p:tagLst>
</file>

<file path=ppt/tags/tag1740.xml><?xml version="1.0" encoding="utf-8"?>
<p:tagLst xmlns:p="http://schemas.openxmlformats.org/presentationml/2006/main">
  <p:tag name="KSO_WM_BEAUTIFY_FLAG" val=""/>
</p:tagLst>
</file>

<file path=ppt/tags/tag1741.xml><?xml version="1.0" encoding="utf-8"?>
<p:tagLst xmlns:p="http://schemas.openxmlformats.org/presentationml/2006/main">
  <p:tag name="KSO_WM_BEAUTIFY_FLAG" val=""/>
</p:tagLst>
</file>

<file path=ppt/tags/tag1742.xml><?xml version="1.0" encoding="utf-8"?>
<p:tagLst xmlns:p="http://schemas.openxmlformats.org/presentationml/2006/main">
  <p:tag name="KSO_WM_BEAUTIFY_FLAG" val=""/>
</p:tagLst>
</file>

<file path=ppt/tags/tag1743.xml><?xml version="1.0" encoding="utf-8"?>
<p:tagLst xmlns:p="http://schemas.openxmlformats.org/presentationml/2006/main">
  <p:tag name="KSO_WM_BEAUTIFY_FLAG" val=""/>
</p:tagLst>
</file>

<file path=ppt/tags/tag1744.xml><?xml version="1.0" encoding="utf-8"?>
<p:tagLst xmlns:p="http://schemas.openxmlformats.org/presentationml/2006/main">
  <p:tag name="KSO_WM_BEAUTIFY_FLAG" val=""/>
</p:tagLst>
</file>

<file path=ppt/tags/tag1745.xml><?xml version="1.0" encoding="utf-8"?>
<p:tagLst xmlns:p="http://schemas.openxmlformats.org/presentationml/2006/main">
  <p:tag name="KSO_WM_BEAUTIFY_FLAG" val=""/>
</p:tagLst>
</file>

<file path=ppt/tags/tag1746.xml><?xml version="1.0" encoding="utf-8"?>
<p:tagLst xmlns:p="http://schemas.openxmlformats.org/presentationml/2006/main">
  <p:tag name="KSO_WM_BEAUTIFY_FLAG" val=""/>
</p:tagLst>
</file>

<file path=ppt/tags/tag1747.xml><?xml version="1.0" encoding="utf-8"?>
<p:tagLst xmlns:p="http://schemas.openxmlformats.org/presentationml/2006/main">
  <p:tag name="KSO_WM_BEAUTIFY_FLAG" val=""/>
</p:tagLst>
</file>

<file path=ppt/tags/tag1748.xml><?xml version="1.0" encoding="utf-8"?>
<p:tagLst xmlns:p="http://schemas.openxmlformats.org/presentationml/2006/main">
  <p:tag name="KSO_WM_BEAUTIFY_FLAG" val=""/>
</p:tagLst>
</file>

<file path=ppt/tags/tag1749.xml><?xml version="1.0" encoding="utf-8"?>
<p:tagLst xmlns:p="http://schemas.openxmlformats.org/presentationml/2006/main">
  <p:tag name="KSO_WM_BEAUTIFY_FLAG" val=""/>
</p:tagLst>
</file>

<file path=ppt/tags/tag1750.xml><?xml version="1.0" encoding="utf-8"?>
<p:tagLst xmlns:p="http://schemas.openxmlformats.org/presentationml/2006/main">
  <p:tag name="KSO_WM_BEAUTIFY_FLAG" val=""/>
</p:tagLst>
</file>

<file path=ppt/tags/tag1751.xml><?xml version="1.0" encoding="utf-8"?>
<p:tagLst xmlns:p="http://schemas.openxmlformats.org/presentationml/2006/main">
  <p:tag name="KSO_WM_BEAUTIFY_FLAG" val=""/>
</p:tagLst>
</file>

<file path=ppt/tags/tag1752.xml><?xml version="1.0" encoding="utf-8"?>
<p:tagLst xmlns:p="http://schemas.openxmlformats.org/presentationml/2006/main">
  <p:tag name="KSO_WM_BEAUTIFY_FLAG" val=""/>
</p:tagLst>
</file>

<file path=ppt/tags/tag1753.xml><?xml version="1.0" encoding="utf-8"?>
<p:tagLst xmlns:p="http://schemas.openxmlformats.org/presentationml/2006/main">
  <p:tag name="KSO_WM_BEAUTIFY_FLAG" val=""/>
</p:tagLst>
</file>

<file path=ppt/tags/tag1754.xml><?xml version="1.0" encoding="utf-8"?>
<p:tagLst xmlns:p="http://schemas.openxmlformats.org/presentationml/2006/main">
  <p:tag name="KSO_WM_BEAUTIFY_FLAG" val=""/>
</p:tagLst>
</file>

<file path=ppt/tags/tag1755.xml><?xml version="1.0" encoding="utf-8"?>
<p:tagLst xmlns:p="http://schemas.openxmlformats.org/presentationml/2006/main">
  <p:tag name="KSO_WM_BEAUTIFY_FLAG" val=""/>
</p:tagLst>
</file>

<file path=ppt/tags/tag1756.xml><?xml version="1.0" encoding="utf-8"?>
<p:tagLst xmlns:p="http://schemas.openxmlformats.org/presentationml/2006/main">
  <p:tag name="KSO_WM_BEAUTIFY_FLAG" val=""/>
</p:tagLst>
</file>

<file path=ppt/tags/tag1757.xml><?xml version="1.0" encoding="utf-8"?>
<p:tagLst xmlns:p="http://schemas.openxmlformats.org/presentationml/2006/main">
  <p:tag name="KSO_WM_BEAUTIFY_FLAG" val=""/>
</p:tagLst>
</file>

<file path=ppt/tags/tag1758.xml><?xml version="1.0" encoding="utf-8"?>
<p:tagLst xmlns:p="http://schemas.openxmlformats.org/presentationml/2006/main">
  <p:tag name="KSO_WM_BEAUTIFY_FLAG" val=""/>
</p:tagLst>
</file>

<file path=ppt/tags/tag1759.xml><?xml version="1.0" encoding="utf-8"?>
<p:tagLst xmlns:p="http://schemas.openxmlformats.org/presentationml/2006/main">
  <p:tag name="KSO_WM_BEAUTIFY_FLAG" val=""/>
</p:tagLst>
</file>

<file path=ppt/tags/tag1760.xml><?xml version="1.0" encoding="utf-8"?>
<p:tagLst xmlns:p="http://schemas.openxmlformats.org/presentationml/2006/main">
  <p:tag name="KSO_WM_BEAUTIFY_FLAG" val=""/>
</p:tagLst>
</file>

<file path=ppt/tags/tag1761.xml><?xml version="1.0" encoding="utf-8"?>
<p:tagLst xmlns:p="http://schemas.openxmlformats.org/presentationml/2006/main">
  <p:tag name="KSO_WM_BEAUTIFY_FLAG" val=""/>
</p:tagLst>
</file>

<file path=ppt/tags/tag1762.xml><?xml version="1.0" encoding="utf-8"?>
<p:tagLst xmlns:p="http://schemas.openxmlformats.org/presentationml/2006/main">
  <p:tag name="KSO_WM_BEAUTIFY_FLAG" val=""/>
</p:tagLst>
</file>

<file path=ppt/tags/tag1763.xml><?xml version="1.0" encoding="utf-8"?>
<p:tagLst xmlns:p="http://schemas.openxmlformats.org/presentationml/2006/main">
  <p:tag name="KSO_WM_BEAUTIFY_FLAG" val=""/>
</p:tagLst>
</file>

<file path=ppt/tags/tag1764.xml><?xml version="1.0" encoding="utf-8"?>
<p:tagLst xmlns:p="http://schemas.openxmlformats.org/presentationml/2006/main">
  <p:tag name="KSO_WM_BEAUTIFY_FLAG" val=""/>
</p:tagLst>
</file>

<file path=ppt/tags/tag1765.xml><?xml version="1.0" encoding="utf-8"?>
<p:tagLst xmlns:p="http://schemas.openxmlformats.org/presentationml/2006/main">
  <p:tag name="KSO_WM_BEAUTIFY_FLAG" val=""/>
</p:tagLst>
</file>

<file path=ppt/tags/tag1766.xml><?xml version="1.0" encoding="utf-8"?>
<p:tagLst xmlns:p="http://schemas.openxmlformats.org/presentationml/2006/main">
  <p:tag name="KSO_WM_BEAUTIFY_FLAG" val=""/>
</p:tagLst>
</file>

<file path=ppt/tags/tag1767.xml><?xml version="1.0" encoding="utf-8"?>
<p:tagLst xmlns:p="http://schemas.openxmlformats.org/presentationml/2006/main">
  <p:tag name="KSO_WM_BEAUTIFY_FLAG" val=""/>
</p:tagLst>
</file>

<file path=ppt/tags/tag1768.xml><?xml version="1.0" encoding="utf-8"?>
<p:tagLst xmlns:p="http://schemas.openxmlformats.org/presentationml/2006/main">
  <p:tag name="KSO_WM_BEAUTIFY_FLAG" val=""/>
</p:tagLst>
</file>

<file path=ppt/tags/tag1769.xml><?xml version="1.0" encoding="utf-8"?>
<p:tagLst xmlns:p="http://schemas.openxmlformats.org/presentationml/2006/main">
  <p:tag name="KSO_WM_BEAUTIFY_FLAG" val=""/>
</p:tagLst>
</file>

<file path=ppt/tags/tag1770.xml><?xml version="1.0" encoding="utf-8"?>
<p:tagLst xmlns:p="http://schemas.openxmlformats.org/presentationml/2006/main">
  <p:tag name="KSO_WM_BEAUTIFY_FLAG" val=""/>
</p:tagLst>
</file>

<file path=ppt/tags/tag1771.xml><?xml version="1.0" encoding="utf-8"?>
<p:tagLst xmlns:p="http://schemas.openxmlformats.org/presentationml/2006/main">
  <p:tag name="KSO_WM_BEAUTIFY_FLAG" val=""/>
</p:tagLst>
</file>

<file path=ppt/tags/tag1772.xml><?xml version="1.0" encoding="utf-8"?>
<p:tagLst xmlns:p="http://schemas.openxmlformats.org/presentationml/2006/main">
  <p:tag name="KSO_WM_BEAUTIFY_FLAG" val=""/>
</p:tagLst>
</file>

<file path=ppt/tags/tag1773.xml><?xml version="1.0" encoding="utf-8"?>
<p:tagLst xmlns:p="http://schemas.openxmlformats.org/presentationml/2006/main">
  <p:tag name="KSO_WM_BEAUTIFY_FLAG" val=""/>
</p:tagLst>
</file>

<file path=ppt/tags/tag1774.xml><?xml version="1.0" encoding="utf-8"?>
<p:tagLst xmlns:p="http://schemas.openxmlformats.org/presentationml/2006/main">
  <p:tag name="KSO_WM_BEAUTIFY_FLAG" val=""/>
</p:tagLst>
</file>

<file path=ppt/tags/tag1775.xml><?xml version="1.0" encoding="utf-8"?>
<p:tagLst xmlns:p="http://schemas.openxmlformats.org/presentationml/2006/main">
  <p:tag name="KSO_WM_BEAUTIFY_FLAG" val=""/>
</p:tagLst>
</file>

<file path=ppt/tags/tag1776.xml><?xml version="1.0" encoding="utf-8"?>
<p:tagLst xmlns:p="http://schemas.openxmlformats.org/presentationml/2006/main">
  <p:tag name="KSO_WM_BEAUTIFY_FLAG" val=""/>
</p:tagLst>
</file>

<file path=ppt/tags/tag1777.xml><?xml version="1.0" encoding="utf-8"?>
<p:tagLst xmlns:p="http://schemas.openxmlformats.org/presentationml/2006/main">
  <p:tag name="KSO_WM_BEAUTIFY_FLAG" val=""/>
</p:tagLst>
</file>

<file path=ppt/tags/tag1778.xml><?xml version="1.0" encoding="utf-8"?>
<p:tagLst xmlns:p="http://schemas.openxmlformats.org/presentationml/2006/main">
  <p:tag name="KSO_WM_BEAUTIFY_FLAG" val=""/>
</p:tagLst>
</file>

<file path=ppt/tags/tag1779.xml><?xml version="1.0" encoding="utf-8"?>
<p:tagLst xmlns:p="http://schemas.openxmlformats.org/presentationml/2006/main">
  <p:tag name="KSO_WM_BEAUTIFY_FLAG" val=""/>
</p:tagLst>
</file>

<file path=ppt/tags/tag1780.xml><?xml version="1.0" encoding="utf-8"?>
<p:tagLst xmlns:p="http://schemas.openxmlformats.org/presentationml/2006/main">
  <p:tag name="KSO_WM_BEAUTIFY_FLAG" val=""/>
</p:tagLst>
</file>

<file path=ppt/tags/tag1781.xml><?xml version="1.0" encoding="utf-8"?>
<p:tagLst xmlns:p="http://schemas.openxmlformats.org/presentationml/2006/main">
  <p:tag name="KSO_WM_BEAUTIFY_FLAG" val=""/>
</p:tagLst>
</file>

<file path=ppt/tags/tag1782.xml><?xml version="1.0" encoding="utf-8"?>
<p:tagLst xmlns:p="http://schemas.openxmlformats.org/presentationml/2006/main">
  <p:tag name="KSO_WM_BEAUTIFY_FLAG" val=""/>
</p:tagLst>
</file>

<file path=ppt/tags/tag1783.xml><?xml version="1.0" encoding="utf-8"?>
<p:tagLst xmlns:p="http://schemas.openxmlformats.org/presentationml/2006/main">
  <p:tag name="KSO_WM_BEAUTIFY_FLAG" val=""/>
</p:tagLst>
</file>

<file path=ppt/tags/tag1784.xml><?xml version="1.0" encoding="utf-8"?>
<p:tagLst xmlns:p="http://schemas.openxmlformats.org/presentationml/2006/main">
  <p:tag name="KSO_WM_BEAUTIFY_FLAG" val=""/>
</p:tagLst>
</file>

<file path=ppt/tags/tag1785.xml><?xml version="1.0" encoding="utf-8"?>
<p:tagLst xmlns:p="http://schemas.openxmlformats.org/presentationml/2006/main">
  <p:tag name="KSO_WM_BEAUTIFY_FLAG" val=""/>
</p:tagLst>
</file>

<file path=ppt/tags/tag1786.xml><?xml version="1.0" encoding="utf-8"?>
<p:tagLst xmlns:p="http://schemas.openxmlformats.org/presentationml/2006/main">
  <p:tag name="KSO_WM_BEAUTIFY_FLAG" val=""/>
</p:tagLst>
</file>

<file path=ppt/tags/tag1787.xml><?xml version="1.0" encoding="utf-8"?>
<p:tagLst xmlns:p="http://schemas.openxmlformats.org/presentationml/2006/main">
  <p:tag name="KSO_WM_BEAUTIFY_FLAG" val=""/>
</p:tagLst>
</file>

<file path=ppt/tags/tag1788.xml><?xml version="1.0" encoding="utf-8"?>
<p:tagLst xmlns:p="http://schemas.openxmlformats.org/presentationml/2006/main">
  <p:tag name="KSO_WM_BEAUTIFY_FLAG" val=""/>
</p:tagLst>
</file>

<file path=ppt/tags/tag1789.xml><?xml version="1.0" encoding="utf-8"?>
<p:tagLst xmlns:p="http://schemas.openxmlformats.org/presentationml/2006/main">
  <p:tag name="KSO_WM_BEAUTIFY_FLAG" val=""/>
</p:tagLst>
</file>

<file path=ppt/tags/tag1790.xml><?xml version="1.0" encoding="utf-8"?>
<p:tagLst xmlns:p="http://schemas.openxmlformats.org/presentationml/2006/main">
  <p:tag name="KSO_WM_BEAUTIFY_FLAG" val=""/>
</p:tagLst>
</file>

<file path=ppt/tags/tag1791.xml><?xml version="1.0" encoding="utf-8"?>
<p:tagLst xmlns:p="http://schemas.openxmlformats.org/presentationml/2006/main">
  <p:tag name="KSO_WM_BEAUTIFY_FLAG" val=""/>
</p:tagLst>
</file>

<file path=ppt/tags/tag1792.xml><?xml version="1.0" encoding="utf-8"?>
<p:tagLst xmlns:p="http://schemas.openxmlformats.org/presentationml/2006/main">
  <p:tag name="KSO_WM_BEAUTIFY_FLAG" val=""/>
</p:tagLst>
</file>

<file path=ppt/tags/tag1793.xml><?xml version="1.0" encoding="utf-8"?>
<p:tagLst xmlns:p="http://schemas.openxmlformats.org/presentationml/2006/main">
  <p:tag name="KSO_WM_BEAUTIFY_FLAG" val=""/>
</p:tagLst>
</file>

<file path=ppt/tags/tag1794.xml><?xml version="1.0" encoding="utf-8"?>
<p:tagLst xmlns:p="http://schemas.openxmlformats.org/presentationml/2006/main">
  <p:tag name="KSO_WM_BEAUTIFY_FLAG" val=""/>
</p:tagLst>
</file>

<file path=ppt/tags/tag1795.xml><?xml version="1.0" encoding="utf-8"?>
<p:tagLst xmlns:p="http://schemas.openxmlformats.org/presentationml/2006/main">
  <p:tag name="KSO_WM_BEAUTIFY_FLAG" val=""/>
</p:tagLst>
</file>

<file path=ppt/tags/tag1796.xml><?xml version="1.0" encoding="utf-8"?>
<p:tagLst xmlns:p="http://schemas.openxmlformats.org/presentationml/2006/main">
  <p:tag name="KSO_WM_BEAUTIFY_FLAG" val=""/>
</p:tagLst>
</file>

<file path=ppt/tags/tag1797.xml><?xml version="1.0" encoding="utf-8"?>
<p:tagLst xmlns:p="http://schemas.openxmlformats.org/presentationml/2006/main">
  <p:tag name="KSO_WM_BEAUTIFY_FLAG" val=""/>
</p:tagLst>
</file>

<file path=ppt/tags/tag1798.xml><?xml version="1.0" encoding="utf-8"?>
<p:tagLst xmlns:p="http://schemas.openxmlformats.org/presentationml/2006/main">
  <p:tag name="KSO_WM_BEAUTIFY_FLAG" val=""/>
</p:tagLst>
</file>

<file path=ppt/tags/tag1799.xml><?xml version="1.0" encoding="utf-8"?>
<p:tagLst xmlns:p="http://schemas.openxmlformats.org/presentationml/2006/main">
  <p:tag name="KSO_WM_BEAUTIFY_FLAG" val=""/>
</p:tagLst>
</file>

<file path=ppt/tags/tag1800.xml><?xml version="1.0" encoding="utf-8"?>
<p:tagLst xmlns:p="http://schemas.openxmlformats.org/presentationml/2006/main">
  <p:tag name="KSO_WM_BEAUTIFY_FLAG" val=""/>
</p:tagLst>
</file>

<file path=ppt/tags/tag1801.xml><?xml version="1.0" encoding="utf-8"?>
<p:tagLst xmlns:p="http://schemas.openxmlformats.org/presentationml/2006/main">
  <p:tag name="KSO_WM_BEAUTIFY_FLAG" val=""/>
</p:tagLst>
</file>

<file path=ppt/tags/tag1802.xml><?xml version="1.0" encoding="utf-8"?>
<p:tagLst xmlns:p="http://schemas.openxmlformats.org/presentationml/2006/main">
  <p:tag name="KSO_WM_BEAUTIFY_FLAG" val=""/>
</p:tagLst>
</file>

<file path=ppt/tags/tag1803.xml><?xml version="1.0" encoding="utf-8"?>
<p:tagLst xmlns:p="http://schemas.openxmlformats.org/presentationml/2006/main">
  <p:tag name="KSO_WM_BEAUTIFY_FLAG" val=""/>
</p:tagLst>
</file>

<file path=ppt/tags/tag1804.xml><?xml version="1.0" encoding="utf-8"?>
<p:tagLst xmlns:p="http://schemas.openxmlformats.org/presentationml/2006/main">
  <p:tag name="KSO_WM_BEAUTIFY_FLAG" val=""/>
</p:tagLst>
</file>

<file path=ppt/tags/tag1805.xml><?xml version="1.0" encoding="utf-8"?>
<p:tagLst xmlns:p="http://schemas.openxmlformats.org/presentationml/2006/main">
  <p:tag name="KSO_WM_BEAUTIFY_FLAG" val=""/>
</p:tagLst>
</file>

<file path=ppt/tags/tag1806.xml><?xml version="1.0" encoding="utf-8"?>
<p:tagLst xmlns:p="http://schemas.openxmlformats.org/presentationml/2006/main">
  <p:tag name="KSO_WM_BEAUTIFY_FLAG" val=""/>
</p:tagLst>
</file>

<file path=ppt/tags/tag1807.xml><?xml version="1.0" encoding="utf-8"?>
<p:tagLst xmlns:p="http://schemas.openxmlformats.org/presentationml/2006/main">
  <p:tag name="KSO_WM_BEAUTIFY_FLAG" val=""/>
</p:tagLst>
</file>

<file path=ppt/tags/tag1808.xml><?xml version="1.0" encoding="utf-8"?>
<p:tagLst xmlns:p="http://schemas.openxmlformats.org/presentationml/2006/main">
  <p:tag name="KSO_WM_BEAUTIFY_FLAG" val=""/>
</p:tagLst>
</file>

<file path=ppt/tags/tag1809.xml><?xml version="1.0" encoding="utf-8"?>
<p:tagLst xmlns:p="http://schemas.openxmlformats.org/presentationml/2006/main">
  <p:tag name="KSO_WM_BEAUTIFY_FLAG" val=""/>
</p:tagLst>
</file>

<file path=ppt/tags/tag1810.xml><?xml version="1.0" encoding="utf-8"?>
<p:tagLst xmlns:p="http://schemas.openxmlformats.org/presentationml/2006/main">
  <p:tag name="KSO_WM_BEAUTIFY_FLAG" val=""/>
</p:tagLst>
</file>

<file path=ppt/tags/tag1811.xml><?xml version="1.0" encoding="utf-8"?>
<p:tagLst xmlns:p="http://schemas.openxmlformats.org/presentationml/2006/main">
  <p:tag name="KSO_WM_BEAUTIFY_FLAG" val=""/>
</p:tagLst>
</file>

<file path=ppt/tags/tag1812.xml><?xml version="1.0" encoding="utf-8"?>
<p:tagLst xmlns:p="http://schemas.openxmlformats.org/presentationml/2006/main">
  <p:tag name="KSO_WM_BEAUTIFY_FLAG" val=""/>
</p:tagLst>
</file>

<file path=ppt/tags/tag1813.xml><?xml version="1.0" encoding="utf-8"?>
<p:tagLst xmlns:p="http://schemas.openxmlformats.org/presentationml/2006/main">
  <p:tag name="KSO_WM_BEAUTIFY_FLAG" val=""/>
</p:tagLst>
</file>

<file path=ppt/tags/tag1814.xml><?xml version="1.0" encoding="utf-8"?>
<p:tagLst xmlns:p="http://schemas.openxmlformats.org/presentationml/2006/main">
  <p:tag name="KSO_WM_BEAUTIFY_FLAG" val=""/>
</p:tagLst>
</file>

<file path=ppt/tags/tag1815.xml><?xml version="1.0" encoding="utf-8"?>
<p:tagLst xmlns:p="http://schemas.openxmlformats.org/presentationml/2006/main">
  <p:tag name="KSO_WM_BEAUTIFY_FLAG" val=""/>
</p:tagLst>
</file>

<file path=ppt/tags/tag1816.xml><?xml version="1.0" encoding="utf-8"?>
<p:tagLst xmlns:p="http://schemas.openxmlformats.org/presentationml/2006/main">
  <p:tag name="KSO_WM_BEAUTIFY_FLAG" val=""/>
</p:tagLst>
</file>

<file path=ppt/tags/tag1817.xml><?xml version="1.0" encoding="utf-8"?>
<p:tagLst xmlns:p="http://schemas.openxmlformats.org/presentationml/2006/main">
  <p:tag name="KSO_WM_BEAUTIFY_FLAG" val=""/>
</p:tagLst>
</file>

<file path=ppt/tags/tag1818.xml><?xml version="1.0" encoding="utf-8"?>
<p:tagLst xmlns:p="http://schemas.openxmlformats.org/presentationml/2006/main">
  <p:tag name="KSO_WM_BEAUTIFY_FLAG" val=""/>
</p:tagLst>
</file>

<file path=ppt/tags/tag1819.xml><?xml version="1.0" encoding="utf-8"?>
<p:tagLst xmlns:p="http://schemas.openxmlformats.org/presentationml/2006/main">
  <p:tag name="KSO_WM_BEAUTIFY_FLAG" val=""/>
</p:tagLst>
</file>

<file path=ppt/tags/tag1820.xml><?xml version="1.0" encoding="utf-8"?>
<p:tagLst xmlns:p="http://schemas.openxmlformats.org/presentationml/2006/main">
  <p:tag name="KSO_WM_BEAUTIFY_FLAG" val=""/>
</p:tagLst>
</file>

<file path=ppt/tags/tag1821.xml><?xml version="1.0" encoding="utf-8"?>
<p:tagLst xmlns:p="http://schemas.openxmlformats.org/presentationml/2006/main">
  <p:tag name="KSO_WM_BEAUTIFY_FLAG" val=""/>
</p:tagLst>
</file>

<file path=ppt/tags/tag1822.xml><?xml version="1.0" encoding="utf-8"?>
<p:tagLst xmlns:p="http://schemas.openxmlformats.org/presentationml/2006/main">
  <p:tag name="KSO_WM_BEAUTIFY_FLAG" val=""/>
</p:tagLst>
</file>

<file path=ppt/tags/tag1823.xml><?xml version="1.0" encoding="utf-8"?>
<p:tagLst xmlns:p="http://schemas.openxmlformats.org/presentationml/2006/main">
  <p:tag name="KSO_WM_BEAUTIFY_FLAG" val=""/>
</p:tagLst>
</file>

<file path=ppt/tags/tag1824.xml><?xml version="1.0" encoding="utf-8"?>
<p:tagLst xmlns:p="http://schemas.openxmlformats.org/presentationml/2006/main">
  <p:tag name="KSO_WM_BEAUTIFY_FLAG" val=""/>
</p:tagLst>
</file>

<file path=ppt/tags/tag1825.xml><?xml version="1.0" encoding="utf-8"?>
<p:tagLst xmlns:p="http://schemas.openxmlformats.org/presentationml/2006/main">
  <p:tag name="KSO_WM_BEAUTIFY_FLAG" val=""/>
</p:tagLst>
</file>

<file path=ppt/tags/tag1826.xml><?xml version="1.0" encoding="utf-8"?>
<p:tagLst xmlns:p="http://schemas.openxmlformats.org/presentationml/2006/main">
  <p:tag name="KSO_WM_BEAUTIFY_FLAG" val=""/>
</p:tagLst>
</file>

<file path=ppt/tags/tag1827.xml><?xml version="1.0" encoding="utf-8"?>
<p:tagLst xmlns:p="http://schemas.openxmlformats.org/presentationml/2006/main">
  <p:tag name="KSO_WM_BEAUTIFY_FLAG" val=""/>
</p:tagLst>
</file>

<file path=ppt/tags/tag1828.xml><?xml version="1.0" encoding="utf-8"?>
<p:tagLst xmlns:p="http://schemas.openxmlformats.org/presentationml/2006/main">
  <p:tag name="KSO_WM_BEAUTIFY_FLAG" val=""/>
</p:tagLst>
</file>

<file path=ppt/tags/tag1829.xml><?xml version="1.0" encoding="utf-8"?>
<p:tagLst xmlns:p="http://schemas.openxmlformats.org/presentationml/2006/main">
  <p:tag name="KSO_WM_BEAUTIFY_FLAG" val=""/>
</p:tagLst>
</file>

<file path=ppt/tags/tag1830.xml><?xml version="1.0" encoding="utf-8"?>
<p:tagLst xmlns:p="http://schemas.openxmlformats.org/presentationml/2006/main">
  <p:tag name="KSO_WM_BEAUTIFY_FLAG" val=""/>
</p:tagLst>
</file>

<file path=ppt/tags/tag1831.xml><?xml version="1.0" encoding="utf-8"?>
<p:tagLst xmlns:p="http://schemas.openxmlformats.org/presentationml/2006/main">
  <p:tag name="KSO_WM_BEAUTIFY_FLAG" val=""/>
</p:tagLst>
</file>

<file path=ppt/tags/tag1832.xml><?xml version="1.0" encoding="utf-8"?>
<p:tagLst xmlns:p="http://schemas.openxmlformats.org/presentationml/2006/main">
  <p:tag name="KSO_WM_BEAUTIFY_FLAG" val=""/>
</p:tagLst>
</file>

<file path=ppt/tags/tag1833.xml><?xml version="1.0" encoding="utf-8"?>
<p:tagLst xmlns:p="http://schemas.openxmlformats.org/presentationml/2006/main">
  <p:tag name="KSO_WM_BEAUTIFY_FLAG" val=""/>
</p:tagLst>
</file>

<file path=ppt/tags/tag1834.xml><?xml version="1.0" encoding="utf-8"?>
<p:tagLst xmlns:p="http://schemas.openxmlformats.org/presentationml/2006/main">
  <p:tag name="KSO_WM_BEAUTIFY_FLAG" val=""/>
</p:tagLst>
</file>

<file path=ppt/tags/tag1835.xml><?xml version="1.0" encoding="utf-8"?>
<p:tagLst xmlns:p="http://schemas.openxmlformats.org/presentationml/2006/main">
  <p:tag name="KSO_WM_BEAUTIFY_FLAG" val=""/>
</p:tagLst>
</file>

<file path=ppt/tags/tag1836.xml><?xml version="1.0" encoding="utf-8"?>
<p:tagLst xmlns:p="http://schemas.openxmlformats.org/presentationml/2006/main">
  <p:tag name="KSO_WM_BEAUTIFY_FLAG" val=""/>
</p:tagLst>
</file>

<file path=ppt/tags/tag1837.xml><?xml version="1.0" encoding="utf-8"?>
<p:tagLst xmlns:p="http://schemas.openxmlformats.org/presentationml/2006/main">
  <p:tag name="KSO_WM_BEAUTIFY_FLAG" val=""/>
</p:tagLst>
</file>

<file path=ppt/tags/tag1838.xml><?xml version="1.0" encoding="utf-8"?>
<p:tagLst xmlns:p="http://schemas.openxmlformats.org/presentationml/2006/main">
  <p:tag name="KSO_WM_BEAUTIFY_FLAG" val=""/>
</p:tagLst>
</file>

<file path=ppt/tags/tag1839.xml><?xml version="1.0" encoding="utf-8"?>
<p:tagLst xmlns:p="http://schemas.openxmlformats.org/presentationml/2006/main">
  <p:tag name="KSO_WM_BEAUTIFY_FLAG" val=""/>
</p:tagLst>
</file>

<file path=ppt/tags/tag1840.xml><?xml version="1.0" encoding="utf-8"?>
<p:tagLst xmlns:p="http://schemas.openxmlformats.org/presentationml/2006/main">
  <p:tag name="KSO_WM_BEAUTIFY_FLAG" val=""/>
</p:tagLst>
</file>

<file path=ppt/tags/tag1841.xml><?xml version="1.0" encoding="utf-8"?>
<p:tagLst xmlns:p="http://schemas.openxmlformats.org/presentationml/2006/main">
  <p:tag name="KSO_WM_BEAUTIFY_FLAG" val=""/>
</p:tagLst>
</file>

<file path=ppt/tags/tag1842.xml><?xml version="1.0" encoding="utf-8"?>
<p:tagLst xmlns:p="http://schemas.openxmlformats.org/presentationml/2006/main">
  <p:tag name="KSO_WM_BEAUTIFY_FLAG" val=""/>
</p:tagLst>
</file>

<file path=ppt/tags/tag1843.xml><?xml version="1.0" encoding="utf-8"?>
<p:tagLst xmlns:p="http://schemas.openxmlformats.org/presentationml/2006/main">
  <p:tag name="KSO_WM_BEAUTIFY_FLAG" val=""/>
</p:tagLst>
</file>

<file path=ppt/tags/tag1844.xml><?xml version="1.0" encoding="utf-8"?>
<p:tagLst xmlns:p="http://schemas.openxmlformats.org/presentationml/2006/main">
  <p:tag name="KSO_WM_BEAUTIFY_FLAG" val=""/>
</p:tagLst>
</file>

<file path=ppt/tags/tag1845.xml><?xml version="1.0" encoding="utf-8"?>
<p:tagLst xmlns:p="http://schemas.openxmlformats.org/presentationml/2006/main">
  <p:tag name="KSO_WM_BEAUTIFY_FLAG" val=""/>
</p:tagLst>
</file>

<file path=ppt/tags/tag1846.xml><?xml version="1.0" encoding="utf-8"?>
<p:tagLst xmlns:p="http://schemas.openxmlformats.org/presentationml/2006/main">
  <p:tag name="KSO_WM_BEAUTIFY_FLAG" val=""/>
</p:tagLst>
</file>

<file path=ppt/tags/tag1847.xml><?xml version="1.0" encoding="utf-8"?>
<p:tagLst xmlns:p="http://schemas.openxmlformats.org/presentationml/2006/main">
  <p:tag name="KSO_WM_BEAUTIFY_FLAG" val=""/>
</p:tagLst>
</file>

<file path=ppt/tags/tag1848.xml><?xml version="1.0" encoding="utf-8"?>
<p:tagLst xmlns:p="http://schemas.openxmlformats.org/presentationml/2006/main">
  <p:tag name="KSO_WM_BEAUTIFY_FLAG" val=""/>
</p:tagLst>
</file>

<file path=ppt/tags/tag1849.xml><?xml version="1.0" encoding="utf-8"?>
<p:tagLst xmlns:p="http://schemas.openxmlformats.org/presentationml/2006/main">
  <p:tag name="KSO_WM_BEAUTIFY_FLAG" val=""/>
</p:tagLst>
</file>

<file path=ppt/tags/tag1850.xml><?xml version="1.0" encoding="utf-8"?>
<p:tagLst xmlns:p="http://schemas.openxmlformats.org/presentationml/2006/main">
  <p:tag name="KSO_WM_BEAUTIFY_FLAG" val=""/>
</p:tagLst>
</file>

<file path=ppt/tags/tag1851.xml><?xml version="1.0" encoding="utf-8"?>
<p:tagLst xmlns:p="http://schemas.openxmlformats.org/presentationml/2006/main">
  <p:tag name="KSO_WM_BEAUTIFY_FLAG" val=""/>
</p:tagLst>
</file>

<file path=ppt/tags/tag1852.xml><?xml version="1.0" encoding="utf-8"?>
<p:tagLst xmlns:p="http://schemas.openxmlformats.org/presentationml/2006/main">
  <p:tag name="KSO_WM_BEAUTIFY_FLAG" val=""/>
</p:tagLst>
</file>

<file path=ppt/tags/tag1853.xml><?xml version="1.0" encoding="utf-8"?>
<p:tagLst xmlns:p="http://schemas.openxmlformats.org/presentationml/2006/main">
  <p:tag name="KSO_WM_BEAUTIFY_FLAG" val=""/>
</p:tagLst>
</file>

<file path=ppt/tags/tag1854.xml><?xml version="1.0" encoding="utf-8"?>
<p:tagLst xmlns:p="http://schemas.openxmlformats.org/presentationml/2006/main">
  <p:tag name="KSO_WM_BEAUTIFY_FLAG" val=""/>
</p:tagLst>
</file>

<file path=ppt/tags/tag1855.xml><?xml version="1.0" encoding="utf-8"?>
<p:tagLst xmlns:p="http://schemas.openxmlformats.org/presentationml/2006/main">
  <p:tag name="KSO_WM_BEAUTIFY_FLAG" val=""/>
</p:tagLst>
</file>

<file path=ppt/tags/tag1856.xml><?xml version="1.0" encoding="utf-8"?>
<p:tagLst xmlns:p="http://schemas.openxmlformats.org/presentationml/2006/main">
  <p:tag name="KSO_WM_BEAUTIFY_FLAG" val=""/>
</p:tagLst>
</file>

<file path=ppt/tags/tag1857.xml><?xml version="1.0" encoding="utf-8"?>
<p:tagLst xmlns:p="http://schemas.openxmlformats.org/presentationml/2006/main">
  <p:tag name="KSO_WM_BEAUTIFY_FLAG" val=""/>
</p:tagLst>
</file>

<file path=ppt/tags/tag1858.xml><?xml version="1.0" encoding="utf-8"?>
<p:tagLst xmlns:p="http://schemas.openxmlformats.org/presentationml/2006/main">
  <p:tag name="KSO_WM_BEAUTIFY_FLAG" val=""/>
</p:tagLst>
</file>

<file path=ppt/tags/tag1859.xml><?xml version="1.0" encoding="utf-8"?>
<p:tagLst xmlns:p="http://schemas.openxmlformats.org/presentationml/2006/main">
  <p:tag name="KSO_WM_BEAUTIFY_FLAG" val=""/>
</p:tagLst>
</file>

<file path=ppt/tags/tag1860.xml><?xml version="1.0" encoding="utf-8"?>
<p:tagLst xmlns:p="http://schemas.openxmlformats.org/presentationml/2006/main">
  <p:tag name="KSO_WM_BEAUTIFY_FLAG" val=""/>
</p:tagLst>
</file>

<file path=ppt/tags/tag1861.xml><?xml version="1.0" encoding="utf-8"?>
<p:tagLst xmlns:p="http://schemas.openxmlformats.org/presentationml/2006/main">
  <p:tag name="KSO_WM_BEAUTIFY_FLAG" val=""/>
</p:tagLst>
</file>

<file path=ppt/tags/tag1862.xml><?xml version="1.0" encoding="utf-8"?>
<p:tagLst xmlns:p="http://schemas.openxmlformats.org/presentationml/2006/main">
  <p:tag name="KSO_WM_BEAUTIFY_FLAG" val=""/>
</p:tagLst>
</file>

<file path=ppt/tags/tag1863.xml><?xml version="1.0" encoding="utf-8"?>
<p:tagLst xmlns:p="http://schemas.openxmlformats.org/presentationml/2006/main">
  <p:tag name="KSO_WM_BEAUTIFY_FLAG" val=""/>
</p:tagLst>
</file>

<file path=ppt/tags/tag1864.xml><?xml version="1.0" encoding="utf-8"?>
<p:tagLst xmlns:p="http://schemas.openxmlformats.org/presentationml/2006/main">
  <p:tag name="KSO_WM_BEAUTIFY_FLAG" val=""/>
</p:tagLst>
</file>

<file path=ppt/tags/tag1865.xml><?xml version="1.0" encoding="utf-8"?>
<p:tagLst xmlns:p="http://schemas.openxmlformats.org/presentationml/2006/main">
  <p:tag name="KSO_WM_BEAUTIFY_FLAG" val=""/>
</p:tagLst>
</file>

<file path=ppt/tags/tag1866.xml><?xml version="1.0" encoding="utf-8"?>
<p:tagLst xmlns:p="http://schemas.openxmlformats.org/presentationml/2006/main">
  <p:tag name="KSO_WM_BEAUTIFY_FLAG" val=""/>
</p:tagLst>
</file>

<file path=ppt/tags/tag1867.xml><?xml version="1.0" encoding="utf-8"?>
<p:tagLst xmlns:p="http://schemas.openxmlformats.org/presentationml/2006/main">
  <p:tag name="KSO_WM_BEAUTIFY_FLAG" val=""/>
</p:tagLst>
</file>

<file path=ppt/tags/tag1868.xml><?xml version="1.0" encoding="utf-8"?>
<p:tagLst xmlns:p="http://schemas.openxmlformats.org/presentationml/2006/main">
  <p:tag name="KSO_WM_BEAUTIFY_FLAG" val=""/>
</p:tagLst>
</file>

<file path=ppt/tags/tag1869.xml><?xml version="1.0" encoding="utf-8"?>
<p:tagLst xmlns:p="http://schemas.openxmlformats.org/presentationml/2006/main">
  <p:tag name="KSO_WM_BEAUTIFY_FLAG" val=""/>
</p:tagLst>
</file>

<file path=ppt/tags/tag1870.xml><?xml version="1.0" encoding="utf-8"?>
<p:tagLst xmlns:p="http://schemas.openxmlformats.org/presentationml/2006/main">
  <p:tag name="KSO_WM_BEAUTIFY_FLAG" val=""/>
</p:tagLst>
</file>

<file path=ppt/tags/tag1871.xml><?xml version="1.0" encoding="utf-8"?>
<p:tagLst xmlns:p="http://schemas.openxmlformats.org/presentationml/2006/main">
  <p:tag name="KSO_WM_BEAUTIFY_FLAG" val=""/>
</p:tagLst>
</file>

<file path=ppt/tags/tag1872.xml><?xml version="1.0" encoding="utf-8"?>
<p:tagLst xmlns:p="http://schemas.openxmlformats.org/presentationml/2006/main">
  <p:tag name="KSO_WM_BEAUTIFY_FLAG" val=""/>
</p:tagLst>
</file>

<file path=ppt/tags/tag1873.xml><?xml version="1.0" encoding="utf-8"?>
<p:tagLst xmlns:p="http://schemas.openxmlformats.org/presentationml/2006/main">
  <p:tag name="KSO_WM_BEAUTIFY_FLAG" val=""/>
</p:tagLst>
</file>

<file path=ppt/tags/tag1874.xml><?xml version="1.0" encoding="utf-8"?>
<p:tagLst xmlns:p="http://schemas.openxmlformats.org/presentationml/2006/main">
  <p:tag name="KSO_WM_BEAUTIFY_FLAG" val=""/>
</p:tagLst>
</file>

<file path=ppt/tags/tag1875.xml><?xml version="1.0" encoding="utf-8"?>
<p:tagLst xmlns:p="http://schemas.openxmlformats.org/presentationml/2006/main">
  <p:tag name="KSO_WM_BEAUTIFY_FLAG" val=""/>
</p:tagLst>
</file>

<file path=ppt/tags/tag1876.xml><?xml version="1.0" encoding="utf-8"?>
<p:tagLst xmlns:p="http://schemas.openxmlformats.org/presentationml/2006/main">
  <p:tag name="KSO_WM_BEAUTIFY_FLAG" val=""/>
</p:tagLst>
</file>

<file path=ppt/tags/tag1877.xml><?xml version="1.0" encoding="utf-8"?>
<p:tagLst xmlns:p="http://schemas.openxmlformats.org/presentationml/2006/main">
  <p:tag name="KSO_WM_BEAUTIFY_FLAG" val=""/>
</p:tagLst>
</file>

<file path=ppt/tags/tag1878.xml><?xml version="1.0" encoding="utf-8"?>
<p:tagLst xmlns:p="http://schemas.openxmlformats.org/presentationml/2006/main">
  <p:tag name="KSO_WM_BEAUTIFY_FLAG" val=""/>
</p:tagLst>
</file>

<file path=ppt/tags/tag1879.xml><?xml version="1.0" encoding="utf-8"?>
<p:tagLst xmlns:p="http://schemas.openxmlformats.org/presentationml/2006/main">
  <p:tag name="KSO_WM_BEAUTIFY_FLAG" val=""/>
</p:tagLst>
</file>

<file path=ppt/tags/tag1880.xml><?xml version="1.0" encoding="utf-8"?>
<p:tagLst xmlns:p="http://schemas.openxmlformats.org/presentationml/2006/main">
  <p:tag name="KSO_WM_BEAUTIFY_FLAG" val=""/>
</p:tagLst>
</file>

<file path=ppt/tags/tag1881.xml><?xml version="1.0" encoding="utf-8"?>
<p:tagLst xmlns:p="http://schemas.openxmlformats.org/presentationml/2006/main">
  <p:tag name="KSO_WM_BEAUTIFY_FLAG" val=""/>
</p:tagLst>
</file>

<file path=ppt/tags/tag1882.xml><?xml version="1.0" encoding="utf-8"?>
<p:tagLst xmlns:p="http://schemas.openxmlformats.org/presentationml/2006/main">
  <p:tag name="KSO_WM_BEAUTIFY_FLAG" val=""/>
</p:tagLst>
</file>

<file path=ppt/tags/tag1883.xml><?xml version="1.0" encoding="utf-8"?>
<p:tagLst xmlns:p="http://schemas.openxmlformats.org/presentationml/2006/main">
  <p:tag name="KSO_WM_BEAUTIFY_FLAG" val=""/>
</p:tagLst>
</file>

<file path=ppt/tags/tag1884.xml><?xml version="1.0" encoding="utf-8"?>
<p:tagLst xmlns:p="http://schemas.openxmlformats.org/presentationml/2006/main">
  <p:tag name="KSO_WM_BEAUTIFY_FLAG" val=""/>
</p:tagLst>
</file>

<file path=ppt/tags/tag1885.xml><?xml version="1.0" encoding="utf-8"?>
<p:tagLst xmlns:p="http://schemas.openxmlformats.org/presentationml/2006/main">
  <p:tag name="KSO_WM_BEAUTIFY_FLAG" val=""/>
</p:tagLst>
</file>

<file path=ppt/tags/tag1886.xml><?xml version="1.0" encoding="utf-8"?>
<p:tagLst xmlns:p="http://schemas.openxmlformats.org/presentationml/2006/main">
  <p:tag name="KSO_WM_BEAUTIFY_FLAG" val=""/>
</p:tagLst>
</file>

<file path=ppt/tags/tag1887.xml><?xml version="1.0" encoding="utf-8"?>
<p:tagLst xmlns:p="http://schemas.openxmlformats.org/presentationml/2006/main">
  <p:tag name="KSO_WM_BEAUTIFY_FLAG" val=""/>
</p:tagLst>
</file>

<file path=ppt/tags/tag1888.xml><?xml version="1.0" encoding="utf-8"?>
<p:tagLst xmlns:p="http://schemas.openxmlformats.org/presentationml/2006/main">
  <p:tag name="KSO_WM_BEAUTIFY_FLAG" val=""/>
</p:tagLst>
</file>

<file path=ppt/tags/tag1889.xml><?xml version="1.0" encoding="utf-8"?>
<p:tagLst xmlns:p="http://schemas.openxmlformats.org/presentationml/2006/main">
  <p:tag name="KSO_WM_BEAUTIFY_FLAG" val=""/>
</p:tagLst>
</file>

<file path=ppt/tags/tag1890.xml><?xml version="1.0" encoding="utf-8"?>
<p:tagLst xmlns:p="http://schemas.openxmlformats.org/presentationml/2006/main">
  <p:tag name="KSO_WM_BEAUTIFY_FLAG" val=""/>
</p:tagLst>
</file>

<file path=ppt/tags/tag1891.xml><?xml version="1.0" encoding="utf-8"?>
<p:tagLst xmlns:p="http://schemas.openxmlformats.org/presentationml/2006/main">
  <p:tag name="KSO_WM_BEAUTIFY_FLAG" val=""/>
</p:tagLst>
</file>

<file path=ppt/tags/tag1892.xml><?xml version="1.0" encoding="utf-8"?>
<p:tagLst xmlns:p="http://schemas.openxmlformats.org/presentationml/2006/main">
  <p:tag name="KSO_WM_BEAUTIFY_FLAG" val=""/>
</p:tagLst>
</file>

<file path=ppt/tags/tag1893.xml><?xml version="1.0" encoding="utf-8"?>
<p:tagLst xmlns:p="http://schemas.openxmlformats.org/presentationml/2006/main">
  <p:tag name="KSO_WM_BEAUTIFY_FLAG" val=""/>
</p:tagLst>
</file>

<file path=ppt/tags/tag1894.xml><?xml version="1.0" encoding="utf-8"?>
<p:tagLst xmlns:p="http://schemas.openxmlformats.org/presentationml/2006/main">
  <p:tag name="KSO_WM_BEAUTIFY_FLAG" val=""/>
</p:tagLst>
</file>

<file path=ppt/tags/tag1895.xml><?xml version="1.0" encoding="utf-8"?>
<p:tagLst xmlns:p="http://schemas.openxmlformats.org/presentationml/2006/main">
  <p:tag name="KSO_WM_BEAUTIFY_FLAG" val=""/>
</p:tagLst>
</file>

<file path=ppt/tags/tag1896.xml><?xml version="1.0" encoding="utf-8"?>
<p:tagLst xmlns:p="http://schemas.openxmlformats.org/presentationml/2006/main">
  <p:tag name="KSO_WM_BEAUTIFY_FLAG" val=""/>
</p:tagLst>
</file>

<file path=ppt/tags/tag1897.xml><?xml version="1.0" encoding="utf-8"?>
<p:tagLst xmlns:p="http://schemas.openxmlformats.org/presentationml/2006/main">
  <p:tag name="KSO_WM_BEAUTIFY_FLAG" val=""/>
</p:tagLst>
</file>

<file path=ppt/tags/tag1898.xml><?xml version="1.0" encoding="utf-8"?>
<p:tagLst xmlns:p="http://schemas.openxmlformats.org/presentationml/2006/main">
  <p:tag name="KSO_WM_BEAUTIFY_FLAG" val=""/>
</p:tagLst>
</file>

<file path=ppt/tags/tag1899.xml><?xml version="1.0" encoding="utf-8"?>
<p:tagLst xmlns:p="http://schemas.openxmlformats.org/presentationml/2006/main">
  <p:tag name="KSO_WM_BEAUTIFY_FLAG" val=""/>
</p:tagLst>
</file>

<file path=ppt/tags/tag1900.xml><?xml version="1.0" encoding="utf-8"?>
<p:tagLst xmlns:p="http://schemas.openxmlformats.org/presentationml/2006/main">
  <p:tag name="KSO_WM_BEAUTIFY_FLAG" val=""/>
</p:tagLst>
</file>

<file path=ppt/tags/tag1901.xml><?xml version="1.0" encoding="utf-8"?>
<p:tagLst xmlns:p="http://schemas.openxmlformats.org/presentationml/2006/main">
  <p:tag name="KSO_WM_BEAUTIFY_FLAG" val=""/>
</p:tagLst>
</file>

<file path=ppt/tags/tag1902.xml><?xml version="1.0" encoding="utf-8"?>
<p:tagLst xmlns:p="http://schemas.openxmlformats.org/presentationml/2006/main">
  <p:tag name="KSO_WM_BEAUTIFY_FLAG" val=""/>
</p:tagLst>
</file>

<file path=ppt/tags/tag1903.xml><?xml version="1.0" encoding="utf-8"?>
<p:tagLst xmlns:p="http://schemas.openxmlformats.org/presentationml/2006/main">
  <p:tag name="KSO_WM_BEAUTIFY_FLAG" val=""/>
</p:tagLst>
</file>

<file path=ppt/tags/tag1904.xml><?xml version="1.0" encoding="utf-8"?>
<p:tagLst xmlns:p="http://schemas.openxmlformats.org/presentationml/2006/main">
  <p:tag name="KSO_WM_BEAUTIFY_FLAG" val=""/>
</p:tagLst>
</file>

<file path=ppt/tags/tag1905.xml><?xml version="1.0" encoding="utf-8"?>
<p:tagLst xmlns:p="http://schemas.openxmlformats.org/presentationml/2006/main">
  <p:tag name="KSO_WM_BEAUTIFY_FLAG" val=""/>
</p:tagLst>
</file>

<file path=ppt/tags/tag1906.xml><?xml version="1.0" encoding="utf-8"?>
<p:tagLst xmlns:p="http://schemas.openxmlformats.org/presentationml/2006/main">
  <p:tag name="KSO_WM_BEAUTIFY_FLAG" val=""/>
</p:tagLst>
</file>

<file path=ppt/tags/tag1907.xml><?xml version="1.0" encoding="utf-8"?>
<p:tagLst xmlns:p="http://schemas.openxmlformats.org/presentationml/2006/main">
  <p:tag name="KSO_WM_BEAUTIFY_FLAG" val=""/>
</p:tagLst>
</file>

<file path=ppt/tags/tag1908.xml><?xml version="1.0" encoding="utf-8"?>
<p:tagLst xmlns:p="http://schemas.openxmlformats.org/presentationml/2006/main">
  <p:tag name="KSO_WM_BEAUTIFY_FLAG" val=""/>
</p:tagLst>
</file>

<file path=ppt/tags/tag1909.xml><?xml version="1.0" encoding="utf-8"?>
<p:tagLst xmlns:p="http://schemas.openxmlformats.org/presentationml/2006/main">
  <p:tag name="KSO_WM_BEAUTIFY_FLAG" val=""/>
</p:tagLst>
</file>

<file path=ppt/tags/tag1910.xml><?xml version="1.0" encoding="utf-8"?>
<p:tagLst xmlns:p="http://schemas.openxmlformats.org/presentationml/2006/main">
  <p:tag name="KSO_WM_BEAUTIFY_FLAG" val=""/>
</p:tagLst>
</file>

<file path=ppt/tags/tag1911.xml><?xml version="1.0" encoding="utf-8"?>
<p:tagLst xmlns:p="http://schemas.openxmlformats.org/presentationml/2006/main">
  <p:tag name="KSO_WM_BEAUTIFY_FLAG" val=""/>
</p:tagLst>
</file>

<file path=ppt/tags/tag1912.xml><?xml version="1.0" encoding="utf-8"?>
<p:tagLst xmlns:p="http://schemas.openxmlformats.org/presentationml/2006/main">
  <p:tag name="KSO_WM_BEAUTIFY_FLAG" val=""/>
</p:tagLst>
</file>

<file path=ppt/tags/tag1913.xml><?xml version="1.0" encoding="utf-8"?>
<p:tagLst xmlns:p="http://schemas.openxmlformats.org/presentationml/2006/main">
  <p:tag name="KSO_WM_BEAUTIFY_FLAG" val=""/>
</p:tagLst>
</file>

<file path=ppt/tags/tag1914.xml><?xml version="1.0" encoding="utf-8"?>
<p:tagLst xmlns:p="http://schemas.openxmlformats.org/presentationml/2006/main">
  <p:tag name="KSO_WM_BEAUTIFY_FLAG" val=""/>
</p:tagLst>
</file>

<file path=ppt/tags/tag1915.xml><?xml version="1.0" encoding="utf-8"?>
<p:tagLst xmlns:p="http://schemas.openxmlformats.org/presentationml/2006/main">
  <p:tag name="KSO_WM_BEAUTIFY_FLAG" val=""/>
</p:tagLst>
</file>

<file path=ppt/tags/tag1916.xml><?xml version="1.0" encoding="utf-8"?>
<p:tagLst xmlns:p="http://schemas.openxmlformats.org/presentationml/2006/main">
  <p:tag name="KSO_WM_BEAUTIFY_FLAG" val=""/>
</p:tagLst>
</file>

<file path=ppt/tags/tag1917.xml><?xml version="1.0" encoding="utf-8"?>
<p:tagLst xmlns:p="http://schemas.openxmlformats.org/presentationml/2006/main">
  <p:tag name="KSO_WM_BEAUTIFY_FLAG" val=""/>
</p:tagLst>
</file>

<file path=ppt/tags/tag1918.xml><?xml version="1.0" encoding="utf-8"?>
<p:tagLst xmlns:p="http://schemas.openxmlformats.org/presentationml/2006/main">
  <p:tag name="KSO_WM_BEAUTIFY_FLAG" val=""/>
</p:tagLst>
</file>

<file path=ppt/tags/tag1919.xml><?xml version="1.0" encoding="utf-8"?>
<p:tagLst xmlns:p="http://schemas.openxmlformats.org/presentationml/2006/main">
  <p:tag name="KSO_WM_BEAUTIFY_FLAG" val=""/>
</p:tagLst>
</file>

<file path=ppt/tags/tag1920.xml><?xml version="1.0" encoding="utf-8"?>
<p:tagLst xmlns:p="http://schemas.openxmlformats.org/presentationml/2006/main">
  <p:tag name="KSO_WM_BEAUTIFY_FLAG" val=""/>
</p:tagLst>
</file>

<file path=ppt/tags/tag1921.xml><?xml version="1.0" encoding="utf-8"?>
<p:tagLst xmlns:p="http://schemas.openxmlformats.org/presentationml/2006/main">
  <p:tag name="KSO_WM_BEAUTIFY_FLAG" val=""/>
</p:tagLst>
</file>

<file path=ppt/tags/tag1922.xml><?xml version="1.0" encoding="utf-8"?>
<p:tagLst xmlns:p="http://schemas.openxmlformats.org/presentationml/2006/main">
  <p:tag name="KSO_WM_BEAUTIFY_FLAG" val=""/>
</p:tagLst>
</file>

<file path=ppt/tags/tag1923.xml><?xml version="1.0" encoding="utf-8"?>
<p:tagLst xmlns:p="http://schemas.openxmlformats.org/presentationml/2006/main">
  <p:tag name="KSO_WM_BEAUTIFY_FLAG" val=""/>
</p:tagLst>
</file>

<file path=ppt/tags/tag1924.xml><?xml version="1.0" encoding="utf-8"?>
<p:tagLst xmlns:p="http://schemas.openxmlformats.org/presentationml/2006/main">
  <p:tag name="KSO_WM_BEAUTIFY_FLAG" val=""/>
</p:tagLst>
</file>

<file path=ppt/tags/tag1925.xml><?xml version="1.0" encoding="utf-8"?>
<p:tagLst xmlns:p="http://schemas.openxmlformats.org/presentationml/2006/main">
  <p:tag name="KSO_WM_BEAUTIFY_FLAG" val=""/>
</p:tagLst>
</file>

<file path=ppt/tags/tag1926.xml><?xml version="1.0" encoding="utf-8"?>
<p:tagLst xmlns:p="http://schemas.openxmlformats.org/presentationml/2006/main">
  <p:tag name="KSO_WM_BEAUTIFY_FLAG" val=""/>
</p:tagLst>
</file>

<file path=ppt/tags/tag1927.xml><?xml version="1.0" encoding="utf-8"?>
<p:tagLst xmlns:p="http://schemas.openxmlformats.org/presentationml/2006/main">
  <p:tag name="KSO_WM_BEAUTIFY_FLAG" val=""/>
</p:tagLst>
</file>

<file path=ppt/tags/tag1928.xml><?xml version="1.0" encoding="utf-8"?>
<p:tagLst xmlns:p="http://schemas.openxmlformats.org/presentationml/2006/main">
  <p:tag name="KSO_WM_BEAUTIFY_FLAG" val=""/>
</p:tagLst>
</file>

<file path=ppt/tags/tag1929.xml><?xml version="1.0" encoding="utf-8"?>
<p:tagLst xmlns:p="http://schemas.openxmlformats.org/presentationml/2006/main">
  <p:tag name="KSO_WM_BEAUTIFY_FLAG" val=""/>
</p:tagLst>
</file>

<file path=ppt/tags/tag1930.xml><?xml version="1.0" encoding="utf-8"?>
<p:tagLst xmlns:p="http://schemas.openxmlformats.org/presentationml/2006/main">
  <p:tag name="KSO_WM_BEAUTIFY_FLAG" val=""/>
</p:tagLst>
</file>

<file path=ppt/tags/tag1931.xml><?xml version="1.0" encoding="utf-8"?>
<p:tagLst xmlns:p="http://schemas.openxmlformats.org/presentationml/2006/main">
  <p:tag name="KSO_WM_BEAUTIFY_FLAG" val=""/>
</p:tagLst>
</file>

<file path=ppt/tags/tag1932.xml><?xml version="1.0" encoding="utf-8"?>
<p:tagLst xmlns:p="http://schemas.openxmlformats.org/presentationml/2006/main">
  <p:tag name="KSO_WM_BEAUTIFY_FLAG" val=""/>
</p:tagLst>
</file>

<file path=ppt/tags/tag1933.xml><?xml version="1.0" encoding="utf-8"?>
<p:tagLst xmlns:p="http://schemas.openxmlformats.org/presentationml/2006/main">
  <p:tag name="KSO_WM_BEAUTIFY_FLAG" val=""/>
</p:tagLst>
</file>

<file path=ppt/tags/tag1934.xml><?xml version="1.0" encoding="utf-8"?>
<p:tagLst xmlns:p="http://schemas.openxmlformats.org/presentationml/2006/main">
  <p:tag name="KSO_WM_BEAUTIFY_FLAG" val=""/>
</p:tagLst>
</file>

<file path=ppt/tags/tag1935.xml><?xml version="1.0" encoding="utf-8"?>
<p:tagLst xmlns:p="http://schemas.openxmlformats.org/presentationml/2006/main">
  <p:tag name="KSO_WM_BEAUTIFY_FLAG" val=""/>
</p:tagLst>
</file>

<file path=ppt/tags/tag1936.xml><?xml version="1.0" encoding="utf-8"?>
<p:tagLst xmlns:p="http://schemas.openxmlformats.org/presentationml/2006/main">
  <p:tag name="KSO_WM_BEAUTIFY_FLAG" val=""/>
</p:tagLst>
</file>

<file path=ppt/tags/tag1937.xml><?xml version="1.0" encoding="utf-8"?>
<p:tagLst xmlns:p="http://schemas.openxmlformats.org/presentationml/2006/main">
  <p:tag name="KSO_WM_BEAUTIFY_FLAG" val=""/>
</p:tagLst>
</file>

<file path=ppt/tags/tag1938.xml><?xml version="1.0" encoding="utf-8"?>
<p:tagLst xmlns:p="http://schemas.openxmlformats.org/presentationml/2006/main">
  <p:tag name="KSO_WM_BEAUTIFY_FLAG" val=""/>
</p:tagLst>
</file>

<file path=ppt/tags/tag1939.xml><?xml version="1.0" encoding="utf-8"?>
<p:tagLst xmlns:p="http://schemas.openxmlformats.org/presentationml/2006/main">
  <p:tag name="KSO_WM_BEAUTIFY_FLAG" val=""/>
</p:tagLst>
</file>

<file path=ppt/tags/tag1940.xml><?xml version="1.0" encoding="utf-8"?>
<p:tagLst xmlns:p="http://schemas.openxmlformats.org/presentationml/2006/main">
  <p:tag name="KSO_WM_BEAUTIFY_FLAG" val=""/>
</p:tagLst>
</file>

<file path=ppt/tags/tag1941.xml><?xml version="1.0" encoding="utf-8"?>
<p:tagLst xmlns:p="http://schemas.openxmlformats.org/presentationml/2006/main">
  <p:tag name="KSO_WM_BEAUTIFY_FLAG" val=""/>
</p:tagLst>
</file>

<file path=ppt/tags/tag1942.xml><?xml version="1.0" encoding="utf-8"?>
<p:tagLst xmlns:p="http://schemas.openxmlformats.org/presentationml/2006/main">
  <p:tag name="KSO_WM_BEAUTIFY_FLAG" val=""/>
</p:tagLst>
</file>

<file path=ppt/tags/tag1943.xml><?xml version="1.0" encoding="utf-8"?>
<p:tagLst xmlns:p="http://schemas.openxmlformats.org/presentationml/2006/main">
  <p:tag name="KSO_WM_BEAUTIFY_FLAG" val=""/>
</p:tagLst>
</file>

<file path=ppt/tags/tag1944.xml><?xml version="1.0" encoding="utf-8"?>
<p:tagLst xmlns:p="http://schemas.openxmlformats.org/presentationml/2006/main">
  <p:tag name="KSO_WM_BEAUTIFY_FLAG" val=""/>
</p:tagLst>
</file>

<file path=ppt/tags/tag1945.xml><?xml version="1.0" encoding="utf-8"?>
<p:tagLst xmlns:p="http://schemas.openxmlformats.org/presentationml/2006/main">
  <p:tag name="KSO_WM_BEAUTIFY_FLAG" val=""/>
</p:tagLst>
</file>

<file path=ppt/tags/tag1946.xml><?xml version="1.0" encoding="utf-8"?>
<p:tagLst xmlns:p="http://schemas.openxmlformats.org/presentationml/2006/main">
  <p:tag name="TABLE_ENDDRAG_ORIGIN_RECT" val="646*140"/>
  <p:tag name="TABLE_ENDDRAG_RECT" val="36*102*646*140"/>
</p:tagLst>
</file>

<file path=ppt/tags/tag1947.xml><?xml version="1.0" encoding="utf-8"?>
<p:tagLst xmlns:p="http://schemas.openxmlformats.org/presentationml/2006/main">
  <p:tag name="TABLE_ENDDRAG_ORIGIN_RECT" val="328*31"/>
  <p:tag name="TABLE_ENDDRAG_RECT" val="90*391*328*31"/>
</p:tagLst>
</file>

<file path=ppt/tags/tag1948.xml><?xml version="1.0" encoding="utf-8"?>
<p:tagLst xmlns:p="http://schemas.openxmlformats.org/presentationml/2006/main">
  <p:tag name="KSO_WM_BEAUTIFY_FLAG" val=""/>
  <p:tag name="TABLE_ENDDRAG_ORIGIN_RECT" val="339*86"/>
  <p:tag name="TABLE_ENDDRAG_RECT" val="79*422*339*86"/>
</p:tagLst>
</file>

<file path=ppt/tags/tag1949.xml><?xml version="1.0" encoding="utf-8"?>
<p:tagLst xmlns:p="http://schemas.openxmlformats.org/presentationml/2006/main">
  <p:tag name="KSO_WM_BEAUTIFY_FLAG" val=""/>
</p:tagLst>
</file>

<file path=ppt/tags/tag1950.xml><?xml version="1.0" encoding="utf-8"?>
<p:tagLst xmlns:p="http://schemas.openxmlformats.org/presentationml/2006/main">
  <p:tag name="KSO_WM_BEAUTIFY_FLAG" val=""/>
</p:tagLst>
</file>

<file path=ppt/tags/tag1951.xml><?xml version="1.0" encoding="utf-8"?>
<p:tagLst xmlns:p="http://schemas.openxmlformats.org/presentationml/2006/main">
  <p:tag name="KSO_WM_BEAUTIFY_FLAG" val=""/>
</p:tagLst>
</file>

<file path=ppt/tags/tag1952.xml><?xml version="1.0" encoding="utf-8"?>
<p:tagLst xmlns:p="http://schemas.openxmlformats.org/presentationml/2006/main">
  <p:tag name="KSO_WM_BEAUTIFY_FLAG" val=""/>
</p:tagLst>
</file>

<file path=ppt/tags/tag1953.xml><?xml version="1.0" encoding="utf-8"?>
<p:tagLst xmlns:p="http://schemas.openxmlformats.org/presentationml/2006/main">
  <p:tag name="KSO_WM_BEAUTIFY_FLAG" val=""/>
</p:tagLst>
</file>

<file path=ppt/tags/tag1954.xml><?xml version="1.0" encoding="utf-8"?>
<p:tagLst xmlns:p="http://schemas.openxmlformats.org/presentationml/2006/main">
  <p:tag name="KSO_WM_BEAUTIFY_FLAG" val=""/>
</p:tagLst>
</file>

<file path=ppt/tags/tag1955.xml><?xml version="1.0" encoding="utf-8"?>
<p:tagLst xmlns:p="http://schemas.openxmlformats.org/presentationml/2006/main">
  <p:tag name="KSO_WM_BEAUTIFY_FLAG" val=""/>
</p:tagLst>
</file>

<file path=ppt/tags/tag1956.xml><?xml version="1.0" encoding="utf-8"?>
<p:tagLst xmlns:p="http://schemas.openxmlformats.org/presentationml/2006/main">
  <p:tag name="KSO_WM_BEAUTIFY_FLAG" val=""/>
</p:tagLst>
</file>

<file path=ppt/tags/tag1957.xml><?xml version="1.0" encoding="utf-8"?>
<p:tagLst xmlns:p="http://schemas.openxmlformats.org/presentationml/2006/main">
  <p:tag name="KSO_WM_BEAUTIFY_FLAG" val=""/>
</p:tagLst>
</file>

<file path=ppt/tags/tag1958.xml><?xml version="1.0" encoding="utf-8"?>
<p:tagLst xmlns:p="http://schemas.openxmlformats.org/presentationml/2006/main">
  <p:tag name="KSO_WM_BEAUTIFY_FLAG" val=""/>
</p:tagLst>
</file>

<file path=ppt/tags/tag1959.xml><?xml version="1.0" encoding="utf-8"?>
<p:tagLst xmlns:p="http://schemas.openxmlformats.org/presentationml/2006/main">
  <p:tag name="KSO_WM_BEAUTIFY_FLAG" val=""/>
</p:tagLst>
</file>

<file path=ppt/tags/tag1960.xml><?xml version="1.0" encoding="utf-8"?>
<p:tagLst xmlns:p="http://schemas.openxmlformats.org/presentationml/2006/main">
  <p:tag name="KSO_WM_BEAUTIFY_FLAG" val=""/>
</p:tagLst>
</file>

<file path=ppt/tags/tag1961.xml><?xml version="1.0" encoding="utf-8"?>
<p:tagLst xmlns:p="http://schemas.openxmlformats.org/presentationml/2006/main">
  <p:tag name="KSO_WM_BEAUTIFY_FLAG" val=""/>
</p:tagLst>
</file>

<file path=ppt/tags/tag1962.xml><?xml version="1.0" encoding="utf-8"?>
<p:tagLst xmlns:p="http://schemas.openxmlformats.org/presentationml/2006/main">
  <p:tag name="KSO_WM_BEAUTIFY_FLAG" val=""/>
</p:tagLst>
</file>

<file path=ppt/tags/tag1963.xml><?xml version="1.0" encoding="utf-8"?>
<p:tagLst xmlns:p="http://schemas.openxmlformats.org/presentationml/2006/main">
  <p:tag name="KSO_WM_BEAUTIFY_FLAG" val=""/>
</p:tagLst>
</file>

<file path=ppt/tags/tag1964.xml><?xml version="1.0" encoding="utf-8"?>
<p:tagLst xmlns:p="http://schemas.openxmlformats.org/presentationml/2006/main">
  <p:tag name="KSO_WM_BEAUTIFY_FLAG" val=""/>
</p:tagLst>
</file>

<file path=ppt/tags/tag1965.xml><?xml version="1.0" encoding="utf-8"?>
<p:tagLst xmlns:p="http://schemas.openxmlformats.org/presentationml/2006/main">
  <p:tag name="KSO_WM_BEAUTIFY_FLAG" val=""/>
</p:tagLst>
</file>

<file path=ppt/tags/tag1966.xml><?xml version="1.0" encoding="utf-8"?>
<p:tagLst xmlns:p="http://schemas.openxmlformats.org/presentationml/2006/main">
  <p:tag name="KSO_WM_BEAUTIFY_FLAG" val=""/>
</p:tagLst>
</file>

<file path=ppt/tags/tag1967.xml><?xml version="1.0" encoding="utf-8"?>
<p:tagLst xmlns:p="http://schemas.openxmlformats.org/presentationml/2006/main">
  <p:tag name="KSO_WM_BEAUTIFY_FLAG" val=""/>
</p:tagLst>
</file>

<file path=ppt/tags/tag1968.xml><?xml version="1.0" encoding="utf-8"?>
<p:tagLst xmlns:p="http://schemas.openxmlformats.org/presentationml/2006/main">
  <p:tag name="KSO_WM_BEAUTIFY_FLAG" val=""/>
</p:tagLst>
</file>

<file path=ppt/tags/tag1969.xml><?xml version="1.0" encoding="utf-8"?>
<p:tagLst xmlns:p="http://schemas.openxmlformats.org/presentationml/2006/main">
  <p:tag name="KSO_WM_BEAUTIFY_FLAG" val=""/>
</p:tagLst>
</file>

<file path=ppt/tags/tag1970.xml><?xml version="1.0" encoding="utf-8"?>
<p:tagLst xmlns:p="http://schemas.openxmlformats.org/presentationml/2006/main">
  <p:tag name="KSO_WM_BEAUTIFY_FLAG" val=""/>
</p:tagLst>
</file>

<file path=ppt/tags/tag1971.xml><?xml version="1.0" encoding="utf-8"?>
<p:tagLst xmlns:p="http://schemas.openxmlformats.org/presentationml/2006/main">
  <p:tag name="KSO_WM_BEAUTIFY_FLAG" val=""/>
</p:tagLst>
</file>

<file path=ppt/tags/tag1972.xml><?xml version="1.0" encoding="utf-8"?>
<p:tagLst xmlns:p="http://schemas.openxmlformats.org/presentationml/2006/main">
  <p:tag name="KSO_WM_BEAUTIFY_FLAG" val=""/>
</p:tagLst>
</file>

<file path=ppt/tags/tag1973.xml><?xml version="1.0" encoding="utf-8"?>
<p:tagLst xmlns:p="http://schemas.openxmlformats.org/presentationml/2006/main">
  <p:tag name="KSO_WM_BEAUTIFY_FLAG" val=""/>
</p:tagLst>
</file>

<file path=ppt/tags/tag1974.xml><?xml version="1.0" encoding="utf-8"?>
<p:tagLst xmlns:p="http://schemas.openxmlformats.org/presentationml/2006/main">
  <p:tag name="KSO_WM_BEAUTIFY_FLAG" val=""/>
</p:tagLst>
</file>

<file path=ppt/tags/tag1975.xml><?xml version="1.0" encoding="utf-8"?>
<p:tagLst xmlns:p="http://schemas.openxmlformats.org/presentationml/2006/main">
  <p:tag name="KSO_WM_BEAUTIFY_FLAG" val=""/>
</p:tagLst>
</file>

<file path=ppt/tags/tag1976.xml><?xml version="1.0" encoding="utf-8"?>
<p:tagLst xmlns:p="http://schemas.openxmlformats.org/presentationml/2006/main">
  <p:tag name="KSO_WM_BEAUTIFY_FLAG" val=""/>
</p:tagLst>
</file>

<file path=ppt/tags/tag1977.xml><?xml version="1.0" encoding="utf-8"?>
<p:tagLst xmlns:p="http://schemas.openxmlformats.org/presentationml/2006/main">
  <p:tag name="KSO_WM_BEAUTIFY_FLAG" val=""/>
</p:tagLst>
</file>

<file path=ppt/tags/tag1978.xml><?xml version="1.0" encoding="utf-8"?>
<p:tagLst xmlns:p="http://schemas.openxmlformats.org/presentationml/2006/main">
  <p:tag name="KSO_WM_BEAUTIFY_FLAG" val=""/>
</p:tagLst>
</file>

<file path=ppt/tags/tag1979.xml><?xml version="1.0" encoding="utf-8"?>
<p:tagLst xmlns:p="http://schemas.openxmlformats.org/presentationml/2006/main">
  <p:tag name="KSO_WM_BEAUTIFY_FLAG" val=""/>
</p:tagLst>
</file>

<file path=ppt/tags/tag1980.xml><?xml version="1.0" encoding="utf-8"?>
<p:tagLst xmlns:p="http://schemas.openxmlformats.org/presentationml/2006/main">
  <p:tag name="KSO_WM_BEAUTIFY_FLAG" val=""/>
</p:tagLst>
</file>

<file path=ppt/tags/tag1981.xml><?xml version="1.0" encoding="utf-8"?>
<p:tagLst xmlns:p="http://schemas.openxmlformats.org/presentationml/2006/main">
  <p:tag name="KSO_WM_BEAUTIFY_FLAG" val=""/>
</p:tagLst>
</file>

<file path=ppt/tags/tag1982.xml><?xml version="1.0" encoding="utf-8"?>
<p:tagLst xmlns:p="http://schemas.openxmlformats.org/presentationml/2006/main">
  <p:tag name="KSO_WM_BEAUTIFY_FLAG" val=""/>
</p:tagLst>
</file>

<file path=ppt/tags/tag1983.xml><?xml version="1.0" encoding="utf-8"?>
<p:tagLst xmlns:p="http://schemas.openxmlformats.org/presentationml/2006/main">
  <p:tag name="KSO_WM_BEAUTIFY_FLAG" val=""/>
</p:tagLst>
</file>

<file path=ppt/tags/tag1984.xml><?xml version="1.0" encoding="utf-8"?>
<p:tagLst xmlns:p="http://schemas.openxmlformats.org/presentationml/2006/main">
  <p:tag name="KSO_WM_BEAUTIFY_FLAG" val=""/>
</p:tagLst>
</file>

<file path=ppt/tags/tag1985.xml><?xml version="1.0" encoding="utf-8"?>
<p:tagLst xmlns:p="http://schemas.openxmlformats.org/presentationml/2006/main">
  <p:tag name="KSO_WM_BEAUTIFY_FLAG" val=""/>
</p:tagLst>
</file>

<file path=ppt/tags/tag1986.xml><?xml version="1.0" encoding="utf-8"?>
<p:tagLst xmlns:p="http://schemas.openxmlformats.org/presentationml/2006/main">
  <p:tag name="KSO_WM_BEAUTIFY_FLAG" val=""/>
</p:tagLst>
</file>

<file path=ppt/tags/tag1987.xml><?xml version="1.0" encoding="utf-8"?>
<p:tagLst xmlns:p="http://schemas.openxmlformats.org/presentationml/2006/main">
  <p:tag name="KSO_WM_BEAUTIFY_FLAG" val=""/>
</p:tagLst>
</file>

<file path=ppt/tags/tag1988.xml><?xml version="1.0" encoding="utf-8"?>
<p:tagLst xmlns:p="http://schemas.openxmlformats.org/presentationml/2006/main">
  <p:tag name="KSO_WM_BEAUTIFY_FLAG" val=""/>
</p:tagLst>
</file>

<file path=ppt/tags/tag1989.xml><?xml version="1.0" encoding="utf-8"?>
<p:tagLst xmlns:p="http://schemas.openxmlformats.org/presentationml/2006/main">
  <p:tag name="KSO_WM_BEAUTIFY_FLAG" val=""/>
</p:tagLst>
</file>

<file path=ppt/tags/tag1990.xml><?xml version="1.0" encoding="utf-8"?>
<p:tagLst xmlns:p="http://schemas.openxmlformats.org/presentationml/2006/main">
  <p:tag name="KSO_WM_BEAUTIFY_FLAG" val=""/>
</p:tagLst>
</file>

<file path=ppt/tags/tag1991.xml><?xml version="1.0" encoding="utf-8"?>
<p:tagLst xmlns:p="http://schemas.openxmlformats.org/presentationml/2006/main">
  <p:tag name="KSO_WM_BEAUTIFY_FLAG" val=""/>
</p:tagLst>
</file>

<file path=ppt/tags/tag1992.xml><?xml version="1.0" encoding="utf-8"?>
<p:tagLst xmlns:p="http://schemas.openxmlformats.org/presentationml/2006/main">
  <p:tag name="KSO_WM_BEAUTIFY_FLAG" val=""/>
</p:tagLst>
</file>

<file path=ppt/tags/tag1993.xml><?xml version="1.0" encoding="utf-8"?>
<p:tagLst xmlns:p="http://schemas.openxmlformats.org/presentationml/2006/main">
  <p:tag name="KSO_WM_BEAUTIFY_FLAG" val=""/>
</p:tagLst>
</file>

<file path=ppt/tags/tag1994.xml><?xml version="1.0" encoding="utf-8"?>
<p:tagLst xmlns:p="http://schemas.openxmlformats.org/presentationml/2006/main">
  <p:tag name="KSO_WM_BEAUTIFY_FLAG" val=""/>
</p:tagLst>
</file>

<file path=ppt/tags/tag1995.xml><?xml version="1.0" encoding="utf-8"?>
<p:tagLst xmlns:p="http://schemas.openxmlformats.org/presentationml/2006/main">
  <p:tag name="KSO_WM_BEAUTIFY_FLAG" val=""/>
</p:tagLst>
</file>

<file path=ppt/tags/tag1996.xml><?xml version="1.0" encoding="utf-8"?>
<p:tagLst xmlns:p="http://schemas.openxmlformats.org/presentationml/2006/main">
  <p:tag name="KSO_WM_BEAUTIFY_FLAG" val=""/>
</p:tagLst>
</file>

<file path=ppt/tags/tag1997.xml><?xml version="1.0" encoding="utf-8"?>
<p:tagLst xmlns:p="http://schemas.openxmlformats.org/presentationml/2006/main">
  <p:tag name="KSO_WM_BEAUTIFY_FLAG" val=""/>
</p:tagLst>
</file>

<file path=ppt/tags/tag1998.xml><?xml version="1.0" encoding="utf-8"?>
<p:tagLst xmlns:p="http://schemas.openxmlformats.org/presentationml/2006/main">
  <p:tag name="KSO_WM_BEAUTIFY_FLAG" val=""/>
</p:tagLst>
</file>

<file path=ppt/tags/tag1999.xml><?xml version="1.0" encoding="utf-8"?>
<p:tagLst xmlns:p="http://schemas.openxmlformats.org/presentationml/2006/main">
  <p:tag name="KSO_WM_BEAUTIFY_FLAG" val=""/>
</p:tagLst>
</file>

<file path=ppt/tags/tag2000.xml><?xml version="1.0" encoding="utf-8"?>
<p:tagLst xmlns:p="http://schemas.openxmlformats.org/presentationml/2006/main">
  <p:tag name="KSO_WM_BEAUTIFY_FLAG" val=""/>
</p:tagLst>
</file>

<file path=ppt/tags/tag2001.xml><?xml version="1.0" encoding="utf-8"?>
<p:tagLst xmlns:p="http://schemas.openxmlformats.org/presentationml/2006/main">
  <p:tag name="KSO_WM_BEAUTIFY_FLAG" val=""/>
</p:tagLst>
</file>

<file path=ppt/tags/tag2002.xml><?xml version="1.0" encoding="utf-8"?>
<p:tagLst xmlns:p="http://schemas.openxmlformats.org/presentationml/2006/main">
  <p:tag name="KSO_WM_BEAUTIFY_FLAG" val=""/>
</p:tagLst>
</file>

<file path=ppt/tags/tag2003.xml><?xml version="1.0" encoding="utf-8"?>
<p:tagLst xmlns:p="http://schemas.openxmlformats.org/presentationml/2006/main">
  <p:tag name="KSO_WM_BEAUTIFY_FLAG" val=""/>
</p:tagLst>
</file>

<file path=ppt/tags/tag2004.xml><?xml version="1.0" encoding="utf-8"?>
<p:tagLst xmlns:p="http://schemas.openxmlformats.org/presentationml/2006/main">
  <p:tag name="KSO_WM_BEAUTIFY_FLAG" val=""/>
</p:tagLst>
</file>

<file path=ppt/tags/tag2005.xml><?xml version="1.0" encoding="utf-8"?>
<p:tagLst xmlns:p="http://schemas.openxmlformats.org/presentationml/2006/main">
  <p:tag name="KSO_WM_BEAUTIFY_FLAG" val=""/>
</p:tagLst>
</file>

<file path=ppt/tags/tag2006.xml><?xml version="1.0" encoding="utf-8"?>
<p:tagLst xmlns:p="http://schemas.openxmlformats.org/presentationml/2006/main">
  <p:tag name="KSO_WM_BEAUTIFY_FLAG" val=""/>
</p:tagLst>
</file>

<file path=ppt/tags/tag2007.xml><?xml version="1.0" encoding="utf-8"?>
<p:tagLst xmlns:p="http://schemas.openxmlformats.org/presentationml/2006/main">
  <p:tag name="KSO_WM_BEAUTIFY_FLAG" val=""/>
</p:tagLst>
</file>

<file path=ppt/tags/tag2008.xml><?xml version="1.0" encoding="utf-8"?>
<p:tagLst xmlns:p="http://schemas.openxmlformats.org/presentationml/2006/main">
  <p:tag name="KSO_WM_BEAUTIFY_FLAG" val=""/>
</p:tagLst>
</file>

<file path=ppt/tags/tag2009.xml><?xml version="1.0" encoding="utf-8"?>
<p:tagLst xmlns:p="http://schemas.openxmlformats.org/presentationml/2006/main">
  <p:tag name="KSO_WM_BEAUTIFY_FLAG" val=""/>
</p:tagLst>
</file>

<file path=ppt/tags/tag2010.xml><?xml version="1.0" encoding="utf-8"?>
<p:tagLst xmlns:p="http://schemas.openxmlformats.org/presentationml/2006/main">
  <p:tag name="KSO_WM_BEAUTIFY_FLAG" val=""/>
</p:tagLst>
</file>

<file path=ppt/tags/tag2011.xml><?xml version="1.0" encoding="utf-8"?>
<p:tagLst xmlns:p="http://schemas.openxmlformats.org/presentationml/2006/main">
  <p:tag name="KSO_WM_BEAUTIFY_FLAG" val=""/>
</p:tagLst>
</file>

<file path=ppt/tags/tag2012.xml><?xml version="1.0" encoding="utf-8"?>
<p:tagLst xmlns:p="http://schemas.openxmlformats.org/presentationml/2006/main">
  <p:tag name="KSO_WM_BEAUTIFY_FLAG" val=""/>
</p:tagLst>
</file>

<file path=ppt/tags/tag2013.xml><?xml version="1.0" encoding="utf-8"?>
<p:tagLst xmlns:p="http://schemas.openxmlformats.org/presentationml/2006/main">
  <p:tag name="KSO_WM_BEAUTIFY_FLAG" val=""/>
</p:tagLst>
</file>

<file path=ppt/tags/tag2014.xml><?xml version="1.0" encoding="utf-8"?>
<p:tagLst xmlns:p="http://schemas.openxmlformats.org/presentationml/2006/main">
  <p:tag name="KSO_WM_BEAUTIFY_FLAG" val=""/>
</p:tagLst>
</file>

<file path=ppt/tags/tag2015.xml><?xml version="1.0" encoding="utf-8"?>
<p:tagLst xmlns:p="http://schemas.openxmlformats.org/presentationml/2006/main">
  <p:tag name="KSO_WM_BEAUTIFY_FLAG" val=""/>
</p:tagLst>
</file>

<file path=ppt/tags/tag2016.xml><?xml version="1.0" encoding="utf-8"?>
<p:tagLst xmlns:p="http://schemas.openxmlformats.org/presentationml/2006/main">
  <p:tag name="KSO_WM_BEAUTIFY_FLAG" val=""/>
</p:tagLst>
</file>

<file path=ppt/tags/tag2017.xml><?xml version="1.0" encoding="utf-8"?>
<p:tagLst xmlns:p="http://schemas.openxmlformats.org/presentationml/2006/main">
  <p:tag name="KSO_WM_BEAUTIFY_FLAG" val=""/>
</p:tagLst>
</file>

<file path=ppt/tags/tag2018.xml><?xml version="1.0" encoding="utf-8"?>
<p:tagLst xmlns:p="http://schemas.openxmlformats.org/presentationml/2006/main">
  <p:tag name="KSO_WM_BEAUTIFY_FLAG" val=""/>
</p:tagLst>
</file>

<file path=ppt/tags/tag2019.xml><?xml version="1.0" encoding="utf-8"?>
<p:tagLst xmlns:p="http://schemas.openxmlformats.org/presentationml/2006/main">
  <p:tag name="KSO_WM_BEAUTIFY_FLAG" val=""/>
</p:tagLst>
</file>

<file path=ppt/tags/tag2020.xml><?xml version="1.0" encoding="utf-8"?>
<p:tagLst xmlns:p="http://schemas.openxmlformats.org/presentationml/2006/main">
  <p:tag name="KSO_WM_BEAUTIFY_FLAG" val=""/>
</p:tagLst>
</file>

<file path=ppt/tags/tag2021.xml><?xml version="1.0" encoding="utf-8"?>
<p:tagLst xmlns:p="http://schemas.openxmlformats.org/presentationml/2006/main">
  <p:tag name="KSO_WM_BEAUTIFY_FLAG" val=""/>
</p:tagLst>
</file>

<file path=ppt/tags/tag2022.xml><?xml version="1.0" encoding="utf-8"?>
<p:tagLst xmlns:p="http://schemas.openxmlformats.org/presentationml/2006/main">
  <p:tag name="KSO_WM_BEAUTIFY_FLAG" val=""/>
</p:tagLst>
</file>

<file path=ppt/tags/tag2023.xml><?xml version="1.0" encoding="utf-8"?>
<p:tagLst xmlns:p="http://schemas.openxmlformats.org/presentationml/2006/main">
  <p:tag name="KSO_WM_BEAUTIFY_FLAG" val=""/>
</p:tagLst>
</file>

<file path=ppt/tags/tag2024.xml><?xml version="1.0" encoding="utf-8"?>
<p:tagLst xmlns:p="http://schemas.openxmlformats.org/presentationml/2006/main">
  <p:tag name="KSO_WM_BEAUTIFY_FLAG" val=""/>
</p:tagLst>
</file>

<file path=ppt/tags/tag2025.xml><?xml version="1.0" encoding="utf-8"?>
<p:tagLst xmlns:p="http://schemas.openxmlformats.org/presentationml/2006/main">
  <p:tag name="KSO_WM_BEAUTIFY_FLAG" val=""/>
</p:tagLst>
</file>

<file path=ppt/tags/tag2026.xml><?xml version="1.0" encoding="utf-8"?>
<p:tagLst xmlns:p="http://schemas.openxmlformats.org/presentationml/2006/main">
  <p:tag name="KSO_WM_BEAUTIFY_FLAG" val=""/>
</p:tagLst>
</file>

<file path=ppt/tags/tag2027.xml><?xml version="1.0" encoding="utf-8"?>
<p:tagLst xmlns:p="http://schemas.openxmlformats.org/presentationml/2006/main">
  <p:tag name="KSO_WM_BEAUTIFY_FLAG" val=""/>
</p:tagLst>
</file>

<file path=ppt/tags/tag2028.xml><?xml version="1.0" encoding="utf-8"?>
<p:tagLst xmlns:p="http://schemas.openxmlformats.org/presentationml/2006/main">
  <p:tag name="KSO_WM_BEAUTIFY_FLAG" val=""/>
</p:tagLst>
</file>

<file path=ppt/tags/tag2029.xml><?xml version="1.0" encoding="utf-8"?>
<p:tagLst xmlns:p="http://schemas.openxmlformats.org/presentationml/2006/main">
  <p:tag name="KSO_WM_BEAUTIFY_FLAG" val=""/>
</p:tagLst>
</file>

<file path=ppt/tags/tag2030.xml><?xml version="1.0" encoding="utf-8"?>
<p:tagLst xmlns:p="http://schemas.openxmlformats.org/presentationml/2006/main">
  <p:tag name="KSO_WM_BEAUTIFY_FLAG" val=""/>
</p:tagLst>
</file>

<file path=ppt/tags/tag2031.xml><?xml version="1.0" encoding="utf-8"?>
<p:tagLst xmlns:p="http://schemas.openxmlformats.org/presentationml/2006/main">
  <p:tag name="KSO_WM_BEAUTIFY_FLAG" val=""/>
</p:tagLst>
</file>

<file path=ppt/tags/tag2032.xml><?xml version="1.0" encoding="utf-8"?>
<p:tagLst xmlns:p="http://schemas.openxmlformats.org/presentationml/2006/main">
  <p:tag name="KSO_WM_BEAUTIFY_FLAG" val=""/>
</p:tagLst>
</file>

<file path=ppt/tags/tag2033.xml><?xml version="1.0" encoding="utf-8"?>
<p:tagLst xmlns:p="http://schemas.openxmlformats.org/presentationml/2006/main">
  <p:tag name="KSO_WM_BEAUTIFY_FLAG" val=""/>
</p:tagLst>
</file>

<file path=ppt/tags/tag2034.xml><?xml version="1.0" encoding="utf-8"?>
<p:tagLst xmlns:p="http://schemas.openxmlformats.org/presentationml/2006/main">
  <p:tag name="KSO_WM_BEAUTIFY_FLAG" val=""/>
</p:tagLst>
</file>

<file path=ppt/tags/tag2035.xml><?xml version="1.0" encoding="utf-8"?>
<p:tagLst xmlns:p="http://schemas.openxmlformats.org/presentationml/2006/main">
  <p:tag name="KSO_WM_BEAUTIFY_FLAG" val=""/>
</p:tagLst>
</file>

<file path=ppt/tags/tag2036.xml><?xml version="1.0" encoding="utf-8"?>
<p:tagLst xmlns:p="http://schemas.openxmlformats.org/presentationml/2006/main">
  <p:tag name="KSO_WM_BEAUTIFY_FLAG" val=""/>
</p:tagLst>
</file>

<file path=ppt/tags/tag2037.xml><?xml version="1.0" encoding="utf-8"?>
<p:tagLst xmlns:p="http://schemas.openxmlformats.org/presentationml/2006/main">
  <p:tag name="KSO_WM_BEAUTIFY_FLAG" val=""/>
</p:tagLst>
</file>

<file path=ppt/tags/tag2038.xml><?xml version="1.0" encoding="utf-8"?>
<p:tagLst xmlns:p="http://schemas.openxmlformats.org/presentationml/2006/main">
  <p:tag name="KSO_WM_BEAUTIFY_FLAG" val=""/>
</p:tagLst>
</file>

<file path=ppt/tags/tag2039.xml><?xml version="1.0" encoding="utf-8"?>
<p:tagLst xmlns:p="http://schemas.openxmlformats.org/presentationml/2006/main">
  <p:tag name="KSO_WM_BEAUTIFY_FLAG" val=""/>
</p:tagLst>
</file>

<file path=ppt/tags/tag2040.xml><?xml version="1.0" encoding="utf-8"?>
<p:tagLst xmlns:p="http://schemas.openxmlformats.org/presentationml/2006/main">
  <p:tag name="KSO_WM_BEAUTIFY_FLAG" val=""/>
</p:tagLst>
</file>

<file path=ppt/tags/tag2041.xml><?xml version="1.0" encoding="utf-8"?>
<p:tagLst xmlns:p="http://schemas.openxmlformats.org/presentationml/2006/main">
  <p:tag name="KSO_WM_BEAUTIFY_FLAG" val=""/>
</p:tagLst>
</file>

<file path=ppt/tags/tag2042.xml><?xml version="1.0" encoding="utf-8"?>
<p:tagLst xmlns:p="http://schemas.openxmlformats.org/presentationml/2006/main">
  <p:tag name="KSO_WM_BEAUTIFY_FLAG" val=""/>
</p:tagLst>
</file>

<file path=ppt/tags/tag2043.xml><?xml version="1.0" encoding="utf-8"?>
<p:tagLst xmlns:p="http://schemas.openxmlformats.org/presentationml/2006/main">
  <p:tag name="KSO_WM_BEAUTIFY_FLAG" val=""/>
</p:tagLst>
</file>

<file path=ppt/tags/tag2044.xml><?xml version="1.0" encoding="utf-8"?>
<p:tagLst xmlns:p="http://schemas.openxmlformats.org/presentationml/2006/main">
  <p:tag name="KSO_WM_BEAUTIFY_FLAG" val=""/>
</p:tagLst>
</file>

<file path=ppt/tags/tag2045.xml><?xml version="1.0" encoding="utf-8"?>
<p:tagLst xmlns:p="http://schemas.openxmlformats.org/presentationml/2006/main">
  <p:tag name="KSO_WM_BEAUTIFY_FLAG" val=""/>
</p:tagLst>
</file>

<file path=ppt/tags/tag2046.xml><?xml version="1.0" encoding="utf-8"?>
<p:tagLst xmlns:p="http://schemas.openxmlformats.org/presentationml/2006/main">
  <p:tag name="KSO_WM_BEAUTIFY_FLAG" val=""/>
</p:tagLst>
</file>

<file path=ppt/tags/tag2047.xml><?xml version="1.0" encoding="utf-8"?>
<p:tagLst xmlns:p="http://schemas.openxmlformats.org/presentationml/2006/main">
  <p:tag name="KSO_WM_BEAUTIFY_FLAG" val=""/>
</p:tagLst>
</file>

<file path=ppt/tags/tag2048.xml><?xml version="1.0" encoding="utf-8"?>
<p:tagLst xmlns:p="http://schemas.openxmlformats.org/presentationml/2006/main">
  <p:tag name="KSO_WM_BEAUTIFY_FLAG" val=""/>
</p:tagLst>
</file>

<file path=ppt/tags/tag2049.xml><?xml version="1.0" encoding="utf-8"?>
<p:tagLst xmlns:p="http://schemas.openxmlformats.org/presentationml/2006/main">
  <p:tag name="KSO_WM_BEAUTIFY_FLAG" val=""/>
</p:tagLst>
</file>

<file path=ppt/tags/tag2050.xml><?xml version="1.0" encoding="utf-8"?>
<p:tagLst xmlns:p="http://schemas.openxmlformats.org/presentationml/2006/main">
  <p:tag name="KSO_WM_BEAUTIFY_FLAG" val=""/>
</p:tagLst>
</file>

<file path=ppt/tags/tag2051.xml><?xml version="1.0" encoding="utf-8"?>
<p:tagLst xmlns:p="http://schemas.openxmlformats.org/presentationml/2006/main">
  <p:tag name="KSO_WM_BEAUTIFY_FLAG" val=""/>
</p:tagLst>
</file>

<file path=ppt/tags/tag2052.xml><?xml version="1.0" encoding="utf-8"?>
<p:tagLst xmlns:p="http://schemas.openxmlformats.org/presentationml/2006/main">
  <p:tag name="KSO_WM_BEAUTIFY_FLAG" val=""/>
</p:tagLst>
</file>

<file path=ppt/tags/tag2053.xml><?xml version="1.0" encoding="utf-8"?>
<p:tagLst xmlns:p="http://schemas.openxmlformats.org/presentationml/2006/main">
  <p:tag name="KSO_WM_BEAUTIFY_FLAG" val=""/>
</p:tagLst>
</file>

<file path=ppt/tags/tag2054.xml><?xml version="1.0" encoding="utf-8"?>
<p:tagLst xmlns:p="http://schemas.openxmlformats.org/presentationml/2006/main">
  <p:tag name="KSO_WM_BEAUTIFY_FLAG" val=""/>
</p:tagLst>
</file>

<file path=ppt/tags/tag2055.xml><?xml version="1.0" encoding="utf-8"?>
<p:tagLst xmlns:p="http://schemas.openxmlformats.org/presentationml/2006/main">
  <p:tag name="KSO_WM_BEAUTIFY_FLAG" val=""/>
</p:tagLst>
</file>

<file path=ppt/tags/tag2056.xml><?xml version="1.0" encoding="utf-8"?>
<p:tagLst xmlns:p="http://schemas.openxmlformats.org/presentationml/2006/main">
  <p:tag name="KSO_WM_BEAUTIFY_FLAG" val=""/>
</p:tagLst>
</file>

<file path=ppt/tags/tag2057.xml><?xml version="1.0" encoding="utf-8"?>
<p:tagLst xmlns:p="http://schemas.openxmlformats.org/presentationml/2006/main">
  <p:tag name="KSO_WM_BEAUTIFY_FLAG" val=""/>
</p:tagLst>
</file>

<file path=ppt/tags/tag2058.xml><?xml version="1.0" encoding="utf-8"?>
<p:tagLst xmlns:p="http://schemas.openxmlformats.org/presentationml/2006/main">
  <p:tag name="KSO_WM_BEAUTIFY_FLAG" val=""/>
</p:tagLst>
</file>

<file path=ppt/tags/tag2059.xml><?xml version="1.0" encoding="utf-8"?>
<p:tagLst xmlns:p="http://schemas.openxmlformats.org/presentationml/2006/main">
  <p:tag name="KSO_WM_BEAUTIFY_FLAG" val=""/>
</p:tagLst>
</file>

<file path=ppt/tags/tag2060.xml><?xml version="1.0" encoding="utf-8"?>
<p:tagLst xmlns:p="http://schemas.openxmlformats.org/presentationml/2006/main">
  <p:tag name="KSO_WM_BEAUTIFY_FLAG" val=""/>
</p:tagLst>
</file>

<file path=ppt/tags/tag2061.xml><?xml version="1.0" encoding="utf-8"?>
<p:tagLst xmlns:p="http://schemas.openxmlformats.org/presentationml/2006/main">
  <p:tag name="KSO_WM_BEAUTIFY_FLAG" val=""/>
</p:tagLst>
</file>

<file path=ppt/tags/tag2062.xml><?xml version="1.0" encoding="utf-8"?>
<p:tagLst xmlns:p="http://schemas.openxmlformats.org/presentationml/2006/main">
  <p:tag name="KSO_WM_BEAUTIFY_FLAG" val=""/>
</p:tagLst>
</file>

<file path=ppt/tags/tag2063.xml><?xml version="1.0" encoding="utf-8"?>
<p:tagLst xmlns:p="http://schemas.openxmlformats.org/presentationml/2006/main">
  <p:tag name="KSO_WM_BEAUTIFY_FLAG" val=""/>
</p:tagLst>
</file>

<file path=ppt/tags/tag2064.xml><?xml version="1.0" encoding="utf-8"?>
<p:tagLst xmlns:p="http://schemas.openxmlformats.org/presentationml/2006/main">
  <p:tag name="KSO_WM_BEAUTIFY_FLAG" val=""/>
</p:tagLst>
</file>

<file path=ppt/tags/tag2065.xml><?xml version="1.0" encoding="utf-8"?>
<p:tagLst xmlns:p="http://schemas.openxmlformats.org/presentationml/2006/main">
  <p:tag name="KSO_WM_BEAUTIFY_FLAG" val=""/>
</p:tagLst>
</file>

<file path=ppt/tags/tag2066.xml><?xml version="1.0" encoding="utf-8"?>
<p:tagLst xmlns:p="http://schemas.openxmlformats.org/presentationml/2006/main">
  <p:tag name="KSO_WM_BEAUTIFY_FLAG" val=""/>
</p:tagLst>
</file>

<file path=ppt/tags/tag2067.xml><?xml version="1.0" encoding="utf-8"?>
<p:tagLst xmlns:p="http://schemas.openxmlformats.org/presentationml/2006/main">
  <p:tag name="KSO_WM_BEAUTIFY_FLAG" val=""/>
</p:tagLst>
</file>

<file path=ppt/tags/tag2068.xml><?xml version="1.0" encoding="utf-8"?>
<p:tagLst xmlns:p="http://schemas.openxmlformats.org/presentationml/2006/main">
  <p:tag name="KSO_WM_BEAUTIFY_FLAG" val=""/>
</p:tagLst>
</file>

<file path=ppt/tags/tag2069.xml><?xml version="1.0" encoding="utf-8"?>
<p:tagLst xmlns:p="http://schemas.openxmlformats.org/presentationml/2006/main">
  <p:tag name="KSO_WM_BEAUTIFY_FLAG" val=""/>
</p:tagLst>
</file>

<file path=ppt/tags/tag2070.xml><?xml version="1.0" encoding="utf-8"?>
<p:tagLst xmlns:p="http://schemas.openxmlformats.org/presentationml/2006/main">
  <p:tag name="KSO_WM_BEAUTIFY_FLAG" val=""/>
</p:tagLst>
</file>

<file path=ppt/tags/tag2071.xml><?xml version="1.0" encoding="utf-8"?>
<p:tagLst xmlns:p="http://schemas.openxmlformats.org/presentationml/2006/main">
  <p:tag name="KSO_WM_BEAUTIFY_FLAG" val=""/>
</p:tagLst>
</file>

<file path=ppt/tags/tag2072.xml><?xml version="1.0" encoding="utf-8"?>
<p:tagLst xmlns:p="http://schemas.openxmlformats.org/presentationml/2006/main">
  <p:tag name="KSO_WM_BEAUTIFY_FLAG" val=""/>
</p:tagLst>
</file>

<file path=ppt/tags/tag2073.xml><?xml version="1.0" encoding="utf-8"?>
<p:tagLst xmlns:p="http://schemas.openxmlformats.org/presentationml/2006/main">
  <p:tag name="KSO_WM_BEAUTIFY_FLAG" val=""/>
</p:tagLst>
</file>

<file path=ppt/tags/tag2074.xml><?xml version="1.0" encoding="utf-8"?>
<p:tagLst xmlns:p="http://schemas.openxmlformats.org/presentationml/2006/main">
  <p:tag name="KSO_WM_BEAUTIFY_FLAG" val=""/>
</p:tagLst>
</file>

<file path=ppt/tags/tag2075.xml><?xml version="1.0" encoding="utf-8"?>
<p:tagLst xmlns:p="http://schemas.openxmlformats.org/presentationml/2006/main">
  <p:tag name="KSO_WM_BEAUTIFY_FLAG" val=""/>
</p:tagLst>
</file>

<file path=ppt/tags/tag2076.xml><?xml version="1.0" encoding="utf-8"?>
<p:tagLst xmlns:p="http://schemas.openxmlformats.org/presentationml/2006/main">
  <p:tag name="KSO_WM_BEAUTIFY_FLAG" val=""/>
</p:tagLst>
</file>

<file path=ppt/tags/tag2077.xml><?xml version="1.0" encoding="utf-8"?>
<p:tagLst xmlns:p="http://schemas.openxmlformats.org/presentationml/2006/main">
  <p:tag name="TABLE_ENDDRAG_ORIGIN_RECT" val="595*46"/>
  <p:tag name="TABLE_ENDDRAG_RECT" val="70*230*595*46"/>
  <p:tag name="KSO_WM_BEAUTIFY_FLAG" val=""/>
</p:tagLst>
</file>

<file path=ppt/tags/tag2078.xml><?xml version="1.0" encoding="utf-8"?>
<p:tagLst xmlns:p="http://schemas.openxmlformats.org/presentationml/2006/main">
  <p:tag name="KSO_WM_BEAUTIFY_FLAG" val=""/>
</p:tagLst>
</file>

<file path=ppt/tags/tag2079.xml><?xml version="1.0" encoding="utf-8"?>
<p:tagLst xmlns:p="http://schemas.openxmlformats.org/presentationml/2006/main">
  <p:tag name="KSO_WM_BEAUTIFY_FLAG" val=""/>
</p:tagLst>
</file>

<file path=ppt/tags/tag2080.xml><?xml version="1.0" encoding="utf-8"?>
<p:tagLst xmlns:p="http://schemas.openxmlformats.org/presentationml/2006/main">
  <p:tag name="KSO_WM_BEAUTIFY_FLAG" val=""/>
</p:tagLst>
</file>

<file path=ppt/tags/tag2081.xml><?xml version="1.0" encoding="utf-8"?>
<p:tagLst xmlns:p="http://schemas.openxmlformats.org/presentationml/2006/main">
  <p:tag name="KSO_WM_BEAUTIFY_FLAG" val=""/>
</p:tagLst>
</file>

<file path=ppt/tags/tag2082.xml><?xml version="1.0" encoding="utf-8"?>
<p:tagLst xmlns:p="http://schemas.openxmlformats.org/presentationml/2006/main">
  <p:tag name="KSO_WM_BEAUTIFY_FLAG" val=""/>
</p:tagLst>
</file>

<file path=ppt/tags/tag2083.xml><?xml version="1.0" encoding="utf-8"?>
<p:tagLst xmlns:p="http://schemas.openxmlformats.org/presentationml/2006/main">
  <p:tag name="KSO_WM_BEAUTIFY_FLAG" val=""/>
</p:tagLst>
</file>

<file path=ppt/tags/tag2084.xml><?xml version="1.0" encoding="utf-8"?>
<p:tagLst xmlns:p="http://schemas.openxmlformats.org/presentationml/2006/main">
  <p:tag name="KSO_WM_BEAUTIFY_FLAG" val=""/>
</p:tagLst>
</file>

<file path=ppt/tags/tag2085.xml><?xml version="1.0" encoding="utf-8"?>
<p:tagLst xmlns:p="http://schemas.openxmlformats.org/presentationml/2006/main">
  <p:tag name="KSO_WM_BEAUTIFY_FLAG" val=""/>
</p:tagLst>
</file>

<file path=ppt/tags/tag2086.xml><?xml version="1.0" encoding="utf-8"?>
<p:tagLst xmlns:p="http://schemas.openxmlformats.org/presentationml/2006/main">
  <p:tag name="KSO_WM_BEAUTIFY_FLAG" val=""/>
</p:tagLst>
</file>

<file path=ppt/tags/tag2087.xml><?xml version="1.0" encoding="utf-8"?>
<p:tagLst xmlns:p="http://schemas.openxmlformats.org/presentationml/2006/main">
  <p:tag name="KSO_WM_BEAUTIFY_FLAG" val=""/>
</p:tagLst>
</file>

<file path=ppt/tags/tag2088.xml><?xml version="1.0" encoding="utf-8"?>
<p:tagLst xmlns:p="http://schemas.openxmlformats.org/presentationml/2006/main">
  <p:tag name="KSO_WM_BEAUTIFY_FLAG" val=""/>
</p:tagLst>
</file>

<file path=ppt/tags/tag2089.xml><?xml version="1.0" encoding="utf-8"?>
<p:tagLst xmlns:p="http://schemas.openxmlformats.org/presentationml/2006/main">
  <p:tag name="KSO_WM_BEAUTIFY_FLAG" val=""/>
</p:tagLst>
</file>

<file path=ppt/tags/tag2090.xml><?xml version="1.0" encoding="utf-8"?>
<p:tagLst xmlns:p="http://schemas.openxmlformats.org/presentationml/2006/main">
  <p:tag name="KSO_WM_BEAUTIFY_FLAG" val=""/>
</p:tagLst>
</file>

<file path=ppt/tags/tag2091.xml><?xml version="1.0" encoding="utf-8"?>
<p:tagLst xmlns:p="http://schemas.openxmlformats.org/presentationml/2006/main">
  <p:tag name="KSO_WM_BEAUTIFY_FLAG" val=""/>
</p:tagLst>
</file>

<file path=ppt/tags/tag2092.xml><?xml version="1.0" encoding="utf-8"?>
<p:tagLst xmlns:p="http://schemas.openxmlformats.org/presentationml/2006/main">
  <p:tag name="KSO_WM_BEAUTIFY_FLAG" val=""/>
</p:tagLst>
</file>

<file path=ppt/tags/tag2093.xml><?xml version="1.0" encoding="utf-8"?>
<p:tagLst xmlns:p="http://schemas.openxmlformats.org/presentationml/2006/main">
  <p:tag name="KSO_WM_BEAUTIFY_FLAG" val=""/>
</p:tagLst>
</file>

<file path=ppt/tags/tag2094.xml><?xml version="1.0" encoding="utf-8"?>
<p:tagLst xmlns:p="http://schemas.openxmlformats.org/presentationml/2006/main">
  <p:tag name="KSO_WM_BEAUTIFY_FLAG" val=""/>
</p:tagLst>
</file>

<file path=ppt/tags/tag2095.xml><?xml version="1.0" encoding="utf-8"?>
<p:tagLst xmlns:p="http://schemas.openxmlformats.org/presentationml/2006/main">
  <p:tag name="KSO_WM_BEAUTIFY_FLAG" val=""/>
</p:tagLst>
</file>

<file path=ppt/tags/tag2096.xml><?xml version="1.0" encoding="utf-8"?>
<p:tagLst xmlns:p="http://schemas.openxmlformats.org/presentationml/2006/main">
  <p:tag name="KSO_WM_BEAUTIFY_FLAG" val=""/>
</p:tagLst>
</file>

<file path=ppt/tags/tag2097.xml><?xml version="1.0" encoding="utf-8"?>
<p:tagLst xmlns:p="http://schemas.openxmlformats.org/presentationml/2006/main">
  <p:tag name="KSO_WM_BEAUTIFY_FLAG" val=""/>
</p:tagLst>
</file>

<file path=ppt/tags/tag2098.xml><?xml version="1.0" encoding="utf-8"?>
<p:tagLst xmlns:p="http://schemas.openxmlformats.org/presentationml/2006/main">
  <p:tag name="KSO_WM_BEAUTIFY_FLAG" val=""/>
</p:tagLst>
</file>

<file path=ppt/tags/tag2099.xml><?xml version="1.0" encoding="utf-8"?>
<p:tagLst xmlns:p="http://schemas.openxmlformats.org/presentationml/2006/main">
  <p:tag name="KSO_WM_BEAUTIFY_FLAG" val=""/>
</p:tagLst>
</file>

<file path=ppt/tags/tag2100.xml><?xml version="1.0" encoding="utf-8"?>
<p:tagLst xmlns:p="http://schemas.openxmlformats.org/presentationml/2006/main">
  <p:tag name="KSO_WM_BEAUTIFY_FLAG" val=""/>
</p:tagLst>
</file>

<file path=ppt/tags/tag2101.xml><?xml version="1.0" encoding="utf-8"?>
<p:tagLst xmlns:p="http://schemas.openxmlformats.org/presentationml/2006/main">
  <p:tag name="KSO_WM_BEAUTIFY_FLAG" val=""/>
</p:tagLst>
</file>

<file path=ppt/tags/tag2102.xml><?xml version="1.0" encoding="utf-8"?>
<p:tagLst xmlns:p="http://schemas.openxmlformats.org/presentationml/2006/main">
  <p:tag name="KSO_WM_BEAUTIFY_FLAG" val=""/>
</p:tagLst>
</file>

<file path=ppt/tags/tag2103.xml><?xml version="1.0" encoding="utf-8"?>
<p:tagLst xmlns:p="http://schemas.openxmlformats.org/presentationml/2006/main">
  <p:tag name="KSO_WM_BEAUTIFY_FLAG" val=""/>
</p:tagLst>
</file>

<file path=ppt/tags/tag2104.xml><?xml version="1.0" encoding="utf-8"?>
<p:tagLst xmlns:p="http://schemas.openxmlformats.org/presentationml/2006/main">
  <p:tag name="KSO_WM_BEAUTIFY_FLAG" val=""/>
</p:tagLst>
</file>

<file path=ppt/tags/tag2105.xml><?xml version="1.0" encoding="utf-8"?>
<p:tagLst xmlns:p="http://schemas.openxmlformats.org/presentationml/2006/main">
  <p:tag name="KSO_WM_BEAUTIFY_FLAG" val=""/>
</p:tagLst>
</file>

<file path=ppt/tags/tag2106.xml><?xml version="1.0" encoding="utf-8"?>
<p:tagLst xmlns:p="http://schemas.openxmlformats.org/presentationml/2006/main">
  <p:tag name="KSO_WM_BEAUTIFY_FLAG" val=""/>
</p:tagLst>
</file>

<file path=ppt/tags/tag2107.xml><?xml version="1.0" encoding="utf-8"?>
<p:tagLst xmlns:p="http://schemas.openxmlformats.org/presentationml/2006/main">
  <p:tag name="KSO_WM_BEAUTIFY_FLAG" val=""/>
</p:tagLst>
</file>

<file path=ppt/tags/tag2108.xml><?xml version="1.0" encoding="utf-8"?>
<p:tagLst xmlns:p="http://schemas.openxmlformats.org/presentationml/2006/main">
  <p:tag name="KSO_WM_BEAUTIFY_FLAG" val=""/>
</p:tagLst>
</file>

<file path=ppt/tags/tag2109.xml><?xml version="1.0" encoding="utf-8"?>
<p:tagLst xmlns:p="http://schemas.openxmlformats.org/presentationml/2006/main">
  <p:tag name="KSO_WM_BEAUTIFY_FLAG" val=""/>
</p:tagLst>
</file>

<file path=ppt/tags/tag2110.xml><?xml version="1.0" encoding="utf-8"?>
<p:tagLst xmlns:p="http://schemas.openxmlformats.org/presentationml/2006/main">
  <p:tag name="KSO_WM_BEAUTIFY_FLAG" val=""/>
</p:tagLst>
</file>

<file path=ppt/tags/tag2111.xml><?xml version="1.0" encoding="utf-8"?>
<p:tagLst xmlns:p="http://schemas.openxmlformats.org/presentationml/2006/main">
  <p:tag name="KSO_WM_BEAUTIFY_FLAG" val=""/>
</p:tagLst>
</file>

<file path=ppt/tags/tag2112.xml><?xml version="1.0" encoding="utf-8"?>
<p:tagLst xmlns:p="http://schemas.openxmlformats.org/presentationml/2006/main">
  <p:tag name="KSO_WM_BEAUTIFY_FLAG" val=""/>
</p:tagLst>
</file>

<file path=ppt/tags/tag2113.xml><?xml version="1.0" encoding="utf-8"?>
<p:tagLst xmlns:p="http://schemas.openxmlformats.org/presentationml/2006/main">
  <p:tag name="KSO_WM_BEAUTIFY_FLAG" val=""/>
</p:tagLst>
</file>

<file path=ppt/tags/tag2114.xml><?xml version="1.0" encoding="utf-8"?>
<p:tagLst xmlns:p="http://schemas.openxmlformats.org/presentationml/2006/main">
  <p:tag name="KSO_WM_BEAUTIFY_FLAG" val=""/>
</p:tagLst>
</file>

<file path=ppt/tags/tag2115.xml><?xml version="1.0" encoding="utf-8"?>
<p:tagLst xmlns:p="http://schemas.openxmlformats.org/presentationml/2006/main">
  <p:tag name="KSO_WM_BEAUTIFY_FLAG" val=""/>
</p:tagLst>
</file>

<file path=ppt/tags/tag2116.xml><?xml version="1.0" encoding="utf-8"?>
<p:tagLst xmlns:p="http://schemas.openxmlformats.org/presentationml/2006/main">
  <p:tag name="KSO_WM_BEAUTIFY_FLAG" val=""/>
</p:tagLst>
</file>

<file path=ppt/tags/tag2117.xml><?xml version="1.0" encoding="utf-8"?>
<p:tagLst xmlns:p="http://schemas.openxmlformats.org/presentationml/2006/main">
  <p:tag name="KSO_WM_BEAUTIFY_FLAG" val=""/>
</p:tagLst>
</file>

<file path=ppt/tags/tag2118.xml><?xml version="1.0" encoding="utf-8"?>
<p:tagLst xmlns:p="http://schemas.openxmlformats.org/presentationml/2006/main">
  <p:tag name="KSO_WM_BEAUTIFY_FLAG" val=""/>
</p:tagLst>
</file>

<file path=ppt/tags/tag2119.xml><?xml version="1.0" encoding="utf-8"?>
<p:tagLst xmlns:p="http://schemas.openxmlformats.org/presentationml/2006/main">
  <p:tag name="KSO_WM_BEAUTIFY_FLAG" val=""/>
</p:tagLst>
</file>

<file path=ppt/tags/tag2120.xml><?xml version="1.0" encoding="utf-8"?>
<p:tagLst xmlns:p="http://schemas.openxmlformats.org/presentationml/2006/main">
  <p:tag name="KSO_WM_BEAUTIFY_FLAG" val=""/>
</p:tagLst>
</file>

<file path=ppt/tags/tag2121.xml><?xml version="1.0" encoding="utf-8"?>
<p:tagLst xmlns:p="http://schemas.openxmlformats.org/presentationml/2006/main">
  <p:tag name="KSO_WM_BEAUTIFY_FLAG" val=""/>
</p:tagLst>
</file>

<file path=ppt/tags/tag2122.xml><?xml version="1.0" encoding="utf-8"?>
<p:tagLst xmlns:p="http://schemas.openxmlformats.org/presentationml/2006/main">
  <p:tag name="KSO_WM_BEAUTIFY_FLAG" val=""/>
</p:tagLst>
</file>

<file path=ppt/tags/tag2123.xml><?xml version="1.0" encoding="utf-8"?>
<p:tagLst xmlns:p="http://schemas.openxmlformats.org/presentationml/2006/main">
  <p:tag name="KSO_WM_BEAUTIFY_FLAG" val=""/>
</p:tagLst>
</file>

<file path=ppt/tags/tag2124.xml><?xml version="1.0" encoding="utf-8"?>
<p:tagLst xmlns:p="http://schemas.openxmlformats.org/presentationml/2006/main">
  <p:tag name="KSO_WM_BEAUTIFY_FLAG" val=""/>
</p:tagLst>
</file>

<file path=ppt/tags/tag2125.xml><?xml version="1.0" encoding="utf-8"?>
<p:tagLst xmlns:p="http://schemas.openxmlformats.org/presentationml/2006/main">
  <p:tag name="KSO_WM_BEAUTIFY_FLAG" val=""/>
</p:tagLst>
</file>

<file path=ppt/tags/tag2126.xml><?xml version="1.0" encoding="utf-8"?>
<p:tagLst xmlns:p="http://schemas.openxmlformats.org/presentationml/2006/main">
  <p:tag name="KSO_WM_BEAUTIFY_FLAG" val=""/>
</p:tagLst>
</file>

<file path=ppt/tags/tag2127.xml><?xml version="1.0" encoding="utf-8"?>
<p:tagLst xmlns:p="http://schemas.openxmlformats.org/presentationml/2006/main">
  <p:tag name="KSO_WM_BEAUTIFY_FLAG" val=""/>
</p:tagLst>
</file>

<file path=ppt/tags/tag2128.xml><?xml version="1.0" encoding="utf-8"?>
<p:tagLst xmlns:p="http://schemas.openxmlformats.org/presentationml/2006/main">
  <p:tag name="KSO_WM_BEAUTIFY_FLAG" val=""/>
</p:tagLst>
</file>

<file path=ppt/tags/tag2129.xml><?xml version="1.0" encoding="utf-8"?>
<p:tagLst xmlns:p="http://schemas.openxmlformats.org/presentationml/2006/main">
  <p:tag name="KSO_WM_BEAUTIFY_FLAG" val=""/>
</p:tagLst>
</file>

<file path=ppt/tags/tag2130.xml><?xml version="1.0" encoding="utf-8"?>
<p:tagLst xmlns:p="http://schemas.openxmlformats.org/presentationml/2006/main">
  <p:tag name="KSO_WM_BEAUTIFY_FLAG" val=""/>
</p:tagLst>
</file>

<file path=ppt/tags/tag2131.xml><?xml version="1.0" encoding="utf-8"?>
<p:tagLst xmlns:p="http://schemas.openxmlformats.org/presentationml/2006/main">
  <p:tag name="KSO_WM_BEAUTIFY_FLAG" val=""/>
</p:tagLst>
</file>

<file path=ppt/tags/tag2132.xml><?xml version="1.0" encoding="utf-8"?>
<p:tagLst xmlns:p="http://schemas.openxmlformats.org/presentationml/2006/main">
  <p:tag name="KSO_WM_BEAUTIFY_FLAG" val=""/>
</p:tagLst>
</file>

<file path=ppt/tags/tag2133.xml><?xml version="1.0" encoding="utf-8"?>
<p:tagLst xmlns:p="http://schemas.openxmlformats.org/presentationml/2006/main">
  <p:tag name="KSO_WM_BEAUTIFY_FLAG" val=""/>
</p:tagLst>
</file>

<file path=ppt/tags/tag2134.xml><?xml version="1.0" encoding="utf-8"?>
<p:tagLst xmlns:p="http://schemas.openxmlformats.org/presentationml/2006/main">
  <p:tag name="KSO_WM_BEAUTIFY_FLAG" val=""/>
</p:tagLst>
</file>

<file path=ppt/tags/tag2135.xml><?xml version="1.0" encoding="utf-8"?>
<p:tagLst xmlns:p="http://schemas.openxmlformats.org/presentationml/2006/main">
  <p:tag name="KSO_WM_BEAUTIFY_FLAG" val=""/>
</p:tagLst>
</file>

<file path=ppt/tags/tag2136.xml><?xml version="1.0" encoding="utf-8"?>
<p:tagLst xmlns:p="http://schemas.openxmlformats.org/presentationml/2006/main">
  <p:tag name="KSO_WM_BEAUTIFY_FLAG" val=""/>
</p:tagLst>
</file>

<file path=ppt/tags/tag2137.xml><?xml version="1.0" encoding="utf-8"?>
<p:tagLst xmlns:p="http://schemas.openxmlformats.org/presentationml/2006/main">
  <p:tag name="KSO_WM_BEAUTIFY_FLAG" val=""/>
</p:tagLst>
</file>

<file path=ppt/tags/tag2138.xml><?xml version="1.0" encoding="utf-8"?>
<p:tagLst xmlns:p="http://schemas.openxmlformats.org/presentationml/2006/main">
  <p:tag name="KSO_WM_BEAUTIFY_FLAG" val=""/>
</p:tagLst>
</file>

<file path=ppt/tags/tag2139.xml><?xml version="1.0" encoding="utf-8"?>
<p:tagLst xmlns:p="http://schemas.openxmlformats.org/presentationml/2006/main">
  <p:tag name="KSO_WM_BEAUTIFY_FLAG" val=""/>
</p:tagLst>
</file>

<file path=ppt/tags/tag2140.xml><?xml version="1.0" encoding="utf-8"?>
<p:tagLst xmlns:p="http://schemas.openxmlformats.org/presentationml/2006/main">
  <p:tag name="KSO_WM_BEAUTIFY_FLAG" val=""/>
</p:tagLst>
</file>

<file path=ppt/tags/tag2141.xml><?xml version="1.0" encoding="utf-8"?>
<p:tagLst xmlns:p="http://schemas.openxmlformats.org/presentationml/2006/main">
  <p:tag name="KSO_WM_BEAUTIFY_FLAG" val=""/>
</p:tagLst>
</file>

<file path=ppt/tags/tag2142.xml><?xml version="1.0" encoding="utf-8"?>
<p:tagLst xmlns:p="http://schemas.openxmlformats.org/presentationml/2006/main">
  <p:tag name="KSO_WM_BEAUTIFY_FLAG" val=""/>
</p:tagLst>
</file>

<file path=ppt/tags/tag2143.xml><?xml version="1.0" encoding="utf-8"?>
<p:tagLst xmlns:p="http://schemas.openxmlformats.org/presentationml/2006/main">
  <p:tag name="KSO_WM_BEAUTIFY_FLAG" val=""/>
</p:tagLst>
</file>

<file path=ppt/tags/tag2144.xml><?xml version="1.0" encoding="utf-8"?>
<p:tagLst xmlns:p="http://schemas.openxmlformats.org/presentationml/2006/main">
  <p:tag name="KSO_WM_BEAUTIFY_FLAG" val=""/>
</p:tagLst>
</file>

<file path=ppt/tags/tag2145.xml><?xml version="1.0" encoding="utf-8"?>
<p:tagLst xmlns:p="http://schemas.openxmlformats.org/presentationml/2006/main">
  <p:tag name="KSO_WM_BEAUTIFY_FLAG" val=""/>
</p:tagLst>
</file>

<file path=ppt/tags/tag2146.xml><?xml version="1.0" encoding="utf-8"?>
<p:tagLst xmlns:p="http://schemas.openxmlformats.org/presentationml/2006/main">
  <p:tag name="KSO_WM_BEAUTIFY_FLAG" val=""/>
</p:tagLst>
</file>

<file path=ppt/tags/tag2147.xml><?xml version="1.0" encoding="utf-8"?>
<p:tagLst xmlns:p="http://schemas.openxmlformats.org/presentationml/2006/main">
  <p:tag name="KSO_WM_BEAUTIFY_FLAG" val=""/>
</p:tagLst>
</file>

<file path=ppt/tags/tag2148.xml><?xml version="1.0" encoding="utf-8"?>
<p:tagLst xmlns:p="http://schemas.openxmlformats.org/presentationml/2006/main">
  <p:tag name="KSO_WM_BEAUTIFY_FLAG" val=""/>
</p:tagLst>
</file>

<file path=ppt/tags/tag2149.xml><?xml version="1.0" encoding="utf-8"?>
<p:tagLst xmlns:p="http://schemas.openxmlformats.org/presentationml/2006/main">
  <p:tag name="KSO_WM_BEAUTIFY_FLAG" val=""/>
</p:tagLst>
</file>

<file path=ppt/tags/tag2150.xml><?xml version="1.0" encoding="utf-8"?>
<p:tagLst xmlns:p="http://schemas.openxmlformats.org/presentationml/2006/main">
  <p:tag name="KSO_WM_BEAUTIFY_FLAG" val=""/>
</p:tagLst>
</file>

<file path=ppt/tags/tag2151.xml><?xml version="1.0" encoding="utf-8"?>
<p:tagLst xmlns:p="http://schemas.openxmlformats.org/presentationml/2006/main">
  <p:tag name="KSO_WM_BEAUTIFY_FLAG" val=""/>
</p:tagLst>
</file>

<file path=ppt/tags/tag2152.xml><?xml version="1.0" encoding="utf-8"?>
<p:tagLst xmlns:p="http://schemas.openxmlformats.org/presentationml/2006/main">
  <p:tag name="KSO_WM_BEAUTIFY_FLAG" val=""/>
</p:tagLst>
</file>

<file path=ppt/tags/tag2153.xml><?xml version="1.0" encoding="utf-8"?>
<p:tagLst xmlns:p="http://schemas.openxmlformats.org/presentationml/2006/main">
  <p:tag name="KSO_WM_BEAUTIFY_FLAG" val=""/>
</p:tagLst>
</file>

<file path=ppt/tags/tag2154.xml><?xml version="1.0" encoding="utf-8"?>
<p:tagLst xmlns:p="http://schemas.openxmlformats.org/presentationml/2006/main">
  <p:tag name="KSO_WM_BEAUTIFY_FLAG" val=""/>
</p:tagLst>
</file>

<file path=ppt/tags/tag2155.xml><?xml version="1.0" encoding="utf-8"?>
<p:tagLst xmlns:p="http://schemas.openxmlformats.org/presentationml/2006/main">
  <p:tag name="KSO_WM_BEAUTIFY_FLAG" val=""/>
</p:tagLst>
</file>

<file path=ppt/tags/tag2156.xml><?xml version="1.0" encoding="utf-8"?>
<p:tagLst xmlns:p="http://schemas.openxmlformats.org/presentationml/2006/main">
  <p:tag name="KSO_WM_BEAUTIFY_FLAG" val=""/>
</p:tagLst>
</file>

<file path=ppt/tags/tag2157.xml><?xml version="1.0" encoding="utf-8"?>
<p:tagLst xmlns:p="http://schemas.openxmlformats.org/presentationml/2006/main">
  <p:tag name="KSO_WM_BEAUTIFY_FLAG" val=""/>
</p:tagLst>
</file>

<file path=ppt/tags/tag2158.xml><?xml version="1.0" encoding="utf-8"?>
<p:tagLst xmlns:p="http://schemas.openxmlformats.org/presentationml/2006/main">
  <p:tag name="KSO_WM_BEAUTIFY_FLAG" val=""/>
</p:tagLst>
</file>

<file path=ppt/tags/tag2159.xml><?xml version="1.0" encoding="utf-8"?>
<p:tagLst xmlns:p="http://schemas.openxmlformats.org/presentationml/2006/main">
  <p:tag name="KSO_WM_BEAUTIFY_FLAG" val=""/>
</p:tagLst>
</file>

<file path=ppt/tags/tag2160.xml><?xml version="1.0" encoding="utf-8"?>
<p:tagLst xmlns:p="http://schemas.openxmlformats.org/presentationml/2006/main">
  <p:tag name="KSO_WM_BEAUTIFY_FLAG" val=""/>
</p:tagLst>
</file>

<file path=ppt/tags/tag2161.xml><?xml version="1.0" encoding="utf-8"?>
<p:tagLst xmlns:p="http://schemas.openxmlformats.org/presentationml/2006/main">
  <p:tag name="KSO_WM_BEAUTIFY_FLAG" val=""/>
</p:tagLst>
</file>

<file path=ppt/tags/tag2162.xml><?xml version="1.0" encoding="utf-8"?>
<p:tagLst xmlns:p="http://schemas.openxmlformats.org/presentationml/2006/main">
  <p:tag name="KSO_WM_BEAUTIFY_FLAG" val=""/>
</p:tagLst>
</file>

<file path=ppt/tags/tag2163.xml><?xml version="1.0" encoding="utf-8"?>
<p:tagLst xmlns:p="http://schemas.openxmlformats.org/presentationml/2006/main">
  <p:tag name="KSO_WM_BEAUTIFY_FLAG" val=""/>
</p:tagLst>
</file>

<file path=ppt/tags/tag2164.xml><?xml version="1.0" encoding="utf-8"?>
<p:tagLst xmlns:p="http://schemas.openxmlformats.org/presentationml/2006/main">
  <p:tag name="KSO_WM_BEAUTIFY_FLAG" val=""/>
</p:tagLst>
</file>

<file path=ppt/tags/tag2165.xml><?xml version="1.0" encoding="utf-8"?>
<p:tagLst xmlns:p="http://schemas.openxmlformats.org/presentationml/2006/main">
  <p:tag name="KSO_WM_BEAUTIFY_FLAG" val=""/>
</p:tagLst>
</file>

<file path=ppt/tags/tag2166.xml><?xml version="1.0" encoding="utf-8"?>
<p:tagLst xmlns:p="http://schemas.openxmlformats.org/presentationml/2006/main">
  <p:tag name="KSO_WM_BEAUTIFY_FLAG" val=""/>
</p:tagLst>
</file>

<file path=ppt/tags/tag2167.xml><?xml version="1.0" encoding="utf-8"?>
<p:tagLst xmlns:p="http://schemas.openxmlformats.org/presentationml/2006/main">
  <p:tag name="KSO_WM_BEAUTIFY_FLAG" val=""/>
</p:tagLst>
</file>

<file path=ppt/tags/tag2168.xml><?xml version="1.0" encoding="utf-8"?>
<p:tagLst xmlns:p="http://schemas.openxmlformats.org/presentationml/2006/main">
  <p:tag name="KSO_WM_BEAUTIFY_FLAG" val=""/>
</p:tagLst>
</file>

<file path=ppt/tags/tag2169.xml><?xml version="1.0" encoding="utf-8"?>
<p:tagLst xmlns:p="http://schemas.openxmlformats.org/presentationml/2006/main">
  <p:tag name="KSO_WM_BEAUTIFY_FLAG" val=""/>
</p:tagLst>
</file>

<file path=ppt/tags/tag2170.xml><?xml version="1.0" encoding="utf-8"?>
<p:tagLst xmlns:p="http://schemas.openxmlformats.org/presentationml/2006/main">
  <p:tag name="KSO_WM_BEAUTIFY_FLAG" val=""/>
</p:tagLst>
</file>

<file path=ppt/tags/tag2171.xml><?xml version="1.0" encoding="utf-8"?>
<p:tagLst xmlns:p="http://schemas.openxmlformats.org/presentationml/2006/main">
  <p:tag name="KSO_WM_BEAUTIFY_FLAG" val=""/>
</p:tagLst>
</file>

<file path=ppt/tags/tag2172.xml><?xml version="1.0" encoding="utf-8"?>
<p:tagLst xmlns:p="http://schemas.openxmlformats.org/presentationml/2006/main">
  <p:tag name="KSO_WM_BEAUTIFY_FLAG" val=""/>
</p:tagLst>
</file>

<file path=ppt/tags/tag2173.xml><?xml version="1.0" encoding="utf-8"?>
<p:tagLst xmlns:p="http://schemas.openxmlformats.org/presentationml/2006/main">
  <p:tag name="KSO_WM_BEAUTIFY_FLAG" val=""/>
</p:tagLst>
</file>

<file path=ppt/tags/tag2174.xml><?xml version="1.0" encoding="utf-8"?>
<p:tagLst xmlns:p="http://schemas.openxmlformats.org/presentationml/2006/main">
  <p:tag name="KSO_WM_BEAUTIFY_FLAG" val=""/>
</p:tagLst>
</file>

<file path=ppt/tags/tag2175.xml><?xml version="1.0" encoding="utf-8"?>
<p:tagLst xmlns:p="http://schemas.openxmlformats.org/presentationml/2006/main">
  <p:tag name="KSO_WM_BEAUTIFY_FLAG" val=""/>
</p:tagLst>
</file>

<file path=ppt/tags/tag2176.xml><?xml version="1.0" encoding="utf-8"?>
<p:tagLst xmlns:p="http://schemas.openxmlformats.org/presentationml/2006/main">
  <p:tag name="KSO_WM_BEAUTIFY_FLAG" val=""/>
</p:tagLst>
</file>

<file path=ppt/tags/tag2177.xml><?xml version="1.0" encoding="utf-8"?>
<p:tagLst xmlns:p="http://schemas.openxmlformats.org/presentationml/2006/main">
  <p:tag name="KSO_WM_BEAUTIFY_FLAG" val=""/>
</p:tagLst>
</file>

<file path=ppt/tags/tag2178.xml><?xml version="1.0" encoding="utf-8"?>
<p:tagLst xmlns:p="http://schemas.openxmlformats.org/presentationml/2006/main">
  <p:tag name="KSO_WM_BEAUTIFY_FLAG" val=""/>
</p:tagLst>
</file>

<file path=ppt/tags/tag2179.xml><?xml version="1.0" encoding="utf-8"?>
<p:tagLst xmlns:p="http://schemas.openxmlformats.org/presentationml/2006/main">
  <p:tag name="KSO_WM_BEAUTIFY_FLAG" val=""/>
</p:tagLst>
</file>

<file path=ppt/tags/tag2180.xml><?xml version="1.0" encoding="utf-8"?>
<p:tagLst xmlns:p="http://schemas.openxmlformats.org/presentationml/2006/main">
  <p:tag name="KSO_WM_BEAUTIFY_FLAG" val=""/>
</p:tagLst>
</file>

<file path=ppt/tags/tag2181.xml><?xml version="1.0" encoding="utf-8"?>
<p:tagLst xmlns:p="http://schemas.openxmlformats.org/presentationml/2006/main">
  <p:tag name="KSO_WM_BEAUTIFY_FLAG" val=""/>
</p:tagLst>
</file>

<file path=ppt/tags/tag2182.xml><?xml version="1.0" encoding="utf-8"?>
<p:tagLst xmlns:p="http://schemas.openxmlformats.org/presentationml/2006/main">
  <p:tag name="KSO_WM_BEAUTIFY_FLAG" val=""/>
</p:tagLst>
</file>

<file path=ppt/tags/tag2183.xml><?xml version="1.0" encoding="utf-8"?>
<p:tagLst xmlns:p="http://schemas.openxmlformats.org/presentationml/2006/main">
  <p:tag name="KSO_WM_BEAUTIFY_FLAG" val=""/>
</p:tagLst>
</file>

<file path=ppt/tags/tag2184.xml><?xml version="1.0" encoding="utf-8"?>
<p:tagLst xmlns:p="http://schemas.openxmlformats.org/presentationml/2006/main">
  <p:tag name="KSO_WM_BEAUTIFY_FLAG" val=""/>
</p:tagLst>
</file>

<file path=ppt/tags/tag2185.xml><?xml version="1.0" encoding="utf-8"?>
<p:tagLst xmlns:p="http://schemas.openxmlformats.org/presentationml/2006/main">
  <p:tag name="KSO_WM_BEAUTIFY_FLAG" val=""/>
</p:tagLst>
</file>

<file path=ppt/tags/tag2186.xml><?xml version="1.0" encoding="utf-8"?>
<p:tagLst xmlns:p="http://schemas.openxmlformats.org/presentationml/2006/main">
  <p:tag name="KSO_WM_BEAUTIFY_FLAG" val=""/>
</p:tagLst>
</file>

<file path=ppt/tags/tag2187.xml><?xml version="1.0" encoding="utf-8"?>
<p:tagLst xmlns:p="http://schemas.openxmlformats.org/presentationml/2006/main">
  <p:tag name="KSO_WM_BEAUTIFY_FLAG" val=""/>
</p:tagLst>
</file>

<file path=ppt/tags/tag2188.xml><?xml version="1.0" encoding="utf-8"?>
<p:tagLst xmlns:p="http://schemas.openxmlformats.org/presentationml/2006/main">
  <p:tag name="KSO_WM_BEAUTIFY_FLAG" val=""/>
</p:tagLst>
</file>

<file path=ppt/tags/tag2189.xml><?xml version="1.0" encoding="utf-8"?>
<p:tagLst xmlns:p="http://schemas.openxmlformats.org/presentationml/2006/main">
  <p:tag name="KSO_WM_BEAUTIFY_FLAG" val=""/>
</p:tagLst>
</file>

<file path=ppt/tags/tag2190.xml><?xml version="1.0" encoding="utf-8"?>
<p:tagLst xmlns:p="http://schemas.openxmlformats.org/presentationml/2006/main">
  <p:tag name="KSO_WM_BEAUTIFY_FLAG" val=""/>
</p:tagLst>
</file>

<file path=ppt/tags/tag2191.xml><?xml version="1.0" encoding="utf-8"?>
<p:tagLst xmlns:p="http://schemas.openxmlformats.org/presentationml/2006/main">
  <p:tag name="KSO_WM_BEAUTIFY_FLAG" val=""/>
</p:tagLst>
</file>

<file path=ppt/tags/tag2192.xml><?xml version="1.0" encoding="utf-8"?>
<p:tagLst xmlns:p="http://schemas.openxmlformats.org/presentationml/2006/main">
  <p:tag name="KSO_WM_BEAUTIFY_FLAG" val=""/>
</p:tagLst>
</file>

<file path=ppt/tags/tag2193.xml><?xml version="1.0" encoding="utf-8"?>
<p:tagLst xmlns:p="http://schemas.openxmlformats.org/presentationml/2006/main">
  <p:tag name="KSO_WM_BEAUTIFY_FLAG" val=""/>
</p:tagLst>
</file>

<file path=ppt/tags/tag2194.xml><?xml version="1.0" encoding="utf-8"?>
<p:tagLst xmlns:p="http://schemas.openxmlformats.org/presentationml/2006/main">
  <p:tag name="KSO_WM_BEAUTIFY_FLAG" val=""/>
</p:tagLst>
</file>

<file path=ppt/tags/tag2195.xml><?xml version="1.0" encoding="utf-8"?>
<p:tagLst xmlns:p="http://schemas.openxmlformats.org/presentationml/2006/main">
  <p:tag name="KSO_WM_BEAUTIFY_FLAG" val=""/>
</p:tagLst>
</file>

<file path=ppt/tags/tag2196.xml><?xml version="1.0" encoding="utf-8"?>
<p:tagLst xmlns:p="http://schemas.openxmlformats.org/presentationml/2006/main">
  <p:tag name="KSO_WM_BEAUTIFY_FLAG" val=""/>
</p:tagLst>
</file>

<file path=ppt/tags/tag2197.xml><?xml version="1.0" encoding="utf-8"?>
<p:tagLst xmlns:p="http://schemas.openxmlformats.org/presentationml/2006/main">
  <p:tag name="KSO_WM_BEAUTIFY_FLAG" val=""/>
</p:tagLst>
</file>

<file path=ppt/tags/tag2198.xml><?xml version="1.0" encoding="utf-8"?>
<p:tagLst xmlns:p="http://schemas.openxmlformats.org/presentationml/2006/main">
  <p:tag name="KSO_WM_BEAUTIFY_FLAG" val=""/>
</p:tagLst>
</file>

<file path=ppt/tags/tag2199.xml><?xml version="1.0" encoding="utf-8"?>
<p:tagLst xmlns:p="http://schemas.openxmlformats.org/presentationml/2006/main">
  <p:tag name="KSO_WM_BEAUTIFY_FLAG" val=""/>
</p:tagLst>
</file>

<file path=ppt/tags/tag2200.xml><?xml version="1.0" encoding="utf-8"?>
<p:tagLst xmlns:p="http://schemas.openxmlformats.org/presentationml/2006/main">
  <p:tag name="KSO_WM_BEAUTIFY_FLAG" val=""/>
</p:tagLst>
</file>

<file path=ppt/tags/tag2201.xml><?xml version="1.0" encoding="utf-8"?>
<p:tagLst xmlns:p="http://schemas.openxmlformats.org/presentationml/2006/main">
  <p:tag name="KSO_WM_BEAUTIFY_FLAG" val=""/>
</p:tagLst>
</file>

<file path=ppt/tags/tag2202.xml><?xml version="1.0" encoding="utf-8"?>
<p:tagLst xmlns:p="http://schemas.openxmlformats.org/presentationml/2006/main">
  <p:tag name="KSO_WM_BEAUTIFY_FLAG" val=""/>
</p:tagLst>
</file>

<file path=ppt/tags/tag2203.xml><?xml version="1.0" encoding="utf-8"?>
<p:tagLst xmlns:p="http://schemas.openxmlformats.org/presentationml/2006/main">
  <p:tag name="KSO_WM_BEAUTIFY_FLAG" val=""/>
</p:tagLst>
</file>

<file path=ppt/tags/tag2204.xml><?xml version="1.0" encoding="utf-8"?>
<p:tagLst xmlns:p="http://schemas.openxmlformats.org/presentationml/2006/main">
  <p:tag name="KSO_WM_BEAUTIFY_FLAG" val=""/>
</p:tagLst>
</file>

<file path=ppt/tags/tag2205.xml><?xml version="1.0" encoding="utf-8"?>
<p:tagLst xmlns:p="http://schemas.openxmlformats.org/presentationml/2006/main">
  <p:tag name="KSO_WM_BEAUTIFY_FLAG" val=""/>
</p:tagLst>
</file>

<file path=ppt/tags/tag2206.xml><?xml version="1.0" encoding="utf-8"?>
<p:tagLst xmlns:p="http://schemas.openxmlformats.org/presentationml/2006/main">
  <p:tag name="KSO_WM_BEAUTIFY_FLAG" val=""/>
</p:tagLst>
</file>

<file path=ppt/tags/tag2207.xml><?xml version="1.0" encoding="utf-8"?>
<p:tagLst xmlns:p="http://schemas.openxmlformats.org/presentationml/2006/main">
  <p:tag name="KSO_WM_BEAUTIFY_FLAG" val=""/>
</p:tagLst>
</file>

<file path=ppt/tags/tag2208.xml><?xml version="1.0" encoding="utf-8"?>
<p:tagLst xmlns:p="http://schemas.openxmlformats.org/presentationml/2006/main">
  <p:tag name="KSO_WM_BEAUTIFY_FLAG" val=""/>
</p:tagLst>
</file>

<file path=ppt/tags/tag2209.xml><?xml version="1.0" encoding="utf-8"?>
<p:tagLst xmlns:p="http://schemas.openxmlformats.org/presentationml/2006/main">
  <p:tag name="KSO_WM_BEAUTIFY_FLAG" val=""/>
</p:tagLst>
</file>

<file path=ppt/tags/tag2210.xml><?xml version="1.0" encoding="utf-8"?>
<p:tagLst xmlns:p="http://schemas.openxmlformats.org/presentationml/2006/main">
  <p:tag name="KSO_WM_BEAUTIFY_FLAG" val=""/>
</p:tagLst>
</file>

<file path=ppt/tags/tag2211.xml><?xml version="1.0" encoding="utf-8"?>
<p:tagLst xmlns:p="http://schemas.openxmlformats.org/presentationml/2006/main">
  <p:tag name="KSO_WM_BEAUTIFY_FLAG" val=""/>
</p:tagLst>
</file>

<file path=ppt/tags/tag2212.xml><?xml version="1.0" encoding="utf-8"?>
<p:tagLst xmlns:p="http://schemas.openxmlformats.org/presentationml/2006/main">
  <p:tag name="KSO_WM_BEAUTIFY_FLAG" val=""/>
</p:tagLst>
</file>

<file path=ppt/tags/tag2213.xml><?xml version="1.0" encoding="utf-8"?>
<p:tagLst xmlns:p="http://schemas.openxmlformats.org/presentationml/2006/main">
  <p:tag name="KSO_WM_BEAUTIFY_FLAG" val=""/>
</p:tagLst>
</file>

<file path=ppt/tags/tag2214.xml><?xml version="1.0" encoding="utf-8"?>
<p:tagLst xmlns:p="http://schemas.openxmlformats.org/presentationml/2006/main">
  <p:tag name="KSO_WM_BEAUTIFY_FLAG" val=""/>
</p:tagLst>
</file>

<file path=ppt/tags/tag2215.xml><?xml version="1.0" encoding="utf-8"?>
<p:tagLst xmlns:p="http://schemas.openxmlformats.org/presentationml/2006/main">
  <p:tag name="KSO_WM_BEAUTIFY_FLAG" val=""/>
</p:tagLst>
</file>

<file path=ppt/tags/tag2216.xml><?xml version="1.0" encoding="utf-8"?>
<p:tagLst xmlns:p="http://schemas.openxmlformats.org/presentationml/2006/main">
  <p:tag name="KSO_WM_BEAUTIFY_FLAG" val=""/>
</p:tagLst>
</file>

<file path=ppt/tags/tag2217.xml><?xml version="1.0" encoding="utf-8"?>
<p:tagLst xmlns:p="http://schemas.openxmlformats.org/presentationml/2006/main">
  <p:tag name="KSO_WM_BEAUTIFY_FLAG" val=""/>
</p:tagLst>
</file>

<file path=ppt/tags/tag2218.xml><?xml version="1.0" encoding="utf-8"?>
<p:tagLst xmlns:p="http://schemas.openxmlformats.org/presentationml/2006/main">
  <p:tag name="KSO_WM_BEAUTIFY_FLAG" val=""/>
</p:tagLst>
</file>

<file path=ppt/tags/tag2219.xml><?xml version="1.0" encoding="utf-8"?>
<p:tagLst xmlns:p="http://schemas.openxmlformats.org/presentationml/2006/main">
  <p:tag name="KSO_WM_BEAUTIFY_FLAG" val=""/>
</p:tagLst>
</file>

<file path=ppt/tags/tag2220.xml><?xml version="1.0" encoding="utf-8"?>
<p:tagLst xmlns:p="http://schemas.openxmlformats.org/presentationml/2006/main">
  <p:tag name="KSO_WM_BEAUTIFY_FLAG" val=""/>
</p:tagLst>
</file>

<file path=ppt/tags/tag2221.xml><?xml version="1.0" encoding="utf-8"?>
<p:tagLst xmlns:p="http://schemas.openxmlformats.org/presentationml/2006/main">
  <p:tag name="KSO_WM_BEAUTIFY_FLAG" val=""/>
</p:tagLst>
</file>

<file path=ppt/tags/tag2222.xml><?xml version="1.0" encoding="utf-8"?>
<p:tagLst xmlns:p="http://schemas.openxmlformats.org/presentationml/2006/main">
  <p:tag name="KSO_WM_BEAUTIFY_FLAG" val=""/>
</p:tagLst>
</file>

<file path=ppt/tags/tag2223.xml><?xml version="1.0" encoding="utf-8"?>
<p:tagLst xmlns:p="http://schemas.openxmlformats.org/presentationml/2006/main">
  <p:tag name="KSO_WM_BEAUTIFY_FLAG" val=""/>
</p:tagLst>
</file>

<file path=ppt/tags/tag2224.xml><?xml version="1.0" encoding="utf-8"?>
<p:tagLst xmlns:p="http://schemas.openxmlformats.org/presentationml/2006/main">
  <p:tag name="KSO_WM_BEAUTIFY_FLAG" val=""/>
</p:tagLst>
</file>

<file path=ppt/tags/tag2225.xml><?xml version="1.0" encoding="utf-8"?>
<p:tagLst xmlns:p="http://schemas.openxmlformats.org/presentationml/2006/main">
  <p:tag name="KSO_WM_BEAUTIFY_FLAG" val=""/>
</p:tagLst>
</file>

<file path=ppt/tags/tag2226.xml><?xml version="1.0" encoding="utf-8"?>
<p:tagLst xmlns:p="http://schemas.openxmlformats.org/presentationml/2006/main">
  <p:tag name="KSO_WM_BEAUTIFY_FLAG" val=""/>
</p:tagLst>
</file>

<file path=ppt/tags/tag2227.xml><?xml version="1.0" encoding="utf-8"?>
<p:tagLst xmlns:p="http://schemas.openxmlformats.org/presentationml/2006/main">
  <p:tag name="KSO_WM_BEAUTIFY_FLAG" val=""/>
</p:tagLst>
</file>

<file path=ppt/tags/tag2228.xml><?xml version="1.0" encoding="utf-8"?>
<p:tagLst xmlns:p="http://schemas.openxmlformats.org/presentationml/2006/main">
  <p:tag name="KSO_WM_BEAUTIFY_FLAG" val=""/>
</p:tagLst>
</file>

<file path=ppt/tags/tag2229.xml><?xml version="1.0" encoding="utf-8"?>
<p:tagLst xmlns:p="http://schemas.openxmlformats.org/presentationml/2006/main">
  <p:tag name="KSO_WM_BEAUTIFY_FLAG" val=""/>
</p:tagLst>
</file>

<file path=ppt/tags/tag2230.xml><?xml version="1.0" encoding="utf-8"?>
<p:tagLst xmlns:p="http://schemas.openxmlformats.org/presentationml/2006/main">
  <p:tag name="KSO_WM_BEAUTIFY_FLAG" val=""/>
</p:tagLst>
</file>

<file path=ppt/tags/tag2231.xml><?xml version="1.0" encoding="utf-8"?>
<p:tagLst xmlns:p="http://schemas.openxmlformats.org/presentationml/2006/main">
  <p:tag name="KSO_WM_BEAUTIFY_FLAG" val=""/>
</p:tagLst>
</file>

<file path=ppt/tags/tag2232.xml><?xml version="1.0" encoding="utf-8"?>
<p:tagLst xmlns:p="http://schemas.openxmlformats.org/presentationml/2006/main">
  <p:tag name="KSO_WM_BEAUTIFY_FLAG" val=""/>
</p:tagLst>
</file>

<file path=ppt/tags/tag2233.xml><?xml version="1.0" encoding="utf-8"?>
<p:tagLst xmlns:p="http://schemas.openxmlformats.org/presentationml/2006/main">
  <p:tag name="KSO_WM_BEAUTIFY_FLAG" val=""/>
</p:tagLst>
</file>

<file path=ppt/tags/tag2234.xml><?xml version="1.0" encoding="utf-8"?>
<p:tagLst xmlns:p="http://schemas.openxmlformats.org/presentationml/2006/main">
  <p:tag name="KSO_WM_BEAUTIFY_FLAG" val=""/>
</p:tagLst>
</file>

<file path=ppt/tags/tag2235.xml><?xml version="1.0" encoding="utf-8"?>
<p:tagLst xmlns:p="http://schemas.openxmlformats.org/presentationml/2006/main">
  <p:tag name="KSO_WM_BEAUTIFY_FLAG" val=""/>
</p:tagLst>
</file>

<file path=ppt/tags/tag2236.xml><?xml version="1.0" encoding="utf-8"?>
<p:tagLst xmlns:p="http://schemas.openxmlformats.org/presentationml/2006/main">
  <p:tag name="KSO_WM_BEAUTIFY_FLAG" val=""/>
</p:tagLst>
</file>

<file path=ppt/tags/tag2237.xml><?xml version="1.0" encoding="utf-8"?>
<p:tagLst xmlns:p="http://schemas.openxmlformats.org/presentationml/2006/main">
  <p:tag name="KSO_WM_BEAUTIFY_FLAG" val=""/>
</p:tagLst>
</file>

<file path=ppt/tags/tag2238.xml><?xml version="1.0" encoding="utf-8"?>
<p:tagLst xmlns:p="http://schemas.openxmlformats.org/presentationml/2006/main">
  <p:tag name="KSO_WM_BEAUTIFY_FLAG" val=""/>
</p:tagLst>
</file>

<file path=ppt/tags/tag2239.xml><?xml version="1.0" encoding="utf-8"?>
<p:tagLst xmlns:p="http://schemas.openxmlformats.org/presentationml/2006/main">
  <p:tag name="KSO_WM_BEAUTIFY_FLAG" val=""/>
</p:tagLst>
</file>

<file path=ppt/tags/tag2240.xml><?xml version="1.0" encoding="utf-8"?>
<p:tagLst xmlns:p="http://schemas.openxmlformats.org/presentationml/2006/main">
  <p:tag name="KSO_WM_BEAUTIFY_FLAG" val=""/>
</p:tagLst>
</file>

<file path=ppt/tags/tag2241.xml><?xml version="1.0" encoding="utf-8"?>
<p:tagLst xmlns:p="http://schemas.openxmlformats.org/presentationml/2006/main">
  <p:tag name="KSO_WM_BEAUTIFY_FLAG" val=""/>
</p:tagLst>
</file>

<file path=ppt/tags/tag2242.xml><?xml version="1.0" encoding="utf-8"?>
<p:tagLst xmlns:p="http://schemas.openxmlformats.org/presentationml/2006/main">
  <p:tag name="KSO_WM_BEAUTIFY_FLAG" val=""/>
</p:tagLst>
</file>

<file path=ppt/tags/tag2243.xml><?xml version="1.0" encoding="utf-8"?>
<p:tagLst xmlns:p="http://schemas.openxmlformats.org/presentationml/2006/main">
  <p:tag name="KSO_WM_BEAUTIFY_FLAG" val=""/>
</p:tagLst>
</file>

<file path=ppt/tags/tag2244.xml><?xml version="1.0" encoding="utf-8"?>
<p:tagLst xmlns:p="http://schemas.openxmlformats.org/presentationml/2006/main">
  <p:tag name="KSO_WM_BEAUTIFY_FLAG" val=""/>
</p:tagLst>
</file>

<file path=ppt/tags/tag2245.xml><?xml version="1.0" encoding="utf-8"?>
<p:tagLst xmlns:p="http://schemas.openxmlformats.org/presentationml/2006/main">
  <p:tag name="KSO_WM_BEAUTIFY_FLAG" val=""/>
</p:tagLst>
</file>

<file path=ppt/tags/tag2246.xml><?xml version="1.0" encoding="utf-8"?>
<p:tagLst xmlns:p="http://schemas.openxmlformats.org/presentationml/2006/main">
  <p:tag name="KSO_WM_BEAUTIFY_FLAG" val=""/>
</p:tagLst>
</file>

<file path=ppt/tags/tag2247.xml><?xml version="1.0" encoding="utf-8"?>
<p:tagLst xmlns:p="http://schemas.openxmlformats.org/presentationml/2006/main">
  <p:tag name="KSO_WM_BEAUTIFY_FLAG" val=""/>
</p:tagLst>
</file>

<file path=ppt/tags/tag2248.xml><?xml version="1.0" encoding="utf-8"?>
<p:tagLst xmlns:p="http://schemas.openxmlformats.org/presentationml/2006/main">
  <p:tag name="KSO_WM_BEAUTIFY_FLAG" val=""/>
</p:tagLst>
</file>

<file path=ppt/tags/tag2249.xml><?xml version="1.0" encoding="utf-8"?>
<p:tagLst xmlns:p="http://schemas.openxmlformats.org/presentationml/2006/main">
  <p:tag name="KSO_WM_BEAUTIFY_FLAG" val=""/>
</p:tagLst>
</file>

<file path=ppt/tags/tag2250.xml><?xml version="1.0" encoding="utf-8"?>
<p:tagLst xmlns:p="http://schemas.openxmlformats.org/presentationml/2006/main">
  <p:tag name="KSO_WM_BEAUTIFY_FLAG" val=""/>
</p:tagLst>
</file>

<file path=ppt/tags/tag2251.xml><?xml version="1.0" encoding="utf-8"?>
<p:tagLst xmlns:p="http://schemas.openxmlformats.org/presentationml/2006/main">
  <p:tag name="KSO_WM_BEAUTIFY_FLAG" val=""/>
</p:tagLst>
</file>

<file path=ppt/tags/tag2252.xml><?xml version="1.0" encoding="utf-8"?>
<p:tagLst xmlns:p="http://schemas.openxmlformats.org/presentationml/2006/main">
  <p:tag name="KSO_WM_BEAUTIFY_FLAG" val=""/>
</p:tagLst>
</file>

<file path=ppt/tags/tag2253.xml><?xml version="1.0" encoding="utf-8"?>
<p:tagLst xmlns:p="http://schemas.openxmlformats.org/presentationml/2006/main">
  <p:tag name="KSO_WM_BEAUTIFY_FLAG" val=""/>
</p:tagLst>
</file>

<file path=ppt/tags/tag2254.xml><?xml version="1.0" encoding="utf-8"?>
<p:tagLst xmlns:p="http://schemas.openxmlformats.org/presentationml/2006/main">
  <p:tag name="KSO_WM_BEAUTIFY_FLAG" val=""/>
</p:tagLst>
</file>

<file path=ppt/tags/tag2255.xml><?xml version="1.0" encoding="utf-8"?>
<p:tagLst xmlns:p="http://schemas.openxmlformats.org/presentationml/2006/main">
  <p:tag name="KSO_WM_BEAUTIFY_FLAG" val=""/>
</p:tagLst>
</file>

<file path=ppt/tags/tag2256.xml><?xml version="1.0" encoding="utf-8"?>
<p:tagLst xmlns:p="http://schemas.openxmlformats.org/presentationml/2006/main">
  <p:tag name="KSO_WM_BEAUTIFY_FLAG" val=""/>
</p:tagLst>
</file>

<file path=ppt/tags/tag2257.xml><?xml version="1.0" encoding="utf-8"?>
<p:tagLst xmlns:p="http://schemas.openxmlformats.org/presentationml/2006/main">
  <p:tag name="KSO_WM_BEAUTIFY_FLAG" val=""/>
</p:tagLst>
</file>

<file path=ppt/tags/tag2258.xml><?xml version="1.0" encoding="utf-8"?>
<p:tagLst xmlns:p="http://schemas.openxmlformats.org/presentationml/2006/main">
  <p:tag name="KSO_WM_BEAUTIFY_FLAG" val=""/>
</p:tagLst>
</file>

<file path=ppt/tags/tag2259.xml><?xml version="1.0" encoding="utf-8"?>
<p:tagLst xmlns:p="http://schemas.openxmlformats.org/presentationml/2006/main">
  <p:tag name="KSO_WM_BEAUTIFY_FLAG" val=""/>
</p:tagLst>
</file>

<file path=ppt/tags/tag2260.xml><?xml version="1.0" encoding="utf-8"?>
<p:tagLst xmlns:p="http://schemas.openxmlformats.org/presentationml/2006/main">
  <p:tag name="KSO_WM_BEAUTIFY_FLAG" val=""/>
</p:tagLst>
</file>

<file path=ppt/tags/tag2261.xml><?xml version="1.0" encoding="utf-8"?>
<p:tagLst xmlns:p="http://schemas.openxmlformats.org/presentationml/2006/main">
  <p:tag name="KSO_WM_BEAUTIFY_FLAG" val=""/>
</p:tagLst>
</file>

<file path=ppt/tags/tag2262.xml><?xml version="1.0" encoding="utf-8"?>
<p:tagLst xmlns:p="http://schemas.openxmlformats.org/presentationml/2006/main">
  <p:tag name="KSO_WM_BEAUTIFY_FLAG" val=""/>
</p:tagLst>
</file>

<file path=ppt/tags/tag2263.xml><?xml version="1.0" encoding="utf-8"?>
<p:tagLst xmlns:p="http://schemas.openxmlformats.org/presentationml/2006/main">
  <p:tag name="KSO_WM_BEAUTIFY_FLAG" val=""/>
</p:tagLst>
</file>

<file path=ppt/tags/tag2264.xml><?xml version="1.0" encoding="utf-8"?>
<p:tagLst xmlns:p="http://schemas.openxmlformats.org/presentationml/2006/main">
  <p:tag name="KSO_WM_BEAUTIFY_FLAG" val=""/>
</p:tagLst>
</file>

<file path=ppt/tags/tag2265.xml><?xml version="1.0" encoding="utf-8"?>
<p:tagLst xmlns:p="http://schemas.openxmlformats.org/presentationml/2006/main">
  <p:tag name="KSO_WM_BEAUTIFY_FLAG" val=""/>
</p:tagLst>
</file>

<file path=ppt/tags/tag2266.xml><?xml version="1.0" encoding="utf-8"?>
<p:tagLst xmlns:p="http://schemas.openxmlformats.org/presentationml/2006/main">
  <p:tag name="KSO_WM_BEAUTIFY_FLAG" val=""/>
</p:tagLst>
</file>

<file path=ppt/tags/tag2267.xml><?xml version="1.0" encoding="utf-8"?>
<p:tagLst xmlns:p="http://schemas.openxmlformats.org/presentationml/2006/main">
  <p:tag name="KSO_WM_BEAUTIFY_FLAG" val=""/>
</p:tagLst>
</file>

<file path=ppt/tags/tag2268.xml><?xml version="1.0" encoding="utf-8"?>
<p:tagLst xmlns:p="http://schemas.openxmlformats.org/presentationml/2006/main">
  <p:tag name="KSO_WM_BEAUTIFY_FLAG" val=""/>
</p:tagLst>
</file>

<file path=ppt/tags/tag2269.xml><?xml version="1.0" encoding="utf-8"?>
<p:tagLst xmlns:p="http://schemas.openxmlformats.org/presentationml/2006/main">
  <p:tag name="KSO_WM_BEAUTIFY_FLAG" val=""/>
</p:tagLst>
</file>

<file path=ppt/tags/tag2270.xml><?xml version="1.0" encoding="utf-8"?>
<p:tagLst xmlns:p="http://schemas.openxmlformats.org/presentationml/2006/main">
  <p:tag name="KSO_WM_BEAUTIFY_FLAG" val=""/>
</p:tagLst>
</file>

<file path=ppt/tags/tag2271.xml><?xml version="1.0" encoding="utf-8"?>
<p:tagLst xmlns:p="http://schemas.openxmlformats.org/presentationml/2006/main">
  <p:tag name="KSO_WM_BEAUTIFY_FLAG" val=""/>
</p:tagLst>
</file>

<file path=ppt/tags/tag2272.xml><?xml version="1.0" encoding="utf-8"?>
<p:tagLst xmlns:p="http://schemas.openxmlformats.org/presentationml/2006/main">
  <p:tag name="KSO_WM_BEAUTIFY_FLAG" val=""/>
</p:tagLst>
</file>

<file path=ppt/tags/tag2273.xml><?xml version="1.0" encoding="utf-8"?>
<p:tagLst xmlns:p="http://schemas.openxmlformats.org/presentationml/2006/main">
  <p:tag name="KSO_WM_BEAUTIFY_FLAG" val=""/>
</p:tagLst>
</file>

<file path=ppt/tags/tag2274.xml><?xml version="1.0" encoding="utf-8"?>
<p:tagLst xmlns:p="http://schemas.openxmlformats.org/presentationml/2006/main">
  <p:tag name="KSO_WM_BEAUTIFY_FLAG" val=""/>
</p:tagLst>
</file>

<file path=ppt/tags/tag2275.xml><?xml version="1.0" encoding="utf-8"?>
<p:tagLst xmlns:p="http://schemas.openxmlformats.org/presentationml/2006/main">
  <p:tag name="KSO_WM_BEAUTIFY_FLAG" val=""/>
</p:tagLst>
</file>

<file path=ppt/tags/tag2276.xml><?xml version="1.0" encoding="utf-8"?>
<p:tagLst xmlns:p="http://schemas.openxmlformats.org/presentationml/2006/main">
  <p:tag name="KSO_WM_BEAUTIFY_FLAG" val=""/>
</p:tagLst>
</file>

<file path=ppt/tags/tag2277.xml><?xml version="1.0" encoding="utf-8"?>
<p:tagLst xmlns:p="http://schemas.openxmlformats.org/presentationml/2006/main">
  <p:tag name="KSO_WM_BEAUTIFY_FLAG" val=""/>
</p:tagLst>
</file>

<file path=ppt/tags/tag2278.xml><?xml version="1.0" encoding="utf-8"?>
<p:tagLst xmlns:p="http://schemas.openxmlformats.org/presentationml/2006/main">
  <p:tag name="KSO_WM_BEAUTIFY_FLAG" val=""/>
</p:tagLst>
</file>

<file path=ppt/tags/tag2279.xml><?xml version="1.0" encoding="utf-8"?>
<p:tagLst xmlns:p="http://schemas.openxmlformats.org/presentationml/2006/main">
  <p:tag name="KSO_WM_BEAUTIFY_FLAG" val=""/>
</p:tagLst>
</file>

<file path=ppt/tags/tag2280.xml><?xml version="1.0" encoding="utf-8"?>
<p:tagLst xmlns:p="http://schemas.openxmlformats.org/presentationml/2006/main">
  <p:tag name="KSO_WM_BEAUTIFY_FLAG" val=""/>
</p:tagLst>
</file>

<file path=ppt/tags/tag2281.xml><?xml version="1.0" encoding="utf-8"?>
<p:tagLst xmlns:p="http://schemas.openxmlformats.org/presentationml/2006/main">
  <p:tag name="KSO_WM_BEAUTIFY_FLAG" val=""/>
</p:tagLst>
</file>

<file path=ppt/tags/tag2282.xml><?xml version="1.0" encoding="utf-8"?>
<p:tagLst xmlns:p="http://schemas.openxmlformats.org/presentationml/2006/main">
  <p:tag name="KSO_WM_BEAUTIFY_FLAG" val=""/>
</p:tagLst>
</file>

<file path=ppt/tags/tag2283.xml><?xml version="1.0" encoding="utf-8"?>
<p:tagLst xmlns:p="http://schemas.openxmlformats.org/presentationml/2006/main">
  <p:tag name="KSO_WM_BEAUTIFY_FLAG" val=""/>
</p:tagLst>
</file>

<file path=ppt/tags/tag2284.xml><?xml version="1.0" encoding="utf-8"?>
<p:tagLst xmlns:p="http://schemas.openxmlformats.org/presentationml/2006/main">
  <p:tag name="KSO_WM_BEAUTIFY_FLAG" val=""/>
</p:tagLst>
</file>

<file path=ppt/tags/tag2285.xml><?xml version="1.0" encoding="utf-8"?>
<p:tagLst xmlns:p="http://schemas.openxmlformats.org/presentationml/2006/main">
  <p:tag name="KSO_WM_BEAUTIFY_FLAG" val=""/>
</p:tagLst>
</file>

<file path=ppt/tags/tag2286.xml><?xml version="1.0" encoding="utf-8"?>
<p:tagLst xmlns:p="http://schemas.openxmlformats.org/presentationml/2006/main">
  <p:tag name="KSO_WM_BEAUTIFY_FLAG" val=""/>
</p:tagLst>
</file>

<file path=ppt/tags/tag2287.xml><?xml version="1.0" encoding="utf-8"?>
<p:tagLst xmlns:p="http://schemas.openxmlformats.org/presentationml/2006/main">
  <p:tag name="KSO_WM_BEAUTIFY_FLAG" val=""/>
</p:tagLst>
</file>

<file path=ppt/tags/tag2288.xml><?xml version="1.0" encoding="utf-8"?>
<p:tagLst xmlns:p="http://schemas.openxmlformats.org/presentationml/2006/main">
  <p:tag name="KSO_WM_BEAUTIFY_FLAG" val=""/>
</p:tagLst>
</file>

<file path=ppt/tags/tag2289.xml><?xml version="1.0" encoding="utf-8"?>
<p:tagLst xmlns:p="http://schemas.openxmlformats.org/presentationml/2006/main">
  <p:tag name="KSO_WM_BEAUTIFY_FLAG" val=""/>
</p:tagLst>
</file>

<file path=ppt/tags/tag2290.xml><?xml version="1.0" encoding="utf-8"?>
<p:tagLst xmlns:p="http://schemas.openxmlformats.org/presentationml/2006/main">
  <p:tag name="KSO_WM_BEAUTIFY_FLAG" val=""/>
</p:tagLst>
</file>

<file path=ppt/tags/tag2291.xml><?xml version="1.0" encoding="utf-8"?>
<p:tagLst xmlns:p="http://schemas.openxmlformats.org/presentationml/2006/main">
  <p:tag name="KSO_WM_BEAUTIFY_FLAG" val=""/>
</p:tagLst>
</file>

<file path=ppt/tags/tag2292.xml><?xml version="1.0" encoding="utf-8"?>
<p:tagLst xmlns:p="http://schemas.openxmlformats.org/presentationml/2006/main">
  <p:tag name="KSO_WM_BEAUTIFY_FLAG" val=""/>
</p:tagLst>
</file>

<file path=ppt/tags/tag2293.xml><?xml version="1.0" encoding="utf-8"?>
<p:tagLst xmlns:p="http://schemas.openxmlformats.org/presentationml/2006/main">
  <p:tag name="KSO_WM_BEAUTIFY_FLAG" val=""/>
</p:tagLst>
</file>

<file path=ppt/tags/tag2294.xml><?xml version="1.0" encoding="utf-8"?>
<p:tagLst xmlns:p="http://schemas.openxmlformats.org/presentationml/2006/main">
  <p:tag name="KSO_WM_BEAUTIFY_FLAG" val=""/>
</p:tagLst>
</file>

<file path=ppt/tags/tag2295.xml><?xml version="1.0" encoding="utf-8"?>
<p:tagLst xmlns:p="http://schemas.openxmlformats.org/presentationml/2006/main">
  <p:tag name="KSO_WM_BEAUTIFY_FLAG" val=""/>
</p:tagLst>
</file>

<file path=ppt/tags/tag2296.xml><?xml version="1.0" encoding="utf-8"?>
<p:tagLst xmlns:p="http://schemas.openxmlformats.org/presentationml/2006/main">
  <p:tag name="KSO_WM_BEAUTIFY_FLAG" val=""/>
</p:tagLst>
</file>

<file path=ppt/tags/tag2297.xml><?xml version="1.0" encoding="utf-8"?>
<p:tagLst xmlns:p="http://schemas.openxmlformats.org/presentationml/2006/main">
  <p:tag name="KSO_WM_BEAUTIFY_FLAG" val=""/>
</p:tagLst>
</file>

<file path=ppt/tags/tag2298.xml><?xml version="1.0" encoding="utf-8"?>
<p:tagLst xmlns:p="http://schemas.openxmlformats.org/presentationml/2006/main">
  <p:tag name="KSO_WM_BEAUTIFY_FLAG" val=""/>
</p:tagLst>
</file>

<file path=ppt/tags/tag2299.xml><?xml version="1.0" encoding="utf-8"?>
<p:tagLst xmlns:p="http://schemas.openxmlformats.org/presentationml/2006/main">
  <p:tag name="KSO_WM_BEAUTIFY_FLAG" val=""/>
</p:tagLst>
</file>

<file path=ppt/tags/tag2300.xml><?xml version="1.0" encoding="utf-8"?>
<p:tagLst xmlns:p="http://schemas.openxmlformats.org/presentationml/2006/main">
  <p:tag name="KSO_WM_BEAUTIFY_FLAG" val=""/>
</p:tagLst>
</file>

<file path=ppt/tags/tag2301.xml><?xml version="1.0" encoding="utf-8"?>
<p:tagLst xmlns:p="http://schemas.openxmlformats.org/presentationml/2006/main">
  <p:tag name="KSO_WM_BEAUTIFY_FLAG" val=""/>
</p:tagLst>
</file>

<file path=ppt/tags/tag2302.xml><?xml version="1.0" encoding="utf-8"?>
<p:tagLst xmlns:p="http://schemas.openxmlformats.org/presentationml/2006/main">
  <p:tag name="KSO_WM_BEAUTIFY_FLAG" val=""/>
</p:tagLst>
</file>

<file path=ppt/tags/tag2303.xml><?xml version="1.0" encoding="utf-8"?>
<p:tagLst xmlns:p="http://schemas.openxmlformats.org/presentationml/2006/main">
  <p:tag name="KSO_WM_BEAUTIFY_FLAG" val=""/>
</p:tagLst>
</file>

<file path=ppt/tags/tag2304.xml><?xml version="1.0" encoding="utf-8"?>
<p:tagLst xmlns:p="http://schemas.openxmlformats.org/presentationml/2006/main">
  <p:tag name="KSO_WM_BEAUTIFY_FLAG" val=""/>
</p:tagLst>
</file>

<file path=ppt/tags/tag2305.xml><?xml version="1.0" encoding="utf-8"?>
<p:tagLst xmlns:p="http://schemas.openxmlformats.org/presentationml/2006/main">
  <p:tag name="KSO_WM_BEAUTIFY_FLAG" val=""/>
</p:tagLst>
</file>

<file path=ppt/tags/tag2306.xml><?xml version="1.0" encoding="utf-8"?>
<p:tagLst xmlns:p="http://schemas.openxmlformats.org/presentationml/2006/main">
  <p:tag name="KSO_WM_BEAUTIFY_FLAG" val=""/>
</p:tagLst>
</file>

<file path=ppt/tags/tag2307.xml><?xml version="1.0" encoding="utf-8"?>
<p:tagLst xmlns:p="http://schemas.openxmlformats.org/presentationml/2006/main">
  <p:tag name="KSO_WM_BEAUTIFY_FLAG" val=""/>
</p:tagLst>
</file>

<file path=ppt/tags/tag2308.xml><?xml version="1.0" encoding="utf-8"?>
<p:tagLst xmlns:p="http://schemas.openxmlformats.org/presentationml/2006/main">
  <p:tag name="KSO_WM_BEAUTIFY_FLAG" val=""/>
</p:tagLst>
</file>

<file path=ppt/tags/tag2309.xml><?xml version="1.0" encoding="utf-8"?>
<p:tagLst xmlns:p="http://schemas.openxmlformats.org/presentationml/2006/main">
  <p:tag name="KSO_WM_BEAUTIFY_FLAG" val=""/>
</p:tagLst>
</file>

<file path=ppt/tags/tag2310.xml><?xml version="1.0" encoding="utf-8"?>
<p:tagLst xmlns:p="http://schemas.openxmlformats.org/presentationml/2006/main">
  <p:tag name="KSO_WM_BEAUTIFY_FLAG" val=""/>
</p:tagLst>
</file>

<file path=ppt/tags/tag2311.xml><?xml version="1.0" encoding="utf-8"?>
<p:tagLst xmlns:p="http://schemas.openxmlformats.org/presentationml/2006/main">
  <p:tag name="KSO_WM_BEAUTIFY_FLAG" val=""/>
</p:tagLst>
</file>

<file path=ppt/tags/tag2312.xml><?xml version="1.0" encoding="utf-8"?>
<p:tagLst xmlns:p="http://schemas.openxmlformats.org/presentationml/2006/main">
  <p:tag name="KSO_WM_BEAUTIFY_FLAG" val=""/>
</p:tagLst>
</file>

<file path=ppt/tags/tag2313.xml><?xml version="1.0" encoding="utf-8"?>
<p:tagLst xmlns:p="http://schemas.openxmlformats.org/presentationml/2006/main">
  <p:tag name="KSO_WM_BEAUTIFY_FLAG" val=""/>
</p:tagLst>
</file>

<file path=ppt/tags/tag2314.xml><?xml version="1.0" encoding="utf-8"?>
<p:tagLst xmlns:p="http://schemas.openxmlformats.org/presentationml/2006/main">
  <p:tag name="KSO_WM_BEAUTIFY_FLAG" val=""/>
</p:tagLst>
</file>

<file path=ppt/tags/tag2315.xml><?xml version="1.0" encoding="utf-8"?>
<p:tagLst xmlns:p="http://schemas.openxmlformats.org/presentationml/2006/main">
  <p:tag name="KSO_WM_BEAUTIFY_FLAG" val=""/>
</p:tagLst>
</file>

<file path=ppt/tags/tag2316.xml><?xml version="1.0" encoding="utf-8"?>
<p:tagLst xmlns:p="http://schemas.openxmlformats.org/presentationml/2006/main">
  <p:tag name="KSO_WM_BEAUTIFY_FLAG" val=""/>
</p:tagLst>
</file>

<file path=ppt/tags/tag2317.xml><?xml version="1.0" encoding="utf-8"?>
<p:tagLst xmlns:p="http://schemas.openxmlformats.org/presentationml/2006/main">
  <p:tag name="KSO_WM_BEAUTIFY_FLAG" val=""/>
</p:tagLst>
</file>

<file path=ppt/tags/tag2318.xml><?xml version="1.0" encoding="utf-8"?>
<p:tagLst xmlns:p="http://schemas.openxmlformats.org/presentationml/2006/main">
  <p:tag name="KSO_WM_BEAUTIFY_FLAG" val=""/>
</p:tagLst>
</file>

<file path=ppt/tags/tag2319.xml><?xml version="1.0" encoding="utf-8"?>
<p:tagLst xmlns:p="http://schemas.openxmlformats.org/presentationml/2006/main">
  <p:tag name="KSO_WM_BEAUTIFY_FLAG" val=""/>
</p:tagLst>
</file>

<file path=ppt/tags/tag2320.xml><?xml version="1.0" encoding="utf-8"?>
<p:tagLst xmlns:p="http://schemas.openxmlformats.org/presentationml/2006/main">
  <p:tag name="KSO_WM_BEAUTIFY_FLAG" val=""/>
</p:tagLst>
</file>

<file path=ppt/tags/tag2321.xml><?xml version="1.0" encoding="utf-8"?>
<p:tagLst xmlns:p="http://schemas.openxmlformats.org/presentationml/2006/main">
  <p:tag name="KSO_WM_BEAUTIFY_FLAG" val=""/>
</p:tagLst>
</file>

<file path=ppt/tags/tag2322.xml><?xml version="1.0" encoding="utf-8"?>
<p:tagLst xmlns:p="http://schemas.openxmlformats.org/presentationml/2006/main">
  <p:tag name="KSO_WM_BEAUTIFY_FLAG" val=""/>
</p:tagLst>
</file>

<file path=ppt/tags/tag2323.xml><?xml version="1.0" encoding="utf-8"?>
<p:tagLst xmlns:p="http://schemas.openxmlformats.org/presentationml/2006/main">
  <p:tag name="KSO_WM_BEAUTIFY_FLAG" val=""/>
</p:tagLst>
</file>

<file path=ppt/tags/tag2324.xml><?xml version="1.0" encoding="utf-8"?>
<p:tagLst xmlns:p="http://schemas.openxmlformats.org/presentationml/2006/main">
  <p:tag name="KSO_WM_BEAUTIFY_FLAG" val=""/>
</p:tagLst>
</file>

<file path=ppt/tags/tag2325.xml><?xml version="1.0" encoding="utf-8"?>
<p:tagLst xmlns:p="http://schemas.openxmlformats.org/presentationml/2006/main">
  <p:tag name="KSO_WM_BEAUTIFY_FLAG" val=""/>
</p:tagLst>
</file>

<file path=ppt/tags/tag2326.xml><?xml version="1.0" encoding="utf-8"?>
<p:tagLst xmlns:p="http://schemas.openxmlformats.org/presentationml/2006/main">
  <p:tag name="KSO_WM_BEAUTIFY_FLAG" val=""/>
</p:tagLst>
</file>

<file path=ppt/tags/tag2327.xml><?xml version="1.0" encoding="utf-8"?>
<p:tagLst xmlns:p="http://schemas.openxmlformats.org/presentationml/2006/main">
  <p:tag name="KSO_WM_BEAUTIFY_FLAG" val=""/>
</p:tagLst>
</file>

<file path=ppt/tags/tag2328.xml><?xml version="1.0" encoding="utf-8"?>
<p:tagLst xmlns:p="http://schemas.openxmlformats.org/presentationml/2006/main">
  <p:tag name="KSO_WM_BEAUTIFY_FLAG" val=""/>
</p:tagLst>
</file>

<file path=ppt/tags/tag2329.xml><?xml version="1.0" encoding="utf-8"?>
<p:tagLst xmlns:p="http://schemas.openxmlformats.org/presentationml/2006/main">
  <p:tag name="KSO_WM_BEAUTIFY_FLAG" val=""/>
</p:tagLst>
</file>

<file path=ppt/tags/tag2330.xml><?xml version="1.0" encoding="utf-8"?>
<p:tagLst xmlns:p="http://schemas.openxmlformats.org/presentationml/2006/main">
  <p:tag name="KSO_WM_BEAUTIFY_FLAG" val=""/>
</p:tagLst>
</file>

<file path=ppt/tags/tag2331.xml><?xml version="1.0" encoding="utf-8"?>
<p:tagLst xmlns:p="http://schemas.openxmlformats.org/presentationml/2006/main">
  <p:tag name="KSO_WM_BEAUTIFY_FLAG" val=""/>
</p:tagLst>
</file>

<file path=ppt/tags/tag2332.xml><?xml version="1.0" encoding="utf-8"?>
<p:tagLst xmlns:p="http://schemas.openxmlformats.org/presentationml/2006/main">
  <p:tag name="KSO_WM_BEAUTIFY_FLAG" val=""/>
</p:tagLst>
</file>

<file path=ppt/tags/tag2333.xml><?xml version="1.0" encoding="utf-8"?>
<p:tagLst xmlns:p="http://schemas.openxmlformats.org/presentationml/2006/main">
  <p:tag name="KSO_WM_BEAUTIFY_FLAG" val=""/>
</p:tagLst>
</file>

<file path=ppt/tags/tag2334.xml><?xml version="1.0" encoding="utf-8"?>
<p:tagLst xmlns:p="http://schemas.openxmlformats.org/presentationml/2006/main">
  <p:tag name="KSO_WM_BEAUTIFY_FLAG" val=""/>
</p:tagLst>
</file>

<file path=ppt/tags/tag2335.xml><?xml version="1.0" encoding="utf-8"?>
<p:tagLst xmlns:p="http://schemas.openxmlformats.org/presentationml/2006/main">
  <p:tag name="KSO_WM_BEAUTIFY_FLAG" val=""/>
</p:tagLst>
</file>

<file path=ppt/tags/tag2336.xml><?xml version="1.0" encoding="utf-8"?>
<p:tagLst xmlns:p="http://schemas.openxmlformats.org/presentationml/2006/main">
  <p:tag name="KSO_WM_BEAUTIFY_FLAG" val=""/>
</p:tagLst>
</file>

<file path=ppt/tags/tag2337.xml><?xml version="1.0" encoding="utf-8"?>
<p:tagLst xmlns:p="http://schemas.openxmlformats.org/presentationml/2006/main">
  <p:tag name="KSO_WM_BEAUTIFY_FLAG" val=""/>
</p:tagLst>
</file>

<file path=ppt/tags/tag2338.xml><?xml version="1.0" encoding="utf-8"?>
<p:tagLst xmlns:p="http://schemas.openxmlformats.org/presentationml/2006/main">
  <p:tag name="KSO_WM_BEAUTIFY_FLAG" val=""/>
</p:tagLst>
</file>

<file path=ppt/tags/tag2339.xml><?xml version="1.0" encoding="utf-8"?>
<p:tagLst xmlns:p="http://schemas.openxmlformats.org/presentationml/2006/main">
  <p:tag name="KSO_WM_BEAUTIFY_FLAG" val=""/>
</p:tagLst>
</file>

<file path=ppt/tags/tag2340.xml><?xml version="1.0" encoding="utf-8"?>
<p:tagLst xmlns:p="http://schemas.openxmlformats.org/presentationml/2006/main">
  <p:tag name="KSO_WM_BEAUTIFY_FLAG" val=""/>
</p:tagLst>
</file>

<file path=ppt/tags/tag2341.xml><?xml version="1.0" encoding="utf-8"?>
<p:tagLst xmlns:p="http://schemas.openxmlformats.org/presentationml/2006/main">
  <p:tag name="KSO_WM_BEAUTIFY_FLAG" val=""/>
</p:tagLst>
</file>

<file path=ppt/tags/tag2342.xml><?xml version="1.0" encoding="utf-8"?>
<p:tagLst xmlns:p="http://schemas.openxmlformats.org/presentationml/2006/main">
  <p:tag name="KSO_WM_BEAUTIFY_FLAG" val=""/>
</p:tagLst>
</file>

<file path=ppt/tags/tag2343.xml><?xml version="1.0" encoding="utf-8"?>
<p:tagLst xmlns:p="http://schemas.openxmlformats.org/presentationml/2006/main">
  <p:tag name="KSO_WM_BEAUTIFY_FLAG" val=""/>
</p:tagLst>
</file>

<file path=ppt/tags/tag2344.xml><?xml version="1.0" encoding="utf-8"?>
<p:tagLst xmlns:p="http://schemas.openxmlformats.org/presentationml/2006/main">
  <p:tag name="KSO_WM_BEAUTIFY_FLAG" val=""/>
</p:tagLst>
</file>

<file path=ppt/tags/tag2345.xml><?xml version="1.0" encoding="utf-8"?>
<p:tagLst xmlns:p="http://schemas.openxmlformats.org/presentationml/2006/main">
  <p:tag name="KSO_WM_BEAUTIFY_FLAG" val=""/>
</p:tagLst>
</file>

<file path=ppt/tags/tag2346.xml><?xml version="1.0" encoding="utf-8"?>
<p:tagLst xmlns:p="http://schemas.openxmlformats.org/presentationml/2006/main">
  <p:tag name="KSO_WM_BEAUTIFY_FLAG" val=""/>
</p:tagLst>
</file>

<file path=ppt/tags/tag2347.xml><?xml version="1.0" encoding="utf-8"?>
<p:tagLst xmlns:p="http://schemas.openxmlformats.org/presentationml/2006/main">
  <p:tag name="KSO_WM_BEAUTIFY_FLAG" val=""/>
</p:tagLst>
</file>

<file path=ppt/tags/tag2348.xml><?xml version="1.0" encoding="utf-8"?>
<p:tagLst xmlns:p="http://schemas.openxmlformats.org/presentationml/2006/main">
  <p:tag name="KSO_WM_BEAUTIFY_FLAG" val=""/>
</p:tagLst>
</file>

<file path=ppt/tags/tag2349.xml><?xml version="1.0" encoding="utf-8"?>
<p:tagLst xmlns:p="http://schemas.openxmlformats.org/presentationml/2006/main">
  <p:tag name="KSO_WM_BEAUTIFY_FLAG" val=""/>
</p:tagLst>
</file>

<file path=ppt/tags/tag2350.xml><?xml version="1.0" encoding="utf-8"?>
<p:tagLst xmlns:p="http://schemas.openxmlformats.org/presentationml/2006/main">
  <p:tag name="KSO_WM_BEAUTIFY_FLAG" val=""/>
</p:tagLst>
</file>

<file path=ppt/tags/tag2351.xml><?xml version="1.0" encoding="utf-8"?>
<p:tagLst xmlns:p="http://schemas.openxmlformats.org/presentationml/2006/main">
  <p:tag name="KSO_WM_BEAUTIFY_FLAG" val=""/>
</p:tagLst>
</file>

<file path=ppt/tags/tag2352.xml><?xml version="1.0" encoding="utf-8"?>
<p:tagLst xmlns:p="http://schemas.openxmlformats.org/presentationml/2006/main">
  <p:tag name="KSO_WM_BEAUTIFY_FLAG" val=""/>
</p:tagLst>
</file>

<file path=ppt/tags/tag2353.xml><?xml version="1.0" encoding="utf-8"?>
<p:tagLst xmlns:p="http://schemas.openxmlformats.org/presentationml/2006/main">
  <p:tag name="KSO_WM_BEAUTIFY_FLAG" val=""/>
</p:tagLst>
</file>

<file path=ppt/tags/tag2354.xml><?xml version="1.0" encoding="utf-8"?>
<p:tagLst xmlns:p="http://schemas.openxmlformats.org/presentationml/2006/main">
  <p:tag name="KSO_WM_BEAUTIFY_FLAG" val=""/>
</p:tagLst>
</file>

<file path=ppt/tags/tag2355.xml><?xml version="1.0" encoding="utf-8"?>
<p:tagLst xmlns:p="http://schemas.openxmlformats.org/presentationml/2006/main">
  <p:tag name="KSO_WM_BEAUTIFY_FLAG" val=""/>
</p:tagLst>
</file>

<file path=ppt/tags/tag2356.xml><?xml version="1.0" encoding="utf-8"?>
<p:tagLst xmlns:p="http://schemas.openxmlformats.org/presentationml/2006/main">
  <p:tag name="KSO_WM_BEAUTIFY_FLAG" val=""/>
</p:tagLst>
</file>

<file path=ppt/tags/tag2357.xml><?xml version="1.0" encoding="utf-8"?>
<p:tagLst xmlns:p="http://schemas.openxmlformats.org/presentationml/2006/main">
  <p:tag name="KSO_WM_BEAUTIFY_FLAG" val=""/>
</p:tagLst>
</file>

<file path=ppt/tags/tag2358.xml><?xml version="1.0" encoding="utf-8"?>
<p:tagLst xmlns:p="http://schemas.openxmlformats.org/presentationml/2006/main">
  <p:tag name="KSO_WM_BEAUTIFY_FLAG" val=""/>
</p:tagLst>
</file>

<file path=ppt/tags/tag2359.xml><?xml version="1.0" encoding="utf-8"?>
<p:tagLst xmlns:p="http://schemas.openxmlformats.org/presentationml/2006/main">
  <p:tag name="KSO_WM_BEAUTIFY_FLAG" val=""/>
</p:tagLst>
</file>

<file path=ppt/tags/tag2360.xml><?xml version="1.0" encoding="utf-8"?>
<p:tagLst xmlns:p="http://schemas.openxmlformats.org/presentationml/2006/main">
  <p:tag name="KSO_WM_BEAUTIFY_FLAG" val=""/>
</p:tagLst>
</file>

<file path=ppt/tags/tag2361.xml><?xml version="1.0" encoding="utf-8"?>
<p:tagLst xmlns:p="http://schemas.openxmlformats.org/presentationml/2006/main">
  <p:tag name="KSO_WM_BEAUTIFY_FLAG" val=""/>
</p:tagLst>
</file>

<file path=ppt/tags/tag2362.xml><?xml version="1.0" encoding="utf-8"?>
<p:tagLst xmlns:p="http://schemas.openxmlformats.org/presentationml/2006/main">
  <p:tag name="KSO_WM_BEAUTIFY_FLAG" val=""/>
</p:tagLst>
</file>

<file path=ppt/tags/tag2363.xml><?xml version="1.0" encoding="utf-8"?>
<p:tagLst xmlns:p="http://schemas.openxmlformats.org/presentationml/2006/main">
  <p:tag name="KSO_WM_BEAUTIFY_FLAG" val=""/>
</p:tagLst>
</file>

<file path=ppt/tags/tag2364.xml><?xml version="1.0" encoding="utf-8"?>
<p:tagLst xmlns:p="http://schemas.openxmlformats.org/presentationml/2006/main">
  <p:tag name="KSO_WM_BEAUTIFY_FLAG" val=""/>
</p:tagLst>
</file>

<file path=ppt/tags/tag2365.xml><?xml version="1.0" encoding="utf-8"?>
<p:tagLst xmlns:p="http://schemas.openxmlformats.org/presentationml/2006/main">
  <p:tag name="KSO_WM_BEAUTIFY_FLAG" val=""/>
</p:tagLst>
</file>

<file path=ppt/tags/tag2366.xml><?xml version="1.0" encoding="utf-8"?>
<p:tagLst xmlns:p="http://schemas.openxmlformats.org/presentationml/2006/main">
  <p:tag name="KSO_WM_BEAUTIFY_FLAG" val=""/>
</p:tagLst>
</file>

<file path=ppt/tags/tag2367.xml><?xml version="1.0" encoding="utf-8"?>
<p:tagLst xmlns:p="http://schemas.openxmlformats.org/presentationml/2006/main">
  <p:tag name="KSO_WM_BEAUTIFY_FLAG" val=""/>
</p:tagLst>
</file>

<file path=ppt/tags/tag2368.xml><?xml version="1.0" encoding="utf-8"?>
<p:tagLst xmlns:p="http://schemas.openxmlformats.org/presentationml/2006/main">
  <p:tag name="KSO_WM_BEAUTIFY_FLAG" val=""/>
</p:tagLst>
</file>

<file path=ppt/tags/tag2369.xml><?xml version="1.0" encoding="utf-8"?>
<p:tagLst xmlns:p="http://schemas.openxmlformats.org/presentationml/2006/main">
  <p:tag name="KSO_WM_BEAUTIFY_FLAG" val=""/>
</p:tagLst>
</file>

<file path=ppt/tags/tag2370.xml><?xml version="1.0" encoding="utf-8"?>
<p:tagLst xmlns:p="http://schemas.openxmlformats.org/presentationml/2006/main">
  <p:tag name="KSO_WM_BEAUTIFY_FLAG" val=""/>
</p:tagLst>
</file>

<file path=ppt/tags/tag2371.xml><?xml version="1.0" encoding="utf-8"?>
<p:tagLst xmlns:p="http://schemas.openxmlformats.org/presentationml/2006/main">
  <p:tag name="KSO_WM_BEAUTIFY_FLAG" val=""/>
</p:tagLst>
</file>

<file path=ppt/tags/tag2372.xml><?xml version="1.0" encoding="utf-8"?>
<p:tagLst xmlns:p="http://schemas.openxmlformats.org/presentationml/2006/main">
  <p:tag name="KSO_WM_BEAUTIFY_FLAG" val=""/>
</p:tagLst>
</file>

<file path=ppt/tags/tag2373.xml><?xml version="1.0" encoding="utf-8"?>
<p:tagLst xmlns:p="http://schemas.openxmlformats.org/presentationml/2006/main">
  <p:tag name="KSO_WM_BEAUTIFY_FLAG" val=""/>
</p:tagLst>
</file>

<file path=ppt/tags/tag2374.xml><?xml version="1.0" encoding="utf-8"?>
<p:tagLst xmlns:p="http://schemas.openxmlformats.org/presentationml/2006/main">
  <p:tag name="KSO_WM_BEAUTIFY_FLAG" val=""/>
</p:tagLst>
</file>

<file path=ppt/tags/tag2375.xml><?xml version="1.0" encoding="utf-8"?>
<p:tagLst xmlns:p="http://schemas.openxmlformats.org/presentationml/2006/main">
  <p:tag name="KSO_WM_BEAUTIFY_FLAG" val=""/>
</p:tagLst>
</file>

<file path=ppt/tags/tag2376.xml><?xml version="1.0" encoding="utf-8"?>
<p:tagLst xmlns:p="http://schemas.openxmlformats.org/presentationml/2006/main">
  <p:tag name="KSO_WM_BEAUTIFY_FLAG" val=""/>
</p:tagLst>
</file>

<file path=ppt/tags/tag2377.xml><?xml version="1.0" encoding="utf-8"?>
<p:tagLst xmlns:p="http://schemas.openxmlformats.org/presentationml/2006/main">
  <p:tag name="KSO_WM_BEAUTIFY_FLAG" val=""/>
</p:tagLst>
</file>

<file path=ppt/tags/tag2378.xml><?xml version="1.0" encoding="utf-8"?>
<p:tagLst xmlns:p="http://schemas.openxmlformats.org/presentationml/2006/main">
  <p:tag name="KSO_WM_BEAUTIFY_FLAG" val=""/>
</p:tagLst>
</file>

<file path=ppt/tags/tag2379.xml><?xml version="1.0" encoding="utf-8"?>
<p:tagLst xmlns:p="http://schemas.openxmlformats.org/presentationml/2006/main">
  <p:tag name="KSO_WM_BEAUTIFY_FLAG" val=""/>
</p:tagLst>
</file>

<file path=ppt/tags/tag2380.xml><?xml version="1.0" encoding="utf-8"?>
<p:tagLst xmlns:p="http://schemas.openxmlformats.org/presentationml/2006/main">
  <p:tag name="KSO_WM_BEAUTIFY_FLAG" val=""/>
</p:tagLst>
</file>

<file path=ppt/tags/tag2381.xml><?xml version="1.0" encoding="utf-8"?>
<p:tagLst xmlns:p="http://schemas.openxmlformats.org/presentationml/2006/main">
  <p:tag name="KSO_WM_BEAUTIFY_FLAG" val=""/>
</p:tagLst>
</file>

<file path=ppt/tags/tag2382.xml><?xml version="1.0" encoding="utf-8"?>
<p:tagLst xmlns:p="http://schemas.openxmlformats.org/presentationml/2006/main">
  <p:tag name="KSO_WM_BEAUTIFY_FLAG" val=""/>
</p:tagLst>
</file>

<file path=ppt/tags/tag2383.xml><?xml version="1.0" encoding="utf-8"?>
<p:tagLst xmlns:p="http://schemas.openxmlformats.org/presentationml/2006/main">
  <p:tag name="KSO_WM_BEAUTIFY_FLAG" val=""/>
</p:tagLst>
</file>

<file path=ppt/tags/tag2384.xml><?xml version="1.0" encoding="utf-8"?>
<p:tagLst xmlns:p="http://schemas.openxmlformats.org/presentationml/2006/main">
  <p:tag name="KSO_WM_BEAUTIFY_FLAG" val=""/>
</p:tagLst>
</file>

<file path=ppt/tags/tag2385.xml><?xml version="1.0" encoding="utf-8"?>
<p:tagLst xmlns:p="http://schemas.openxmlformats.org/presentationml/2006/main">
  <p:tag name="KSO_WM_BEAUTIFY_FLAG" val=""/>
</p:tagLst>
</file>

<file path=ppt/tags/tag2386.xml><?xml version="1.0" encoding="utf-8"?>
<p:tagLst xmlns:p="http://schemas.openxmlformats.org/presentationml/2006/main">
  <p:tag name="KSO_WM_BEAUTIFY_FLAG" val=""/>
</p:tagLst>
</file>

<file path=ppt/tags/tag2387.xml><?xml version="1.0" encoding="utf-8"?>
<p:tagLst xmlns:p="http://schemas.openxmlformats.org/presentationml/2006/main">
  <p:tag name="KSO_WM_BEAUTIFY_FLAG" val=""/>
</p:tagLst>
</file>

<file path=ppt/tags/tag2388.xml><?xml version="1.0" encoding="utf-8"?>
<p:tagLst xmlns:p="http://schemas.openxmlformats.org/presentationml/2006/main">
  <p:tag name="KSO_WM_BEAUTIFY_FLAG" val=""/>
</p:tagLst>
</file>

<file path=ppt/tags/tag2389.xml><?xml version="1.0" encoding="utf-8"?>
<p:tagLst xmlns:p="http://schemas.openxmlformats.org/presentationml/2006/main">
  <p:tag name="KSO_WM_BEAUTIFY_FLAG" val=""/>
</p:tagLst>
</file>

<file path=ppt/tags/tag2390.xml><?xml version="1.0" encoding="utf-8"?>
<p:tagLst xmlns:p="http://schemas.openxmlformats.org/presentationml/2006/main">
  <p:tag name="KSO_WM_BEAUTIFY_FLAG" val=""/>
</p:tagLst>
</file>

<file path=ppt/tags/tag2391.xml><?xml version="1.0" encoding="utf-8"?>
<p:tagLst xmlns:p="http://schemas.openxmlformats.org/presentationml/2006/main">
  <p:tag name="KSO_WM_BEAUTIFY_FLAG" val=""/>
</p:tagLst>
</file>

<file path=ppt/tags/tag2392.xml><?xml version="1.0" encoding="utf-8"?>
<p:tagLst xmlns:p="http://schemas.openxmlformats.org/presentationml/2006/main">
  <p:tag name="KSO_WM_BEAUTIFY_FLAG" val=""/>
</p:tagLst>
</file>

<file path=ppt/tags/tag2393.xml><?xml version="1.0" encoding="utf-8"?>
<p:tagLst xmlns:p="http://schemas.openxmlformats.org/presentationml/2006/main">
  <p:tag name="KSO_WM_BEAUTIFY_FLAG" val=""/>
</p:tagLst>
</file>

<file path=ppt/tags/tag2394.xml><?xml version="1.0" encoding="utf-8"?>
<p:tagLst xmlns:p="http://schemas.openxmlformats.org/presentationml/2006/main">
  <p:tag name="KSO_WM_BEAUTIFY_FLAG" val=""/>
</p:tagLst>
</file>

<file path=ppt/tags/tag2395.xml><?xml version="1.0" encoding="utf-8"?>
<p:tagLst xmlns:p="http://schemas.openxmlformats.org/presentationml/2006/main">
  <p:tag name="KSO_WM_BEAUTIFY_FLAG" val=""/>
</p:tagLst>
</file>

<file path=ppt/tags/tag2396.xml><?xml version="1.0" encoding="utf-8"?>
<p:tagLst xmlns:p="http://schemas.openxmlformats.org/presentationml/2006/main">
  <p:tag name="KSO_WM_BEAUTIFY_FLAG" val=""/>
</p:tagLst>
</file>

<file path=ppt/tags/tag2397.xml><?xml version="1.0" encoding="utf-8"?>
<p:tagLst xmlns:p="http://schemas.openxmlformats.org/presentationml/2006/main">
  <p:tag name="KSO_WM_BEAUTIFY_FLAG" val=""/>
</p:tagLst>
</file>

<file path=ppt/tags/tag2398.xml><?xml version="1.0" encoding="utf-8"?>
<p:tagLst xmlns:p="http://schemas.openxmlformats.org/presentationml/2006/main">
  <p:tag name="KSO_WM_BEAUTIFY_FLAG" val=""/>
</p:tagLst>
</file>

<file path=ppt/tags/tag2399.xml><?xml version="1.0" encoding="utf-8"?>
<p:tagLst xmlns:p="http://schemas.openxmlformats.org/presentationml/2006/main">
  <p:tag name="KSO_WM_BEAUTIFY_FLAG" val=""/>
</p:tagLst>
</file>

<file path=ppt/tags/tag2400.xml><?xml version="1.0" encoding="utf-8"?>
<p:tagLst xmlns:p="http://schemas.openxmlformats.org/presentationml/2006/main">
  <p:tag name="KSO_WM_BEAUTIFY_FLAG" val=""/>
</p:tagLst>
</file>

<file path=ppt/tags/tag2401.xml><?xml version="1.0" encoding="utf-8"?>
<p:tagLst xmlns:p="http://schemas.openxmlformats.org/presentationml/2006/main">
  <p:tag name="KSO_WM_BEAUTIFY_FLAG" val=""/>
</p:tagLst>
</file>

<file path=ppt/tags/tag2402.xml><?xml version="1.0" encoding="utf-8"?>
<p:tagLst xmlns:p="http://schemas.openxmlformats.org/presentationml/2006/main">
  <p:tag name="KSO_WM_BEAUTIFY_FLAG" val=""/>
</p:tagLst>
</file>

<file path=ppt/tags/tag2403.xml><?xml version="1.0" encoding="utf-8"?>
<p:tagLst xmlns:p="http://schemas.openxmlformats.org/presentationml/2006/main">
  <p:tag name="KSO_WM_BEAUTIFY_FLAG" val=""/>
</p:tagLst>
</file>

<file path=ppt/tags/tag2404.xml><?xml version="1.0" encoding="utf-8"?>
<p:tagLst xmlns:p="http://schemas.openxmlformats.org/presentationml/2006/main">
  <p:tag name="KSO_WM_BEAUTIFY_FLAG" val=""/>
</p:tagLst>
</file>

<file path=ppt/tags/tag2405.xml><?xml version="1.0" encoding="utf-8"?>
<p:tagLst xmlns:p="http://schemas.openxmlformats.org/presentationml/2006/main">
  <p:tag name="KSO_WM_BEAUTIFY_FLAG" val=""/>
</p:tagLst>
</file>

<file path=ppt/tags/tag2406.xml><?xml version="1.0" encoding="utf-8"?>
<p:tagLst xmlns:p="http://schemas.openxmlformats.org/presentationml/2006/main">
  <p:tag name="KSO_WM_BEAUTIFY_FLAG" val=""/>
</p:tagLst>
</file>

<file path=ppt/tags/tag2407.xml><?xml version="1.0" encoding="utf-8"?>
<p:tagLst xmlns:p="http://schemas.openxmlformats.org/presentationml/2006/main">
  <p:tag name="KSO_WM_BEAUTIFY_FLAG" val=""/>
</p:tagLst>
</file>

<file path=ppt/tags/tag2408.xml><?xml version="1.0" encoding="utf-8"?>
<p:tagLst xmlns:p="http://schemas.openxmlformats.org/presentationml/2006/main">
  <p:tag name="KSO_WM_BEAUTIFY_FLAG" val=""/>
</p:tagLst>
</file>

<file path=ppt/tags/tag2409.xml><?xml version="1.0" encoding="utf-8"?>
<p:tagLst xmlns:p="http://schemas.openxmlformats.org/presentationml/2006/main">
  <p:tag name="KSO_WM_BEAUTIFY_FLAG" val=""/>
</p:tagLst>
</file>

<file path=ppt/tags/tag2410.xml><?xml version="1.0" encoding="utf-8"?>
<p:tagLst xmlns:p="http://schemas.openxmlformats.org/presentationml/2006/main">
  <p:tag name="KSO_WM_BEAUTIFY_FLAG" val=""/>
</p:tagLst>
</file>

<file path=ppt/tags/tag2411.xml><?xml version="1.0" encoding="utf-8"?>
<p:tagLst xmlns:p="http://schemas.openxmlformats.org/presentationml/2006/main">
  <p:tag name="KSO_WM_BEAUTIFY_FLAG" val=""/>
</p:tagLst>
</file>

<file path=ppt/tags/tag2412.xml><?xml version="1.0" encoding="utf-8"?>
<p:tagLst xmlns:p="http://schemas.openxmlformats.org/presentationml/2006/main">
  <p:tag name="KSO_WM_BEAUTIFY_FLAG" val=""/>
</p:tagLst>
</file>

<file path=ppt/tags/tag2413.xml><?xml version="1.0" encoding="utf-8"?>
<p:tagLst xmlns:p="http://schemas.openxmlformats.org/presentationml/2006/main">
  <p:tag name="KSO_WM_BEAUTIFY_FLAG" val=""/>
</p:tagLst>
</file>

<file path=ppt/tags/tag2414.xml><?xml version="1.0" encoding="utf-8"?>
<p:tagLst xmlns:p="http://schemas.openxmlformats.org/presentationml/2006/main">
  <p:tag name="KSO_WM_BEAUTIFY_FLAG" val=""/>
</p:tagLst>
</file>

<file path=ppt/tags/tag2415.xml><?xml version="1.0" encoding="utf-8"?>
<p:tagLst xmlns:p="http://schemas.openxmlformats.org/presentationml/2006/main">
  <p:tag name="KSO_WM_BEAUTIFY_FLAG" val=""/>
</p:tagLst>
</file>

<file path=ppt/tags/tag2416.xml><?xml version="1.0" encoding="utf-8"?>
<p:tagLst xmlns:p="http://schemas.openxmlformats.org/presentationml/2006/main">
  <p:tag name="KSO_WM_BEAUTIFY_FLAG" val=""/>
</p:tagLst>
</file>

<file path=ppt/tags/tag2417.xml><?xml version="1.0" encoding="utf-8"?>
<p:tagLst xmlns:p="http://schemas.openxmlformats.org/presentationml/2006/main">
  <p:tag name="KSO_WM_BEAUTIFY_FLAG" val=""/>
</p:tagLst>
</file>

<file path=ppt/tags/tag2418.xml><?xml version="1.0" encoding="utf-8"?>
<p:tagLst xmlns:p="http://schemas.openxmlformats.org/presentationml/2006/main">
  <p:tag name="KSO_WM_BEAUTIFY_FLAG" val=""/>
</p:tagLst>
</file>

<file path=ppt/tags/tag2419.xml><?xml version="1.0" encoding="utf-8"?>
<p:tagLst xmlns:p="http://schemas.openxmlformats.org/presentationml/2006/main">
  <p:tag name="KSO_WM_BEAUTIFY_FLAG" val=""/>
</p:tagLst>
</file>

<file path=ppt/tags/tag2420.xml><?xml version="1.0" encoding="utf-8"?>
<p:tagLst xmlns:p="http://schemas.openxmlformats.org/presentationml/2006/main">
  <p:tag name="KSO_WM_BEAUTIFY_FLAG" val=""/>
</p:tagLst>
</file>

<file path=ppt/tags/tag2421.xml><?xml version="1.0" encoding="utf-8"?>
<p:tagLst xmlns:p="http://schemas.openxmlformats.org/presentationml/2006/main">
  <p:tag name="KSO_WM_BEAUTIFY_FLAG" val=""/>
</p:tagLst>
</file>

<file path=ppt/tags/tag2422.xml><?xml version="1.0" encoding="utf-8"?>
<p:tagLst xmlns:p="http://schemas.openxmlformats.org/presentationml/2006/main">
  <p:tag name="KSO_WM_BEAUTIFY_FLAG" val=""/>
</p:tagLst>
</file>

<file path=ppt/tags/tag2423.xml><?xml version="1.0" encoding="utf-8"?>
<p:tagLst xmlns:p="http://schemas.openxmlformats.org/presentationml/2006/main">
  <p:tag name="KSO_WM_BEAUTIFY_FLAG" val=""/>
</p:tagLst>
</file>

<file path=ppt/tags/tag2424.xml><?xml version="1.0" encoding="utf-8"?>
<p:tagLst xmlns:p="http://schemas.openxmlformats.org/presentationml/2006/main">
  <p:tag name="KSO_WM_BEAUTIFY_FLAG" val=""/>
</p:tagLst>
</file>

<file path=ppt/tags/tag2425.xml><?xml version="1.0" encoding="utf-8"?>
<p:tagLst xmlns:p="http://schemas.openxmlformats.org/presentationml/2006/main">
  <p:tag name="KSO_WM_BEAUTIFY_FLAG" val=""/>
</p:tagLst>
</file>

<file path=ppt/tags/tag2426.xml><?xml version="1.0" encoding="utf-8"?>
<p:tagLst xmlns:p="http://schemas.openxmlformats.org/presentationml/2006/main">
  <p:tag name="KSO_WM_BEAUTIFY_FLAG" val=""/>
</p:tagLst>
</file>

<file path=ppt/tags/tag2427.xml><?xml version="1.0" encoding="utf-8"?>
<p:tagLst xmlns:p="http://schemas.openxmlformats.org/presentationml/2006/main">
  <p:tag name="KSO_WM_BEAUTIFY_FLAG" val=""/>
</p:tagLst>
</file>

<file path=ppt/tags/tag2428.xml><?xml version="1.0" encoding="utf-8"?>
<p:tagLst xmlns:p="http://schemas.openxmlformats.org/presentationml/2006/main">
  <p:tag name="KSO_WM_BEAUTIFY_FLAG" val=""/>
</p:tagLst>
</file>

<file path=ppt/tags/tag2429.xml><?xml version="1.0" encoding="utf-8"?>
<p:tagLst xmlns:p="http://schemas.openxmlformats.org/presentationml/2006/main">
  <p:tag name="KSO_WM_BEAUTIFY_FLAG" val=""/>
</p:tagLst>
</file>

<file path=ppt/tags/tag2430.xml><?xml version="1.0" encoding="utf-8"?>
<p:tagLst xmlns:p="http://schemas.openxmlformats.org/presentationml/2006/main">
  <p:tag name="KSO_WM_BEAUTIFY_FLAG" val=""/>
</p:tagLst>
</file>

<file path=ppt/tags/tag2431.xml><?xml version="1.0" encoding="utf-8"?>
<p:tagLst xmlns:p="http://schemas.openxmlformats.org/presentationml/2006/main">
  <p:tag name="KSO_WM_BEAUTIFY_FLAG" val=""/>
</p:tagLst>
</file>

<file path=ppt/tags/tag2432.xml><?xml version="1.0" encoding="utf-8"?>
<p:tagLst xmlns:p="http://schemas.openxmlformats.org/presentationml/2006/main">
  <p:tag name="KSO_WM_BEAUTIFY_FLAG" val=""/>
</p:tagLst>
</file>

<file path=ppt/tags/tag2433.xml><?xml version="1.0" encoding="utf-8"?>
<p:tagLst xmlns:p="http://schemas.openxmlformats.org/presentationml/2006/main">
  <p:tag name="KSO_WM_BEAUTIFY_FLAG" val=""/>
</p:tagLst>
</file>

<file path=ppt/tags/tag2434.xml><?xml version="1.0" encoding="utf-8"?>
<p:tagLst xmlns:p="http://schemas.openxmlformats.org/presentationml/2006/main">
  <p:tag name="KSO_WM_BEAUTIFY_FLAG" val=""/>
</p:tagLst>
</file>

<file path=ppt/tags/tag2435.xml><?xml version="1.0" encoding="utf-8"?>
<p:tagLst xmlns:p="http://schemas.openxmlformats.org/presentationml/2006/main">
  <p:tag name="KSO_WM_BEAUTIFY_FLAG" val=""/>
</p:tagLst>
</file>

<file path=ppt/tags/tag2436.xml><?xml version="1.0" encoding="utf-8"?>
<p:tagLst xmlns:p="http://schemas.openxmlformats.org/presentationml/2006/main">
  <p:tag name="KSO_WM_BEAUTIFY_FLAG" val=""/>
</p:tagLst>
</file>

<file path=ppt/tags/tag2437.xml><?xml version="1.0" encoding="utf-8"?>
<p:tagLst xmlns:p="http://schemas.openxmlformats.org/presentationml/2006/main">
  <p:tag name="KSO_WM_BEAUTIFY_FLAG" val=""/>
</p:tagLst>
</file>

<file path=ppt/tags/tag2438.xml><?xml version="1.0" encoding="utf-8"?>
<p:tagLst xmlns:p="http://schemas.openxmlformats.org/presentationml/2006/main">
  <p:tag name="KSO_WM_BEAUTIFY_FLAG" val=""/>
</p:tagLst>
</file>

<file path=ppt/tags/tag2439.xml><?xml version="1.0" encoding="utf-8"?>
<p:tagLst xmlns:p="http://schemas.openxmlformats.org/presentationml/2006/main">
  <p:tag name="KSO_WM_BEAUTIFY_FLAG" val=""/>
</p:tagLst>
</file>

<file path=ppt/tags/tag2440.xml><?xml version="1.0" encoding="utf-8"?>
<p:tagLst xmlns:p="http://schemas.openxmlformats.org/presentationml/2006/main">
  <p:tag name="KSO_WM_BEAUTIFY_FLAG" val=""/>
</p:tagLst>
</file>

<file path=ppt/tags/tag2441.xml><?xml version="1.0" encoding="utf-8"?>
<p:tagLst xmlns:p="http://schemas.openxmlformats.org/presentationml/2006/main">
  <p:tag name="KSO_WM_BEAUTIFY_FLAG" val=""/>
</p:tagLst>
</file>

<file path=ppt/tags/tag2442.xml><?xml version="1.0" encoding="utf-8"?>
<p:tagLst xmlns:p="http://schemas.openxmlformats.org/presentationml/2006/main">
  <p:tag name="KSO_WM_BEAUTIFY_FLAG" val=""/>
</p:tagLst>
</file>

<file path=ppt/tags/tag2443.xml><?xml version="1.0" encoding="utf-8"?>
<p:tagLst xmlns:p="http://schemas.openxmlformats.org/presentationml/2006/main">
  <p:tag name="KSO_WM_BEAUTIFY_FLAG" val=""/>
</p:tagLst>
</file>

<file path=ppt/tags/tag2444.xml><?xml version="1.0" encoding="utf-8"?>
<p:tagLst xmlns:p="http://schemas.openxmlformats.org/presentationml/2006/main">
  <p:tag name="KSO_WM_BEAUTIFY_FLAG" val=""/>
</p:tagLst>
</file>

<file path=ppt/tags/tag2445.xml><?xml version="1.0" encoding="utf-8"?>
<p:tagLst xmlns:p="http://schemas.openxmlformats.org/presentationml/2006/main">
  <p:tag name="KSO_WM_BEAUTIFY_FLAG" val=""/>
</p:tagLst>
</file>

<file path=ppt/tags/tag2446.xml><?xml version="1.0" encoding="utf-8"?>
<p:tagLst xmlns:p="http://schemas.openxmlformats.org/presentationml/2006/main">
  <p:tag name="KSO_WM_BEAUTIFY_FLAG" val=""/>
</p:tagLst>
</file>

<file path=ppt/tags/tag2447.xml><?xml version="1.0" encoding="utf-8"?>
<p:tagLst xmlns:p="http://schemas.openxmlformats.org/presentationml/2006/main">
  <p:tag name="KSO_WM_BEAUTIFY_FLAG" val=""/>
</p:tagLst>
</file>

<file path=ppt/tags/tag2448.xml><?xml version="1.0" encoding="utf-8"?>
<p:tagLst xmlns:p="http://schemas.openxmlformats.org/presentationml/2006/main">
  <p:tag name="KSO_WM_BEAUTIFY_FLAG" val=""/>
</p:tagLst>
</file>

<file path=ppt/tags/tag2449.xml><?xml version="1.0" encoding="utf-8"?>
<p:tagLst xmlns:p="http://schemas.openxmlformats.org/presentationml/2006/main">
  <p:tag name="KSO_WM_BEAUTIFY_FLAG" val=""/>
</p:tagLst>
</file>

<file path=ppt/tags/tag2450.xml><?xml version="1.0" encoding="utf-8"?>
<p:tagLst xmlns:p="http://schemas.openxmlformats.org/presentationml/2006/main">
  <p:tag name="KSO_WM_BEAUTIFY_FLAG" val=""/>
</p:tagLst>
</file>

<file path=ppt/tags/tag2451.xml><?xml version="1.0" encoding="utf-8"?>
<p:tagLst xmlns:p="http://schemas.openxmlformats.org/presentationml/2006/main">
  <p:tag name="KSO_WM_BEAUTIFY_FLAG" val=""/>
</p:tagLst>
</file>

<file path=ppt/tags/tag2452.xml><?xml version="1.0" encoding="utf-8"?>
<p:tagLst xmlns:p="http://schemas.openxmlformats.org/presentationml/2006/main">
  <p:tag name="KSO_WM_BEAUTIFY_FLAG" val=""/>
</p:tagLst>
</file>

<file path=ppt/tags/tag2453.xml><?xml version="1.0" encoding="utf-8"?>
<p:tagLst xmlns:p="http://schemas.openxmlformats.org/presentationml/2006/main">
  <p:tag name="KSO_WM_BEAUTIFY_FLAG" val=""/>
</p:tagLst>
</file>

<file path=ppt/tags/tag2454.xml><?xml version="1.0" encoding="utf-8"?>
<p:tagLst xmlns:p="http://schemas.openxmlformats.org/presentationml/2006/main">
  <p:tag name="KSO_WM_BEAUTIFY_FLAG" val=""/>
</p:tagLst>
</file>

<file path=ppt/tags/tag2455.xml><?xml version="1.0" encoding="utf-8"?>
<p:tagLst xmlns:p="http://schemas.openxmlformats.org/presentationml/2006/main">
  <p:tag name="KSO_WM_BEAUTIFY_FLAG" val=""/>
</p:tagLst>
</file>

<file path=ppt/tags/tag2456.xml><?xml version="1.0" encoding="utf-8"?>
<p:tagLst xmlns:p="http://schemas.openxmlformats.org/presentationml/2006/main">
  <p:tag name="KSO_WM_BEAUTIFY_FLAG" val=""/>
</p:tagLst>
</file>

<file path=ppt/tags/tag2457.xml><?xml version="1.0" encoding="utf-8"?>
<p:tagLst xmlns:p="http://schemas.openxmlformats.org/presentationml/2006/main">
  <p:tag name="KSO_WM_BEAUTIFY_FLAG" val=""/>
</p:tagLst>
</file>

<file path=ppt/tags/tag2458.xml><?xml version="1.0" encoding="utf-8"?>
<p:tagLst xmlns:p="http://schemas.openxmlformats.org/presentationml/2006/main">
  <p:tag name="KSO_WM_BEAUTIFY_FLAG" val=""/>
</p:tagLst>
</file>

<file path=ppt/tags/tag2459.xml><?xml version="1.0" encoding="utf-8"?>
<p:tagLst xmlns:p="http://schemas.openxmlformats.org/presentationml/2006/main">
  <p:tag name="KSO_WM_BEAUTIFY_FLAG" val=""/>
</p:tagLst>
</file>

<file path=ppt/tags/tag2460.xml><?xml version="1.0" encoding="utf-8"?>
<p:tagLst xmlns:p="http://schemas.openxmlformats.org/presentationml/2006/main">
  <p:tag name="KSO_WM_BEAUTIFY_FLAG" val=""/>
</p:tagLst>
</file>

<file path=ppt/tags/tag2461.xml><?xml version="1.0" encoding="utf-8"?>
<p:tagLst xmlns:p="http://schemas.openxmlformats.org/presentationml/2006/main">
  <p:tag name="KSO_WM_BEAUTIFY_FLAG" val=""/>
</p:tagLst>
</file>

<file path=ppt/tags/tag2462.xml><?xml version="1.0" encoding="utf-8"?>
<p:tagLst xmlns:p="http://schemas.openxmlformats.org/presentationml/2006/main">
  <p:tag name="KSO_WM_BEAUTIFY_FLAG" val=""/>
</p:tagLst>
</file>

<file path=ppt/tags/tag2463.xml><?xml version="1.0" encoding="utf-8"?>
<p:tagLst xmlns:p="http://schemas.openxmlformats.org/presentationml/2006/main">
  <p:tag name="KSO_WM_BEAUTIFY_FLAG" val=""/>
</p:tagLst>
</file>

<file path=ppt/tags/tag2464.xml><?xml version="1.0" encoding="utf-8"?>
<p:tagLst xmlns:p="http://schemas.openxmlformats.org/presentationml/2006/main">
  <p:tag name="KSO_WM_BEAUTIFY_FLAG" val=""/>
</p:tagLst>
</file>

<file path=ppt/tags/tag2465.xml><?xml version="1.0" encoding="utf-8"?>
<p:tagLst xmlns:p="http://schemas.openxmlformats.org/presentationml/2006/main">
  <p:tag name="KSO_WM_BEAUTIFY_FLAG" val=""/>
</p:tagLst>
</file>

<file path=ppt/tags/tag2466.xml><?xml version="1.0" encoding="utf-8"?>
<p:tagLst xmlns:p="http://schemas.openxmlformats.org/presentationml/2006/main">
  <p:tag name="KSO_WM_BEAUTIFY_FLAG" val=""/>
</p:tagLst>
</file>

<file path=ppt/tags/tag2467.xml><?xml version="1.0" encoding="utf-8"?>
<p:tagLst xmlns:p="http://schemas.openxmlformats.org/presentationml/2006/main">
  <p:tag name="KSO_WM_BEAUTIFY_FLAG" val=""/>
</p:tagLst>
</file>

<file path=ppt/tags/tag2468.xml><?xml version="1.0" encoding="utf-8"?>
<p:tagLst xmlns:p="http://schemas.openxmlformats.org/presentationml/2006/main">
  <p:tag name="KSO_WM_BEAUTIFY_FLAG" val=""/>
</p:tagLst>
</file>

<file path=ppt/tags/tag2469.xml><?xml version="1.0" encoding="utf-8"?>
<p:tagLst xmlns:p="http://schemas.openxmlformats.org/presentationml/2006/main">
  <p:tag name="KSO_WM_BEAUTIFY_FLAG" val=""/>
</p:tagLst>
</file>

<file path=ppt/tags/tag2470.xml><?xml version="1.0" encoding="utf-8"?>
<p:tagLst xmlns:p="http://schemas.openxmlformats.org/presentationml/2006/main">
  <p:tag name="KSO_WM_BEAUTIFY_FLAG" val=""/>
</p:tagLst>
</file>

<file path=ppt/tags/tag2471.xml><?xml version="1.0" encoding="utf-8"?>
<p:tagLst xmlns:p="http://schemas.openxmlformats.org/presentationml/2006/main">
  <p:tag name="KSO_WM_BEAUTIFY_FLAG" val=""/>
</p:tagLst>
</file>

<file path=ppt/tags/tag2472.xml><?xml version="1.0" encoding="utf-8"?>
<p:tagLst xmlns:p="http://schemas.openxmlformats.org/presentationml/2006/main">
  <p:tag name="KSO_WM_BEAUTIFY_FLAG" val=""/>
</p:tagLst>
</file>

<file path=ppt/tags/tag2473.xml><?xml version="1.0" encoding="utf-8"?>
<p:tagLst xmlns:p="http://schemas.openxmlformats.org/presentationml/2006/main">
  <p:tag name="KSO_WM_BEAUTIFY_FLAG" val=""/>
</p:tagLst>
</file>

<file path=ppt/tags/tag2474.xml><?xml version="1.0" encoding="utf-8"?>
<p:tagLst xmlns:p="http://schemas.openxmlformats.org/presentationml/2006/main">
  <p:tag name="KSO_WM_BEAUTIFY_FLAG" val=""/>
</p:tagLst>
</file>

<file path=ppt/tags/tag2475.xml><?xml version="1.0" encoding="utf-8"?>
<p:tagLst xmlns:p="http://schemas.openxmlformats.org/presentationml/2006/main">
  <p:tag name="KSO_WM_BEAUTIFY_FLAG" val=""/>
</p:tagLst>
</file>

<file path=ppt/tags/tag2476.xml><?xml version="1.0" encoding="utf-8"?>
<p:tagLst xmlns:p="http://schemas.openxmlformats.org/presentationml/2006/main">
  <p:tag name="KSO_WM_BEAUTIFY_FLAG" val=""/>
</p:tagLst>
</file>

<file path=ppt/tags/tag2477.xml><?xml version="1.0" encoding="utf-8"?>
<p:tagLst xmlns:p="http://schemas.openxmlformats.org/presentationml/2006/main">
  <p:tag name="KSO_WM_BEAUTIFY_FLAG" val=""/>
</p:tagLst>
</file>

<file path=ppt/tags/tag2478.xml><?xml version="1.0" encoding="utf-8"?>
<p:tagLst xmlns:p="http://schemas.openxmlformats.org/presentationml/2006/main">
  <p:tag name="KSO_WM_BEAUTIFY_FLAG" val=""/>
</p:tagLst>
</file>

<file path=ppt/tags/tag2479.xml><?xml version="1.0" encoding="utf-8"?>
<p:tagLst xmlns:p="http://schemas.openxmlformats.org/presentationml/2006/main">
  <p:tag name="KSO_WM_BEAUTIFY_FLAG" val=""/>
</p:tagLst>
</file>

<file path=ppt/tags/tag2480.xml><?xml version="1.0" encoding="utf-8"?>
<p:tagLst xmlns:p="http://schemas.openxmlformats.org/presentationml/2006/main">
  <p:tag name="KSO_WM_BEAUTIFY_FLAG" val=""/>
</p:tagLst>
</file>

<file path=ppt/tags/tag2481.xml><?xml version="1.0" encoding="utf-8"?>
<p:tagLst xmlns:p="http://schemas.openxmlformats.org/presentationml/2006/main">
  <p:tag name="KSO_WM_BEAUTIFY_FLAG" val=""/>
</p:tagLst>
</file>

<file path=ppt/tags/tag2482.xml><?xml version="1.0" encoding="utf-8"?>
<p:tagLst xmlns:p="http://schemas.openxmlformats.org/presentationml/2006/main">
  <p:tag name="KSO_WM_BEAUTIFY_FLAG" val=""/>
</p:tagLst>
</file>

<file path=ppt/tags/tag2483.xml><?xml version="1.0" encoding="utf-8"?>
<p:tagLst xmlns:p="http://schemas.openxmlformats.org/presentationml/2006/main">
  <p:tag name="KSO_WM_BEAUTIFY_FLAG" val=""/>
</p:tagLst>
</file>

<file path=ppt/tags/tag2484.xml><?xml version="1.0" encoding="utf-8"?>
<p:tagLst xmlns:p="http://schemas.openxmlformats.org/presentationml/2006/main">
  <p:tag name="KSO_WM_BEAUTIFY_FLAG" val=""/>
</p:tagLst>
</file>

<file path=ppt/tags/tag2485.xml><?xml version="1.0" encoding="utf-8"?>
<p:tagLst xmlns:p="http://schemas.openxmlformats.org/presentationml/2006/main">
  <p:tag name="KSO_WM_BEAUTIFY_FLAG" val=""/>
</p:tagLst>
</file>

<file path=ppt/tags/tag2486.xml><?xml version="1.0" encoding="utf-8"?>
<p:tagLst xmlns:p="http://schemas.openxmlformats.org/presentationml/2006/main">
  <p:tag name="KSO_WM_BEAUTIFY_FLAG" val=""/>
</p:tagLst>
</file>

<file path=ppt/tags/tag2487.xml><?xml version="1.0" encoding="utf-8"?>
<p:tagLst xmlns:p="http://schemas.openxmlformats.org/presentationml/2006/main">
  <p:tag name="KSO_WM_BEAUTIFY_FLAG" val=""/>
</p:tagLst>
</file>

<file path=ppt/tags/tag2488.xml><?xml version="1.0" encoding="utf-8"?>
<p:tagLst xmlns:p="http://schemas.openxmlformats.org/presentationml/2006/main">
  <p:tag name="KSO_WM_BEAUTIFY_FLAG" val=""/>
</p:tagLst>
</file>

<file path=ppt/tags/tag2489.xml><?xml version="1.0" encoding="utf-8"?>
<p:tagLst xmlns:p="http://schemas.openxmlformats.org/presentationml/2006/main">
  <p:tag name="KSO_WM_BEAUTIFY_FLAG" val=""/>
</p:tagLst>
</file>

<file path=ppt/tags/tag2490.xml><?xml version="1.0" encoding="utf-8"?>
<p:tagLst xmlns:p="http://schemas.openxmlformats.org/presentationml/2006/main">
  <p:tag name="KSO_WM_BEAUTIFY_FLAG" val=""/>
</p:tagLst>
</file>

<file path=ppt/tags/tag2491.xml><?xml version="1.0" encoding="utf-8"?>
<p:tagLst xmlns:p="http://schemas.openxmlformats.org/presentationml/2006/main">
  <p:tag name="KSO_WM_BEAUTIFY_FLAG" val=""/>
</p:tagLst>
</file>

<file path=ppt/tags/tag2492.xml><?xml version="1.0" encoding="utf-8"?>
<p:tagLst xmlns:p="http://schemas.openxmlformats.org/presentationml/2006/main">
  <p:tag name="KSO_WM_BEAUTIFY_FLAG" val=""/>
</p:tagLst>
</file>

<file path=ppt/tags/tag2493.xml><?xml version="1.0" encoding="utf-8"?>
<p:tagLst xmlns:p="http://schemas.openxmlformats.org/presentationml/2006/main">
  <p:tag name="KSO_WM_BEAUTIFY_FLAG" val=""/>
</p:tagLst>
</file>

<file path=ppt/tags/tag2494.xml><?xml version="1.0" encoding="utf-8"?>
<p:tagLst xmlns:p="http://schemas.openxmlformats.org/presentationml/2006/main">
  <p:tag name="KSO_WM_BEAUTIFY_FLAG" val=""/>
</p:tagLst>
</file>

<file path=ppt/tags/tag2495.xml><?xml version="1.0" encoding="utf-8"?>
<p:tagLst xmlns:p="http://schemas.openxmlformats.org/presentationml/2006/main">
  <p:tag name="KSO_WM_BEAUTIFY_FLAG" val=""/>
</p:tagLst>
</file>

<file path=ppt/tags/tag2496.xml><?xml version="1.0" encoding="utf-8"?>
<p:tagLst xmlns:p="http://schemas.openxmlformats.org/presentationml/2006/main">
  <p:tag name="KSO_WM_BEAUTIFY_FLAG" val=""/>
</p:tagLst>
</file>

<file path=ppt/tags/tag2497.xml><?xml version="1.0" encoding="utf-8"?>
<p:tagLst xmlns:p="http://schemas.openxmlformats.org/presentationml/2006/main">
  <p:tag name="KSO_WM_BEAUTIFY_FLAG" val=""/>
</p:tagLst>
</file>

<file path=ppt/tags/tag2498.xml><?xml version="1.0" encoding="utf-8"?>
<p:tagLst xmlns:p="http://schemas.openxmlformats.org/presentationml/2006/main">
  <p:tag name="KSO_WM_BEAUTIFY_FLAG" val=""/>
</p:tagLst>
</file>

<file path=ppt/tags/tag2499.xml><?xml version="1.0" encoding="utf-8"?>
<p:tagLst xmlns:p="http://schemas.openxmlformats.org/presentationml/2006/main">
  <p:tag name="KSO_WM_BEAUTIFY_FLAG" val=""/>
</p:tagLst>
</file>

<file path=ppt/tags/tag2500.xml><?xml version="1.0" encoding="utf-8"?>
<p:tagLst xmlns:p="http://schemas.openxmlformats.org/presentationml/2006/main">
  <p:tag name="KSO_WM_BEAUTIFY_FLAG" val=""/>
</p:tagLst>
</file>

<file path=ppt/tags/tag2501.xml><?xml version="1.0" encoding="utf-8"?>
<p:tagLst xmlns:p="http://schemas.openxmlformats.org/presentationml/2006/main">
  <p:tag name="KSO_WM_BEAUTIFY_FLAG" val=""/>
</p:tagLst>
</file>

<file path=ppt/tags/tag2502.xml><?xml version="1.0" encoding="utf-8"?>
<p:tagLst xmlns:p="http://schemas.openxmlformats.org/presentationml/2006/main">
  <p:tag name="KSO_WM_BEAUTIFY_FLAG" val=""/>
</p:tagLst>
</file>

<file path=ppt/tags/tag2503.xml><?xml version="1.0" encoding="utf-8"?>
<p:tagLst xmlns:p="http://schemas.openxmlformats.org/presentationml/2006/main">
  <p:tag name="KSO_WM_BEAUTIFY_FLAG" val=""/>
</p:tagLst>
</file>

<file path=ppt/tags/tag2504.xml><?xml version="1.0" encoding="utf-8"?>
<p:tagLst xmlns:p="http://schemas.openxmlformats.org/presentationml/2006/main">
  <p:tag name="KSO_WM_BEAUTIFY_FLAG" val=""/>
</p:tagLst>
</file>

<file path=ppt/tags/tag2505.xml><?xml version="1.0" encoding="utf-8"?>
<p:tagLst xmlns:p="http://schemas.openxmlformats.org/presentationml/2006/main">
  <p:tag name="KSO_WM_BEAUTIFY_FLAG" val=""/>
</p:tagLst>
</file>

<file path=ppt/tags/tag2506.xml><?xml version="1.0" encoding="utf-8"?>
<p:tagLst xmlns:p="http://schemas.openxmlformats.org/presentationml/2006/main">
  <p:tag name="KSO_WM_BEAUTIFY_FLAG" val=""/>
</p:tagLst>
</file>

<file path=ppt/tags/tag2507.xml><?xml version="1.0" encoding="utf-8"?>
<p:tagLst xmlns:p="http://schemas.openxmlformats.org/presentationml/2006/main">
  <p:tag name="KSO_WM_BEAUTIFY_FLAG" val=""/>
</p:tagLst>
</file>

<file path=ppt/tags/tag2508.xml><?xml version="1.0" encoding="utf-8"?>
<p:tagLst xmlns:p="http://schemas.openxmlformats.org/presentationml/2006/main">
  <p:tag name="KSO_WM_BEAUTIFY_FLAG" val=""/>
</p:tagLst>
</file>

<file path=ppt/tags/tag2509.xml><?xml version="1.0" encoding="utf-8"?>
<p:tagLst xmlns:p="http://schemas.openxmlformats.org/presentationml/2006/main">
  <p:tag name="KSO_WM_BEAUTIFY_FLAG" val=""/>
</p:tagLst>
</file>

<file path=ppt/tags/tag2510.xml><?xml version="1.0" encoding="utf-8"?>
<p:tagLst xmlns:p="http://schemas.openxmlformats.org/presentationml/2006/main">
  <p:tag name="KSO_WM_BEAUTIFY_FLAG" val=""/>
</p:tagLst>
</file>

<file path=ppt/tags/tag2511.xml><?xml version="1.0" encoding="utf-8"?>
<p:tagLst xmlns:p="http://schemas.openxmlformats.org/presentationml/2006/main">
  <p:tag name="KSO_WM_BEAUTIFY_FLAG" val=""/>
</p:tagLst>
</file>

<file path=ppt/tags/tag2512.xml><?xml version="1.0" encoding="utf-8"?>
<p:tagLst xmlns:p="http://schemas.openxmlformats.org/presentationml/2006/main">
  <p:tag name="KSO_WM_BEAUTIFY_FLAG" val=""/>
</p:tagLst>
</file>

<file path=ppt/tags/tag2513.xml><?xml version="1.0" encoding="utf-8"?>
<p:tagLst xmlns:p="http://schemas.openxmlformats.org/presentationml/2006/main">
  <p:tag name="KSO_WM_BEAUTIFY_FLAG" val=""/>
</p:tagLst>
</file>

<file path=ppt/tags/tag2514.xml><?xml version="1.0" encoding="utf-8"?>
<p:tagLst xmlns:p="http://schemas.openxmlformats.org/presentationml/2006/main">
  <p:tag name="KSO_WM_BEAUTIFY_FLAG" val=""/>
</p:tagLst>
</file>

<file path=ppt/tags/tag2515.xml><?xml version="1.0" encoding="utf-8"?>
<p:tagLst xmlns:p="http://schemas.openxmlformats.org/presentationml/2006/main">
  <p:tag name="KSO_WM_BEAUTIFY_FLAG" val=""/>
</p:tagLst>
</file>

<file path=ppt/tags/tag2516.xml><?xml version="1.0" encoding="utf-8"?>
<p:tagLst xmlns:p="http://schemas.openxmlformats.org/presentationml/2006/main">
  <p:tag name="KSO_WM_BEAUTIFY_FLAG" val=""/>
</p:tagLst>
</file>

<file path=ppt/tags/tag2517.xml><?xml version="1.0" encoding="utf-8"?>
<p:tagLst xmlns:p="http://schemas.openxmlformats.org/presentationml/2006/main">
  <p:tag name="KSO_WM_BEAUTIFY_FLAG" val=""/>
</p:tagLst>
</file>

<file path=ppt/tags/tag2518.xml><?xml version="1.0" encoding="utf-8"?>
<p:tagLst xmlns:p="http://schemas.openxmlformats.org/presentationml/2006/main">
  <p:tag name="KSO_WM_BEAUTIFY_FLAG" val=""/>
</p:tagLst>
</file>

<file path=ppt/tags/tag2519.xml><?xml version="1.0" encoding="utf-8"?>
<p:tagLst xmlns:p="http://schemas.openxmlformats.org/presentationml/2006/main">
  <p:tag name="KSO_WM_BEAUTIFY_FLAG" val=""/>
</p:tagLst>
</file>

<file path=ppt/tags/tag2520.xml><?xml version="1.0" encoding="utf-8"?>
<p:tagLst xmlns:p="http://schemas.openxmlformats.org/presentationml/2006/main">
  <p:tag name="KSO_WM_BEAUTIFY_FLAG" val=""/>
</p:tagLst>
</file>

<file path=ppt/tags/tag2521.xml><?xml version="1.0" encoding="utf-8"?>
<p:tagLst xmlns:p="http://schemas.openxmlformats.org/presentationml/2006/main">
  <p:tag name="KSO_WM_BEAUTIFY_FLAG" val=""/>
</p:tagLst>
</file>

<file path=ppt/tags/tag2522.xml><?xml version="1.0" encoding="utf-8"?>
<p:tagLst xmlns:p="http://schemas.openxmlformats.org/presentationml/2006/main">
  <p:tag name="KSO_WM_BEAUTIFY_FLAG" val=""/>
</p:tagLst>
</file>

<file path=ppt/tags/tag2523.xml><?xml version="1.0" encoding="utf-8"?>
<p:tagLst xmlns:p="http://schemas.openxmlformats.org/presentationml/2006/main">
  <p:tag name="KSO_WM_BEAUTIFY_FLAG" val=""/>
</p:tagLst>
</file>

<file path=ppt/tags/tag2524.xml><?xml version="1.0" encoding="utf-8"?>
<p:tagLst xmlns:p="http://schemas.openxmlformats.org/presentationml/2006/main">
  <p:tag name="KSO_WM_BEAUTIFY_FLAG" val=""/>
</p:tagLst>
</file>

<file path=ppt/tags/tag2525.xml><?xml version="1.0" encoding="utf-8"?>
<p:tagLst xmlns:p="http://schemas.openxmlformats.org/presentationml/2006/main">
  <p:tag name="KSO_WM_BEAUTIFY_FLAG" val=""/>
</p:tagLst>
</file>

<file path=ppt/tags/tag2526.xml><?xml version="1.0" encoding="utf-8"?>
<p:tagLst xmlns:p="http://schemas.openxmlformats.org/presentationml/2006/main">
  <p:tag name="KSO_WM_BEAUTIFY_FLAG" val=""/>
</p:tagLst>
</file>

<file path=ppt/tags/tag2527.xml><?xml version="1.0" encoding="utf-8"?>
<p:tagLst xmlns:p="http://schemas.openxmlformats.org/presentationml/2006/main">
  <p:tag name="KSO_WM_BEAUTIFY_FLAG" val=""/>
</p:tagLst>
</file>

<file path=ppt/tags/tag2528.xml><?xml version="1.0" encoding="utf-8"?>
<p:tagLst xmlns:p="http://schemas.openxmlformats.org/presentationml/2006/main">
  <p:tag name="KSO_WM_BEAUTIFY_FLAG" val=""/>
</p:tagLst>
</file>

<file path=ppt/tags/tag2529.xml><?xml version="1.0" encoding="utf-8"?>
<p:tagLst xmlns:p="http://schemas.openxmlformats.org/presentationml/2006/main">
  <p:tag name="KSO_WM_BEAUTIFY_FLAG" val=""/>
</p:tagLst>
</file>

<file path=ppt/tags/tag2530.xml><?xml version="1.0" encoding="utf-8"?>
<p:tagLst xmlns:p="http://schemas.openxmlformats.org/presentationml/2006/main">
  <p:tag name="KSO_WM_BEAUTIFY_FLAG" val=""/>
</p:tagLst>
</file>

<file path=ppt/tags/tag2531.xml><?xml version="1.0" encoding="utf-8"?>
<p:tagLst xmlns:p="http://schemas.openxmlformats.org/presentationml/2006/main">
  <p:tag name="KSO_WM_BEAUTIFY_FLAG" val=""/>
</p:tagLst>
</file>

<file path=ppt/tags/tag2532.xml><?xml version="1.0" encoding="utf-8"?>
<p:tagLst xmlns:p="http://schemas.openxmlformats.org/presentationml/2006/main">
  <p:tag name="KSO_WM_BEAUTIFY_FLAG" val=""/>
</p:tagLst>
</file>

<file path=ppt/tags/tag2533.xml><?xml version="1.0" encoding="utf-8"?>
<p:tagLst xmlns:p="http://schemas.openxmlformats.org/presentationml/2006/main">
  <p:tag name="KSO_WM_BEAUTIFY_FLAG" val=""/>
</p:tagLst>
</file>

<file path=ppt/tags/tag2534.xml><?xml version="1.0" encoding="utf-8"?>
<p:tagLst xmlns:p="http://schemas.openxmlformats.org/presentationml/2006/main">
  <p:tag name="KSO_WM_BEAUTIFY_FLAG" val=""/>
</p:tagLst>
</file>

<file path=ppt/tags/tag2535.xml><?xml version="1.0" encoding="utf-8"?>
<p:tagLst xmlns:p="http://schemas.openxmlformats.org/presentationml/2006/main">
  <p:tag name="KSO_WM_BEAUTIFY_FLAG" val=""/>
</p:tagLst>
</file>

<file path=ppt/tags/tag2536.xml><?xml version="1.0" encoding="utf-8"?>
<p:tagLst xmlns:p="http://schemas.openxmlformats.org/presentationml/2006/main">
  <p:tag name="KSO_WM_BEAUTIFY_FLAG" val=""/>
</p:tagLst>
</file>

<file path=ppt/tags/tag2537.xml><?xml version="1.0" encoding="utf-8"?>
<p:tagLst xmlns:p="http://schemas.openxmlformats.org/presentationml/2006/main">
  <p:tag name="KSO_WM_BEAUTIFY_FLAG" val=""/>
</p:tagLst>
</file>

<file path=ppt/tags/tag2538.xml><?xml version="1.0" encoding="utf-8"?>
<p:tagLst xmlns:p="http://schemas.openxmlformats.org/presentationml/2006/main">
  <p:tag name="KSO_WM_BEAUTIFY_FLAG" val=""/>
</p:tagLst>
</file>

<file path=ppt/tags/tag2539.xml><?xml version="1.0" encoding="utf-8"?>
<p:tagLst xmlns:p="http://schemas.openxmlformats.org/presentationml/2006/main">
  <p:tag name="KSO_WM_BEAUTIFY_FLAG" val=""/>
</p:tagLst>
</file>

<file path=ppt/tags/tag2540.xml><?xml version="1.0" encoding="utf-8"?>
<p:tagLst xmlns:p="http://schemas.openxmlformats.org/presentationml/2006/main">
  <p:tag name="KSO_WM_BEAUTIFY_FLAG" val=""/>
</p:tagLst>
</file>

<file path=ppt/tags/tag2541.xml><?xml version="1.0" encoding="utf-8"?>
<p:tagLst xmlns:p="http://schemas.openxmlformats.org/presentationml/2006/main">
  <p:tag name="KSO_WM_BEAUTIFY_FLAG" val=""/>
</p:tagLst>
</file>

<file path=ppt/tags/tag2542.xml><?xml version="1.0" encoding="utf-8"?>
<p:tagLst xmlns:p="http://schemas.openxmlformats.org/presentationml/2006/main">
  <p:tag name="KSO_WM_BEAUTIFY_FLAG" val=""/>
</p:tagLst>
</file>

<file path=ppt/tags/tag2543.xml><?xml version="1.0" encoding="utf-8"?>
<p:tagLst xmlns:p="http://schemas.openxmlformats.org/presentationml/2006/main">
  <p:tag name="KSO_WM_BEAUTIFY_FLAG" val=""/>
</p:tagLst>
</file>

<file path=ppt/tags/tag2544.xml><?xml version="1.0" encoding="utf-8"?>
<p:tagLst xmlns:p="http://schemas.openxmlformats.org/presentationml/2006/main">
  <p:tag name="KSO_WM_BEAUTIFY_FLAG" val=""/>
</p:tagLst>
</file>

<file path=ppt/tags/tag2545.xml><?xml version="1.0" encoding="utf-8"?>
<p:tagLst xmlns:p="http://schemas.openxmlformats.org/presentationml/2006/main">
  <p:tag name="KSO_WM_BEAUTIFY_FLAG" val=""/>
</p:tagLst>
</file>

<file path=ppt/tags/tag2546.xml><?xml version="1.0" encoding="utf-8"?>
<p:tagLst xmlns:p="http://schemas.openxmlformats.org/presentationml/2006/main">
  <p:tag name="KSO_WM_BEAUTIFY_FLAG" val=""/>
</p:tagLst>
</file>

<file path=ppt/tags/tag2547.xml><?xml version="1.0" encoding="utf-8"?>
<p:tagLst xmlns:p="http://schemas.openxmlformats.org/presentationml/2006/main">
  <p:tag name="KSO_WM_BEAUTIFY_FLAG" val=""/>
</p:tagLst>
</file>

<file path=ppt/tags/tag2548.xml><?xml version="1.0" encoding="utf-8"?>
<p:tagLst xmlns:p="http://schemas.openxmlformats.org/presentationml/2006/main">
  <p:tag name="KSO_WM_BEAUTIFY_FLAG" val=""/>
</p:tagLst>
</file>

<file path=ppt/tags/tag2549.xml><?xml version="1.0" encoding="utf-8"?>
<p:tagLst xmlns:p="http://schemas.openxmlformats.org/presentationml/2006/main">
  <p:tag name="KSO_WM_BEAUTIFY_FLAG" val=""/>
</p:tagLst>
</file>

<file path=ppt/tags/tag2550.xml><?xml version="1.0" encoding="utf-8"?>
<p:tagLst xmlns:p="http://schemas.openxmlformats.org/presentationml/2006/main">
  <p:tag name="KSO_WM_BEAUTIFY_FLAG" val=""/>
</p:tagLst>
</file>

<file path=ppt/tags/tag2551.xml><?xml version="1.0" encoding="utf-8"?>
<p:tagLst xmlns:p="http://schemas.openxmlformats.org/presentationml/2006/main">
  <p:tag name="KSO_WM_BEAUTIFY_FLAG" val=""/>
</p:tagLst>
</file>

<file path=ppt/tags/tag2552.xml><?xml version="1.0" encoding="utf-8"?>
<p:tagLst xmlns:p="http://schemas.openxmlformats.org/presentationml/2006/main">
  <p:tag name="KSO_WM_BEAUTIFY_FLAG" val=""/>
</p:tagLst>
</file>

<file path=ppt/tags/tag2553.xml><?xml version="1.0" encoding="utf-8"?>
<p:tagLst xmlns:p="http://schemas.openxmlformats.org/presentationml/2006/main">
  <p:tag name="KSO_WM_BEAUTIFY_FLAG" val=""/>
</p:tagLst>
</file>

<file path=ppt/tags/tag2554.xml><?xml version="1.0" encoding="utf-8"?>
<p:tagLst xmlns:p="http://schemas.openxmlformats.org/presentationml/2006/main">
  <p:tag name="KSO_WM_BEAUTIFY_FLAG" val=""/>
</p:tagLst>
</file>

<file path=ppt/tags/tag2555.xml><?xml version="1.0" encoding="utf-8"?>
<p:tagLst xmlns:p="http://schemas.openxmlformats.org/presentationml/2006/main">
  <p:tag name="KSO_WM_BEAUTIFY_FLAG" val=""/>
</p:tagLst>
</file>

<file path=ppt/tags/tag2556.xml><?xml version="1.0" encoding="utf-8"?>
<p:tagLst xmlns:p="http://schemas.openxmlformats.org/presentationml/2006/main">
  <p:tag name="KSO_WM_BEAUTIFY_FLAG" val=""/>
</p:tagLst>
</file>

<file path=ppt/tags/tag2557.xml><?xml version="1.0" encoding="utf-8"?>
<p:tagLst xmlns:p="http://schemas.openxmlformats.org/presentationml/2006/main">
  <p:tag name="KSO_WM_BEAUTIFY_FLAG" val=""/>
</p:tagLst>
</file>

<file path=ppt/tags/tag2558.xml><?xml version="1.0" encoding="utf-8"?>
<p:tagLst xmlns:p="http://schemas.openxmlformats.org/presentationml/2006/main">
  <p:tag name="KSO_WM_BEAUTIFY_FLAG" val=""/>
</p:tagLst>
</file>

<file path=ppt/tags/tag2559.xml><?xml version="1.0" encoding="utf-8"?>
<p:tagLst xmlns:p="http://schemas.openxmlformats.org/presentationml/2006/main">
  <p:tag name="KSO_WM_BEAUTIFY_FLAG" val=""/>
</p:tagLst>
</file>

<file path=ppt/tags/tag2560.xml><?xml version="1.0" encoding="utf-8"?>
<p:tagLst xmlns:p="http://schemas.openxmlformats.org/presentationml/2006/main">
  <p:tag name="KSO_WM_BEAUTIFY_FLAG" val=""/>
</p:tagLst>
</file>

<file path=ppt/tags/tag2561.xml><?xml version="1.0" encoding="utf-8"?>
<p:tagLst xmlns:p="http://schemas.openxmlformats.org/presentationml/2006/main">
  <p:tag name="KSO_WM_BEAUTIFY_FLAG" val=""/>
</p:tagLst>
</file>

<file path=ppt/tags/tag2562.xml><?xml version="1.0" encoding="utf-8"?>
<p:tagLst xmlns:p="http://schemas.openxmlformats.org/presentationml/2006/main">
  <p:tag name="KSO_WM_BEAUTIFY_FLAG" val=""/>
</p:tagLst>
</file>

<file path=ppt/tags/tag2563.xml><?xml version="1.0" encoding="utf-8"?>
<p:tagLst xmlns:p="http://schemas.openxmlformats.org/presentationml/2006/main">
  <p:tag name="KSO_WM_BEAUTIFY_FLAG" val=""/>
</p:tagLst>
</file>

<file path=ppt/tags/tag2564.xml><?xml version="1.0" encoding="utf-8"?>
<p:tagLst xmlns:p="http://schemas.openxmlformats.org/presentationml/2006/main">
  <p:tag name="KSO_WM_BEAUTIFY_FLAG" val=""/>
</p:tagLst>
</file>

<file path=ppt/tags/tag2565.xml><?xml version="1.0" encoding="utf-8"?>
<p:tagLst xmlns:p="http://schemas.openxmlformats.org/presentationml/2006/main">
  <p:tag name="KSO_WM_BEAUTIFY_FLAG" val=""/>
</p:tagLst>
</file>

<file path=ppt/tags/tag2566.xml><?xml version="1.0" encoding="utf-8"?>
<p:tagLst xmlns:p="http://schemas.openxmlformats.org/presentationml/2006/main">
  <p:tag name="KSO_WM_BEAUTIFY_FLAG" val=""/>
</p:tagLst>
</file>

<file path=ppt/tags/tag2567.xml><?xml version="1.0" encoding="utf-8"?>
<p:tagLst xmlns:p="http://schemas.openxmlformats.org/presentationml/2006/main">
  <p:tag name="KSO_WM_BEAUTIFY_FLAG" val=""/>
</p:tagLst>
</file>

<file path=ppt/tags/tag2568.xml><?xml version="1.0" encoding="utf-8"?>
<p:tagLst xmlns:p="http://schemas.openxmlformats.org/presentationml/2006/main">
  <p:tag name="KSO_WM_BEAUTIFY_FLAG" val=""/>
</p:tagLst>
</file>

<file path=ppt/tags/tag2569.xml><?xml version="1.0" encoding="utf-8"?>
<p:tagLst xmlns:p="http://schemas.openxmlformats.org/presentationml/2006/main">
  <p:tag name="KSO_WM_BEAUTIFY_FLAG" val=""/>
</p:tagLst>
</file>

<file path=ppt/tags/tag2570.xml><?xml version="1.0" encoding="utf-8"?>
<p:tagLst xmlns:p="http://schemas.openxmlformats.org/presentationml/2006/main">
  <p:tag name="KSO_WM_BEAUTIFY_FLAG" val=""/>
</p:tagLst>
</file>

<file path=ppt/tags/tag2571.xml><?xml version="1.0" encoding="utf-8"?>
<p:tagLst xmlns:p="http://schemas.openxmlformats.org/presentationml/2006/main">
  <p:tag name="KSO_WM_BEAUTIFY_FLAG" val=""/>
</p:tagLst>
</file>

<file path=ppt/tags/tag2572.xml><?xml version="1.0" encoding="utf-8"?>
<p:tagLst xmlns:p="http://schemas.openxmlformats.org/presentationml/2006/main">
  <p:tag name="KSO_WM_BEAUTIFY_FLAG" val=""/>
</p:tagLst>
</file>

<file path=ppt/tags/tag2573.xml><?xml version="1.0" encoding="utf-8"?>
<p:tagLst xmlns:p="http://schemas.openxmlformats.org/presentationml/2006/main">
  <p:tag name="KSO_WM_BEAUTIFY_FLAG" val=""/>
</p:tagLst>
</file>

<file path=ppt/tags/tag2574.xml><?xml version="1.0" encoding="utf-8"?>
<p:tagLst xmlns:p="http://schemas.openxmlformats.org/presentationml/2006/main">
  <p:tag name="KSO_WM_BEAUTIFY_FLAG" val=""/>
</p:tagLst>
</file>

<file path=ppt/tags/tag2575.xml><?xml version="1.0" encoding="utf-8"?>
<p:tagLst xmlns:p="http://schemas.openxmlformats.org/presentationml/2006/main">
  <p:tag name="KSO_WM_BEAUTIFY_FLAG" val=""/>
</p:tagLst>
</file>

<file path=ppt/tags/tag2576.xml><?xml version="1.0" encoding="utf-8"?>
<p:tagLst xmlns:p="http://schemas.openxmlformats.org/presentationml/2006/main">
  <p:tag name="KSO_WM_BEAUTIFY_FLAG" val=""/>
</p:tagLst>
</file>

<file path=ppt/tags/tag2577.xml><?xml version="1.0" encoding="utf-8"?>
<p:tagLst xmlns:p="http://schemas.openxmlformats.org/presentationml/2006/main">
  <p:tag name="KSO_WM_BEAUTIFY_FLAG" val=""/>
</p:tagLst>
</file>

<file path=ppt/tags/tag2578.xml><?xml version="1.0" encoding="utf-8"?>
<p:tagLst xmlns:p="http://schemas.openxmlformats.org/presentationml/2006/main">
  <p:tag name="KSO_WM_BEAUTIFY_FLAG" val=""/>
</p:tagLst>
</file>

<file path=ppt/tags/tag2579.xml><?xml version="1.0" encoding="utf-8"?>
<p:tagLst xmlns:p="http://schemas.openxmlformats.org/presentationml/2006/main">
  <p:tag name="KSO_WM_BEAUTIFY_FLAG" val=""/>
</p:tagLst>
</file>

<file path=ppt/tags/tag2580.xml><?xml version="1.0" encoding="utf-8"?>
<p:tagLst xmlns:p="http://schemas.openxmlformats.org/presentationml/2006/main">
  <p:tag name="KSO_WM_BEAUTIFY_FLAG" val=""/>
</p:tagLst>
</file>

<file path=ppt/tags/tag2581.xml><?xml version="1.0" encoding="utf-8"?>
<p:tagLst xmlns:p="http://schemas.openxmlformats.org/presentationml/2006/main">
  <p:tag name="KSO_WM_BEAUTIFY_FLAG" val=""/>
</p:tagLst>
</file>

<file path=ppt/tags/tag2582.xml><?xml version="1.0" encoding="utf-8"?>
<p:tagLst xmlns:p="http://schemas.openxmlformats.org/presentationml/2006/main">
  <p:tag name="KSO_WM_BEAUTIFY_FLAG" val=""/>
</p:tagLst>
</file>

<file path=ppt/tags/tag2583.xml><?xml version="1.0" encoding="utf-8"?>
<p:tagLst xmlns:p="http://schemas.openxmlformats.org/presentationml/2006/main">
  <p:tag name="KSO_WM_BEAUTIFY_FLAG" val=""/>
</p:tagLst>
</file>

<file path=ppt/tags/tag2584.xml><?xml version="1.0" encoding="utf-8"?>
<p:tagLst xmlns:p="http://schemas.openxmlformats.org/presentationml/2006/main">
  <p:tag name="KSO_WM_BEAUTIFY_FLAG" val=""/>
</p:tagLst>
</file>

<file path=ppt/tags/tag2585.xml><?xml version="1.0" encoding="utf-8"?>
<p:tagLst xmlns:p="http://schemas.openxmlformats.org/presentationml/2006/main">
  <p:tag name="KSO_WM_BEAUTIFY_FLAG" val=""/>
</p:tagLst>
</file>

<file path=ppt/tags/tag2586.xml><?xml version="1.0" encoding="utf-8"?>
<p:tagLst xmlns:p="http://schemas.openxmlformats.org/presentationml/2006/main">
  <p:tag name="KSO_WM_BEAUTIFY_FLAG" val=""/>
</p:tagLst>
</file>

<file path=ppt/tags/tag2587.xml><?xml version="1.0" encoding="utf-8"?>
<p:tagLst xmlns:p="http://schemas.openxmlformats.org/presentationml/2006/main">
  <p:tag name="KSO_WM_BEAUTIFY_FLAG" val=""/>
</p:tagLst>
</file>

<file path=ppt/tags/tag2588.xml><?xml version="1.0" encoding="utf-8"?>
<p:tagLst xmlns:p="http://schemas.openxmlformats.org/presentationml/2006/main">
  <p:tag name="KSO_WM_BEAUTIFY_FLAG" val=""/>
</p:tagLst>
</file>

<file path=ppt/tags/tag2589.xml><?xml version="1.0" encoding="utf-8"?>
<p:tagLst xmlns:p="http://schemas.openxmlformats.org/presentationml/2006/main">
  <p:tag name="KSO_WM_BEAUTIFY_FLAG" val=""/>
</p:tagLst>
</file>

<file path=ppt/tags/tag2590.xml><?xml version="1.0" encoding="utf-8"?>
<p:tagLst xmlns:p="http://schemas.openxmlformats.org/presentationml/2006/main">
  <p:tag name="KSO_WM_BEAUTIFY_FLAG" val=""/>
</p:tagLst>
</file>

<file path=ppt/tags/tag2591.xml><?xml version="1.0" encoding="utf-8"?>
<p:tagLst xmlns:p="http://schemas.openxmlformats.org/presentationml/2006/main">
  <p:tag name="KSO_WM_BEAUTIFY_FLAG" val=""/>
</p:tagLst>
</file>

<file path=ppt/tags/tag2592.xml><?xml version="1.0" encoding="utf-8"?>
<p:tagLst xmlns:p="http://schemas.openxmlformats.org/presentationml/2006/main">
  <p:tag name="KSO_WM_BEAUTIFY_FLAG" val=""/>
</p:tagLst>
</file>

<file path=ppt/tags/tag2593.xml><?xml version="1.0" encoding="utf-8"?>
<p:tagLst xmlns:p="http://schemas.openxmlformats.org/presentationml/2006/main">
  <p:tag name="KSO_WM_BEAUTIFY_FLAG" val=""/>
</p:tagLst>
</file>

<file path=ppt/tags/tag2594.xml><?xml version="1.0" encoding="utf-8"?>
<p:tagLst xmlns:p="http://schemas.openxmlformats.org/presentationml/2006/main">
  <p:tag name="KSO_WM_BEAUTIFY_FLAG" val=""/>
</p:tagLst>
</file>

<file path=ppt/tags/tag2595.xml><?xml version="1.0" encoding="utf-8"?>
<p:tagLst xmlns:p="http://schemas.openxmlformats.org/presentationml/2006/main">
  <p:tag name="KSO_WM_BEAUTIFY_FLAG" val=""/>
</p:tagLst>
</file>

<file path=ppt/tags/tag2596.xml><?xml version="1.0" encoding="utf-8"?>
<p:tagLst xmlns:p="http://schemas.openxmlformats.org/presentationml/2006/main">
  <p:tag name="KSO_WM_BEAUTIFY_FLAG" val=""/>
</p:tagLst>
</file>

<file path=ppt/tags/tag2597.xml><?xml version="1.0" encoding="utf-8"?>
<p:tagLst xmlns:p="http://schemas.openxmlformats.org/presentationml/2006/main">
  <p:tag name="KSO_WM_BEAUTIFY_FLAG" val=""/>
</p:tagLst>
</file>

<file path=ppt/tags/tag2598.xml><?xml version="1.0" encoding="utf-8"?>
<p:tagLst xmlns:p="http://schemas.openxmlformats.org/presentationml/2006/main">
  <p:tag name="KSO_WM_BEAUTIFY_FLAG" val=""/>
</p:tagLst>
</file>

<file path=ppt/tags/tag2599.xml><?xml version="1.0" encoding="utf-8"?>
<p:tagLst xmlns:p="http://schemas.openxmlformats.org/presentationml/2006/main">
  <p:tag name="KSO_WM_BEAUTIFY_FLAG" val=""/>
</p:tagLst>
</file>

<file path=ppt/tags/tag2600.xml><?xml version="1.0" encoding="utf-8"?>
<p:tagLst xmlns:p="http://schemas.openxmlformats.org/presentationml/2006/main">
  <p:tag name="KSO_WM_BEAUTIFY_FLAG" val=""/>
</p:tagLst>
</file>

<file path=ppt/tags/tag2601.xml><?xml version="1.0" encoding="utf-8"?>
<p:tagLst xmlns:p="http://schemas.openxmlformats.org/presentationml/2006/main">
  <p:tag name="KSO_WM_BEAUTIFY_FLAG" val=""/>
</p:tagLst>
</file>

<file path=ppt/tags/tag2602.xml><?xml version="1.0" encoding="utf-8"?>
<p:tagLst xmlns:p="http://schemas.openxmlformats.org/presentationml/2006/main">
  <p:tag name="KSO_WM_BEAUTIFY_FLAG" val=""/>
</p:tagLst>
</file>

<file path=ppt/tags/tag2603.xml><?xml version="1.0" encoding="utf-8"?>
<p:tagLst xmlns:p="http://schemas.openxmlformats.org/presentationml/2006/main">
  <p:tag name="KSO_WM_BEAUTIFY_FLAG" val=""/>
</p:tagLst>
</file>

<file path=ppt/tags/tag2604.xml><?xml version="1.0" encoding="utf-8"?>
<p:tagLst xmlns:p="http://schemas.openxmlformats.org/presentationml/2006/main">
  <p:tag name="KSO_WM_BEAUTIFY_FLAG" val=""/>
</p:tagLst>
</file>

<file path=ppt/tags/tag2605.xml><?xml version="1.0" encoding="utf-8"?>
<p:tagLst xmlns:p="http://schemas.openxmlformats.org/presentationml/2006/main">
  <p:tag name="KSO_WM_BEAUTIFY_FLAG" val=""/>
</p:tagLst>
</file>

<file path=ppt/tags/tag2606.xml><?xml version="1.0" encoding="utf-8"?>
<p:tagLst xmlns:p="http://schemas.openxmlformats.org/presentationml/2006/main">
  <p:tag name="KSO_WM_BEAUTIFY_FLAG" val=""/>
</p:tagLst>
</file>

<file path=ppt/tags/tag2607.xml><?xml version="1.0" encoding="utf-8"?>
<p:tagLst xmlns:p="http://schemas.openxmlformats.org/presentationml/2006/main">
  <p:tag name="KSO_WM_BEAUTIFY_FLAG" val=""/>
</p:tagLst>
</file>

<file path=ppt/tags/tag2608.xml><?xml version="1.0" encoding="utf-8"?>
<p:tagLst xmlns:p="http://schemas.openxmlformats.org/presentationml/2006/main">
  <p:tag name="KSO_WM_BEAUTIFY_FLAG" val=""/>
</p:tagLst>
</file>

<file path=ppt/tags/tag2609.xml><?xml version="1.0" encoding="utf-8"?>
<p:tagLst xmlns:p="http://schemas.openxmlformats.org/presentationml/2006/main">
  <p:tag name="KSO_WM_BEAUTIFY_FLAG" val=""/>
</p:tagLst>
</file>

<file path=ppt/tags/tag2610.xml><?xml version="1.0" encoding="utf-8"?>
<p:tagLst xmlns:p="http://schemas.openxmlformats.org/presentationml/2006/main">
  <p:tag name="KSO_WM_BEAUTIFY_FLAG" val=""/>
</p:tagLst>
</file>

<file path=ppt/tags/tag2611.xml><?xml version="1.0" encoding="utf-8"?>
<p:tagLst xmlns:p="http://schemas.openxmlformats.org/presentationml/2006/main">
  <p:tag name="KSO_WM_BEAUTIFY_FLAG" val=""/>
</p:tagLst>
</file>

<file path=ppt/tags/tag2612.xml><?xml version="1.0" encoding="utf-8"?>
<p:tagLst xmlns:p="http://schemas.openxmlformats.org/presentationml/2006/main">
  <p:tag name="KSO_WM_BEAUTIFY_FLAG" val=""/>
</p:tagLst>
</file>

<file path=ppt/tags/tag2613.xml><?xml version="1.0" encoding="utf-8"?>
<p:tagLst xmlns:p="http://schemas.openxmlformats.org/presentationml/2006/main">
  <p:tag name="KSO_WM_BEAUTIFY_FLAG" val=""/>
</p:tagLst>
</file>

<file path=ppt/tags/tag2614.xml><?xml version="1.0" encoding="utf-8"?>
<p:tagLst xmlns:p="http://schemas.openxmlformats.org/presentationml/2006/main">
  <p:tag name="KSO_WM_BEAUTIFY_FLAG" val=""/>
</p:tagLst>
</file>

<file path=ppt/tags/tag2615.xml><?xml version="1.0" encoding="utf-8"?>
<p:tagLst xmlns:p="http://schemas.openxmlformats.org/presentationml/2006/main">
  <p:tag name="KSO_WM_BEAUTIFY_FLAG" val=""/>
</p:tagLst>
</file>

<file path=ppt/tags/tag2616.xml><?xml version="1.0" encoding="utf-8"?>
<p:tagLst xmlns:p="http://schemas.openxmlformats.org/presentationml/2006/main">
  <p:tag name="KSO_WM_BEAUTIFY_FLAG" val=""/>
</p:tagLst>
</file>

<file path=ppt/tags/tag2617.xml><?xml version="1.0" encoding="utf-8"?>
<p:tagLst xmlns:p="http://schemas.openxmlformats.org/presentationml/2006/main">
  <p:tag name="KSO_WM_BEAUTIFY_FLAG" val=""/>
</p:tagLst>
</file>

<file path=ppt/tags/tag2618.xml><?xml version="1.0" encoding="utf-8"?>
<p:tagLst xmlns:p="http://schemas.openxmlformats.org/presentationml/2006/main">
  <p:tag name="KSO_WM_BEAUTIFY_FLAG" val=""/>
</p:tagLst>
</file>

<file path=ppt/tags/tag2619.xml><?xml version="1.0" encoding="utf-8"?>
<p:tagLst xmlns:p="http://schemas.openxmlformats.org/presentationml/2006/main">
  <p:tag name="KSO_WM_BEAUTIFY_FLAG" val=""/>
</p:tagLst>
</file>

<file path=ppt/tags/tag2620.xml><?xml version="1.0" encoding="utf-8"?>
<p:tagLst xmlns:p="http://schemas.openxmlformats.org/presentationml/2006/main">
  <p:tag name="KSO_WM_BEAUTIFY_FLAG" val=""/>
</p:tagLst>
</file>

<file path=ppt/tags/tag2621.xml><?xml version="1.0" encoding="utf-8"?>
<p:tagLst xmlns:p="http://schemas.openxmlformats.org/presentationml/2006/main">
  <p:tag name="KSO_WM_BEAUTIFY_FLAG" val=""/>
</p:tagLst>
</file>

<file path=ppt/tags/tag2622.xml><?xml version="1.0" encoding="utf-8"?>
<p:tagLst xmlns:p="http://schemas.openxmlformats.org/presentationml/2006/main">
  <p:tag name="KSO_WM_BEAUTIFY_FLAG" val=""/>
</p:tagLst>
</file>

<file path=ppt/tags/tag2623.xml><?xml version="1.0" encoding="utf-8"?>
<p:tagLst xmlns:p="http://schemas.openxmlformats.org/presentationml/2006/main">
  <p:tag name="KSO_WM_BEAUTIFY_FLAG" val=""/>
</p:tagLst>
</file>

<file path=ppt/tags/tag2624.xml><?xml version="1.0" encoding="utf-8"?>
<p:tagLst xmlns:p="http://schemas.openxmlformats.org/presentationml/2006/main">
  <p:tag name="KSO_WM_BEAUTIFY_FLAG" val=""/>
</p:tagLst>
</file>

<file path=ppt/tags/tag2625.xml><?xml version="1.0" encoding="utf-8"?>
<p:tagLst xmlns:p="http://schemas.openxmlformats.org/presentationml/2006/main">
  <p:tag name="KSO_WM_BEAUTIFY_FLAG" val=""/>
</p:tagLst>
</file>

<file path=ppt/tags/tag2626.xml><?xml version="1.0" encoding="utf-8"?>
<p:tagLst xmlns:p="http://schemas.openxmlformats.org/presentationml/2006/main">
  <p:tag name="KSO_WM_BEAUTIFY_FLAG" val=""/>
</p:tagLst>
</file>

<file path=ppt/tags/tag2627.xml><?xml version="1.0" encoding="utf-8"?>
<p:tagLst xmlns:p="http://schemas.openxmlformats.org/presentationml/2006/main">
  <p:tag name="KSO_WM_BEAUTIFY_FLAG" val=""/>
</p:tagLst>
</file>

<file path=ppt/tags/tag2628.xml><?xml version="1.0" encoding="utf-8"?>
<p:tagLst xmlns:p="http://schemas.openxmlformats.org/presentationml/2006/main">
  <p:tag name="KSO_WM_BEAUTIFY_FLAG" val=""/>
</p:tagLst>
</file>

<file path=ppt/tags/tag2629.xml><?xml version="1.0" encoding="utf-8"?>
<p:tagLst xmlns:p="http://schemas.openxmlformats.org/presentationml/2006/main">
  <p:tag name="KSO_WM_BEAUTIFY_FLAG" val=""/>
</p:tagLst>
</file>

<file path=ppt/tags/tag2630.xml><?xml version="1.0" encoding="utf-8"?>
<p:tagLst xmlns:p="http://schemas.openxmlformats.org/presentationml/2006/main">
  <p:tag name="KSO_WM_BEAUTIFY_FLAG" val=""/>
</p:tagLst>
</file>

<file path=ppt/tags/tag2631.xml><?xml version="1.0" encoding="utf-8"?>
<p:tagLst xmlns:p="http://schemas.openxmlformats.org/presentationml/2006/main">
  <p:tag name="KSO_WM_BEAUTIFY_FLAG" val=""/>
</p:tagLst>
</file>

<file path=ppt/tags/tag2632.xml><?xml version="1.0" encoding="utf-8"?>
<p:tagLst xmlns:p="http://schemas.openxmlformats.org/presentationml/2006/main">
  <p:tag name="KSO_WM_BEAUTIFY_FLAG" val=""/>
</p:tagLst>
</file>

<file path=ppt/tags/tag2633.xml><?xml version="1.0" encoding="utf-8"?>
<p:tagLst xmlns:p="http://schemas.openxmlformats.org/presentationml/2006/main">
  <p:tag name="KSO_WM_BEAUTIFY_FLAG" val=""/>
</p:tagLst>
</file>

<file path=ppt/tags/tag2634.xml><?xml version="1.0" encoding="utf-8"?>
<p:tagLst xmlns:p="http://schemas.openxmlformats.org/presentationml/2006/main">
  <p:tag name="KSO_WM_BEAUTIFY_FLAG" val=""/>
</p:tagLst>
</file>

<file path=ppt/tags/tag2635.xml><?xml version="1.0" encoding="utf-8"?>
<p:tagLst xmlns:p="http://schemas.openxmlformats.org/presentationml/2006/main">
  <p:tag name="KSO_WM_BEAUTIFY_FLAG" val=""/>
</p:tagLst>
</file>

<file path=ppt/tags/tag2636.xml><?xml version="1.0" encoding="utf-8"?>
<p:tagLst xmlns:p="http://schemas.openxmlformats.org/presentationml/2006/main">
  <p:tag name="KSO_WM_BEAUTIFY_FLAG" val=""/>
</p:tagLst>
</file>

<file path=ppt/tags/tag2637.xml><?xml version="1.0" encoding="utf-8"?>
<p:tagLst xmlns:p="http://schemas.openxmlformats.org/presentationml/2006/main">
  <p:tag name="KSO_WM_BEAUTIFY_FLAG" val=""/>
</p:tagLst>
</file>

<file path=ppt/tags/tag2638.xml><?xml version="1.0" encoding="utf-8"?>
<p:tagLst xmlns:p="http://schemas.openxmlformats.org/presentationml/2006/main">
  <p:tag name="KSO_WM_BEAUTIFY_FLAG" val=""/>
</p:tagLst>
</file>

<file path=ppt/tags/tag2639.xml><?xml version="1.0" encoding="utf-8"?>
<p:tagLst xmlns:p="http://schemas.openxmlformats.org/presentationml/2006/main">
  <p:tag name="KSO_WM_BEAUTIFY_FLAG" val=""/>
</p:tagLst>
</file>

<file path=ppt/tags/tag2640.xml><?xml version="1.0" encoding="utf-8"?>
<p:tagLst xmlns:p="http://schemas.openxmlformats.org/presentationml/2006/main">
  <p:tag name="KSO_WM_BEAUTIFY_FLAG" val=""/>
</p:tagLst>
</file>

<file path=ppt/tags/tag2641.xml><?xml version="1.0" encoding="utf-8"?>
<p:tagLst xmlns:p="http://schemas.openxmlformats.org/presentationml/2006/main">
  <p:tag name="KSO_WM_BEAUTIFY_FLAG" val=""/>
</p:tagLst>
</file>

<file path=ppt/tags/tag2642.xml><?xml version="1.0" encoding="utf-8"?>
<p:tagLst xmlns:p="http://schemas.openxmlformats.org/presentationml/2006/main">
  <p:tag name="KSO_WM_BEAUTIFY_FLAG" val=""/>
</p:tagLst>
</file>

<file path=ppt/tags/tag2643.xml><?xml version="1.0" encoding="utf-8"?>
<p:tagLst xmlns:p="http://schemas.openxmlformats.org/presentationml/2006/main">
  <p:tag name="KSO_WM_BEAUTIFY_FLAG" val=""/>
</p:tagLst>
</file>

<file path=ppt/tags/tag2644.xml><?xml version="1.0" encoding="utf-8"?>
<p:tagLst xmlns:p="http://schemas.openxmlformats.org/presentationml/2006/main">
  <p:tag name="KSO_WM_BEAUTIFY_FLAG" val=""/>
</p:tagLst>
</file>

<file path=ppt/tags/tag2645.xml><?xml version="1.0" encoding="utf-8"?>
<p:tagLst xmlns:p="http://schemas.openxmlformats.org/presentationml/2006/main">
  <p:tag name="KSO_WM_BEAUTIFY_FLAG" val=""/>
</p:tagLst>
</file>

<file path=ppt/tags/tag2646.xml><?xml version="1.0" encoding="utf-8"?>
<p:tagLst xmlns:p="http://schemas.openxmlformats.org/presentationml/2006/main">
  <p:tag name="KSO_WM_BEAUTIFY_FLAG" val=""/>
</p:tagLst>
</file>

<file path=ppt/tags/tag2647.xml><?xml version="1.0" encoding="utf-8"?>
<p:tagLst xmlns:p="http://schemas.openxmlformats.org/presentationml/2006/main">
  <p:tag name="KSO_WM_BEAUTIFY_FLAG" val=""/>
</p:tagLst>
</file>

<file path=ppt/tags/tag2648.xml><?xml version="1.0" encoding="utf-8"?>
<p:tagLst xmlns:p="http://schemas.openxmlformats.org/presentationml/2006/main">
  <p:tag name="KSO_WM_BEAUTIFY_FLAG" val=""/>
</p:tagLst>
</file>

<file path=ppt/tags/tag2649.xml><?xml version="1.0" encoding="utf-8"?>
<p:tagLst xmlns:p="http://schemas.openxmlformats.org/presentationml/2006/main">
  <p:tag name="KSO_WM_BEAUTIFY_FLAG" val=""/>
</p:tagLst>
</file>

<file path=ppt/tags/tag2650.xml><?xml version="1.0" encoding="utf-8"?>
<p:tagLst xmlns:p="http://schemas.openxmlformats.org/presentationml/2006/main">
  <p:tag name="KSO_WM_BEAUTIFY_FLAG" val=""/>
</p:tagLst>
</file>

<file path=ppt/tags/tag2651.xml><?xml version="1.0" encoding="utf-8"?>
<p:tagLst xmlns:p="http://schemas.openxmlformats.org/presentationml/2006/main">
  <p:tag name="KSO_WM_BEAUTIFY_FLAG" val=""/>
</p:tagLst>
</file>

<file path=ppt/tags/tag2652.xml><?xml version="1.0" encoding="utf-8"?>
<p:tagLst xmlns:p="http://schemas.openxmlformats.org/presentationml/2006/main">
  <p:tag name="KSO_WM_BEAUTIFY_FLAG" val=""/>
</p:tagLst>
</file>

<file path=ppt/tags/tag2653.xml><?xml version="1.0" encoding="utf-8"?>
<p:tagLst xmlns:p="http://schemas.openxmlformats.org/presentationml/2006/main">
  <p:tag name="KSO_WM_BEAUTIFY_FLAG" val=""/>
</p:tagLst>
</file>

<file path=ppt/tags/tag2654.xml><?xml version="1.0" encoding="utf-8"?>
<p:tagLst xmlns:p="http://schemas.openxmlformats.org/presentationml/2006/main">
  <p:tag name="KSO_WM_BEAUTIFY_FLAG" val=""/>
</p:tagLst>
</file>

<file path=ppt/tags/tag2655.xml><?xml version="1.0" encoding="utf-8"?>
<p:tagLst xmlns:p="http://schemas.openxmlformats.org/presentationml/2006/main">
  <p:tag name="KSO_WM_BEAUTIFY_FLAG" val=""/>
</p:tagLst>
</file>

<file path=ppt/tags/tag2656.xml><?xml version="1.0" encoding="utf-8"?>
<p:tagLst xmlns:p="http://schemas.openxmlformats.org/presentationml/2006/main">
  <p:tag name="KSO_WM_BEAUTIFY_FLAG" val=""/>
</p:tagLst>
</file>

<file path=ppt/tags/tag2657.xml><?xml version="1.0" encoding="utf-8"?>
<p:tagLst xmlns:p="http://schemas.openxmlformats.org/presentationml/2006/main">
  <p:tag name="KSO_WM_BEAUTIFY_FLAG" val=""/>
</p:tagLst>
</file>

<file path=ppt/tags/tag2658.xml><?xml version="1.0" encoding="utf-8"?>
<p:tagLst xmlns:p="http://schemas.openxmlformats.org/presentationml/2006/main">
  <p:tag name="KSO_WM_BEAUTIFY_FLAG" val=""/>
</p:tagLst>
</file>

<file path=ppt/tags/tag2659.xml><?xml version="1.0" encoding="utf-8"?>
<p:tagLst xmlns:p="http://schemas.openxmlformats.org/presentationml/2006/main">
  <p:tag name="KSO_WM_BEAUTIFY_FLAG" val=""/>
</p:tagLst>
</file>

<file path=ppt/tags/tag2660.xml><?xml version="1.0" encoding="utf-8"?>
<p:tagLst xmlns:p="http://schemas.openxmlformats.org/presentationml/2006/main">
  <p:tag name="KSO_WM_BEAUTIFY_FLAG" val=""/>
</p:tagLst>
</file>

<file path=ppt/tags/tag2661.xml><?xml version="1.0" encoding="utf-8"?>
<p:tagLst xmlns:p="http://schemas.openxmlformats.org/presentationml/2006/main">
  <p:tag name="KSO_WM_BEAUTIFY_FLAG" val=""/>
</p:tagLst>
</file>

<file path=ppt/tags/tag2662.xml><?xml version="1.0" encoding="utf-8"?>
<p:tagLst xmlns:p="http://schemas.openxmlformats.org/presentationml/2006/main">
  <p:tag name="KSO_WM_BEAUTIFY_FLAG" val=""/>
</p:tagLst>
</file>

<file path=ppt/tags/tag2663.xml><?xml version="1.0" encoding="utf-8"?>
<p:tagLst xmlns:p="http://schemas.openxmlformats.org/presentationml/2006/main">
  <p:tag name="KSO_WM_BEAUTIFY_FLAG" val=""/>
</p:tagLst>
</file>

<file path=ppt/tags/tag2664.xml><?xml version="1.0" encoding="utf-8"?>
<p:tagLst xmlns:p="http://schemas.openxmlformats.org/presentationml/2006/main">
  <p:tag name="KSO_WM_BEAUTIFY_FLAG" val=""/>
</p:tagLst>
</file>

<file path=ppt/tags/tag2665.xml><?xml version="1.0" encoding="utf-8"?>
<p:tagLst xmlns:p="http://schemas.openxmlformats.org/presentationml/2006/main">
  <p:tag name="KSO_WM_BEAUTIFY_FLAG" val=""/>
</p:tagLst>
</file>

<file path=ppt/tags/tag2666.xml><?xml version="1.0" encoding="utf-8"?>
<p:tagLst xmlns:p="http://schemas.openxmlformats.org/presentationml/2006/main">
  <p:tag name="KSO_WM_BEAUTIFY_FLAG" val=""/>
</p:tagLst>
</file>

<file path=ppt/tags/tag2667.xml><?xml version="1.0" encoding="utf-8"?>
<p:tagLst xmlns:p="http://schemas.openxmlformats.org/presentationml/2006/main">
  <p:tag name="KSO_WM_BEAUTIFY_FLAG" val=""/>
</p:tagLst>
</file>

<file path=ppt/tags/tag2668.xml><?xml version="1.0" encoding="utf-8"?>
<p:tagLst xmlns:p="http://schemas.openxmlformats.org/presentationml/2006/main">
  <p:tag name="KSO_WM_BEAUTIFY_FLAG" val=""/>
</p:tagLst>
</file>

<file path=ppt/tags/tag2669.xml><?xml version="1.0" encoding="utf-8"?>
<p:tagLst xmlns:p="http://schemas.openxmlformats.org/presentationml/2006/main">
  <p:tag name="KSO_WM_BEAUTIFY_FLAG" val=""/>
</p:tagLst>
</file>

<file path=ppt/tags/tag2670.xml><?xml version="1.0" encoding="utf-8"?>
<p:tagLst xmlns:p="http://schemas.openxmlformats.org/presentationml/2006/main">
  <p:tag name="KSO_WM_BEAUTIFY_FLAG" val=""/>
</p:tagLst>
</file>

<file path=ppt/tags/tag2671.xml><?xml version="1.0" encoding="utf-8"?>
<p:tagLst xmlns:p="http://schemas.openxmlformats.org/presentationml/2006/main">
  <p:tag name="KSO_WM_BEAUTIFY_FLAG" val=""/>
</p:tagLst>
</file>

<file path=ppt/tags/tag2672.xml><?xml version="1.0" encoding="utf-8"?>
<p:tagLst xmlns:p="http://schemas.openxmlformats.org/presentationml/2006/main">
  <p:tag name="KSO_WM_BEAUTIFY_FLAG" val=""/>
</p:tagLst>
</file>

<file path=ppt/tags/tag2673.xml><?xml version="1.0" encoding="utf-8"?>
<p:tagLst xmlns:p="http://schemas.openxmlformats.org/presentationml/2006/main">
  <p:tag name="KSO_WM_BEAUTIFY_FLAG" val=""/>
</p:tagLst>
</file>

<file path=ppt/tags/tag2674.xml><?xml version="1.0" encoding="utf-8"?>
<p:tagLst xmlns:p="http://schemas.openxmlformats.org/presentationml/2006/main">
  <p:tag name="KSO_WM_BEAUTIFY_FLAG" val=""/>
</p:tagLst>
</file>

<file path=ppt/tags/tag2675.xml><?xml version="1.0" encoding="utf-8"?>
<p:tagLst xmlns:p="http://schemas.openxmlformats.org/presentationml/2006/main">
  <p:tag name="KSO_WM_BEAUTIFY_FLAG" val=""/>
</p:tagLst>
</file>

<file path=ppt/tags/tag2676.xml><?xml version="1.0" encoding="utf-8"?>
<p:tagLst xmlns:p="http://schemas.openxmlformats.org/presentationml/2006/main">
  <p:tag name="KSO_WM_BEAUTIFY_FLAG" val=""/>
</p:tagLst>
</file>

<file path=ppt/tags/tag2677.xml><?xml version="1.0" encoding="utf-8"?>
<p:tagLst xmlns:p="http://schemas.openxmlformats.org/presentationml/2006/main">
  <p:tag name="KSO_WM_BEAUTIFY_FLAG" val=""/>
</p:tagLst>
</file>

<file path=ppt/tags/tag2678.xml><?xml version="1.0" encoding="utf-8"?>
<p:tagLst xmlns:p="http://schemas.openxmlformats.org/presentationml/2006/main">
  <p:tag name="KSO_WM_BEAUTIFY_FLAG" val=""/>
</p:tagLst>
</file>

<file path=ppt/tags/tag2679.xml><?xml version="1.0" encoding="utf-8"?>
<p:tagLst xmlns:p="http://schemas.openxmlformats.org/presentationml/2006/main">
  <p:tag name="KSO_WM_BEAUTIFY_FLAG" val=""/>
</p:tagLst>
</file>

<file path=ppt/tags/tag2680.xml><?xml version="1.0" encoding="utf-8"?>
<p:tagLst xmlns:p="http://schemas.openxmlformats.org/presentationml/2006/main">
  <p:tag name="KSO_WM_BEAUTIFY_FLAG" val=""/>
</p:tagLst>
</file>

<file path=ppt/tags/tag2681.xml><?xml version="1.0" encoding="utf-8"?>
<p:tagLst xmlns:p="http://schemas.openxmlformats.org/presentationml/2006/main">
  <p:tag name="KSO_WM_BEAUTIFY_FLAG" val=""/>
</p:tagLst>
</file>

<file path=ppt/tags/tag2682.xml><?xml version="1.0" encoding="utf-8"?>
<p:tagLst xmlns:p="http://schemas.openxmlformats.org/presentationml/2006/main">
  <p:tag name="KSO_WM_BEAUTIFY_FLAG" val=""/>
</p:tagLst>
</file>

<file path=ppt/tags/tag2683.xml><?xml version="1.0" encoding="utf-8"?>
<p:tagLst xmlns:p="http://schemas.openxmlformats.org/presentationml/2006/main">
  <p:tag name="KSO_WM_BEAUTIFY_FLAG" val=""/>
</p:tagLst>
</file>

<file path=ppt/tags/tag2684.xml><?xml version="1.0" encoding="utf-8"?>
<p:tagLst xmlns:p="http://schemas.openxmlformats.org/presentationml/2006/main">
  <p:tag name="KSO_WM_BEAUTIFY_FLAG" val=""/>
</p:tagLst>
</file>

<file path=ppt/tags/tag2685.xml><?xml version="1.0" encoding="utf-8"?>
<p:tagLst xmlns:p="http://schemas.openxmlformats.org/presentationml/2006/main">
  <p:tag name="KSO_WM_BEAUTIFY_FLAG" val=""/>
</p:tagLst>
</file>

<file path=ppt/tags/tag2686.xml><?xml version="1.0" encoding="utf-8"?>
<p:tagLst xmlns:p="http://schemas.openxmlformats.org/presentationml/2006/main">
  <p:tag name="KSO_WM_BEAUTIFY_FLAG" val=""/>
</p:tagLst>
</file>

<file path=ppt/tags/tag2687.xml><?xml version="1.0" encoding="utf-8"?>
<p:tagLst xmlns:p="http://schemas.openxmlformats.org/presentationml/2006/main">
  <p:tag name="KSO_WM_BEAUTIFY_FLAG" val=""/>
</p:tagLst>
</file>

<file path=ppt/tags/tag2688.xml><?xml version="1.0" encoding="utf-8"?>
<p:tagLst xmlns:p="http://schemas.openxmlformats.org/presentationml/2006/main">
  <p:tag name="KSO_WM_BEAUTIFY_FLAG" val=""/>
</p:tagLst>
</file>

<file path=ppt/tags/tag2689.xml><?xml version="1.0" encoding="utf-8"?>
<p:tagLst xmlns:p="http://schemas.openxmlformats.org/presentationml/2006/main">
  <p:tag name="KSO_WM_BEAUTIFY_FLAG" val=""/>
</p:tagLst>
</file>

<file path=ppt/tags/tag2690.xml><?xml version="1.0" encoding="utf-8"?>
<p:tagLst xmlns:p="http://schemas.openxmlformats.org/presentationml/2006/main">
  <p:tag name="KSO_WM_BEAUTIFY_FLAG" val=""/>
</p:tagLst>
</file>

<file path=ppt/tags/tag2691.xml><?xml version="1.0" encoding="utf-8"?>
<p:tagLst xmlns:p="http://schemas.openxmlformats.org/presentationml/2006/main">
  <p:tag name="KSO_WM_BEAUTIFY_FLAG" val=""/>
</p:tagLst>
</file>

<file path=ppt/tags/tag2692.xml><?xml version="1.0" encoding="utf-8"?>
<p:tagLst xmlns:p="http://schemas.openxmlformats.org/presentationml/2006/main">
  <p:tag name="KSO_WM_BEAUTIFY_FLAG" val=""/>
</p:tagLst>
</file>

<file path=ppt/tags/tag2693.xml><?xml version="1.0" encoding="utf-8"?>
<p:tagLst xmlns:p="http://schemas.openxmlformats.org/presentationml/2006/main">
  <p:tag name="KSO_WM_BEAUTIFY_FLAG" val=""/>
</p:tagLst>
</file>

<file path=ppt/tags/tag2694.xml><?xml version="1.0" encoding="utf-8"?>
<p:tagLst xmlns:p="http://schemas.openxmlformats.org/presentationml/2006/main">
  <p:tag name="KSO_WM_BEAUTIFY_FLAG" val=""/>
</p:tagLst>
</file>

<file path=ppt/tags/tag2695.xml><?xml version="1.0" encoding="utf-8"?>
<p:tagLst xmlns:p="http://schemas.openxmlformats.org/presentationml/2006/main">
  <p:tag name="KSO_WM_BEAUTIFY_FLAG" val=""/>
</p:tagLst>
</file>

<file path=ppt/tags/tag2696.xml><?xml version="1.0" encoding="utf-8"?>
<p:tagLst xmlns:p="http://schemas.openxmlformats.org/presentationml/2006/main">
  <p:tag name="KSO_WM_BEAUTIFY_FLAG" val=""/>
</p:tagLst>
</file>

<file path=ppt/tags/tag2697.xml><?xml version="1.0" encoding="utf-8"?>
<p:tagLst xmlns:p="http://schemas.openxmlformats.org/presentationml/2006/main">
  <p:tag name="KSO_WM_BEAUTIFY_FLAG" val=""/>
</p:tagLst>
</file>

<file path=ppt/tags/tag2698.xml><?xml version="1.0" encoding="utf-8"?>
<p:tagLst xmlns:p="http://schemas.openxmlformats.org/presentationml/2006/main">
  <p:tag name="KSO_WM_BEAUTIFY_FLAG" val=""/>
</p:tagLst>
</file>

<file path=ppt/tags/tag2699.xml><?xml version="1.0" encoding="utf-8"?>
<p:tagLst xmlns:p="http://schemas.openxmlformats.org/presentationml/2006/main">
  <p:tag name="KSO_WM_BEAUTIFY_FLAG" val=""/>
</p:tagLst>
</file>

<file path=ppt/tags/tag2700.xml><?xml version="1.0" encoding="utf-8"?>
<p:tagLst xmlns:p="http://schemas.openxmlformats.org/presentationml/2006/main">
  <p:tag name="KSO_WM_BEAUTIFY_FLAG" val=""/>
</p:tagLst>
</file>

<file path=ppt/tags/tag2701.xml><?xml version="1.0" encoding="utf-8"?>
<p:tagLst xmlns:p="http://schemas.openxmlformats.org/presentationml/2006/main">
  <p:tag name="KSO_WM_BEAUTIFY_FLAG" val=""/>
</p:tagLst>
</file>

<file path=ppt/tags/tag2702.xml><?xml version="1.0" encoding="utf-8"?>
<p:tagLst xmlns:p="http://schemas.openxmlformats.org/presentationml/2006/main">
  <p:tag name="KSO_WM_BEAUTIFY_FLAG" val=""/>
</p:tagLst>
</file>

<file path=ppt/tags/tag2703.xml><?xml version="1.0" encoding="utf-8"?>
<p:tagLst xmlns:p="http://schemas.openxmlformats.org/presentationml/2006/main">
  <p:tag name="KSO_WM_BEAUTIFY_FLAG" val=""/>
</p:tagLst>
</file>

<file path=ppt/tags/tag2704.xml><?xml version="1.0" encoding="utf-8"?>
<p:tagLst xmlns:p="http://schemas.openxmlformats.org/presentationml/2006/main">
  <p:tag name="KSO_WM_BEAUTIFY_FLAG" val=""/>
</p:tagLst>
</file>

<file path=ppt/tags/tag2705.xml><?xml version="1.0" encoding="utf-8"?>
<p:tagLst xmlns:p="http://schemas.openxmlformats.org/presentationml/2006/main">
  <p:tag name="KSO_WM_BEAUTIFY_FLAG" val=""/>
</p:tagLst>
</file>

<file path=ppt/tags/tag2706.xml><?xml version="1.0" encoding="utf-8"?>
<p:tagLst xmlns:p="http://schemas.openxmlformats.org/presentationml/2006/main">
  <p:tag name="KSO_WM_BEAUTIFY_FLAG" val=""/>
</p:tagLst>
</file>

<file path=ppt/tags/tag2707.xml><?xml version="1.0" encoding="utf-8"?>
<p:tagLst xmlns:p="http://schemas.openxmlformats.org/presentationml/2006/main">
  <p:tag name="KSO_WM_BEAUTIFY_FLAG" val=""/>
</p:tagLst>
</file>

<file path=ppt/tags/tag2708.xml><?xml version="1.0" encoding="utf-8"?>
<p:tagLst xmlns:p="http://schemas.openxmlformats.org/presentationml/2006/main">
  <p:tag name="KSO_WM_BEAUTIFY_FLAG" val=""/>
</p:tagLst>
</file>

<file path=ppt/tags/tag2709.xml><?xml version="1.0" encoding="utf-8"?>
<p:tagLst xmlns:p="http://schemas.openxmlformats.org/presentationml/2006/main">
  <p:tag name="KSO_WM_BEAUTIFY_FLAG" val=""/>
</p:tagLst>
</file>

<file path=ppt/tags/tag2710.xml><?xml version="1.0" encoding="utf-8"?>
<p:tagLst xmlns:p="http://schemas.openxmlformats.org/presentationml/2006/main">
  <p:tag name="KSO_WM_BEAUTIFY_FLAG" val=""/>
</p:tagLst>
</file>

<file path=ppt/tags/tag2711.xml><?xml version="1.0" encoding="utf-8"?>
<p:tagLst xmlns:p="http://schemas.openxmlformats.org/presentationml/2006/main">
  <p:tag name="KSO_WM_BEAUTIFY_FLAG" val=""/>
</p:tagLst>
</file>

<file path=ppt/tags/tag2712.xml><?xml version="1.0" encoding="utf-8"?>
<p:tagLst xmlns:p="http://schemas.openxmlformats.org/presentationml/2006/main">
  <p:tag name="KSO_WM_BEAUTIFY_FLAG" val=""/>
</p:tagLst>
</file>

<file path=ppt/tags/tag2713.xml><?xml version="1.0" encoding="utf-8"?>
<p:tagLst xmlns:p="http://schemas.openxmlformats.org/presentationml/2006/main">
  <p:tag name="KSO_WM_BEAUTIFY_FLAG" val=""/>
</p:tagLst>
</file>

<file path=ppt/tags/tag2714.xml><?xml version="1.0" encoding="utf-8"?>
<p:tagLst xmlns:p="http://schemas.openxmlformats.org/presentationml/2006/main">
  <p:tag name="KSO_WM_BEAUTIFY_FLAG" val=""/>
</p:tagLst>
</file>

<file path=ppt/tags/tag2715.xml><?xml version="1.0" encoding="utf-8"?>
<p:tagLst xmlns:p="http://schemas.openxmlformats.org/presentationml/2006/main">
  <p:tag name="KSO_WM_BEAUTIFY_FLAG" val=""/>
</p:tagLst>
</file>

<file path=ppt/tags/tag2716.xml><?xml version="1.0" encoding="utf-8"?>
<p:tagLst xmlns:p="http://schemas.openxmlformats.org/presentationml/2006/main">
  <p:tag name="KSO_WM_BEAUTIFY_FLAG" val=""/>
</p:tagLst>
</file>

<file path=ppt/tags/tag2717.xml><?xml version="1.0" encoding="utf-8"?>
<p:tagLst xmlns:p="http://schemas.openxmlformats.org/presentationml/2006/main">
  <p:tag name="KSO_WM_BEAUTIFY_FLAG" val=""/>
</p:tagLst>
</file>

<file path=ppt/tags/tag2718.xml><?xml version="1.0" encoding="utf-8"?>
<p:tagLst xmlns:p="http://schemas.openxmlformats.org/presentationml/2006/main">
  <p:tag name="KSO_WM_BEAUTIFY_FLAG" val=""/>
</p:tagLst>
</file>

<file path=ppt/tags/tag2719.xml><?xml version="1.0" encoding="utf-8"?>
<p:tagLst xmlns:p="http://schemas.openxmlformats.org/presentationml/2006/main">
  <p:tag name="KSO_WM_BEAUTIFY_FLAG" val=""/>
</p:tagLst>
</file>

<file path=ppt/tags/tag2720.xml><?xml version="1.0" encoding="utf-8"?>
<p:tagLst xmlns:p="http://schemas.openxmlformats.org/presentationml/2006/main">
  <p:tag name="KSO_WM_BEAUTIFY_FLAG" val=""/>
</p:tagLst>
</file>

<file path=ppt/tags/tag2721.xml><?xml version="1.0" encoding="utf-8"?>
<p:tagLst xmlns:p="http://schemas.openxmlformats.org/presentationml/2006/main">
  <p:tag name="KSO_WM_BEAUTIFY_FLAG" val=""/>
</p:tagLst>
</file>

<file path=ppt/tags/tag2722.xml><?xml version="1.0" encoding="utf-8"?>
<p:tagLst xmlns:p="http://schemas.openxmlformats.org/presentationml/2006/main">
  <p:tag name="KSO_WM_BEAUTIFY_FLAG" val=""/>
</p:tagLst>
</file>

<file path=ppt/tags/tag2723.xml><?xml version="1.0" encoding="utf-8"?>
<p:tagLst xmlns:p="http://schemas.openxmlformats.org/presentationml/2006/main">
  <p:tag name="KSO_WM_BEAUTIFY_FLAG" val=""/>
</p:tagLst>
</file>

<file path=ppt/tags/tag2724.xml><?xml version="1.0" encoding="utf-8"?>
<p:tagLst xmlns:p="http://schemas.openxmlformats.org/presentationml/2006/main">
  <p:tag name="KSO_WM_BEAUTIFY_FLAG" val=""/>
</p:tagLst>
</file>

<file path=ppt/tags/tag2725.xml><?xml version="1.0" encoding="utf-8"?>
<p:tagLst xmlns:p="http://schemas.openxmlformats.org/presentationml/2006/main">
  <p:tag name="KSO_WM_BEAUTIFY_FLAG" val=""/>
</p:tagLst>
</file>

<file path=ppt/tags/tag2726.xml><?xml version="1.0" encoding="utf-8"?>
<p:tagLst xmlns:p="http://schemas.openxmlformats.org/presentationml/2006/main">
  <p:tag name="KSO_WM_BEAUTIFY_FLAG" val=""/>
</p:tagLst>
</file>

<file path=ppt/tags/tag2727.xml><?xml version="1.0" encoding="utf-8"?>
<p:tagLst xmlns:p="http://schemas.openxmlformats.org/presentationml/2006/main">
  <p:tag name="KSO_WM_BEAUTIFY_FLAG" val=""/>
</p:tagLst>
</file>

<file path=ppt/tags/tag2728.xml><?xml version="1.0" encoding="utf-8"?>
<p:tagLst xmlns:p="http://schemas.openxmlformats.org/presentationml/2006/main">
  <p:tag name="KSO_WM_BEAUTIFY_FLAG" val=""/>
</p:tagLst>
</file>

<file path=ppt/tags/tag2729.xml><?xml version="1.0" encoding="utf-8"?>
<p:tagLst xmlns:p="http://schemas.openxmlformats.org/presentationml/2006/main">
  <p:tag name="KSO_WM_BEAUTIFY_FLAG" val=""/>
</p:tagLst>
</file>

<file path=ppt/tags/tag2730.xml><?xml version="1.0" encoding="utf-8"?>
<p:tagLst xmlns:p="http://schemas.openxmlformats.org/presentationml/2006/main">
  <p:tag name="KSO_WM_BEAUTIFY_FLAG" val=""/>
</p:tagLst>
</file>

<file path=ppt/tags/tag2731.xml><?xml version="1.0" encoding="utf-8"?>
<p:tagLst xmlns:p="http://schemas.openxmlformats.org/presentationml/2006/main">
  <p:tag name="KSO_WM_BEAUTIFY_FLAG" val=""/>
</p:tagLst>
</file>

<file path=ppt/tags/tag2732.xml><?xml version="1.0" encoding="utf-8"?>
<p:tagLst xmlns:p="http://schemas.openxmlformats.org/presentationml/2006/main">
  <p:tag name="KSO_WM_BEAUTIFY_FLAG" val=""/>
</p:tagLst>
</file>

<file path=ppt/tags/tag2733.xml><?xml version="1.0" encoding="utf-8"?>
<p:tagLst xmlns:p="http://schemas.openxmlformats.org/presentationml/2006/main">
  <p:tag name="KSO_WM_BEAUTIFY_FLAG" val=""/>
</p:tagLst>
</file>

<file path=ppt/tags/tag2734.xml><?xml version="1.0" encoding="utf-8"?>
<p:tagLst xmlns:p="http://schemas.openxmlformats.org/presentationml/2006/main">
  <p:tag name="KSO_WM_BEAUTIFY_FLAG" val=""/>
</p:tagLst>
</file>

<file path=ppt/tags/tag2735.xml><?xml version="1.0" encoding="utf-8"?>
<p:tagLst xmlns:p="http://schemas.openxmlformats.org/presentationml/2006/main">
  <p:tag name="KSO_WM_BEAUTIFY_FLAG" val=""/>
</p:tagLst>
</file>

<file path=ppt/tags/tag2736.xml><?xml version="1.0" encoding="utf-8"?>
<p:tagLst xmlns:p="http://schemas.openxmlformats.org/presentationml/2006/main">
  <p:tag name="KSO_WM_BEAUTIFY_FLAG" val=""/>
</p:tagLst>
</file>

<file path=ppt/tags/tag2737.xml><?xml version="1.0" encoding="utf-8"?>
<p:tagLst xmlns:p="http://schemas.openxmlformats.org/presentationml/2006/main">
  <p:tag name="KSO_WM_BEAUTIFY_FLAG" val=""/>
</p:tagLst>
</file>

<file path=ppt/tags/tag2738.xml><?xml version="1.0" encoding="utf-8"?>
<p:tagLst xmlns:p="http://schemas.openxmlformats.org/presentationml/2006/main">
  <p:tag name="KSO_WM_BEAUTIFY_FLAG" val=""/>
</p:tagLst>
</file>

<file path=ppt/tags/tag2739.xml><?xml version="1.0" encoding="utf-8"?>
<p:tagLst xmlns:p="http://schemas.openxmlformats.org/presentationml/2006/main">
  <p:tag name="KSO_WM_BEAUTIFY_FLAG" val=""/>
</p:tagLst>
</file>

<file path=ppt/tags/tag2740.xml><?xml version="1.0" encoding="utf-8"?>
<p:tagLst xmlns:p="http://schemas.openxmlformats.org/presentationml/2006/main">
  <p:tag name="KSO_WM_BEAUTIFY_FLAG" val=""/>
</p:tagLst>
</file>

<file path=ppt/tags/tag2741.xml><?xml version="1.0" encoding="utf-8"?>
<p:tagLst xmlns:p="http://schemas.openxmlformats.org/presentationml/2006/main">
  <p:tag name="KSO_WM_BEAUTIFY_FLAG" val=""/>
</p:tagLst>
</file>

<file path=ppt/tags/tag2742.xml><?xml version="1.0" encoding="utf-8"?>
<p:tagLst xmlns:p="http://schemas.openxmlformats.org/presentationml/2006/main">
  <p:tag name="KSO_WM_BEAUTIFY_FLAG" val=""/>
</p:tagLst>
</file>

<file path=ppt/tags/tag2743.xml><?xml version="1.0" encoding="utf-8"?>
<p:tagLst xmlns:p="http://schemas.openxmlformats.org/presentationml/2006/main">
  <p:tag name="KSO_WM_BEAUTIFY_FLAG" val=""/>
</p:tagLst>
</file>

<file path=ppt/tags/tag2744.xml><?xml version="1.0" encoding="utf-8"?>
<p:tagLst xmlns:p="http://schemas.openxmlformats.org/presentationml/2006/main">
  <p:tag name="KSO_WM_BEAUTIFY_FLAG" val=""/>
</p:tagLst>
</file>

<file path=ppt/tags/tag2745.xml><?xml version="1.0" encoding="utf-8"?>
<p:tagLst xmlns:p="http://schemas.openxmlformats.org/presentationml/2006/main">
  <p:tag name="KSO_WM_BEAUTIFY_FLAG" val=""/>
</p:tagLst>
</file>

<file path=ppt/tags/tag2746.xml><?xml version="1.0" encoding="utf-8"?>
<p:tagLst xmlns:p="http://schemas.openxmlformats.org/presentationml/2006/main">
  <p:tag name="KSO_WM_BEAUTIFY_FLAG" val=""/>
</p:tagLst>
</file>

<file path=ppt/tags/tag2747.xml><?xml version="1.0" encoding="utf-8"?>
<p:tagLst xmlns:p="http://schemas.openxmlformats.org/presentationml/2006/main">
  <p:tag name="KSO_WM_BEAUTIFY_FLAG" val=""/>
</p:tagLst>
</file>

<file path=ppt/tags/tag2748.xml><?xml version="1.0" encoding="utf-8"?>
<p:tagLst xmlns:p="http://schemas.openxmlformats.org/presentationml/2006/main">
  <p:tag name="KSO_WM_BEAUTIFY_FLAG" val=""/>
</p:tagLst>
</file>

<file path=ppt/tags/tag2749.xml><?xml version="1.0" encoding="utf-8"?>
<p:tagLst xmlns:p="http://schemas.openxmlformats.org/presentationml/2006/main">
  <p:tag name="KSO_WM_BEAUTIFY_FLAG" val=""/>
</p:tagLst>
</file>

<file path=ppt/tags/tag2750.xml><?xml version="1.0" encoding="utf-8"?>
<p:tagLst xmlns:p="http://schemas.openxmlformats.org/presentationml/2006/main">
  <p:tag name="KSO_WM_BEAUTIFY_FLAG" val=""/>
</p:tagLst>
</file>

<file path=ppt/tags/tag2751.xml><?xml version="1.0" encoding="utf-8"?>
<p:tagLst xmlns:p="http://schemas.openxmlformats.org/presentationml/2006/main">
  <p:tag name="KSO_WM_BEAUTIFY_FLAG" val=""/>
</p:tagLst>
</file>

<file path=ppt/tags/tag2752.xml><?xml version="1.0" encoding="utf-8"?>
<p:tagLst xmlns:p="http://schemas.openxmlformats.org/presentationml/2006/main">
  <p:tag name="TABLE_ENDDRAG_ORIGIN_RECT" val="582*55"/>
  <p:tag name="TABLE_ENDDRAG_RECT" val="72*97*582*55"/>
  <p:tag name="KSO_WM_BEAUTIFY_FLAG" val=""/>
</p:tagLst>
</file>

<file path=ppt/tags/tag2753.xml><?xml version="1.0" encoding="utf-8"?>
<p:tagLst xmlns:p="http://schemas.openxmlformats.org/presentationml/2006/main">
  <p:tag name="KSO_WM_BEAUTIFY_FLAG" val=""/>
</p:tagLst>
</file>

<file path=ppt/tags/tag2754.xml><?xml version="1.0" encoding="utf-8"?>
<p:tagLst xmlns:p="http://schemas.openxmlformats.org/presentationml/2006/main">
  <p:tag name="KSO_WM_BEAUTIFY_FLAG" val=""/>
</p:tagLst>
</file>

<file path=ppt/tags/tag2755.xml><?xml version="1.0" encoding="utf-8"?>
<p:tagLst xmlns:p="http://schemas.openxmlformats.org/presentationml/2006/main">
  <p:tag name="KSO_WM_BEAUTIFY_FLAG" val=""/>
</p:tagLst>
</file>

<file path=ppt/tags/tag2756.xml><?xml version="1.0" encoding="utf-8"?>
<p:tagLst xmlns:p="http://schemas.openxmlformats.org/presentationml/2006/main">
  <p:tag name="KSO_WM_BEAUTIFY_FLAG" val=""/>
</p:tagLst>
</file>

<file path=ppt/tags/tag2757.xml><?xml version="1.0" encoding="utf-8"?>
<p:tagLst xmlns:p="http://schemas.openxmlformats.org/presentationml/2006/main">
  <p:tag name="KSO_WM_BEAUTIFY_FLAG" val=""/>
</p:tagLst>
</file>

<file path=ppt/tags/tag2758.xml><?xml version="1.0" encoding="utf-8"?>
<p:tagLst xmlns:p="http://schemas.openxmlformats.org/presentationml/2006/main">
  <p:tag name="KSO_WM_BEAUTIFY_FLAG" val=""/>
</p:tagLst>
</file>

<file path=ppt/tags/tag2759.xml><?xml version="1.0" encoding="utf-8"?>
<p:tagLst xmlns:p="http://schemas.openxmlformats.org/presentationml/2006/main">
  <p:tag name="KSO_WM_BEAUTIFY_FLAG" val=""/>
</p:tagLst>
</file>

<file path=ppt/tags/tag2760.xml><?xml version="1.0" encoding="utf-8"?>
<p:tagLst xmlns:p="http://schemas.openxmlformats.org/presentationml/2006/main">
  <p:tag name="KSO_WM_BEAUTIFY_FLAG" val=""/>
</p:tagLst>
</file>

<file path=ppt/tags/tag2761.xml><?xml version="1.0" encoding="utf-8"?>
<p:tagLst xmlns:p="http://schemas.openxmlformats.org/presentationml/2006/main">
  <p:tag name="KSO_WM_BEAUTIFY_FLAG" val=""/>
</p:tagLst>
</file>

<file path=ppt/tags/tag2762.xml><?xml version="1.0" encoding="utf-8"?>
<p:tagLst xmlns:p="http://schemas.openxmlformats.org/presentationml/2006/main">
  <p:tag name="KSO_WM_BEAUTIFY_FLAG" val=""/>
</p:tagLst>
</file>

<file path=ppt/tags/tag2763.xml><?xml version="1.0" encoding="utf-8"?>
<p:tagLst xmlns:p="http://schemas.openxmlformats.org/presentationml/2006/main">
  <p:tag name="KSO_WM_BEAUTIFY_FLAG" val=""/>
</p:tagLst>
</file>

<file path=ppt/tags/tag2764.xml><?xml version="1.0" encoding="utf-8"?>
<p:tagLst xmlns:p="http://schemas.openxmlformats.org/presentationml/2006/main">
  <p:tag name="KSO_WM_BEAUTIFY_FLAG" val=""/>
</p:tagLst>
</file>

<file path=ppt/tags/tag2765.xml><?xml version="1.0" encoding="utf-8"?>
<p:tagLst xmlns:p="http://schemas.openxmlformats.org/presentationml/2006/main">
  <p:tag name="KSO_WM_BEAUTIFY_FLAG" val=""/>
</p:tagLst>
</file>

<file path=ppt/tags/tag2766.xml><?xml version="1.0" encoding="utf-8"?>
<p:tagLst xmlns:p="http://schemas.openxmlformats.org/presentationml/2006/main">
  <p:tag name="KSO_WM_BEAUTIFY_FLAG" val=""/>
</p:tagLst>
</file>

<file path=ppt/tags/tag2767.xml><?xml version="1.0" encoding="utf-8"?>
<p:tagLst xmlns:p="http://schemas.openxmlformats.org/presentationml/2006/main">
  <p:tag name="KSO_WM_BEAUTIFY_FLAG" val=""/>
</p:tagLst>
</file>

<file path=ppt/tags/tag2768.xml><?xml version="1.0" encoding="utf-8"?>
<p:tagLst xmlns:p="http://schemas.openxmlformats.org/presentationml/2006/main">
  <p:tag name="KSO_WM_BEAUTIFY_FLAG" val=""/>
</p:tagLst>
</file>

<file path=ppt/tags/tag2769.xml><?xml version="1.0" encoding="utf-8"?>
<p:tagLst xmlns:p="http://schemas.openxmlformats.org/presentationml/2006/main">
  <p:tag name="KSO_WM_BEAUTIFY_FLAG" val=""/>
</p:tagLst>
</file>

<file path=ppt/tags/tag2770.xml><?xml version="1.0" encoding="utf-8"?>
<p:tagLst xmlns:p="http://schemas.openxmlformats.org/presentationml/2006/main">
  <p:tag name="KSO_WM_BEAUTIFY_FLAG" val=""/>
</p:tagLst>
</file>

<file path=ppt/tags/tag2771.xml><?xml version="1.0" encoding="utf-8"?>
<p:tagLst xmlns:p="http://schemas.openxmlformats.org/presentationml/2006/main">
  <p:tag name="KSO_WM_BEAUTIFY_FLAG" val=""/>
</p:tagLst>
</file>

<file path=ppt/tags/tag2772.xml><?xml version="1.0" encoding="utf-8"?>
<p:tagLst xmlns:p="http://schemas.openxmlformats.org/presentationml/2006/main">
  <p:tag name="KSO_WM_BEAUTIFY_FLAG" val=""/>
</p:tagLst>
</file>

<file path=ppt/tags/tag2773.xml><?xml version="1.0" encoding="utf-8"?>
<p:tagLst xmlns:p="http://schemas.openxmlformats.org/presentationml/2006/main">
  <p:tag name="KSO_WM_BEAUTIFY_FLAG" val=""/>
</p:tagLst>
</file>

<file path=ppt/tags/tag2774.xml><?xml version="1.0" encoding="utf-8"?>
<p:tagLst xmlns:p="http://schemas.openxmlformats.org/presentationml/2006/main">
  <p:tag name="KSO_WM_BEAUTIFY_FLAG" val=""/>
</p:tagLst>
</file>

<file path=ppt/tags/tag2775.xml><?xml version="1.0" encoding="utf-8"?>
<p:tagLst xmlns:p="http://schemas.openxmlformats.org/presentationml/2006/main">
  <p:tag name="KSO_WM_BEAUTIFY_FLAG" val=""/>
</p:tagLst>
</file>

<file path=ppt/tags/tag2776.xml><?xml version="1.0" encoding="utf-8"?>
<p:tagLst xmlns:p="http://schemas.openxmlformats.org/presentationml/2006/main">
  <p:tag name="KSO_WM_BEAUTIFY_FLAG" val=""/>
</p:tagLst>
</file>

<file path=ppt/tags/tag2777.xml><?xml version="1.0" encoding="utf-8"?>
<p:tagLst xmlns:p="http://schemas.openxmlformats.org/presentationml/2006/main">
  <p:tag name="KSO_WM_BEAUTIFY_FLAG" val=""/>
</p:tagLst>
</file>

<file path=ppt/tags/tag2778.xml><?xml version="1.0" encoding="utf-8"?>
<p:tagLst xmlns:p="http://schemas.openxmlformats.org/presentationml/2006/main">
  <p:tag name="KSO_WM_BEAUTIFY_FLAG" val=""/>
</p:tagLst>
</file>

<file path=ppt/tags/tag2779.xml><?xml version="1.0" encoding="utf-8"?>
<p:tagLst xmlns:p="http://schemas.openxmlformats.org/presentationml/2006/main">
  <p:tag name="KSO_WM_BEAUTIFY_FLAG" val=""/>
</p:tagLst>
</file>

<file path=ppt/tags/tag2780.xml><?xml version="1.0" encoding="utf-8"?>
<p:tagLst xmlns:p="http://schemas.openxmlformats.org/presentationml/2006/main">
  <p:tag name="KSO_WM_BEAUTIFY_FLAG" val=""/>
</p:tagLst>
</file>

<file path=ppt/tags/tag2781.xml><?xml version="1.0" encoding="utf-8"?>
<p:tagLst xmlns:p="http://schemas.openxmlformats.org/presentationml/2006/main">
  <p:tag name="KSO_WM_BEAUTIFY_FLAG" val=""/>
</p:tagLst>
</file>

<file path=ppt/tags/tag2782.xml><?xml version="1.0" encoding="utf-8"?>
<p:tagLst xmlns:p="http://schemas.openxmlformats.org/presentationml/2006/main">
  <p:tag name="KSO_WM_BEAUTIFY_FLAG" val=""/>
</p:tagLst>
</file>

<file path=ppt/tags/tag2783.xml><?xml version="1.0" encoding="utf-8"?>
<p:tagLst xmlns:p="http://schemas.openxmlformats.org/presentationml/2006/main">
  <p:tag name="KSO_WM_BEAUTIFY_FLAG" val=""/>
</p:tagLst>
</file>

<file path=ppt/tags/tag2784.xml><?xml version="1.0" encoding="utf-8"?>
<p:tagLst xmlns:p="http://schemas.openxmlformats.org/presentationml/2006/main">
  <p:tag name="KSO_WM_BEAUTIFY_FLAG" val=""/>
</p:tagLst>
</file>

<file path=ppt/tags/tag2785.xml><?xml version="1.0" encoding="utf-8"?>
<p:tagLst xmlns:p="http://schemas.openxmlformats.org/presentationml/2006/main">
  <p:tag name="KSO_WM_BEAUTIFY_FLAG" val=""/>
</p:tagLst>
</file>

<file path=ppt/tags/tag2786.xml><?xml version="1.0" encoding="utf-8"?>
<p:tagLst xmlns:p="http://schemas.openxmlformats.org/presentationml/2006/main">
  <p:tag name="KSO_WM_BEAUTIFY_FLAG" val=""/>
</p:tagLst>
</file>

<file path=ppt/tags/tag2787.xml><?xml version="1.0" encoding="utf-8"?>
<p:tagLst xmlns:p="http://schemas.openxmlformats.org/presentationml/2006/main">
  <p:tag name="KSO_WM_BEAUTIFY_FLAG" val=""/>
</p:tagLst>
</file>

<file path=ppt/tags/tag2788.xml><?xml version="1.0" encoding="utf-8"?>
<p:tagLst xmlns:p="http://schemas.openxmlformats.org/presentationml/2006/main">
  <p:tag name="KSO_WM_BEAUTIFY_FLAG" val=""/>
</p:tagLst>
</file>

<file path=ppt/tags/tag2789.xml><?xml version="1.0" encoding="utf-8"?>
<p:tagLst xmlns:p="http://schemas.openxmlformats.org/presentationml/2006/main">
  <p:tag name="KSO_WM_BEAUTIFY_FLAG" val=""/>
</p:tagLst>
</file>

<file path=ppt/tags/tag2790.xml><?xml version="1.0" encoding="utf-8"?>
<p:tagLst xmlns:p="http://schemas.openxmlformats.org/presentationml/2006/main">
  <p:tag name="KSO_WM_BEAUTIFY_FLAG" val=""/>
</p:tagLst>
</file>

<file path=ppt/tags/tag2791.xml><?xml version="1.0" encoding="utf-8"?>
<p:tagLst xmlns:p="http://schemas.openxmlformats.org/presentationml/2006/main">
  <p:tag name="KSO_WM_BEAUTIFY_FLAG" val=""/>
</p:tagLst>
</file>

<file path=ppt/tags/tag2792.xml><?xml version="1.0" encoding="utf-8"?>
<p:tagLst xmlns:p="http://schemas.openxmlformats.org/presentationml/2006/main">
  <p:tag name="KSO_WM_BEAUTIFY_FLAG" val=""/>
</p:tagLst>
</file>

<file path=ppt/tags/tag2793.xml><?xml version="1.0" encoding="utf-8"?>
<p:tagLst xmlns:p="http://schemas.openxmlformats.org/presentationml/2006/main">
  <p:tag name="KSO_WM_BEAUTIFY_FLAG" val=""/>
</p:tagLst>
</file>

<file path=ppt/tags/tag2794.xml><?xml version="1.0" encoding="utf-8"?>
<p:tagLst xmlns:p="http://schemas.openxmlformats.org/presentationml/2006/main">
  <p:tag name="KSO_WM_BEAUTIFY_FLAG" val=""/>
</p:tagLst>
</file>

<file path=ppt/tags/tag2795.xml><?xml version="1.0" encoding="utf-8"?>
<p:tagLst xmlns:p="http://schemas.openxmlformats.org/presentationml/2006/main">
  <p:tag name="KSO_WM_BEAUTIFY_FLAG" val=""/>
</p:tagLst>
</file>

<file path=ppt/tags/tag2796.xml><?xml version="1.0" encoding="utf-8"?>
<p:tagLst xmlns:p="http://schemas.openxmlformats.org/presentationml/2006/main">
  <p:tag name="KSO_WM_BEAUTIFY_FLAG" val=""/>
</p:tagLst>
</file>

<file path=ppt/tags/tag2797.xml><?xml version="1.0" encoding="utf-8"?>
<p:tagLst xmlns:p="http://schemas.openxmlformats.org/presentationml/2006/main">
  <p:tag name="KSO_WM_BEAUTIFY_FLAG" val=""/>
</p:tagLst>
</file>

<file path=ppt/tags/tag2798.xml><?xml version="1.0" encoding="utf-8"?>
<p:tagLst xmlns:p="http://schemas.openxmlformats.org/presentationml/2006/main">
  <p:tag name="KSO_WM_BEAUTIFY_FLAG" val=""/>
</p:tagLst>
</file>

<file path=ppt/tags/tag2799.xml><?xml version="1.0" encoding="utf-8"?>
<p:tagLst xmlns:p="http://schemas.openxmlformats.org/presentationml/2006/main">
  <p:tag name="KSO_WM_BEAUTIFY_FLAG" val=""/>
</p:tagLst>
</file>

<file path=ppt/tags/tag2800.xml><?xml version="1.0" encoding="utf-8"?>
<p:tagLst xmlns:p="http://schemas.openxmlformats.org/presentationml/2006/main">
  <p:tag name="KSO_WM_BEAUTIFY_FLAG" val=""/>
</p:tagLst>
</file>

<file path=ppt/tags/tag2801.xml><?xml version="1.0" encoding="utf-8"?>
<p:tagLst xmlns:p="http://schemas.openxmlformats.org/presentationml/2006/main">
  <p:tag name="KSO_WM_BEAUTIFY_FLAG" val=""/>
</p:tagLst>
</file>

<file path=ppt/tags/tag2802.xml><?xml version="1.0" encoding="utf-8"?>
<p:tagLst xmlns:p="http://schemas.openxmlformats.org/presentationml/2006/main">
  <p:tag name="KSO_WM_BEAUTIFY_FLAG" val=""/>
</p:tagLst>
</file>

<file path=ppt/tags/tag2803.xml><?xml version="1.0" encoding="utf-8"?>
<p:tagLst xmlns:p="http://schemas.openxmlformats.org/presentationml/2006/main">
  <p:tag name="KSO_WM_BEAUTIFY_FLAG" val=""/>
</p:tagLst>
</file>

<file path=ppt/tags/tag2804.xml><?xml version="1.0" encoding="utf-8"?>
<p:tagLst xmlns:p="http://schemas.openxmlformats.org/presentationml/2006/main">
  <p:tag name="KSO_WM_BEAUTIFY_FLAG" val=""/>
</p:tagLst>
</file>

<file path=ppt/tags/tag2805.xml><?xml version="1.0" encoding="utf-8"?>
<p:tagLst xmlns:p="http://schemas.openxmlformats.org/presentationml/2006/main">
  <p:tag name="KSO_WM_BEAUTIFY_FLAG" val=""/>
</p:tagLst>
</file>

<file path=ppt/tags/tag2806.xml><?xml version="1.0" encoding="utf-8"?>
<p:tagLst xmlns:p="http://schemas.openxmlformats.org/presentationml/2006/main">
  <p:tag name="KSO_WM_BEAUTIFY_FLAG" val=""/>
</p:tagLst>
</file>

<file path=ppt/tags/tag2807.xml><?xml version="1.0" encoding="utf-8"?>
<p:tagLst xmlns:p="http://schemas.openxmlformats.org/presentationml/2006/main">
  <p:tag name="KSO_WM_BEAUTIFY_FLAG" val=""/>
</p:tagLst>
</file>

<file path=ppt/tags/tag2808.xml><?xml version="1.0" encoding="utf-8"?>
<p:tagLst xmlns:p="http://schemas.openxmlformats.org/presentationml/2006/main">
  <p:tag name="KSO_WM_BEAUTIFY_FLAG" val=""/>
</p:tagLst>
</file>

<file path=ppt/tags/tag2809.xml><?xml version="1.0" encoding="utf-8"?>
<p:tagLst xmlns:p="http://schemas.openxmlformats.org/presentationml/2006/main">
  <p:tag name="KSO_WM_BEAUTIFY_FLAG" val=""/>
</p:tagLst>
</file>

<file path=ppt/tags/tag2810.xml><?xml version="1.0" encoding="utf-8"?>
<p:tagLst xmlns:p="http://schemas.openxmlformats.org/presentationml/2006/main">
  <p:tag name="KSO_WM_BEAUTIFY_FLAG" val=""/>
</p:tagLst>
</file>

<file path=ppt/tags/tag2811.xml><?xml version="1.0" encoding="utf-8"?>
<p:tagLst xmlns:p="http://schemas.openxmlformats.org/presentationml/2006/main">
  <p:tag name="KSO_WM_BEAUTIFY_FLAG" val=""/>
</p:tagLst>
</file>

<file path=ppt/tags/tag2812.xml><?xml version="1.0" encoding="utf-8"?>
<p:tagLst xmlns:p="http://schemas.openxmlformats.org/presentationml/2006/main">
  <p:tag name="KSO_WM_BEAUTIFY_FLAG" val=""/>
</p:tagLst>
</file>

<file path=ppt/tags/tag2813.xml><?xml version="1.0" encoding="utf-8"?>
<p:tagLst xmlns:p="http://schemas.openxmlformats.org/presentationml/2006/main">
  <p:tag name="KSO_WM_BEAUTIFY_FLAG" val=""/>
</p:tagLst>
</file>

<file path=ppt/tags/tag2814.xml><?xml version="1.0" encoding="utf-8"?>
<p:tagLst xmlns:p="http://schemas.openxmlformats.org/presentationml/2006/main">
  <p:tag name="KSO_WM_BEAUTIFY_FLAG" val=""/>
</p:tagLst>
</file>

<file path=ppt/tags/tag2815.xml><?xml version="1.0" encoding="utf-8"?>
<p:tagLst xmlns:p="http://schemas.openxmlformats.org/presentationml/2006/main">
  <p:tag name="KSO_WM_BEAUTIFY_FLAG" val=""/>
</p:tagLst>
</file>

<file path=ppt/tags/tag2816.xml><?xml version="1.0" encoding="utf-8"?>
<p:tagLst xmlns:p="http://schemas.openxmlformats.org/presentationml/2006/main">
  <p:tag name="KSO_WM_BEAUTIFY_FLAG" val=""/>
</p:tagLst>
</file>

<file path=ppt/tags/tag2817.xml><?xml version="1.0" encoding="utf-8"?>
<p:tagLst xmlns:p="http://schemas.openxmlformats.org/presentationml/2006/main">
  <p:tag name="KSO_WM_BEAUTIFY_FLAG" val=""/>
</p:tagLst>
</file>

<file path=ppt/tags/tag2818.xml><?xml version="1.0" encoding="utf-8"?>
<p:tagLst xmlns:p="http://schemas.openxmlformats.org/presentationml/2006/main">
  <p:tag name="KSO_WM_BEAUTIFY_FLAG" val=""/>
</p:tagLst>
</file>

<file path=ppt/tags/tag2819.xml><?xml version="1.0" encoding="utf-8"?>
<p:tagLst xmlns:p="http://schemas.openxmlformats.org/presentationml/2006/main">
  <p:tag name="KSO_WM_BEAUTIFY_FLAG" val=""/>
</p:tagLst>
</file>

<file path=ppt/tags/tag2820.xml><?xml version="1.0" encoding="utf-8"?>
<p:tagLst xmlns:p="http://schemas.openxmlformats.org/presentationml/2006/main">
  <p:tag name="KSO_WM_BEAUTIFY_FLAG" val=""/>
</p:tagLst>
</file>

<file path=ppt/tags/tag2821.xml><?xml version="1.0" encoding="utf-8"?>
<p:tagLst xmlns:p="http://schemas.openxmlformats.org/presentationml/2006/main">
  <p:tag name="KSO_WM_BEAUTIFY_FLAG" val=""/>
</p:tagLst>
</file>

<file path=ppt/tags/tag2822.xml><?xml version="1.0" encoding="utf-8"?>
<p:tagLst xmlns:p="http://schemas.openxmlformats.org/presentationml/2006/main">
  <p:tag name="KSO_WM_BEAUTIFY_FLAG" val=""/>
</p:tagLst>
</file>

<file path=ppt/tags/tag2823.xml><?xml version="1.0" encoding="utf-8"?>
<p:tagLst xmlns:p="http://schemas.openxmlformats.org/presentationml/2006/main">
  <p:tag name="KSO_WM_BEAUTIFY_FLAG" val=""/>
</p:tagLst>
</file>

<file path=ppt/tags/tag2824.xml><?xml version="1.0" encoding="utf-8"?>
<p:tagLst xmlns:p="http://schemas.openxmlformats.org/presentationml/2006/main">
  <p:tag name="KSO_WM_BEAUTIFY_FLAG" val=""/>
</p:tagLst>
</file>

<file path=ppt/tags/tag2825.xml><?xml version="1.0" encoding="utf-8"?>
<p:tagLst xmlns:p="http://schemas.openxmlformats.org/presentationml/2006/main">
  <p:tag name="KSO_WM_BEAUTIFY_FLAG" val=""/>
</p:tagLst>
</file>

<file path=ppt/tags/tag2826.xml><?xml version="1.0" encoding="utf-8"?>
<p:tagLst xmlns:p="http://schemas.openxmlformats.org/presentationml/2006/main">
  <p:tag name="KSO_WM_BEAUTIFY_FLAG" val=""/>
</p:tagLst>
</file>

<file path=ppt/tags/tag2827.xml><?xml version="1.0" encoding="utf-8"?>
<p:tagLst xmlns:p="http://schemas.openxmlformats.org/presentationml/2006/main">
  <p:tag name="KSO_WM_BEAUTIFY_FLAG" val=""/>
</p:tagLst>
</file>

<file path=ppt/tags/tag2828.xml><?xml version="1.0" encoding="utf-8"?>
<p:tagLst xmlns:p="http://schemas.openxmlformats.org/presentationml/2006/main">
  <p:tag name="KSO_WM_BEAUTIFY_FLAG" val=""/>
</p:tagLst>
</file>

<file path=ppt/tags/tag2829.xml><?xml version="1.0" encoding="utf-8"?>
<p:tagLst xmlns:p="http://schemas.openxmlformats.org/presentationml/2006/main">
  <p:tag name="KSO_WM_BEAUTIFY_FLAG" val=""/>
</p:tagLst>
</file>

<file path=ppt/tags/tag2830.xml><?xml version="1.0" encoding="utf-8"?>
<p:tagLst xmlns:p="http://schemas.openxmlformats.org/presentationml/2006/main">
  <p:tag name="KSO_WM_BEAUTIFY_FLAG" val=""/>
</p:tagLst>
</file>

<file path=ppt/tags/tag2831.xml><?xml version="1.0" encoding="utf-8"?>
<p:tagLst xmlns:p="http://schemas.openxmlformats.org/presentationml/2006/main">
  <p:tag name="KSO_WM_BEAUTIFY_FLAG" val=""/>
</p:tagLst>
</file>

<file path=ppt/tags/tag2832.xml><?xml version="1.0" encoding="utf-8"?>
<p:tagLst xmlns:p="http://schemas.openxmlformats.org/presentationml/2006/main">
  <p:tag name="KSO_WM_BEAUTIFY_FLAG" val=""/>
</p:tagLst>
</file>

<file path=ppt/tags/tag2833.xml><?xml version="1.0" encoding="utf-8"?>
<p:tagLst xmlns:p="http://schemas.openxmlformats.org/presentationml/2006/main">
  <p:tag name="KSO_WM_BEAUTIFY_FLAG" val=""/>
</p:tagLst>
</file>

<file path=ppt/tags/tag2834.xml><?xml version="1.0" encoding="utf-8"?>
<p:tagLst xmlns:p="http://schemas.openxmlformats.org/presentationml/2006/main">
  <p:tag name="KSO_WM_BEAUTIFY_FLAG" val=""/>
</p:tagLst>
</file>

<file path=ppt/tags/tag2835.xml><?xml version="1.0" encoding="utf-8"?>
<p:tagLst xmlns:p="http://schemas.openxmlformats.org/presentationml/2006/main">
  <p:tag name="KSO_WM_BEAUTIFY_FLAG" val=""/>
</p:tagLst>
</file>

<file path=ppt/tags/tag2836.xml><?xml version="1.0" encoding="utf-8"?>
<p:tagLst xmlns:p="http://schemas.openxmlformats.org/presentationml/2006/main">
  <p:tag name="KSO_WM_BEAUTIFY_FLAG" val=""/>
</p:tagLst>
</file>

<file path=ppt/tags/tag2837.xml><?xml version="1.0" encoding="utf-8"?>
<p:tagLst xmlns:p="http://schemas.openxmlformats.org/presentationml/2006/main">
  <p:tag name="KSO_WM_BEAUTIFY_FLAG" val=""/>
</p:tagLst>
</file>

<file path=ppt/tags/tag2838.xml><?xml version="1.0" encoding="utf-8"?>
<p:tagLst xmlns:p="http://schemas.openxmlformats.org/presentationml/2006/main">
  <p:tag name="KSO_WM_BEAUTIFY_FLAG" val=""/>
</p:tagLst>
</file>

<file path=ppt/tags/tag2839.xml><?xml version="1.0" encoding="utf-8"?>
<p:tagLst xmlns:p="http://schemas.openxmlformats.org/presentationml/2006/main">
  <p:tag name="KSO_WM_BEAUTIFY_FLAG" val=""/>
</p:tagLst>
</file>

<file path=ppt/tags/tag2840.xml><?xml version="1.0" encoding="utf-8"?>
<p:tagLst xmlns:p="http://schemas.openxmlformats.org/presentationml/2006/main">
  <p:tag name="KSO_WM_BEAUTIFY_FLAG" val=""/>
</p:tagLst>
</file>

<file path=ppt/tags/tag2841.xml><?xml version="1.0" encoding="utf-8"?>
<p:tagLst xmlns:p="http://schemas.openxmlformats.org/presentationml/2006/main">
  <p:tag name="KSO_WM_BEAUTIFY_FLAG" val=""/>
</p:tagLst>
</file>

<file path=ppt/tags/tag2842.xml><?xml version="1.0" encoding="utf-8"?>
<p:tagLst xmlns:p="http://schemas.openxmlformats.org/presentationml/2006/main">
  <p:tag name="KSO_WM_BEAUTIFY_FLAG" val=""/>
</p:tagLst>
</file>

<file path=ppt/tags/tag2843.xml><?xml version="1.0" encoding="utf-8"?>
<p:tagLst xmlns:p="http://schemas.openxmlformats.org/presentationml/2006/main">
  <p:tag name="KSO_WM_BEAUTIFY_FLAG" val=""/>
</p:tagLst>
</file>

<file path=ppt/tags/tag2844.xml><?xml version="1.0" encoding="utf-8"?>
<p:tagLst xmlns:p="http://schemas.openxmlformats.org/presentationml/2006/main">
  <p:tag name="KSO_WM_BEAUTIFY_FLAG" val=""/>
</p:tagLst>
</file>

<file path=ppt/tags/tag2845.xml><?xml version="1.0" encoding="utf-8"?>
<p:tagLst xmlns:p="http://schemas.openxmlformats.org/presentationml/2006/main">
  <p:tag name="KSO_WM_BEAUTIFY_FLAG" val=""/>
</p:tagLst>
</file>

<file path=ppt/tags/tag2846.xml><?xml version="1.0" encoding="utf-8"?>
<p:tagLst xmlns:p="http://schemas.openxmlformats.org/presentationml/2006/main">
  <p:tag name="KSO_WM_BEAUTIFY_FLAG" val=""/>
</p:tagLst>
</file>

<file path=ppt/tags/tag2847.xml><?xml version="1.0" encoding="utf-8"?>
<p:tagLst xmlns:p="http://schemas.openxmlformats.org/presentationml/2006/main">
  <p:tag name="KSO_WM_BEAUTIFY_FLAG" val=""/>
</p:tagLst>
</file>

<file path=ppt/tags/tag2848.xml><?xml version="1.0" encoding="utf-8"?>
<p:tagLst xmlns:p="http://schemas.openxmlformats.org/presentationml/2006/main">
  <p:tag name="KSO_WM_BEAUTIFY_FLAG" val=""/>
</p:tagLst>
</file>

<file path=ppt/tags/tag2849.xml><?xml version="1.0" encoding="utf-8"?>
<p:tagLst xmlns:p="http://schemas.openxmlformats.org/presentationml/2006/main">
  <p:tag name="KSO_WM_BEAUTIFY_FLAG" val=""/>
</p:tagLst>
</file>

<file path=ppt/tags/tag2850.xml><?xml version="1.0" encoding="utf-8"?>
<p:tagLst xmlns:p="http://schemas.openxmlformats.org/presentationml/2006/main">
  <p:tag name="KSO_WM_BEAUTIFY_FLAG" val=""/>
</p:tagLst>
</file>

<file path=ppt/tags/tag2851.xml><?xml version="1.0" encoding="utf-8"?>
<p:tagLst xmlns:p="http://schemas.openxmlformats.org/presentationml/2006/main">
  <p:tag name="KSO_WM_BEAUTIFY_FLAG" val=""/>
</p:tagLst>
</file>

<file path=ppt/tags/tag2852.xml><?xml version="1.0" encoding="utf-8"?>
<p:tagLst xmlns:p="http://schemas.openxmlformats.org/presentationml/2006/main">
  <p:tag name="KSO_WM_BEAUTIFY_FLAG" val=""/>
</p:tagLst>
</file>

<file path=ppt/tags/tag2853.xml><?xml version="1.0" encoding="utf-8"?>
<p:tagLst xmlns:p="http://schemas.openxmlformats.org/presentationml/2006/main">
  <p:tag name="KSO_WM_BEAUTIFY_FLAG" val=""/>
</p:tagLst>
</file>

<file path=ppt/tags/tag2854.xml><?xml version="1.0" encoding="utf-8"?>
<p:tagLst xmlns:p="http://schemas.openxmlformats.org/presentationml/2006/main">
  <p:tag name="KSO_WM_BEAUTIFY_FLAG" val=""/>
</p:tagLst>
</file>

<file path=ppt/tags/tag2855.xml><?xml version="1.0" encoding="utf-8"?>
<p:tagLst xmlns:p="http://schemas.openxmlformats.org/presentationml/2006/main">
  <p:tag name="KSO_WM_BEAUTIFY_FLAG" val=""/>
</p:tagLst>
</file>

<file path=ppt/tags/tag2856.xml><?xml version="1.0" encoding="utf-8"?>
<p:tagLst xmlns:p="http://schemas.openxmlformats.org/presentationml/2006/main">
  <p:tag name="KSO_WM_BEAUTIFY_FLAG" val=""/>
</p:tagLst>
</file>

<file path=ppt/tags/tag2857.xml><?xml version="1.0" encoding="utf-8"?>
<p:tagLst xmlns:p="http://schemas.openxmlformats.org/presentationml/2006/main">
  <p:tag name="KSO_WM_BEAUTIFY_FLAG" val=""/>
</p:tagLst>
</file>

<file path=ppt/tags/tag2858.xml><?xml version="1.0" encoding="utf-8"?>
<p:tagLst xmlns:p="http://schemas.openxmlformats.org/presentationml/2006/main">
  <p:tag name="KSO_WM_BEAUTIFY_FLAG" val=""/>
</p:tagLst>
</file>

<file path=ppt/tags/tag2859.xml><?xml version="1.0" encoding="utf-8"?>
<p:tagLst xmlns:p="http://schemas.openxmlformats.org/presentationml/2006/main">
  <p:tag name="KSO_WM_BEAUTIFY_FLAG" val=""/>
</p:tagLst>
</file>

<file path=ppt/tags/tag2860.xml><?xml version="1.0" encoding="utf-8"?>
<p:tagLst xmlns:p="http://schemas.openxmlformats.org/presentationml/2006/main">
  <p:tag name="KSO_WM_BEAUTIFY_FLAG" val=""/>
</p:tagLst>
</file>

<file path=ppt/tags/tag2861.xml><?xml version="1.0" encoding="utf-8"?>
<p:tagLst xmlns:p="http://schemas.openxmlformats.org/presentationml/2006/main">
  <p:tag name="KSO_WM_BEAUTIFY_FLAG" val=""/>
</p:tagLst>
</file>

<file path=ppt/tags/tag2862.xml><?xml version="1.0" encoding="utf-8"?>
<p:tagLst xmlns:p="http://schemas.openxmlformats.org/presentationml/2006/main">
  <p:tag name="KSO_WM_BEAUTIFY_FLAG" val=""/>
</p:tagLst>
</file>

<file path=ppt/tags/tag2863.xml><?xml version="1.0" encoding="utf-8"?>
<p:tagLst xmlns:p="http://schemas.openxmlformats.org/presentationml/2006/main">
  <p:tag name="KSO_WM_BEAUTIFY_FLAG" val=""/>
</p:tagLst>
</file>

<file path=ppt/tags/tag2864.xml><?xml version="1.0" encoding="utf-8"?>
<p:tagLst xmlns:p="http://schemas.openxmlformats.org/presentationml/2006/main">
  <p:tag name="KSO_WM_BEAUTIFY_FLAG" val=""/>
</p:tagLst>
</file>

<file path=ppt/tags/tag2865.xml><?xml version="1.0" encoding="utf-8"?>
<p:tagLst xmlns:p="http://schemas.openxmlformats.org/presentationml/2006/main">
  <p:tag name="KSO_WM_BEAUTIFY_FLAG" val=""/>
</p:tagLst>
</file>

<file path=ppt/tags/tag2866.xml><?xml version="1.0" encoding="utf-8"?>
<p:tagLst xmlns:p="http://schemas.openxmlformats.org/presentationml/2006/main">
  <p:tag name="KSO_WM_BEAUTIFY_FLAG" val=""/>
</p:tagLst>
</file>

<file path=ppt/tags/tag2867.xml><?xml version="1.0" encoding="utf-8"?>
<p:tagLst xmlns:p="http://schemas.openxmlformats.org/presentationml/2006/main">
  <p:tag name="KSO_WM_BEAUTIFY_FLAG" val=""/>
</p:tagLst>
</file>

<file path=ppt/tags/tag2868.xml><?xml version="1.0" encoding="utf-8"?>
<p:tagLst xmlns:p="http://schemas.openxmlformats.org/presentationml/2006/main">
  <p:tag name="KSO_WM_BEAUTIFY_FLAG" val=""/>
</p:tagLst>
</file>

<file path=ppt/tags/tag2869.xml><?xml version="1.0" encoding="utf-8"?>
<p:tagLst xmlns:p="http://schemas.openxmlformats.org/presentationml/2006/main">
  <p:tag name="KSO_WM_BEAUTIFY_FLAG" val=""/>
</p:tagLst>
</file>

<file path=ppt/tags/tag2870.xml><?xml version="1.0" encoding="utf-8"?>
<p:tagLst xmlns:p="http://schemas.openxmlformats.org/presentationml/2006/main">
  <p:tag name="KSO_WM_BEAUTIFY_FLAG" val=""/>
</p:tagLst>
</file>

<file path=ppt/tags/tag2871.xml><?xml version="1.0" encoding="utf-8"?>
<p:tagLst xmlns:p="http://schemas.openxmlformats.org/presentationml/2006/main">
  <p:tag name="KSO_WM_BEAUTIFY_FLAG" val=""/>
</p:tagLst>
</file>

<file path=ppt/tags/tag2872.xml><?xml version="1.0" encoding="utf-8"?>
<p:tagLst xmlns:p="http://schemas.openxmlformats.org/presentationml/2006/main">
  <p:tag name="KSO_WM_BEAUTIFY_FLAG" val=""/>
</p:tagLst>
</file>

<file path=ppt/tags/tag2873.xml><?xml version="1.0" encoding="utf-8"?>
<p:tagLst xmlns:p="http://schemas.openxmlformats.org/presentationml/2006/main">
  <p:tag name="KSO_WM_BEAUTIFY_FLAG" val=""/>
</p:tagLst>
</file>

<file path=ppt/tags/tag2874.xml><?xml version="1.0" encoding="utf-8"?>
<p:tagLst xmlns:p="http://schemas.openxmlformats.org/presentationml/2006/main">
  <p:tag name="KSO_WM_BEAUTIFY_FLAG" val=""/>
</p:tagLst>
</file>

<file path=ppt/tags/tag2875.xml><?xml version="1.0" encoding="utf-8"?>
<p:tagLst xmlns:p="http://schemas.openxmlformats.org/presentationml/2006/main">
  <p:tag name="KSO_WM_BEAUTIFY_FLAG" val=""/>
</p:tagLst>
</file>

<file path=ppt/tags/tag2876.xml><?xml version="1.0" encoding="utf-8"?>
<p:tagLst xmlns:p="http://schemas.openxmlformats.org/presentationml/2006/main">
  <p:tag name="KSO_WM_BEAUTIFY_FLAG" val=""/>
</p:tagLst>
</file>

<file path=ppt/tags/tag2877.xml><?xml version="1.0" encoding="utf-8"?>
<p:tagLst xmlns:p="http://schemas.openxmlformats.org/presentationml/2006/main">
  <p:tag name="KSO_WM_BEAUTIFY_FLAG" val=""/>
</p:tagLst>
</file>

<file path=ppt/tags/tag2878.xml><?xml version="1.0" encoding="utf-8"?>
<p:tagLst xmlns:p="http://schemas.openxmlformats.org/presentationml/2006/main">
  <p:tag name="KSO_WM_BEAUTIFY_FLAG" val=""/>
</p:tagLst>
</file>

<file path=ppt/tags/tag2879.xml><?xml version="1.0" encoding="utf-8"?>
<p:tagLst xmlns:p="http://schemas.openxmlformats.org/presentationml/2006/main">
  <p:tag name="KSO_WM_BEAUTIFY_FLAG" val=""/>
</p:tagLst>
</file>

<file path=ppt/tags/tag2880.xml><?xml version="1.0" encoding="utf-8"?>
<p:tagLst xmlns:p="http://schemas.openxmlformats.org/presentationml/2006/main">
  <p:tag name="KSO_WM_BEAUTIFY_FLAG" val=""/>
</p:tagLst>
</file>

<file path=ppt/tags/tag2881.xml><?xml version="1.0" encoding="utf-8"?>
<p:tagLst xmlns:p="http://schemas.openxmlformats.org/presentationml/2006/main">
  <p:tag name="KSO_WM_BEAUTIFY_FLAG" val=""/>
</p:tagLst>
</file>

<file path=ppt/tags/tag2882.xml><?xml version="1.0" encoding="utf-8"?>
<p:tagLst xmlns:p="http://schemas.openxmlformats.org/presentationml/2006/main">
  <p:tag name="KSO_WM_BEAUTIFY_FLAG" val=""/>
</p:tagLst>
</file>

<file path=ppt/tags/tag2883.xml><?xml version="1.0" encoding="utf-8"?>
<p:tagLst xmlns:p="http://schemas.openxmlformats.org/presentationml/2006/main">
  <p:tag name="KSO_WM_BEAUTIFY_FLAG" val=""/>
</p:tagLst>
</file>

<file path=ppt/tags/tag2884.xml><?xml version="1.0" encoding="utf-8"?>
<p:tagLst xmlns:p="http://schemas.openxmlformats.org/presentationml/2006/main">
  <p:tag name="KSO_WM_BEAUTIFY_FLAG" val=""/>
</p:tagLst>
</file>

<file path=ppt/tags/tag2885.xml><?xml version="1.0" encoding="utf-8"?>
<p:tagLst xmlns:p="http://schemas.openxmlformats.org/presentationml/2006/main">
  <p:tag name="KSO_WM_BEAUTIFY_FLAG" val=""/>
</p:tagLst>
</file>

<file path=ppt/tags/tag2886.xml><?xml version="1.0" encoding="utf-8"?>
<p:tagLst xmlns:p="http://schemas.openxmlformats.org/presentationml/2006/main">
  <p:tag name="KSO_WM_BEAUTIFY_FLAG" val=""/>
</p:tagLst>
</file>

<file path=ppt/tags/tag2887.xml><?xml version="1.0" encoding="utf-8"?>
<p:tagLst xmlns:p="http://schemas.openxmlformats.org/presentationml/2006/main">
  <p:tag name="KSO_WM_BEAUTIFY_FLAG" val=""/>
</p:tagLst>
</file>

<file path=ppt/tags/tag2888.xml><?xml version="1.0" encoding="utf-8"?>
<p:tagLst xmlns:p="http://schemas.openxmlformats.org/presentationml/2006/main">
  <p:tag name="KSO_WM_BEAUTIFY_FLAG" val=""/>
</p:tagLst>
</file>

<file path=ppt/tags/tag2889.xml><?xml version="1.0" encoding="utf-8"?>
<p:tagLst xmlns:p="http://schemas.openxmlformats.org/presentationml/2006/main">
  <p:tag name="KSO_WM_BEAUTIFY_FLAG" val=""/>
</p:tagLst>
</file>

<file path=ppt/tags/tag2890.xml><?xml version="1.0" encoding="utf-8"?>
<p:tagLst xmlns:p="http://schemas.openxmlformats.org/presentationml/2006/main">
  <p:tag name="KSO_WM_BEAUTIFY_FLAG" val=""/>
</p:tagLst>
</file>

<file path=ppt/tags/tag2891.xml><?xml version="1.0" encoding="utf-8"?>
<p:tagLst xmlns:p="http://schemas.openxmlformats.org/presentationml/2006/main">
  <p:tag name="KSO_WM_BEAUTIFY_FLAG" val=""/>
</p:tagLst>
</file>

<file path=ppt/tags/tag2892.xml><?xml version="1.0" encoding="utf-8"?>
<p:tagLst xmlns:p="http://schemas.openxmlformats.org/presentationml/2006/main">
  <p:tag name="KSO_WM_BEAUTIFY_FLAG" val=""/>
</p:tagLst>
</file>

<file path=ppt/tags/tag2893.xml><?xml version="1.0" encoding="utf-8"?>
<p:tagLst xmlns:p="http://schemas.openxmlformats.org/presentationml/2006/main">
  <p:tag name="KSO_WM_BEAUTIFY_FLAG" val=""/>
</p:tagLst>
</file>

<file path=ppt/tags/tag2894.xml><?xml version="1.0" encoding="utf-8"?>
<p:tagLst xmlns:p="http://schemas.openxmlformats.org/presentationml/2006/main">
  <p:tag name="KSO_WM_BEAUTIFY_FLAG" val=""/>
</p:tagLst>
</file>

<file path=ppt/tags/tag2895.xml><?xml version="1.0" encoding="utf-8"?>
<p:tagLst xmlns:p="http://schemas.openxmlformats.org/presentationml/2006/main">
  <p:tag name="KSO_WM_BEAUTIFY_FLAG" val=""/>
</p:tagLst>
</file>

<file path=ppt/tags/tag2896.xml><?xml version="1.0" encoding="utf-8"?>
<p:tagLst xmlns:p="http://schemas.openxmlformats.org/presentationml/2006/main">
  <p:tag name="KSO_WM_BEAUTIFY_FLAG" val=""/>
</p:tagLst>
</file>

<file path=ppt/tags/tag2897.xml><?xml version="1.0" encoding="utf-8"?>
<p:tagLst xmlns:p="http://schemas.openxmlformats.org/presentationml/2006/main">
  <p:tag name="KSO_WM_BEAUTIFY_FLAG" val=""/>
</p:tagLst>
</file>

<file path=ppt/tags/tag2898.xml><?xml version="1.0" encoding="utf-8"?>
<p:tagLst xmlns:p="http://schemas.openxmlformats.org/presentationml/2006/main">
  <p:tag name="KSO_WM_BEAUTIFY_FLAG" val=""/>
</p:tagLst>
</file>

<file path=ppt/tags/tag2899.xml><?xml version="1.0" encoding="utf-8"?>
<p:tagLst xmlns:p="http://schemas.openxmlformats.org/presentationml/2006/main">
  <p:tag name="KSO_WM_BEAUTIFY_FLAG" val=""/>
</p:tagLst>
</file>

<file path=ppt/tags/tag2900.xml><?xml version="1.0" encoding="utf-8"?>
<p:tagLst xmlns:p="http://schemas.openxmlformats.org/presentationml/2006/main">
  <p:tag name="KSO_WM_BEAUTIFY_FLAG" val=""/>
</p:tagLst>
</file>

<file path=ppt/tags/tag2901.xml><?xml version="1.0" encoding="utf-8"?>
<p:tagLst xmlns:p="http://schemas.openxmlformats.org/presentationml/2006/main">
  <p:tag name="KSO_WM_BEAUTIFY_FLAG" val=""/>
</p:tagLst>
</file>

<file path=ppt/tags/tag2902.xml><?xml version="1.0" encoding="utf-8"?>
<p:tagLst xmlns:p="http://schemas.openxmlformats.org/presentationml/2006/main">
  <p:tag name="KSO_WM_BEAUTIFY_FLAG" val=""/>
</p:tagLst>
</file>

<file path=ppt/tags/tag2903.xml><?xml version="1.0" encoding="utf-8"?>
<p:tagLst xmlns:p="http://schemas.openxmlformats.org/presentationml/2006/main">
  <p:tag name="KSO_WM_BEAUTIFY_FLAG" val=""/>
</p:tagLst>
</file>

<file path=ppt/tags/tag2904.xml><?xml version="1.0" encoding="utf-8"?>
<p:tagLst xmlns:p="http://schemas.openxmlformats.org/presentationml/2006/main">
  <p:tag name="KSO_WM_BEAUTIFY_FLAG" val=""/>
</p:tagLst>
</file>

<file path=ppt/tags/tag2905.xml><?xml version="1.0" encoding="utf-8"?>
<p:tagLst xmlns:p="http://schemas.openxmlformats.org/presentationml/2006/main">
  <p:tag name="KSO_WM_BEAUTIFY_FLAG" val=""/>
</p:tagLst>
</file>

<file path=ppt/tags/tag2906.xml><?xml version="1.0" encoding="utf-8"?>
<p:tagLst xmlns:p="http://schemas.openxmlformats.org/presentationml/2006/main">
  <p:tag name="KSO_WM_BEAUTIFY_FLAG" val=""/>
</p:tagLst>
</file>

<file path=ppt/tags/tag2907.xml><?xml version="1.0" encoding="utf-8"?>
<p:tagLst xmlns:p="http://schemas.openxmlformats.org/presentationml/2006/main">
  <p:tag name="KSO_WM_BEAUTIFY_FLAG" val=""/>
</p:tagLst>
</file>

<file path=ppt/tags/tag2908.xml><?xml version="1.0" encoding="utf-8"?>
<p:tagLst xmlns:p="http://schemas.openxmlformats.org/presentationml/2006/main">
  <p:tag name="KSO_WM_BEAUTIFY_FLAG" val=""/>
</p:tagLst>
</file>

<file path=ppt/tags/tag2909.xml><?xml version="1.0" encoding="utf-8"?>
<p:tagLst xmlns:p="http://schemas.openxmlformats.org/presentationml/2006/main">
  <p:tag name="KSO_WM_BEAUTIFY_FLAG" val=""/>
</p:tagLst>
</file>

<file path=ppt/tags/tag2910.xml><?xml version="1.0" encoding="utf-8"?>
<p:tagLst xmlns:p="http://schemas.openxmlformats.org/presentationml/2006/main">
  <p:tag name="KSO_WM_BEAUTIFY_FLAG" val=""/>
</p:tagLst>
</file>

<file path=ppt/tags/tag2911.xml><?xml version="1.0" encoding="utf-8"?>
<p:tagLst xmlns:p="http://schemas.openxmlformats.org/presentationml/2006/main">
  <p:tag name="KSO_WM_BEAUTIFY_FLAG" val=""/>
</p:tagLst>
</file>

<file path=ppt/tags/tag2912.xml><?xml version="1.0" encoding="utf-8"?>
<p:tagLst xmlns:p="http://schemas.openxmlformats.org/presentationml/2006/main">
  <p:tag name="KSO_WM_BEAUTIFY_FLAG" val=""/>
</p:tagLst>
</file>

<file path=ppt/tags/tag2913.xml><?xml version="1.0" encoding="utf-8"?>
<p:tagLst xmlns:p="http://schemas.openxmlformats.org/presentationml/2006/main">
  <p:tag name="KSO_WM_BEAUTIFY_FLAG" val=""/>
</p:tagLst>
</file>

<file path=ppt/tags/tag2914.xml><?xml version="1.0" encoding="utf-8"?>
<p:tagLst xmlns:p="http://schemas.openxmlformats.org/presentationml/2006/main">
  <p:tag name="KSO_WM_BEAUTIFY_FLAG" val=""/>
</p:tagLst>
</file>

<file path=ppt/tags/tag2915.xml><?xml version="1.0" encoding="utf-8"?>
<p:tagLst xmlns:p="http://schemas.openxmlformats.org/presentationml/2006/main">
  <p:tag name="KSO_WM_BEAUTIFY_FLAG" val=""/>
</p:tagLst>
</file>

<file path=ppt/tags/tag2916.xml><?xml version="1.0" encoding="utf-8"?>
<p:tagLst xmlns:p="http://schemas.openxmlformats.org/presentationml/2006/main">
  <p:tag name="KSO_WM_BEAUTIFY_FLAG" val=""/>
</p:tagLst>
</file>

<file path=ppt/tags/tag2917.xml><?xml version="1.0" encoding="utf-8"?>
<p:tagLst xmlns:p="http://schemas.openxmlformats.org/presentationml/2006/main">
  <p:tag name="KSO_WM_BEAUTIFY_FLAG" val=""/>
</p:tagLst>
</file>

<file path=ppt/tags/tag2918.xml><?xml version="1.0" encoding="utf-8"?>
<p:tagLst xmlns:p="http://schemas.openxmlformats.org/presentationml/2006/main">
  <p:tag name="KSO_WM_BEAUTIFY_FLAG" val=""/>
</p:tagLst>
</file>

<file path=ppt/tags/tag2919.xml><?xml version="1.0" encoding="utf-8"?>
<p:tagLst xmlns:p="http://schemas.openxmlformats.org/presentationml/2006/main">
  <p:tag name="KSO_WM_BEAUTIFY_FLAG" val=""/>
</p:tagLst>
</file>

<file path=ppt/tags/tag2920.xml><?xml version="1.0" encoding="utf-8"?>
<p:tagLst xmlns:p="http://schemas.openxmlformats.org/presentationml/2006/main">
  <p:tag name="KSO_WM_BEAUTIFY_FLAG" val=""/>
</p:tagLst>
</file>

<file path=ppt/tags/tag2921.xml><?xml version="1.0" encoding="utf-8"?>
<p:tagLst xmlns:p="http://schemas.openxmlformats.org/presentationml/2006/main">
  <p:tag name="KSO_WM_BEAUTIFY_FLAG" val=""/>
</p:tagLst>
</file>

<file path=ppt/tags/tag2922.xml><?xml version="1.0" encoding="utf-8"?>
<p:tagLst xmlns:p="http://schemas.openxmlformats.org/presentationml/2006/main">
  <p:tag name="KSO_WM_BEAUTIFY_FLAG" val=""/>
</p:tagLst>
</file>

<file path=ppt/tags/tag2923.xml><?xml version="1.0" encoding="utf-8"?>
<p:tagLst xmlns:p="http://schemas.openxmlformats.org/presentationml/2006/main">
  <p:tag name="KSO_WM_BEAUTIFY_FLAG" val=""/>
</p:tagLst>
</file>

<file path=ppt/tags/tag2924.xml><?xml version="1.0" encoding="utf-8"?>
<p:tagLst xmlns:p="http://schemas.openxmlformats.org/presentationml/2006/main">
  <p:tag name="KSO_WM_BEAUTIFY_FLAG" val=""/>
</p:tagLst>
</file>

<file path=ppt/tags/tag2925.xml><?xml version="1.0" encoding="utf-8"?>
<p:tagLst xmlns:p="http://schemas.openxmlformats.org/presentationml/2006/main">
  <p:tag name="KSO_WM_BEAUTIFY_FLAG" val=""/>
</p:tagLst>
</file>

<file path=ppt/tags/tag2926.xml><?xml version="1.0" encoding="utf-8"?>
<p:tagLst xmlns:p="http://schemas.openxmlformats.org/presentationml/2006/main">
  <p:tag name="KSO_WM_BEAUTIFY_FLAG" val=""/>
</p:tagLst>
</file>

<file path=ppt/tags/tag2927.xml><?xml version="1.0" encoding="utf-8"?>
<p:tagLst xmlns:p="http://schemas.openxmlformats.org/presentationml/2006/main">
  <p:tag name="KSO_WM_BEAUTIFY_FLAG" val=""/>
</p:tagLst>
</file>

<file path=ppt/tags/tag2928.xml><?xml version="1.0" encoding="utf-8"?>
<p:tagLst xmlns:p="http://schemas.openxmlformats.org/presentationml/2006/main">
  <p:tag name="KSO_WM_BEAUTIFY_FLAG" val=""/>
</p:tagLst>
</file>

<file path=ppt/tags/tag2929.xml><?xml version="1.0" encoding="utf-8"?>
<p:tagLst xmlns:p="http://schemas.openxmlformats.org/presentationml/2006/main">
  <p:tag name="KSO_WM_BEAUTIFY_FLAG" val=""/>
</p:tagLst>
</file>

<file path=ppt/tags/tag2930.xml><?xml version="1.0" encoding="utf-8"?>
<p:tagLst xmlns:p="http://schemas.openxmlformats.org/presentationml/2006/main">
  <p:tag name="KSO_WM_BEAUTIFY_FLAG" val=""/>
</p:tagLst>
</file>

<file path=ppt/tags/tag2931.xml><?xml version="1.0" encoding="utf-8"?>
<p:tagLst xmlns:p="http://schemas.openxmlformats.org/presentationml/2006/main">
  <p:tag name="KSO_WM_BEAUTIFY_FLAG" val=""/>
</p:tagLst>
</file>

<file path=ppt/tags/tag2932.xml><?xml version="1.0" encoding="utf-8"?>
<p:tagLst xmlns:p="http://schemas.openxmlformats.org/presentationml/2006/main">
  <p:tag name="KSO_WM_BEAUTIFY_FLAG" val=""/>
</p:tagLst>
</file>

<file path=ppt/tags/tag2933.xml><?xml version="1.0" encoding="utf-8"?>
<p:tagLst xmlns:p="http://schemas.openxmlformats.org/presentationml/2006/main">
  <p:tag name="KSO_WM_BEAUTIFY_FLAG" val=""/>
</p:tagLst>
</file>

<file path=ppt/tags/tag2934.xml><?xml version="1.0" encoding="utf-8"?>
<p:tagLst xmlns:p="http://schemas.openxmlformats.org/presentationml/2006/main">
  <p:tag name="KSO_WM_BEAUTIFY_FLAG" val=""/>
</p:tagLst>
</file>

<file path=ppt/tags/tag2935.xml><?xml version="1.0" encoding="utf-8"?>
<p:tagLst xmlns:p="http://schemas.openxmlformats.org/presentationml/2006/main">
  <p:tag name="KSO_WM_BEAUTIFY_FLAG" val=""/>
</p:tagLst>
</file>

<file path=ppt/tags/tag2936.xml><?xml version="1.0" encoding="utf-8"?>
<p:tagLst xmlns:p="http://schemas.openxmlformats.org/presentationml/2006/main">
  <p:tag name="KSO_WM_BEAUTIFY_FLAG" val=""/>
</p:tagLst>
</file>

<file path=ppt/tags/tag2937.xml><?xml version="1.0" encoding="utf-8"?>
<p:tagLst xmlns:p="http://schemas.openxmlformats.org/presentationml/2006/main">
  <p:tag name="KSO_WM_BEAUTIFY_FLAG" val=""/>
</p:tagLst>
</file>

<file path=ppt/tags/tag2938.xml><?xml version="1.0" encoding="utf-8"?>
<p:tagLst xmlns:p="http://schemas.openxmlformats.org/presentationml/2006/main">
  <p:tag name="KSO_WM_BEAUTIFY_FLAG" val=""/>
</p:tagLst>
</file>

<file path=ppt/tags/tag2939.xml><?xml version="1.0" encoding="utf-8"?>
<p:tagLst xmlns:p="http://schemas.openxmlformats.org/presentationml/2006/main">
  <p:tag name="KSO_WM_BEAUTIFY_FLAG" val=""/>
</p:tagLst>
</file>

<file path=ppt/tags/tag2940.xml><?xml version="1.0" encoding="utf-8"?>
<p:tagLst xmlns:p="http://schemas.openxmlformats.org/presentationml/2006/main">
  <p:tag name="KSO_WM_BEAUTIFY_FLAG" val=""/>
</p:tagLst>
</file>

<file path=ppt/tags/tag2941.xml><?xml version="1.0" encoding="utf-8"?>
<p:tagLst xmlns:p="http://schemas.openxmlformats.org/presentationml/2006/main">
  <p:tag name="KSO_WM_BEAUTIFY_FLAG" val=""/>
</p:tagLst>
</file>

<file path=ppt/tags/tag2942.xml><?xml version="1.0" encoding="utf-8"?>
<p:tagLst xmlns:p="http://schemas.openxmlformats.org/presentationml/2006/main">
  <p:tag name="KSO_WM_BEAUTIFY_FLAG" val=""/>
</p:tagLst>
</file>

<file path=ppt/tags/tag2943.xml><?xml version="1.0" encoding="utf-8"?>
<p:tagLst xmlns:p="http://schemas.openxmlformats.org/presentationml/2006/main">
  <p:tag name="KSO_WM_BEAUTIFY_FLAG" val=""/>
</p:tagLst>
</file>

<file path=ppt/tags/tag2944.xml><?xml version="1.0" encoding="utf-8"?>
<p:tagLst xmlns:p="http://schemas.openxmlformats.org/presentationml/2006/main">
  <p:tag name="KSO_WM_BEAUTIFY_FLAG" val=""/>
</p:tagLst>
</file>

<file path=ppt/tags/tag2945.xml><?xml version="1.0" encoding="utf-8"?>
<p:tagLst xmlns:p="http://schemas.openxmlformats.org/presentationml/2006/main">
  <p:tag name="KSO_WM_BEAUTIFY_FLAG" val=""/>
</p:tagLst>
</file>

<file path=ppt/tags/tag2946.xml><?xml version="1.0" encoding="utf-8"?>
<p:tagLst xmlns:p="http://schemas.openxmlformats.org/presentationml/2006/main">
  <p:tag name="KSO_WM_BEAUTIFY_FLAG" val=""/>
</p:tagLst>
</file>

<file path=ppt/tags/tag2947.xml><?xml version="1.0" encoding="utf-8"?>
<p:tagLst xmlns:p="http://schemas.openxmlformats.org/presentationml/2006/main">
  <p:tag name="KSO_WM_BEAUTIFY_FLAG" val=""/>
</p:tagLst>
</file>

<file path=ppt/tags/tag2948.xml><?xml version="1.0" encoding="utf-8"?>
<p:tagLst xmlns:p="http://schemas.openxmlformats.org/presentationml/2006/main">
  <p:tag name="KSO_WM_BEAUTIFY_FLAG" val=""/>
</p:tagLst>
</file>

<file path=ppt/tags/tag2949.xml><?xml version="1.0" encoding="utf-8"?>
<p:tagLst xmlns:p="http://schemas.openxmlformats.org/presentationml/2006/main">
  <p:tag name="KSO_WM_BEAUTIFY_FLAG" val=""/>
</p:tagLst>
</file>

<file path=ppt/tags/tag2950.xml><?xml version="1.0" encoding="utf-8"?>
<p:tagLst xmlns:p="http://schemas.openxmlformats.org/presentationml/2006/main">
  <p:tag name="KSO_WM_BEAUTIFY_FLAG" val=""/>
</p:tagLst>
</file>

<file path=ppt/tags/tag2951.xml><?xml version="1.0" encoding="utf-8"?>
<p:tagLst xmlns:p="http://schemas.openxmlformats.org/presentationml/2006/main">
  <p:tag name="KSO_WM_BEAUTIFY_FLAG" val=""/>
</p:tagLst>
</file>

<file path=ppt/tags/tag2952.xml><?xml version="1.0" encoding="utf-8"?>
<p:tagLst xmlns:p="http://schemas.openxmlformats.org/presentationml/2006/main">
  <p:tag name="KSO_WM_BEAUTIFY_FLAG" val=""/>
</p:tagLst>
</file>

<file path=ppt/tags/tag2953.xml><?xml version="1.0" encoding="utf-8"?>
<p:tagLst xmlns:p="http://schemas.openxmlformats.org/presentationml/2006/main">
  <p:tag name="KSO_WM_BEAUTIFY_FLAG" val=""/>
</p:tagLst>
</file>

<file path=ppt/tags/tag2954.xml><?xml version="1.0" encoding="utf-8"?>
<p:tagLst xmlns:p="http://schemas.openxmlformats.org/presentationml/2006/main">
  <p:tag name="KSO_WM_BEAUTIFY_FLAG" val=""/>
</p:tagLst>
</file>

<file path=ppt/tags/tag2955.xml><?xml version="1.0" encoding="utf-8"?>
<p:tagLst xmlns:p="http://schemas.openxmlformats.org/presentationml/2006/main">
  <p:tag name="KSO_WM_BEAUTIFY_FLAG" val=""/>
</p:tagLst>
</file>

<file path=ppt/tags/tag2956.xml><?xml version="1.0" encoding="utf-8"?>
<p:tagLst xmlns:p="http://schemas.openxmlformats.org/presentationml/2006/main">
  <p:tag name="KSO_WM_BEAUTIFY_FLAG" val=""/>
</p:tagLst>
</file>

<file path=ppt/tags/tag2957.xml><?xml version="1.0" encoding="utf-8"?>
<p:tagLst xmlns:p="http://schemas.openxmlformats.org/presentationml/2006/main">
  <p:tag name="KSO_WM_BEAUTIFY_FLAG" val=""/>
</p:tagLst>
</file>

<file path=ppt/tags/tag2958.xml><?xml version="1.0" encoding="utf-8"?>
<p:tagLst xmlns:p="http://schemas.openxmlformats.org/presentationml/2006/main">
  <p:tag name="KSO_WM_BEAUTIFY_FLAG" val=""/>
</p:tagLst>
</file>

<file path=ppt/tags/tag2959.xml><?xml version="1.0" encoding="utf-8"?>
<p:tagLst xmlns:p="http://schemas.openxmlformats.org/presentationml/2006/main">
  <p:tag name="KSO_WM_BEAUTIFY_FLAG" val=""/>
</p:tagLst>
</file>

<file path=ppt/tags/tag2960.xml><?xml version="1.0" encoding="utf-8"?>
<p:tagLst xmlns:p="http://schemas.openxmlformats.org/presentationml/2006/main">
  <p:tag name="KSO_WM_BEAUTIFY_FLAG" val=""/>
</p:tagLst>
</file>

<file path=ppt/tags/tag2961.xml><?xml version="1.0" encoding="utf-8"?>
<p:tagLst xmlns:p="http://schemas.openxmlformats.org/presentationml/2006/main">
  <p:tag name="KSO_WM_BEAUTIFY_FLAG" val=""/>
</p:tagLst>
</file>

<file path=ppt/tags/tag2962.xml><?xml version="1.0" encoding="utf-8"?>
<p:tagLst xmlns:p="http://schemas.openxmlformats.org/presentationml/2006/main">
  <p:tag name="KSO_WM_BEAUTIFY_FLAG" val=""/>
</p:tagLst>
</file>

<file path=ppt/tags/tag2963.xml><?xml version="1.0" encoding="utf-8"?>
<p:tagLst xmlns:p="http://schemas.openxmlformats.org/presentationml/2006/main">
  <p:tag name="KSO_WM_BEAUTIFY_FLAG" val=""/>
</p:tagLst>
</file>

<file path=ppt/tags/tag2964.xml><?xml version="1.0" encoding="utf-8"?>
<p:tagLst xmlns:p="http://schemas.openxmlformats.org/presentationml/2006/main">
  <p:tag name="KSO_WM_BEAUTIFY_FLAG" val=""/>
</p:tagLst>
</file>

<file path=ppt/tags/tag2965.xml><?xml version="1.0" encoding="utf-8"?>
<p:tagLst xmlns:p="http://schemas.openxmlformats.org/presentationml/2006/main">
  <p:tag name="KSO_WM_BEAUTIFY_FLAG" val=""/>
</p:tagLst>
</file>

<file path=ppt/tags/tag2966.xml><?xml version="1.0" encoding="utf-8"?>
<p:tagLst xmlns:p="http://schemas.openxmlformats.org/presentationml/2006/main">
  <p:tag name="KSO_WM_BEAUTIFY_FLAG" val=""/>
</p:tagLst>
</file>

<file path=ppt/tags/tag2967.xml><?xml version="1.0" encoding="utf-8"?>
<p:tagLst xmlns:p="http://schemas.openxmlformats.org/presentationml/2006/main">
  <p:tag name="KSO_WM_BEAUTIFY_FLAG" val=""/>
</p:tagLst>
</file>

<file path=ppt/tags/tag2968.xml><?xml version="1.0" encoding="utf-8"?>
<p:tagLst xmlns:p="http://schemas.openxmlformats.org/presentationml/2006/main">
  <p:tag name="KSO_WM_BEAUTIFY_FLAG" val=""/>
</p:tagLst>
</file>

<file path=ppt/tags/tag2969.xml><?xml version="1.0" encoding="utf-8"?>
<p:tagLst xmlns:p="http://schemas.openxmlformats.org/presentationml/2006/main">
  <p:tag name="KSO_WM_BEAUTIFY_FLAG" val=""/>
</p:tagLst>
</file>

<file path=ppt/tags/tag2970.xml><?xml version="1.0" encoding="utf-8"?>
<p:tagLst xmlns:p="http://schemas.openxmlformats.org/presentationml/2006/main">
  <p:tag name="KSO_WM_BEAUTIFY_FLAG" val=""/>
</p:tagLst>
</file>

<file path=ppt/tags/tag2971.xml><?xml version="1.0" encoding="utf-8"?>
<p:tagLst xmlns:p="http://schemas.openxmlformats.org/presentationml/2006/main">
  <p:tag name="KSO_WM_BEAUTIFY_FLAG" val=""/>
</p:tagLst>
</file>

<file path=ppt/tags/tag2972.xml><?xml version="1.0" encoding="utf-8"?>
<p:tagLst xmlns:p="http://schemas.openxmlformats.org/presentationml/2006/main">
  <p:tag name="KSO_WM_BEAUTIFY_FLAG" val=""/>
</p:tagLst>
</file>

<file path=ppt/tags/tag2973.xml><?xml version="1.0" encoding="utf-8"?>
<p:tagLst xmlns:p="http://schemas.openxmlformats.org/presentationml/2006/main">
  <p:tag name="KSO_WM_BEAUTIFY_FLAG" val=""/>
</p:tagLst>
</file>

<file path=ppt/tags/tag2974.xml><?xml version="1.0" encoding="utf-8"?>
<p:tagLst xmlns:p="http://schemas.openxmlformats.org/presentationml/2006/main">
  <p:tag name="KSO_WM_BEAUTIFY_FLAG" val=""/>
</p:tagLst>
</file>

<file path=ppt/tags/tag2975.xml><?xml version="1.0" encoding="utf-8"?>
<p:tagLst xmlns:p="http://schemas.openxmlformats.org/presentationml/2006/main">
  <p:tag name="KSO_WM_BEAUTIFY_FLAG" val=""/>
</p:tagLst>
</file>

<file path=ppt/tags/tag2976.xml><?xml version="1.0" encoding="utf-8"?>
<p:tagLst xmlns:p="http://schemas.openxmlformats.org/presentationml/2006/main">
  <p:tag name="KSO_WM_BEAUTIFY_FLAG" val=""/>
</p:tagLst>
</file>

<file path=ppt/tags/tag2977.xml><?xml version="1.0" encoding="utf-8"?>
<p:tagLst xmlns:p="http://schemas.openxmlformats.org/presentationml/2006/main">
  <p:tag name="KSO_WM_BEAUTIFY_FLAG" val=""/>
</p:tagLst>
</file>

<file path=ppt/tags/tag2978.xml><?xml version="1.0" encoding="utf-8"?>
<p:tagLst xmlns:p="http://schemas.openxmlformats.org/presentationml/2006/main">
  <p:tag name="KSO_WM_BEAUTIFY_FLAG" val=""/>
</p:tagLst>
</file>

<file path=ppt/tags/tag2979.xml><?xml version="1.0" encoding="utf-8"?>
<p:tagLst xmlns:p="http://schemas.openxmlformats.org/presentationml/2006/main">
  <p:tag name="KSO_WM_BEAUTIFY_FLAG" val=""/>
</p:tagLst>
</file>

<file path=ppt/tags/tag2980.xml><?xml version="1.0" encoding="utf-8"?>
<p:tagLst xmlns:p="http://schemas.openxmlformats.org/presentationml/2006/main">
  <p:tag name="KSO_WM_BEAUTIFY_FLAG" val=""/>
</p:tagLst>
</file>

<file path=ppt/tags/tag2981.xml><?xml version="1.0" encoding="utf-8"?>
<p:tagLst xmlns:p="http://schemas.openxmlformats.org/presentationml/2006/main">
  <p:tag name="KSO_WM_BEAUTIFY_FLAG" val=""/>
</p:tagLst>
</file>

<file path=ppt/tags/tag2982.xml><?xml version="1.0" encoding="utf-8"?>
<p:tagLst xmlns:p="http://schemas.openxmlformats.org/presentationml/2006/main">
  <p:tag name="KSO_WM_BEAUTIFY_FLAG" val=""/>
</p:tagLst>
</file>

<file path=ppt/tags/tag2983.xml><?xml version="1.0" encoding="utf-8"?>
<p:tagLst xmlns:p="http://schemas.openxmlformats.org/presentationml/2006/main">
  <p:tag name="KSO_WM_BEAUTIFY_FLAG" val=""/>
</p:tagLst>
</file>

<file path=ppt/tags/tag2984.xml><?xml version="1.0" encoding="utf-8"?>
<p:tagLst xmlns:p="http://schemas.openxmlformats.org/presentationml/2006/main">
  <p:tag name="KSO_WM_BEAUTIFY_FLAG" val=""/>
</p:tagLst>
</file>

<file path=ppt/tags/tag2985.xml><?xml version="1.0" encoding="utf-8"?>
<p:tagLst xmlns:p="http://schemas.openxmlformats.org/presentationml/2006/main">
  <p:tag name="KSO_WM_BEAUTIFY_FLAG" val=""/>
</p:tagLst>
</file>

<file path=ppt/tags/tag2986.xml><?xml version="1.0" encoding="utf-8"?>
<p:tagLst xmlns:p="http://schemas.openxmlformats.org/presentationml/2006/main">
  <p:tag name="KSO_WM_BEAUTIFY_FLAG" val=""/>
</p:tagLst>
</file>

<file path=ppt/tags/tag2987.xml><?xml version="1.0" encoding="utf-8"?>
<p:tagLst xmlns:p="http://schemas.openxmlformats.org/presentationml/2006/main">
  <p:tag name="KSO_WM_BEAUTIFY_FLAG" val=""/>
</p:tagLst>
</file>

<file path=ppt/tags/tag2988.xml><?xml version="1.0" encoding="utf-8"?>
<p:tagLst xmlns:p="http://schemas.openxmlformats.org/presentationml/2006/main">
  <p:tag name="KSO_WM_BEAUTIFY_FLAG" val=""/>
</p:tagLst>
</file>

<file path=ppt/tags/tag2989.xml><?xml version="1.0" encoding="utf-8"?>
<p:tagLst xmlns:p="http://schemas.openxmlformats.org/presentationml/2006/main">
  <p:tag name="KSO_WM_BEAUTIFY_FLAG" val=""/>
</p:tagLst>
</file>

<file path=ppt/tags/tag2990.xml><?xml version="1.0" encoding="utf-8"?>
<p:tagLst xmlns:p="http://schemas.openxmlformats.org/presentationml/2006/main">
  <p:tag name="KSO_WM_BEAUTIFY_FLAG" val=""/>
</p:tagLst>
</file>

<file path=ppt/tags/tag2991.xml><?xml version="1.0" encoding="utf-8"?>
<p:tagLst xmlns:p="http://schemas.openxmlformats.org/presentationml/2006/main">
  <p:tag name="KSO_WM_BEAUTIFY_FLAG" val=""/>
</p:tagLst>
</file>

<file path=ppt/tags/tag2992.xml><?xml version="1.0" encoding="utf-8"?>
<p:tagLst xmlns:p="http://schemas.openxmlformats.org/presentationml/2006/main">
  <p:tag name="KSO_WM_BEAUTIFY_FLAG" val=""/>
</p:tagLst>
</file>

<file path=ppt/tags/tag2993.xml><?xml version="1.0" encoding="utf-8"?>
<p:tagLst xmlns:p="http://schemas.openxmlformats.org/presentationml/2006/main">
  <p:tag name="KSO_WM_BEAUTIFY_FLAG" val=""/>
</p:tagLst>
</file>

<file path=ppt/tags/tag2994.xml><?xml version="1.0" encoding="utf-8"?>
<p:tagLst xmlns:p="http://schemas.openxmlformats.org/presentationml/2006/main">
  <p:tag name="KSO_WM_BEAUTIFY_FLAG" val=""/>
</p:tagLst>
</file>

<file path=ppt/tags/tag2995.xml><?xml version="1.0" encoding="utf-8"?>
<p:tagLst xmlns:p="http://schemas.openxmlformats.org/presentationml/2006/main">
  <p:tag name="KSO_WM_BEAUTIFY_FLAG" val=""/>
</p:tagLst>
</file>

<file path=ppt/tags/tag2996.xml><?xml version="1.0" encoding="utf-8"?>
<p:tagLst xmlns:p="http://schemas.openxmlformats.org/presentationml/2006/main">
  <p:tag name="KSO_WM_BEAUTIFY_FLAG" val=""/>
</p:tagLst>
</file>

<file path=ppt/tags/tag2997.xml><?xml version="1.0" encoding="utf-8"?>
<p:tagLst xmlns:p="http://schemas.openxmlformats.org/presentationml/2006/main">
  <p:tag name="KSO_WM_BEAUTIFY_FLAG" val=""/>
</p:tagLst>
</file>

<file path=ppt/tags/tag2998.xml><?xml version="1.0" encoding="utf-8"?>
<p:tagLst xmlns:p="http://schemas.openxmlformats.org/presentationml/2006/main">
  <p:tag name="KSO_WM_BEAUTIFY_FLAG" val=""/>
</p:tagLst>
</file>

<file path=ppt/tags/tag2999.xml><?xml version="1.0" encoding="utf-8"?>
<p:tagLst xmlns:p="http://schemas.openxmlformats.org/presentationml/2006/main">
  <p:tag name="KSO_WM_BEAUTIFY_FLAG" val=""/>
</p:tagLst>
</file>

<file path=ppt/tags/tag3000.xml><?xml version="1.0" encoding="utf-8"?>
<p:tagLst xmlns:p="http://schemas.openxmlformats.org/presentationml/2006/main">
  <p:tag name="KSO_WM_BEAUTIFY_FLAG" val=""/>
</p:tagLst>
</file>

<file path=ppt/tags/tag3001.xml><?xml version="1.0" encoding="utf-8"?>
<p:tagLst xmlns:p="http://schemas.openxmlformats.org/presentationml/2006/main">
  <p:tag name="KSO_WM_BEAUTIFY_FLAG" val=""/>
</p:tagLst>
</file>

<file path=ppt/tags/tag3002.xml><?xml version="1.0" encoding="utf-8"?>
<p:tagLst xmlns:p="http://schemas.openxmlformats.org/presentationml/2006/main">
  <p:tag name="KSO_WM_BEAUTIFY_FLAG" val=""/>
</p:tagLst>
</file>

<file path=ppt/tags/tag3003.xml><?xml version="1.0" encoding="utf-8"?>
<p:tagLst xmlns:p="http://schemas.openxmlformats.org/presentationml/2006/main">
  <p:tag name="KSO_WM_BEAUTIFY_FLAG" val=""/>
</p:tagLst>
</file>

<file path=ppt/tags/tag3004.xml><?xml version="1.0" encoding="utf-8"?>
<p:tagLst xmlns:p="http://schemas.openxmlformats.org/presentationml/2006/main">
  <p:tag name="KSO_WM_BEAUTIFY_FLAG" val=""/>
</p:tagLst>
</file>

<file path=ppt/tags/tag3005.xml><?xml version="1.0" encoding="utf-8"?>
<p:tagLst xmlns:p="http://schemas.openxmlformats.org/presentationml/2006/main">
  <p:tag name="KSO_WM_BEAUTIFY_FLAG" val=""/>
</p:tagLst>
</file>

<file path=ppt/tags/tag3006.xml><?xml version="1.0" encoding="utf-8"?>
<p:tagLst xmlns:p="http://schemas.openxmlformats.org/presentationml/2006/main">
  <p:tag name="KSO_WM_BEAUTIFY_FLAG" val=""/>
</p:tagLst>
</file>

<file path=ppt/tags/tag3007.xml><?xml version="1.0" encoding="utf-8"?>
<p:tagLst xmlns:p="http://schemas.openxmlformats.org/presentationml/2006/main">
  <p:tag name="KSO_WM_BEAUTIFY_FLAG" val=""/>
</p:tagLst>
</file>

<file path=ppt/tags/tag3008.xml><?xml version="1.0" encoding="utf-8"?>
<p:tagLst xmlns:p="http://schemas.openxmlformats.org/presentationml/2006/main">
  <p:tag name="KSO_WM_BEAUTIFY_FLAG" val=""/>
</p:tagLst>
</file>

<file path=ppt/tags/tag3009.xml><?xml version="1.0" encoding="utf-8"?>
<p:tagLst xmlns:p="http://schemas.openxmlformats.org/presentationml/2006/main">
  <p:tag name="KSO_WM_BEAUTIFY_FLAG" val=""/>
</p:tagLst>
</file>

<file path=ppt/tags/tag3010.xml><?xml version="1.0" encoding="utf-8"?>
<p:tagLst xmlns:p="http://schemas.openxmlformats.org/presentationml/2006/main">
  <p:tag name="KSO_WM_BEAUTIFY_FLAG" val=""/>
</p:tagLst>
</file>

<file path=ppt/tags/tag3011.xml><?xml version="1.0" encoding="utf-8"?>
<p:tagLst xmlns:p="http://schemas.openxmlformats.org/presentationml/2006/main">
  <p:tag name="KSO_WM_BEAUTIFY_FLAG" val=""/>
</p:tagLst>
</file>

<file path=ppt/tags/tag3012.xml><?xml version="1.0" encoding="utf-8"?>
<p:tagLst xmlns:p="http://schemas.openxmlformats.org/presentationml/2006/main">
  <p:tag name="KSO_WM_BEAUTIFY_FLAG" val=""/>
</p:tagLst>
</file>

<file path=ppt/tags/tag3013.xml><?xml version="1.0" encoding="utf-8"?>
<p:tagLst xmlns:p="http://schemas.openxmlformats.org/presentationml/2006/main">
  <p:tag name="KSO_WM_BEAUTIFY_FLAG" val=""/>
</p:tagLst>
</file>

<file path=ppt/tags/tag3014.xml><?xml version="1.0" encoding="utf-8"?>
<p:tagLst xmlns:p="http://schemas.openxmlformats.org/presentationml/2006/main">
  <p:tag name="KSO_WM_BEAUTIFY_FLAG" val=""/>
</p:tagLst>
</file>

<file path=ppt/tags/tag3015.xml><?xml version="1.0" encoding="utf-8"?>
<p:tagLst xmlns:p="http://schemas.openxmlformats.org/presentationml/2006/main">
  <p:tag name="KSO_WM_BEAUTIFY_FLAG" val=""/>
</p:tagLst>
</file>

<file path=ppt/tags/tag3016.xml><?xml version="1.0" encoding="utf-8"?>
<p:tagLst xmlns:p="http://schemas.openxmlformats.org/presentationml/2006/main">
  <p:tag name="KSO_WM_BEAUTIFY_FLAG" val=""/>
</p:tagLst>
</file>

<file path=ppt/tags/tag3017.xml><?xml version="1.0" encoding="utf-8"?>
<p:tagLst xmlns:p="http://schemas.openxmlformats.org/presentationml/2006/main">
  <p:tag name="KSO_WM_BEAUTIFY_FLAG" val=""/>
</p:tagLst>
</file>

<file path=ppt/tags/tag3018.xml><?xml version="1.0" encoding="utf-8"?>
<p:tagLst xmlns:p="http://schemas.openxmlformats.org/presentationml/2006/main">
  <p:tag name="KSO_WM_BEAUTIFY_FLAG" val=""/>
</p:tagLst>
</file>

<file path=ppt/tags/tag3019.xml><?xml version="1.0" encoding="utf-8"?>
<p:tagLst xmlns:p="http://schemas.openxmlformats.org/presentationml/2006/main">
  <p:tag name="KSO_WM_BEAUTIFY_FLAG" val=""/>
</p:tagLst>
</file>

<file path=ppt/tags/tag3020.xml><?xml version="1.0" encoding="utf-8"?>
<p:tagLst xmlns:p="http://schemas.openxmlformats.org/presentationml/2006/main">
  <p:tag name="KSO_WM_BEAUTIFY_FLAG" val=""/>
</p:tagLst>
</file>

<file path=ppt/tags/tag3021.xml><?xml version="1.0" encoding="utf-8"?>
<p:tagLst xmlns:p="http://schemas.openxmlformats.org/presentationml/2006/main">
  <p:tag name="KSO_WM_BEAUTIFY_FLAG" val=""/>
</p:tagLst>
</file>

<file path=ppt/tags/tag3022.xml><?xml version="1.0" encoding="utf-8"?>
<p:tagLst xmlns:p="http://schemas.openxmlformats.org/presentationml/2006/main">
  <p:tag name="KSO_WM_BEAUTIFY_FLAG" val=""/>
</p:tagLst>
</file>

<file path=ppt/tags/tag3023.xml><?xml version="1.0" encoding="utf-8"?>
<p:tagLst xmlns:p="http://schemas.openxmlformats.org/presentationml/2006/main">
  <p:tag name="KSO_WM_BEAUTIFY_FLAG" val=""/>
</p:tagLst>
</file>

<file path=ppt/tags/tag3024.xml><?xml version="1.0" encoding="utf-8"?>
<p:tagLst xmlns:p="http://schemas.openxmlformats.org/presentationml/2006/main">
  <p:tag name="KSO_WM_BEAUTIFY_FLAG" val=""/>
</p:tagLst>
</file>

<file path=ppt/tags/tag3025.xml><?xml version="1.0" encoding="utf-8"?>
<p:tagLst xmlns:p="http://schemas.openxmlformats.org/presentationml/2006/main">
  <p:tag name="KSO_WM_BEAUTIFY_FLAG" val=""/>
</p:tagLst>
</file>

<file path=ppt/tags/tag3026.xml><?xml version="1.0" encoding="utf-8"?>
<p:tagLst xmlns:p="http://schemas.openxmlformats.org/presentationml/2006/main">
  <p:tag name="KSO_WM_BEAUTIFY_FLAG" val=""/>
</p:tagLst>
</file>

<file path=ppt/tags/tag3027.xml><?xml version="1.0" encoding="utf-8"?>
<p:tagLst xmlns:p="http://schemas.openxmlformats.org/presentationml/2006/main">
  <p:tag name="KSO_WM_BEAUTIFY_FLAG" val=""/>
</p:tagLst>
</file>

<file path=ppt/tags/tag3028.xml><?xml version="1.0" encoding="utf-8"?>
<p:tagLst xmlns:p="http://schemas.openxmlformats.org/presentationml/2006/main">
  <p:tag name="KSO_WM_BEAUTIFY_FLAG" val=""/>
</p:tagLst>
</file>

<file path=ppt/tags/tag3029.xml><?xml version="1.0" encoding="utf-8"?>
<p:tagLst xmlns:p="http://schemas.openxmlformats.org/presentationml/2006/main">
  <p:tag name="KSO_WM_BEAUTIFY_FLAG" val=""/>
</p:tagLst>
</file>

<file path=ppt/tags/tag3030.xml><?xml version="1.0" encoding="utf-8"?>
<p:tagLst xmlns:p="http://schemas.openxmlformats.org/presentationml/2006/main">
  <p:tag name="KSO_WM_BEAUTIFY_FLAG" val=""/>
</p:tagLst>
</file>

<file path=ppt/tags/tag3031.xml><?xml version="1.0" encoding="utf-8"?>
<p:tagLst xmlns:p="http://schemas.openxmlformats.org/presentationml/2006/main">
  <p:tag name="KSO_WM_BEAUTIFY_FLAG" val=""/>
</p:tagLst>
</file>

<file path=ppt/tags/tag3032.xml><?xml version="1.0" encoding="utf-8"?>
<p:tagLst xmlns:p="http://schemas.openxmlformats.org/presentationml/2006/main">
  <p:tag name="KSO_WM_BEAUTIFY_FLAG" val=""/>
</p:tagLst>
</file>

<file path=ppt/tags/tag3033.xml><?xml version="1.0" encoding="utf-8"?>
<p:tagLst xmlns:p="http://schemas.openxmlformats.org/presentationml/2006/main">
  <p:tag name="KSO_WM_BEAUTIFY_FLAG" val=""/>
</p:tagLst>
</file>

<file path=ppt/tags/tag3034.xml><?xml version="1.0" encoding="utf-8"?>
<p:tagLst xmlns:p="http://schemas.openxmlformats.org/presentationml/2006/main">
  <p:tag name="KSO_WM_BEAUTIFY_FLAG" val=""/>
</p:tagLst>
</file>

<file path=ppt/tags/tag3035.xml><?xml version="1.0" encoding="utf-8"?>
<p:tagLst xmlns:p="http://schemas.openxmlformats.org/presentationml/2006/main">
  <p:tag name="KSO_WM_BEAUTIFY_FLAG" val=""/>
</p:tagLst>
</file>

<file path=ppt/tags/tag3036.xml><?xml version="1.0" encoding="utf-8"?>
<p:tagLst xmlns:p="http://schemas.openxmlformats.org/presentationml/2006/main">
  <p:tag name="KSO_WM_BEAUTIFY_FLAG" val=""/>
</p:tagLst>
</file>

<file path=ppt/tags/tag3037.xml><?xml version="1.0" encoding="utf-8"?>
<p:tagLst xmlns:p="http://schemas.openxmlformats.org/presentationml/2006/main">
  <p:tag name="KSO_WM_BEAUTIFY_FLAG" val=""/>
</p:tagLst>
</file>

<file path=ppt/tags/tag3038.xml><?xml version="1.0" encoding="utf-8"?>
<p:tagLst xmlns:p="http://schemas.openxmlformats.org/presentationml/2006/main">
  <p:tag name="KSO_WM_BEAUTIFY_FLAG" val=""/>
</p:tagLst>
</file>

<file path=ppt/tags/tag3039.xml><?xml version="1.0" encoding="utf-8"?>
<p:tagLst xmlns:p="http://schemas.openxmlformats.org/presentationml/2006/main">
  <p:tag name="KSO_WM_BEAUTIFY_FLAG" val=""/>
</p:tagLst>
</file>

<file path=ppt/tags/tag3040.xml><?xml version="1.0" encoding="utf-8"?>
<p:tagLst xmlns:p="http://schemas.openxmlformats.org/presentationml/2006/main">
  <p:tag name="KSO_WM_BEAUTIFY_FLAG" val=""/>
</p:tagLst>
</file>

<file path=ppt/tags/tag3041.xml><?xml version="1.0" encoding="utf-8"?>
<p:tagLst xmlns:p="http://schemas.openxmlformats.org/presentationml/2006/main">
  <p:tag name="KSO_WM_BEAUTIFY_FLAG" val=""/>
</p:tagLst>
</file>

<file path=ppt/tags/tag3042.xml><?xml version="1.0" encoding="utf-8"?>
<p:tagLst xmlns:p="http://schemas.openxmlformats.org/presentationml/2006/main">
  <p:tag name="KSO_WM_BEAUTIFY_FLAG" val=""/>
</p:tagLst>
</file>

<file path=ppt/tags/tag3043.xml><?xml version="1.0" encoding="utf-8"?>
<p:tagLst xmlns:p="http://schemas.openxmlformats.org/presentationml/2006/main">
  <p:tag name="KSO_WM_BEAUTIFY_FLAG" val=""/>
</p:tagLst>
</file>

<file path=ppt/tags/tag3044.xml><?xml version="1.0" encoding="utf-8"?>
<p:tagLst xmlns:p="http://schemas.openxmlformats.org/presentationml/2006/main">
  <p:tag name="KSO_WM_BEAUTIFY_FLAG" val=""/>
</p:tagLst>
</file>

<file path=ppt/tags/tag3045.xml><?xml version="1.0" encoding="utf-8"?>
<p:tagLst xmlns:p="http://schemas.openxmlformats.org/presentationml/2006/main">
  <p:tag name="KSO_WM_BEAUTIFY_FLAG" val=""/>
</p:tagLst>
</file>

<file path=ppt/tags/tag3046.xml><?xml version="1.0" encoding="utf-8"?>
<p:tagLst xmlns:p="http://schemas.openxmlformats.org/presentationml/2006/main">
  <p:tag name="KSO_WM_BEAUTIFY_FLAG" val=""/>
</p:tagLst>
</file>

<file path=ppt/tags/tag3047.xml><?xml version="1.0" encoding="utf-8"?>
<p:tagLst xmlns:p="http://schemas.openxmlformats.org/presentationml/2006/main">
  <p:tag name="KSO_WM_BEAUTIFY_FLAG" val=""/>
</p:tagLst>
</file>

<file path=ppt/tags/tag3048.xml><?xml version="1.0" encoding="utf-8"?>
<p:tagLst xmlns:p="http://schemas.openxmlformats.org/presentationml/2006/main">
  <p:tag name="KSO_WM_BEAUTIFY_FLAG" val=""/>
</p:tagLst>
</file>

<file path=ppt/tags/tag3049.xml><?xml version="1.0" encoding="utf-8"?>
<p:tagLst xmlns:p="http://schemas.openxmlformats.org/presentationml/2006/main">
  <p:tag name="KSO_WM_BEAUTIFY_FLAG" val=""/>
</p:tagLst>
</file>

<file path=ppt/tags/tag3050.xml><?xml version="1.0" encoding="utf-8"?>
<p:tagLst xmlns:p="http://schemas.openxmlformats.org/presentationml/2006/main">
  <p:tag name="KSO_WM_BEAUTIFY_FLAG" val=""/>
</p:tagLst>
</file>

<file path=ppt/tags/tag3051.xml><?xml version="1.0" encoding="utf-8"?>
<p:tagLst xmlns:p="http://schemas.openxmlformats.org/presentationml/2006/main">
  <p:tag name="KSO_WM_BEAUTIFY_FLAG" val=""/>
</p:tagLst>
</file>

<file path=ppt/tags/tag3052.xml><?xml version="1.0" encoding="utf-8"?>
<p:tagLst xmlns:p="http://schemas.openxmlformats.org/presentationml/2006/main">
  <p:tag name="KSO_WM_BEAUTIFY_FLAG" val=""/>
</p:tagLst>
</file>

<file path=ppt/tags/tag3053.xml><?xml version="1.0" encoding="utf-8"?>
<p:tagLst xmlns:p="http://schemas.openxmlformats.org/presentationml/2006/main">
  <p:tag name="KSO_WM_BEAUTIFY_FLAG" val=""/>
</p:tagLst>
</file>

<file path=ppt/tags/tag3054.xml><?xml version="1.0" encoding="utf-8"?>
<p:tagLst xmlns:p="http://schemas.openxmlformats.org/presentationml/2006/main">
  <p:tag name="KSO_WM_BEAUTIFY_FLAG" val=""/>
</p:tagLst>
</file>

<file path=ppt/tags/tag3055.xml><?xml version="1.0" encoding="utf-8"?>
<p:tagLst xmlns:p="http://schemas.openxmlformats.org/presentationml/2006/main">
  <p:tag name="KSO_WM_BEAUTIFY_FLAG" val=""/>
</p:tagLst>
</file>

<file path=ppt/tags/tag3056.xml><?xml version="1.0" encoding="utf-8"?>
<p:tagLst xmlns:p="http://schemas.openxmlformats.org/presentationml/2006/main">
  <p:tag name="KSO_WM_BEAUTIFY_FLAG" val=""/>
</p:tagLst>
</file>

<file path=ppt/tags/tag3057.xml><?xml version="1.0" encoding="utf-8"?>
<p:tagLst xmlns:p="http://schemas.openxmlformats.org/presentationml/2006/main">
  <p:tag name="KSO_WM_BEAUTIFY_FLAG" val=""/>
</p:tagLst>
</file>

<file path=ppt/tags/tag3058.xml><?xml version="1.0" encoding="utf-8"?>
<p:tagLst xmlns:p="http://schemas.openxmlformats.org/presentationml/2006/main">
  <p:tag name="KSO_WM_BEAUTIFY_FLAG" val=""/>
</p:tagLst>
</file>

<file path=ppt/tags/tag3059.xml><?xml version="1.0" encoding="utf-8"?>
<p:tagLst xmlns:p="http://schemas.openxmlformats.org/presentationml/2006/main">
  <p:tag name="KSO_WM_BEAUTIFY_FLAG" val=""/>
</p:tagLst>
</file>

<file path=ppt/tags/tag3060.xml><?xml version="1.0" encoding="utf-8"?>
<p:tagLst xmlns:p="http://schemas.openxmlformats.org/presentationml/2006/main">
  <p:tag name="KSO_WM_BEAUTIFY_FLAG" val=""/>
</p:tagLst>
</file>

<file path=ppt/tags/tag3061.xml><?xml version="1.0" encoding="utf-8"?>
<p:tagLst xmlns:p="http://schemas.openxmlformats.org/presentationml/2006/main">
  <p:tag name="KSO_WM_BEAUTIFY_FLAG" val=""/>
</p:tagLst>
</file>

<file path=ppt/tags/tag3062.xml><?xml version="1.0" encoding="utf-8"?>
<p:tagLst xmlns:p="http://schemas.openxmlformats.org/presentationml/2006/main">
  <p:tag name="KSO_WM_BEAUTIFY_FLAG" val=""/>
</p:tagLst>
</file>

<file path=ppt/tags/tag3063.xml><?xml version="1.0" encoding="utf-8"?>
<p:tagLst xmlns:p="http://schemas.openxmlformats.org/presentationml/2006/main">
  <p:tag name="KSO_WM_BEAUTIFY_FLAG" val=""/>
</p:tagLst>
</file>

<file path=ppt/tags/tag3064.xml><?xml version="1.0" encoding="utf-8"?>
<p:tagLst xmlns:p="http://schemas.openxmlformats.org/presentationml/2006/main">
  <p:tag name="KSO_WM_BEAUTIFY_FLAG" val=""/>
</p:tagLst>
</file>

<file path=ppt/tags/tag3065.xml><?xml version="1.0" encoding="utf-8"?>
<p:tagLst xmlns:p="http://schemas.openxmlformats.org/presentationml/2006/main">
  <p:tag name="KSO_WM_BEAUTIFY_FLAG" val=""/>
</p:tagLst>
</file>

<file path=ppt/tags/tag3066.xml><?xml version="1.0" encoding="utf-8"?>
<p:tagLst xmlns:p="http://schemas.openxmlformats.org/presentationml/2006/main">
  <p:tag name="KSO_WM_BEAUTIFY_FLAG" val=""/>
</p:tagLst>
</file>

<file path=ppt/tags/tag3067.xml><?xml version="1.0" encoding="utf-8"?>
<p:tagLst xmlns:p="http://schemas.openxmlformats.org/presentationml/2006/main">
  <p:tag name="KSO_WM_BEAUTIFY_FLAG" val=""/>
</p:tagLst>
</file>

<file path=ppt/tags/tag3068.xml><?xml version="1.0" encoding="utf-8"?>
<p:tagLst xmlns:p="http://schemas.openxmlformats.org/presentationml/2006/main">
  <p:tag name="KSO_WM_BEAUTIFY_FLAG" val=""/>
</p:tagLst>
</file>

<file path=ppt/tags/tag3069.xml><?xml version="1.0" encoding="utf-8"?>
<p:tagLst xmlns:p="http://schemas.openxmlformats.org/presentationml/2006/main">
  <p:tag name="KSO_WM_BEAUTIFY_FLAG" val=""/>
</p:tagLst>
</file>

<file path=ppt/tags/tag3070.xml><?xml version="1.0" encoding="utf-8"?>
<p:tagLst xmlns:p="http://schemas.openxmlformats.org/presentationml/2006/main">
  <p:tag name="KSO_WM_BEAUTIFY_FLAG" val=""/>
</p:tagLst>
</file>

<file path=ppt/tags/tag3071.xml><?xml version="1.0" encoding="utf-8"?>
<p:tagLst xmlns:p="http://schemas.openxmlformats.org/presentationml/2006/main">
  <p:tag name="KSO_WM_BEAUTIFY_FLAG" val=""/>
</p:tagLst>
</file>

<file path=ppt/tags/tag3072.xml><?xml version="1.0" encoding="utf-8"?>
<p:tagLst xmlns:p="http://schemas.openxmlformats.org/presentationml/2006/main">
  <p:tag name="KSO_WM_BEAUTIFY_FLAG" val=""/>
</p:tagLst>
</file>

<file path=ppt/tags/tag3073.xml><?xml version="1.0" encoding="utf-8"?>
<p:tagLst xmlns:p="http://schemas.openxmlformats.org/presentationml/2006/main">
  <p:tag name="KSO_WM_BEAUTIFY_FLAG" val=""/>
</p:tagLst>
</file>

<file path=ppt/tags/tag3074.xml><?xml version="1.0" encoding="utf-8"?>
<p:tagLst xmlns:p="http://schemas.openxmlformats.org/presentationml/2006/main">
  <p:tag name="KSO_WM_BEAUTIFY_FLAG" val=""/>
</p:tagLst>
</file>

<file path=ppt/tags/tag3075.xml><?xml version="1.0" encoding="utf-8"?>
<p:tagLst xmlns:p="http://schemas.openxmlformats.org/presentationml/2006/main">
  <p:tag name="KSO_WM_BEAUTIFY_FLAG" val=""/>
</p:tagLst>
</file>

<file path=ppt/tags/tag3076.xml><?xml version="1.0" encoding="utf-8"?>
<p:tagLst xmlns:p="http://schemas.openxmlformats.org/presentationml/2006/main">
  <p:tag name="KSO_WM_BEAUTIFY_FLAG" val=""/>
</p:tagLst>
</file>

<file path=ppt/tags/tag3077.xml><?xml version="1.0" encoding="utf-8"?>
<p:tagLst xmlns:p="http://schemas.openxmlformats.org/presentationml/2006/main">
  <p:tag name="KSO_WM_BEAUTIFY_FLAG" val=""/>
</p:tagLst>
</file>

<file path=ppt/tags/tag3078.xml><?xml version="1.0" encoding="utf-8"?>
<p:tagLst xmlns:p="http://schemas.openxmlformats.org/presentationml/2006/main">
  <p:tag name="KSO_WM_BEAUTIFY_FLAG" val=""/>
</p:tagLst>
</file>

<file path=ppt/tags/tag3079.xml><?xml version="1.0" encoding="utf-8"?>
<p:tagLst xmlns:p="http://schemas.openxmlformats.org/presentationml/2006/main">
  <p:tag name="KSO_WM_BEAUTIFY_FLAG" val=""/>
</p:tagLst>
</file>

<file path=ppt/tags/tag3080.xml><?xml version="1.0" encoding="utf-8"?>
<p:tagLst xmlns:p="http://schemas.openxmlformats.org/presentationml/2006/main">
  <p:tag name="KSO_WM_BEAUTIFY_FLAG" val=""/>
</p:tagLst>
</file>

<file path=ppt/tags/tag3081.xml><?xml version="1.0" encoding="utf-8"?>
<p:tagLst xmlns:p="http://schemas.openxmlformats.org/presentationml/2006/main">
  <p:tag name="KSO_WM_BEAUTIFY_FLAG" val=""/>
</p:tagLst>
</file>

<file path=ppt/tags/tag3082.xml><?xml version="1.0" encoding="utf-8"?>
<p:tagLst xmlns:p="http://schemas.openxmlformats.org/presentationml/2006/main">
  <p:tag name="KSO_WM_BEAUTIFY_FLAG" val=""/>
</p:tagLst>
</file>

<file path=ppt/tags/tag3083.xml><?xml version="1.0" encoding="utf-8"?>
<p:tagLst xmlns:p="http://schemas.openxmlformats.org/presentationml/2006/main">
  <p:tag name="KSO_WM_BEAUTIFY_FLAG" val=""/>
</p:tagLst>
</file>

<file path=ppt/tags/tag3084.xml><?xml version="1.0" encoding="utf-8"?>
<p:tagLst xmlns:p="http://schemas.openxmlformats.org/presentationml/2006/main">
  <p:tag name="KSO_WM_BEAUTIFY_FLAG" val=""/>
</p:tagLst>
</file>

<file path=ppt/tags/tag3085.xml><?xml version="1.0" encoding="utf-8"?>
<p:tagLst xmlns:p="http://schemas.openxmlformats.org/presentationml/2006/main">
  <p:tag name="KSO_WM_BEAUTIFY_FLAG" val=""/>
</p:tagLst>
</file>

<file path=ppt/tags/tag3086.xml><?xml version="1.0" encoding="utf-8"?>
<p:tagLst xmlns:p="http://schemas.openxmlformats.org/presentationml/2006/main">
  <p:tag name="KSO_WM_BEAUTIFY_FLAG" val=""/>
</p:tagLst>
</file>

<file path=ppt/tags/tag3087.xml><?xml version="1.0" encoding="utf-8"?>
<p:tagLst xmlns:p="http://schemas.openxmlformats.org/presentationml/2006/main">
  <p:tag name="KSO_WM_BEAUTIFY_FLAG" val=""/>
</p:tagLst>
</file>

<file path=ppt/tags/tag3088.xml><?xml version="1.0" encoding="utf-8"?>
<p:tagLst xmlns:p="http://schemas.openxmlformats.org/presentationml/2006/main">
  <p:tag name="KSO_WM_BEAUTIFY_FLAG" val=""/>
</p:tagLst>
</file>

<file path=ppt/tags/tag3089.xml><?xml version="1.0" encoding="utf-8"?>
<p:tagLst xmlns:p="http://schemas.openxmlformats.org/presentationml/2006/main">
  <p:tag name="KSO_WM_BEAUTIFY_FLAG" val=""/>
</p:tagLst>
</file>

<file path=ppt/tags/tag3090.xml><?xml version="1.0" encoding="utf-8"?>
<p:tagLst xmlns:p="http://schemas.openxmlformats.org/presentationml/2006/main">
  <p:tag name="KSO_WM_BEAUTIFY_FLAG" val=""/>
</p:tagLst>
</file>

<file path=ppt/tags/tag3091.xml><?xml version="1.0" encoding="utf-8"?>
<p:tagLst xmlns:p="http://schemas.openxmlformats.org/presentationml/2006/main">
  <p:tag name="KSO_WM_BEAUTIFY_FLAG" val=""/>
</p:tagLst>
</file>

<file path=ppt/tags/tag3092.xml><?xml version="1.0" encoding="utf-8"?>
<p:tagLst xmlns:p="http://schemas.openxmlformats.org/presentationml/2006/main">
  <p:tag name="KSO_WM_BEAUTIFY_FLAG" val=""/>
</p:tagLst>
</file>

<file path=ppt/tags/tag3093.xml><?xml version="1.0" encoding="utf-8"?>
<p:tagLst xmlns:p="http://schemas.openxmlformats.org/presentationml/2006/main">
  <p:tag name="KSO_WM_BEAUTIFY_FLAG" val=""/>
</p:tagLst>
</file>

<file path=ppt/tags/tag3094.xml><?xml version="1.0" encoding="utf-8"?>
<p:tagLst xmlns:p="http://schemas.openxmlformats.org/presentationml/2006/main">
  <p:tag name="KSO_WM_BEAUTIFY_FLAG" val=""/>
</p:tagLst>
</file>

<file path=ppt/tags/tag3095.xml><?xml version="1.0" encoding="utf-8"?>
<p:tagLst xmlns:p="http://schemas.openxmlformats.org/presentationml/2006/main">
  <p:tag name="KSO_WM_BEAUTIFY_FLAG" val=""/>
</p:tagLst>
</file>

<file path=ppt/tags/tag3096.xml><?xml version="1.0" encoding="utf-8"?>
<p:tagLst xmlns:p="http://schemas.openxmlformats.org/presentationml/2006/main">
  <p:tag name="KSO_WM_BEAUTIFY_FLAG" val=""/>
</p:tagLst>
</file>

<file path=ppt/tags/tag3097.xml><?xml version="1.0" encoding="utf-8"?>
<p:tagLst xmlns:p="http://schemas.openxmlformats.org/presentationml/2006/main">
  <p:tag name="KSO_WM_BEAUTIFY_FLAG" val=""/>
</p:tagLst>
</file>

<file path=ppt/tags/tag3098.xml><?xml version="1.0" encoding="utf-8"?>
<p:tagLst xmlns:p="http://schemas.openxmlformats.org/presentationml/2006/main">
  <p:tag name="KSO_WM_BEAUTIFY_FLAG" val=""/>
</p:tagLst>
</file>

<file path=ppt/tags/tag3099.xml><?xml version="1.0" encoding="utf-8"?>
<p:tagLst xmlns:p="http://schemas.openxmlformats.org/presentationml/2006/main">
  <p:tag name="KSO_WM_BEAUTIFY_FLAG" val=""/>
</p:tagLst>
</file>

<file path=ppt/tags/tag3100.xml><?xml version="1.0" encoding="utf-8"?>
<p:tagLst xmlns:p="http://schemas.openxmlformats.org/presentationml/2006/main">
  <p:tag name="KSO_WM_BEAUTIFY_FLAG" val=""/>
</p:tagLst>
</file>

<file path=ppt/tags/tag3101.xml><?xml version="1.0" encoding="utf-8"?>
<p:tagLst xmlns:p="http://schemas.openxmlformats.org/presentationml/2006/main">
  <p:tag name="KSO_WM_BEAUTIFY_FLAG" val=""/>
</p:tagLst>
</file>

<file path=ppt/tags/tag3102.xml><?xml version="1.0" encoding="utf-8"?>
<p:tagLst xmlns:p="http://schemas.openxmlformats.org/presentationml/2006/main">
  <p:tag name="KSO_WM_BEAUTIFY_FLAG" val=""/>
</p:tagLst>
</file>

<file path=ppt/tags/tag3103.xml><?xml version="1.0" encoding="utf-8"?>
<p:tagLst xmlns:p="http://schemas.openxmlformats.org/presentationml/2006/main">
  <p:tag name="KSO_WM_BEAUTIFY_FLAG" val=""/>
</p:tagLst>
</file>

<file path=ppt/tags/tag3104.xml><?xml version="1.0" encoding="utf-8"?>
<p:tagLst xmlns:p="http://schemas.openxmlformats.org/presentationml/2006/main">
  <p:tag name="KSO_WM_BEAUTIFY_FLAG" val=""/>
</p:tagLst>
</file>

<file path=ppt/tags/tag3105.xml><?xml version="1.0" encoding="utf-8"?>
<p:tagLst xmlns:p="http://schemas.openxmlformats.org/presentationml/2006/main">
  <p:tag name="KSO_WM_BEAUTIFY_FLAG" val=""/>
</p:tagLst>
</file>

<file path=ppt/tags/tag3106.xml><?xml version="1.0" encoding="utf-8"?>
<p:tagLst xmlns:p="http://schemas.openxmlformats.org/presentationml/2006/main">
  <p:tag name="KSO_WM_BEAUTIFY_FLAG" val=""/>
</p:tagLst>
</file>

<file path=ppt/tags/tag3107.xml><?xml version="1.0" encoding="utf-8"?>
<p:tagLst xmlns:p="http://schemas.openxmlformats.org/presentationml/2006/main">
  <p:tag name="KSO_WM_BEAUTIFY_FLAG" val=""/>
</p:tagLst>
</file>

<file path=ppt/tags/tag3108.xml><?xml version="1.0" encoding="utf-8"?>
<p:tagLst xmlns:p="http://schemas.openxmlformats.org/presentationml/2006/main">
  <p:tag name="KSO_WM_BEAUTIFY_FLAG" val=""/>
</p:tagLst>
</file>

<file path=ppt/tags/tag3109.xml><?xml version="1.0" encoding="utf-8"?>
<p:tagLst xmlns:p="http://schemas.openxmlformats.org/presentationml/2006/main">
  <p:tag name="KSO_WM_BEAUTIFY_FLAG" val=""/>
</p:tagLst>
</file>

<file path=ppt/tags/tag3110.xml><?xml version="1.0" encoding="utf-8"?>
<p:tagLst xmlns:p="http://schemas.openxmlformats.org/presentationml/2006/main">
  <p:tag name="KSO_WM_BEAUTIFY_FLAG" val=""/>
</p:tagLst>
</file>

<file path=ppt/tags/tag3111.xml><?xml version="1.0" encoding="utf-8"?>
<p:tagLst xmlns:p="http://schemas.openxmlformats.org/presentationml/2006/main">
  <p:tag name="KSO_WM_BEAUTIFY_FLAG" val=""/>
</p:tagLst>
</file>

<file path=ppt/tags/tag3112.xml><?xml version="1.0" encoding="utf-8"?>
<p:tagLst xmlns:p="http://schemas.openxmlformats.org/presentationml/2006/main">
  <p:tag name="KSO_WM_BEAUTIFY_FLAG" val=""/>
</p:tagLst>
</file>

<file path=ppt/tags/tag3113.xml><?xml version="1.0" encoding="utf-8"?>
<p:tagLst xmlns:p="http://schemas.openxmlformats.org/presentationml/2006/main">
  <p:tag name="KSO_WM_BEAUTIFY_FLAG" val=""/>
</p:tagLst>
</file>

<file path=ppt/tags/tag3114.xml><?xml version="1.0" encoding="utf-8"?>
<p:tagLst xmlns:p="http://schemas.openxmlformats.org/presentationml/2006/main">
  <p:tag name="KSO_WM_BEAUTIFY_FLAG" val=""/>
</p:tagLst>
</file>

<file path=ppt/tags/tag3115.xml><?xml version="1.0" encoding="utf-8"?>
<p:tagLst xmlns:p="http://schemas.openxmlformats.org/presentationml/2006/main">
  <p:tag name="KSO_WM_BEAUTIFY_FLAG" val=""/>
</p:tagLst>
</file>

<file path=ppt/tags/tag3116.xml><?xml version="1.0" encoding="utf-8"?>
<p:tagLst xmlns:p="http://schemas.openxmlformats.org/presentationml/2006/main">
  <p:tag name="KSO_WM_BEAUTIFY_FLAG" val=""/>
</p:tagLst>
</file>

<file path=ppt/tags/tag3117.xml><?xml version="1.0" encoding="utf-8"?>
<p:tagLst xmlns:p="http://schemas.openxmlformats.org/presentationml/2006/main">
  <p:tag name="KSO_WM_BEAUTIFY_FLAG" val=""/>
</p:tagLst>
</file>

<file path=ppt/tags/tag3118.xml><?xml version="1.0" encoding="utf-8"?>
<p:tagLst xmlns:p="http://schemas.openxmlformats.org/presentationml/2006/main">
  <p:tag name="KSO_WM_BEAUTIFY_FLAG" val=""/>
</p:tagLst>
</file>

<file path=ppt/tags/tag3119.xml><?xml version="1.0" encoding="utf-8"?>
<p:tagLst xmlns:p="http://schemas.openxmlformats.org/presentationml/2006/main">
  <p:tag name="KSO_WM_BEAUTIFY_FLAG" val=""/>
</p:tagLst>
</file>

<file path=ppt/tags/tag3120.xml><?xml version="1.0" encoding="utf-8"?>
<p:tagLst xmlns:p="http://schemas.openxmlformats.org/presentationml/2006/main">
  <p:tag name="KSO_WM_BEAUTIFY_FLAG" val=""/>
</p:tagLst>
</file>

<file path=ppt/tags/tag3121.xml><?xml version="1.0" encoding="utf-8"?>
<p:tagLst xmlns:p="http://schemas.openxmlformats.org/presentationml/2006/main">
  <p:tag name="KSO_WM_BEAUTIFY_FLAG" val=""/>
</p:tagLst>
</file>

<file path=ppt/tags/tag3122.xml><?xml version="1.0" encoding="utf-8"?>
<p:tagLst xmlns:p="http://schemas.openxmlformats.org/presentationml/2006/main">
  <p:tag name="KSO_WM_BEAUTIFY_FLAG" val=""/>
</p:tagLst>
</file>

<file path=ppt/tags/tag3123.xml><?xml version="1.0" encoding="utf-8"?>
<p:tagLst xmlns:p="http://schemas.openxmlformats.org/presentationml/2006/main">
  <p:tag name="KSO_WM_BEAUTIFY_FLAG" val=""/>
</p:tagLst>
</file>

<file path=ppt/tags/tag3124.xml><?xml version="1.0" encoding="utf-8"?>
<p:tagLst xmlns:p="http://schemas.openxmlformats.org/presentationml/2006/main">
  <p:tag name="KSO_WM_BEAUTIFY_FLAG" val=""/>
</p:tagLst>
</file>

<file path=ppt/tags/tag3125.xml><?xml version="1.0" encoding="utf-8"?>
<p:tagLst xmlns:p="http://schemas.openxmlformats.org/presentationml/2006/main">
  <p:tag name="KSO_WM_BEAUTIFY_FLAG" val=""/>
</p:tagLst>
</file>

<file path=ppt/tags/tag3126.xml><?xml version="1.0" encoding="utf-8"?>
<p:tagLst xmlns:p="http://schemas.openxmlformats.org/presentationml/2006/main">
  <p:tag name="KSO_WM_BEAUTIFY_FLAG" val=""/>
</p:tagLst>
</file>

<file path=ppt/tags/tag3127.xml><?xml version="1.0" encoding="utf-8"?>
<p:tagLst xmlns:p="http://schemas.openxmlformats.org/presentationml/2006/main">
  <p:tag name="KSO_WM_BEAUTIFY_FLAG" val=""/>
</p:tagLst>
</file>

<file path=ppt/tags/tag3128.xml><?xml version="1.0" encoding="utf-8"?>
<p:tagLst xmlns:p="http://schemas.openxmlformats.org/presentationml/2006/main">
  <p:tag name="KSO_WM_BEAUTIFY_FLAG" val=""/>
</p:tagLst>
</file>

<file path=ppt/tags/tag3129.xml><?xml version="1.0" encoding="utf-8"?>
<p:tagLst xmlns:p="http://schemas.openxmlformats.org/presentationml/2006/main">
  <p:tag name="KSO_WM_BEAUTIFY_FLAG" val=""/>
</p:tagLst>
</file>

<file path=ppt/tags/tag3130.xml><?xml version="1.0" encoding="utf-8"?>
<p:tagLst xmlns:p="http://schemas.openxmlformats.org/presentationml/2006/main">
  <p:tag name="KSO_WM_BEAUTIFY_FLAG" val=""/>
</p:tagLst>
</file>

<file path=ppt/tags/tag3131.xml><?xml version="1.0" encoding="utf-8"?>
<p:tagLst xmlns:p="http://schemas.openxmlformats.org/presentationml/2006/main">
  <p:tag name="KSO_WM_BEAUTIFY_FLAG" val=""/>
</p:tagLst>
</file>

<file path=ppt/tags/tag3132.xml><?xml version="1.0" encoding="utf-8"?>
<p:tagLst xmlns:p="http://schemas.openxmlformats.org/presentationml/2006/main">
  <p:tag name="KSO_WM_BEAUTIFY_FLAG" val=""/>
</p:tagLst>
</file>

<file path=ppt/tags/tag3133.xml><?xml version="1.0" encoding="utf-8"?>
<p:tagLst xmlns:p="http://schemas.openxmlformats.org/presentationml/2006/main">
  <p:tag name="KSO_WM_BEAUTIFY_FLAG" val=""/>
</p:tagLst>
</file>

<file path=ppt/tags/tag3134.xml><?xml version="1.0" encoding="utf-8"?>
<p:tagLst xmlns:p="http://schemas.openxmlformats.org/presentationml/2006/main">
  <p:tag name="KSO_WM_BEAUTIFY_FLAG" val=""/>
</p:tagLst>
</file>

<file path=ppt/tags/tag3135.xml><?xml version="1.0" encoding="utf-8"?>
<p:tagLst xmlns:p="http://schemas.openxmlformats.org/presentationml/2006/main">
  <p:tag name="KSO_WM_BEAUTIFY_FLAG" val=""/>
</p:tagLst>
</file>

<file path=ppt/tags/tag3136.xml><?xml version="1.0" encoding="utf-8"?>
<p:tagLst xmlns:p="http://schemas.openxmlformats.org/presentationml/2006/main">
  <p:tag name="KSO_WM_BEAUTIFY_FLAG" val=""/>
</p:tagLst>
</file>

<file path=ppt/tags/tag3137.xml><?xml version="1.0" encoding="utf-8"?>
<p:tagLst xmlns:p="http://schemas.openxmlformats.org/presentationml/2006/main">
  <p:tag name="KSO_WM_BEAUTIFY_FLAG" val=""/>
</p:tagLst>
</file>

<file path=ppt/tags/tag3138.xml><?xml version="1.0" encoding="utf-8"?>
<p:tagLst xmlns:p="http://schemas.openxmlformats.org/presentationml/2006/main">
  <p:tag name="KSO_WM_BEAUTIFY_FLAG" val=""/>
</p:tagLst>
</file>

<file path=ppt/tags/tag3139.xml><?xml version="1.0" encoding="utf-8"?>
<p:tagLst xmlns:p="http://schemas.openxmlformats.org/presentationml/2006/main">
  <p:tag name="KSO_WM_BEAUTIFY_FLAG" val=""/>
</p:tagLst>
</file>

<file path=ppt/tags/tag3140.xml><?xml version="1.0" encoding="utf-8"?>
<p:tagLst xmlns:p="http://schemas.openxmlformats.org/presentationml/2006/main">
  <p:tag name="KSO_WM_BEAUTIFY_FLAG" val=""/>
</p:tagLst>
</file>

<file path=ppt/tags/tag3141.xml><?xml version="1.0" encoding="utf-8"?>
<p:tagLst xmlns:p="http://schemas.openxmlformats.org/presentationml/2006/main">
  <p:tag name="KSO_WM_BEAUTIFY_FLAG" val=""/>
</p:tagLst>
</file>

<file path=ppt/tags/tag3142.xml><?xml version="1.0" encoding="utf-8"?>
<p:tagLst xmlns:p="http://schemas.openxmlformats.org/presentationml/2006/main">
  <p:tag name="KSO_WM_BEAUTIFY_FLAG" val=""/>
</p:tagLst>
</file>

<file path=ppt/tags/tag3143.xml><?xml version="1.0" encoding="utf-8"?>
<p:tagLst xmlns:p="http://schemas.openxmlformats.org/presentationml/2006/main">
  <p:tag name="KSO_WM_BEAUTIFY_FLAG" val=""/>
</p:tagLst>
</file>

<file path=ppt/tags/tag3144.xml><?xml version="1.0" encoding="utf-8"?>
<p:tagLst xmlns:p="http://schemas.openxmlformats.org/presentationml/2006/main">
  <p:tag name="KSO_WM_BEAUTIFY_FLAG" val=""/>
</p:tagLst>
</file>

<file path=ppt/tags/tag3145.xml><?xml version="1.0" encoding="utf-8"?>
<p:tagLst xmlns:p="http://schemas.openxmlformats.org/presentationml/2006/main">
  <p:tag name="KSO_WM_BEAUTIFY_FLAG" val=""/>
</p:tagLst>
</file>

<file path=ppt/tags/tag3146.xml><?xml version="1.0" encoding="utf-8"?>
<p:tagLst xmlns:p="http://schemas.openxmlformats.org/presentationml/2006/main">
  <p:tag name="KSO_WM_BEAUTIFY_FLAG" val=""/>
</p:tagLst>
</file>

<file path=ppt/tags/tag3147.xml><?xml version="1.0" encoding="utf-8"?>
<p:tagLst xmlns:p="http://schemas.openxmlformats.org/presentationml/2006/main">
  <p:tag name="KSO_WM_BEAUTIFY_FLAG" val=""/>
</p:tagLst>
</file>

<file path=ppt/tags/tag3148.xml><?xml version="1.0" encoding="utf-8"?>
<p:tagLst xmlns:p="http://schemas.openxmlformats.org/presentationml/2006/main">
  <p:tag name="KSO_WM_BEAUTIFY_FLAG" val=""/>
</p:tagLst>
</file>

<file path=ppt/tags/tag3149.xml><?xml version="1.0" encoding="utf-8"?>
<p:tagLst xmlns:p="http://schemas.openxmlformats.org/presentationml/2006/main">
  <p:tag name="KSO_WM_BEAUTIFY_FLAG" val=""/>
</p:tagLst>
</file>

<file path=ppt/tags/tag3150.xml><?xml version="1.0" encoding="utf-8"?>
<p:tagLst xmlns:p="http://schemas.openxmlformats.org/presentationml/2006/main">
  <p:tag name="KSO_WM_BEAUTIFY_FLAG" val=""/>
</p:tagLst>
</file>

<file path=ppt/tags/tag3151.xml><?xml version="1.0" encoding="utf-8"?>
<p:tagLst xmlns:p="http://schemas.openxmlformats.org/presentationml/2006/main">
  <p:tag name="KSO_WM_BEAUTIFY_FLAG" val=""/>
</p:tagLst>
</file>

<file path=ppt/tags/tag3152.xml><?xml version="1.0" encoding="utf-8"?>
<p:tagLst xmlns:p="http://schemas.openxmlformats.org/presentationml/2006/main">
  <p:tag name="KSO_WM_BEAUTIFY_FLAG" val=""/>
</p:tagLst>
</file>

<file path=ppt/tags/tag3153.xml><?xml version="1.0" encoding="utf-8"?>
<p:tagLst xmlns:p="http://schemas.openxmlformats.org/presentationml/2006/main">
  <p:tag name="KSO_WM_BEAUTIFY_FLAG" val=""/>
</p:tagLst>
</file>

<file path=ppt/tags/tag3154.xml><?xml version="1.0" encoding="utf-8"?>
<p:tagLst xmlns:p="http://schemas.openxmlformats.org/presentationml/2006/main">
  <p:tag name="KSO_WM_BEAUTIFY_FLAG" val=""/>
</p:tagLst>
</file>

<file path=ppt/tags/tag3155.xml><?xml version="1.0" encoding="utf-8"?>
<p:tagLst xmlns:p="http://schemas.openxmlformats.org/presentationml/2006/main">
  <p:tag name="KSO_WM_BEAUTIFY_FLAG" val=""/>
</p:tagLst>
</file>

<file path=ppt/tags/tag3156.xml><?xml version="1.0" encoding="utf-8"?>
<p:tagLst xmlns:p="http://schemas.openxmlformats.org/presentationml/2006/main">
  <p:tag name="KSO_WM_BEAUTIFY_FLAG" val=""/>
</p:tagLst>
</file>

<file path=ppt/tags/tag3157.xml><?xml version="1.0" encoding="utf-8"?>
<p:tagLst xmlns:p="http://schemas.openxmlformats.org/presentationml/2006/main">
  <p:tag name="KSO_WM_BEAUTIFY_FLAG" val=""/>
</p:tagLst>
</file>

<file path=ppt/tags/tag3158.xml><?xml version="1.0" encoding="utf-8"?>
<p:tagLst xmlns:p="http://schemas.openxmlformats.org/presentationml/2006/main">
  <p:tag name="KSO_WM_BEAUTIFY_FLAG" val=""/>
</p:tagLst>
</file>

<file path=ppt/tags/tag3159.xml><?xml version="1.0" encoding="utf-8"?>
<p:tagLst xmlns:p="http://schemas.openxmlformats.org/presentationml/2006/main">
  <p:tag name="KSO_WM_BEAUTIFY_FLAG" val=""/>
</p:tagLst>
</file>

<file path=ppt/tags/tag3160.xml><?xml version="1.0" encoding="utf-8"?>
<p:tagLst xmlns:p="http://schemas.openxmlformats.org/presentationml/2006/main">
  <p:tag name="KSO_WM_BEAUTIFY_FLAG" val=""/>
</p:tagLst>
</file>

<file path=ppt/tags/tag3161.xml><?xml version="1.0" encoding="utf-8"?>
<p:tagLst xmlns:p="http://schemas.openxmlformats.org/presentationml/2006/main">
  <p:tag name="KSO_WM_BEAUTIFY_FLAG" val=""/>
</p:tagLst>
</file>

<file path=ppt/tags/tag3162.xml><?xml version="1.0" encoding="utf-8"?>
<p:tagLst xmlns:p="http://schemas.openxmlformats.org/presentationml/2006/main">
  <p:tag name="KSO_WM_BEAUTIFY_FLAG" val=""/>
</p:tagLst>
</file>

<file path=ppt/tags/tag3163.xml><?xml version="1.0" encoding="utf-8"?>
<p:tagLst xmlns:p="http://schemas.openxmlformats.org/presentationml/2006/main">
  <p:tag name="KSO_WM_BEAUTIFY_FLAG" val=""/>
</p:tagLst>
</file>

<file path=ppt/tags/tag3164.xml><?xml version="1.0" encoding="utf-8"?>
<p:tagLst xmlns:p="http://schemas.openxmlformats.org/presentationml/2006/main">
  <p:tag name="KSO_WM_BEAUTIFY_FLAG" val=""/>
</p:tagLst>
</file>

<file path=ppt/tags/tag3165.xml><?xml version="1.0" encoding="utf-8"?>
<p:tagLst xmlns:p="http://schemas.openxmlformats.org/presentationml/2006/main">
  <p:tag name="KSO_WM_BEAUTIFY_FLAG" val=""/>
</p:tagLst>
</file>

<file path=ppt/tags/tag3166.xml><?xml version="1.0" encoding="utf-8"?>
<p:tagLst xmlns:p="http://schemas.openxmlformats.org/presentationml/2006/main">
  <p:tag name="KSO_WM_BEAUTIFY_FLAG" val=""/>
</p:tagLst>
</file>

<file path=ppt/tags/tag3167.xml><?xml version="1.0" encoding="utf-8"?>
<p:tagLst xmlns:p="http://schemas.openxmlformats.org/presentationml/2006/main">
  <p:tag name="KSO_WM_BEAUTIFY_FLAG" val=""/>
</p:tagLst>
</file>

<file path=ppt/tags/tag3168.xml><?xml version="1.0" encoding="utf-8"?>
<p:tagLst xmlns:p="http://schemas.openxmlformats.org/presentationml/2006/main">
  <p:tag name="KSO_WM_BEAUTIFY_FLAG" val=""/>
</p:tagLst>
</file>

<file path=ppt/tags/tag3169.xml><?xml version="1.0" encoding="utf-8"?>
<p:tagLst xmlns:p="http://schemas.openxmlformats.org/presentationml/2006/main">
  <p:tag name="KSO_WM_BEAUTIFY_FLAG" val=""/>
</p:tagLst>
</file>

<file path=ppt/tags/tag3170.xml><?xml version="1.0" encoding="utf-8"?>
<p:tagLst xmlns:p="http://schemas.openxmlformats.org/presentationml/2006/main">
  <p:tag name="KSO_WM_BEAUTIFY_FLAG" val=""/>
</p:tagLst>
</file>

<file path=ppt/tags/tag3171.xml><?xml version="1.0" encoding="utf-8"?>
<p:tagLst xmlns:p="http://schemas.openxmlformats.org/presentationml/2006/main">
  <p:tag name="KSO_WM_BEAUTIFY_FLAG" val=""/>
</p:tagLst>
</file>

<file path=ppt/tags/tag3172.xml><?xml version="1.0" encoding="utf-8"?>
<p:tagLst xmlns:p="http://schemas.openxmlformats.org/presentationml/2006/main">
  <p:tag name="KSO_WM_BEAUTIFY_FLAG" val=""/>
</p:tagLst>
</file>

<file path=ppt/tags/tag3173.xml><?xml version="1.0" encoding="utf-8"?>
<p:tagLst xmlns:p="http://schemas.openxmlformats.org/presentationml/2006/main">
  <p:tag name="KSO_WM_BEAUTIFY_FLAG" val=""/>
</p:tagLst>
</file>

<file path=ppt/tags/tag3174.xml><?xml version="1.0" encoding="utf-8"?>
<p:tagLst xmlns:p="http://schemas.openxmlformats.org/presentationml/2006/main">
  <p:tag name="KSO_WM_BEAUTIFY_FLAG" val=""/>
</p:tagLst>
</file>

<file path=ppt/tags/tag3175.xml><?xml version="1.0" encoding="utf-8"?>
<p:tagLst xmlns:p="http://schemas.openxmlformats.org/presentationml/2006/main">
  <p:tag name="KSO_WM_BEAUTIFY_FLAG" val=""/>
</p:tagLst>
</file>

<file path=ppt/tags/tag3176.xml><?xml version="1.0" encoding="utf-8"?>
<p:tagLst xmlns:p="http://schemas.openxmlformats.org/presentationml/2006/main">
  <p:tag name="KSO_WM_BEAUTIFY_FLAG" val=""/>
</p:tagLst>
</file>

<file path=ppt/tags/tag3177.xml><?xml version="1.0" encoding="utf-8"?>
<p:tagLst xmlns:p="http://schemas.openxmlformats.org/presentationml/2006/main">
  <p:tag name="KSO_WM_BEAUTIFY_FLAG" val=""/>
</p:tagLst>
</file>

<file path=ppt/tags/tag3178.xml><?xml version="1.0" encoding="utf-8"?>
<p:tagLst xmlns:p="http://schemas.openxmlformats.org/presentationml/2006/main">
  <p:tag name="KSO_WM_BEAUTIFY_FLAG" val=""/>
</p:tagLst>
</file>

<file path=ppt/tags/tag3179.xml><?xml version="1.0" encoding="utf-8"?>
<p:tagLst xmlns:p="http://schemas.openxmlformats.org/presentationml/2006/main">
  <p:tag name="KSO_WM_BEAUTIFY_FLAG" val=""/>
</p:tagLst>
</file>

<file path=ppt/tags/tag3180.xml><?xml version="1.0" encoding="utf-8"?>
<p:tagLst xmlns:p="http://schemas.openxmlformats.org/presentationml/2006/main">
  <p:tag name="KSO_WM_BEAUTIFY_FLAG" val=""/>
</p:tagLst>
</file>

<file path=ppt/tags/tag3181.xml><?xml version="1.0" encoding="utf-8"?>
<p:tagLst xmlns:p="http://schemas.openxmlformats.org/presentationml/2006/main">
  <p:tag name="KSO_WM_BEAUTIFY_FLAG" val=""/>
</p:tagLst>
</file>

<file path=ppt/tags/tag3182.xml><?xml version="1.0" encoding="utf-8"?>
<p:tagLst xmlns:p="http://schemas.openxmlformats.org/presentationml/2006/main">
  <p:tag name="KSO_WM_BEAUTIFY_FLAG" val=""/>
</p:tagLst>
</file>

<file path=ppt/tags/tag3183.xml><?xml version="1.0" encoding="utf-8"?>
<p:tagLst xmlns:p="http://schemas.openxmlformats.org/presentationml/2006/main">
  <p:tag name="KSO_WM_BEAUTIFY_FLAG" val=""/>
</p:tagLst>
</file>

<file path=ppt/tags/tag3184.xml><?xml version="1.0" encoding="utf-8"?>
<p:tagLst xmlns:p="http://schemas.openxmlformats.org/presentationml/2006/main">
  <p:tag name="KSO_WM_BEAUTIFY_FLAG" val=""/>
</p:tagLst>
</file>

<file path=ppt/tags/tag3185.xml><?xml version="1.0" encoding="utf-8"?>
<p:tagLst xmlns:p="http://schemas.openxmlformats.org/presentationml/2006/main">
  <p:tag name="KSO_WM_BEAUTIFY_FLAG" val=""/>
</p:tagLst>
</file>

<file path=ppt/tags/tag3186.xml><?xml version="1.0" encoding="utf-8"?>
<p:tagLst xmlns:p="http://schemas.openxmlformats.org/presentationml/2006/main">
  <p:tag name="KSO_WM_BEAUTIFY_FLAG" val=""/>
</p:tagLst>
</file>

<file path=ppt/tags/tag3187.xml><?xml version="1.0" encoding="utf-8"?>
<p:tagLst xmlns:p="http://schemas.openxmlformats.org/presentationml/2006/main">
  <p:tag name="KSO_WM_BEAUTIFY_FLAG" val=""/>
</p:tagLst>
</file>

<file path=ppt/tags/tag3188.xml><?xml version="1.0" encoding="utf-8"?>
<p:tagLst xmlns:p="http://schemas.openxmlformats.org/presentationml/2006/main">
  <p:tag name="KSO_WM_BEAUTIFY_FLAG" val=""/>
</p:tagLst>
</file>

<file path=ppt/tags/tag3189.xml><?xml version="1.0" encoding="utf-8"?>
<p:tagLst xmlns:p="http://schemas.openxmlformats.org/presentationml/2006/main">
  <p:tag name="KSO_WM_BEAUTIFY_FLAG" val=""/>
</p:tagLst>
</file>

<file path=ppt/tags/tag3190.xml><?xml version="1.0" encoding="utf-8"?>
<p:tagLst xmlns:p="http://schemas.openxmlformats.org/presentationml/2006/main">
  <p:tag name="KSO_WM_BEAUTIFY_FLAG" val=""/>
</p:tagLst>
</file>

<file path=ppt/tags/tag3191.xml><?xml version="1.0" encoding="utf-8"?>
<p:tagLst xmlns:p="http://schemas.openxmlformats.org/presentationml/2006/main">
  <p:tag name="KSO_WM_BEAUTIFY_FLAG" val=""/>
</p:tagLst>
</file>

<file path=ppt/tags/tag3192.xml><?xml version="1.0" encoding="utf-8"?>
<p:tagLst xmlns:p="http://schemas.openxmlformats.org/presentationml/2006/main">
  <p:tag name="KSO_WM_BEAUTIFY_FLAG" val=""/>
</p:tagLst>
</file>

<file path=ppt/tags/tag3193.xml><?xml version="1.0" encoding="utf-8"?>
<p:tagLst xmlns:p="http://schemas.openxmlformats.org/presentationml/2006/main">
  <p:tag name="KSO_WM_BEAUTIFY_FLAG" val=""/>
</p:tagLst>
</file>

<file path=ppt/tags/tag3194.xml><?xml version="1.0" encoding="utf-8"?>
<p:tagLst xmlns:p="http://schemas.openxmlformats.org/presentationml/2006/main">
  <p:tag name="KSO_WM_BEAUTIFY_FLAG" val=""/>
</p:tagLst>
</file>

<file path=ppt/tags/tag3195.xml><?xml version="1.0" encoding="utf-8"?>
<p:tagLst xmlns:p="http://schemas.openxmlformats.org/presentationml/2006/main">
  <p:tag name="KSO_WM_BEAUTIFY_FLAG" val=""/>
</p:tagLst>
</file>

<file path=ppt/tags/tag3196.xml><?xml version="1.0" encoding="utf-8"?>
<p:tagLst xmlns:p="http://schemas.openxmlformats.org/presentationml/2006/main">
  <p:tag name="KSO_WM_BEAUTIFY_FLAG" val=""/>
</p:tagLst>
</file>

<file path=ppt/tags/tag3197.xml><?xml version="1.0" encoding="utf-8"?>
<p:tagLst xmlns:p="http://schemas.openxmlformats.org/presentationml/2006/main">
  <p:tag name="KSO_WM_BEAUTIFY_FLAG" val=""/>
</p:tagLst>
</file>

<file path=ppt/tags/tag3198.xml><?xml version="1.0" encoding="utf-8"?>
<p:tagLst xmlns:p="http://schemas.openxmlformats.org/presentationml/2006/main">
  <p:tag name="KSO_WM_BEAUTIFY_FLAG" val=""/>
</p:tagLst>
</file>

<file path=ppt/tags/tag3199.xml><?xml version="1.0" encoding="utf-8"?>
<p:tagLst xmlns:p="http://schemas.openxmlformats.org/presentationml/2006/main">
  <p:tag name="KSO_WM_BEAUTIFY_FLAG" val=""/>
</p:tagLst>
</file>

<file path=ppt/tags/tag3200.xml><?xml version="1.0" encoding="utf-8"?>
<p:tagLst xmlns:p="http://schemas.openxmlformats.org/presentationml/2006/main">
  <p:tag name="KSO_WM_BEAUTIFY_FLAG" val=""/>
</p:tagLst>
</file>

<file path=ppt/tags/tag3201.xml><?xml version="1.0" encoding="utf-8"?>
<p:tagLst xmlns:p="http://schemas.openxmlformats.org/presentationml/2006/main">
  <p:tag name="KSO_WM_BEAUTIFY_FLAG" val=""/>
</p:tagLst>
</file>

<file path=ppt/tags/tag3202.xml><?xml version="1.0" encoding="utf-8"?>
<p:tagLst xmlns:p="http://schemas.openxmlformats.org/presentationml/2006/main">
  <p:tag name="TABLE_ENDDRAG_ORIGIN_RECT" val="449*99"/>
  <p:tag name="TABLE_ENDDRAG_RECT" val="146*260*449*99"/>
  <p:tag name="KSO_WM_BEAUTIFY_FLAG" val=""/>
</p:tagLst>
</file>

<file path=ppt/tags/tag3203.xml><?xml version="1.0" encoding="utf-8"?>
<p:tagLst xmlns:p="http://schemas.openxmlformats.org/presentationml/2006/main">
  <p:tag name="KSO_WM_BEAUTIFY_FLAG" val=""/>
</p:tagLst>
</file>

<file path=ppt/tags/tag3204.xml><?xml version="1.0" encoding="utf-8"?>
<p:tagLst xmlns:p="http://schemas.openxmlformats.org/presentationml/2006/main">
  <p:tag name="KSO_WM_BEAUTIFY_FLAG" val=""/>
</p:tagLst>
</file>

<file path=ppt/tags/tag3205.xml><?xml version="1.0" encoding="utf-8"?>
<p:tagLst xmlns:p="http://schemas.openxmlformats.org/presentationml/2006/main">
  <p:tag name="KSO_WM_BEAUTIFY_FLAG" val=""/>
</p:tagLst>
</file>

<file path=ppt/tags/tag3206.xml><?xml version="1.0" encoding="utf-8"?>
<p:tagLst xmlns:p="http://schemas.openxmlformats.org/presentationml/2006/main">
  <p:tag name="KSO_WM_BEAUTIFY_FLAG" val=""/>
</p:tagLst>
</file>

<file path=ppt/tags/tag3207.xml><?xml version="1.0" encoding="utf-8"?>
<p:tagLst xmlns:p="http://schemas.openxmlformats.org/presentationml/2006/main">
  <p:tag name="KSO_WM_BEAUTIFY_FLAG" val=""/>
</p:tagLst>
</file>

<file path=ppt/tags/tag3208.xml><?xml version="1.0" encoding="utf-8"?>
<p:tagLst xmlns:p="http://schemas.openxmlformats.org/presentationml/2006/main">
  <p:tag name="KSO_WM_BEAUTIFY_FLAG" val=""/>
</p:tagLst>
</file>

<file path=ppt/tags/tag3209.xml><?xml version="1.0" encoding="utf-8"?>
<p:tagLst xmlns:p="http://schemas.openxmlformats.org/presentationml/2006/main">
  <p:tag name="KSO_WM_BEAUTIFY_FLAG" val=""/>
</p:tagLst>
</file>

<file path=ppt/tags/tag3210.xml><?xml version="1.0" encoding="utf-8"?>
<p:tagLst xmlns:p="http://schemas.openxmlformats.org/presentationml/2006/main">
  <p:tag name="KSO_WM_BEAUTIFY_FLAG" val=""/>
</p:tagLst>
</file>

<file path=ppt/tags/tag3211.xml><?xml version="1.0" encoding="utf-8"?>
<p:tagLst xmlns:p="http://schemas.openxmlformats.org/presentationml/2006/main">
  <p:tag name="KSO_WM_BEAUTIFY_FLAG" val=""/>
</p:tagLst>
</file>

<file path=ppt/tags/tag3212.xml><?xml version="1.0" encoding="utf-8"?>
<p:tagLst xmlns:p="http://schemas.openxmlformats.org/presentationml/2006/main">
  <p:tag name="KSO_WM_BEAUTIFY_FLAG" val=""/>
</p:tagLst>
</file>

<file path=ppt/tags/tag3213.xml><?xml version="1.0" encoding="utf-8"?>
<p:tagLst xmlns:p="http://schemas.openxmlformats.org/presentationml/2006/main">
  <p:tag name="KSO_WM_BEAUTIFY_FLAG" val=""/>
</p:tagLst>
</file>

<file path=ppt/tags/tag3214.xml><?xml version="1.0" encoding="utf-8"?>
<p:tagLst xmlns:p="http://schemas.openxmlformats.org/presentationml/2006/main">
  <p:tag name="KSO_WM_BEAUTIFY_FLAG" val=""/>
</p:tagLst>
</file>

<file path=ppt/tags/tag3215.xml><?xml version="1.0" encoding="utf-8"?>
<p:tagLst xmlns:p="http://schemas.openxmlformats.org/presentationml/2006/main">
  <p:tag name="KSO_WM_BEAUTIFY_FLAG" val=""/>
</p:tagLst>
</file>

<file path=ppt/tags/tag3216.xml><?xml version="1.0" encoding="utf-8"?>
<p:tagLst xmlns:p="http://schemas.openxmlformats.org/presentationml/2006/main">
  <p:tag name="KSO_WM_BEAUTIFY_FLAG" val=""/>
</p:tagLst>
</file>

<file path=ppt/tags/tag3217.xml><?xml version="1.0" encoding="utf-8"?>
<p:tagLst xmlns:p="http://schemas.openxmlformats.org/presentationml/2006/main">
  <p:tag name="KSO_WM_BEAUTIFY_FLAG" val=""/>
</p:tagLst>
</file>

<file path=ppt/tags/tag3218.xml><?xml version="1.0" encoding="utf-8"?>
<p:tagLst xmlns:p="http://schemas.openxmlformats.org/presentationml/2006/main">
  <p:tag name="KSO_WM_BEAUTIFY_FLAG" val=""/>
</p:tagLst>
</file>

<file path=ppt/tags/tag3219.xml><?xml version="1.0" encoding="utf-8"?>
<p:tagLst xmlns:p="http://schemas.openxmlformats.org/presentationml/2006/main">
  <p:tag name="KSO_WM_BEAUTIFY_FLAG" val=""/>
</p:tagLst>
</file>

<file path=ppt/tags/tag3220.xml><?xml version="1.0" encoding="utf-8"?>
<p:tagLst xmlns:p="http://schemas.openxmlformats.org/presentationml/2006/main">
  <p:tag name="KSO_WM_BEAUTIFY_FLAG" val=""/>
</p:tagLst>
</file>

<file path=ppt/tags/tag3221.xml><?xml version="1.0" encoding="utf-8"?>
<p:tagLst xmlns:p="http://schemas.openxmlformats.org/presentationml/2006/main">
  <p:tag name="KSO_WM_BEAUTIFY_FLAG" val=""/>
</p:tagLst>
</file>

<file path=ppt/tags/tag3222.xml><?xml version="1.0" encoding="utf-8"?>
<p:tagLst xmlns:p="http://schemas.openxmlformats.org/presentationml/2006/main">
  <p:tag name="KSO_WM_BEAUTIFY_FLAG" val=""/>
</p:tagLst>
</file>

<file path=ppt/tags/tag3223.xml><?xml version="1.0" encoding="utf-8"?>
<p:tagLst xmlns:p="http://schemas.openxmlformats.org/presentationml/2006/main">
  <p:tag name="KSO_WM_BEAUTIFY_FLAG" val=""/>
</p:tagLst>
</file>

<file path=ppt/tags/tag3224.xml><?xml version="1.0" encoding="utf-8"?>
<p:tagLst xmlns:p="http://schemas.openxmlformats.org/presentationml/2006/main">
  <p:tag name="KSO_WM_BEAUTIFY_FLAG" val=""/>
</p:tagLst>
</file>

<file path=ppt/tags/tag3225.xml><?xml version="1.0" encoding="utf-8"?>
<p:tagLst xmlns:p="http://schemas.openxmlformats.org/presentationml/2006/main">
  <p:tag name="KSO_WM_BEAUTIFY_FLAG" val=""/>
</p:tagLst>
</file>

<file path=ppt/tags/tag3226.xml><?xml version="1.0" encoding="utf-8"?>
<p:tagLst xmlns:p="http://schemas.openxmlformats.org/presentationml/2006/main">
  <p:tag name="KSO_WM_BEAUTIFY_FLAG" val=""/>
</p:tagLst>
</file>

<file path=ppt/tags/tag3227.xml><?xml version="1.0" encoding="utf-8"?>
<p:tagLst xmlns:p="http://schemas.openxmlformats.org/presentationml/2006/main">
  <p:tag name="KSO_WM_BEAUTIFY_FLAG" val=""/>
</p:tagLst>
</file>

<file path=ppt/tags/tag3228.xml><?xml version="1.0" encoding="utf-8"?>
<p:tagLst xmlns:p="http://schemas.openxmlformats.org/presentationml/2006/main">
  <p:tag name="KSO_WM_BEAUTIFY_FLAG" val=""/>
</p:tagLst>
</file>

<file path=ppt/tags/tag3229.xml><?xml version="1.0" encoding="utf-8"?>
<p:tagLst xmlns:p="http://schemas.openxmlformats.org/presentationml/2006/main">
  <p:tag name="KSO_WM_BEAUTIFY_FLAG" val=""/>
</p:tagLst>
</file>

<file path=ppt/tags/tag3230.xml><?xml version="1.0" encoding="utf-8"?>
<p:tagLst xmlns:p="http://schemas.openxmlformats.org/presentationml/2006/main">
  <p:tag name="KSO_WM_BEAUTIFY_FLAG" val=""/>
</p:tagLst>
</file>

<file path=ppt/tags/tag3231.xml><?xml version="1.0" encoding="utf-8"?>
<p:tagLst xmlns:p="http://schemas.openxmlformats.org/presentationml/2006/main">
  <p:tag name="KSO_WM_BEAUTIFY_FLAG" val=""/>
</p:tagLst>
</file>

<file path=ppt/tags/tag3232.xml><?xml version="1.0" encoding="utf-8"?>
<p:tagLst xmlns:p="http://schemas.openxmlformats.org/presentationml/2006/main">
  <p:tag name="KSO_WM_BEAUTIFY_FLAG" val=""/>
</p:tagLst>
</file>

<file path=ppt/tags/tag3233.xml><?xml version="1.0" encoding="utf-8"?>
<p:tagLst xmlns:p="http://schemas.openxmlformats.org/presentationml/2006/main">
  <p:tag name="KSO_WM_BEAUTIFY_FLAG" val=""/>
</p:tagLst>
</file>

<file path=ppt/tags/tag3234.xml><?xml version="1.0" encoding="utf-8"?>
<p:tagLst xmlns:p="http://schemas.openxmlformats.org/presentationml/2006/main">
  <p:tag name="KSO_WM_BEAUTIFY_FLAG" val=""/>
</p:tagLst>
</file>

<file path=ppt/tags/tag3235.xml><?xml version="1.0" encoding="utf-8"?>
<p:tagLst xmlns:p="http://schemas.openxmlformats.org/presentationml/2006/main">
  <p:tag name="KSO_WM_BEAUTIFY_FLAG" val=""/>
</p:tagLst>
</file>

<file path=ppt/tags/tag3236.xml><?xml version="1.0" encoding="utf-8"?>
<p:tagLst xmlns:p="http://schemas.openxmlformats.org/presentationml/2006/main">
  <p:tag name="KSO_WM_BEAUTIFY_FLAG" val=""/>
</p:tagLst>
</file>

<file path=ppt/tags/tag3237.xml><?xml version="1.0" encoding="utf-8"?>
<p:tagLst xmlns:p="http://schemas.openxmlformats.org/presentationml/2006/main">
  <p:tag name="KSO_WM_BEAUTIFY_FLAG" val=""/>
</p:tagLst>
</file>

<file path=ppt/tags/tag3238.xml><?xml version="1.0" encoding="utf-8"?>
<p:tagLst xmlns:p="http://schemas.openxmlformats.org/presentationml/2006/main">
  <p:tag name="KSO_WM_BEAUTIFY_FLAG" val=""/>
</p:tagLst>
</file>

<file path=ppt/tags/tag3239.xml><?xml version="1.0" encoding="utf-8"?>
<p:tagLst xmlns:p="http://schemas.openxmlformats.org/presentationml/2006/main">
  <p:tag name="KSO_WM_BEAUTIFY_FLAG" val=""/>
</p:tagLst>
</file>

<file path=ppt/tags/tag3240.xml><?xml version="1.0" encoding="utf-8"?>
<p:tagLst xmlns:p="http://schemas.openxmlformats.org/presentationml/2006/main">
  <p:tag name="KSO_WM_BEAUTIFY_FLAG" val=""/>
</p:tagLst>
</file>

<file path=ppt/tags/tag3241.xml><?xml version="1.0" encoding="utf-8"?>
<p:tagLst xmlns:p="http://schemas.openxmlformats.org/presentationml/2006/main">
  <p:tag name="KSO_WM_BEAUTIFY_FLAG" val=""/>
</p:tagLst>
</file>

<file path=ppt/tags/tag3242.xml><?xml version="1.0" encoding="utf-8"?>
<p:tagLst xmlns:p="http://schemas.openxmlformats.org/presentationml/2006/main">
  <p:tag name="KSO_WM_BEAUTIFY_FLAG" val=""/>
</p:tagLst>
</file>

<file path=ppt/tags/tag3243.xml><?xml version="1.0" encoding="utf-8"?>
<p:tagLst xmlns:p="http://schemas.openxmlformats.org/presentationml/2006/main">
  <p:tag name="KSO_WM_BEAUTIFY_FLAG" val=""/>
</p:tagLst>
</file>

<file path=ppt/tags/tag3244.xml><?xml version="1.0" encoding="utf-8"?>
<p:tagLst xmlns:p="http://schemas.openxmlformats.org/presentationml/2006/main">
  <p:tag name="KSO_WM_BEAUTIFY_FLAG" val=""/>
</p:tagLst>
</file>

<file path=ppt/tags/tag3245.xml><?xml version="1.0" encoding="utf-8"?>
<p:tagLst xmlns:p="http://schemas.openxmlformats.org/presentationml/2006/main">
  <p:tag name="KSO_WM_BEAUTIFY_FLAG" val=""/>
</p:tagLst>
</file>

<file path=ppt/tags/tag3246.xml><?xml version="1.0" encoding="utf-8"?>
<p:tagLst xmlns:p="http://schemas.openxmlformats.org/presentationml/2006/main">
  <p:tag name="KSO_WM_BEAUTIFY_FLAG" val=""/>
</p:tagLst>
</file>

<file path=ppt/tags/tag3247.xml><?xml version="1.0" encoding="utf-8"?>
<p:tagLst xmlns:p="http://schemas.openxmlformats.org/presentationml/2006/main">
  <p:tag name="KSO_WM_BEAUTIFY_FLAG" val=""/>
</p:tagLst>
</file>

<file path=ppt/tags/tag3248.xml><?xml version="1.0" encoding="utf-8"?>
<p:tagLst xmlns:p="http://schemas.openxmlformats.org/presentationml/2006/main">
  <p:tag name="KSO_WM_BEAUTIFY_FLAG" val=""/>
</p:tagLst>
</file>

<file path=ppt/tags/tag3249.xml><?xml version="1.0" encoding="utf-8"?>
<p:tagLst xmlns:p="http://schemas.openxmlformats.org/presentationml/2006/main">
  <p:tag name="KSO_WM_BEAUTIFY_FLAG" val=""/>
</p:tagLst>
</file>

<file path=ppt/tags/tag3250.xml><?xml version="1.0" encoding="utf-8"?>
<p:tagLst xmlns:p="http://schemas.openxmlformats.org/presentationml/2006/main">
  <p:tag name="KSO_WM_BEAUTIFY_FLAG" val=""/>
</p:tagLst>
</file>

<file path=ppt/tags/tag3251.xml><?xml version="1.0" encoding="utf-8"?>
<p:tagLst xmlns:p="http://schemas.openxmlformats.org/presentationml/2006/main">
  <p:tag name="KSO_WM_BEAUTIFY_FLAG" val=""/>
</p:tagLst>
</file>

<file path=ppt/tags/tag3252.xml><?xml version="1.0" encoding="utf-8"?>
<p:tagLst xmlns:p="http://schemas.openxmlformats.org/presentationml/2006/main">
  <p:tag name="KSO_WM_BEAUTIFY_FLAG" val=""/>
</p:tagLst>
</file>

<file path=ppt/tags/tag3253.xml><?xml version="1.0" encoding="utf-8"?>
<p:tagLst xmlns:p="http://schemas.openxmlformats.org/presentationml/2006/main">
  <p:tag name="KSO_WM_BEAUTIFY_FLAG" val=""/>
</p:tagLst>
</file>

<file path=ppt/tags/tag3254.xml><?xml version="1.0" encoding="utf-8"?>
<p:tagLst xmlns:p="http://schemas.openxmlformats.org/presentationml/2006/main">
  <p:tag name="KSO_WM_BEAUTIFY_FLAG" val=""/>
</p:tagLst>
</file>

<file path=ppt/tags/tag3255.xml><?xml version="1.0" encoding="utf-8"?>
<p:tagLst xmlns:p="http://schemas.openxmlformats.org/presentationml/2006/main">
  <p:tag name="KSO_WM_BEAUTIFY_FLAG" val=""/>
</p:tagLst>
</file>

<file path=ppt/tags/tag3256.xml><?xml version="1.0" encoding="utf-8"?>
<p:tagLst xmlns:p="http://schemas.openxmlformats.org/presentationml/2006/main">
  <p:tag name="KSO_WM_BEAUTIFY_FLAG" val=""/>
</p:tagLst>
</file>

<file path=ppt/tags/tag3257.xml><?xml version="1.0" encoding="utf-8"?>
<p:tagLst xmlns:p="http://schemas.openxmlformats.org/presentationml/2006/main">
  <p:tag name="KSO_WM_BEAUTIFY_FLAG" val=""/>
</p:tagLst>
</file>

<file path=ppt/tags/tag3258.xml><?xml version="1.0" encoding="utf-8"?>
<p:tagLst xmlns:p="http://schemas.openxmlformats.org/presentationml/2006/main">
  <p:tag name="KSO_WM_BEAUTIFY_FLAG" val=""/>
</p:tagLst>
</file>

<file path=ppt/tags/tag3259.xml><?xml version="1.0" encoding="utf-8"?>
<p:tagLst xmlns:p="http://schemas.openxmlformats.org/presentationml/2006/main">
  <p:tag name="KSO_WM_BEAUTIFY_FLAG" val=""/>
</p:tagLst>
</file>

<file path=ppt/tags/tag3260.xml><?xml version="1.0" encoding="utf-8"?>
<p:tagLst xmlns:p="http://schemas.openxmlformats.org/presentationml/2006/main">
  <p:tag name="KSO_WM_BEAUTIFY_FLAG" val=""/>
</p:tagLst>
</file>

<file path=ppt/tags/tag3261.xml><?xml version="1.0" encoding="utf-8"?>
<p:tagLst xmlns:p="http://schemas.openxmlformats.org/presentationml/2006/main">
  <p:tag name="KSO_WM_BEAUTIFY_FLAG" val=""/>
</p:tagLst>
</file>

<file path=ppt/tags/tag3262.xml><?xml version="1.0" encoding="utf-8"?>
<p:tagLst xmlns:p="http://schemas.openxmlformats.org/presentationml/2006/main">
  <p:tag name="KSO_WM_BEAUTIFY_FLAG" val=""/>
</p:tagLst>
</file>

<file path=ppt/tags/tag3263.xml><?xml version="1.0" encoding="utf-8"?>
<p:tagLst xmlns:p="http://schemas.openxmlformats.org/presentationml/2006/main">
  <p:tag name="KSO_WM_BEAUTIFY_FLAG" val=""/>
</p:tagLst>
</file>

<file path=ppt/tags/tag3264.xml><?xml version="1.0" encoding="utf-8"?>
<p:tagLst xmlns:p="http://schemas.openxmlformats.org/presentationml/2006/main">
  <p:tag name="KSO_WM_BEAUTIFY_FLAG" val=""/>
</p:tagLst>
</file>

<file path=ppt/tags/tag3265.xml><?xml version="1.0" encoding="utf-8"?>
<p:tagLst xmlns:p="http://schemas.openxmlformats.org/presentationml/2006/main">
  <p:tag name="KSO_WM_BEAUTIFY_FLAG" val=""/>
</p:tagLst>
</file>

<file path=ppt/tags/tag3266.xml><?xml version="1.0" encoding="utf-8"?>
<p:tagLst xmlns:p="http://schemas.openxmlformats.org/presentationml/2006/main">
  <p:tag name="KSO_WM_BEAUTIFY_FLAG" val=""/>
</p:tagLst>
</file>

<file path=ppt/tags/tag3267.xml><?xml version="1.0" encoding="utf-8"?>
<p:tagLst xmlns:p="http://schemas.openxmlformats.org/presentationml/2006/main">
  <p:tag name="KSO_WM_BEAUTIFY_FLAG" val=""/>
</p:tagLst>
</file>

<file path=ppt/tags/tag3268.xml><?xml version="1.0" encoding="utf-8"?>
<p:tagLst xmlns:p="http://schemas.openxmlformats.org/presentationml/2006/main">
  <p:tag name="KSO_WM_BEAUTIFY_FLAG" val=""/>
</p:tagLst>
</file>

<file path=ppt/tags/tag3269.xml><?xml version="1.0" encoding="utf-8"?>
<p:tagLst xmlns:p="http://schemas.openxmlformats.org/presentationml/2006/main">
  <p:tag name="KSO_WM_BEAUTIFY_FLAG" val=""/>
</p:tagLst>
</file>

<file path=ppt/tags/tag3270.xml><?xml version="1.0" encoding="utf-8"?>
<p:tagLst xmlns:p="http://schemas.openxmlformats.org/presentationml/2006/main">
  <p:tag name="KSO_WM_BEAUTIFY_FLAG" val=""/>
</p:tagLst>
</file>

<file path=ppt/tags/tag3271.xml><?xml version="1.0" encoding="utf-8"?>
<p:tagLst xmlns:p="http://schemas.openxmlformats.org/presentationml/2006/main">
  <p:tag name="KSO_WM_BEAUTIFY_FLAG" val=""/>
</p:tagLst>
</file>

<file path=ppt/tags/tag3272.xml><?xml version="1.0" encoding="utf-8"?>
<p:tagLst xmlns:p="http://schemas.openxmlformats.org/presentationml/2006/main">
  <p:tag name="KSO_WM_BEAUTIFY_FLAG" val=""/>
</p:tagLst>
</file>

<file path=ppt/tags/tag3273.xml><?xml version="1.0" encoding="utf-8"?>
<p:tagLst xmlns:p="http://schemas.openxmlformats.org/presentationml/2006/main">
  <p:tag name="KSO_WM_BEAUTIFY_FLAG" val=""/>
</p:tagLst>
</file>

<file path=ppt/tags/tag3274.xml><?xml version="1.0" encoding="utf-8"?>
<p:tagLst xmlns:p="http://schemas.openxmlformats.org/presentationml/2006/main">
  <p:tag name="KSO_WM_BEAUTIFY_FLAG" val=""/>
</p:tagLst>
</file>

<file path=ppt/tags/tag3275.xml><?xml version="1.0" encoding="utf-8"?>
<p:tagLst xmlns:p="http://schemas.openxmlformats.org/presentationml/2006/main">
  <p:tag name="KSO_WM_BEAUTIFY_FLAG" val=""/>
</p:tagLst>
</file>

<file path=ppt/tags/tag3276.xml><?xml version="1.0" encoding="utf-8"?>
<p:tagLst xmlns:p="http://schemas.openxmlformats.org/presentationml/2006/main">
  <p:tag name="KSO_WM_BEAUTIFY_FLAG" val=""/>
</p:tagLst>
</file>

<file path=ppt/tags/tag3277.xml><?xml version="1.0" encoding="utf-8"?>
<p:tagLst xmlns:p="http://schemas.openxmlformats.org/presentationml/2006/main">
  <p:tag name="KSO_WM_BEAUTIFY_FLAG" val=""/>
</p:tagLst>
</file>

<file path=ppt/tags/tag3278.xml><?xml version="1.0" encoding="utf-8"?>
<p:tagLst xmlns:p="http://schemas.openxmlformats.org/presentationml/2006/main">
  <p:tag name="KSO_WM_BEAUTIFY_FLAG" val=""/>
</p:tagLst>
</file>

<file path=ppt/tags/tag3279.xml><?xml version="1.0" encoding="utf-8"?>
<p:tagLst xmlns:p="http://schemas.openxmlformats.org/presentationml/2006/main">
  <p:tag name="KSO_WM_BEAUTIFY_FLAG" val=""/>
</p:tagLst>
</file>

<file path=ppt/tags/tag3280.xml><?xml version="1.0" encoding="utf-8"?>
<p:tagLst xmlns:p="http://schemas.openxmlformats.org/presentationml/2006/main">
  <p:tag name="KSO_WM_BEAUTIFY_FLAG" val=""/>
</p:tagLst>
</file>

<file path=ppt/tags/tag3281.xml><?xml version="1.0" encoding="utf-8"?>
<p:tagLst xmlns:p="http://schemas.openxmlformats.org/presentationml/2006/main">
  <p:tag name="KSO_WM_BEAUTIFY_FLAG" val=""/>
</p:tagLst>
</file>

<file path=ppt/tags/tag3282.xml><?xml version="1.0" encoding="utf-8"?>
<p:tagLst xmlns:p="http://schemas.openxmlformats.org/presentationml/2006/main">
  <p:tag name="KSO_WM_BEAUTIFY_FLAG" val=""/>
</p:tagLst>
</file>

<file path=ppt/tags/tag3283.xml><?xml version="1.0" encoding="utf-8"?>
<p:tagLst xmlns:p="http://schemas.openxmlformats.org/presentationml/2006/main">
  <p:tag name="KSO_WM_BEAUTIFY_FLAG" val=""/>
</p:tagLst>
</file>

<file path=ppt/tags/tag3284.xml><?xml version="1.0" encoding="utf-8"?>
<p:tagLst xmlns:p="http://schemas.openxmlformats.org/presentationml/2006/main">
  <p:tag name="KSO_WM_BEAUTIFY_FLAG" val=""/>
</p:tagLst>
</file>

<file path=ppt/tags/tag3285.xml><?xml version="1.0" encoding="utf-8"?>
<p:tagLst xmlns:p="http://schemas.openxmlformats.org/presentationml/2006/main">
  <p:tag name="KSO_WM_BEAUTIFY_FLAG" val=""/>
</p:tagLst>
</file>

<file path=ppt/tags/tag3286.xml><?xml version="1.0" encoding="utf-8"?>
<p:tagLst xmlns:p="http://schemas.openxmlformats.org/presentationml/2006/main">
  <p:tag name="KSO_WM_BEAUTIFY_FLAG" val=""/>
</p:tagLst>
</file>

<file path=ppt/tags/tag3287.xml><?xml version="1.0" encoding="utf-8"?>
<p:tagLst xmlns:p="http://schemas.openxmlformats.org/presentationml/2006/main">
  <p:tag name="KSO_WM_BEAUTIFY_FLAG" val=""/>
</p:tagLst>
</file>

<file path=ppt/tags/tag3288.xml><?xml version="1.0" encoding="utf-8"?>
<p:tagLst xmlns:p="http://schemas.openxmlformats.org/presentationml/2006/main">
  <p:tag name="KSO_WM_BEAUTIFY_FLAG" val=""/>
</p:tagLst>
</file>

<file path=ppt/tags/tag3289.xml><?xml version="1.0" encoding="utf-8"?>
<p:tagLst xmlns:p="http://schemas.openxmlformats.org/presentationml/2006/main">
  <p:tag name="KSO_WM_BEAUTIFY_FLAG" val=""/>
</p:tagLst>
</file>

<file path=ppt/tags/tag3290.xml><?xml version="1.0" encoding="utf-8"?>
<p:tagLst xmlns:p="http://schemas.openxmlformats.org/presentationml/2006/main">
  <p:tag name="KSO_WM_BEAUTIFY_FLAG" val=""/>
</p:tagLst>
</file>

<file path=ppt/tags/tag3291.xml><?xml version="1.0" encoding="utf-8"?>
<p:tagLst xmlns:p="http://schemas.openxmlformats.org/presentationml/2006/main">
  <p:tag name="KSO_WM_BEAUTIFY_FLAG" val=""/>
</p:tagLst>
</file>

<file path=ppt/tags/tag3292.xml><?xml version="1.0" encoding="utf-8"?>
<p:tagLst xmlns:p="http://schemas.openxmlformats.org/presentationml/2006/main">
  <p:tag name="KSO_WM_BEAUTIFY_FLAG" val=""/>
</p:tagLst>
</file>

<file path=ppt/tags/tag3293.xml><?xml version="1.0" encoding="utf-8"?>
<p:tagLst xmlns:p="http://schemas.openxmlformats.org/presentationml/2006/main">
  <p:tag name="KSO_WM_BEAUTIFY_FLAG" val=""/>
</p:tagLst>
</file>

<file path=ppt/tags/tag3294.xml><?xml version="1.0" encoding="utf-8"?>
<p:tagLst xmlns:p="http://schemas.openxmlformats.org/presentationml/2006/main">
  <p:tag name="KSO_WM_BEAUTIFY_FLAG" val=""/>
</p:tagLst>
</file>

<file path=ppt/tags/tag3295.xml><?xml version="1.0" encoding="utf-8"?>
<p:tagLst xmlns:p="http://schemas.openxmlformats.org/presentationml/2006/main">
  <p:tag name="KSO_WM_BEAUTIFY_FLAG" val=""/>
</p:tagLst>
</file>

<file path=ppt/tags/tag3296.xml><?xml version="1.0" encoding="utf-8"?>
<p:tagLst xmlns:p="http://schemas.openxmlformats.org/presentationml/2006/main">
  <p:tag name="KSO_WM_BEAUTIFY_FLAG" val=""/>
</p:tagLst>
</file>

<file path=ppt/tags/tag3297.xml><?xml version="1.0" encoding="utf-8"?>
<p:tagLst xmlns:p="http://schemas.openxmlformats.org/presentationml/2006/main">
  <p:tag name="KSO_WM_BEAUTIFY_FLAG" val=""/>
</p:tagLst>
</file>

<file path=ppt/tags/tag3298.xml><?xml version="1.0" encoding="utf-8"?>
<p:tagLst xmlns:p="http://schemas.openxmlformats.org/presentationml/2006/main">
  <p:tag name="KSO_WM_BEAUTIFY_FLAG" val=""/>
</p:tagLst>
</file>

<file path=ppt/tags/tag3299.xml><?xml version="1.0" encoding="utf-8"?>
<p:tagLst xmlns:p="http://schemas.openxmlformats.org/presentationml/2006/main">
  <p:tag name="KSO_WM_BEAUTIFY_FLAG" val=""/>
</p:tagLst>
</file>

<file path=ppt/tags/tag3300.xml><?xml version="1.0" encoding="utf-8"?>
<p:tagLst xmlns:p="http://schemas.openxmlformats.org/presentationml/2006/main">
  <p:tag name="KSO_WM_BEAUTIFY_FLAG" val=""/>
</p:tagLst>
</file>

<file path=ppt/tags/tag3301.xml><?xml version="1.0" encoding="utf-8"?>
<p:tagLst xmlns:p="http://schemas.openxmlformats.org/presentationml/2006/main">
  <p:tag name="KSO_WM_BEAUTIFY_FLAG" val=""/>
</p:tagLst>
</file>

<file path=ppt/tags/tag3302.xml><?xml version="1.0" encoding="utf-8"?>
<p:tagLst xmlns:p="http://schemas.openxmlformats.org/presentationml/2006/main">
  <p:tag name="KSO_WM_BEAUTIFY_FLAG" val=""/>
</p:tagLst>
</file>

<file path=ppt/tags/tag3303.xml><?xml version="1.0" encoding="utf-8"?>
<p:tagLst xmlns:p="http://schemas.openxmlformats.org/presentationml/2006/main">
  <p:tag name="KSO_WM_BEAUTIFY_FLAG" val=""/>
</p:tagLst>
</file>

<file path=ppt/tags/tag3304.xml><?xml version="1.0" encoding="utf-8"?>
<p:tagLst xmlns:p="http://schemas.openxmlformats.org/presentationml/2006/main">
  <p:tag name="KSO_WM_BEAUTIFY_FLAG" val=""/>
</p:tagLst>
</file>

<file path=ppt/tags/tag3305.xml><?xml version="1.0" encoding="utf-8"?>
<p:tagLst xmlns:p="http://schemas.openxmlformats.org/presentationml/2006/main">
  <p:tag name="KSO_WM_BEAUTIFY_FLAG" val=""/>
</p:tagLst>
</file>

<file path=ppt/tags/tag3306.xml><?xml version="1.0" encoding="utf-8"?>
<p:tagLst xmlns:p="http://schemas.openxmlformats.org/presentationml/2006/main">
  <p:tag name="KSO_WM_BEAUTIFY_FLAG" val=""/>
</p:tagLst>
</file>

<file path=ppt/tags/tag3307.xml><?xml version="1.0" encoding="utf-8"?>
<p:tagLst xmlns:p="http://schemas.openxmlformats.org/presentationml/2006/main">
  <p:tag name="KSO_WM_BEAUTIFY_FLAG" val=""/>
</p:tagLst>
</file>

<file path=ppt/tags/tag3308.xml><?xml version="1.0" encoding="utf-8"?>
<p:tagLst xmlns:p="http://schemas.openxmlformats.org/presentationml/2006/main">
  <p:tag name="KSO_WM_BEAUTIFY_FLAG" val=""/>
</p:tagLst>
</file>

<file path=ppt/tags/tag3309.xml><?xml version="1.0" encoding="utf-8"?>
<p:tagLst xmlns:p="http://schemas.openxmlformats.org/presentationml/2006/main">
  <p:tag name="KSO_WM_BEAUTIFY_FLAG" val=""/>
</p:tagLst>
</file>

<file path=ppt/tags/tag3310.xml><?xml version="1.0" encoding="utf-8"?>
<p:tagLst xmlns:p="http://schemas.openxmlformats.org/presentationml/2006/main">
  <p:tag name="KSO_WM_BEAUTIFY_FLAG" val=""/>
</p:tagLst>
</file>

<file path=ppt/tags/tag3311.xml><?xml version="1.0" encoding="utf-8"?>
<p:tagLst xmlns:p="http://schemas.openxmlformats.org/presentationml/2006/main">
  <p:tag name="KSO_WM_BEAUTIFY_FLAG" val=""/>
</p:tagLst>
</file>

<file path=ppt/tags/tag3312.xml><?xml version="1.0" encoding="utf-8"?>
<p:tagLst xmlns:p="http://schemas.openxmlformats.org/presentationml/2006/main">
  <p:tag name="KSO_WM_BEAUTIFY_FLAG" val=""/>
</p:tagLst>
</file>

<file path=ppt/tags/tag3313.xml><?xml version="1.0" encoding="utf-8"?>
<p:tagLst xmlns:p="http://schemas.openxmlformats.org/presentationml/2006/main">
  <p:tag name="KSO_WM_BEAUTIFY_FLAG" val=""/>
</p:tagLst>
</file>

<file path=ppt/tags/tag3314.xml><?xml version="1.0" encoding="utf-8"?>
<p:tagLst xmlns:p="http://schemas.openxmlformats.org/presentationml/2006/main">
  <p:tag name="KSO_WM_BEAUTIFY_FLAG" val=""/>
</p:tagLst>
</file>

<file path=ppt/tags/tag3315.xml><?xml version="1.0" encoding="utf-8"?>
<p:tagLst xmlns:p="http://schemas.openxmlformats.org/presentationml/2006/main">
  <p:tag name="KSO_WM_BEAUTIFY_FLAG" val=""/>
</p:tagLst>
</file>

<file path=ppt/tags/tag3316.xml><?xml version="1.0" encoding="utf-8"?>
<p:tagLst xmlns:p="http://schemas.openxmlformats.org/presentationml/2006/main">
  <p:tag name="KSO_WM_BEAUTIFY_FLAG" val=""/>
</p:tagLst>
</file>

<file path=ppt/tags/tag3317.xml><?xml version="1.0" encoding="utf-8"?>
<p:tagLst xmlns:p="http://schemas.openxmlformats.org/presentationml/2006/main">
  <p:tag name="KSO_WM_BEAUTIFY_FLAG" val=""/>
</p:tagLst>
</file>

<file path=ppt/tags/tag3318.xml><?xml version="1.0" encoding="utf-8"?>
<p:tagLst xmlns:p="http://schemas.openxmlformats.org/presentationml/2006/main">
  <p:tag name="KSO_WM_BEAUTIFY_FLAG" val=""/>
</p:tagLst>
</file>

<file path=ppt/tags/tag3319.xml><?xml version="1.0" encoding="utf-8"?>
<p:tagLst xmlns:p="http://schemas.openxmlformats.org/presentationml/2006/main">
  <p:tag name="KSO_WM_BEAUTIFY_FLAG" val=""/>
</p:tagLst>
</file>

<file path=ppt/tags/tag3320.xml><?xml version="1.0" encoding="utf-8"?>
<p:tagLst xmlns:p="http://schemas.openxmlformats.org/presentationml/2006/main">
  <p:tag name="KSO_WM_BEAUTIFY_FLAG" val=""/>
</p:tagLst>
</file>

<file path=ppt/tags/tag3321.xml><?xml version="1.0" encoding="utf-8"?>
<p:tagLst xmlns:p="http://schemas.openxmlformats.org/presentationml/2006/main">
  <p:tag name="KSO_WM_BEAUTIFY_FLAG" val=""/>
</p:tagLst>
</file>

<file path=ppt/tags/tag3322.xml><?xml version="1.0" encoding="utf-8"?>
<p:tagLst xmlns:p="http://schemas.openxmlformats.org/presentationml/2006/main">
  <p:tag name="KSO_WM_BEAUTIFY_FLAG" val=""/>
</p:tagLst>
</file>

<file path=ppt/tags/tag3323.xml><?xml version="1.0" encoding="utf-8"?>
<p:tagLst xmlns:p="http://schemas.openxmlformats.org/presentationml/2006/main">
  <p:tag name="KSO_WM_BEAUTIFY_FLAG" val=""/>
</p:tagLst>
</file>

<file path=ppt/tags/tag3324.xml><?xml version="1.0" encoding="utf-8"?>
<p:tagLst xmlns:p="http://schemas.openxmlformats.org/presentationml/2006/main">
  <p:tag name="KSO_WM_BEAUTIFY_FLAG" val=""/>
</p:tagLst>
</file>

<file path=ppt/tags/tag3325.xml><?xml version="1.0" encoding="utf-8"?>
<p:tagLst xmlns:p="http://schemas.openxmlformats.org/presentationml/2006/main">
  <p:tag name="KSO_WM_BEAUTIFY_FLAG" val=""/>
</p:tagLst>
</file>

<file path=ppt/tags/tag3326.xml><?xml version="1.0" encoding="utf-8"?>
<p:tagLst xmlns:p="http://schemas.openxmlformats.org/presentationml/2006/main">
  <p:tag name="KSO_WM_BEAUTIFY_FLAG" val=""/>
</p:tagLst>
</file>

<file path=ppt/tags/tag3327.xml><?xml version="1.0" encoding="utf-8"?>
<p:tagLst xmlns:p="http://schemas.openxmlformats.org/presentationml/2006/main">
  <p:tag name="KSO_WM_BEAUTIFY_FLAG" val=""/>
</p:tagLst>
</file>

<file path=ppt/tags/tag3328.xml><?xml version="1.0" encoding="utf-8"?>
<p:tagLst xmlns:p="http://schemas.openxmlformats.org/presentationml/2006/main">
  <p:tag name="KSO_WM_BEAUTIFY_FLAG" val=""/>
</p:tagLst>
</file>

<file path=ppt/tags/tag3329.xml><?xml version="1.0" encoding="utf-8"?>
<p:tagLst xmlns:p="http://schemas.openxmlformats.org/presentationml/2006/main">
  <p:tag name="KSO_WM_BEAUTIFY_FLAG" val=""/>
</p:tagLst>
</file>

<file path=ppt/tags/tag3330.xml><?xml version="1.0" encoding="utf-8"?>
<p:tagLst xmlns:p="http://schemas.openxmlformats.org/presentationml/2006/main">
  <p:tag name="KSO_WM_BEAUTIFY_FLAG" val=""/>
</p:tagLst>
</file>

<file path=ppt/tags/tag3331.xml><?xml version="1.0" encoding="utf-8"?>
<p:tagLst xmlns:p="http://schemas.openxmlformats.org/presentationml/2006/main">
  <p:tag name="KSO_WM_BEAUTIFY_FLAG" val=""/>
</p:tagLst>
</file>

<file path=ppt/tags/tag3332.xml><?xml version="1.0" encoding="utf-8"?>
<p:tagLst xmlns:p="http://schemas.openxmlformats.org/presentationml/2006/main">
  <p:tag name="TABLE_ENDDRAG_ORIGIN_RECT" val="449*99"/>
  <p:tag name="TABLE_ENDDRAG_RECT" val="146*260*449*99"/>
  <p:tag name="KSO_WM_BEAUTIFY_FLAG" val=""/>
</p:tagLst>
</file>

<file path=ppt/tags/tag3333.xml><?xml version="1.0" encoding="utf-8"?>
<p:tagLst xmlns:p="http://schemas.openxmlformats.org/presentationml/2006/main">
  <p:tag name="KSO_WM_BEAUTIFY_FLAG" val=""/>
</p:tagLst>
</file>

<file path=ppt/tags/tag3334.xml><?xml version="1.0" encoding="utf-8"?>
<p:tagLst xmlns:p="http://schemas.openxmlformats.org/presentationml/2006/main">
  <p:tag name="KSO_WM_BEAUTIFY_FLAG" val=""/>
</p:tagLst>
</file>

<file path=ppt/tags/tag3335.xml><?xml version="1.0" encoding="utf-8"?>
<p:tagLst xmlns:p="http://schemas.openxmlformats.org/presentationml/2006/main">
  <p:tag name="KSO_WM_BEAUTIFY_FLAG" val=""/>
</p:tagLst>
</file>

<file path=ppt/tags/tag3336.xml><?xml version="1.0" encoding="utf-8"?>
<p:tagLst xmlns:p="http://schemas.openxmlformats.org/presentationml/2006/main">
  <p:tag name="KSO_WM_BEAUTIFY_FLAG" val=""/>
</p:tagLst>
</file>

<file path=ppt/tags/tag3337.xml><?xml version="1.0" encoding="utf-8"?>
<p:tagLst xmlns:p="http://schemas.openxmlformats.org/presentationml/2006/main">
  <p:tag name="KSO_WM_BEAUTIFY_FLAG" val=""/>
</p:tagLst>
</file>

<file path=ppt/tags/tag3338.xml><?xml version="1.0" encoding="utf-8"?>
<p:tagLst xmlns:p="http://schemas.openxmlformats.org/presentationml/2006/main">
  <p:tag name="KSO_WM_BEAUTIFY_FLAG" val=""/>
</p:tagLst>
</file>

<file path=ppt/tags/tag3339.xml><?xml version="1.0" encoding="utf-8"?>
<p:tagLst xmlns:p="http://schemas.openxmlformats.org/presentationml/2006/main">
  <p:tag name="KSO_WM_BEAUTIFY_FLAG" val=""/>
</p:tagLst>
</file>

<file path=ppt/tags/tag3340.xml><?xml version="1.0" encoding="utf-8"?>
<p:tagLst xmlns:p="http://schemas.openxmlformats.org/presentationml/2006/main">
  <p:tag name="KSO_WM_BEAUTIFY_FLAG" val=""/>
</p:tagLst>
</file>

<file path=ppt/tags/tag3341.xml><?xml version="1.0" encoding="utf-8"?>
<p:tagLst xmlns:p="http://schemas.openxmlformats.org/presentationml/2006/main">
  <p:tag name="KSO_WM_BEAUTIFY_FLAG" val=""/>
</p:tagLst>
</file>

<file path=ppt/tags/tag3342.xml><?xml version="1.0" encoding="utf-8"?>
<p:tagLst xmlns:p="http://schemas.openxmlformats.org/presentationml/2006/main">
  <p:tag name="KSO_WM_BEAUTIFY_FLAG" val=""/>
</p:tagLst>
</file>

<file path=ppt/tags/tag3343.xml><?xml version="1.0" encoding="utf-8"?>
<p:tagLst xmlns:p="http://schemas.openxmlformats.org/presentationml/2006/main">
  <p:tag name="KSO_WM_BEAUTIFY_FLAG" val=""/>
</p:tagLst>
</file>

<file path=ppt/tags/tag3344.xml><?xml version="1.0" encoding="utf-8"?>
<p:tagLst xmlns:p="http://schemas.openxmlformats.org/presentationml/2006/main">
  <p:tag name="KSO_WM_BEAUTIFY_FLAG" val=""/>
</p:tagLst>
</file>

<file path=ppt/tags/tag3345.xml><?xml version="1.0" encoding="utf-8"?>
<p:tagLst xmlns:p="http://schemas.openxmlformats.org/presentationml/2006/main">
  <p:tag name="KSO_WM_BEAUTIFY_FLAG" val=""/>
</p:tagLst>
</file>

<file path=ppt/tags/tag3346.xml><?xml version="1.0" encoding="utf-8"?>
<p:tagLst xmlns:p="http://schemas.openxmlformats.org/presentationml/2006/main">
  <p:tag name="KSO_WM_BEAUTIFY_FLAG" val=""/>
</p:tagLst>
</file>

<file path=ppt/tags/tag3347.xml><?xml version="1.0" encoding="utf-8"?>
<p:tagLst xmlns:p="http://schemas.openxmlformats.org/presentationml/2006/main">
  <p:tag name="KSO_WM_BEAUTIFY_FLAG" val=""/>
</p:tagLst>
</file>

<file path=ppt/tags/tag3348.xml><?xml version="1.0" encoding="utf-8"?>
<p:tagLst xmlns:p="http://schemas.openxmlformats.org/presentationml/2006/main">
  <p:tag name="KSO_WM_BEAUTIFY_FLAG" val=""/>
</p:tagLst>
</file>

<file path=ppt/tags/tag3349.xml><?xml version="1.0" encoding="utf-8"?>
<p:tagLst xmlns:p="http://schemas.openxmlformats.org/presentationml/2006/main">
  <p:tag name="KSO_WM_BEAUTIFY_FLAG" val=""/>
</p:tagLst>
</file>

<file path=ppt/tags/tag3350.xml><?xml version="1.0" encoding="utf-8"?>
<p:tagLst xmlns:p="http://schemas.openxmlformats.org/presentationml/2006/main">
  <p:tag name="KSO_WM_BEAUTIFY_FLAG" val=""/>
</p:tagLst>
</file>

<file path=ppt/tags/tag3351.xml><?xml version="1.0" encoding="utf-8"?>
<p:tagLst xmlns:p="http://schemas.openxmlformats.org/presentationml/2006/main">
  <p:tag name="KSO_WM_BEAUTIFY_FLAG" val=""/>
</p:tagLst>
</file>

<file path=ppt/tags/tag3352.xml><?xml version="1.0" encoding="utf-8"?>
<p:tagLst xmlns:p="http://schemas.openxmlformats.org/presentationml/2006/main">
  <p:tag name="KSO_WM_BEAUTIFY_FLAG" val=""/>
</p:tagLst>
</file>

<file path=ppt/tags/tag3353.xml><?xml version="1.0" encoding="utf-8"?>
<p:tagLst xmlns:p="http://schemas.openxmlformats.org/presentationml/2006/main">
  <p:tag name="KSO_WM_BEAUTIFY_FLAG" val=""/>
</p:tagLst>
</file>

<file path=ppt/tags/tag3354.xml><?xml version="1.0" encoding="utf-8"?>
<p:tagLst xmlns:p="http://schemas.openxmlformats.org/presentationml/2006/main">
  <p:tag name="KSO_WM_BEAUTIFY_FLAG" val=""/>
</p:tagLst>
</file>

<file path=ppt/tags/tag3355.xml><?xml version="1.0" encoding="utf-8"?>
<p:tagLst xmlns:p="http://schemas.openxmlformats.org/presentationml/2006/main">
  <p:tag name="KSO_WM_BEAUTIFY_FLAG" val=""/>
</p:tagLst>
</file>

<file path=ppt/tags/tag3356.xml><?xml version="1.0" encoding="utf-8"?>
<p:tagLst xmlns:p="http://schemas.openxmlformats.org/presentationml/2006/main">
  <p:tag name="KSO_WM_BEAUTIFY_FLAG" val=""/>
</p:tagLst>
</file>

<file path=ppt/tags/tag3357.xml><?xml version="1.0" encoding="utf-8"?>
<p:tagLst xmlns:p="http://schemas.openxmlformats.org/presentationml/2006/main">
  <p:tag name="KSO_WM_BEAUTIFY_FLAG" val=""/>
</p:tagLst>
</file>

<file path=ppt/tags/tag3358.xml><?xml version="1.0" encoding="utf-8"?>
<p:tagLst xmlns:p="http://schemas.openxmlformats.org/presentationml/2006/main">
  <p:tag name="KSO_WM_BEAUTIFY_FLAG" val=""/>
</p:tagLst>
</file>

<file path=ppt/tags/tag3359.xml><?xml version="1.0" encoding="utf-8"?>
<p:tagLst xmlns:p="http://schemas.openxmlformats.org/presentationml/2006/main">
  <p:tag name="KSO_WM_BEAUTIFY_FLAG" val=""/>
</p:tagLst>
</file>

<file path=ppt/tags/tag3360.xml><?xml version="1.0" encoding="utf-8"?>
<p:tagLst xmlns:p="http://schemas.openxmlformats.org/presentationml/2006/main">
  <p:tag name="KSO_WM_BEAUTIFY_FLAG" val=""/>
</p:tagLst>
</file>

<file path=ppt/tags/tag3361.xml><?xml version="1.0" encoding="utf-8"?>
<p:tagLst xmlns:p="http://schemas.openxmlformats.org/presentationml/2006/main">
  <p:tag name="KSO_WM_BEAUTIFY_FLAG" val=""/>
</p:tagLst>
</file>

<file path=ppt/tags/tag3362.xml><?xml version="1.0" encoding="utf-8"?>
<p:tagLst xmlns:p="http://schemas.openxmlformats.org/presentationml/2006/main">
  <p:tag name="KSO_WM_BEAUTIFY_FLAG" val=""/>
</p:tagLst>
</file>

<file path=ppt/tags/tag3363.xml><?xml version="1.0" encoding="utf-8"?>
<p:tagLst xmlns:p="http://schemas.openxmlformats.org/presentationml/2006/main">
  <p:tag name="KSO_WM_BEAUTIFY_FLAG" val=""/>
</p:tagLst>
</file>

<file path=ppt/tags/tag3364.xml><?xml version="1.0" encoding="utf-8"?>
<p:tagLst xmlns:p="http://schemas.openxmlformats.org/presentationml/2006/main">
  <p:tag name="KSO_WM_BEAUTIFY_FLAG" val=""/>
</p:tagLst>
</file>

<file path=ppt/tags/tag3365.xml><?xml version="1.0" encoding="utf-8"?>
<p:tagLst xmlns:p="http://schemas.openxmlformats.org/presentationml/2006/main">
  <p:tag name="KSO_WM_BEAUTIFY_FLAG" val=""/>
</p:tagLst>
</file>

<file path=ppt/tags/tag3366.xml><?xml version="1.0" encoding="utf-8"?>
<p:tagLst xmlns:p="http://schemas.openxmlformats.org/presentationml/2006/main">
  <p:tag name="KSO_WM_BEAUTIFY_FLAG" val=""/>
</p:tagLst>
</file>

<file path=ppt/tags/tag3367.xml><?xml version="1.0" encoding="utf-8"?>
<p:tagLst xmlns:p="http://schemas.openxmlformats.org/presentationml/2006/main">
  <p:tag name="KSO_WM_BEAUTIFY_FLAG" val=""/>
</p:tagLst>
</file>

<file path=ppt/tags/tag3368.xml><?xml version="1.0" encoding="utf-8"?>
<p:tagLst xmlns:p="http://schemas.openxmlformats.org/presentationml/2006/main">
  <p:tag name="KSO_WM_BEAUTIFY_FLAG" val=""/>
</p:tagLst>
</file>

<file path=ppt/tags/tag3369.xml><?xml version="1.0" encoding="utf-8"?>
<p:tagLst xmlns:p="http://schemas.openxmlformats.org/presentationml/2006/main">
  <p:tag name="KSO_WM_BEAUTIFY_FLAG" val=""/>
</p:tagLst>
</file>

<file path=ppt/tags/tag3370.xml><?xml version="1.0" encoding="utf-8"?>
<p:tagLst xmlns:p="http://schemas.openxmlformats.org/presentationml/2006/main">
  <p:tag name="KSO_WM_BEAUTIFY_FLAG" val=""/>
</p:tagLst>
</file>

<file path=ppt/tags/tag3371.xml><?xml version="1.0" encoding="utf-8"?>
<p:tagLst xmlns:p="http://schemas.openxmlformats.org/presentationml/2006/main">
  <p:tag name="KSO_WM_BEAUTIFY_FLAG" val=""/>
</p:tagLst>
</file>

<file path=ppt/tags/tag3372.xml><?xml version="1.0" encoding="utf-8"?>
<p:tagLst xmlns:p="http://schemas.openxmlformats.org/presentationml/2006/main">
  <p:tag name="KSO_WM_BEAUTIFY_FLAG" val=""/>
</p:tagLst>
</file>

<file path=ppt/tags/tag3373.xml><?xml version="1.0" encoding="utf-8"?>
<p:tagLst xmlns:p="http://schemas.openxmlformats.org/presentationml/2006/main">
  <p:tag name="KSO_WM_BEAUTIFY_FLAG" val=""/>
</p:tagLst>
</file>

<file path=ppt/tags/tag3374.xml><?xml version="1.0" encoding="utf-8"?>
<p:tagLst xmlns:p="http://schemas.openxmlformats.org/presentationml/2006/main">
  <p:tag name="KSO_WM_BEAUTIFY_FLAG" val=""/>
</p:tagLst>
</file>

<file path=ppt/tags/tag3375.xml><?xml version="1.0" encoding="utf-8"?>
<p:tagLst xmlns:p="http://schemas.openxmlformats.org/presentationml/2006/main">
  <p:tag name="KSO_WM_BEAUTIFY_FLAG" val=""/>
</p:tagLst>
</file>

<file path=ppt/tags/tag3376.xml><?xml version="1.0" encoding="utf-8"?>
<p:tagLst xmlns:p="http://schemas.openxmlformats.org/presentationml/2006/main">
  <p:tag name="KSO_WM_BEAUTIFY_FLAG" val=""/>
</p:tagLst>
</file>

<file path=ppt/tags/tag3377.xml><?xml version="1.0" encoding="utf-8"?>
<p:tagLst xmlns:p="http://schemas.openxmlformats.org/presentationml/2006/main">
  <p:tag name="KSO_WM_BEAUTIFY_FLAG" val=""/>
</p:tagLst>
</file>

<file path=ppt/tags/tag3378.xml><?xml version="1.0" encoding="utf-8"?>
<p:tagLst xmlns:p="http://schemas.openxmlformats.org/presentationml/2006/main">
  <p:tag name="KSO_WM_BEAUTIFY_FLAG" val=""/>
</p:tagLst>
</file>

<file path=ppt/tags/tag3379.xml><?xml version="1.0" encoding="utf-8"?>
<p:tagLst xmlns:p="http://schemas.openxmlformats.org/presentationml/2006/main">
  <p:tag name="KSO_WM_BEAUTIFY_FLAG" val=""/>
</p:tagLst>
</file>

<file path=ppt/tags/tag3380.xml><?xml version="1.0" encoding="utf-8"?>
<p:tagLst xmlns:p="http://schemas.openxmlformats.org/presentationml/2006/main">
  <p:tag name="KSO_WM_BEAUTIFY_FLAG" val=""/>
</p:tagLst>
</file>

<file path=ppt/tags/tag3381.xml><?xml version="1.0" encoding="utf-8"?>
<p:tagLst xmlns:p="http://schemas.openxmlformats.org/presentationml/2006/main">
  <p:tag name="KSO_WM_BEAUTIFY_FLAG" val=""/>
</p:tagLst>
</file>

<file path=ppt/tags/tag3382.xml><?xml version="1.0" encoding="utf-8"?>
<p:tagLst xmlns:p="http://schemas.openxmlformats.org/presentationml/2006/main">
  <p:tag name="KSO_WM_BEAUTIFY_FLAG" val=""/>
</p:tagLst>
</file>

<file path=ppt/tags/tag3383.xml><?xml version="1.0" encoding="utf-8"?>
<p:tagLst xmlns:p="http://schemas.openxmlformats.org/presentationml/2006/main">
  <p:tag name="KSO_WM_BEAUTIFY_FLAG" val=""/>
</p:tagLst>
</file>

<file path=ppt/tags/tag3384.xml><?xml version="1.0" encoding="utf-8"?>
<p:tagLst xmlns:p="http://schemas.openxmlformats.org/presentationml/2006/main">
  <p:tag name="KSO_WM_BEAUTIFY_FLAG" val=""/>
</p:tagLst>
</file>

<file path=ppt/tags/tag3385.xml><?xml version="1.0" encoding="utf-8"?>
<p:tagLst xmlns:p="http://schemas.openxmlformats.org/presentationml/2006/main">
  <p:tag name="KSO_WM_BEAUTIFY_FLAG" val=""/>
</p:tagLst>
</file>

<file path=ppt/tags/tag3386.xml><?xml version="1.0" encoding="utf-8"?>
<p:tagLst xmlns:p="http://schemas.openxmlformats.org/presentationml/2006/main">
  <p:tag name="KSO_WM_BEAUTIFY_FLAG" val=""/>
</p:tagLst>
</file>

<file path=ppt/tags/tag3387.xml><?xml version="1.0" encoding="utf-8"?>
<p:tagLst xmlns:p="http://schemas.openxmlformats.org/presentationml/2006/main">
  <p:tag name="KSO_WM_BEAUTIFY_FLAG" val=""/>
</p:tagLst>
</file>

<file path=ppt/tags/tag3388.xml><?xml version="1.0" encoding="utf-8"?>
<p:tagLst xmlns:p="http://schemas.openxmlformats.org/presentationml/2006/main">
  <p:tag name="KSO_WM_BEAUTIFY_FLAG" val=""/>
</p:tagLst>
</file>

<file path=ppt/tags/tag3389.xml><?xml version="1.0" encoding="utf-8"?>
<p:tagLst xmlns:p="http://schemas.openxmlformats.org/presentationml/2006/main">
  <p:tag name="KSO_WM_BEAUTIFY_FLAG" val=""/>
</p:tagLst>
</file>

<file path=ppt/tags/tag3390.xml><?xml version="1.0" encoding="utf-8"?>
<p:tagLst xmlns:p="http://schemas.openxmlformats.org/presentationml/2006/main">
  <p:tag name="KSO_WM_BEAUTIFY_FLAG" val=""/>
</p:tagLst>
</file>

<file path=ppt/tags/tag3391.xml><?xml version="1.0" encoding="utf-8"?>
<p:tagLst xmlns:p="http://schemas.openxmlformats.org/presentationml/2006/main">
  <p:tag name="KSO_WM_BEAUTIFY_FLAG" val=""/>
</p:tagLst>
</file>

<file path=ppt/tags/tag3392.xml><?xml version="1.0" encoding="utf-8"?>
<p:tagLst xmlns:p="http://schemas.openxmlformats.org/presentationml/2006/main">
  <p:tag name="KSO_WM_BEAUTIFY_FLAG" val=""/>
</p:tagLst>
</file>

<file path=ppt/tags/tag3393.xml><?xml version="1.0" encoding="utf-8"?>
<p:tagLst xmlns:p="http://schemas.openxmlformats.org/presentationml/2006/main">
  <p:tag name="KSO_WM_BEAUTIFY_FLAG" val=""/>
</p:tagLst>
</file>

<file path=ppt/tags/tag3394.xml><?xml version="1.0" encoding="utf-8"?>
<p:tagLst xmlns:p="http://schemas.openxmlformats.org/presentationml/2006/main">
  <p:tag name="KSO_WM_BEAUTIFY_FLAG" val=""/>
</p:tagLst>
</file>

<file path=ppt/tags/tag3395.xml><?xml version="1.0" encoding="utf-8"?>
<p:tagLst xmlns:p="http://schemas.openxmlformats.org/presentationml/2006/main">
  <p:tag name="KSO_WM_BEAUTIFY_FLAG" val=""/>
</p:tagLst>
</file>

<file path=ppt/tags/tag3396.xml><?xml version="1.0" encoding="utf-8"?>
<p:tagLst xmlns:p="http://schemas.openxmlformats.org/presentationml/2006/main">
  <p:tag name="KSO_WM_BEAUTIFY_FLAG" val=""/>
</p:tagLst>
</file>

<file path=ppt/tags/tag3397.xml><?xml version="1.0" encoding="utf-8"?>
<p:tagLst xmlns:p="http://schemas.openxmlformats.org/presentationml/2006/main">
  <p:tag name="KSO_WM_BEAUTIFY_FLAG" val=""/>
</p:tagLst>
</file>

<file path=ppt/tags/tag3398.xml><?xml version="1.0" encoding="utf-8"?>
<p:tagLst xmlns:p="http://schemas.openxmlformats.org/presentationml/2006/main">
  <p:tag name="KSO_WM_BEAUTIFY_FLAG" val=""/>
</p:tagLst>
</file>

<file path=ppt/tags/tag3399.xml><?xml version="1.0" encoding="utf-8"?>
<p:tagLst xmlns:p="http://schemas.openxmlformats.org/presentationml/2006/main">
  <p:tag name="KSO_WM_BEAUTIFY_FLAG" val=""/>
</p:tagLst>
</file>

<file path=ppt/tags/tag3400.xml><?xml version="1.0" encoding="utf-8"?>
<p:tagLst xmlns:p="http://schemas.openxmlformats.org/presentationml/2006/main">
  <p:tag name="KSO_WM_BEAUTIFY_FLAG" val=""/>
</p:tagLst>
</file>

<file path=ppt/tags/tag3401.xml><?xml version="1.0" encoding="utf-8"?>
<p:tagLst xmlns:p="http://schemas.openxmlformats.org/presentationml/2006/main">
  <p:tag name="KSO_WM_BEAUTIFY_FLAG" val=""/>
</p:tagLst>
</file>

<file path=ppt/tags/tag3402.xml><?xml version="1.0" encoding="utf-8"?>
<p:tagLst xmlns:p="http://schemas.openxmlformats.org/presentationml/2006/main">
  <p:tag name="KSO_WM_BEAUTIFY_FLAG" val=""/>
</p:tagLst>
</file>

<file path=ppt/tags/tag3403.xml><?xml version="1.0" encoding="utf-8"?>
<p:tagLst xmlns:p="http://schemas.openxmlformats.org/presentationml/2006/main">
  <p:tag name="KSO_WM_BEAUTIFY_FLAG" val=""/>
</p:tagLst>
</file>

<file path=ppt/tags/tag3404.xml><?xml version="1.0" encoding="utf-8"?>
<p:tagLst xmlns:p="http://schemas.openxmlformats.org/presentationml/2006/main">
  <p:tag name="KSO_WM_BEAUTIFY_FLAG" val=""/>
</p:tagLst>
</file>

<file path=ppt/tags/tag3405.xml><?xml version="1.0" encoding="utf-8"?>
<p:tagLst xmlns:p="http://schemas.openxmlformats.org/presentationml/2006/main">
  <p:tag name="KSO_WM_BEAUTIFY_FLAG" val=""/>
</p:tagLst>
</file>

<file path=ppt/tags/tag3406.xml><?xml version="1.0" encoding="utf-8"?>
<p:tagLst xmlns:p="http://schemas.openxmlformats.org/presentationml/2006/main">
  <p:tag name="KSO_WM_BEAUTIFY_FLAG" val=""/>
</p:tagLst>
</file>

<file path=ppt/tags/tag3407.xml><?xml version="1.0" encoding="utf-8"?>
<p:tagLst xmlns:p="http://schemas.openxmlformats.org/presentationml/2006/main">
  <p:tag name="KSO_WM_BEAUTIFY_FLAG" val=""/>
</p:tagLst>
</file>

<file path=ppt/tags/tag3408.xml><?xml version="1.0" encoding="utf-8"?>
<p:tagLst xmlns:p="http://schemas.openxmlformats.org/presentationml/2006/main">
  <p:tag name="KSO_WM_BEAUTIFY_FLAG" val=""/>
</p:tagLst>
</file>

<file path=ppt/tags/tag3409.xml><?xml version="1.0" encoding="utf-8"?>
<p:tagLst xmlns:p="http://schemas.openxmlformats.org/presentationml/2006/main">
  <p:tag name="KSO_WM_BEAUTIFY_FLAG" val=""/>
</p:tagLst>
</file>

<file path=ppt/tags/tag3410.xml><?xml version="1.0" encoding="utf-8"?>
<p:tagLst xmlns:p="http://schemas.openxmlformats.org/presentationml/2006/main">
  <p:tag name="KSO_WM_BEAUTIFY_FLAG" val=""/>
</p:tagLst>
</file>

<file path=ppt/tags/tag3411.xml><?xml version="1.0" encoding="utf-8"?>
<p:tagLst xmlns:p="http://schemas.openxmlformats.org/presentationml/2006/main">
  <p:tag name="KSO_WM_BEAUTIFY_FLAG" val=""/>
</p:tagLst>
</file>

<file path=ppt/tags/tag3412.xml><?xml version="1.0" encoding="utf-8"?>
<p:tagLst xmlns:p="http://schemas.openxmlformats.org/presentationml/2006/main">
  <p:tag name="KSO_WM_BEAUTIFY_FLAG" val=""/>
</p:tagLst>
</file>

<file path=ppt/tags/tag3413.xml><?xml version="1.0" encoding="utf-8"?>
<p:tagLst xmlns:p="http://schemas.openxmlformats.org/presentationml/2006/main">
  <p:tag name="KSO_WM_BEAUTIFY_FLAG" val=""/>
</p:tagLst>
</file>

<file path=ppt/tags/tag3414.xml><?xml version="1.0" encoding="utf-8"?>
<p:tagLst xmlns:p="http://schemas.openxmlformats.org/presentationml/2006/main">
  <p:tag name="KSO_WM_BEAUTIFY_FLAG" val=""/>
</p:tagLst>
</file>

<file path=ppt/tags/tag3415.xml><?xml version="1.0" encoding="utf-8"?>
<p:tagLst xmlns:p="http://schemas.openxmlformats.org/presentationml/2006/main">
  <p:tag name="KSO_WM_BEAUTIFY_FLAG" val=""/>
</p:tagLst>
</file>

<file path=ppt/tags/tag3416.xml><?xml version="1.0" encoding="utf-8"?>
<p:tagLst xmlns:p="http://schemas.openxmlformats.org/presentationml/2006/main">
  <p:tag name="KSO_WM_BEAUTIFY_FLAG" val=""/>
</p:tagLst>
</file>

<file path=ppt/tags/tag3417.xml><?xml version="1.0" encoding="utf-8"?>
<p:tagLst xmlns:p="http://schemas.openxmlformats.org/presentationml/2006/main">
  <p:tag name="KSO_WM_BEAUTIFY_FLAG" val=""/>
</p:tagLst>
</file>

<file path=ppt/tags/tag3418.xml><?xml version="1.0" encoding="utf-8"?>
<p:tagLst xmlns:p="http://schemas.openxmlformats.org/presentationml/2006/main">
  <p:tag name="KSO_WM_BEAUTIFY_FLAG" val=""/>
</p:tagLst>
</file>

<file path=ppt/tags/tag3419.xml><?xml version="1.0" encoding="utf-8"?>
<p:tagLst xmlns:p="http://schemas.openxmlformats.org/presentationml/2006/main">
  <p:tag name="KSO_WM_BEAUTIFY_FLAG" val=""/>
</p:tagLst>
</file>

<file path=ppt/tags/tag3420.xml><?xml version="1.0" encoding="utf-8"?>
<p:tagLst xmlns:p="http://schemas.openxmlformats.org/presentationml/2006/main">
  <p:tag name="KSO_WM_BEAUTIFY_FLAG" val=""/>
</p:tagLst>
</file>

<file path=ppt/tags/tag3421.xml><?xml version="1.0" encoding="utf-8"?>
<p:tagLst xmlns:p="http://schemas.openxmlformats.org/presentationml/2006/main">
  <p:tag name="KSO_WM_BEAUTIFY_FLAG" val=""/>
</p:tagLst>
</file>

<file path=ppt/tags/tag3422.xml><?xml version="1.0" encoding="utf-8"?>
<p:tagLst xmlns:p="http://schemas.openxmlformats.org/presentationml/2006/main">
  <p:tag name="KSO_WM_BEAUTIFY_FLAG" val=""/>
</p:tagLst>
</file>

<file path=ppt/tags/tag3423.xml><?xml version="1.0" encoding="utf-8"?>
<p:tagLst xmlns:p="http://schemas.openxmlformats.org/presentationml/2006/main">
  <p:tag name="KSO_WM_BEAUTIFY_FLAG" val=""/>
</p:tagLst>
</file>

<file path=ppt/tags/tag3424.xml><?xml version="1.0" encoding="utf-8"?>
<p:tagLst xmlns:p="http://schemas.openxmlformats.org/presentationml/2006/main">
  <p:tag name="KSO_WM_BEAUTIFY_FLAG" val=""/>
</p:tagLst>
</file>

<file path=ppt/tags/tag3425.xml><?xml version="1.0" encoding="utf-8"?>
<p:tagLst xmlns:p="http://schemas.openxmlformats.org/presentationml/2006/main">
  <p:tag name="KSO_WM_BEAUTIFY_FLAG" val=""/>
</p:tagLst>
</file>

<file path=ppt/tags/tag3426.xml><?xml version="1.0" encoding="utf-8"?>
<p:tagLst xmlns:p="http://schemas.openxmlformats.org/presentationml/2006/main">
  <p:tag name="KSO_WM_BEAUTIFY_FLAG" val=""/>
</p:tagLst>
</file>

<file path=ppt/tags/tag3427.xml><?xml version="1.0" encoding="utf-8"?>
<p:tagLst xmlns:p="http://schemas.openxmlformats.org/presentationml/2006/main">
  <p:tag name="KSO_WM_BEAUTIFY_FLAG" val=""/>
</p:tagLst>
</file>

<file path=ppt/tags/tag3428.xml><?xml version="1.0" encoding="utf-8"?>
<p:tagLst xmlns:p="http://schemas.openxmlformats.org/presentationml/2006/main">
  <p:tag name="KSO_WM_BEAUTIFY_FLAG" val=""/>
</p:tagLst>
</file>

<file path=ppt/tags/tag3429.xml><?xml version="1.0" encoding="utf-8"?>
<p:tagLst xmlns:p="http://schemas.openxmlformats.org/presentationml/2006/main">
  <p:tag name="KSO_WM_BEAUTIFY_FLAG" val=""/>
</p:tagLst>
</file>

<file path=ppt/tags/tag3430.xml><?xml version="1.0" encoding="utf-8"?>
<p:tagLst xmlns:p="http://schemas.openxmlformats.org/presentationml/2006/main">
  <p:tag name="KSO_WM_BEAUTIFY_FLAG" val=""/>
</p:tagLst>
</file>

<file path=ppt/tags/tag3431.xml><?xml version="1.0" encoding="utf-8"?>
<p:tagLst xmlns:p="http://schemas.openxmlformats.org/presentationml/2006/main">
  <p:tag name="KSO_WM_BEAUTIFY_FLAG" val=""/>
</p:tagLst>
</file>

<file path=ppt/tags/tag3432.xml><?xml version="1.0" encoding="utf-8"?>
<p:tagLst xmlns:p="http://schemas.openxmlformats.org/presentationml/2006/main">
  <p:tag name="KSO_WM_BEAUTIFY_FLAG" val=""/>
</p:tagLst>
</file>

<file path=ppt/tags/tag3433.xml><?xml version="1.0" encoding="utf-8"?>
<p:tagLst xmlns:p="http://schemas.openxmlformats.org/presentationml/2006/main">
  <p:tag name="KSO_WM_BEAUTIFY_FLAG" val=""/>
</p:tagLst>
</file>

<file path=ppt/tags/tag3434.xml><?xml version="1.0" encoding="utf-8"?>
<p:tagLst xmlns:p="http://schemas.openxmlformats.org/presentationml/2006/main">
  <p:tag name="KSO_WM_BEAUTIFY_FLAG" val=""/>
</p:tagLst>
</file>

<file path=ppt/tags/tag3435.xml><?xml version="1.0" encoding="utf-8"?>
<p:tagLst xmlns:p="http://schemas.openxmlformats.org/presentationml/2006/main">
  <p:tag name="KSO_WM_BEAUTIFY_FLAG" val=""/>
</p:tagLst>
</file>

<file path=ppt/tags/tag3436.xml><?xml version="1.0" encoding="utf-8"?>
<p:tagLst xmlns:p="http://schemas.openxmlformats.org/presentationml/2006/main">
  <p:tag name="KSO_WM_BEAUTIFY_FLAG" val=""/>
</p:tagLst>
</file>

<file path=ppt/tags/tag3437.xml><?xml version="1.0" encoding="utf-8"?>
<p:tagLst xmlns:p="http://schemas.openxmlformats.org/presentationml/2006/main">
  <p:tag name="KSO_WM_BEAUTIFY_FLAG" val=""/>
</p:tagLst>
</file>

<file path=ppt/tags/tag3438.xml><?xml version="1.0" encoding="utf-8"?>
<p:tagLst xmlns:p="http://schemas.openxmlformats.org/presentationml/2006/main">
  <p:tag name="KSO_WM_BEAUTIFY_FLAG" val=""/>
</p:tagLst>
</file>

<file path=ppt/tags/tag3439.xml><?xml version="1.0" encoding="utf-8"?>
<p:tagLst xmlns:p="http://schemas.openxmlformats.org/presentationml/2006/main">
  <p:tag name="KSO_WM_BEAUTIFY_FLAG" val=""/>
</p:tagLst>
</file>

<file path=ppt/tags/tag3440.xml><?xml version="1.0" encoding="utf-8"?>
<p:tagLst xmlns:p="http://schemas.openxmlformats.org/presentationml/2006/main">
  <p:tag name="KSO_WM_BEAUTIFY_FLAG" val=""/>
</p:tagLst>
</file>

<file path=ppt/tags/tag3441.xml><?xml version="1.0" encoding="utf-8"?>
<p:tagLst xmlns:p="http://schemas.openxmlformats.org/presentationml/2006/main">
  <p:tag name="KSO_WM_BEAUTIFY_FLAG" val=""/>
</p:tagLst>
</file>

<file path=ppt/tags/tag3442.xml><?xml version="1.0" encoding="utf-8"?>
<p:tagLst xmlns:p="http://schemas.openxmlformats.org/presentationml/2006/main">
  <p:tag name="KSO_WM_BEAUTIFY_FLAG" val=""/>
</p:tagLst>
</file>

<file path=ppt/tags/tag3443.xml><?xml version="1.0" encoding="utf-8"?>
<p:tagLst xmlns:p="http://schemas.openxmlformats.org/presentationml/2006/main">
  <p:tag name="KSO_WM_BEAUTIFY_FLAG" val=""/>
</p:tagLst>
</file>

<file path=ppt/tags/tag3444.xml><?xml version="1.0" encoding="utf-8"?>
<p:tagLst xmlns:p="http://schemas.openxmlformats.org/presentationml/2006/main">
  <p:tag name="KSO_WM_BEAUTIFY_FLAG" val=""/>
</p:tagLst>
</file>

<file path=ppt/tags/tag3445.xml><?xml version="1.0" encoding="utf-8"?>
<p:tagLst xmlns:p="http://schemas.openxmlformats.org/presentationml/2006/main">
  <p:tag name="KSO_WM_BEAUTIFY_FLAG" val=""/>
</p:tagLst>
</file>

<file path=ppt/tags/tag3446.xml><?xml version="1.0" encoding="utf-8"?>
<p:tagLst xmlns:p="http://schemas.openxmlformats.org/presentationml/2006/main">
  <p:tag name="KSO_WM_BEAUTIFY_FLAG" val=""/>
</p:tagLst>
</file>

<file path=ppt/tags/tag3447.xml><?xml version="1.0" encoding="utf-8"?>
<p:tagLst xmlns:p="http://schemas.openxmlformats.org/presentationml/2006/main">
  <p:tag name="KSO_WM_BEAUTIFY_FLAG" val=""/>
</p:tagLst>
</file>

<file path=ppt/tags/tag3448.xml><?xml version="1.0" encoding="utf-8"?>
<p:tagLst xmlns:p="http://schemas.openxmlformats.org/presentationml/2006/main">
  <p:tag name="KSO_WM_BEAUTIFY_FLAG" val=""/>
</p:tagLst>
</file>

<file path=ppt/tags/tag3449.xml><?xml version="1.0" encoding="utf-8"?>
<p:tagLst xmlns:p="http://schemas.openxmlformats.org/presentationml/2006/main">
  <p:tag name="KSO_WM_BEAUTIFY_FLAG" val=""/>
</p:tagLst>
</file>

<file path=ppt/tags/tag3450.xml><?xml version="1.0" encoding="utf-8"?>
<p:tagLst xmlns:p="http://schemas.openxmlformats.org/presentationml/2006/main">
  <p:tag name="KSO_WM_BEAUTIFY_FLAG" val=""/>
</p:tagLst>
</file>

<file path=ppt/tags/tag3451.xml><?xml version="1.0" encoding="utf-8"?>
<p:tagLst xmlns:p="http://schemas.openxmlformats.org/presentationml/2006/main">
  <p:tag name="KSO_WM_BEAUTIFY_FLAG" val=""/>
</p:tagLst>
</file>

<file path=ppt/tags/tag3452.xml><?xml version="1.0" encoding="utf-8"?>
<p:tagLst xmlns:p="http://schemas.openxmlformats.org/presentationml/2006/main">
  <p:tag name="KSO_WM_BEAUTIFY_FLAG" val=""/>
</p:tagLst>
</file>

<file path=ppt/tags/tag3453.xml><?xml version="1.0" encoding="utf-8"?>
<p:tagLst xmlns:p="http://schemas.openxmlformats.org/presentationml/2006/main">
  <p:tag name="KSO_WM_BEAUTIFY_FLAG" val=""/>
</p:tagLst>
</file>

<file path=ppt/tags/tag3454.xml><?xml version="1.0" encoding="utf-8"?>
<p:tagLst xmlns:p="http://schemas.openxmlformats.org/presentationml/2006/main">
  <p:tag name="KSO_WM_BEAUTIFY_FLAG" val=""/>
</p:tagLst>
</file>

<file path=ppt/tags/tag3455.xml><?xml version="1.0" encoding="utf-8"?>
<p:tagLst xmlns:p="http://schemas.openxmlformats.org/presentationml/2006/main">
  <p:tag name="KSO_WM_BEAUTIFY_FLAG" val=""/>
</p:tagLst>
</file>

<file path=ppt/tags/tag3456.xml><?xml version="1.0" encoding="utf-8"?>
<p:tagLst xmlns:p="http://schemas.openxmlformats.org/presentationml/2006/main">
  <p:tag name="KSO_WM_BEAUTIFY_FLAG" val=""/>
</p:tagLst>
</file>

<file path=ppt/tags/tag3457.xml><?xml version="1.0" encoding="utf-8"?>
<p:tagLst xmlns:p="http://schemas.openxmlformats.org/presentationml/2006/main">
  <p:tag name="KSO_WM_BEAUTIFY_FLAG" val=""/>
</p:tagLst>
</file>

<file path=ppt/tags/tag3458.xml><?xml version="1.0" encoding="utf-8"?>
<p:tagLst xmlns:p="http://schemas.openxmlformats.org/presentationml/2006/main">
  <p:tag name="KSO_WM_BEAUTIFY_FLAG" val=""/>
</p:tagLst>
</file>

<file path=ppt/tags/tag3459.xml><?xml version="1.0" encoding="utf-8"?>
<p:tagLst xmlns:p="http://schemas.openxmlformats.org/presentationml/2006/main">
  <p:tag name="KSO_WM_BEAUTIFY_FLAG" val=""/>
</p:tagLst>
</file>

<file path=ppt/tags/tag3460.xml><?xml version="1.0" encoding="utf-8"?>
<p:tagLst xmlns:p="http://schemas.openxmlformats.org/presentationml/2006/main">
  <p:tag name="KSO_WM_BEAUTIFY_FLAG" val=""/>
</p:tagLst>
</file>

<file path=ppt/tags/tag3461.xml><?xml version="1.0" encoding="utf-8"?>
<p:tagLst xmlns:p="http://schemas.openxmlformats.org/presentationml/2006/main">
  <p:tag name="KSO_WM_BEAUTIFY_FLAG" val=""/>
</p:tagLst>
</file>

<file path=ppt/tags/tag3462.xml><?xml version="1.0" encoding="utf-8"?>
<p:tagLst xmlns:p="http://schemas.openxmlformats.org/presentationml/2006/main">
  <p:tag name="KSO_WM_BEAUTIFY_FLAG" val=""/>
</p:tagLst>
</file>

<file path=ppt/tags/tag3463.xml><?xml version="1.0" encoding="utf-8"?>
<p:tagLst xmlns:p="http://schemas.openxmlformats.org/presentationml/2006/main">
  <p:tag name="KSO_WM_BEAUTIFY_FLAG" val=""/>
</p:tagLst>
</file>

<file path=ppt/tags/tag3464.xml><?xml version="1.0" encoding="utf-8"?>
<p:tagLst xmlns:p="http://schemas.openxmlformats.org/presentationml/2006/main">
  <p:tag name="KSO_WM_BEAUTIFY_FLAG" val=""/>
</p:tagLst>
</file>

<file path=ppt/tags/tag3465.xml><?xml version="1.0" encoding="utf-8"?>
<p:tagLst xmlns:p="http://schemas.openxmlformats.org/presentationml/2006/main">
  <p:tag name="KSO_WM_BEAUTIFY_FLAG" val=""/>
</p:tagLst>
</file>

<file path=ppt/tags/tag3466.xml><?xml version="1.0" encoding="utf-8"?>
<p:tagLst xmlns:p="http://schemas.openxmlformats.org/presentationml/2006/main">
  <p:tag name="KSO_WM_BEAUTIFY_FLAG" val=""/>
</p:tagLst>
</file>

<file path=ppt/tags/tag3467.xml><?xml version="1.0" encoding="utf-8"?>
<p:tagLst xmlns:p="http://schemas.openxmlformats.org/presentationml/2006/main">
  <p:tag name="KSO_WM_BEAUTIFY_FLAG" val=""/>
</p:tagLst>
</file>

<file path=ppt/tags/tag3468.xml><?xml version="1.0" encoding="utf-8"?>
<p:tagLst xmlns:p="http://schemas.openxmlformats.org/presentationml/2006/main">
  <p:tag name="KSO_WM_BEAUTIFY_FLAG" val=""/>
</p:tagLst>
</file>

<file path=ppt/tags/tag3469.xml><?xml version="1.0" encoding="utf-8"?>
<p:tagLst xmlns:p="http://schemas.openxmlformats.org/presentationml/2006/main">
  <p:tag name="KSO_WM_BEAUTIFY_FLAG" val=""/>
</p:tagLst>
</file>

<file path=ppt/tags/tag3470.xml><?xml version="1.0" encoding="utf-8"?>
<p:tagLst xmlns:p="http://schemas.openxmlformats.org/presentationml/2006/main">
  <p:tag name="KSO_WM_BEAUTIFY_FLAG" val=""/>
</p:tagLst>
</file>

<file path=ppt/tags/tag3471.xml><?xml version="1.0" encoding="utf-8"?>
<p:tagLst xmlns:p="http://schemas.openxmlformats.org/presentationml/2006/main">
  <p:tag name="KSO_WM_BEAUTIFY_FLAG" val=""/>
</p:tagLst>
</file>

<file path=ppt/tags/tag3472.xml><?xml version="1.0" encoding="utf-8"?>
<p:tagLst xmlns:p="http://schemas.openxmlformats.org/presentationml/2006/main">
  <p:tag name="KSO_WM_BEAUTIFY_FLAG" val=""/>
</p:tagLst>
</file>

<file path=ppt/tags/tag3473.xml><?xml version="1.0" encoding="utf-8"?>
<p:tagLst xmlns:p="http://schemas.openxmlformats.org/presentationml/2006/main">
  <p:tag name="KSO_WM_BEAUTIFY_FLAG" val=""/>
</p:tagLst>
</file>

<file path=ppt/tags/tag3474.xml><?xml version="1.0" encoding="utf-8"?>
<p:tagLst xmlns:p="http://schemas.openxmlformats.org/presentationml/2006/main">
  <p:tag name="KSO_WM_BEAUTIFY_FLAG" val=""/>
</p:tagLst>
</file>

<file path=ppt/tags/tag3475.xml><?xml version="1.0" encoding="utf-8"?>
<p:tagLst xmlns:p="http://schemas.openxmlformats.org/presentationml/2006/main">
  <p:tag name="KSO_WM_BEAUTIFY_FLAG" val=""/>
</p:tagLst>
</file>

<file path=ppt/tags/tag3476.xml><?xml version="1.0" encoding="utf-8"?>
<p:tagLst xmlns:p="http://schemas.openxmlformats.org/presentationml/2006/main">
  <p:tag name="KSO_WM_BEAUTIFY_FLAG" val=""/>
</p:tagLst>
</file>

<file path=ppt/tags/tag3477.xml><?xml version="1.0" encoding="utf-8"?>
<p:tagLst xmlns:p="http://schemas.openxmlformats.org/presentationml/2006/main">
  <p:tag name="KSO_WM_BEAUTIFY_FLAG" val=""/>
</p:tagLst>
</file>

<file path=ppt/tags/tag3478.xml><?xml version="1.0" encoding="utf-8"?>
<p:tagLst xmlns:p="http://schemas.openxmlformats.org/presentationml/2006/main">
  <p:tag name="KSO_WM_BEAUTIFY_FLAG" val=""/>
</p:tagLst>
</file>

<file path=ppt/tags/tag3479.xml><?xml version="1.0" encoding="utf-8"?>
<p:tagLst xmlns:p="http://schemas.openxmlformats.org/presentationml/2006/main">
  <p:tag name="KSO_WM_BEAUTIFY_FLAG" val=""/>
</p:tagLst>
</file>

<file path=ppt/tags/tag3480.xml><?xml version="1.0" encoding="utf-8"?>
<p:tagLst xmlns:p="http://schemas.openxmlformats.org/presentationml/2006/main">
  <p:tag name="KSO_WM_BEAUTIFY_FLAG" val=""/>
</p:tagLst>
</file>

<file path=ppt/tags/tag3481.xml><?xml version="1.0" encoding="utf-8"?>
<p:tagLst xmlns:p="http://schemas.openxmlformats.org/presentationml/2006/main">
  <p:tag name="KSO_WM_BEAUTIFY_FLAG" val=""/>
</p:tagLst>
</file>

<file path=ppt/tags/tag3482.xml><?xml version="1.0" encoding="utf-8"?>
<p:tagLst xmlns:p="http://schemas.openxmlformats.org/presentationml/2006/main">
  <p:tag name="KSO_WM_BEAUTIFY_FLAG" val=""/>
</p:tagLst>
</file>

<file path=ppt/tags/tag3483.xml><?xml version="1.0" encoding="utf-8"?>
<p:tagLst xmlns:p="http://schemas.openxmlformats.org/presentationml/2006/main">
  <p:tag name="KSO_WM_BEAUTIFY_FLAG" val=""/>
</p:tagLst>
</file>

<file path=ppt/tags/tag3484.xml><?xml version="1.0" encoding="utf-8"?>
<p:tagLst xmlns:p="http://schemas.openxmlformats.org/presentationml/2006/main">
  <p:tag name="KSO_WM_BEAUTIFY_FLAG" val=""/>
</p:tagLst>
</file>

<file path=ppt/tags/tag3485.xml><?xml version="1.0" encoding="utf-8"?>
<p:tagLst xmlns:p="http://schemas.openxmlformats.org/presentationml/2006/main">
  <p:tag name="KSO_WM_BEAUTIFY_FLAG" val=""/>
</p:tagLst>
</file>

<file path=ppt/tags/tag3486.xml><?xml version="1.0" encoding="utf-8"?>
<p:tagLst xmlns:p="http://schemas.openxmlformats.org/presentationml/2006/main">
  <p:tag name="KSO_WM_BEAUTIFY_FLAG" val=""/>
</p:tagLst>
</file>

<file path=ppt/tags/tag3487.xml><?xml version="1.0" encoding="utf-8"?>
<p:tagLst xmlns:p="http://schemas.openxmlformats.org/presentationml/2006/main">
  <p:tag name="KSO_WM_BEAUTIFY_FLAG" val=""/>
</p:tagLst>
</file>

<file path=ppt/tags/tag3488.xml><?xml version="1.0" encoding="utf-8"?>
<p:tagLst xmlns:p="http://schemas.openxmlformats.org/presentationml/2006/main">
  <p:tag name="KSO_WM_BEAUTIFY_FLAG" val=""/>
</p:tagLst>
</file>

<file path=ppt/tags/tag3489.xml><?xml version="1.0" encoding="utf-8"?>
<p:tagLst xmlns:p="http://schemas.openxmlformats.org/presentationml/2006/main">
  <p:tag name="KSO_WM_BEAUTIFY_FLAG" val=""/>
</p:tagLst>
</file>

<file path=ppt/tags/tag3490.xml><?xml version="1.0" encoding="utf-8"?>
<p:tagLst xmlns:p="http://schemas.openxmlformats.org/presentationml/2006/main">
  <p:tag name="KSO_WM_BEAUTIFY_FLAG" val=""/>
</p:tagLst>
</file>

<file path=ppt/tags/tag3491.xml><?xml version="1.0" encoding="utf-8"?>
<p:tagLst xmlns:p="http://schemas.openxmlformats.org/presentationml/2006/main">
  <p:tag name="KSO_WM_BEAUTIFY_FLAG" val=""/>
</p:tagLst>
</file>

<file path=ppt/tags/tag3492.xml><?xml version="1.0" encoding="utf-8"?>
<p:tagLst xmlns:p="http://schemas.openxmlformats.org/presentationml/2006/main">
  <p:tag name="KSO_WM_BEAUTIFY_FLAG" val=""/>
</p:tagLst>
</file>

<file path=ppt/tags/tag3493.xml><?xml version="1.0" encoding="utf-8"?>
<p:tagLst xmlns:p="http://schemas.openxmlformats.org/presentationml/2006/main">
  <p:tag name="KSO_WM_BEAUTIFY_FLAG" val=""/>
</p:tagLst>
</file>

<file path=ppt/tags/tag3494.xml><?xml version="1.0" encoding="utf-8"?>
<p:tagLst xmlns:p="http://schemas.openxmlformats.org/presentationml/2006/main">
  <p:tag name="KSO_WM_BEAUTIFY_FLAG" val=""/>
</p:tagLst>
</file>

<file path=ppt/tags/tag3495.xml><?xml version="1.0" encoding="utf-8"?>
<p:tagLst xmlns:p="http://schemas.openxmlformats.org/presentationml/2006/main">
  <p:tag name="KSO_WM_BEAUTIFY_FLAG" val=""/>
</p:tagLst>
</file>

<file path=ppt/tags/tag3496.xml><?xml version="1.0" encoding="utf-8"?>
<p:tagLst xmlns:p="http://schemas.openxmlformats.org/presentationml/2006/main">
  <p:tag name="KSO_WM_BEAUTIFY_FLAG" val=""/>
</p:tagLst>
</file>

<file path=ppt/tags/tag3497.xml><?xml version="1.0" encoding="utf-8"?>
<p:tagLst xmlns:p="http://schemas.openxmlformats.org/presentationml/2006/main">
  <p:tag name="KSO_WM_BEAUTIFY_FLAG" val=""/>
</p:tagLst>
</file>

<file path=ppt/tags/tag3498.xml><?xml version="1.0" encoding="utf-8"?>
<p:tagLst xmlns:p="http://schemas.openxmlformats.org/presentationml/2006/main">
  <p:tag name="KSO_WM_BEAUTIFY_FLAG" val=""/>
</p:tagLst>
</file>

<file path=ppt/tags/tag3499.xml><?xml version="1.0" encoding="utf-8"?>
<p:tagLst xmlns:p="http://schemas.openxmlformats.org/presentationml/2006/main">
  <p:tag name="KSO_WM_BEAUTIFY_FLAG" val=""/>
</p:tagLst>
</file>

<file path=ppt/tags/tag3500.xml><?xml version="1.0" encoding="utf-8"?>
<p:tagLst xmlns:p="http://schemas.openxmlformats.org/presentationml/2006/main">
  <p:tag name="KSO_WM_BEAUTIFY_FLAG" val=""/>
</p:tagLst>
</file>

<file path=ppt/tags/tag3501.xml><?xml version="1.0" encoding="utf-8"?>
<p:tagLst xmlns:p="http://schemas.openxmlformats.org/presentationml/2006/main">
  <p:tag name="KSO_WM_BEAUTIFY_FLAG" val=""/>
</p:tagLst>
</file>

<file path=ppt/tags/tag3502.xml><?xml version="1.0" encoding="utf-8"?>
<p:tagLst xmlns:p="http://schemas.openxmlformats.org/presentationml/2006/main">
  <p:tag name="KSO_WM_BEAUTIFY_FLAG" val=""/>
</p:tagLst>
</file>

<file path=ppt/tags/tag3503.xml><?xml version="1.0" encoding="utf-8"?>
<p:tagLst xmlns:p="http://schemas.openxmlformats.org/presentationml/2006/main">
  <p:tag name="KSO_WM_BEAUTIFY_FLAG" val=""/>
</p:tagLst>
</file>

<file path=ppt/tags/tag3504.xml><?xml version="1.0" encoding="utf-8"?>
<p:tagLst xmlns:p="http://schemas.openxmlformats.org/presentationml/2006/main">
  <p:tag name="KSO_WM_BEAUTIFY_FLAG" val=""/>
</p:tagLst>
</file>

<file path=ppt/tags/tag3505.xml><?xml version="1.0" encoding="utf-8"?>
<p:tagLst xmlns:p="http://schemas.openxmlformats.org/presentationml/2006/main">
  <p:tag name="KSO_WM_BEAUTIFY_FLAG" val=""/>
</p:tagLst>
</file>

<file path=ppt/tags/tag3506.xml><?xml version="1.0" encoding="utf-8"?>
<p:tagLst xmlns:p="http://schemas.openxmlformats.org/presentationml/2006/main">
  <p:tag name="KSO_WM_BEAUTIFY_FLAG" val=""/>
</p:tagLst>
</file>

<file path=ppt/tags/tag3507.xml><?xml version="1.0" encoding="utf-8"?>
<p:tagLst xmlns:p="http://schemas.openxmlformats.org/presentationml/2006/main">
  <p:tag name="KSO_WM_BEAUTIFY_FLAG" val=""/>
</p:tagLst>
</file>

<file path=ppt/tags/tag3508.xml><?xml version="1.0" encoding="utf-8"?>
<p:tagLst xmlns:p="http://schemas.openxmlformats.org/presentationml/2006/main">
  <p:tag name="KSO_WM_BEAUTIFY_FLAG" val=""/>
</p:tagLst>
</file>

<file path=ppt/tags/tag3509.xml><?xml version="1.0" encoding="utf-8"?>
<p:tagLst xmlns:p="http://schemas.openxmlformats.org/presentationml/2006/main">
  <p:tag name="KSO_WM_BEAUTIFY_FLAG" val=""/>
</p:tagLst>
</file>

<file path=ppt/tags/tag3510.xml><?xml version="1.0" encoding="utf-8"?>
<p:tagLst xmlns:p="http://schemas.openxmlformats.org/presentationml/2006/main">
  <p:tag name="KSO_WM_BEAUTIFY_FLAG" val=""/>
</p:tagLst>
</file>

<file path=ppt/tags/tag3511.xml><?xml version="1.0" encoding="utf-8"?>
<p:tagLst xmlns:p="http://schemas.openxmlformats.org/presentationml/2006/main">
  <p:tag name="KSO_WM_BEAUTIFY_FLAG" val=""/>
</p:tagLst>
</file>

<file path=ppt/tags/tag3512.xml><?xml version="1.0" encoding="utf-8"?>
<p:tagLst xmlns:p="http://schemas.openxmlformats.org/presentationml/2006/main">
  <p:tag name="KSO_WM_BEAUTIFY_FLAG" val=""/>
</p:tagLst>
</file>

<file path=ppt/tags/tag3513.xml><?xml version="1.0" encoding="utf-8"?>
<p:tagLst xmlns:p="http://schemas.openxmlformats.org/presentationml/2006/main">
  <p:tag name="KSO_WM_BEAUTIFY_FLAG" val=""/>
</p:tagLst>
</file>

<file path=ppt/tags/tag3514.xml><?xml version="1.0" encoding="utf-8"?>
<p:tagLst xmlns:p="http://schemas.openxmlformats.org/presentationml/2006/main">
  <p:tag name="KSO_WM_BEAUTIFY_FLAG" val=""/>
</p:tagLst>
</file>

<file path=ppt/tags/tag3515.xml><?xml version="1.0" encoding="utf-8"?>
<p:tagLst xmlns:p="http://schemas.openxmlformats.org/presentationml/2006/main">
  <p:tag name="KSO_WM_BEAUTIFY_FLAG" val=""/>
</p:tagLst>
</file>

<file path=ppt/tags/tag3516.xml><?xml version="1.0" encoding="utf-8"?>
<p:tagLst xmlns:p="http://schemas.openxmlformats.org/presentationml/2006/main">
  <p:tag name="KSO_WM_BEAUTIFY_FLAG" val=""/>
</p:tagLst>
</file>

<file path=ppt/tags/tag3517.xml><?xml version="1.0" encoding="utf-8"?>
<p:tagLst xmlns:p="http://schemas.openxmlformats.org/presentationml/2006/main">
  <p:tag name="KSO_WM_BEAUTIFY_FLAG" val=""/>
</p:tagLst>
</file>

<file path=ppt/tags/tag3518.xml><?xml version="1.0" encoding="utf-8"?>
<p:tagLst xmlns:p="http://schemas.openxmlformats.org/presentationml/2006/main">
  <p:tag name="KSO_WM_BEAUTIFY_FLAG" val=""/>
</p:tagLst>
</file>

<file path=ppt/tags/tag3519.xml><?xml version="1.0" encoding="utf-8"?>
<p:tagLst xmlns:p="http://schemas.openxmlformats.org/presentationml/2006/main">
  <p:tag name="KSO_WM_BEAUTIFY_FLAG" val=""/>
</p:tagLst>
</file>

<file path=ppt/tags/tag3520.xml><?xml version="1.0" encoding="utf-8"?>
<p:tagLst xmlns:p="http://schemas.openxmlformats.org/presentationml/2006/main">
  <p:tag name="KSO_WM_BEAUTIFY_FLAG" val=""/>
</p:tagLst>
</file>

<file path=ppt/tags/tag3521.xml><?xml version="1.0" encoding="utf-8"?>
<p:tagLst xmlns:p="http://schemas.openxmlformats.org/presentationml/2006/main">
  <p:tag name="KSO_WM_BEAUTIFY_FLAG" val=""/>
</p:tagLst>
</file>

<file path=ppt/tags/tag3522.xml><?xml version="1.0" encoding="utf-8"?>
<p:tagLst xmlns:p="http://schemas.openxmlformats.org/presentationml/2006/main">
  <p:tag name="KSO_WM_BEAUTIFY_FLAG" val=""/>
</p:tagLst>
</file>

<file path=ppt/tags/tag3523.xml><?xml version="1.0" encoding="utf-8"?>
<p:tagLst xmlns:p="http://schemas.openxmlformats.org/presentationml/2006/main">
  <p:tag name="KSO_WM_BEAUTIFY_FLAG" val=""/>
</p:tagLst>
</file>

<file path=ppt/tags/tag3524.xml><?xml version="1.0" encoding="utf-8"?>
<p:tagLst xmlns:p="http://schemas.openxmlformats.org/presentationml/2006/main">
  <p:tag name="KSO_WM_BEAUTIFY_FLAG" val=""/>
</p:tagLst>
</file>

<file path=ppt/tags/tag3525.xml><?xml version="1.0" encoding="utf-8"?>
<p:tagLst xmlns:p="http://schemas.openxmlformats.org/presentationml/2006/main">
  <p:tag name="KSO_WM_BEAUTIFY_FLAG" val=""/>
</p:tagLst>
</file>

<file path=ppt/tags/tag3526.xml><?xml version="1.0" encoding="utf-8"?>
<p:tagLst xmlns:p="http://schemas.openxmlformats.org/presentationml/2006/main">
  <p:tag name="KSO_WM_BEAUTIFY_FLAG" val=""/>
</p:tagLst>
</file>

<file path=ppt/tags/tag3527.xml><?xml version="1.0" encoding="utf-8"?>
<p:tagLst xmlns:p="http://schemas.openxmlformats.org/presentationml/2006/main">
  <p:tag name="KSO_WM_BEAUTIFY_FLAG" val=""/>
</p:tagLst>
</file>

<file path=ppt/tags/tag3528.xml><?xml version="1.0" encoding="utf-8"?>
<p:tagLst xmlns:p="http://schemas.openxmlformats.org/presentationml/2006/main">
  <p:tag name="KSO_WM_BEAUTIFY_FLAG" val=""/>
</p:tagLst>
</file>

<file path=ppt/tags/tag3529.xml><?xml version="1.0" encoding="utf-8"?>
<p:tagLst xmlns:p="http://schemas.openxmlformats.org/presentationml/2006/main">
  <p:tag name="KSO_WM_BEAUTIFY_FLAG" val=""/>
</p:tagLst>
</file>

<file path=ppt/tags/tag3530.xml><?xml version="1.0" encoding="utf-8"?>
<p:tagLst xmlns:p="http://schemas.openxmlformats.org/presentationml/2006/main">
  <p:tag name="KSO_WM_BEAUTIFY_FLAG" val=""/>
</p:tagLst>
</file>

<file path=ppt/tags/tag3531.xml><?xml version="1.0" encoding="utf-8"?>
<p:tagLst xmlns:p="http://schemas.openxmlformats.org/presentationml/2006/main">
  <p:tag name="KSO_WM_BEAUTIFY_FLAG" val=""/>
</p:tagLst>
</file>

<file path=ppt/tags/tag3532.xml><?xml version="1.0" encoding="utf-8"?>
<p:tagLst xmlns:p="http://schemas.openxmlformats.org/presentationml/2006/main">
  <p:tag name="KSO_WM_BEAUTIFY_FLAG" val=""/>
</p:tagLst>
</file>

<file path=ppt/tags/tag3533.xml><?xml version="1.0" encoding="utf-8"?>
<p:tagLst xmlns:p="http://schemas.openxmlformats.org/presentationml/2006/main">
  <p:tag name="KSO_WM_BEAUTIFY_FLAG" val=""/>
</p:tagLst>
</file>

<file path=ppt/tags/tag3534.xml><?xml version="1.0" encoding="utf-8"?>
<p:tagLst xmlns:p="http://schemas.openxmlformats.org/presentationml/2006/main">
  <p:tag name="KSO_WM_BEAUTIFY_FLAG" val=""/>
</p:tagLst>
</file>

<file path=ppt/tags/tag3535.xml><?xml version="1.0" encoding="utf-8"?>
<p:tagLst xmlns:p="http://schemas.openxmlformats.org/presentationml/2006/main">
  <p:tag name="KSO_WM_BEAUTIFY_FLAG" val=""/>
</p:tagLst>
</file>

<file path=ppt/tags/tag3536.xml><?xml version="1.0" encoding="utf-8"?>
<p:tagLst xmlns:p="http://schemas.openxmlformats.org/presentationml/2006/main">
  <p:tag name="KSO_WM_BEAUTIFY_FLAG" val=""/>
</p:tagLst>
</file>

<file path=ppt/tags/tag3537.xml><?xml version="1.0" encoding="utf-8"?>
<p:tagLst xmlns:p="http://schemas.openxmlformats.org/presentationml/2006/main">
  <p:tag name="KSO_WM_BEAUTIFY_FLAG" val=""/>
</p:tagLst>
</file>

<file path=ppt/tags/tag3538.xml><?xml version="1.0" encoding="utf-8"?>
<p:tagLst xmlns:p="http://schemas.openxmlformats.org/presentationml/2006/main">
  <p:tag name="KSO_WM_BEAUTIFY_FLAG" val=""/>
</p:tagLst>
</file>

<file path=ppt/tags/tag3539.xml><?xml version="1.0" encoding="utf-8"?>
<p:tagLst xmlns:p="http://schemas.openxmlformats.org/presentationml/2006/main">
  <p:tag name="KSO_WM_BEAUTIFY_FLAG" val=""/>
</p:tagLst>
</file>

<file path=ppt/tags/tag3540.xml><?xml version="1.0" encoding="utf-8"?>
<p:tagLst xmlns:p="http://schemas.openxmlformats.org/presentationml/2006/main">
  <p:tag name="KSO_WM_BEAUTIFY_FLAG" val=""/>
</p:tagLst>
</file>

<file path=ppt/tags/tag3541.xml><?xml version="1.0" encoding="utf-8"?>
<p:tagLst xmlns:p="http://schemas.openxmlformats.org/presentationml/2006/main">
  <p:tag name="KSO_WM_BEAUTIFY_FLAG" val=""/>
</p:tagLst>
</file>

<file path=ppt/tags/tag3542.xml><?xml version="1.0" encoding="utf-8"?>
<p:tagLst xmlns:p="http://schemas.openxmlformats.org/presentationml/2006/main">
  <p:tag name="KSO_WM_BEAUTIFY_FLAG" val=""/>
</p:tagLst>
</file>

<file path=ppt/tags/tag3543.xml><?xml version="1.0" encoding="utf-8"?>
<p:tagLst xmlns:p="http://schemas.openxmlformats.org/presentationml/2006/main">
  <p:tag name="KSO_WM_BEAUTIFY_FLAG" val=""/>
</p:tagLst>
</file>

<file path=ppt/tags/tag3544.xml><?xml version="1.0" encoding="utf-8"?>
<p:tagLst xmlns:p="http://schemas.openxmlformats.org/presentationml/2006/main">
  <p:tag name="KSO_WM_BEAUTIFY_FLAG" val=""/>
</p:tagLst>
</file>

<file path=ppt/tags/tag3545.xml><?xml version="1.0" encoding="utf-8"?>
<p:tagLst xmlns:p="http://schemas.openxmlformats.org/presentationml/2006/main">
  <p:tag name="KSO_WM_BEAUTIFY_FLAG" val=""/>
</p:tagLst>
</file>

<file path=ppt/tags/tag3546.xml><?xml version="1.0" encoding="utf-8"?>
<p:tagLst xmlns:p="http://schemas.openxmlformats.org/presentationml/2006/main">
  <p:tag name="KSO_WM_BEAUTIFY_FLAG" val=""/>
</p:tagLst>
</file>

<file path=ppt/tags/tag3547.xml><?xml version="1.0" encoding="utf-8"?>
<p:tagLst xmlns:p="http://schemas.openxmlformats.org/presentationml/2006/main">
  <p:tag name="KSO_WM_BEAUTIFY_FLAG" val=""/>
</p:tagLst>
</file>

<file path=ppt/tags/tag3548.xml><?xml version="1.0" encoding="utf-8"?>
<p:tagLst xmlns:p="http://schemas.openxmlformats.org/presentationml/2006/main">
  <p:tag name="KSO_WM_BEAUTIFY_FLAG" val=""/>
</p:tagLst>
</file>

<file path=ppt/tags/tag3549.xml><?xml version="1.0" encoding="utf-8"?>
<p:tagLst xmlns:p="http://schemas.openxmlformats.org/presentationml/2006/main">
  <p:tag name="KSO_WM_BEAUTIFY_FLAG" val=""/>
</p:tagLst>
</file>

<file path=ppt/tags/tag3550.xml><?xml version="1.0" encoding="utf-8"?>
<p:tagLst xmlns:p="http://schemas.openxmlformats.org/presentationml/2006/main">
  <p:tag name="KSO_WM_BEAUTIFY_FLAG" val=""/>
</p:tagLst>
</file>

<file path=ppt/tags/tag3551.xml><?xml version="1.0" encoding="utf-8"?>
<p:tagLst xmlns:p="http://schemas.openxmlformats.org/presentationml/2006/main">
  <p:tag name="KSO_WM_BEAUTIFY_FLAG" val=""/>
</p:tagLst>
</file>

<file path=ppt/tags/tag3552.xml><?xml version="1.0" encoding="utf-8"?>
<p:tagLst xmlns:p="http://schemas.openxmlformats.org/presentationml/2006/main">
  <p:tag name="KSO_WM_BEAUTIFY_FLAG" val=""/>
</p:tagLst>
</file>

<file path=ppt/tags/tag3553.xml><?xml version="1.0" encoding="utf-8"?>
<p:tagLst xmlns:p="http://schemas.openxmlformats.org/presentationml/2006/main">
  <p:tag name="KSO_WM_BEAUTIFY_FLAG" val=""/>
</p:tagLst>
</file>

<file path=ppt/tags/tag3554.xml><?xml version="1.0" encoding="utf-8"?>
<p:tagLst xmlns:p="http://schemas.openxmlformats.org/presentationml/2006/main">
  <p:tag name="KSO_WM_BEAUTIFY_FLAG" val=""/>
</p:tagLst>
</file>

<file path=ppt/tags/tag3555.xml><?xml version="1.0" encoding="utf-8"?>
<p:tagLst xmlns:p="http://schemas.openxmlformats.org/presentationml/2006/main">
  <p:tag name="KSO_WM_BEAUTIFY_FLAG" val=""/>
</p:tagLst>
</file>

<file path=ppt/tags/tag3556.xml><?xml version="1.0" encoding="utf-8"?>
<p:tagLst xmlns:p="http://schemas.openxmlformats.org/presentationml/2006/main">
  <p:tag name="KSO_WM_BEAUTIFY_FLAG" val=""/>
</p:tagLst>
</file>

<file path=ppt/tags/tag3557.xml><?xml version="1.0" encoding="utf-8"?>
<p:tagLst xmlns:p="http://schemas.openxmlformats.org/presentationml/2006/main">
  <p:tag name="KSO_WM_BEAUTIFY_FLAG" val=""/>
</p:tagLst>
</file>

<file path=ppt/tags/tag3558.xml><?xml version="1.0" encoding="utf-8"?>
<p:tagLst xmlns:p="http://schemas.openxmlformats.org/presentationml/2006/main">
  <p:tag name="KSO_WM_BEAUTIFY_FLAG" val=""/>
</p:tagLst>
</file>

<file path=ppt/tags/tag3559.xml><?xml version="1.0" encoding="utf-8"?>
<p:tagLst xmlns:p="http://schemas.openxmlformats.org/presentationml/2006/main">
  <p:tag name="KSO_WM_BEAUTIFY_FLAG" val=""/>
</p:tagLst>
</file>

<file path=ppt/tags/tag3560.xml><?xml version="1.0" encoding="utf-8"?>
<p:tagLst xmlns:p="http://schemas.openxmlformats.org/presentationml/2006/main">
  <p:tag name="KSO_WM_BEAUTIFY_FLAG" val=""/>
</p:tagLst>
</file>

<file path=ppt/tags/tag3561.xml><?xml version="1.0" encoding="utf-8"?>
<p:tagLst xmlns:p="http://schemas.openxmlformats.org/presentationml/2006/main">
  <p:tag name="KSO_WM_BEAUTIFY_FLAG" val=""/>
</p:tagLst>
</file>

<file path=ppt/tags/tag3562.xml><?xml version="1.0" encoding="utf-8"?>
<p:tagLst xmlns:p="http://schemas.openxmlformats.org/presentationml/2006/main">
  <p:tag name="KSO_WM_BEAUTIFY_FLAG" val=""/>
</p:tagLst>
</file>

<file path=ppt/tags/tag3563.xml><?xml version="1.0" encoding="utf-8"?>
<p:tagLst xmlns:p="http://schemas.openxmlformats.org/presentationml/2006/main">
  <p:tag name="KSO_WM_BEAUTIFY_FLAG" val=""/>
</p:tagLst>
</file>

<file path=ppt/tags/tag3564.xml><?xml version="1.0" encoding="utf-8"?>
<p:tagLst xmlns:p="http://schemas.openxmlformats.org/presentationml/2006/main">
  <p:tag name="KSO_WM_BEAUTIFY_FLAG" val=""/>
</p:tagLst>
</file>

<file path=ppt/tags/tag3565.xml><?xml version="1.0" encoding="utf-8"?>
<p:tagLst xmlns:p="http://schemas.openxmlformats.org/presentationml/2006/main">
  <p:tag name="KSO_WM_BEAUTIFY_FLAG" val=""/>
</p:tagLst>
</file>

<file path=ppt/tags/tag3566.xml><?xml version="1.0" encoding="utf-8"?>
<p:tagLst xmlns:p="http://schemas.openxmlformats.org/presentationml/2006/main">
  <p:tag name="KSO_WM_BEAUTIFY_FLAG" val=""/>
</p:tagLst>
</file>

<file path=ppt/tags/tag3567.xml><?xml version="1.0" encoding="utf-8"?>
<p:tagLst xmlns:p="http://schemas.openxmlformats.org/presentationml/2006/main">
  <p:tag name="KSO_WM_BEAUTIFY_FLAG" val=""/>
</p:tagLst>
</file>

<file path=ppt/tags/tag3568.xml><?xml version="1.0" encoding="utf-8"?>
<p:tagLst xmlns:p="http://schemas.openxmlformats.org/presentationml/2006/main">
  <p:tag name="KSO_WM_BEAUTIFY_FLAG" val=""/>
</p:tagLst>
</file>

<file path=ppt/tags/tag3569.xml><?xml version="1.0" encoding="utf-8"?>
<p:tagLst xmlns:p="http://schemas.openxmlformats.org/presentationml/2006/main">
  <p:tag name="KSO_WM_BEAUTIFY_FLAG" val=""/>
</p:tagLst>
</file>

<file path=ppt/tags/tag3570.xml><?xml version="1.0" encoding="utf-8"?>
<p:tagLst xmlns:p="http://schemas.openxmlformats.org/presentationml/2006/main">
  <p:tag name="KSO_WM_BEAUTIFY_FLAG" val=""/>
</p:tagLst>
</file>

<file path=ppt/tags/tag3571.xml><?xml version="1.0" encoding="utf-8"?>
<p:tagLst xmlns:p="http://schemas.openxmlformats.org/presentationml/2006/main">
  <p:tag name="KSO_WM_BEAUTIFY_FLAG" val=""/>
</p:tagLst>
</file>

<file path=ppt/tags/tag3572.xml><?xml version="1.0" encoding="utf-8"?>
<p:tagLst xmlns:p="http://schemas.openxmlformats.org/presentationml/2006/main">
  <p:tag name="KSO_WM_BEAUTIFY_FLAG" val=""/>
</p:tagLst>
</file>

<file path=ppt/tags/tag3573.xml><?xml version="1.0" encoding="utf-8"?>
<p:tagLst xmlns:p="http://schemas.openxmlformats.org/presentationml/2006/main">
  <p:tag name="KSO_WM_BEAUTIFY_FLAG" val=""/>
</p:tagLst>
</file>

<file path=ppt/tags/tag3574.xml><?xml version="1.0" encoding="utf-8"?>
<p:tagLst xmlns:p="http://schemas.openxmlformats.org/presentationml/2006/main">
  <p:tag name="KSO_WM_BEAUTIFY_FLAG" val=""/>
</p:tagLst>
</file>

<file path=ppt/tags/tag3575.xml><?xml version="1.0" encoding="utf-8"?>
<p:tagLst xmlns:p="http://schemas.openxmlformats.org/presentationml/2006/main">
  <p:tag name="KSO_WM_BEAUTIFY_FLAG" val=""/>
</p:tagLst>
</file>

<file path=ppt/tags/tag3576.xml><?xml version="1.0" encoding="utf-8"?>
<p:tagLst xmlns:p="http://schemas.openxmlformats.org/presentationml/2006/main">
  <p:tag name="KSO_WM_BEAUTIFY_FLAG" val=""/>
</p:tagLst>
</file>

<file path=ppt/tags/tag3577.xml><?xml version="1.0" encoding="utf-8"?>
<p:tagLst xmlns:p="http://schemas.openxmlformats.org/presentationml/2006/main">
  <p:tag name="KSO_WM_BEAUTIFY_FLAG" val=""/>
</p:tagLst>
</file>

<file path=ppt/tags/tag3578.xml><?xml version="1.0" encoding="utf-8"?>
<p:tagLst xmlns:p="http://schemas.openxmlformats.org/presentationml/2006/main">
  <p:tag name="KSO_WM_BEAUTIFY_FLAG" val=""/>
</p:tagLst>
</file>

<file path=ppt/tags/tag3579.xml><?xml version="1.0" encoding="utf-8"?>
<p:tagLst xmlns:p="http://schemas.openxmlformats.org/presentationml/2006/main">
  <p:tag name="KSO_WM_BEAUTIFY_FLAG" val=""/>
</p:tagLst>
</file>

<file path=ppt/tags/tag3580.xml><?xml version="1.0" encoding="utf-8"?>
<p:tagLst xmlns:p="http://schemas.openxmlformats.org/presentationml/2006/main">
  <p:tag name="KSO_WM_BEAUTIFY_FLAG" val=""/>
</p:tagLst>
</file>

<file path=ppt/tags/tag3581.xml><?xml version="1.0" encoding="utf-8"?>
<p:tagLst xmlns:p="http://schemas.openxmlformats.org/presentationml/2006/main">
  <p:tag name="KSO_WM_BEAUTIFY_FLAG" val=""/>
</p:tagLst>
</file>

<file path=ppt/tags/tag3582.xml><?xml version="1.0" encoding="utf-8"?>
<p:tagLst xmlns:p="http://schemas.openxmlformats.org/presentationml/2006/main">
  <p:tag name="KSO_WM_BEAUTIFY_FLAG" val=""/>
</p:tagLst>
</file>

<file path=ppt/tags/tag3583.xml><?xml version="1.0" encoding="utf-8"?>
<p:tagLst xmlns:p="http://schemas.openxmlformats.org/presentationml/2006/main">
  <p:tag name="KSO_WM_BEAUTIFY_FLAG" val=""/>
</p:tagLst>
</file>

<file path=ppt/tags/tag3584.xml><?xml version="1.0" encoding="utf-8"?>
<p:tagLst xmlns:p="http://schemas.openxmlformats.org/presentationml/2006/main">
  <p:tag name="KSO_WM_BEAUTIFY_FLAG" val=""/>
</p:tagLst>
</file>

<file path=ppt/tags/tag3585.xml><?xml version="1.0" encoding="utf-8"?>
<p:tagLst xmlns:p="http://schemas.openxmlformats.org/presentationml/2006/main">
  <p:tag name="KSO_WM_BEAUTIFY_FLAG" val=""/>
</p:tagLst>
</file>

<file path=ppt/tags/tag3586.xml><?xml version="1.0" encoding="utf-8"?>
<p:tagLst xmlns:p="http://schemas.openxmlformats.org/presentationml/2006/main">
  <p:tag name="KSO_WM_BEAUTIFY_FLAG" val=""/>
</p:tagLst>
</file>

<file path=ppt/tags/tag3587.xml><?xml version="1.0" encoding="utf-8"?>
<p:tagLst xmlns:p="http://schemas.openxmlformats.org/presentationml/2006/main">
  <p:tag name="KSO_WM_BEAUTIFY_FLAG" val=""/>
</p:tagLst>
</file>

<file path=ppt/tags/tag3588.xml><?xml version="1.0" encoding="utf-8"?>
<p:tagLst xmlns:p="http://schemas.openxmlformats.org/presentationml/2006/main">
  <p:tag name="KSO_WM_BEAUTIFY_FLAG" val=""/>
</p:tagLst>
</file>

<file path=ppt/tags/tag3589.xml><?xml version="1.0" encoding="utf-8"?>
<p:tagLst xmlns:p="http://schemas.openxmlformats.org/presentationml/2006/main">
  <p:tag name="KSO_WM_BEAUTIFY_FLAG" val=""/>
</p:tagLst>
</file>

<file path=ppt/tags/tag3590.xml><?xml version="1.0" encoding="utf-8"?>
<p:tagLst xmlns:p="http://schemas.openxmlformats.org/presentationml/2006/main">
  <p:tag name="KSO_WM_BEAUTIFY_FLAG" val=""/>
</p:tagLst>
</file>

<file path=ppt/tags/tag3591.xml><?xml version="1.0" encoding="utf-8"?>
<p:tagLst xmlns:p="http://schemas.openxmlformats.org/presentationml/2006/main">
  <p:tag name="KSO_WM_BEAUTIFY_FLAG" val=""/>
</p:tagLst>
</file>

<file path=ppt/tags/tag3592.xml><?xml version="1.0" encoding="utf-8"?>
<p:tagLst xmlns:p="http://schemas.openxmlformats.org/presentationml/2006/main">
  <p:tag name="KSO_WM_BEAUTIFY_FLAG" val=""/>
</p:tagLst>
</file>

<file path=ppt/tags/tag3593.xml><?xml version="1.0" encoding="utf-8"?>
<p:tagLst xmlns:p="http://schemas.openxmlformats.org/presentationml/2006/main">
  <p:tag name="KSO_WM_BEAUTIFY_FLAG" val=""/>
</p:tagLst>
</file>

<file path=ppt/tags/tag3594.xml><?xml version="1.0" encoding="utf-8"?>
<p:tagLst xmlns:p="http://schemas.openxmlformats.org/presentationml/2006/main">
  <p:tag name="KSO_WM_BEAUTIFY_FLAG" val=""/>
</p:tagLst>
</file>

<file path=ppt/tags/tag3595.xml><?xml version="1.0" encoding="utf-8"?>
<p:tagLst xmlns:p="http://schemas.openxmlformats.org/presentationml/2006/main">
  <p:tag name="KSO_WM_BEAUTIFY_FLAG" val=""/>
</p:tagLst>
</file>

<file path=ppt/tags/tag3596.xml><?xml version="1.0" encoding="utf-8"?>
<p:tagLst xmlns:p="http://schemas.openxmlformats.org/presentationml/2006/main">
  <p:tag name="KSO_WM_BEAUTIFY_FLAG" val=""/>
</p:tagLst>
</file>

<file path=ppt/tags/tag3597.xml><?xml version="1.0" encoding="utf-8"?>
<p:tagLst xmlns:p="http://schemas.openxmlformats.org/presentationml/2006/main">
  <p:tag name="KSO_WM_BEAUTIFY_FLAG" val=""/>
</p:tagLst>
</file>

<file path=ppt/tags/tag3598.xml><?xml version="1.0" encoding="utf-8"?>
<p:tagLst xmlns:p="http://schemas.openxmlformats.org/presentationml/2006/main">
  <p:tag name="KSO_WM_BEAUTIFY_FLAG" val=""/>
</p:tagLst>
</file>

<file path=ppt/tags/tag3599.xml><?xml version="1.0" encoding="utf-8"?>
<p:tagLst xmlns:p="http://schemas.openxmlformats.org/presentationml/2006/main">
  <p:tag name="KSO_WM_BEAUTIFY_FLAG" val=""/>
</p:tagLst>
</file>

<file path=ppt/tags/tag3600.xml><?xml version="1.0" encoding="utf-8"?>
<p:tagLst xmlns:p="http://schemas.openxmlformats.org/presentationml/2006/main">
  <p:tag name="KSO_WM_BEAUTIFY_FLAG" val=""/>
</p:tagLst>
</file>

<file path=ppt/tags/tag3601.xml><?xml version="1.0" encoding="utf-8"?>
<p:tagLst xmlns:p="http://schemas.openxmlformats.org/presentationml/2006/main">
  <p:tag name="KSO_WM_BEAUTIFY_FLAG" val=""/>
</p:tagLst>
</file>

<file path=ppt/tags/tag3602.xml><?xml version="1.0" encoding="utf-8"?>
<p:tagLst xmlns:p="http://schemas.openxmlformats.org/presentationml/2006/main">
  <p:tag name="KSO_WM_BEAUTIFY_FLAG" val=""/>
</p:tagLst>
</file>

<file path=ppt/tags/tag3603.xml><?xml version="1.0" encoding="utf-8"?>
<p:tagLst xmlns:p="http://schemas.openxmlformats.org/presentationml/2006/main">
  <p:tag name="KSO_WM_BEAUTIFY_FLAG" val=""/>
</p:tagLst>
</file>

<file path=ppt/tags/tag3604.xml><?xml version="1.0" encoding="utf-8"?>
<p:tagLst xmlns:p="http://schemas.openxmlformats.org/presentationml/2006/main">
  <p:tag name="KSO_WM_BEAUTIFY_FLAG" val=""/>
</p:tagLst>
</file>

<file path=ppt/tags/tag3605.xml><?xml version="1.0" encoding="utf-8"?>
<p:tagLst xmlns:p="http://schemas.openxmlformats.org/presentationml/2006/main">
  <p:tag name="KSO_WM_BEAUTIFY_FLAG" val=""/>
</p:tagLst>
</file>

<file path=ppt/tags/tag3606.xml><?xml version="1.0" encoding="utf-8"?>
<p:tagLst xmlns:p="http://schemas.openxmlformats.org/presentationml/2006/main">
  <p:tag name="KSO_WM_BEAUTIFY_FLAG" val=""/>
</p:tagLst>
</file>

<file path=ppt/tags/tag3607.xml><?xml version="1.0" encoding="utf-8"?>
<p:tagLst xmlns:p="http://schemas.openxmlformats.org/presentationml/2006/main">
  <p:tag name="KSO_WM_BEAUTIFY_FLAG" val=""/>
</p:tagLst>
</file>

<file path=ppt/tags/tag3608.xml><?xml version="1.0" encoding="utf-8"?>
<p:tagLst xmlns:p="http://schemas.openxmlformats.org/presentationml/2006/main">
  <p:tag name="KSO_WM_BEAUTIFY_FLAG" val=""/>
</p:tagLst>
</file>

<file path=ppt/tags/tag3609.xml><?xml version="1.0" encoding="utf-8"?>
<p:tagLst xmlns:p="http://schemas.openxmlformats.org/presentationml/2006/main">
  <p:tag name="KSO_WM_BEAUTIFY_FLAG" val=""/>
</p:tagLst>
</file>

<file path=ppt/tags/tag3610.xml><?xml version="1.0" encoding="utf-8"?>
<p:tagLst xmlns:p="http://schemas.openxmlformats.org/presentationml/2006/main">
  <p:tag name="KSO_WM_BEAUTIFY_FLAG" val=""/>
</p:tagLst>
</file>

<file path=ppt/tags/tag3611.xml><?xml version="1.0" encoding="utf-8"?>
<p:tagLst xmlns:p="http://schemas.openxmlformats.org/presentationml/2006/main">
  <p:tag name="KSO_WM_BEAUTIFY_FLAG" val=""/>
</p:tagLst>
</file>

<file path=ppt/tags/tag3612.xml><?xml version="1.0" encoding="utf-8"?>
<p:tagLst xmlns:p="http://schemas.openxmlformats.org/presentationml/2006/main">
  <p:tag name="KSO_WM_BEAUTIFY_FLAG" val=""/>
</p:tagLst>
</file>

<file path=ppt/tags/tag3613.xml><?xml version="1.0" encoding="utf-8"?>
<p:tagLst xmlns:p="http://schemas.openxmlformats.org/presentationml/2006/main">
  <p:tag name="KSO_WM_BEAUTIFY_FLAG" val=""/>
</p:tagLst>
</file>

<file path=ppt/tags/tag3614.xml><?xml version="1.0" encoding="utf-8"?>
<p:tagLst xmlns:p="http://schemas.openxmlformats.org/presentationml/2006/main">
  <p:tag name="KSO_WM_BEAUTIFY_FLAG" val=""/>
</p:tagLst>
</file>

<file path=ppt/tags/tag3615.xml><?xml version="1.0" encoding="utf-8"?>
<p:tagLst xmlns:p="http://schemas.openxmlformats.org/presentationml/2006/main">
  <p:tag name="KSO_WM_BEAUTIFY_FLAG" val=""/>
</p:tagLst>
</file>

<file path=ppt/tags/tag3616.xml><?xml version="1.0" encoding="utf-8"?>
<p:tagLst xmlns:p="http://schemas.openxmlformats.org/presentationml/2006/main">
  <p:tag name="KSO_WM_BEAUTIFY_FLAG" val=""/>
</p:tagLst>
</file>

<file path=ppt/tags/tag3617.xml><?xml version="1.0" encoding="utf-8"?>
<p:tagLst xmlns:p="http://schemas.openxmlformats.org/presentationml/2006/main">
  <p:tag name="KSO_WM_BEAUTIFY_FLAG" val=""/>
</p:tagLst>
</file>

<file path=ppt/tags/tag3618.xml><?xml version="1.0" encoding="utf-8"?>
<p:tagLst xmlns:p="http://schemas.openxmlformats.org/presentationml/2006/main">
  <p:tag name="KSO_WM_BEAUTIFY_FLAG" val=""/>
</p:tagLst>
</file>

<file path=ppt/tags/tag3619.xml><?xml version="1.0" encoding="utf-8"?>
<p:tagLst xmlns:p="http://schemas.openxmlformats.org/presentationml/2006/main">
  <p:tag name="KSO_WM_BEAUTIFY_FLAG" val=""/>
</p:tagLst>
</file>

<file path=ppt/tags/tag3620.xml><?xml version="1.0" encoding="utf-8"?>
<p:tagLst xmlns:p="http://schemas.openxmlformats.org/presentationml/2006/main">
  <p:tag name="KSO_WM_BEAUTIFY_FLAG" val=""/>
</p:tagLst>
</file>

<file path=ppt/tags/tag3621.xml><?xml version="1.0" encoding="utf-8"?>
<p:tagLst xmlns:p="http://schemas.openxmlformats.org/presentationml/2006/main">
  <p:tag name="KSO_WM_BEAUTIFY_FLAG" val=""/>
</p:tagLst>
</file>

<file path=ppt/tags/tag3622.xml><?xml version="1.0" encoding="utf-8"?>
<p:tagLst xmlns:p="http://schemas.openxmlformats.org/presentationml/2006/main">
  <p:tag name="KSO_WM_BEAUTIFY_FLAG" val=""/>
</p:tagLst>
</file>

<file path=ppt/tags/tag3623.xml><?xml version="1.0" encoding="utf-8"?>
<p:tagLst xmlns:p="http://schemas.openxmlformats.org/presentationml/2006/main">
  <p:tag name="KSO_WM_BEAUTIFY_FLAG" val=""/>
</p:tagLst>
</file>

<file path=ppt/tags/tag3624.xml><?xml version="1.0" encoding="utf-8"?>
<p:tagLst xmlns:p="http://schemas.openxmlformats.org/presentationml/2006/main">
  <p:tag name="KSO_WM_BEAUTIFY_FLAG" val=""/>
</p:tagLst>
</file>

<file path=ppt/tags/tag3625.xml><?xml version="1.0" encoding="utf-8"?>
<p:tagLst xmlns:p="http://schemas.openxmlformats.org/presentationml/2006/main">
  <p:tag name="KSO_WM_BEAUTIFY_FLAG" val=""/>
</p:tagLst>
</file>

<file path=ppt/tags/tag3626.xml><?xml version="1.0" encoding="utf-8"?>
<p:tagLst xmlns:p="http://schemas.openxmlformats.org/presentationml/2006/main">
  <p:tag name="KSO_WM_BEAUTIFY_FLAG" val=""/>
</p:tagLst>
</file>

<file path=ppt/tags/tag3627.xml><?xml version="1.0" encoding="utf-8"?>
<p:tagLst xmlns:p="http://schemas.openxmlformats.org/presentationml/2006/main">
  <p:tag name="KSO_WM_BEAUTIFY_FLAG" val=""/>
</p:tagLst>
</file>

<file path=ppt/tags/tag3628.xml><?xml version="1.0" encoding="utf-8"?>
<p:tagLst xmlns:p="http://schemas.openxmlformats.org/presentationml/2006/main">
  <p:tag name="KSO_WM_BEAUTIFY_FLAG" val=""/>
</p:tagLst>
</file>

<file path=ppt/tags/tag3629.xml><?xml version="1.0" encoding="utf-8"?>
<p:tagLst xmlns:p="http://schemas.openxmlformats.org/presentationml/2006/main">
  <p:tag name="KSO_WM_BEAUTIFY_FLAG" val=""/>
</p:tagLst>
</file>

<file path=ppt/tags/tag3630.xml><?xml version="1.0" encoding="utf-8"?>
<p:tagLst xmlns:p="http://schemas.openxmlformats.org/presentationml/2006/main">
  <p:tag name="KSO_WM_BEAUTIFY_FLAG" val=""/>
</p:tagLst>
</file>

<file path=ppt/tags/tag3631.xml><?xml version="1.0" encoding="utf-8"?>
<p:tagLst xmlns:p="http://schemas.openxmlformats.org/presentationml/2006/main">
  <p:tag name="KSO_WM_BEAUTIFY_FLAG" val=""/>
</p:tagLst>
</file>

<file path=ppt/tags/tag3632.xml><?xml version="1.0" encoding="utf-8"?>
<p:tagLst xmlns:p="http://schemas.openxmlformats.org/presentationml/2006/main">
  <p:tag name="KSO_WM_BEAUTIFY_FLAG" val=""/>
</p:tagLst>
</file>

<file path=ppt/tags/tag3633.xml><?xml version="1.0" encoding="utf-8"?>
<p:tagLst xmlns:p="http://schemas.openxmlformats.org/presentationml/2006/main">
  <p:tag name="KSO_WM_BEAUTIFY_FLAG" val=""/>
</p:tagLst>
</file>

<file path=ppt/tags/tag3634.xml><?xml version="1.0" encoding="utf-8"?>
<p:tagLst xmlns:p="http://schemas.openxmlformats.org/presentationml/2006/main">
  <p:tag name="KSO_WM_BEAUTIFY_FLAG" val=""/>
</p:tagLst>
</file>

<file path=ppt/tags/tag3635.xml><?xml version="1.0" encoding="utf-8"?>
<p:tagLst xmlns:p="http://schemas.openxmlformats.org/presentationml/2006/main">
  <p:tag name="KSO_WM_BEAUTIFY_FLAG" val=""/>
</p:tagLst>
</file>

<file path=ppt/tags/tag3636.xml><?xml version="1.0" encoding="utf-8"?>
<p:tagLst xmlns:p="http://schemas.openxmlformats.org/presentationml/2006/main">
  <p:tag name="KSO_WM_BEAUTIFY_FLAG" val=""/>
</p:tagLst>
</file>

<file path=ppt/tags/tag3637.xml><?xml version="1.0" encoding="utf-8"?>
<p:tagLst xmlns:p="http://schemas.openxmlformats.org/presentationml/2006/main">
  <p:tag name="KSO_WM_BEAUTIFY_FLAG" val=""/>
</p:tagLst>
</file>

<file path=ppt/tags/tag3638.xml><?xml version="1.0" encoding="utf-8"?>
<p:tagLst xmlns:p="http://schemas.openxmlformats.org/presentationml/2006/main">
  <p:tag name="KSO_WM_BEAUTIFY_FLAG" val=""/>
</p:tagLst>
</file>

<file path=ppt/tags/tag3639.xml><?xml version="1.0" encoding="utf-8"?>
<p:tagLst xmlns:p="http://schemas.openxmlformats.org/presentationml/2006/main">
  <p:tag name="KSO_WM_BEAUTIFY_FLAG" val=""/>
</p:tagLst>
</file>

<file path=ppt/tags/tag3640.xml><?xml version="1.0" encoding="utf-8"?>
<p:tagLst xmlns:p="http://schemas.openxmlformats.org/presentationml/2006/main">
  <p:tag name="KSO_WM_BEAUTIFY_FLAG" val=""/>
</p:tagLst>
</file>

<file path=ppt/tags/tag3641.xml><?xml version="1.0" encoding="utf-8"?>
<p:tagLst xmlns:p="http://schemas.openxmlformats.org/presentationml/2006/main">
  <p:tag name="KSO_WM_BEAUTIFY_FLAG" val=""/>
</p:tagLst>
</file>

<file path=ppt/tags/tag3642.xml><?xml version="1.0" encoding="utf-8"?>
<p:tagLst xmlns:p="http://schemas.openxmlformats.org/presentationml/2006/main">
  <p:tag name="KSO_WM_BEAUTIFY_FLAG" val=""/>
</p:tagLst>
</file>

<file path=ppt/tags/tag3643.xml><?xml version="1.0" encoding="utf-8"?>
<p:tagLst xmlns:p="http://schemas.openxmlformats.org/presentationml/2006/main">
  <p:tag name="KSO_WM_BEAUTIFY_FLAG" val=""/>
</p:tagLst>
</file>

<file path=ppt/tags/tag3644.xml><?xml version="1.0" encoding="utf-8"?>
<p:tagLst xmlns:p="http://schemas.openxmlformats.org/presentationml/2006/main">
  <p:tag name="KSO_WM_BEAUTIFY_FLAG" val=""/>
</p:tagLst>
</file>

<file path=ppt/tags/tag3645.xml><?xml version="1.0" encoding="utf-8"?>
<p:tagLst xmlns:p="http://schemas.openxmlformats.org/presentationml/2006/main">
  <p:tag name="KSO_WM_BEAUTIFY_FLAG" val=""/>
</p:tagLst>
</file>

<file path=ppt/tags/tag3646.xml><?xml version="1.0" encoding="utf-8"?>
<p:tagLst xmlns:p="http://schemas.openxmlformats.org/presentationml/2006/main">
  <p:tag name="KSO_WM_BEAUTIFY_FLAG" val=""/>
</p:tagLst>
</file>

<file path=ppt/tags/tag3647.xml><?xml version="1.0" encoding="utf-8"?>
<p:tagLst xmlns:p="http://schemas.openxmlformats.org/presentationml/2006/main">
  <p:tag name="KSO_WM_BEAUTIFY_FLAG" val=""/>
</p:tagLst>
</file>

<file path=ppt/tags/tag3648.xml><?xml version="1.0" encoding="utf-8"?>
<p:tagLst xmlns:p="http://schemas.openxmlformats.org/presentationml/2006/main">
  <p:tag name="KSO_WM_BEAUTIFY_FLAG" val=""/>
</p:tagLst>
</file>

<file path=ppt/tags/tag3649.xml><?xml version="1.0" encoding="utf-8"?>
<p:tagLst xmlns:p="http://schemas.openxmlformats.org/presentationml/2006/main">
  <p:tag name="KSO_WM_BEAUTIFY_FLAG" val=""/>
</p:tagLst>
</file>

<file path=ppt/tags/tag3650.xml><?xml version="1.0" encoding="utf-8"?>
<p:tagLst xmlns:p="http://schemas.openxmlformats.org/presentationml/2006/main">
  <p:tag name="KSO_WM_BEAUTIFY_FLAG" val=""/>
</p:tagLst>
</file>

<file path=ppt/tags/tag3651.xml><?xml version="1.0" encoding="utf-8"?>
<p:tagLst xmlns:p="http://schemas.openxmlformats.org/presentationml/2006/main">
  <p:tag name="KSO_WM_BEAUTIFY_FLAG" val=""/>
</p:tagLst>
</file>

<file path=ppt/tags/tag3652.xml><?xml version="1.0" encoding="utf-8"?>
<p:tagLst xmlns:p="http://schemas.openxmlformats.org/presentationml/2006/main">
  <p:tag name="KSO_WM_BEAUTIFY_FLAG" val=""/>
</p:tagLst>
</file>

<file path=ppt/tags/tag3653.xml><?xml version="1.0" encoding="utf-8"?>
<p:tagLst xmlns:p="http://schemas.openxmlformats.org/presentationml/2006/main">
  <p:tag name="KSO_WM_BEAUTIFY_FLAG" val=""/>
</p:tagLst>
</file>

<file path=ppt/tags/tag3654.xml><?xml version="1.0" encoding="utf-8"?>
<p:tagLst xmlns:p="http://schemas.openxmlformats.org/presentationml/2006/main">
  <p:tag name="KSO_WM_BEAUTIFY_FLAG" val=""/>
</p:tagLst>
</file>

<file path=ppt/tags/tag3655.xml><?xml version="1.0" encoding="utf-8"?>
<p:tagLst xmlns:p="http://schemas.openxmlformats.org/presentationml/2006/main">
  <p:tag name="KSO_WM_BEAUTIFY_FLAG" val=""/>
</p:tagLst>
</file>

<file path=ppt/tags/tag3656.xml><?xml version="1.0" encoding="utf-8"?>
<p:tagLst xmlns:p="http://schemas.openxmlformats.org/presentationml/2006/main">
  <p:tag name="KSO_WM_BEAUTIFY_FLAG" val=""/>
</p:tagLst>
</file>

<file path=ppt/tags/tag3657.xml><?xml version="1.0" encoding="utf-8"?>
<p:tagLst xmlns:p="http://schemas.openxmlformats.org/presentationml/2006/main">
  <p:tag name="KSO_WM_BEAUTIFY_FLAG" val=""/>
</p:tagLst>
</file>

<file path=ppt/tags/tag3658.xml><?xml version="1.0" encoding="utf-8"?>
<p:tagLst xmlns:p="http://schemas.openxmlformats.org/presentationml/2006/main">
  <p:tag name="KSO_WM_BEAUTIFY_FLAG" val=""/>
</p:tagLst>
</file>

<file path=ppt/tags/tag3659.xml><?xml version="1.0" encoding="utf-8"?>
<p:tagLst xmlns:p="http://schemas.openxmlformats.org/presentationml/2006/main">
  <p:tag name="KSO_WM_BEAUTIFY_FLAG" val=""/>
</p:tagLst>
</file>

<file path=ppt/tags/tag3660.xml><?xml version="1.0" encoding="utf-8"?>
<p:tagLst xmlns:p="http://schemas.openxmlformats.org/presentationml/2006/main">
  <p:tag name="KSO_WM_BEAUTIFY_FLAG" val=""/>
</p:tagLst>
</file>

<file path=ppt/tags/tag3661.xml><?xml version="1.0" encoding="utf-8"?>
<p:tagLst xmlns:p="http://schemas.openxmlformats.org/presentationml/2006/main">
  <p:tag name="KSO_WM_BEAUTIFY_FLAG" val=""/>
</p:tagLst>
</file>

<file path=ppt/tags/tag3662.xml><?xml version="1.0" encoding="utf-8"?>
<p:tagLst xmlns:p="http://schemas.openxmlformats.org/presentationml/2006/main">
  <p:tag name="KSO_WM_BEAUTIFY_FLAG" val=""/>
</p:tagLst>
</file>

<file path=ppt/tags/tag3663.xml><?xml version="1.0" encoding="utf-8"?>
<p:tagLst xmlns:p="http://schemas.openxmlformats.org/presentationml/2006/main">
  <p:tag name="KSO_WM_BEAUTIFY_FLAG" val=""/>
</p:tagLst>
</file>

<file path=ppt/tags/tag3664.xml><?xml version="1.0" encoding="utf-8"?>
<p:tagLst xmlns:p="http://schemas.openxmlformats.org/presentationml/2006/main">
  <p:tag name="KSO_WM_BEAUTIFY_FLAG" val=""/>
</p:tagLst>
</file>

<file path=ppt/tags/tag3665.xml><?xml version="1.0" encoding="utf-8"?>
<p:tagLst xmlns:p="http://schemas.openxmlformats.org/presentationml/2006/main">
  <p:tag name="KSO_WM_BEAUTIFY_FLAG" val=""/>
</p:tagLst>
</file>

<file path=ppt/tags/tag3666.xml><?xml version="1.0" encoding="utf-8"?>
<p:tagLst xmlns:p="http://schemas.openxmlformats.org/presentationml/2006/main">
  <p:tag name="KSO_WM_BEAUTIFY_FLAG" val=""/>
</p:tagLst>
</file>

<file path=ppt/tags/tag3667.xml><?xml version="1.0" encoding="utf-8"?>
<p:tagLst xmlns:p="http://schemas.openxmlformats.org/presentationml/2006/main">
  <p:tag name="KSO_WM_BEAUTIFY_FLAG" val=""/>
</p:tagLst>
</file>

<file path=ppt/tags/tag3668.xml><?xml version="1.0" encoding="utf-8"?>
<p:tagLst xmlns:p="http://schemas.openxmlformats.org/presentationml/2006/main">
  <p:tag name="KSO_WM_BEAUTIFY_FLAG" val=""/>
</p:tagLst>
</file>

<file path=ppt/tags/tag3669.xml><?xml version="1.0" encoding="utf-8"?>
<p:tagLst xmlns:p="http://schemas.openxmlformats.org/presentationml/2006/main">
  <p:tag name="KSO_WM_BEAUTIFY_FLAG" val=""/>
</p:tagLst>
</file>

<file path=ppt/tags/tag3670.xml><?xml version="1.0" encoding="utf-8"?>
<p:tagLst xmlns:p="http://schemas.openxmlformats.org/presentationml/2006/main">
  <p:tag name="KSO_WM_BEAUTIFY_FLAG" val=""/>
</p:tagLst>
</file>

<file path=ppt/tags/tag3671.xml><?xml version="1.0" encoding="utf-8"?>
<p:tagLst xmlns:p="http://schemas.openxmlformats.org/presentationml/2006/main">
  <p:tag name="KSO_WM_BEAUTIFY_FLAG" val=""/>
</p:tagLst>
</file>

<file path=ppt/tags/tag3672.xml><?xml version="1.0" encoding="utf-8"?>
<p:tagLst xmlns:p="http://schemas.openxmlformats.org/presentationml/2006/main">
  <p:tag name="KSO_WM_BEAUTIFY_FLAG" val=""/>
</p:tagLst>
</file>

<file path=ppt/tags/tag3673.xml><?xml version="1.0" encoding="utf-8"?>
<p:tagLst xmlns:p="http://schemas.openxmlformats.org/presentationml/2006/main">
  <p:tag name="KSO_WM_BEAUTIFY_FLAG" val=""/>
</p:tagLst>
</file>

<file path=ppt/tags/tag3674.xml><?xml version="1.0" encoding="utf-8"?>
<p:tagLst xmlns:p="http://schemas.openxmlformats.org/presentationml/2006/main">
  <p:tag name="KSO_WM_BEAUTIFY_FLAG" val=""/>
</p:tagLst>
</file>

<file path=ppt/tags/tag3675.xml><?xml version="1.0" encoding="utf-8"?>
<p:tagLst xmlns:p="http://schemas.openxmlformats.org/presentationml/2006/main">
  <p:tag name="KSO_WM_BEAUTIFY_FLAG" val=""/>
</p:tagLst>
</file>

<file path=ppt/tags/tag3676.xml><?xml version="1.0" encoding="utf-8"?>
<p:tagLst xmlns:p="http://schemas.openxmlformats.org/presentationml/2006/main">
  <p:tag name="KSO_WM_BEAUTIFY_FLAG" val=""/>
</p:tagLst>
</file>

<file path=ppt/tags/tag3677.xml><?xml version="1.0" encoding="utf-8"?>
<p:tagLst xmlns:p="http://schemas.openxmlformats.org/presentationml/2006/main">
  <p:tag name="KSO_WM_BEAUTIFY_FLAG" val=""/>
</p:tagLst>
</file>

<file path=ppt/tags/tag3678.xml><?xml version="1.0" encoding="utf-8"?>
<p:tagLst xmlns:p="http://schemas.openxmlformats.org/presentationml/2006/main">
  <p:tag name="KSO_WM_BEAUTIFY_FLAG" val=""/>
</p:tagLst>
</file>

<file path=ppt/tags/tag3679.xml><?xml version="1.0" encoding="utf-8"?>
<p:tagLst xmlns:p="http://schemas.openxmlformats.org/presentationml/2006/main">
  <p:tag name="KSO_WM_BEAUTIFY_FLAG" val=""/>
</p:tagLst>
</file>

<file path=ppt/tags/tag3680.xml><?xml version="1.0" encoding="utf-8"?>
<p:tagLst xmlns:p="http://schemas.openxmlformats.org/presentationml/2006/main">
  <p:tag name="KSO_WM_BEAUTIFY_FLAG" val=""/>
</p:tagLst>
</file>

<file path=ppt/tags/tag3681.xml><?xml version="1.0" encoding="utf-8"?>
<p:tagLst xmlns:p="http://schemas.openxmlformats.org/presentationml/2006/main">
  <p:tag name="KSO_WM_BEAUTIFY_FLAG" val=""/>
</p:tagLst>
</file>

<file path=ppt/tags/tag3682.xml><?xml version="1.0" encoding="utf-8"?>
<p:tagLst xmlns:p="http://schemas.openxmlformats.org/presentationml/2006/main">
  <p:tag name="KSO_WM_BEAUTIFY_FLAG" val=""/>
</p:tagLst>
</file>

<file path=ppt/tags/tag3683.xml><?xml version="1.0" encoding="utf-8"?>
<p:tagLst xmlns:p="http://schemas.openxmlformats.org/presentationml/2006/main">
  <p:tag name="KSO_WM_BEAUTIFY_FLAG" val=""/>
</p:tagLst>
</file>

<file path=ppt/tags/tag3684.xml><?xml version="1.0" encoding="utf-8"?>
<p:tagLst xmlns:p="http://schemas.openxmlformats.org/presentationml/2006/main">
  <p:tag name="KSO_WM_BEAUTIFY_FLAG" val=""/>
</p:tagLst>
</file>

<file path=ppt/tags/tag3685.xml><?xml version="1.0" encoding="utf-8"?>
<p:tagLst xmlns:p="http://schemas.openxmlformats.org/presentationml/2006/main">
  <p:tag name="KSO_WM_BEAUTIFY_FLAG" val=""/>
</p:tagLst>
</file>

<file path=ppt/tags/tag3686.xml><?xml version="1.0" encoding="utf-8"?>
<p:tagLst xmlns:p="http://schemas.openxmlformats.org/presentationml/2006/main">
  <p:tag name="KSO_WM_BEAUTIFY_FLAG" val=""/>
</p:tagLst>
</file>

<file path=ppt/tags/tag3687.xml><?xml version="1.0" encoding="utf-8"?>
<p:tagLst xmlns:p="http://schemas.openxmlformats.org/presentationml/2006/main">
  <p:tag name="KSO_WM_BEAUTIFY_FLAG" val=""/>
</p:tagLst>
</file>

<file path=ppt/tags/tag3688.xml><?xml version="1.0" encoding="utf-8"?>
<p:tagLst xmlns:p="http://schemas.openxmlformats.org/presentationml/2006/main">
  <p:tag name="KSO_WM_BEAUTIFY_FLAG" val=""/>
</p:tagLst>
</file>

<file path=ppt/tags/tag3689.xml><?xml version="1.0" encoding="utf-8"?>
<p:tagLst xmlns:p="http://schemas.openxmlformats.org/presentationml/2006/main">
  <p:tag name="KSO_WM_BEAUTIFY_FLAG" val=""/>
</p:tagLst>
</file>

<file path=ppt/tags/tag3690.xml><?xml version="1.0" encoding="utf-8"?>
<p:tagLst xmlns:p="http://schemas.openxmlformats.org/presentationml/2006/main">
  <p:tag name="KSO_WM_BEAUTIFY_FLAG" val=""/>
</p:tagLst>
</file>

<file path=ppt/tags/tag3691.xml><?xml version="1.0" encoding="utf-8"?>
<p:tagLst xmlns:p="http://schemas.openxmlformats.org/presentationml/2006/main">
  <p:tag name="KSO_WM_BEAUTIFY_FLAG" val=""/>
</p:tagLst>
</file>

<file path=ppt/tags/tag3692.xml><?xml version="1.0" encoding="utf-8"?>
<p:tagLst xmlns:p="http://schemas.openxmlformats.org/presentationml/2006/main">
  <p:tag name="KSO_WM_BEAUTIFY_FLAG" val=""/>
</p:tagLst>
</file>

<file path=ppt/tags/tag3693.xml><?xml version="1.0" encoding="utf-8"?>
<p:tagLst xmlns:p="http://schemas.openxmlformats.org/presentationml/2006/main">
  <p:tag name="KSO_WM_BEAUTIFY_FLAG" val=""/>
</p:tagLst>
</file>

<file path=ppt/tags/tag3694.xml><?xml version="1.0" encoding="utf-8"?>
<p:tagLst xmlns:p="http://schemas.openxmlformats.org/presentationml/2006/main">
  <p:tag name="KSO_WM_BEAUTIFY_FLAG" val=""/>
</p:tagLst>
</file>

<file path=ppt/tags/tag3695.xml><?xml version="1.0" encoding="utf-8"?>
<p:tagLst xmlns:p="http://schemas.openxmlformats.org/presentationml/2006/main">
  <p:tag name="KSO_WM_BEAUTIFY_FLAG" val=""/>
</p:tagLst>
</file>

<file path=ppt/tags/tag3696.xml><?xml version="1.0" encoding="utf-8"?>
<p:tagLst xmlns:p="http://schemas.openxmlformats.org/presentationml/2006/main">
  <p:tag name="KSO_WM_BEAUTIFY_FLAG" val=""/>
</p:tagLst>
</file>

<file path=ppt/tags/tag3697.xml><?xml version="1.0" encoding="utf-8"?>
<p:tagLst xmlns:p="http://schemas.openxmlformats.org/presentationml/2006/main">
  <p:tag name="KSO_WM_BEAUTIFY_FLAG" val=""/>
</p:tagLst>
</file>

<file path=ppt/tags/tag3698.xml><?xml version="1.0" encoding="utf-8"?>
<p:tagLst xmlns:p="http://schemas.openxmlformats.org/presentationml/2006/main">
  <p:tag name="KSO_WM_BEAUTIFY_FLAG" val=""/>
</p:tagLst>
</file>

<file path=ppt/tags/tag3699.xml><?xml version="1.0" encoding="utf-8"?>
<p:tagLst xmlns:p="http://schemas.openxmlformats.org/presentationml/2006/main">
  <p:tag name="KSO_WM_BEAUTIFY_FLAG" val=""/>
</p:tagLst>
</file>

<file path=ppt/tags/tag3700.xml><?xml version="1.0" encoding="utf-8"?>
<p:tagLst xmlns:p="http://schemas.openxmlformats.org/presentationml/2006/main">
  <p:tag name="KSO_WM_BEAUTIFY_FLAG" val=""/>
</p:tagLst>
</file>

<file path=ppt/tags/tag3701.xml><?xml version="1.0" encoding="utf-8"?>
<p:tagLst xmlns:p="http://schemas.openxmlformats.org/presentationml/2006/main">
  <p:tag name="KSO_WM_BEAUTIFY_FLAG" val=""/>
</p:tagLst>
</file>

<file path=ppt/tags/tag3702.xml><?xml version="1.0" encoding="utf-8"?>
<p:tagLst xmlns:p="http://schemas.openxmlformats.org/presentationml/2006/main">
  <p:tag name="KSO_WM_BEAUTIFY_FLAG" val=""/>
</p:tagLst>
</file>

<file path=ppt/tags/tag3703.xml><?xml version="1.0" encoding="utf-8"?>
<p:tagLst xmlns:p="http://schemas.openxmlformats.org/presentationml/2006/main">
  <p:tag name="KSO_WM_BEAUTIFY_FLAG" val=""/>
</p:tagLst>
</file>

<file path=ppt/tags/tag3704.xml><?xml version="1.0" encoding="utf-8"?>
<p:tagLst xmlns:p="http://schemas.openxmlformats.org/presentationml/2006/main">
  <p:tag name="KSO_WM_BEAUTIFY_FLAG" val=""/>
</p:tagLst>
</file>

<file path=ppt/tags/tag3705.xml><?xml version="1.0" encoding="utf-8"?>
<p:tagLst xmlns:p="http://schemas.openxmlformats.org/presentationml/2006/main">
  <p:tag name="KSO_WM_BEAUTIFY_FLAG" val=""/>
</p:tagLst>
</file>

<file path=ppt/tags/tag3706.xml><?xml version="1.0" encoding="utf-8"?>
<p:tagLst xmlns:p="http://schemas.openxmlformats.org/presentationml/2006/main">
  <p:tag name="KSO_WM_BEAUTIFY_FLAG" val=""/>
</p:tagLst>
</file>

<file path=ppt/tags/tag3707.xml><?xml version="1.0" encoding="utf-8"?>
<p:tagLst xmlns:p="http://schemas.openxmlformats.org/presentationml/2006/main">
  <p:tag name="KSO_WM_BEAUTIFY_FLAG" val=""/>
</p:tagLst>
</file>

<file path=ppt/tags/tag3708.xml><?xml version="1.0" encoding="utf-8"?>
<p:tagLst xmlns:p="http://schemas.openxmlformats.org/presentationml/2006/main">
  <p:tag name="KSO_WM_BEAUTIFY_FLAG" val=""/>
</p:tagLst>
</file>

<file path=ppt/tags/tag3709.xml><?xml version="1.0" encoding="utf-8"?>
<p:tagLst xmlns:p="http://schemas.openxmlformats.org/presentationml/2006/main">
  <p:tag name="KSO_WM_BEAUTIFY_FLAG" val=""/>
</p:tagLst>
</file>

<file path=ppt/tags/tag3710.xml><?xml version="1.0" encoding="utf-8"?>
<p:tagLst xmlns:p="http://schemas.openxmlformats.org/presentationml/2006/main">
  <p:tag name="KSO_WM_BEAUTIFY_FLAG" val=""/>
</p:tagLst>
</file>

<file path=ppt/tags/tag3711.xml><?xml version="1.0" encoding="utf-8"?>
<p:tagLst xmlns:p="http://schemas.openxmlformats.org/presentationml/2006/main">
  <p:tag name="KSO_WM_BEAUTIFY_FLAG" val=""/>
</p:tagLst>
</file>

<file path=ppt/tags/tag3712.xml><?xml version="1.0" encoding="utf-8"?>
<p:tagLst xmlns:p="http://schemas.openxmlformats.org/presentationml/2006/main">
  <p:tag name="KSO_WM_BEAUTIFY_FLAG" val=""/>
</p:tagLst>
</file>

<file path=ppt/tags/tag3713.xml><?xml version="1.0" encoding="utf-8"?>
<p:tagLst xmlns:p="http://schemas.openxmlformats.org/presentationml/2006/main">
  <p:tag name="KSO_WM_BEAUTIFY_FLAG" val=""/>
</p:tagLst>
</file>

<file path=ppt/tags/tag3714.xml><?xml version="1.0" encoding="utf-8"?>
<p:tagLst xmlns:p="http://schemas.openxmlformats.org/presentationml/2006/main">
  <p:tag name="KSO_WM_BEAUTIFY_FLAG" val=""/>
</p:tagLst>
</file>

<file path=ppt/tags/tag3715.xml><?xml version="1.0" encoding="utf-8"?>
<p:tagLst xmlns:p="http://schemas.openxmlformats.org/presentationml/2006/main">
  <p:tag name="KSO_WM_BEAUTIFY_FLAG" val=""/>
</p:tagLst>
</file>

<file path=ppt/tags/tag3716.xml><?xml version="1.0" encoding="utf-8"?>
<p:tagLst xmlns:p="http://schemas.openxmlformats.org/presentationml/2006/main">
  <p:tag name="KSO_WM_BEAUTIFY_FLAG" val=""/>
</p:tagLst>
</file>

<file path=ppt/tags/tag3717.xml><?xml version="1.0" encoding="utf-8"?>
<p:tagLst xmlns:p="http://schemas.openxmlformats.org/presentationml/2006/main">
  <p:tag name="KSO_WM_BEAUTIFY_FLAG" val=""/>
</p:tagLst>
</file>

<file path=ppt/tags/tag3718.xml><?xml version="1.0" encoding="utf-8"?>
<p:tagLst xmlns:p="http://schemas.openxmlformats.org/presentationml/2006/main">
  <p:tag name="KSO_WM_BEAUTIFY_FLAG" val=""/>
</p:tagLst>
</file>

<file path=ppt/tags/tag3719.xml><?xml version="1.0" encoding="utf-8"?>
<p:tagLst xmlns:p="http://schemas.openxmlformats.org/presentationml/2006/main">
  <p:tag name="KSO_WM_BEAUTIFY_FLAG" val=""/>
</p:tagLst>
</file>

<file path=ppt/tags/tag3720.xml><?xml version="1.0" encoding="utf-8"?>
<p:tagLst xmlns:p="http://schemas.openxmlformats.org/presentationml/2006/main">
  <p:tag name="KSO_WM_BEAUTIFY_FLAG" val=""/>
</p:tagLst>
</file>

<file path=ppt/tags/tag3721.xml><?xml version="1.0" encoding="utf-8"?>
<p:tagLst xmlns:p="http://schemas.openxmlformats.org/presentationml/2006/main">
  <p:tag name="KSO_WM_BEAUTIFY_FLAG" val=""/>
</p:tagLst>
</file>

<file path=ppt/tags/tag3722.xml><?xml version="1.0" encoding="utf-8"?>
<p:tagLst xmlns:p="http://schemas.openxmlformats.org/presentationml/2006/main">
  <p:tag name="KSO_WM_BEAUTIFY_FLAG" val=""/>
</p:tagLst>
</file>

<file path=ppt/tags/tag3723.xml><?xml version="1.0" encoding="utf-8"?>
<p:tagLst xmlns:p="http://schemas.openxmlformats.org/presentationml/2006/main">
  <p:tag name="KSO_WM_BEAUTIFY_FLAG" val=""/>
</p:tagLst>
</file>

<file path=ppt/tags/tag3724.xml><?xml version="1.0" encoding="utf-8"?>
<p:tagLst xmlns:p="http://schemas.openxmlformats.org/presentationml/2006/main">
  <p:tag name="KSO_WM_BEAUTIFY_FLAG" val=""/>
</p:tagLst>
</file>

<file path=ppt/tags/tag3725.xml><?xml version="1.0" encoding="utf-8"?>
<p:tagLst xmlns:p="http://schemas.openxmlformats.org/presentationml/2006/main">
  <p:tag name="KSO_WM_BEAUTIFY_FLAG" val=""/>
</p:tagLst>
</file>

<file path=ppt/tags/tag3726.xml><?xml version="1.0" encoding="utf-8"?>
<p:tagLst xmlns:p="http://schemas.openxmlformats.org/presentationml/2006/main">
  <p:tag name="KSO_WM_BEAUTIFY_FLAG" val=""/>
</p:tagLst>
</file>

<file path=ppt/tags/tag3727.xml><?xml version="1.0" encoding="utf-8"?>
<p:tagLst xmlns:p="http://schemas.openxmlformats.org/presentationml/2006/main">
  <p:tag name="KSO_WM_BEAUTIFY_FLAG" val=""/>
</p:tagLst>
</file>

<file path=ppt/tags/tag3728.xml><?xml version="1.0" encoding="utf-8"?>
<p:tagLst xmlns:p="http://schemas.openxmlformats.org/presentationml/2006/main">
  <p:tag name="KSO_WM_BEAUTIFY_FLAG" val=""/>
</p:tagLst>
</file>

<file path=ppt/tags/tag3729.xml><?xml version="1.0" encoding="utf-8"?>
<p:tagLst xmlns:p="http://schemas.openxmlformats.org/presentationml/2006/main">
  <p:tag name="KSO_WM_BEAUTIFY_FLAG" val=""/>
</p:tagLst>
</file>

<file path=ppt/tags/tag3730.xml><?xml version="1.0" encoding="utf-8"?>
<p:tagLst xmlns:p="http://schemas.openxmlformats.org/presentationml/2006/main">
  <p:tag name="KSO_WM_BEAUTIFY_FLAG" val=""/>
</p:tagLst>
</file>

<file path=ppt/tags/tag3731.xml><?xml version="1.0" encoding="utf-8"?>
<p:tagLst xmlns:p="http://schemas.openxmlformats.org/presentationml/2006/main">
  <p:tag name="KSO_WM_BEAUTIFY_FLAG" val=""/>
</p:tagLst>
</file>

<file path=ppt/tags/tag3732.xml><?xml version="1.0" encoding="utf-8"?>
<p:tagLst xmlns:p="http://schemas.openxmlformats.org/presentationml/2006/main">
  <p:tag name="KSO_WM_BEAUTIFY_FLAG" val=""/>
</p:tagLst>
</file>

<file path=ppt/tags/tag3733.xml><?xml version="1.0" encoding="utf-8"?>
<p:tagLst xmlns:p="http://schemas.openxmlformats.org/presentationml/2006/main">
  <p:tag name="KSO_WM_BEAUTIFY_FLAG" val=""/>
</p:tagLst>
</file>

<file path=ppt/tags/tag3734.xml><?xml version="1.0" encoding="utf-8"?>
<p:tagLst xmlns:p="http://schemas.openxmlformats.org/presentationml/2006/main">
  <p:tag name="KSO_WM_BEAUTIFY_FLAG" val=""/>
</p:tagLst>
</file>

<file path=ppt/tags/tag3735.xml><?xml version="1.0" encoding="utf-8"?>
<p:tagLst xmlns:p="http://schemas.openxmlformats.org/presentationml/2006/main">
  <p:tag name="KSO_WM_BEAUTIFY_FLAG" val=""/>
</p:tagLst>
</file>

<file path=ppt/tags/tag3736.xml><?xml version="1.0" encoding="utf-8"?>
<p:tagLst xmlns:p="http://schemas.openxmlformats.org/presentationml/2006/main">
  <p:tag name="KSO_WM_BEAUTIFY_FLAG" val=""/>
</p:tagLst>
</file>

<file path=ppt/tags/tag3737.xml><?xml version="1.0" encoding="utf-8"?>
<p:tagLst xmlns:p="http://schemas.openxmlformats.org/presentationml/2006/main">
  <p:tag name="KSO_WM_BEAUTIFY_FLAG" val=""/>
</p:tagLst>
</file>

<file path=ppt/tags/tag3738.xml><?xml version="1.0" encoding="utf-8"?>
<p:tagLst xmlns:p="http://schemas.openxmlformats.org/presentationml/2006/main">
  <p:tag name="KSO_WM_BEAUTIFY_FLAG" val=""/>
</p:tagLst>
</file>

<file path=ppt/tags/tag3739.xml><?xml version="1.0" encoding="utf-8"?>
<p:tagLst xmlns:p="http://schemas.openxmlformats.org/presentationml/2006/main">
  <p:tag name="KSO_WM_BEAUTIFY_FLAG" val=""/>
</p:tagLst>
</file>

<file path=ppt/tags/tag3740.xml><?xml version="1.0" encoding="utf-8"?>
<p:tagLst xmlns:p="http://schemas.openxmlformats.org/presentationml/2006/main">
  <p:tag name="KSO_WM_BEAUTIFY_FLAG" val=""/>
</p:tagLst>
</file>

<file path=ppt/tags/tag3741.xml><?xml version="1.0" encoding="utf-8"?>
<p:tagLst xmlns:p="http://schemas.openxmlformats.org/presentationml/2006/main">
  <p:tag name="KSO_WM_BEAUTIFY_FLAG" val=""/>
</p:tagLst>
</file>

<file path=ppt/tags/tag3742.xml><?xml version="1.0" encoding="utf-8"?>
<p:tagLst xmlns:p="http://schemas.openxmlformats.org/presentationml/2006/main">
  <p:tag name="KSO_WM_BEAUTIFY_FLAG" val=""/>
</p:tagLst>
</file>

<file path=ppt/tags/tag3743.xml><?xml version="1.0" encoding="utf-8"?>
<p:tagLst xmlns:p="http://schemas.openxmlformats.org/presentationml/2006/main">
  <p:tag name="KSO_WM_BEAUTIFY_FLAG" val=""/>
</p:tagLst>
</file>

<file path=ppt/tags/tag3744.xml><?xml version="1.0" encoding="utf-8"?>
<p:tagLst xmlns:p="http://schemas.openxmlformats.org/presentationml/2006/main">
  <p:tag name="KSO_WM_BEAUTIFY_FLAG" val=""/>
</p:tagLst>
</file>

<file path=ppt/tags/tag3745.xml><?xml version="1.0" encoding="utf-8"?>
<p:tagLst xmlns:p="http://schemas.openxmlformats.org/presentationml/2006/main">
  <p:tag name="KSO_WM_BEAUTIFY_FLAG" val=""/>
</p:tagLst>
</file>

<file path=ppt/tags/tag3746.xml><?xml version="1.0" encoding="utf-8"?>
<p:tagLst xmlns:p="http://schemas.openxmlformats.org/presentationml/2006/main">
  <p:tag name="KSO_WM_BEAUTIFY_FLAG" val=""/>
</p:tagLst>
</file>

<file path=ppt/tags/tag3747.xml><?xml version="1.0" encoding="utf-8"?>
<p:tagLst xmlns:p="http://schemas.openxmlformats.org/presentationml/2006/main">
  <p:tag name="KSO_WM_BEAUTIFY_FLAG" val=""/>
</p:tagLst>
</file>

<file path=ppt/tags/tag3748.xml><?xml version="1.0" encoding="utf-8"?>
<p:tagLst xmlns:p="http://schemas.openxmlformats.org/presentationml/2006/main">
  <p:tag name="KSO_WM_BEAUTIFY_FLAG" val=""/>
</p:tagLst>
</file>

<file path=ppt/tags/tag3749.xml><?xml version="1.0" encoding="utf-8"?>
<p:tagLst xmlns:p="http://schemas.openxmlformats.org/presentationml/2006/main">
  <p:tag name="KSO_WM_BEAUTIFY_FLAG" val=""/>
</p:tagLst>
</file>

<file path=ppt/tags/tag3750.xml><?xml version="1.0" encoding="utf-8"?>
<p:tagLst xmlns:p="http://schemas.openxmlformats.org/presentationml/2006/main">
  <p:tag name="KSO_WM_BEAUTIFY_FLAG" val=""/>
</p:tagLst>
</file>

<file path=ppt/tags/tag3751.xml><?xml version="1.0" encoding="utf-8"?>
<p:tagLst xmlns:p="http://schemas.openxmlformats.org/presentationml/2006/main">
  <p:tag name="KSO_WM_BEAUTIFY_FLAG" val=""/>
</p:tagLst>
</file>

<file path=ppt/tags/tag3752.xml><?xml version="1.0" encoding="utf-8"?>
<p:tagLst xmlns:p="http://schemas.openxmlformats.org/presentationml/2006/main">
  <p:tag name="KSO_WM_BEAUTIFY_FLAG" val=""/>
</p:tagLst>
</file>

<file path=ppt/tags/tag3753.xml><?xml version="1.0" encoding="utf-8"?>
<p:tagLst xmlns:p="http://schemas.openxmlformats.org/presentationml/2006/main">
  <p:tag name="KSO_WM_BEAUTIFY_FLAG" val=""/>
</p:tagLst>
</file>

<file path=ppt/tags/tag3754.xml><?xml version="1.0" encoding="utf-8"?>
<p:tagLst xmlns:p="http://schemas.openxmlformats.org/presentationml/2006/main">
  <p:tag name="KSO_WM_BEAUTIFY_FLAG" val=""/>
</p:tagLst>
</file>

<file path=ppt/tags/tag3755.xml><?xml version="1.0" encoding="utf-8"?>
<p:tagLst xmlns:p="http://schemas.openxmlformats.org/presentationml/2006/main">
  <p:tag name="KSO_WM_BEAUTIFY_FLAG" val=""/>
</p:tagLst>
</file>

<file path=ppt/tags/tag3756.xml><?xml version="1.0" encoding="utf-8"?>
<p:tagLst xmlns:p="http://schemas.openxmlformats.org/presentationml/2006/main">
  <p:tag name="KSO_WM_BEAUTIFY_FLAG" val=""/>
</p:tagLst>
</file>

<file path=ppt/tags/tag3757.xml><?xml version="1.0" encoding="utf-8"?>
<p:tagLst xmlns:p="http://schemas.openxmlformats.org/presentationml/2006/main">
  <p:tag name="KSO_WM_BEAUTIFY_FLAG" val=""/>
</p:tagLst>
</file>

<file path=ppt/tags/tag3758.xml><?xml version="1.0" encoding="utf-8"?>
<p:tagLst xmlns:p="http://schemas.openxmlformats.org/presentationml/2006/main">
  <p:tag name="KSO_WM_BEAUTIFY_FLAG" val=""/>
</p:tagLst>
</file>

<file path=ppt/tags/tag3759.xml><?xml version="1.0" encoding="utf-8"?>
<p:tagLst xmlns:p="http://schemas.openxmlformats.org/presentationml/2006/main">
  <p:tag name="KSO_WM_BEAUTIFY_FLAG" val=""/>
</p:tagLst>
</file>

<file path=ppt/tags/tag3760.xml><?xml version="1.0" encoding="utf-8"?>
<p:tagLst xmlns:p="http://schemas.openxmlformats.org/presentationml/2006/main">
  <p:tag name="KSO_WM_BEAUTIFY_FLAG" val=""/>
</p:tagLst>
</file>

<file path=ppt/tags/tag3761.xml><?xml version="1.0" encoding="utf-8"?>
<p:tagLst xmlns:p="http://schemas.openxmlformats.org/presentationml/2006/main">
  <p:tag name="KSO_WM_BEAUTIFY_FLAG" val=""/>
</p:tagLst>
</file>

<file path=ppt/tags/tag3762.xml><?xml version="1.0" encoding="utf-8"?>
<p:tagLst xmlns:p="http://schemas.openxmlformats.org/presentationml/2006/main">
  <p:tag name="KSO_WM_BEAUTIFY_FLAG" val=""/>
</p:tagLst>
</file>

<file path=ppt/tags/tag3763.xml><?xml version="1.0" encoding="utf-8"?>
<p:tagLst xmlns:p="http://schemas.openxmlformats.org/presentationml/2006/main">
  <p:tag name="KSO_WM_BEAUTIFY_FLAG" val=""/>
</p:tagLst>
</file>

<file path=ppt/tags/tag3764.xml><?xml version="1.0" encoding="utf-8"?>
<p:tagLst xmlns:p="http://schemas.openxmlformats.org/presentationml/2006/main">
  <p:tag name="KSO_WM_BEAUTIFY_FLAG" val=""/>
</p:tagLst>
</file>

<file path=ppt/tags/tag3765.xml><?xml version="1.0" encoding="utf-8"?>
<p:tagLst xmlns:p="http://schemas.openxmlformats.org/presentationml/2006/main">
  <p:tag name="KSO_WM_BEAUTIFY_FLAG" val=""/>
</p:tagLst>
</file>

<file path=ppt/tags/tag3766.xml><?xml version="1.0" encoding="utf-8"?>
<p:tagLst xmlns:p="http://schemas.openxmlformats.org/presentationml/2006/main">
  <p:tag name="KSO_WM_BEAUTIFY_FLAG" val=""/>
</p:tagLst>
</file>

<file path=ppt/tags/tag3767.xml><?xml version="1.0" encoding="utf-8"?>
<p:tagLst xmlns:p="http://schemas.openxmlformats.org/presentationml/2006/main">
  <p:tag name="KSO_WM_BEAUTIFY_FLAG" val=""/>
</p:tagLst>
</file>

<file path=ppt/tags/tag3768.xml><?xml version="1.0" encoding="utf-8"?>
<p:tagLst xmlns:p="http://schemas.openxmlformats.org/presentationml/2006/main">
  <p:tag name="KSO_WM_BEAUTIFY_FLAG" val=""/>
</p:tagLst>
</file>

<file path=ppt/tags/tag3769.xml><?xml version="1.0" encoding="utf-8"?>
<p:tagLst xmlns:p="http://schemas.openxmlformats.org/presentationml/2006/main">
  <p:tag name="KSO_WM_BEAUTIFY_FLAG" val=""/>
</p:tagLst>
</file>

<file path=ppt/tags/tag3770.xml><?xml version="1.0" encoding="utf-8"?>
<p:tagLst xmlns:p="http://schemas.openxmlformats.org/presentationml/2006/main">
  <p:tag name="KSO_WM_BEAUTIFY_FLAG" val=""/>
</p:tagLst>
</file>

<file path=ppt/tags/tag3771.xml><?xml version="1.0" encoding="utf-8"?>
<p:tagLst xmlns:p="http://schemas.openxmlformats.org/presentationml/2006/main">
  <p:tag name="KSO_WM_BEAUTIFY_FLAG" val=""/>
</p:tagLst>
</file>

<file path=ppt/tags/tag3772.xml><?xml version="1.0" encoding="utf-8"?>
<p:tagLst xmlns:p="http://schemas.openxmlformats.org/presentationml/2006/main">
  <p:tag name="KSO_WM_BEAUTIFY_FLAG" val=""/>
</p:tagLst>
</file>

<file path=ppt/tags/tag3773.xml><?xml version="1.0" encoding="utf-8"?>
<p:tagLst xmlns:p="http://schemas.openxmlformats.org/presentationml/2006/main">
  <p:tag name="KSO_WM_BEAUTIFY_FLAG" val=""/>
</p:tagLst>
</file>

<file path=ppt/tags/tag3774.xml><?xml version="1.0" encoding="utf-8"?>
<p:tagLst xmlns:p="http://schemas.openxmlformats.org/presentationml/2006/main">
  <p:tag name="KSO_WM_BEAUTIFY_FLAG" val=""/>
</p:tagLst>
</file>

<file path=ppt/tags/tag3775.xml><?xml version="1.0" encoding="utf-8"?>
<p:tagLst xmlns:p="http://schemas.openxmlformats.org/presentationml/2006/main">
  <p:tag name="KSO_WM_BEAUTIFY_FLAG" val=""/>
</p:tagLst>
</file>

<file path=ppt/tags/tag3776.xml><?xml version="1.0" encoding="utf-8"?>
<p:tagLst xmlns:p="http://schemas.openxmlformats.org/presentationml/2006/main">
  <p:tag name="KSO_WM_BEAUTIFY_FLAG" val=""/>
</p:tagLst>
</file>

<file path=ppt/tags/tag3777.xml><?xml version="1.0" encoding="utf-8"?>
<p:tagLst xmlns:p="http://schemas.openxmlformats.org/presentationml/2006/main">
  <p:tag name="KSO_WM_BEAUTIFY_FLAG" val=""/>
</p:tagLst>
</file>

<file path=ppt/tags/tag3778.xml><?xml version="1.0" encoding="utf-8"?>
<p:tagLst xmlns:p="http://schemas.openxmlformats.org/presentationml/2006/main">
  <p:tag name="KSO_WM_BEAUTIFY_FLAG" val=""/>
</p:tagLst>
</file>

<file path=ppt/tags/tag3779.xml><?xml version="1.0" encoding="utf-8"?>
<p:tagLst xmlns:p="http://schemas.openxmlformats.org/presentationml/2006/main">
  <p:tag name="KSO_WM_BEAUTIFY_FLAG" val=""/>
</p:tagLst>
</file>

<file path=ppt/tags/tag3780.xml><?xml version="1.0" encoding="utf-8"?>
<p:tagLst xmlns:p="http://schemas.openxmlformats.org/presentationml/2006/main">
  <p:tag name="KSO_WM_BEAUTIFY_FLAG" val=""/>
</p:tagLst>
</file>

<file path=ppt/tags/tag3781.xml><?xml version="1.0" encoding="utf-8"?>
<p:tagLst xmlns:p="http://schemas.openxmlformats.org/presentationml/2006/main">
  <p:tag name="KSO_WM_BEAUTIFY_FLAG" val=""/>
</p:tagLst>
</file>

<file path=ppt/tags/tag3782.xml><?xml version="1.0" encoding="utf-8"?>
<p:tagLst xmlns:p="http://schemas.openxmlformats.org/presentationml/2006/main">
  <p:tag name="KSO_WM_BEAUTIFY_FLAG" val=""/>
</p:tagLst>
</file>

<file path=ppt/tags/tag3783.xml><?xml version="1.0" encoding="utf-8"?>
<p:tagLst xmlns:p="http://schemas.openxmlformats.org/presentationml/2006/main">
  <p:tag name="KSO_WM_BEAUTIFY_FLAG" val=""/>
</p:tagLst>
</file>

<file path=ppt/tags/tag3784.xml><?xml version="1.0" encoding="utf-8"?>
<p:tagLst xmlns:p="http://schemas.openxmlformats.org/presentationml/2006/main">
  <p:tag name="KSO_WM_BEAUTIFY_FLAG" val=""/>
</p:tagLst>
</file>

<file path=ppt/tags/tag3785.xml><?xml version="1.0" encoding="utf-8"?>
<p:tagLst xmlns:p="http://schemas.openxmlformats.org/presentationml/2006/main">
  <p:tag name="KSO_WM_BEAUTIFY_FLAG" val=""/>
</p:tagLst>
</file>

<file path=ppt/tags/tag3786.xml><?xml version="1.0" encoding="utf-8"?>
<p:tagLst xmlns:p="http://schemas.openxmlformats.org/presentationml/2006/main">
  <p:tag name="KSO_WM_BEAUTIFY_FLAG" val=""/>
</p:tagLst>
</file>

<file path=ppt/tags/tag3787.xml><?xml version="1.0" encoding="utf-8"?>
<p:tagLst xmlns:p="http://schemas.openxmlformats.org/presentationml/2006/main">
  <p:tag name="KSO_WM_BEAUTIFY_FLAG" val=""/>
</p:tagLst>
</file>

<file path=ppt/tags/tag3788.xml><?xml version="1.0" encoding="utf-8"?>
<p:tagLst xmlns:p="http://schemas.openxmlformats.org/presentationml/2006/main">
  <p:tag name="KSO_WM_BEAUTIFY_FLAG" val=""/>
</p:tagLst>
</file>

<file path=ppt/tags/tag3789.xml><?xml version="1.0" encoding="utf-8"?>
<p:tagLst xmlns:p="http://schemas.openxmlformats.org/presentationml/2006/main">
  <p:tag name="KSO_WM_BEAUTIFY_FLAG" val=""/>
</p:tagLst>
</file>

<file path=ppt/tags/tag3790.xml><?xml version="1.0" encoding="utf-8"?>
<p:tagLst xmlns:p="http://schemas.openxmlformats.org/presentationml/2006/main">
  <p:tag name="KSO_WM_BEAUTIFY_FLAG" val=""/>
</p:tagLst>
</file>

<file path=ppt/tags/tag3791.xml><?xml version="1.0" encoding="utf-8"?>
<p:tagLst xmlns:p="http://schemas.openxmlformats.org/presentationml/2006/main">
  <p:tag name="KSO_WM_BEAUTIFY_FLAG" val=""/>
</p:tagLst>
</file>

<file path=ppt/tags/tag3792.xml><?xml version="1.0" encoding="utf-8"?>
<p:tagLst xmlns:p="http://schemas.openxmlformats.org/presentationml/2006/main">
  <p:tag name="KSO_WM_BEAUTIFY_FLAG" val=""/>
</p:tagLst>
</file>

<file path=ppt/tags/tag3793.xml><?xml version="1.0" encoding="utf-8"?>
<p:tagLst xmlns:p="http://schemas.openxmlformats.org/presentationml/2006/main">
  <p:tag name="KSO_WM_BEAUTIFY_FLAG" val=""/>
</p:tagLst>
</file>

<file path=ppt/tags/tag3794.xml><?xml version="1.0" encoding="utf-8"?>
<p:tagLst xmlns:p="http://schemas.openxmlformats.org/presentationml/2006/main">
  <p:tag name="KSO_WM_BEAUTIFY_FLAG" val=""/>
</p:tagLst>
</file>

<file path=ppt/tags/tag3795.xml><?xml version="1.0" encoding="utf-8"?>
<p:tagLst xmlns:p="http://schemas.openxmlformats.org/presentationml/2006/main">
  <p:tag name="KSO_WM_BEAUTIFY_FLAG" val=""/>
</p:tagLst>
</file>

<file path=ppt/tags/tag3796.xml><?xml version="1.0" encoding="utf-8"?>
<p:tagLst xmlns:p="http://schemas.openxmlformats.org/presentationml/2006/main">
  <p:tag name="KSO_WM_BEAUTIFY_FLAG" val=""/>
</p:tagLst>
</file>

<file path=ppt/tags/tag3797.xml><?xml version="1.0" encoding="utf-8"?>
<p:tagLst xmlns:p="http://schemas.openxmlformats.org/presentationml/2006/main">
  <p:tag name="KSO_WM_BEAUTIFY_FLAG" val=""/>
</p:tagLst>
</file>

<file path=ppt/tags/tag3798.xml><?xml version="1.0" encoding="utf-8"?>
<p:tagLst xmlns:p="http://schemas.openxmlformats.org/presentationml/2006/main">
  <p:tag name="KSO_WM_BEAUTIFY_FLAG" val=""/>
</p:tagLst>
</file>

<file path=ppt/tags/tag3799.xml><?xml version="1.0" encoding="utf-8"?>
<p:tagLst xmlns:p="http://schemas.openxmlformats.org/presentationml/2006/main">
  <p:tag name="KSO_WM_BEAUTIFY_FLAG" val=""/>
</p:tagLst>
</file>

<file path=ppt/tags/tag3800.xml><?xml version="1.0" encoding="utf-8"?>
<p:tagLst xmlns:p="http://schemas.openxmlformats.org/presentationml/2006/main">
  <p:tag name="KSO_WM_BEAUTIFY_FLAG" val=""/>
</p:tagLst>
</file>

<file path=ppt/tags/tag3801.xml><?xml version="1.0" encoding="utf-8"?>
<p:tagLst xmlns:p="http://schemas.openxmlformats.org/presentationml/2006/main">
  <p:tag name="KSO_WM_BEAUTIFY_FLAG" val=""/>
</p:tagLst>
</file>

<file path=ppt/tags/tag3802.xml><?xml version="1.0" encoding="utf-8"?>
<p:tagLst xmlns:p="http://schemas.openxmlformats.org/presentationml/2006/main">
  <p:tag name="KSO_WM_BEAUTIFY_FLAG" val=""/>
</p:tagLst>
</file>

<file path=ppt/tags/tag3803.xml><?xml version="1.0" encoding="utf-8"?>
<p:tagLst xmlns:p="http://schemas.openxmlformats.org/presentationml/2006/main">
  <p:tag name="KSO_WM_BEAUTIFY_FLAG" val=""/>
</p:tagLst>
</file>

<file path=ppt/tags/tag3804.xml><?xml version="1.0" encoding="utf-8"?>
<p:tagLst xmlns:p="http://schemas.openxmlformats.org/presentationml/2006/main">
  <p:tag name="KSO_WM_BEAUTIFY_FLAG" val=""/>
</p:tagLst>
</file>

<file path=ppt/tags/tag3805.xml><?xml version="1.0" encoding="utf-8"?>
<p:tagLst xmlns:p="http://schemas.openxmlformats.org/presentationml/2006/main">
  <p:tag name="KSO_WM_BEAUTIFY_FLAG" val=""/>
</p:tagLst>
</file>

<file path=ppt/tags/tag3806.xml><?xml version="1.0" encoding="utf-8"?>
<p:tagLst xmlns:p="http://schemas.openxmlformats.org/presentationml/2006/main">
  <p:tag name="KSO_WM_BEAUTIFY_FLAG" val=""/>
</p:tagLst>
</file>

<file path=ppt/tags/tag3807.xml><?xml version="1.0" encoding="utf-8"?>
<p:tagLst xmlns:p="http://schemas.openxmlformats.org/presentationml/2006/main">
  <p:tag name="KSO_WM_BEAUTIFY_FLAG" val=""/>
</p:tagLst>
</file>

<file path=ppt/tags/tag3808.xml><?xml version="1.0" encoding="utf-8"?>
<p:tagLst xmlns:p="http://schemas.openxmlformats.org/presentationml/2006/main">
  <p:tag name="KSO_WM_BEAUTIFY_FLAG" val=""/>
</p:tagLst>
</file>

<file path=ppt/tags/tag3809.xml><?xml version="1.0" encoding="utf-8"?>
<p:tagLst xmlns:p="http://schemas.openxmlformats.org/presentationml/2006/main">
  <p:tag name="KSO_WM_BEAUTIFY_FLAG" val=""/>
</p:tagLst>
</file>

<file path=ppt/tags/tag3810.xml><?xml version="1.0" encoding="utf-8"?>
<p:tagLst xmlns:p="http://schemas.openxmlformats.org/presentationml/2006/main">
  <p:tag name="KSO_WM_BEAUTIFY_FLAG" val=""/>
</p:tagLst>
</file>

<file path=ppt/tags/tag3811.xml><?xml version="1.0" encoding="utf-8"?>
<p:tagLst xmlns:p="http://schemas.openxmlformats.org/presentationml/2006/main">
  <p:tag name="KSO_WM_BEAUTIFY_FLAG" val=""/>
</p:tagLst>
</file>

<file path=ppt/tags/tag3812.xml><?xml version="1.0" encoding="utf-8"?>
<p:tagLst xmlns:p="http://schemas.openxmlformats.org/presentationml/2006/main">
  <p:tag name="KSO_WM_BEAUTIFY_FLAG" val=""/>
</p:tagLst>
</file>

<file path=ppt/tags/tag3813.xml><?xml version="1.0" encoding="utf-8"?>
<p:tagLst xmlns:p="http://schemas.openxmlformats.org/presentationml/2006/main">
  <p:tag name="KSO_WM_BEAUTIFY_FLAG" val=""/>
</p:tagLst>
</file>

<file path=ppt/tags/tag3814.xml><?xml version="1.0" encoding="utf-8"?>
<p:tagLst xmlns:p="http://schemas.openxmlformats.org/presentationml/2006/main">
  <p:tag name="KSO_WM_BEAUTIFY_FLAG" val=""/>
</p:tagLst>
</file>

<file path=ppt/tags/tag3815.xml><?xml version="1.0" encoding="utf-8"?>
<p:tagLst xmlns:p="http://schemas.openxmlformats.org/presentationml/2006/main">
  <p:tag name="KSO_WM_BEAUTIFY_FLAG" val=""/>
</p:tagLst>
</file>

<file path=ppt/tags/tag3816.xml><?xml version="1.0" encoding="utf-8"?>
<p:tagLst xmlns:p="http://schemas.openxmlformats.org/presentationml/2006/main">
  <p:tag name="KSO_WM_BEAUTIFY_FLAG" val=""/>
</p:tagLst>
</file>

<file path=ppt/tags/tag3817.xml><?xml version="1.0" encoding="utf-8"?>
<p:tagLst xmlns:p="http://schemas.openxmlformats.org/presentationml/2006/main">
  <p:tag name="KSO_WM_BEAUTIFY_FLAG" val=""/>
</p:tagLst>
</file>

<file path=ppt/tags/tag3818.xml><?xml version="1.0" encoding="utf-8"?>
<p:tagLst xmlns:p="http://schemas.openxmlformats.org/presentationml/2006/main">
  <p:tag name="KSO_WM_BEAUTIFY_FLAG" val=""/>
</p:tagLst>
</file>

<file path=ppt/tags/tag3819.xml><?xml version="1.0" encoding="utf-8"?>
<p:tagLst xmlns:p="http://schemas.openxmlformats.org/presentationml/2006/main">
  <p:tag name="KSO_WM_BEAUTIFY_FLAG" val=""/>
</p:tagLst>
</file>

<file path=ppt/tags/tag3820.xml><?xml version="1.0" encoding="utf-8"?>
<p:tagLst xmlns:p="http://schemas.openxmlformats.org/presentationml/2006/main">
  <p:tag name="KSO_WM_BEAUTIFY_FLAG" val=""/>
</p:tagLst>
</file>

<file path=ppt/tags/tag3821.xml><?xml version="1.0" encoding="utf-8"?>
<p:tagLst xmlns:p="http://schemas.openxmlformats.org/presentationml/2006/main">
  <p:tag name="KSO_WM_BEAUTIFY_FLAG" val=""/>
</p:tagLst>
</file>

<file path=ppt/tags/tag3822.xml><?xml version="1.0" encoding="utf-8"?>
<p:tagLst xmlns:p="http://schemas.openxmlformats.org/presentationml/2006/main">
  <p:tag name="KSO_WM_BEAUTIFY_FLAG" val=""/>
</p:tagLst>
</file>

<file path=ppt/tags/tag3823.xml><?xml version="1.0" encoding="utf-8"?>
<p:tagLst xmlns:p="http://schemas.openxmlformats.org/presentationml/2006/main">
  <p:tag name="KSO_WM_BEAUTIFY_FLAG" val=""/>
</p:tagLst>
</file>

<file path=ppt/tags/tag3824.xml><?xml version="1.0" encoding="utf-8"?>
<p:tagLst xmlns:p="http://schemas.openxmlformats.org/presentationml/2006/main">
  <p:tag name="KSO_WM_BEAUTIFY_FLAG" val=""/>
</p:tagLst>
</file>

<file path=ppt/tags/tag3825.xml><?xml version="1.0" encoding="utf-8"?>
<p:tagLst xmlns:p="http://schemas.openxmlformats.org/presentationml/2006/main">
  <p:tag name="KSO_WM_BEAUTIFY_FLAG" val=""/>
</p:tagLst>
</file>

<file path=ppt/tags/tag3826.xml><?xml version="1.0" encoding="utf-8"?>
<p:tagLst xmlns:p="http://schemas.openxmlformats.org/presentationml/2006/main">
  <p:tag name="KSO_WM_BEAUTIFY_FLAG" val=""/>
</p:tagLst>
</file>

<file path=ppt/tags/tag3827.xml><?xml version="1.0" encoding="utf-8"?>
<p:tagLst xmlns:p="http://schemas.openxmlformats.org/presentationml/2006/main">
  <p:tag name="KSO_WM_BEAUTIFY_FLAG" val=""/>
</p:tagLst>
</file>

<file path=ppt/tags/tag3828.xml><?xml version="1.0" encoding="utf-8"?>
<p:tagLst xmlns:p="http://schemas.openxmlformats.org/presentationml/2006/main">
  <p:tag name="KSO_WM_BEAUTIFY_FLAG" val=""/>
</p:tagLst>
</file>

<file path=ppt/tags/tag3829.xml><?xml version="1.0" encoding="utf-8"?>
<p:tagLst xmlns:p="http://schemas.openxmlformats.org/presentationml/2006/main">
  <p:tag name="KSO_WM_BEAUTIFY_FLAG" val=""/>
</p:tagLst>
</file>

<file path=ppt/tags/tag3830.xml><?xml version="1.0" encoding="utf-8"?>
<p:tagLst xmlns:p="http://schemas.openxmlformats.org/presentationml/2006/main">
  <p:tag name="KSO_WM_BEAUTIFY_FLAG" val=""/>
</p:tagLst>
</file>

<file path=ppt/tags/tag3831.xml><?xml version="1.0" encoding="utf-8"?>
<p:tagLst xmlns:p="http://schemas.openxmlformats.org/presentationml/2006/main">
  <p:tag name="KSO_WM_BEAUTIFY_FLAG" val=""/>
</p:tagLst>
</file>

<file path=ppt/tags/tag3832.xml><?xml version="1.0" encoding="utf-8"?>
<p:tagLst xmlns:p="http://schemas.openxmlformats.org/presentationml/2006/main">
  <p:tag name="KSO_WM_BEAUTIFY_FLAG" val=""/>
</p:tagLst>
</file>

<file path=ppt/tags/tag3833.xml><?xml version="1.0" encoding="utf-8"?>
<p:tagLst xmlns:p="http://schemas.openxmlformats.org/presentationml/2006/main">
  <p:tag name="KSO_WM_BEAUTIFY_FLAG" val=""/>
</p:tagLst>
</file>

<file path=ppt/tags/tag3834.xml><?xml version="1.0" encoding="utf-8"?>
<p:tagLst xmlns:p="http://schemas.openxmlformats.org/presentationml/2006/main">
  <p:tag name="KSO_WM_BEAUTIFY_FLAG" val=""/>
</p:tagLst>
</file>

<file path=ppt/tags/tag3835.xml><?xml version="1.0" encoding="utf-8"?>
<p:tagLst xmlns:p="http://schemas.openxmlformats.org/presentationml/2006/main">
  <p:tag name="KSO_WM_BEAUTIFY_FLAG" val=""/>
</p:tagLst>
</file>

<file path=ppt/tags/tag3836.xml><?xml version="1.0" encoding="utf-8"?>
<p:tagLst xmlns:p="http://schemas.openxmlformats.org/presentationml/2006/main">
  <p:tag name="KSO_WM_BEAUTIFY_FLAG" val=""/>
</p:tagLst>
</file>

<file path=ppt/tags/tag3837.xml><?xml version="1.0" encoding="utf-8"?>
<p:tagLst xmlns:p="http://schemas.openxmlformats.org/presentationml/2006/main">
  <p:tag name="KSO_WM_BEAUTIFY_FLAG" val=""/>
</p:tagLst>
</file>

<file path=ppt/tags/tag3838.xml><?xml version="1.0" encoding="utf-8"?>
<p:tagLst xmlns:p="http://schemas.openxmlformats.org/presentationml/2006/main">
  <p:tag name="KSO_WM_BEAUTIFY_FLAG" val=""/>
</p:tagLst>
</file>

<file path=ppt/tags/tag3839.xml><?xml version="1.0" encoding="utf-8"?>
<p:tagLst xmlns:p="http://schemas.openxmlformats.org/presentationml/2006/main">
  <p:tag name="KSO_WM_BEAUTIFY_FLAG" val=""/>
</p:tagLst>
</file>

<file path=ppt/tags/tag3840.xml><?xml version="1.0" encoding="utf-8"?>
<p:tagLst xmlns:p="http://schemas.openxmlformats.org/presentationml/2006/main">
  <p:tag name="KSO_WM_BEAUTIFY_FLAG" val=""/>
</p:tagLst>
</file>

<file path=ppt/tags/tag3841.xml><?xml version="1.0" encoding="utf-8"?>
<p:tagLst xmlns:p="http://schemas.openxmlformats.org/presentationml/2006/main">
  <p:tag name="KSO_WM_BEAUTIFY_FLAG" val=""/>
</p:tagLst>
</file>

<file path=ppt/tags/tag3842.xml><?xml version="1.0" encoding="utf-8"?>
<p:tagLst xmlns:p="http://schemas.openxmlformats.org/presentationml/2006/main">
  <p:tag name="KSO_WM_BEAUTIFY_FLAG" val=""/>
</p:tagLst>
</file>

<file path=ppt/tags/tag3843.xml><?xml version="1.0" encoding="utf-8"?>
<p:tagLst xmlns:p="http://schemas.openxmlformats.org/presentationml/2006/main">
  <p:tag name="KSO_WM_BEAUTIFY_FLAG" val=""/>
</p:tagLst>
</file>

<file path=ppt/tags/tag3844.xml><?xml version="1.0" encoding="utf-8"?>
<p:tagLst xmlns:p="http://schemas.openxmlformats.org/presentationml/2006/main">
  <p:tag name="KSO_WM_BEAUTIFY_FLAG" val=""/>
</p:tagLst>
</file>

<file path=ppt/tags/tag3845.xml><?xml version="1.0" encoding="utf-8"?>
<p:tagLst xmlns:p="http://schemas.openxmlformats.org/presentationml/2006/main">
  <p:tag name="KSO_WM_BEAUTIFY_FLAG" val=""/>
</p:tagLst>
</file>

<file path=ppt/tags/tag3846.xml><?xml version="1.0" encoding="utf-8"?>
<p:tagLst xmlns:p="http://schemas.openxmlformats.org/presentationml/2006/main">
  <p:tag name="KSO_WM_BEAUTIFY_FLAG" val=""/>
</p:tagLst>
</file>

<file path=ppt/tags/tag3847.xml><?xml version="1.0" encoding="utf-8"?>
<p:tagLst xmlns:p="http://schemas.openxmlformats.org/presentationml/2006/main">
  <p:tag name="KSO_WM_BEAUTIFY_FLAG" val=""/>
</p:tagLst>
</file>

<file path=ppt/tags/tag3848.xml><?xml version="1.0" encoding="utf-8"?>
<p:tagLst xmlns:p="http://schemas.openxmlformats.org/presentationml/2006/main">
  <p:tag name="KSO_WM_BEAUTIFY_FLAG" val=""/>
</p:tagLst>
</file>

<file path=ppt/tags/tag3849.xml><?xml version="1.0" encoding="utf-8"?>
<p:tagLst xmlns:p="http://schemas.openxmlformats.org/presentationml/2006/main">
  <p:tag name="KSO_WM_BEAUTIFY_FLAG" val=""/>
</p:tagLst>
</file>

<file path=ppt/tags/tag3850.xml><?xml version="1.0" encoding="utf-8"?>
<p:tagLst xmlns:p="http://schemas.openxmlformats.org/presentationml/2006/main">
  <p:tag name="KSO_WM_BEAUTIFY_FLAG" val=""/>
</p:tagLst>
</file>

<file path=ppt/tags/tag3851.xml><?xml version="1.0" encoding="utf-8"?>
<p:tagLst xmlns:p="http://schemas.openxmlformats.org/presentationml/2006/main">
  <p:tag name="KSO_WM_BEAUTIFY_FLAG" val=""/>
</p:tagLst>
</file>

<file path=ppt/tags/tag3852.xml><?xml version="1.0" encoding="utf-8"?>
<p:tagLst xmlns:p="http://schemas.openxmlformats.org/presentationml/2006/main">
  <p:tag name="KSO_WM_BEAUTIFY_FLAG" val=""/>
</p:tagLst>
</file>

<file path=ppt/tags/tag3853.xml><?xml version="1.0" encoding="utf-8"?>
<p:tagLst xmlns:p="http://schemas.openxmlformats.org/presentationml/2006/main">
  <p:tag name="KSO_WM_BEAUTIFY_FLAG" val=""/>
</p:tagLst>
</file>

<file path=ppt/tags/tag3854.xml><?xml version="1.0" encoding="utf-8"?>
<p:tagLst xmlns:p="http://schemas.openxmlformats.org/presentationml/2006/main">
  <p:tag name="KSO_WM_BEAUTIFY_FLAG" val=""/>
</p:tagLst>
</file>

<file path=ppt/tags/tag3855.xml><?xml version="1.0" encoding="utf-8"?>
<p:tagLst xmlns:p="http://schemas.openxmlformats.org/presentationml/2006/main">
  <p:tag name="KSO_WM_BEAUTIFY_FLAG" val=""/>
</p:tagLst>
</file>

<file path=ppt/tags/tag3856.xml><?xml version="1.0" encoding="utf-8"?>
<p:tagLst xmlns:p="http://schemas.openxmlformats.org/presentationml/2006/main">
  <p:tag name="KSO_WM_BEAUTIFY_FLAG" val=""/>
</p:tagLst>
</file>

<file path=ppt/tags/tag3857.xml><?xml version="1.0" encoding="utf-8"?>
<p:tagLst xmlns:p="http://schemas.openxmlformats.org/presentationml/2006/main">
  <p:tag name="KSO_WM_BEAUTIFY_FLAG" val=""/>
</p:tagLst>
</file>

<file path=ppt/tags/tag3858.xml><?xml version="1.0" encoding="utf-8"?>
<p:tagLst xmlns:p="http://schemas.openxmlformats.org/presentationml/2006/main">
  <p:tag name="KSO_WM_BEAUTIFY_FLAG" val=""/>
</p:tagLst>
</file>

<file path=ppt/tags/tag3859.xml><?xml version="1.0" encoding="utf-8"?>
<p:tagLst xmlns:p="http://schemas.openxmlformats.org/presentationml/2006/main">
  <p:tag name="KSO_WM_BEAUTIFY_FLAG" val=""/>
</p:tagLst>
</file>

<file path=ppt/tags/tag3860.xml><?xml version="1.0" encoding="utf-8"?>
<p:tagLst xmlns:p="http://schemas.openxmlformats.org/presentationml/2006/main">
  <p:tag name="KSO_WM_BEAUTIFY_FLAG" val=""/>
</p:tagLst>
</file>

<file path=ppt/tags/tag3861.xml><?xml version="1.0" encoding="utf-8"?>
<p:tagLst xmlns:p="http://schemas.openxmlformats.org/presentationml/2006/main">
  <p:tag name="KSO_WM_BEAUTIFY_FLAG" val=""/>
</p:tagLst>
</file>

<file path=ppt/tags/tag3862.xml><?xml version="1.0" encoding="utf-8"?>
<p:tagLst xmlns:p="http://schemas.openxmlformats.org/presentationml/2006/main">
  <p:tag name="KSO_WM_BEAUTIFY_FLAG" val=""/>
</p:tagLst>
</file>

<file path=ppt/tags/tag3863.xml><?xml version="1.0" encoding="utf-8"?>
<p:tagLst xmlns:p="http://schemas.openxmlformats.org/presentationml/2006/main">
  <p:tag name="KSO_WM_BEAUTIFY_FLAG" val=""/>
</p:tagLst>
</file>

<file path=ppt/tags/tag3864.xml><?xml version="1.0" encoding="utf-8"?>
<p:tagLst xmlns:p="http://schemas.openxmlformats.org/presentationml/2006/main">
  <p:tag name="KSO_WM_BEAUTIFY_FLAG" val=""/>
</p:tagLst>
</file>

<file path=ppt/tags/tag3865.xml><?xml version="1.0" encoding="utf-8"?>
<p:tagLst xmlns:p="http://schemas.openxmlformats.org/presentationml/2006/main">
  <p:tag name="KSO_WM_BEAUTIFY_FLAG" val=""/>
</p:tagLst>
</file>

<file path=ppt/tags/tag3866.xml><?xml version="1.0" encoding="utf-8"?>
<p:tagLst xmlns:p="http://schemas.openxmlformats.org/presentationml/2006/main">
  <p:tag name="KSO_WM_BEAUTIFY_FLAG" val=""/>
</p:tagLst>
</file>

<file path=ppt/tags/tag3867.xml><?xml version="1.0" encoding="utf-8"?>
<p:tagLst xmlns:p="http://schemas.openxmlformats.org/presentationml/2006/main">
  <p:tag name="KSO_WM_BEAUTIFY_FLAG" val=""/>
</p:tagLst>
</file>

<file path=ppt/tags/tag3868.xml><?xml version="1.0" encoding="utf-8"?>
<p:tagLst xmlns:p="http://schemas.openxmlformats.org/presentationml/2006/main">
  <p:tag name="KSO_WM_BEAUTIFY_FLAG" val=""/>
</p:tagLst>
</file>

<file path=ppt/tags/tag3869.xml><?xml version="1.0" encoding="utf-8"?>
<p:tagLst xmlns:p="http://schemas.openxmlformats.org/presentationml/2006/main">
  <p:tag name="KSO_WM_BEAUTIFY_FLAG" val=""/>
</p:tagLst>
</file>

<file path=ppt/tags/tag3870.xml><?xml version="1.0" encoding="utf-8"?>
<p:tagLst xmlns:p="http://schemas.openxmlformats.org/presentationml/2006/main">
  <p:tag name="KSO_WM_BEAUTIFY_FLAG" val=""/>
</p:tagLst>
</file>

<file path=ppt/tags/tag3871.xml><?xml version="1.0" encoding="utf-8"?>
<p:tagLst xmlns:p="http://schemas.openxmlformats.org/presentationml/2006/main">
  <p:tag name="KSO_WM_BEAUTIFY_FLAG" val=""/>
</p:tagLst>
</file>

<file path=ppt/tags/tag3872.xml><?xml version="1.0" encoding="utf-8"?>
<p:tagLst xmlns:p="http://schemas.openxmlformats.org/presentationml/2006/main">
  <p:tag name="KSO_WM_BEAUTIFY_FLAG" val=""/>
</p:tagLst>
</file>

<file path=ppt/tags/tag3873.xml><?xml version="1.0" encoding="utf-8"?>
<p:tagLst xmlns:p="http://schemas.openxmlformats.org/presentationml/2006/main">
  <p:tag name="KSO_WM_BEAUTIFY_FLAG" val=""/>
</p:tagLst>
</file>

<file path=ppt/tags/tag3874.xml><?xml version="1.0" encoding="utf-8"?>
<p:tagLst xmlns:p="http://schemas.openxmlformats.org/presentationml/2006/main">
  <p:tag name="KSO_WM_BEAUTIFY_FLAG" val=""/>
</p:tagLst>
</file>

<file path=ppt/tags/tag3875.xml><?xml version="1.0" encoding="utf-8"?>
<p:tagLst xmlns:p="http://schemas.openxmlformats.org/presentationml/2006/main">
  <p:tag name="KSO_WM_BEAUTIFY_FLAG" val=""/>
</p:tagLst>
</file>

<file path=ppt/tags/tag3876.xml><?xml version="1.0" encoding="utf-8"?>
<p:tagLst xmlns:p="http://schemas.openxmlformats.org/presentationml/2006/main">
  <p:tag name="KSO_WM_BEAUTIFY_FLAG" val=""/>
</p:tagLst>
</file>

<file path=ppt/tags/tag3877.xml><?xml version="1.0" encoding="utf-8"?>
<p:tagLst xmlns:p="http://schemas.openxmlformats.org/presentationml/2006/main">
  <p:tag name="KSO_WM_BEAUTIFY_FLAG" val=""/>
</p:tagLst>
</file>

<file path=ppt/tags/tag3878.xml><?xml version="1.0" encoding="utf-8"?>
<p:tagLst xmlns:p="http://schemas.openxmlformats.org/presentationml/2006/main">
  <p:tag name="KSO_WM_BEAUTIFY_FLAG" val=""/>
</p:tagLst>
</file>

<file path=ppt/tags/tag3879.xml><?xml version="1.0" encoding="utf-8"?>
<p:tagLst xmlns:p="http://schemas.openxmlformats.org/presentationml/2006/main">
  <p:tag name="KSO_WM_BEAUTIFY_FLAG" val=""/>
</p:tagLst>
</file>

<file path=ppt/tags/tag3880.xml><?xml version="1.0" encoding="utf-8"?>
<p:tagLst xmlns:p="http://schemas.openxmlformats.org/presentationml/2006/main">
  <p:tag name="KSO_WM_BEAUTIFY_FLAG" val=""/>
</p:tagLst>
</file>

<file path=ppt/tags/tag3881.xml><?xml version="1.0" encoding="utf-8"?>
<p:tagLst xmlns:p="http://schemas.openxmlformats.org/presentationml/2006/main">
  <p:tag name="KSO_WM_BEAUTIFY_FLAG" val=""/>
</p:tagLst>
</file>

<file path=ppt/tags/tag3882.xml><?xml version="1.0" encoding="utf-8"?>
<p:tagLst xmlns:p="http://schemas.openxmlformats.org/presentationml/2006/main">
  <p:tag name="KSO_WM_BEAUTIFY_FLAG" val=""/>
</p:tagLst>
</file>

<file path=ppt/tags/tag3883.xml><?xml version="1.0" encoding="utf-8"?>
<p:tagLst xmlns:p="http://schemas.openxmlformats.org/presentationml/2006/main">
  <p:tag name="KSO_WM_BEAUTIFY_FLAG" val=""/>
</p:tagLst>
</file>

<file path=ppt/tags/tag3884.xml><?xml version="1.0" encoding="utf-8"?>
<p:tagLst xmlns:p="http://schemas.openxmlformats.org/presentationml/2006/main">
  <p:tag name="KSO_WM_BEAUTIFY_FLAG" val=""/>
</p:tagLst>
</file>

<file path=ppt/tags/tag3885.xml><?xml version="1.0" encoding="utf-8"?>
<p:tagLst xmlns:p="http://schemas.openxmlformats.org/presentationml/2006/main">
  <p:tag name="KSO_WM_BEAUTIFY_FLAG" val=""/>
</p:tagLst>
</file>

<file path=ppt/tags/tag3886.xml><?xml version="1.0" encoding="utf-8"?>
<p:tagLst xmlns:p="http://schemas.openxmlformats.org/presentationml/2006/main">
  <p:tag name="KSO_WM_BEAUTIFY_FLAG" val=""/>
</p:tagLst>
</file>

<file path=ppt/tags/tag3887.xml><?xml version="1.0" encoding="utf-8"?>
<p:tagLst xmlns:p="http://schemas.openxmlformats.org/presentationml/2006/main">
  <p:tag name="TABLE_ENDDRAG_ORIGIN_RECT" val="519*6"/>
  <p:tag name="TABLE_ENDDRAG_RECT" val="144*171*519*6"/>
  <p:tag name="KSO_WM_BEAUTIFY_FLAG" val=""/>
</p:tagLst>
</file>

<file path=ppt/tags/tag3888.xml><?xml version="1.0" encoding="utf-8"?>
<p:tagLst xmlns:p="http://schemas.openxmlformats.org/presentationml/2006/main">
  <p:tag name="KSO_WM_BEAUTIFY_FLAG" val=""/>
</p:tagLst>
</file>

<file path=ppt/tags/tag3889.xml><?xml version="1.0" encoding="utf-8"?>
<p:tagLst xmlns:p="http://schemas.openxmlformats.org/presentationml/2006/main">
  <p:tag name="KSO_WM_BEAUTIFY_FLAG" val=""/>
</p:tagLst>
</file>

<file path=ppt/tags/tag3890.xml><?xml version="1.0" encoding="utf-8"?>
<p:tagLst xmlns:p="http://schemas.openxmlformats.org/presentationml/2006/main">
  <p:tag name="KSO_WM_BEAUTIFY_FLAG" val=""/>
</p:tagLst>
</file>

<file path=ppt/tags/tag3891.xml><?xml version="1.0" encoding="utf-8"?>
<p:tagLst xmlns:p="http://schemas.openxmlformats.org/presentationml/2006/main">
  <p:tag name="KSO_WM_BEAUTIFY_FLAG" val=""/>
</p:tagLst>
</file>

<file path=ppt/tags/tag3892.xml><?xml version="1.0" encoding="utf-8"?>
<p:tagLst xmlns:p="http://schemas.openxmlformats.org/presentationml/2006/main">
  <p:tag name="KSO_WM_BEAUTIFY_FLAG" val=""/>
</p:tagLst>
</file>

<file path=ppt/tags/tag3893.xml><?xml version="1.0" encoding="utf-8"?>
<p:tagLst xmlns:p="http://schemas.openxmlformats.org/presentationml/2006/main">
  <p:tag name="KSO_WM_BEAUTIFY_FLAG" val=""/>
</p:tagLst>
</file>

<file path=ppt/tags/tag3894.xml><?xml version="1.0" encoding="utf-8"?>
<p:tagLst xmlns:p="http://schemas.openxmlformats.org/presentationml/2006/main">
  <p:tag name="KSO_WM_BEAUTIFY_FLAG" val=""/>
</p:tagLst>
</file>

<file path=ppt/tags/tag3895.xml><?xml version="1.0" encoding="utf-8"?>
<p:tagLst xmlns:p="http://schemas.openxmlformats.org/presentationml/2006/main">
  <p:tag name="KSO_WM_BEAUTIFY_FLAG" val=""/>
</p:tagLst>
</file>

<file path=ppt/tags/tag3896.xml><?xml version="1.0" encoding="utf-8"?>
<p:tagLst xmlns:p="http://schemas.openxmlformats.org/presentationml/2006/main">
  <p:tag name="KSO_WM_BEAUTIFY_FLAG" val=""/>
</p:tagLst>
</file>

<file path=ppt/tags/tag3897.xml><?xml version="1.0" encoding="utf-8"?>
<p:tagLst xmlns:p="http://schemas.openxmlformats.org/presentationml/2006/main">
  <p:tag name="KSO_WM_BEAUTIFY_FLAG" val=""/>
</p:tagLst>
</file>

<file path=ppt/tags/tag3898.xml><?xml version="1.0" encoding="utf-8"?>
<p:tagLst xmlns:p="http://schemas.openxmlformats.org/presentationml/2006/main">
  <p:tag name="KSO_WM_BEAUTIFY_FLAG" val=""/>
</p:tagLst>
</file>

<file path=ppt/tags/tag3899.xml><?xml version="1.0" encoding="utf-8"?>
<p:tagLst xmlns:p="http://schemas.openxmlformats.org/presentationml/2006/main">
  <p:tag name="KSO_WM_BEAUTIFY_FLAG" val=""/>
</p:tagLst>
</file>

<file path=ppt/tags/tag3900.xml><?xml version="1.0" encoding="utf-8"?>
<p:tagLst xmlns:p="http://schemas.openxmlformats.org/presentationml/2006/main">
  <p:tag name="KSO_WM_BEAUTIFY_FLAG" val=""/>
</p:tagLst>
</file>

<file path=ppt/tags/tag3901.xml><?xml version="1.0" encoding="utf-8"?>
<p:tagLst xmlns:p="http://schemas.openxmlformats.org/presentationml/2006/main">
  <p:tag name="KSO_WM_BEAUTIFY_FLAG" val=""/>
</p:tagLst>
</file>

<file path=ppt/tags/tag3902.xml><?xml version="1.0" encoding="utf-8"?>
<p:tagLst xmlns:p="http://schemas.openxmlformats.org/presentationml/2006/main">
  <p:tag name="KSO_WM_BEAUTIFY_FLAG" val=""/>
</p:tagLst>
</file>

<file path=ppt/tags/tag3903.xml><?xml version="1.0" encoding="utf-8"?>
<p:tagLst xmlns:p="http://schemas.openxmlformats.org/presentationml/2006/main">
  <p:tag name="KSO_WM_BEAUTIFY_FLAG" val=""/>
</p:tagLst>
</file>

<file path=ppt/tags/tag3904.xml><?xml version="1.0" encoding="utf-8"?>
<p:tagLst xmlns:p="http://schemas.openxmlformats.org/presentationml/2006/main">
  <p:tag name="KSO_WM_BEAUTIFY_FLAG" val=""/>
</p:tagLst>
</file>

<file path=ppt/tags/tag3905.xml><?xml version="1.0" encoding="utf-8"?>
<p:tagLst xmlns:p="http://schemas.openxmlformats.org/presentationml/2006/main">
  <p:tag name="KSO_WM_BEAUTIFY_FLAG" val=""/>
</p:tagLst>
</file>

<file path=ppt/tags/tag3906.xml><?xml version="1.0" encoding="utf-8"?>
<p:tagLst xmlns:p="http://schemas.openxmlformats.org/presentationml/2006/main">
  <p:tag name="KSO_WM_BEAUTIFY_FLAG" val=""/>
</p:tagLst>
</file>

<file path=ppt/tags/tag3907.xml><?xml version="1.0" encoding="utf-8"?>
<p:tagLst xmlns:p="http://schemas.openxmlformats.org/presentationml/2006/main">
  <p:tag name="KSO_WM_BEAUTIFY_FLAG" val=""/>
</p:tagLst>
</file>

<file path=ppt/tags/tag3908.xml><?xml version="1.0" encoding="utf-8"?>
<p:tagLst xmlns:p="http://schemas.openxmlformats.org/presentationml/2006/main">
  <p:tag name="KSO_WM_BEAUTIFY_FLAG" val=""/>
</p:tagLst>
</file>

<file path=ppt/tags/tag3909.xml><?xml version="1.0" encoding="utf-8"?>
<p:tagLst xmlns:p="http://schemas.openxmlformats.org/presentationml/2006/main">
  <p:tag name="KSO_WM_BEAUTIFY_FLAG" val=""/>
</p:tagLst>
</file>

<file path=ppt/tags/tag3910.xml><?xml version="1.0" encoding="utf-8"?>
<p:tagLst xmlns:p="http://schemas.openxmlformats.org/presentationml/2006/main">
  <p:tag name="KSO_WM_BEAUTIFY_FLAG" val=""/>
</p:tagLst>
</file>

<file path=ppt/tags/tag3911.xml><?xml version="1.0" encoding="utf-8"?>
<p:tagLst xmlns:p="http://schemas.openxmlformats.org/presentationml/2006/main">
  <p:tag name="KSO_WM_BEAUTIFY_FLAG" val=""/>
</p:tagLst>
</file>

<file path=ppt/tags/tag3912.xml><?xml version="1.0" encoding="utf-8"?>
<p:tagLst xmlns:p="http://schemas.openxmlformats.org/presentationml/2006/main">
  <p:tag name="KSO_WM_BEAUTIFY_FLAG" val=""/>
</p:tagLst>
</file>

<file path=ppt/tags/tag3913.xml><?xml version="1.0" encoding="utf-8"?>
<p:tagLst xmlns:p="http://schemas.openxmlformats.org/presentationml/2006/main">
  <p:tag name="KSO_WM_BEAUTIFY_FLAG" val=""/>
</p:tagLst>
</file>

<file path=ppt/tags/tag3914.xml><?xml version="1.0" encoding="utf-8"?>
<p:tagLst xmlns:p="http://schemas.openxmlformats.org/presentationml/2006/main">
  <p:tag name="KSO_WM_BEAUTIFY_FLAG" val=""/>
</p:tagLst>
</file>

<file path=ppt/tags/tag3915.xml><?xml version="1.0" encoding="utf-8"?>
<p:tagLst xmlns:p="http://schemas.openxmlformats.org/presentationml/2006/main">
  <p:tag name="KSO_WM_BEAUTIFY_FLAG" val=""/>
</p:tagLst>
</file>

<file path=ppt/tags/tag3916.xml><?xml version="1.0" encoding="utf-8"?>
<p:tagLst xmlns:p="http://schemas.openxmlformats.org/presentationml/2006/main">
  <p:tag name="KSO_WM_BEAUTIFY_FLAG" val=""/>
</p:tagLst>
</file>

<file path=ppt/tags/tag3917.xml><?xml version="1.0" encoding="utf-8"?>
<p:tagLst xmlns:p="http://schemas.openxmlformats.org/presentationml/2006/main">
  <p:tag name="KSO_WM_BEAUTIFY_FLAG" val=""/>
</p:tagLst>
</file>

<file path=ppt/tags/tag3918.xml><?xml version="1.0" encoding="utf-8"?>
<p:tagLst xmlns:p="http://schemas.openxmlformats.org/presentationml/2006/main">
  <p:tag name="KSO_WM_BEAUTIFY_FLAG" val=""/>
</p:tagLst>
</file>

<file path=ppt/tags/tag3919.xml><?xml version="1.0" encoding="utf-8"?>
<p:tagLst xmlns:p="http://schemas.openxmlformats.org/presentationml/2006/main">
  <p:tag name="KSO_WM_BEAUTIFY_FLAG" val=""/>
</p:tagLst>
</file>

<file path=ppt/tags/tag3920.xml><?xml version="1.0" encoding="utf-8"?>
<p:tagLst xmlns:p="http://schemas.openxmlformats.org/presentationml/2006/main">
  <p:tag name="KSO_WM_BEAUTIFY_FLAG" val=""/>
</p:tagLst>
</file>

<file path=ppt/tags/tag3921.xml><?xml version="1.0" encoding="utf-8"?>
<p:tagLst xmlns:p="http://schemas.openxmlformats.org/presentationml/2006/main">
  <p:tag name="KSO_WM_BEAUTIFY_FLAG" val=""/>
</p:tagLst>
</file>

<file path=ppt/tags/tag3922.xml><?xml version="1.0" encoding="utf-8"?>
<p:tagLst xmlns:p="http://schemas.openxmlformats.org/presentationml/2006/main">
  <p:tag name="KSO_WM_BEAUTIFY_FLAG" val=""/>
</p:tagLst>
</file>

<file path=ppt/tags/tag3923.xml><?xml version="1.0" encoding="utf-8"?>
<p:tagLst xmlns:p="http://schemas.openxmlformats.org/presentationml/2006/main">
  <p:tag name="KSO_WM_BEAUTIFY_FLAG" val=""/>
</p:tagLst>
</file>

<file path=ppt/tags/tag3924.xml><?xml version="1.0" encoding="utf-8"?>
<p:tagLst xmlns:p="http://schemas.openxmlformats.org/presentationml/2006/main">
  <p:tag name="KSO_WM_BEAUTIFY_FLAG" val=""/>
</p:tagLst>
</file>

<file path=ppt/tags/tag3925.xml><?xml version="1.0" encoding="utf-8"?>
<p:tagLst xmlns:p="http://schemas.openxmlformats.org/presentationml/2006/main">
  <p:tag name="KSO_WM_BEAUTIFY_FLAG" val=""/>
</p:tagLst>
</file>

<file path=ppt/tags/tag3926.xml><?xml version="1.0" encoding="utf-8"?>
<p:tagLst xmlns:p="http://schemas.openxmlformats.org/presentationml/2006/main">
  <p:tag name="KSO_WM_BEAUTIFY_FLAG" val=""/>
</p:tagLst>
</file>

<file path=ppt/tags/tag3927.xml><?xml version="1.0" encoding="utf-8"?>
<p:tagLst xmlns:p="http://schemas.openxmlformats.org/presentationml/2006/main">
  <p:tag name="KSO_WM_BEAUTIFY_FLAG" val=""/>
</p:tagLst>
</file>

<file path=ppt/tags/tag3928.xml><?xml version="1.0" encoding="utf-8"?>
<p:tagLst xmlns:p="http://schemas.openxmlformats.org/presentationml/2006/main">
  <p:tag name="KSO_WM_BEAUTIFY_FLAG" val=""/>
</p:tagLst>
</file>

<file path=ppt/tags/tag3929.xml><?xml version="1.0" encoding="utf-8"?>
<p:tagLst xmlns:p="http://schemas.openxmlformats.org/presentationml/2006/main">
  <p:tag name="KSO_WM_BEAUTIFY_FLAG" val=""/>
</p:tagLst>
</file>

<file path=ppt/tags/tag3930.xml><?xml version="1.0" encoding="utf-8"?>
<p:tagLst xmlns:p="http://schemas.openxmlformats.org/presentationml/2006/main">
  <p:tag name="KSO_WM_BEAUTIFY_FLAG" val=""/>
</p:tagLst>
</file>

<file path=ppt/tags/tag3931.xml><?xml version="1.0" encoding="utf-8"?>
<p:tagLst xmlns:p="http://schemas.openxmlformats.org/presentationml/2006/main">
  <p:tag name="KSO_WM_BEAUTIFY_FLAG" val=""/>
</p:tagLst>
</file>

<file path=ppt/tags/tag3932.xml><?xml version="1.0" encoding="utf-8"?>
<p:tagLst xmlns:p="http://schemas.openxmlformats.org/presentationml/2006/main">
  <p:tag name="KSO_WM_BEAUTIFY_FLAG" val=""/>
</p:tagLst>
</file>

<file path=ppt/tags/tag3933.xml><?xml version="1.0" encoding="utf-8"?>
<p:tagLst xmlns:p="http://schemas.openxmlformats.org/presentationml/2006/main">
  <p:tag name="KSO_WM_BEAUTIFY_FLAG" val=""/>
</p:tagLst>
</file>

<file path=ppt/tags/tag3934.xml><?xml version="1.0" encoding="utf-8"?>
<p:tagLst xmlns:p="http://schemas.openxmlformats.org/presentationml/2006/main">
  <p:tag name="KSO_WM_BEAUTIFY_FLAG" val=""/>
</p:tagLst>
</file>

<file path=ppt/tags/tag3935.xml><?xml version="1.0" encoding="utf-8"?>
<p:tagLst xmlns:p="http://schemas.openxmlformats.org/presentationml/2006/main">
  <p:tag name="KSO_WM_BEAUTIFY_FLAG" val=""/>
</p:tagLst>
</file>

<file path=ppt/tags/tag3936.xml><?xml version="1.0" encoding="utf-8"?>
<p:tagLst xmlns:p="http://schemas.openxmlformats.org/presentationml/2006/main">
  <p:tag name="KSO_WM_BEAUTIFY_FLAG" val=""/>
</p:tagLst>
</file>

<file path=ppt/tags/tag3937.xml><?xml version="1.0" encoding="utf-8"?>
<p:tagLst xmlns:p="http://schemas.openxmlformats.org/presentationml/2006/main">
  <p:tag name="KSO_WM_BEAUTIFY_FLAG" val=""/>
</p:tagLst>
</file>

<file path=ppt/tags/tag3938.xml><?xml version="1.0" encoding="utf-8"?>
<p:tagLst xmlns:p="http://schemas.openxmlformats.org/presentationml/2006/main">
  <p:tag name="KSO_WM_BEAUTIFY_FLAG" val=""/>
</p:tagLst>
</file>

<file path=ppt/tags/tag3939.xml><?xml version="1.0" encoding="utf-8"?>
<p:tagLst xmlns:p="http://schemas.openxmlformats.org/presentationml/2006/main">
  <p:tag name="KSO_WM_BEAUTIFY_FLAG" val=""/>
</p:tagLst>
</file>

<file path=ppt/tags/tag3940.xml><?xml version="1.0" encoding="utf-8"?>
<p:tagLst xmlns:p="http://schemas.openxmlformats.org/presentationml/2006/main">
  <p:tag name="KSO_WM_BEAUTIFY_FLAG" val=""/>
</p:tagLst>
</file>

<file path=ppt/tags/tag3941.xml><?xml version="1.0" encoding="utf-8"?>
<p:tagLst xmlns:p="http://schemas.openxmlformats.org/presentationml/2006/main">
  <p:tag name="KSO_WM_BEAUTIFY_FLAG" val=""/>
</p:tagLst>
</file>

<file path=ppt/tags/tag3942.xml><?xml version="1.0" encoding="utf-8"?>
<p:tagLst xmlns:p="http://schemas.openxmlformats.org/presentationml/2006/main">
  <p:tag name="KSO_WM_BEAUTIFY_FLAG" val=""/>
</p:tagLst>
</file>

<file path=ppt/tags/tag3943.xml><?xml version="1.0" encoding="utf-8"?>
<p:tagLst xmlns:p="http://schemas.openxmlformats.org/presentationml/2006/main">
  <p:tag name="KSO_WM_BEAUTIFY_FLAG" val=""/>
</p:tagLst>
</file>

<file path=ppt/tags/tag3944.xml><?xml version="1.0" encoding="utf-8"?>
<p:tagLst xmlns:p="http://schemas.openxmlformats.org/presentationml/2006/main">
  <p:tag name="KSO_WM_BEAUTIFY_FLAG" val=""/>
</p:tagLst>
</file>

<file path=ppt/tags/tag3945.xml><?xml version="1.0" encoding="utf-8"?>
<p:tagLst xmlns:p="http://schemas.openxmlformats.org/presentationml/2006/main">
  <p:tag name="KSO_WM_BEAUTIFY_FLAG" val=""/>
</p:tagLst>
</file>

<file path=ppt/tags/tag3946.xml><?xml version="1.0" encoding="utf-8"?>
<p:tagLst xmlns:p="http://schemas.openxmlformats.org/presentationml/2006/main">
  <p:tag name="KSO_WM_BEAUTIFY_FLAG" val=""/>
</p:tagLst>
</file>

<file path=ppt/tags/tag3947.xml><?xml version="1.0" encoding="utf-8"?>
<p:tagLst xmlns:p="http://schemas.openxmlformats.org/presentationml/2006/main">
  <p:tag name="KSO_WM_BEAUTIFY_FLAG" val=""/>
</p:tagLst>
</file>

<file path=ppt/tags/tag3948.xml><?xml version="1.0" encoding="utf-8"?>
<p:tagLst xmlns:p="http://schemas.openxmlformats.org/presentationml/2006/main">
  <p:tag name="KSO_WM_BEAUTIFY_FLAG" val=""/>
</p:tagLst>
</file>

<file path=ppt/tags/tag3949.xml><?xml version="1.0" encoding="utf-8"?>
<p:tagLst xmlns:p="http://schemas.openxmlformats.org/presentationml/2006/main">
  <p:tag name="KSO_WM_BEAUTIFY_FLAG" val=""/>
</p:tagLst>
</file>

<file path=ppt/tags/tag3950.xml><?xml version="1.0" encoding="utf-8"?>
<p:tagLst xmlns:p="http://schemas.openxmlformats.org/presentationml/2006/main">
  <p:tag name="KSO_WM_BEAUTIFY_FLAG" val=""/>
</p:tagLst>
</file>

<file path=ppt/tags/tag3951.xml><?xml version="1.0" encoding="utf-8"?>
<p:tagLst xmlns:p="http://schemas.openxmlformats.org/presentationml/2006/main">
  <p:tag name="KSO_WM_BEAUTIFY_FLAG" val=""/>
</p:tagLst>
</file>

<file path=ppt/tags/tag3952.xml><?xml version="1.0" encoding="utf-8"?>
<p:tagLst xmlns:p="http://schemas.openxmlformats.org/presentationml/2006/main">
  <p:tag name="KSO_WM_BEAUTIFY_FLAG" val=""/>
</p:tagLst>
</file>

<file path=ppt/tags/tag3953.xml><?xml version="1.0" encoding="utf-8"?>
<p:tagLst xmlns:p="http://schemas.openxmlformats.org/presentationml/2006/main">
  <p:tag name="KSO_WM_BEAUTIFY_FLAG" val=""/>
</p:tagLst>
</file>

<file path=ppt/tags/tag3954.xml><?xml version="1.0" encoding="utf-8"?>
<p:tagLst xmlns:p="http://schemas.openxmlformats.org/presentationml/2006/main">
  <p:tag name="KSO_WM_BEAUTIFY_FLAG" val=""/>
</p:tagLst>
</file>

<file path=ppt/tags/tag3955.xml><?xml version="1.0" encoding="utf-8"?>
<p:tagLst xmlns:p="http://schemas.openxmlformats.org/presentationml/2006/main">
  <p:tag name="KSO_WM_BEAUTIFY_FLAG" val=""/>
</p:tagLst>
</file>

<file path=ppt/tags/tag3956.xml><?xml version="1.0" encoding="utf-8"?>
<p:tagLst xmlns:p="http://schemas.openxmlformats.org/presentationml/2006/main">
  <p:tag name="KSO_WM_BEAUTIFY_FLAG" val=""/>
</p:tagLst>
</file>

<file path=ppt/tags/tag3957.xml><?xml version="1.0" encoding="utf-8"?>
<p:tagLst xmlns:p="http://schemas.openxmlformats.org/presentationml/2006/main">
  <p:tag name="KSO_WM_BEAUTIFY_FLAG" val=""/>
</p:tagLst>
</file>

<file path=ppt/tags/tag3958.xml><?xml version="1.0" encoding="utf-8"?>
<p:tagLst xmlns:p="http://schemas.openxmlformats.org/presentationml/2006/main">
  <p:tag name="KSO_WM_BEAUTIFY_FLAG" val=""/>
</p:tagLst>
</file>

<file path=ppt/tags/tag3959.xml><?xml version="1.0" encoding="utf-8"?>
<p:tagLst xmlns:p="http://schemas.openxmlformats.org/presentationml/2006/main">
  <p:tag name="KSO_WM_BEAUTIFY_FLAG" val=""/>
</p:tagLst>
</file>

<file path=ppt/tags/tag3960.xml><?xml version="1.0" encoding="utf-8"?>
<p:tagLst xmlns:p="http://schemas.openxmlformats.org/presentationml/2006/main">
  <p:tag name="KSO_WM_BEAUTIFY_FLAG" val=""/>
</p:tagLst>
</file>

<file path=ppt/tags/tag3961.xml><?xml version="1.0" encoding="utf-8"?>
<p:tagLst xmlns:p="http://schemas.openxmlformats.org/presentationml/2006/main">
  <p:tag name="KSO_WM_BEAUTIFY_FLAG" val=""/>
</p:tagLst>
</file>

<file path=ppt/tags/tag3962.xml><?xml version="1.0" encoding="utf-8"?>
<p:tagLst xmlns:p="http://schemas.openxmlformats.org/presentationml/2006/main">
  <p:tag name="KSO_WM_BEAUTIFY_FLAG" val=""/>
</p:tagLst>
</file>

<file path=ppt/tags/tag3963.xml><?xml version="1.0" encoding="utf-8"?>
<p:tagLst xmlns:p="http://schemas.openxmlformats.org/presentationml/2006/main">
  <p:tag name="KSO_WM_BEAUTIFY_FLAG" val=""/>
</p:tagLst>
</file>

<file path=ppt/tags/tag3964.xml><?xml version="1.0" encoding="utf-8"?>
<p:tagLst xmlns:p="http://schemas.openxmlformats.org/presentationml/2006/main">
  <p:tag name="KSO_WM_BEAUTIFY_FLAG" val=""/>
</p:tagLst>
</file>

<file path=ppt/tags/tag3965.xml><?xml version="1.0" encoding="utf-8"?>
<p:tagLst xmlns:p="http://schemas.openxmlformats.org/presentationml/2006/main">
  <p:tag name="KSO_WM_BEAUTIFY_FLAG" val=""/>
</p:tagLst>
</file>

<file path=ppt/tags/tag3966.xml><?xml version="1.0" encoding="utf-8"?>
<p:tagLst xmlns:p="http://schemas.openxmlformats.org/presentationml/2006/main">
  <p:tag name="KSO_WM_BEAUTIFY_FLAG" val=""/>
</p:tagLst>
</file>

<file path=ppt/tags/tag3967.xml><?xml version="1.0" encoding="utf-8"?>
<p:tagLst xmlns:p="http://schemas.openxmlformats.org/presentationml/2006/main">
  <p:tag name="KSO_WM_BEAUTIFY_FLAG" val=""/>
</p:tagLst>
</file>

<file path=ppt/tags/tag3968.xml><?xml version="1.0" encoding="utf-8"?>
<p:tagLst xmlns:p="http://schemas.openxmlformats.org/presentationml/2006/main">
  <p:tag name="KSO_WM_BEAUTIFY_FLAG" val=""/>
</p:tagLst>
</file>

<file path=ppt/tags/tag3969.xml><?xml version="1.0" encoding="utf-8"?>
<p:tagLst xmlns:p="http://schemas.openxmlformats.org/presentationml/2006/main">
  <p:tag name="KSO_WM_BEAUTIFY_FLAG" val=""/>
</p:tagLst>
</file>

<file path=ppt/tags/tag3970.xml><?xml version="1.0" encoding="utf-8"?>
<p:tagLst xmlns:p="http://schemas.openxmlformats.org/presentationml/2006/main">
  <p:tag name="KSO_WM_BEAUTIFY_FLAG" val=""/>
</p:tagLst>
</file>

<file path=ppt/tags/tag3971.xml><?xml version="1.0" encoding="utf-8"?>
<p:tagLst xmlns:p="http://schemas.openxmlformats.org/presentationml/2006/main">
  <p:tag name="KSO_WM_BEAUTIFY_FLAG" val=""/>
</p:tagLst>
</file>

<file path=ppt/tags/tag3972.xml><?xml version="1.0" encoding="utf-8"?>
<p:tagLst xmlns:p="http://schemas.openxmlformats.org/presentationml/2006/main">
  <p:tag name="KSO_WM_BEAUTIFY_FLAG" val=""/>
</p:tagLst>
</file>

<file path=ppt/tags/tag3973.xml><?xml version="1.0" encoding="utf-8"?>
<p:tagLst xmlns:p="http://schemas.openxmlformats.org/presentationml/2006/main">
  <p:tag name="KSO_WM_BEAUTIFY_FLAG" val=""/>
</p:tagLst>
</file>

<file path=ppt/tags/tag3974.xml><?xml version="1.0" encoding="utf-8"?>
<p:tagLst xmlns:p="http://schemas.openxmlformats.org/presentationml/2006/main">
  <p:tag name="KSO_WM_BEAUTIFY_FLAG" val=""/>
</p:tagLst>
</file>

<file path=ppt/tags/tag3975.xml><?xml version="1.0" encoding="utf-8"?>
<p:tagLst xmlns:p="http://schemas.openxmlformats.org/presentationml/2006/main">
  <p:tag name="KSO_WM_BEAUTIFY_FLAG" val=""/>
</p:tagLst>
</file>

<file path=ppt/tags/tag3976.xml><?xml version="1.0" encoding="utf-8"?>
<p:tagLst xmlns:p="http://schemas.openxmlformats.org/presentationml/2006/main">
  <p:tag name="KSO_WM_BEAUTIFY_FLAG" val=""/>
</p:tagLst>
</file>

<file path=ppt/tags/tag3977.xml><?xml version="1.0" encoding="utf-8"?>
<p:tagLst xmlns:p="http://schemas.openxmlformats.org/presentationml/2006/main">
  <p:tag name="KSO_WM_BEAUTIFY_FLAG" val=""/>
</p:tagLst>
</file>

<file path=ppt/tags/tag3978.xml><?xml version="1.0" encoding="utf-8"?>
<p:tagLst xmlns:p="http://schemas.openxmlformats.org/presentationml/2006/main">
  <p:tag name="KSO_WM_BEAUTIFY_FLAG" val=""/>
</p:tagLst>
</file>

<file path=ppt/tags/tag3979.xml><?xml version="1.0" encoding="utf-8"?>
<p:tagLst xmlns:p="http://schemas.openxmlformats.org/presentationml/2006/main">
  <p:tag name="KSO_WM_BEAUTIFY_FLAG" val=""/>
</p:tagLst>
</file>

<file path=ppt/tags/tag3980.xml><?xml version="1.0" encoding="utf-8"?>
<p:tagLst xmlns:p="http://schemas.openxmlformats.org/presentationml/2006/main">
  <p:tag name="KSO_WM_BEAUTIFY_FLAG" val=""/>
</p:tagLst>
</file>

<file path=ppt/tags/tag3981.xml><?xml version="1.0" encoding="utf-8"?>
<p:tagLst xmlns:p="http://schemas.openxmlformats.org/presentationml/2006/main">
  <p:tag name="KSO_WM_BEAUTIFY_FLAG" val=""/>
</p:tagLst>
</file>

<file path=ppt/tags/tag3982.xml><?xml version="1.0" encoding="utf-8"?>
<p:tagLst xmlns:p="http://schemas.openxmlformats.org/presentationml/2006/main">
  <p:tag name="KSO_WM_BEAUTIFY_FLAG" val=""/>
</p:tagLst>
</file>

<file path=ppt/tags/tag3983.xml><?xml version="1.0" encoding="utf-8"?>
<p:tagLst xmlns:p="http://schemas.openxmlformats.org/presentationml/2006/main">
  <p:tag name="KSO_WM_BEAUTIFY_FLAG" val=""/>
</p:tagLst>
</file>

<file path=ppt/tags/tag3984.xml><?xml version="1.0" encoding="utf-8"?>
<p:tagLst xmlns:p="http://schemas.openxmlformats.org/presentationml/2006/main">
  <p:tag name="KSO_WM_BEAUTIFY_FLAG" val=""/>
</p:tagLst>
</file>

<file path=ppt/tags/tag3985.xml><?xml version="1.0" encoding="utf-8"?>
<p:tagLst xmlns:p="http://schemas.openxmlformats.org/presentationml/2006/main">
  <p:tag name="KSO_WM_BEAUTIFY_FLAG" val=""/>
</p:tagLst>
</file>

<file path=ppt/tags/tag3986.xml><?xml version="1.0" encoding="utf-8"?>
<p:tagLst xmlns:p="http://schemas.openxmlformats.org/presentationml/2006/main">
  <p:tag name="KSO_WM_BEAUTIFY_FLAG" val=""/>
</p:tagLst>
</file>

<file path=ppt/tags/tag3987.xml><?xml version="1.0" encoding="utf-8"?>
<p:tagLst xmlns:p="http://schemas.openxmlformats.org/presentationml/2006/main">
  <p:tag name="KSO_WM_BEAUTIFY_FLAG" val=""/>
</p:tagLst>
</file>

<file path=ppt/tags/tag3988.xml><?xml version="1.0" encoding="utf-8"?>
<p:tagLst xmlns:p="http://schemas.openxmlformats.org/presentationml/2006/main">
  <p:tag name="KSO_WM_BEAUTIFY_FLAG" val=""/>
</p:tagLst>
</file>

<file path=ppt/tags/tag3989.xml><?xml version="1.0" encoding="utf-8"?>
<p:tagLst xmlns:p="http://schemas.openxmlformats.org/presentationml/2006/main">
  <p:tag name="KSO_WM_BEAUTIFY_FLAG" val=""/>
</p:tagLst>
</file>

<file path=ppt/tags/tag3990.xml><?xml version="1.0" encoding="utf-8"?>
<p:tagLst xmlns:p="http://schemas.openxmlformats.org/presentationml/2006/main">
  <p:tag name="KSO_WM_BEAUTIFY_FLAG" val=""/>
</p:tagLst>
</file>

<file path=ppt/tags/tag3991.xml><?xml version="1.0" encoding="utf-8"?>
<p:tagLst xmlns:p="http://schemas.openxmlformats.org/presentationml/2006/main">
  <p:tag name="KSO_WM_BEAUTIFY_FLAG" val=""/>
</p:tagLst>
</file>

<file path=ppt/tags/tag3992.xml><?xml version="1.0" encoding="utf-8"?>
<p:tagLst xmlns:p="http://schemas.openxmlformats.org/presentationml/2006/main">
  <p:tag name="KSO_WM_BEAUTIFY_FLAG" val=""/>
</p:tagLst>
</file>

<file path=ppt/tags/tag3993.xml><?xml version="1.0" encoding="utf-8"?>
<p:tagLst xmlns:p="http://schemas.openxmlformats.org/presentationml/2006/main">
  <p:tag name="KSO_WM_BEAUTIFY_FLAG" val=""/>
</p:tagLst>
</file>

<file path=ppt/tags/tag3994.xml><?xml version="1.0" encoding="utf-8"?>
<p:tagLst xmlns:p="http://schemas.openxmlformats.org/presentationml/2006/main">
  <p:tag name="KSO_WM_BEAUTIFY_FLAG" val=""/>
</p:tagLst>
</file>

<file path=ppt/tags/tag3995.xml><?xml version="1.0" encoding="utf-8"?>
<p:tagLst xmlns:p="http://schemas.openxmlformats.org/presentationml/2006/main">
  <p:tag name="KSO_WM_BEAUTIFY_FLAG" val=""/>
</p:tagLst>
</file>

<file path=ppt/tags/tag3996.xml><?xml version="1.0" encoding="utf-8"?>
<p:tagLst xmlns:p="http://schemas.openxmlformats.org/presentationml/2006/main">
  <p:tag name="KSO_WM_BEAUTIFY_FLAG" val=""/>
</p:tagLst>
</file>

<file path=ppt/tags/tag3997.xml><?xml version="1.0" encoding="utf-8"?>
<p:tagLst xmlns:p="http://schemas.openxmlformats.org/presentationml/2006/main">
  <p:tag name="KSO_WM_BEAUTIFY_FLAG" val=""/>
</p:tagLst>
</file>

<file path=ppt/tags/tag3998.xml><?xml version="1.0" encoding="utf-8"?>
<p:tagLst xmlns:p="http://schemas.openxmlformats.org/presentationml/2006/main">
  <p:tag name="KSO_WM_BEAUTIFY_FLAG" val=""/>
</p:tagLst>
</file>

<file path=ppt/tags/tag3999.xml><?xml version="1.0" encoding="utf-8"?>
<p:tagLst xmlns:p="http://schemas.openxmlformats.org/presentationml/2006/main">
  <p:tag name="KSO_WM_BEAUTIFY_FLAG" val=""/>
</p:tagLst>
</file>

<file path=ppt/tags/tag4000.xml><?xml version="1.0" encoding="utf-8"?>
<p:tagLst xmlns:p="http://schemas.openxmlformats.org/presentationml/2006/main">
  <p:tag name="KSO_WM_BEAUTIFY_FLAG" val=""/>
</p:tagLst>
</file>

<file path=ppt/tags/tag4001.xml><?xml version="1.0" encoding="utf-8"?>
<p:tagLst xmlns:p="http://schemas.openxmlformats.org/presentationml/2006/main">
  <p:tag name="KSO_WM_BEAUTIFY_FLAG" val=""/>
</p:tagLst>
</file>

<file path=ppt/tags/tag4002.xml><?xml version="1.0" encoding="utf-8"?>
<p:tagLst xmlns:p="http://schemas.openxmlformats.org/presentationml/2006/main">
  <p:tag name="KSO_WM_BEAUTIFY_FLAG" val=""/>
</p:tagLst>
</file>

<file path=ppt/tags/tag4003.xml><?xml version="1.0" encoding="utf-8"?>
<p:tagLst xmlns:p="http://schemas.openxmlformats.org/presentationml/2006/main">
  <p:tag name="KSO_WM_BEAUTIFY_FLAG" val=""/>
</p:tagLst>
</file>

<file path=ppt/tags/tag4004.xml><?xml version="1.0" encoding="utf-8"?>
<p:tagLst xmlns:p="http://schemas.openxmlformats.org/presentationml/2006/main">
  <p:tag name="KSO_WM_BEAUTIFY_FLAG" val=""/>
</p:tagLst>
</file>

<file path=ppt/tags/tag4005.xml><?xml version="1.0" encoding="utf-8"?>
<p:tagLst xmlns:p="http://schemas.openxmlformats.org/presentationml/2006/main">
  <p:tag name="KSO_WM_BEAUTIFY_FLAG" val=""/>
</p:tagLst>
</file>

<file path=ppt/tags/tag4006.xml><?xml version="1.0" encoding="utf-8"?>
<p:tagLst xmlns:p="http://schemas.openxmlformats.org/presentationml/2006/main">
  <p:tag name="KSO_WM_BEAUTIFY_FLAG" val=""/>
</p:tagLst>
</file>

<file path=ppt/tags/tag4007.xml><?xml version="1.0" encoding="utf-8"?>
<p:tagLst xmlns:p="http://schemas.openxmlformats.org/presentationml/2006/main">
  <p:tag name="KSO_WM_BEAUTIFY_FLAG" val=""/>
</p:tagLst>
</file>

<file path=ppt/tags/tag4008.xml><?xml version="1.0" encoding="utf-8"?>
<p:tagLst xmlns:p="http://schemas.openxmlformats.org/presentationml/2006/main">
  <p:tag name="KSO_WM_BEAUTIFY_FLAG" val=""/>
</p:tagLst>
</file>

<file path=ppt/tags/tag4009.xml><?xml version="1.0" encoding="utf-8"?>
<p:tagLst xmlns:p="http://schemas.openxmlformats.org/presentationml/2006/main">
  <p:tag name="KSO_WM_BEAUTIFY_FLAG" val=""/>
</p:tagLst>
</file>

<file path=ppt/tags/tag4010.xml><?xml version="1.0" encoding="utf-8"?>
<p:tagLst xmlns:p="http://schemas.openxmlformats.org/presentationml/2006/main">
  <p:tag name="KSO_WM_BEAUTIFY_FLAG" val=""/>
</p:tagLst>
</file>

<file path=ppt/tags/tag4011.xml><?xml version="1.0" encoding="utf-8"?>
<p:tagLst xmlns:p="http://schemas.openxmlformats.org/presentationml/2006/main">
  <p:tag name="KSO_WM_BEAUTIFY_FLAG" val=""/>
</p:tagLst>
</file>

<file path=ppt/tags/tag4012.xml><?xml version="1.0" encoding="utf-8"?>
<p:tagLst xmlns:p="http://schemas.openxmlformats.org/presentationml/2006/main">
  <p:tag name="KSO_WM_BEAUTIFY_FLAG" val=""/>
</p:tagLst>
</file>

<file path=ppt/tags/tag4013.xml><?xml version="1.0" encoding="utf-8"?>
<p:tagLst xmlns:p="http://schemas.openxmlformats.org/presentationml/2006/main">
  <p:tag name="KSO_WM_BEAUTIFY_FLAG" val=""/>
</p:tagLst>
</file>

<file path=ppt/tags/tag4014.xml><?xml version="1.0" encoding="utf-8"?>
<p:tagLst xmlns:p="http://schemas.openxmlformats.org/presentationml/2006/main">
  <p:tag name="KSO_WM_BEAUTIFY_FLAG" val=""/>
</p:tagLst>
</file>

<file path=ppt/tags/tag4015.xml><?xml version="1.0" encoding="utf-8"?>
<p:tagLst xmlns:p="http://schemas.openxmlformats.org/presentationml/2006/main">
  <p:tag name="KSO_WM_BEAUTIFY_FLAG" val=""/>
</p:tagLst>
</file>

<file path=ppt/tags/tag4016.xml><?xml version="1.0" encoding="utf-8"?>
<p:tagLst xmlns:p="http://schemas.openxmlformats.org/presentationml/2006/main">
  <p:tag name="KSO_WM_BEAUTIFY_FLAG" val=""/>
</p:tagLst>
</file>

<file path=ppt/tags/tag4017.xml><?xml version="1.0" encoding="utf-8"?>
<p:tagLst xmlns:p="http://schemas.openxmlformats.org/presentationml/2006/main">
  <p:tag name="KSO_WM_BEAUTIFY_FLAG" val=""/>
</p:tagLst>
</file>

<file path=ppt/tags/tag4018.xml><?xml version="1.0" encoding="utf-8"?>
<p:tagLst xmlns:p="http://schemas.openxmlformats.org/presentationml/2006/main">
  <p:tag name="KSO_WM_BEAUTIFY_FLAG" val=""/>
</p:tagLst>
</file>

<file path=ppt/tags/tag4019.xml><?xml version="1.0" encoding="utf-8"?>
<p:tagLst xmlns:p="http://schemas.openxmlformats.org/presentationml/2006/main">
  <p:tag name="KSO_WM_BEAUTIFY_FLAG" val=""/>
</p:tagLst>
</file>

<file path=ppt/tags/tag4020.xml><?xml version="1.0" encoding="utf-8"?>
<p:tagLst xmlns:p="http://schemas.openxmlformats.org/presentationml/2006/main">
  <p:tag name="KSO_WM_BEAUTIFY_FLAG" val=""/>
</p:tagLst>
</file>

<file path=ppt/tags/tag4021.xml><?xml version="1.0" encoding="utf-8"?>
<p:tagLst xmlns:p="http://schemas.openxmlformats.org/presentationml/2006/main">
  <p:tag name="KSO_WM_BEAUTIFY_FLAG" val=""/>
</p:tagLst>
</file>

<file path=ppt/tags/tag4022.xml><?xml version="1.0" encoding="utf-8"?>
<p:tagLst xmlns:p="http://schemas.openxmlformats.org/presentationml/2006/main">
  <p:tag name="KSO_WM_BEAUTIFY_FLAG" val=""/>
</p:tagLst>
</file>

<file path=ppt/tags/tag4023.xml><?xml version="1.0" encoding="utf-8"?>
<p:tagLst xmlns:p="http://schemas.openxmlformats.org/presentationml/2006/main">
  <p:tag name="KSO_WM_BEAUTIFY_FLAG" val=""/>
</p:tagLst>
</file>

<file path=ppt/tags/tag4024.xml><?xml version="1.0" encoding="utf-8"?>
<p:tagLst xmlns:p="http://schemas.openxmlformats.org/presentationml/2006/main">
  <p:tag name="KSO_WM_BEAUTIFY_FLAG" val=""/>
</p:tagLst>
</file>

<file path=ppt/tags/tag4025.xml><?xml version="1.0" encoding="utf-8"?>
<p:tagLst xmlns:p="http://schemas.openxmlformats.org/presentationml/2006/main">
  <p:tag name="KSO_WM_BEAUTIFY_FLAG" val=""/>
</p:tagLst>
</file>

<file path=ppt/tags/tag4026.xml><?xml version="1.0" encoding="utf-8"?>
<p:tagLst xmlns:p="http://schemas.openxmlformats.org/presentationml/2006/main">
  <p:tag name="KSO_WM_BEAUTIFY_FLAG" val=""/>
</p:tagLst>
</file>

<file path=ppt/tags/tag4027.xml><?xml version="1.0" encoding="utf-8"?>
<p:tagLst xmlns:p="http://schemas.openxmlformats.org/presentationml/2006/main">
  <p:tag name="KSO_WM_BEAUTIFY_FLAG" val=""/>
</p:tagLst>
</file>

<file path=ppt/tags/tag4028.xml><?xml version="1.0" encoding="utf-8"?>
<p:tagLst xmlns:p="http://schemas.openxmlformats.org/presentationml/2006/main">
  <p:tag name="KSO_WM_BEAUTIFY_FLAG" val=""/>
</p:tagLst>
</file>

<file path=ppt/tags/tag4029.xml><?xml version="1.0" encoding="utf-8"?>
<p:tagLst xmlns:p="http://schemas.openxmlformats.org/presentationml/2006/main">
  <p:tag name="KSO_WM_BEAUTIFY_FLAG" val=""/>
</p:tagLst>
</file>

<file path=ppt/tags/tag4030.xml><?xml version="1.0" encoding="utf-8"?>
<p:tagLst xmlns:p="http://schemas.openxmlformats.org/presentationml/2006/main">
  <p:tag name="KSO_WM_BEAUTIFY_FLAG" val=""/>
</p:tagLst>
</file>

<file path=ppt/tags/tag4031.xml><?xml version="1.0" encoding="utf-8"?>
<p:tagLst xmlns:p="http://schemas.openxmlformats.org/presentationml/2006/main">
  <p:tag name="KSO_WM_BEAUTIFY_FLAG" val=""/>
</p:tagLst>
</file>

<file path=ppt/tags/tag4032.xml><?xml version="1.0" encoding="utf-8"?>
<p:tagLst xmlns:p="http://schemas.openxmlformats.org/presentationml/2006/main">
  <p:tag name="KSO_WM_BEAUTIFY_FLAG" val=""/>
</p:tagLst>
</file>

<file path=ppt/tags/tag4033.xml><?xml version="1.0" encoding="utf-8"?>
<p:tagLst xmlns:p="http://schemas.openxmlformats.org/presentationml/2006/main">
  <p:tag name="KSO_WM_BEAUTIFY_FLAG" val=""/>
</p:tagLst>
</file>

<file path=ppt/tags/tag4034.xml><?xml version="1.0" encoding="utf-8"?>
<p:tagLst xmlns:p="http://schemas.openxmlformats.org/presentationml/2006/main">
  <p:tag name="KSO_WM_BEAUTIFY_FLAG" val=""/>
</p:tagLst>
</file>

<file path=ppt/tags/tag4035.xml><?xml version="1.0" encoding="utf-8"?>
<p:tagLst xmlns:p="http://schemas.openxmlformats.org/presentationml/2006/main">
  <p:tag name="KSO_WM_BEAUTIFY_FLAG" val=""/>
</p:tagLst>
</file>

<file path=ppt/tags/tag4036.xml><?xml version="1.0" encoding="utf-8"?>
<p:tagLst xmlns:p="http://schemas.openxmlformats.org/presentationml/2006/main">
  <p:tag name="KSO_WM_BEAUTIFY_FLAG" val=""/>
</p:tagLst>
</file>

<file path=ppt/tags/tag4037.xml><?xml version="1.0" encoding="utf-8"?>
<p:tagLst xmlns:p="http://schemas.openxmlformats.org/presentationml/2006/main">
  <p:tag name="KSO_WM_BEAUTIFY_FLAG" val=""/>
</p:tagLst>
</file>

<file path=ppt/tags/tag4038.xml><?xml version="1.0" encoding="utf-8"?>
<p:tagLst xmlns:p="http://schemas.openxmlformats.org/presentationml/2006/main">
  <p:tag name="KSO_WM_BEAUTIFY_FLAG" val=""/>
</p:tagLst>
</file>

<file path=ppt/tags/tag4039.xml><?xml version="1.0" encoding="utf-8"?>
<p:tagLst xmlns:p="http://schemas.openxmlformats.org/presentationml/2006/main">
  <p:tag name="KSO_WM_BEAUTIFY_FLAG" val=""/>
</p:tagLst>
</file>

<file path=ppt/tags/tag4040.xml><?xml version="1.0" encoding="utf-8"?>
<p:tagLst xmlns:p="http://schemas.openxmlformats.org/presentationml/2006/main">
  <p:tag name="KSO_WM_BEAUTIFY_FLAG" val=""/>
</p:tagLst>
</file>

<file path=ppt/tags/tag4041.xml><?xml version="1.0" encoding="utf-8"?>
<p:tagLst xmlns:p="http://schemas.openxmlformats.org/presentationml/2006/main">
  <p:tag name="KSO_WM_BEAUTIFY_FLAG" val=""/>
</p:tagLst>
</file>

<file path=ppt/tags/tag4042.xml><?xml version="1.0" encoding="utf-8"?>
<p:tagLst xmlns:p="http://schemas.openxmlformats.org/presentationml/2006/main">
  <p:tag name="KSO_WM_BEAUTIFY_FLAG" val=""/>
</p:tagLst>
</file>

<file path=ppt/tags/tag4043.xml><?xml version="1.0" encoding="utf-8"?>
<p:tagLst xmlns:p="http://schemas.openxmlformats.org/presentationml/2006/main">
  <p:tag name="KSO_WM_BEAUTIFY_FLAG" val=""/>
</p:tagLst>
</file>

<file path=ppt/tags/tag4044.xml><?xml version="1.0" encoding="utf-8"?>
<p:tagLst xmlns:p="http://schemas.openxmlformats.org/presentationml/2006/main">
  <p:tag name="KSO_WM_BEAUTIFY_FLAG" val=""/>
</p:tagLst>
</file>

<file path=ppt/tags/tag4045.xml><?xml version="1.0" encoding="utf-8"?>
<p:tagLst xmlns:p="http://schemas.openxmlformats.org/presentationml/2006/main">
  <p:tag name="KSO_WM_BEAUTIFY_FLAG" val=""/>
</p:tagLst>
</file>

<file path=ppt/tags/tag4046.xml><?xml version="1.0" encoding="utf-8"?>
<p:tagLst xmlns:p="http://schemas.openxmlformats.org/presentationml/2006/main">
  <p:tag name="KSO_WM_BEAUTIFY_FLAG" val=""/>
</p:tagLst>
</file>

<file path=ppt/tags/tag4047.xml><?xml version="1.0" encoding="utf-8"?>
<p:tagLst xmlns:p="http://schemas.openxmlformats.org/presentationml/2006/main">
  <p:tag name="KSO_WM_BEAUTIFY_FLAG" val=""/>
</p:tagLst>
</file>

<file path=ppt/tags/tag4048.xml><?xml version="1.0" encoding="utf-8"?>
<p:tagLst xmlns:p="http://schemas.openxmlformats.org/presentationml/2006/main">
  <p:tag name="KSO_WM_BEAUTIFY_FLAG" val=""/>
</p:tagLst>
</file>

<file path=ppt/tags/tag4049.xml><?xml version="1.0" encoding="utf-8"?>
<p:tagLst xmlns:p="http://schemas.openxmlformats.org/presentationml/2006/main">
  <p:tag name="KSO_WM_BEAUTIFY_FLAG" val=""/>
</p:tagLst>
</file>

<file path=ppt/tags/tag4050.xml><?xml version="1.0" encoding="utf-8"?>
<p:tagLst xmlns:p="http://schemas.openxmlformats.org/presentationml/2006/main">
  <p:tag name="KSO_WM_BEAUTIFY_FLAG" val=""/>
</p:tagLst>
</file>

<file path=ppt/tags/tag4051.xml><?xml version="1.0" encoding="utf-8"?>
<p:tagLst xmlns:p="http://schemas.openxmlformats.org/presentationml/2006/main">
  <p:tag name="KSO_WM_BEAUTIFY_FLAG" val=""/>
</p:tagLst>
</file>

<file path=ppt/tags/tag4052.xml><?xml version="1.0" encoding="utf-8"?>
<p:tagLst xmlns:p="http://schemas.openxmlformats.org/presentationml/2006/main">
  <p:tag name="KSO_WM_BEAUTIFY_FLAG" val=""/>
</p:tagLst>
</file>

<file path=ppt/tags/tag4053.xml><?xml version="1.0" encoding="utf-8"?>
<p:tagLst xmlns:p="http://schemas.openxmlformats.org/presentationml/2006/main">
  <p:tag name="KSO_WM_BEAUTIFY_FLAG" val=""/>
</p:tagLst>
</file>

<file path=ppt/tags/tag4054.xml><?xml version="1.0" encoding="utf-8"?>
<p:tagLst xmlns:p="http://schemas.openxmlformats.org/presentationml/2006/main">
  <p:tag name="KSO_WM_BEAUTIFY_FLAG" val=""/>
</p:tagLst>
</file>

<file path=ppt/tags/tag4055.xml><?xml version="1.0" encoding="utf-8"?>
<p:tagLst xmlns:p="http://schemas.openxmlformats.org/presentationml/2006/main">
  <p:tag name="KSO_WM_BEAUTIFY_FLAG" val=""/>
</p:tagLst>
</file>

<file path=ppt/tags/tag4056.xml><?xml version="1.0" encoding="utf-8"?>
<p:tagLst xmlns:p="http://schemas.openxmlformats.org/presentationml/2006/main">
  <p:tag name="KSO_WM_BEAUTIFY_FLAG" val=""/>
</p:tagLst>
</file>

<file path=ppt/tags/tag4057.xml><?xml version="1.0" encoding="utf-8"?>
<p:tagLst xmlns:p="http://schemas.openxmlformats.org/presentationml/2006/main">
  <p:tag name="KSO_WM_BEAUTIFY_FLAG" val=""/>
</p:tagLst>
</file>

<file path=ppt/tags/tag4058.xml><?xml version="1.0" encoding="utf-8"?>
<p:tagLst xmlns:p="http://schemas.openxmlformats.org/presentationml/2006/main">
  <p:tag name="KSO_WM_BEAUTIFY_FLAG" val=""/>
</p:tagLst>
</file>

<file path=ppt/tags/tag4059.xml><?xml version="1.0" encoding="utf-8"?>
<p:tagLst xmlns:p="http://schemas.openxmlformats.org/presentationml/2006/main">
  <p:tag name="KSO_WM_BEAUTIFY_FLAG" val=""/>
</p:tagLst>
</file>

<file path=ppt/tags/tag4060.xml><?xml version="1.0" encoding="utf-8"?>
<p:tagLst xmlns:p="http://schemas.openxmlformats.org/presentationml/2006/main">
  <p:tag name="KSO_WM_BEAUTIFY_FLAG" val=""/>
</p:tagLst>
</file>

<file path=ppt/tags/tag4061.xml><?xml version="1.0" encoding="utf-8"?>
<p:tagLst xmlns:p="http://schemas.openxmlformats.org/presentationml/2006/main">
  <p:tag name="KSO_WM_BEAUTIFY_FLAG" val=""/>
</p:tagLst>
</file>

<file path=ppt/tags/tag4062.xml><?xml version="1.0" encoding="utf-8"?>
<p:tagLst xmlns:p="http://schemas.openxmlformats.org/presentationml/2006/main">
  <p:tag name="KSO_WM_BEAUTIFY_FLAG" val=""/>
</p:tagLst>
</file>

<file path=ppt/tags/tag4063.xml><?xml version="1.0" encoding="utf-8"?>
<p:tagLst xmlns:p="http://schemas.openxmlformats.org/presentationml/2006/main">
  <p:tag name="KSO_WM_BEAUTIFY_FLAG" val=""/>
</p:tagLst>
</file>

<file path=ppt/tags/tag4064.xml><?xml version="1.0" encoding="utf-8"?>
<p:tagLst xmlns:p="http://schemas.openxmlformats.org/presentationml/2006/main">
  <p:tag name="KSO_WM_BEAUTIFY_FLAG" val=""/>
</p:tagLst>
</file>

<file path=ppt/tags/tag4065.xml><?xml version="1.0" encoding="utf-8"?>
<p:tagLst xmlns:p="http://schemas.openxmlformats.org/presentationml/2006/main">
  <p:tag name="KSO_WM_BEAUTIFY_FLAG" val=""/>
</p:tagLst>
</file>

<file path=ppt/tags/tag4066.xml><?xml version="1.0" encoding="utf-8"?>
<p:tagLst xmlns:p="http://schemas.openxmlformats.org/presentationml/2006/main">
  <p:tag name="KSO_WM_BEAUTIFY_FLAG" val=""/>
</p:tagLst>
</file>

<file path=ppt/tags/tag4067.xml><?xml version="1.0" encoding="utf-8"?>
<p:tagLst xmlns:p="http://schemas.openxmlformats.org/presentationml/2006/main">
  <p:tag name="KSO_WM_BEAUTIFY_FLAG" val=""/>
</p:tagLst>
</file>

<file path=ppt/tags/tag4068.xml><?xml version="1.0" encoding="utf-8"?>
<p:tagLst xmlns:p="http://schemas.openxmlformats.org/presentationml/2006/main">
  <p:tag name="KSO_WM_BEAUTIFY_FLAG" val=""/>
</p:tagLst>
</file>

<file path=ppt/tags/tag4069.xml><?xml version="1.0" encoding="utf-8"?>
<p:tagLst xmlns:p="http://schemas.openxmlformats.org/presentationml/2006/main">
  <p:tag name="KSO_WM_BEAUTIFY_FLAG" val=""/>
</p:tagLst>
</file>

<file path=ppt/tags/tag4070.xml><?xml version="1.0" encoding="utf-8"?>
<p:tagLst xmlns:p="http://schemas.openxmlformats.org/presentationml/2006/main">
  <p:tag name="KSO_WM_BEAUTIFY_FLAG" val=""/>
</p:tagLst>
</file>

<file path=ppt/tags/tag4071.xml><?xml version="1.0" encoding="utf-8"?>
<p:tagLst xmlns:p="http://schemas.openxmlformats.org/presentationml/2006/main">
  <p:tag name="KSO_WM_BEAUTIFY_FLAG" val=""/>
</p:tagLst>
</file>

<file path=ppt/tags/tag4072.xml><?xml version="1.0" encoding="utf-8"?>
<p:tagLst xmlns:p="http://schemas.openxmlformats.org/presentationml/2006/main">
  <p:tag name="KSO_WM_BEAUTIFY_FLAG" val=""/>
</p:tagLst>
</file>

<file path=ppt/tags/tag4073.xml><?xml version="1.0" encoding="utf-8"?>
<p:tagLst xmlns:p="http://schemas.openxmlformats.org/presentationml/2006/main">
  <p:tag name="KSO_WM_BEAUTIFY_FLAG" val=""/>
</p:tagLst>
</file>

<file path=ppt/tags/tag4074.xml><?xml version="1.0" encoding="utf-8"?>
<p:tagLst xmlns:p="http://schemas.openxmlformats.org/presentationml/2006/main">
  <p:tag name="KSO_WM_BEAUTIFY_FLAG" val=""/>
</p:tagLst>
</file>

<file path=ppt/tags/tag4075.xml><?xml version="1.0" encoding="utf-8"?>
<p:tagLst xmlns:p="http://schemas.openxmlformats.org/presentationml/2006/main">
  <p:tag name="KSO_WM_BEAUTIFY_FLAG" val=""/>
</p:tagLst>
</file>

<file path=ppt/tags/tag4076.xml><?xml version="1.0" encoding="utf-8"?>
<p:tagLst xmlns:p="http://schemas.openxmlformats.org/presentationml/2006/main">
  <p:tag name="KSO_WM_BEAUTIFY_FLAG" val=""/>
</p:tagLst>
</file>

<file path=ppt/tags/tag4077.xml><?xml version="1.0" encoding="utf-8"?>
<p:tagLst xmlns:p="http://schemas.openxmlformats.org/presentationml/2006/main">
  <p:tag name="KSO_WM_BEAUTIFY_FLAG" val=""/>
</p:tagLst>
</file>

<file path=ppt/tags/tag4078.xml><?xml version="1.0" encoding="utf-8"?>
<p:tagLst xmlns:p="http://schemas.openxmlformats.org/presentationml/2006/main">
  <p:tag name="KSO_WM_BEAUTIFY_FLAG" val=""/>
</p:tagLst>
</file>

<file path=ppt/tags/tag4079.xml><?xml version="1.0" encoding="utf-8"?>
<p:tagLst xmlns:p="http://schemas.openxmlformats.org/presentationml/2006/main">
  <p:tag name="KSO_WM_BEAUTIFY_FLAG" val=""/>
</p:tagLst>
</file>

<file path=ppt/tags/tag4080.xml><?xml version="1.0" encoding="utf-8"?>
<p:tagLst xmlns:p="http://schemas.openxmlformats.org/presentationml/2006/main">
  <p:tag name="KSO_WM_BEAUTIFY_FLAG" val=""/>
</p:tagLst>
</file>

<file path=ppt/tags/tag4081.xml><?xml version="1.0" encoding="utf-8"?>
<p:tagLst xmlns:p="http://schemas.openxmlformats.org/presentationml/2006/main">
  <p:tag name="KSO_WM_BEAUTIFY_FLAG" val=""/>
</p:tagLst>
</file>

<file path=ppt/tags/tag4082.xml><?xml version="1.0" encoding="utf-8"?>
<p:tagLst xmlns:p="http://schemas.openxmlformats.org/presentationml/2006/main">
  <p:tag name="KSO_WM_BEAUTIFY_FLAG" val=""/>
</p:tagLst>
</file>

<file path=ppt/tags/tag4083.xml><?xml version="1.0" encoding="utf-8"?>
<p:tagLst xmlns:p="http://schemas.openxmlformats.org/presentationml/2006/main">
  <p:tag name="KSO_WM_BEAUTIFY_FLAG" val=""/>
</p:tagLst>
</file>

<file path=ppt/tags/tag4084.xml><?xml version="1.0" encoding="utf-8"?>
<p:tagLst xmlns:p="http://schemas.openxmlformats.org/presentationml/2006/main">
  <p:tag name="KSO_WM_BEAUTIFY_FLAG" val=""/>
</p:tagLst>
</file>

<file path=ppt/tags/tag4085.xml><?xml version="1.0" encoding="utf-8"?>
<p:tagLst xmlns:p="http://schemas.openxmlformats.org/presentationml/2006/main">
  <p:tag name="KSO_WM_BEAUTIFY_FLAG" val=""/>
</p:tagLst>
</file>

<file path=ppt/tags/tag4086.xml><?xml version="1.0" encoding="utf-8"?>
<p:tagLst xmlns:p="http://schemas.openxmlformats.org/presentationml/2006/main">
  <p:tag name="KSO_WM_BEAUTIFY_FLAG" val=""/>
</p:tagLst>
</file>

<file path=ppt/tags/tag4087.xml><?xml version="1.0" encoding="utf-8"?>
<p:tagLst xmlns:p="http://schemas.openxmlformats.org/presentationml/2006/main">
  <p:tag name="KSO_WM_BEAUTIFY_FLAG" val=""/>
</p:tagLst>
</file>

<file path=ppt/tags/tag4088.xml><?xml version="1.0" encoding="utf-8"?>
<p:tagLst xmlns:p="http://schemas.openxmlformats.org/presentationml/2006/main">
  <p:tag name="KSO_WM_BEAUTIFY_FLAG" val=""/>
</p:tagLst>
</file>

<file path=ppt/tags/tag4089.xml><?xml version="1.0" encoding="utf-8"?>
<p:tagLst xmlns:p="http://schemas.openxmlformats.org/presentationml/2006/main">
  <p:tag name="KSO_WM_BEAUTIFY_FLAG" val=""/>
</p:tagLst>
</file>

<file path=ppt/tags/tag4090.xml><?xml version="1.0" encoding="utf-8"?>
<p:tagLst xmlns:p="http://schemas.openxmlformats.org/presentationml/2006/main">
  <p:tag name="KSO_WM_BEAUTIFY_FLAG" val=""/>
</p:tagLst>
</file>

<file path=ppt/tags/tag4091.xml><?xml version="1.0" encoding="utf-8"?>
<p:tagLst xmlns:p="http://schemas.openxmlformats.org/presentationml/2006/main">
  <p:tag name="KSO_WM_BEAUTIFY_FLAG" val=""/>
</p:tagLst>
</file>

<file path=ppt/tags/tag4092.xml><?xml version="1.0" encoding="utf-8"?>
<p:tagLst xmlns:p="http://schemas.openxmlformats.org/presentationml/2006/main">
  <p:tag name="KSO_WM_BEAUTIFY_FLAG" val=""/>
</p:tagLst>
</file>

<file path=ppt/tags/tag4093.xml><?xml version="1.0" encoding="utf-8"?>
<p:tagLst xmlns:p="http://schemas.openxmlformats.org/presentationml/2006/main">
  <p:tag name="KSO_WM_BEAUTIFY_FLAG" val=""/>
</p:tagLst>
</file>

<file path=ppt/tags/tag4094.xml><?xml version="1.0" encoding="utf-8"?>
<p:tagLst xmlns:p="http://schemas.openxmlformats.org/presentationml/2006/main">
  <p:tag name="KSO_WM_BEAUTIFY_FLAG" val=""/>
</p:tagLst>
</file>

<file path=ppt/tags/tag4095.xml><?xml version="1.0" encoding="utf-8"?>
<p:tagLst xmlns:p="http://schemas.openxmlformats.org/presentationml/2006/main">
  <p:tag name="KSO_WM_BEAUTIFY_FLAG" val=""/>
</p:tagLst>
</file>

<file path=ppt/tags/tag4096.xml><?xml version="1.0" encoding="utf-8"?>
<p:tagLst xmlns:p="http://schemas.openxmlformats.org/presentationml/2006/main">
  <p:tag name="KSO_WM_BEAUTIFY_FLAG" val=""/>
</p:tagLst>
</file>

<file path=ppt/tags/tag4097.xml><?xml version="1.0" encoding="utf-8"?>
<p:tagLst xmlns:p="http://schemas.openxmlformats.org/presentationml/2006/main">
  <p:tag name="KSO_WM_BEAUTIFY_FLAG" val=""/>
</p:tagLst>
</file>

<file path=ppt/tags/tag4098.xml><?xml version="1.0" encoding="utf-8"?>
<p:tagLst xmlns:p="http://schemas.openxmlformats.org/presentationml/2006/main">
  <p:tag name="KSO_WM_BEAUTIFY_FLAG" val=""/>
</p:tagLst>
</file>

<file path=ppt/tags/tag4099.xml><?xml version="1.0" encoding="utf-8"?>
<p:tagLst xmlns:p="http://schemas.openxmlformats.org/presentationml/2006/main">
  <p:tag name="KSO_WM_BEAUTIFY_FLAG" val=""/>
</p:tagLst>
</file>

<file path=ppt/tags/tag4100.xml><?xml version="1.0" encoding="utf-8"?>
<p:tagLst xmlns:p="http://schemas.openxmlformats.org/presentationml/2006/main">
  <p:tag name="KSO_WM_BEAUTIFY_FLAG" val=""/>
</p:tagLst>
</file>

<file path=ppt/tags/tag4101.xml><?xml version="1.0" encoding="utf-8"?>
<p:tagLst xmlns:p="http://schemas.openxmlformats.org/presentationml/2006/main">
  <p:tag name="KSO_WM_BEAUTIFY_FLAG" val=""/>
</p:tagLst>
</file>

<file path=ppt/tags/tag4102.xml><?xml version="1.0" encoding="utf-8"?>
<p:tagLst xmlns:p="http://schemas.openxmlformats.org/presentationml/2006/main">
  <p:tag name="KSO_WM_BEAUTIFY_FLAG" val=""/>
</p:tagLst>
</file>

<file path=ppt/tags/tag4103.xml><?xml version="1.0" encoding="utf-8"?>
<p:tagLst xmlns:p="http://schemas.openxmlformats.org/presentationml/2006/main">
  <p:tag name="KSO_WM_BEAUTIFY_FLAG" val=""/>
</p:tagLst>
</file>

<file path=ppt/tags/tag4104.xml><?xml version="1.0" encoding="utf-8"?>
<p:tagLst xmlns:p="http://schemas.openxmlformats.org/presentationml/2006/main">
  <p:tag name="KSO_WM_BEAUTIFY_FLAG" val=""/>
</p:tagLst>
</file>

<file path=ppt/tags/tag4105.xml><?xml version="1.0" encoding="utf-8"?>
<p:tagLst xmlns:p="http://schemas.openxmlformats.org/presentationml/2006/main">
  <p:tag name="KSO_WM_BEAUTIFY_FLAG" val=""/>
</p:tagLst>
</file>

<file path=ppt/tags/tag4106.xml><?xml version="1.0" encoding="utf-8"?>
<p:tagLst xmlns:p="http://schemas.openxmlformats.org/presentationml/2006/main">
  <p:tag name="KSO_WM_BEAUTIFY_FLAG" val=""/>
</p:tagLst>
</file>

<file path=ppt/tags/tag4107.xml><?xml version="1.0" encoding="utf-8"?>
<p:tagLst xmlns:p="http://schemas.openxmlformats.org/presentationml/2006/main">
  <p:tag name="commondata" val="eyJoZGlkIjoiY2ZiYjY4MjU5YzBkYmJmZjUyNGJiOWY1ZTc3NzM1MGY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CFFFF"/>
        </a:solidFill>
        <a:ln w="12700">
          <a:solidFill>
            <a:schemeClr val="tx1"/>
          </a:solidFill>
          <a:prstDash val="sysDash"/>
          <a:miter lim="800000"/>
        </a:ln>
      </a:spPr>
      <a:bodyPr wrap="none" anchor="ctr"/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 bwMode="auto">
        <a:noFill/>
        <a:ln w="9525">
          <a:noFill/>
          <a:miter lim="800000"/>
        </a:ln>
      </a:spPr>
      <a:bodyPr>
        <a:spAutoFit/>
      </a:bodyPr>
      <a:lstStyle>
        <a:defPPr algn="l">
          <a:lnSpc>
            <a:spcPct val="125000"/>
          </a:lnSpc>
          <a:defRPr b="1" dirty="0" smtClean="0">
            <a:solidFill>
              <a:srgbClr val="FF3399"/>
            </a:solidFill>
            <a:latin typeface="宋体" panose="02010600030101010101" pitchFamily="2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47722</Words>
  <Application>WPS 演示</Application>
  <PresentationFormat>全屏显示(4:3)</PresentationFormat>
  <Paragraphs>8180</Paragraphs>
  <Slides>103</Slides>
  <Notes>97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26" baseType="lpstr">
      <vt:lpstr>Arial</vt:lpstr>
      <vt:lpstr>宋体</vt:lpstr>
      <vt:lpstr>Wingdings</vt:lpstr>
      <vt:lpstr>Times New Roman</vt:lpstr>
      <vt:lpstr>MS Gothic</vt:lpstr>
      <vt:lpstr>黑体</vt:lpstr>
      <vt:lpstr>Symbol</vt:lpstr>
      <vt:lpstr>微软雅黑</vt:lpstr>
      <vt:lpstr>Arial Unicode MS</vt:lpstr>
      <vt:lpstr>Times New Roman</vt:lpstr>
      <vt:lpstr>Cambria Math</vt:lpstr>
      <vt:lpstr>楷体</vt:lpstr>
      <vt:lpstr>等线 Light</vt:lpstr>
      <vt:lpstr>华文细黑</vt:lpstr>
      <vt:lpstr>幼圆</vt:lpstr>
      <vt:lpstr>等线</vt:lpstr>
      <vt:lpstr>华文楷体</vt:lpstr>
      <vt:lpstr>方正粗黑宋简体</vt:lpstr>
      <vt:lpstr>隶书</vt:lpstr>
      <vt:lpstr>方正姚体</vt:lpstr>
      <vt:lpstr>华文彩云</vt:lpstr>
      <vt:lpstr>默认设计模板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2298</cp:revision>
</cp:coreProperties>
</file>

<file path=docProps/custom.xml><?xml version="1.0" encoding="utf-8"?>
<Properties xmlns="http://schemas.openxmlformats.org/officeDocument/2006/custom-properties"/>
</file>