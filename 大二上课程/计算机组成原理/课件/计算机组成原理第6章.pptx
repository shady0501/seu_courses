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24"/>
  </p:handoutMasterIdLst>
  <p:sldIdLst>
    <p:sldId id="256" r:id="rId3"/>
    <p:sldId id="393" r:id="rId4"/>
    <p:sldId id="471" r:id="rId6"/>
    <p:sldId id="472" r:id="rId7"/>
    <p:sldId id="318" r:id="rId8"/>
    <p:sldId id="312" r:id="rId9"/>
    <p:sldId id="473" r:id="rId10"/>
    <p:sldId id="474" r:id="rId11"/>
    <p:sldId id="475" r:id="rId12"/>
    <p:sldId id="476" r:id="rId13"/>
    <p:sldId id="477" r:id="rId14"/>
    <p:sldId id="438" r:id="rId15"/>
    <p:sldId id="403" r:id="rId16"/>
    <p:sldId id="514" r:id="rId17"/>
    <p:sldId id="408" r:id="rId18"/>
    <p:sldId id="356" r:id="rId19"/>
    <p:sldId id="409" r:id="rId20"/>
    <p:sldId id="330" r:id="rId21"/>
    <p:sldId id="516" r:id="rId22"/>
    <p:sldId id="517" r:id="rId23"/>
  </p:sldIdLst>
  <p:sldSz cx="9144000" cy="6858000" type="screen4x3"/>
  <p:notesSz cx="6858000" cy="9144000"/>
  <p:custDataLst>
    <p:tags r:id="rId28"/>
  </p:custDataLst>
  <p:defaultTextStyle>
    <a:defPPr>
      <a:defRPr lang="zh-CN"/>
    </a:defPPr>
    <a:lvl1pPr algn="l" rtl="0" fontAlgn="base">
      <a:lnSpc>
        <a:spcPct val="125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lnSpc>
        <a:spcPct val="125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lnSpc>
        <a:spcPct val="125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lnSpc>
        <a:spcPct val="125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lnSpc>
        <a:spcPct val="125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FF3399"/>
    <a:srgbClr val="CC3300"/>
    <a:srgbClr val="FFCCFF"/>
    <a:srgbClr val="9999FF"/>
    <a:srgbClr val="99CCFF"/>
    <a:srgbClr val="CCCCFF"/>
    <a:srgbClr val="CCFFFF"/>
    <a:srgbClr val="FFCC99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63" autoAdjust="0"/>
    <p:restoredTop sz="95287" autoAdjust="0"/>
  </p:normalViewPr>
  <p:slideViewPr>
    <p:cSldViewPr showGuides="1">
      <p:cViewPr>
        <p:scale>
          <a:sx n="70" d="100"/>
          <a:sy n="70" d="100"/>
        </p:scale>
        <p:origin x="-1598" y="-206"/>
      </p:cViewPr>
      <p:guideLst>
        <p:guide orient="horz" pos="226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22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fld id="{9207B22B-9E59-48D3-B837-F1910107FD2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defRPr sz="1200">
                <a:latin typeface="Times New Roman" panose="02020603050405020304" pitchFamily="18" charset="0"/>
              </a:defRPr>
            </a:lvl1pPr>
          </a:lstStyle>
          <a:p>
            <a:fld id="{D00C88F7-0A31-460A-8209-AA858ED7CC2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思考①：通过地址标识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思考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：发送地址、等待从设备响应、传输数据，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个主设备</a:t>
            </a:r>
            <a:endParaRPr lang="zh-CN" altLang="en-US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连线类型</a:t>
            </a:r>
            <a:r>
              <a:rPr lang="en-US" altLang="zh-CN" dirty="0" smtClean="0"/>
              <a:t>--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电缆式、主板式、底板式</a:t>
            </a:r>
            <a:endParaRPr kumimoji="1" lang="en-US" altLang="zh-CN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TTL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电平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接收端用≥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2.0V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、≤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0.8V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表示</a:t>
            </a:r>
            <a:endParaRPr kumimoji="1" lang="en-US" altLang="zh-CN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USB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电平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接收端用＞＋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200mV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、＜－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200mV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方法</a:t>
            </a:r>
            <a:r>
              <a:rPr lang="en-US" altLang="zh-CN" dirty="0" smtClean="0"/>
              <a:t>—</a:t>
            </a:r>
            <a:r>
              <a:rPr lang="zh-CN" altLang="en-US" dirty="0" smtClean="0"/>
              <a:t>从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个因子着手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思考①：</a:t>
            </a:r>
            <a:r>
              <a:rPr lang="en-US" altLang="zh-CN">
                <a:sym typeface="+mn-ea"/>
              </a:rPr>
              <a:t>BS</a:t>
            </a:r>
            <a:r>
              <a:rPr lang="zh-CN" altLang="en-US">
                <a:sym typeface="+mn-ea"/>
              </a:rPr>
              <a:t>线，分时使用（传输完再换），获得总线使用权时。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思考②：响应结束时，状态线</a:t>
            </a:r>
            <a:r>
              <a:rPr lang="en-US" altLang="zh-CN">
                <a:sym typeface="+mn-ea"/>
              </a:rPr>
              <a:t>ACK</a:t>
            </a:r>
            <a:r>
              <a:rPr lang="zh-CN" altLang="en-US">
                <a:sym typeface="+mn-ea"/>
              </a:rPr>
              <a:t>从无效→有效。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思考③：当前主设备，发出时释放锁孔信号，从设备收到后也释放。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PCI-</a:t>
            </a:r>
            <a:r>
              <a:rPr lang="zh-CN" altLang="en-US" dirty="0" smtClean="0"/>
              <a:t>配置空间数量≤</a:t>
            </a:r>
            <a:r>
              <a:rPr lang="en-US" altLang="zh-CN" dirty="0" smtClean="0"/>
              <a:t>32</a:t>
            </a:r>
            <a:r>
              <a:rPr lang="zh-CN" altLang="en-US" dirty="0" smtClean="0"/>
              <a:t>个，</a:t>
            </a:r>
            <a:r>
              <a:rPr lang="en-US" altLang="zh-CN" dirty="0" smtClean="0"/>
              <a:t>DEVSEL</a:t>
            </a:r>
            <a:r>
              <a:rPr lang="zh-CN" altLang="en-US" dirty="0" smtClean="0"/>
              <a:t>有效是数据期的前提，写操作没有过渡期</a:t>
            </a:r>
            <a:r>
              <a:rPr lang="en-US" altLang="zh-CN" dirty="0" smtClean="0"/>
              <a:t>        P11-</a:t>
            </a:r>
            <a:r>
              <a:rPr lang="zh-CN" altLang="en-US" dirty="0" smtClean="0"/>
              <a:t>看总线事务种类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P20-</a:t>
            </a:r>
            <a:r>
              <a:rPr lang="zh-CN" altLang="en-US" dirty="0" smtClean="0"/>
              <a:t>看同步串行、异步串行的区别</a:t>
            </a:r>
            <a:endParaRPr lang="en-US" altLang="zh-CN" dirty="0" smtClean="0"/>
          </a:p>
          <a:p>
            <a:r>
              <a:rPr lang="en-US" altLang="zh-CN" dirty="0" smtClean="0"/>
              <a:t>FSB</a:t>
            </a:r>
            <a:r>
              <a:rPr lang="zh-CN" altLang="en-US" dirty="0" smtClean="0"/>
              <a:t>带宽</a:t>
            </a:r>
            <a:r>
              <a:rPr lang="en-US" altLang="zh-CN" dirty="0" smtClean="0"/>
              <a:t>—f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=800MHZ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时，双通道内存时的带宽为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(800*64/8)*2=12800MB/s=12.8GB/s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C88F7-0A31-460A-8209-AA858ED7CC2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336B45-394E-4EEE-9E00-6176525C577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4228-7BF4-4870-8EAC-94A8DF0C7E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3DD6BA-543F-4FD5-B590-F8B5F7A3B3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DDC68-A97D-45A4-910A-E800DBA40B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587B2F-86DF-4A95-86F0-14AB655B903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01E680-8D86-4A27-9771-A60FBDE32B6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3608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17" name="灯片编号占位符 3"/>
          <p:cNvSpPr txBox="1"/>
          <p:nvPr userDrawn="1"/>
        </p:nvSpPr>
        <p:spPr bwMode="auto">
          <a:xfrm>
            <a:off x="0" y="6453336"/>
            <a:ext cx="1187624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F0EFDF-DF19-40CB-9713-08BA8798DE1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184936-55D9-4C5E-ACAF-9EBC7A96907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5370D7-3F6A-4776-B3C1-1B182DAD12B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27B690-69F9-42A3-AC68-7BCE2A6AB0E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lnSpc>
                <a:spcPct val="100000"/>
              </a:lnSpc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>
                <a:latin typeface="+mn-lt"/>
              </a:defRPr>
            </a:lvl1pPr>
          </a:lstStyle>
          <a:p>
            <a:fld id="{CDD718D1-04FF-43BB-B93A-22546710C9D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slide" Target="slide18.xml"/><Relationship Id="rId3" Type="http://schemas.openxmlformats.org/officeDocument/2006/relationships/slide" Target="slide11.xml"/><Relationship Id="rId2" Type="http://schemas.openxmlformats.org/officeDocument/2006/relationships/slide" Target="slide8.xml"/><Relationship Id="rId1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8" Type="http://schemas.openxmlformats.org/officeDocument/2006/relationships/notesSlide" Target="../notesSlides/notesSlide2.xml"/><Relationship Id="rId57" Type="http://schemas.openxmlformats.org/officeDocument/2006/relationships/slideLayout" Target="../slideLayouts/slideLayout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4" Type="http://schemas.openxmlformats.org/officeDocument/2006/relationships/slideLayout" Target="../slideLayouts/slideLayout7.xml"/><Relationship Id="rId63" Type="http://schemas.openxmlformats.org/officeDocument/2006/relationships/tags" Target="../tags/tag119.xml"/><Relationship Id="rId62" Type="http://schemas.openxmlformats.org/officeDocument/2006/relationships/tags" Target="../tags/tag118.xml"/><Relationship Id="rId61" Type="http://schemas.openxmlformats.org/officeDocument/2006/relationships/tags" Target="../tags/tag117.xml"/><Relationship Id="rId60" Type="http://schemas.openxmlformats.org/officeDocument/2006/relationships/tags" Target="../tags/tag116.xml"/><Relationship Id="rId6" Type="http://schemas.openxmlformats.org/officeDocument/2006/relationships/tags" Target="../tags/tag62.xml"/><Relationship Id="rId59" Type="http://schemas.openxmlformats.org/officeDocument/2006/relationships/tags" Target="../tags/tag115.xml"/><Relationship Id="rId58" Type="http://schemas.openxmlformats.org/officeDocument/2006/relationships/tags" Target="../tags/tag114.xml"/><Relationship Id="rId57" Type="http://schemas.openxmlformats.org/officeDocument/2006/relationships/tags" Target="../tags/tag113.xml"/><Relationship Id="rId56" Type="http://schemas.openxmlformats.org/officeDocument/2006/relationships/tags" Target="../tags/tag112.xml"/><Relationship Id="rId55" Type="http://schemas.openxmlformats.org/officeDocument/2006/relationships/tags" Target="../tags/tag111.xml"/><Relationship Id="rId54" Type="http://schemas.openxmlformats.org/officeDocument/2006/relationships/tags" Target="../tags/tag110.xml"/><Relationship Id="rId53" Type="http://schemas.openxmlformats.org/officeDocument/2006/relationships/tags" Target="../tags/tag109.xml"/><Relationship Id="rId52" Type="http://schemas.openxmlformats.org/officeDocument/2006/relationships/tags" Target="../tags/tag108.xml"/><Relationship Id="rId51" Type="http://schemas.openxmlformats.org/officeDocument/2006/relationships/tags" Target="../tags/tag107.xml"/><Relationship Id="rId50" Type="http://schemas.openxmlformats.org/officeDocument/2006/relationships/tags" Target="../tags/tag106.xml"/><Relationship Id="rId5" Type="http://schemas.openxmlformats.org/officeDocument/2006/relationships/tags" Target="../tags/tag61.xml"/><Relationship Id="rId49" Type="http://schemas.openxmlformats.org/officeDocument/2006/relationships/tags" Target="../tags/tag105.xml"/><Relationship Id="rId48" Type="http://schemas.openxmlformats.org/officeDocument/2006/relationships/tags" Target="../tags/tag104.xml"/><Relationship Id="rId47" Type="http://schemas.openxmlformats.org/officeDocument/2006/relationships/tags" Target="../tags/tag103.xml"/><Relationship Id="rId46" Type="http://schemas.openxmlformats.org/officeDocument/2006/relationships/tags" Target="../tags/tag102.xml"/><Relationship Id="rId45" Type="http://schemas.openxmlformats.org/officeDocument/2006/relationships/tags" Target="../tags/tag101.xml"/><Relationship Id="rId44" Type="http://schemas.openxmlformats.org/officeDocument/2006/relationships/tags" Target="../tags/tag100.xml"/><Relationship Id="rId43" Type="http://schemas.openxmlformats.org/officeDocument/2006/relationships/tags" Target="../tags/tag99.xml"/><Relationship Id="rId42" Type="http://schemas.openxmlformats.org/officeDocument/2006/relationships/tags" Target="../tags/tag98.xml"/><Relationship Id="rId41" Type="http://schemas.openxmlformats.org/officeDocument/2006/relationships/tags" Target="../tags/tag97.xml"/><Relationship Id="rId40" Type="http://schemas.openxmlformats.org/officeDocument/2006/relationships/tags" Target="../tags/tag96.xml"/><Relationship Id="rId4" Type="http://schemas.openxmlformats.org/officeDocument/2006/relationships/tags" Target="../tags/tag60.xml"/><Relationship Id="rId39" Type="http://schemas.openxmlformats.org/officeDocument/2006/relationships/tags" Target="../tags/tag95.xml"/><Relationship Id="rId38" Type="http://schemas.openxmlformats.org/officeDocument/2006/relationships/tags" Target="../tags/tag94.xml"/><Relationship Id="rId37" Type="http://schemas.openxmlformats.org/officeDocument/2006/relationships/tags" Target="../tags/tag93.xml"/><Relationship Id="rId36" Type="http://schemas.openxmlformats.org/officeDocument/2006/relationships/tags" Target="../tags/tag92.xml"/><Relationship Id="rId35" Type="http://schemas.openxmlformats.org/officeDocument/2006/relationships/tags" Target="../tags/tag91.xml"/><Relationship Id="rId34" Type="http://schemas.openxmlformats.org/officeDocument/2006/relationships/tags" Target="../tags/tag90.xml"/><Relationship Id="rId33" Type="http://schemas.openxmlformats.org/officeDocument/2006/relationships/tags" Target="../tags/tag89.xml"/><Relationship Id="rId32" Type="http://schemas.openxmlformats.org/officeDocument/2006/relationships/tags" Target="../tags/tag88.xml"/><Relationship Id="rId31" Type="http://schemas.openxmlformats.org/officeDocument/2006/relationships/tags" Target="../tags/tag87.xml"/><Relationship Id="rId30" Type="http://schemas.openxmlformats.org/officeDocument/2006/relationships/tags" Target="../tags/tag86.xml"/><Relationship Id="rId3" Type="http://schemas.openxmlformats.org/officeDocument/2006/relationships/tags" Target="../tags/tag59.xml"/><Relationship Id="rId29" Type="http://schemas.openxmlformats.org/officeDocument/2006/relationships/tags" Target="../tags/tag85.xml"/><Relationship Id="rId28" Type="http://schemas.openxmlformats.org/officeDocument/2006/relationships/tags" Target="../tags/tag84.xml"/><Relationship Id="rId27" Type="http://schemas.openxmlformats.org/officeDocument/2006/relationships/tags" Target="../tags/tag83.xml"/><Relationship Id="rId26" Type="http://schemas.openxmlformats.org/officeDocument/2006/relationships/tags" Target="../tags/tag82.xml"/><Relationship Id="rId25" Type="http://schemas.openxmlformats.org/officeDocument/2006/relationships/tags" Target="../tags/tag81.xml"/><Relationship Id="rId24" Type="http://schemas.openxmlformats.org/officeDocument/2006/relationships/tags" Target="../tags/tag80.xml"/><Relationship Id="rId23" Type="http://schemas.openxmlformats.org/officeDocument/2006/relationships/tags" Target="../tags/tag79.xml"/><Relationship Id="rId22" Type="http://schemas.openxmlformats.org/officeDocument/2006/relationships/tags" Target="../tags/tag78.xml"/><Relationship Id="rId21" Type="http://schemas.openxmlformats.org/officeDocument/2006/relationships/tags" Target="../tags/tag77.xml"/><Relationship Id="rId20" Type="http://schemas.openxmlformats.org/officeDocument/2006/relationships/tags" Target="../tags/tag76.xml"/><Relationship Id="rId2" Type="http://schemas.openxmlformats.org/officeDocument/2006/relationships/tags" Target="../tags/tag58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57.xml"/></Relationships>
</file>

<file path=ppt/slides/_rels/slide5.xml.rels><?xml version="1.0" encoding="UTF-8" standalone="yes"?>
<Relationships xmlns="http://schemas.openxmlformats.org/package/2006/relationships"><Relationship Id="rId92" Type="http://schemas.openxmlformats.org/officeDocument/2006/relationships/notesSlide" Target="../notesSlides/notesSlide3.xml"/><Relationship Id="rId91" Type="http://schemas.openxmlformats.org/officeDocument/2006/relationships/slideLayout" Target="../slideLayouts/slideLayout7.xml"/><Relationship Id="rId90" Type="http://schemas.openxmlformats.org/officeDocument/2006/relationships/tags" Target="../tags/tag209.xml"/><Relationship Id="rId9" Type="http://schemas.openxmlformats.org/officeDocument/2006/relationships/tags" Target="../tags/tag128.xml"/><Relationship Id="rId89" Type="http://schemas.openxmlformats.org/officeDocument/2006/relationships/tags" Target="../tags/tag208.xml"/><Relationship Id="rId88" Type="http://schemas.openxmlformats.org/officeDocument/2006/relationships/tags" Target="../tags/tag207.xml"/><Relationship Id="rId87" Type="http://schemas.openxmlformats.org/officeDocument/2006/relationships/tags" Target="../tags/tag206.xml"/><Relationship Id="rId86" Type="http://schemas.openxmlformats.org/officeDocument/2006/relationships/tags" Target="../tags/tag205.xml"/><Relationship Id="rId85" Type="http://schemas.openxmlformats.org/officeDocument/2006/relationships/tags" Target="../tags/tag204.xml"/><Relationship Id="rId84" Type="http://schemas.openxmlformats.org/officeDocument/2006/relationships/tags" Target="../tags/tag203.xml"/><Relationship Id="rId83" Type="http://schemas.openxmlformats.org/officeDocument/2006/relationships/tags" Target="../tags/tag202.xml"/><Relationship Id="rId82" Type="http://schemas.openxmlformats.org/officeDocument/2006/relationships/tags" Target="../tags/tag201.xml"/><Relationship Id="rId81" Type="http://schemas.openxmlformats.org/officeDocument/2006/relationships/tags" Target="../tags/tag200.xml"/><Relationship Id="rId80" Type="http://schemas.openxmlformats.org/officeDocument/2006/relationships/tags" Target="../tags/tag199.xml"/><Relationship Id="rId8" Type="http://schemas.openxmlformats.org/officeDocument/2006/relationships/tags" Target="../tags/tag127.xml"/><Relationship Id="rId79" Type="http://schemas.openxmlformats.org/officeDocument/2006/relationships/tags" Target="../tags/tag198.xml"/><Relationship Id="rId78" Type="http://schemas.openxmlformats.org/officeDocument/2006/relationships/tags" Target="../tags/tag197.xml"/><Relationship Id="rId77" Type="http://schemas.openxmlformats.org/officeDocument/2006/relationships/tags" Target="../tags/tag196.xml"/><Relationship Id="rId76" Type="http://schemas.openxmlformats.org/officeDocument/2006/relationships/tags" Target="../tags/tag195.xml"/><Relationship Id="rId75" Type="http://schemas.openxmlformats.org/officeDocument/2006/relationships/tags" Target="../tags/tag194.xml"/><Relationship Id="rId74" Type="http://schemas.openxmlformats.org/officeDocument/2006/relationships/tags" Target="../tags/tag193.xml"/><Relationship Id="rId73" Type="http://schemas.openxmlformats.org/officeDocument/2006/relationships/tags" Target="../tags/tag192.xml"/><Relationship Id="rId72" Type="http://schemas.openxmlformats.org/officeDocument/2006/relationships/tags" Target="../tags/tag191.xml"/><Relationship Id="rId71" Type="http://schemas.openxmlformats.org/officeDocument/2006/relationships/tags" Target="../tags/tag190.xml"/><Relationship Id="rId70" Type="http://schemas.openxmlformats.org/officeDocument/2006/relationships/tags" Target="../tags/tag189.xml"/><Relationship Id="rId7" Type="http://schemas.openxmlformats.org/officeDocument/2006/relationships/tags" Target="../tags/tag126.xml"/><Relationship Id="rId69" Type="http://schemas.openxmlformats.org/officeDocument/2006/relationships/tags" Target="../tags/tag188.xml"/><Relationship Id="rId68" Type="http://schemas.openxmlformats.org/officeDocument/2006/relationships/tags" Target="../tags/tag187.xml"/><Relationship Id="rId67" Type="http://schemas.openxmlformats.org/officeDocument/2006/relationships/tags" Target="../tags/tag186.xml"/><Relationship Id="rId66" Type="http://schemas.openxmlformats.org/officeDocument/2006/relationships/tags" Target="../tags/tag185.xml"/><Relationship Id="rId65" Type="http://schemas.openxmlformats.org/officeDocument/2006/relationships/tags" Target="../tags/tag184.xml"/><Relationship Id="rId64" Type="http://schemas.openxmlformats.org/officeDocument/2006/relationships/tags" Target="../tags/tag183.xml"/><Relationship Id="rId63" Type="http://schemas.openxmlformats.org/officeDocument/2006/relationships/tags" Target="../tags/tag182.xml"/><Relationship Id="rId62" Type="http://schemas.openxmlformats.org/officeDocument/2006/relationships/tags" Target="../tags/tag181.xml"/><Relationship Id="rId61" Type="http://schemas.openxmlformats.org/officeDocument/2006/relationships/tags" Target="../tags/tag180.xml"/><Relationship Id="rId60" Type="http://schemas.openxmlformats.org/officeDocument/2006/relationships/tags" Target="../tags/tag179.xml"/><Relationship Id="rId6" Type="http://schemas.openxmlformats.org/officeDocument/2006/relationships/tags" Target="../tags/tag125.xml"/><Relationship Id="rId59" Type="http://schemas.openxmlformats.org/officeDocument/2006/relationships/tags" Target="../tags/tag178.xml"/><Relationship Id="rId58" Type="http://schemas.openxmlformats.org/officeDocument/2006/relationships/tags" Target="../tags/tag177.xml"/><Relationship Id="rId57" Type="http://schemas.openxmlformats.org/officeDocument/2006/relationships/tags" Target="../tags/tag176.xml"/><Relationship Id="rId56" Type="http://schemas.openxmlformats.org/officeDocument/2006/relationships/tags" Target="../tags/tag175.xml"/><Relationship Id="rId55" Type="http://schemas.openxmlformats.org/officeDocument/2006/relationships/tags" Target="../tags/tag174.xml"/><Relationship Id="rId54" Type="http://schemas.openxmlformats.org/officeDocument/2006/relationships/tags" Target="../tags/tag173.xml"/><Relationship Id="rId53" Type="http://schemas.openxmlformats.org/officeDocument/2006/relationships/tags" Target="../tags/tag172.xml"/><Relationship Id="rId52" Type="http://schemas.openxmlformats.org/officeDocument/2006/relationships/tags" Target="../tags/tag171.xml"/><Relationship Id="rId51" Type="http://schemas.openxmlformats.org/officeDocument/2006/relationships/tags" Target="../tags/tag170.xml"/><Relationship Id="rId50" Type="http://schemas.openxmlformats.org/officeDocument/2006/relationships/tags" Target="../tags/tag169.xml"/><Relationship Id="rId5" Type="http://schemas.openxmlformats.org/officeDocument/2006/relationships/tags" Target="../tags/tag124.xml"/><Relationship Id="rId49" Type="http://schemas.openxmlformats.org/officeDocument/2006/relationships/tags" Target="../tags/tag168.xml"/><Relationship Id="rId48" Type="http://schemas.openxmlformats.org/officeDocument/2006/relationships/tags" Target="../tags/tag167.xml"/><Relationship Id="rId47" Type="http://schemas.openxmlformats.org/officeDocument/2006/relationships/tags" Target="../tags/tag166.xml"/><Relationship Id="rId46" Type="http://schemas.openxmlformats.org/officeDocument/2006/relationships/tags" Target="../tags/tag165.xml"/><Relationship Id="rId45" Type="http://schemas.openxmlformats.org/officeDocument/2006/relationships/tags" Target="../tags/tag164.xml"/><Relationship Id="rId44" Type="http://schemas.openxmlformats.org/officeDocument/2006/relationships/tags" Target="../tags/tag163.xml"/><Relationship Id="rId43" Type="http://schemas.openxmlformats.org/officeDocument/2006/relationships/tags" Target="../tags/tag162.xml"/><Relationship Id="rId42" Type="http://schemas.openxmlformats.org/officeDocument/2006/relationships/tags" Target="../tags/tag161.xml"/><Relationship Id="rId41" Type="http://schemas.openxmlformats.org/officeDocument/2006/relationships/tags" Target="../tags/tag160.xml"/><Relationship Id="rId40" Type="http://schemas.openxmlformats.org/officeDocument/2006/relationships/tags" Target="../tags/tag159.xml"/><Relationship Id="rId4" Type="http://schemas.openxmlformats.org/officeDocument/2006/relationships/tags" Target="../tags/tag123.xml"/><Relationship Id="rId39" Type="http://schemas.openxmlformats.org/officeDocument/2006/relationships/tags" Target="../tags/tag158.xml"/><Relationship Id="rId38" Type="http://schemas.openxmlformats.org/officeDocument/2006/relationships/tags" Target="../tags/tag157.xml"/><Relationship Id="rId37" Type="http://schemas.openxmlformats.org/officeDocument/2006/relationships/tags" Target="../tags/tag156.xml"/><Relationship Id="rId36" Type="http://schemas.openxmlformats.org/officeDocument/2006/relationships/tags" Target="../tags/tag155.xml"/><Relationship Id="rId35" Type="http://schemas.openxmlformats.org/officeDocument/2006/relationships/tags" Target="../tags/tag154.xml"/><Relationship Id="rId34" Type="http://schemas.openxmlformats.org/officeDocument/2006/relationships/tags" Target="../tags/tag153.xml"/><Relationship Id="rId33" Type="http://schemas.openxmlformats.org/officeDocument/2006/relationships/tags" Target="../tags/tag152.xml"/><Relationship Id="rId32" Type="http://schemas.openxmlformats.org/officeDocument/2006/relationships/tags" Target="../tags/tag151.xml"/><Relationship Id="rId31" Type="http://schemas.openxmlformats.org/officeDocument/2006/relationships/tags" Target="../tags/tag150.xml"/><Relationship Id="rId30" Type="http://schemas.openxmlformats.org/officeDocument/2006/relationships/tags" Target="../tags/tag149.xml"/><Relationship Id="rId3" Type="http://schemas.openxmlformats.org/officeDocument/2006/relationships/tags" Target="../tags/tag122.xml"/><Relationship Id="rId29" Type="http://schemas.openxmlformats.org/officeDocument/2006/relationships/tags" Target="../tags/tag148.xml"/><Relationship Id="rId28" Type="http://schemas.openxmlformats.org/officeDocument/2006/relationships/tags" Target="../tags/tag147.xml"/><Relationship Id="rId27" Type="http://schemas.openxmlformats.org/officeDocument/2006/relationships/tags" Target="../tags/tag146.xml"/><Relationship Id="rId26" Type="http://schemas.openxmlformats.org/officeDocument/2006/relationships/tags" Target="../tags/tag145.xml"/><Relationship Id="rId25" Type="http://schemas.openxmlformats.org/officeDocument/2006/relationships/tags" Target="../tags/tag144.xml"/><Relationship Id="rId24" Type="http://schemas.openxmlformats.org/officeDocument/2006/relationships/tags" Target="../tags/tag143.xml"/><Relationship Id="rId23" Type="http://schemas.openxmlformats.org/officeDocument/2006/relationships/tags" Target="../tags/tag142.xml"/><Relationship Id="rId22" Type="http://schemas.openxmlformats.org/officeDocument/2006/relationships/tags" Target="../tags/tag141.xml"/><Relationship Id="rId21" Type="http://schemas.openxmlformats.org/officeDocument/2006/relationships/tags" Target="../tags/tag140.xml"/><Relationship Id="rId20" Type="http://schemas.openxmlformats.org/officeDocument/2006/relationships/tags" Target="../tags/tag139.xml"/><Relationship Id="rId2" Type="http://schemas.openxmlformats.org/officeDocument/2006/relationships/tags" Target="../tags/tag121.xml"/><Relationship Id="rId19" Type="http://schemas.openxmlformats.org/officeDocument/2006/relationships/tags" Target="../tags/tag138.xml"/><Relationship Id="rId18" Type="http://schemas.openxmlformats.org/officeDocument/2006/relationships/tags" Target="../tags/tag137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tags" Target="../tags/tag120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7.xml.rels><?xml version="1.0" encoding="UTF-8" standalone="yes"?>
<Relationships xmlns="http://schemas.openxmlformats.org/package/2006/relationships"><Relationship Id="rId99" Type="http://schemas.openxmlformats.org/officeDocument/2006/relationships/tags" Target="../tags/tag312.xml"/><Relationship Id="rId98" Type="http://schemas.openxmlformats.org/officeDocument/2006/relationships/tags" Target="../tags/tag311.xml"/><Relationship Id="rId97" Type="http://schemas.openxmlformats.org/officeDocument/2006/relationships/tags" Target="../tags/tag310.xml"/><Relationship Id="rId96" Type="http://schemas.openxmlformats.org/officeDocument/2006/relationships/tags" Target="../tags/tag309.xml"/><Relationship Id="rId95" Type="http://schemas.openxmlformats.org/officeDocument/2006/relationships/tags" Target="../tags/tag308.xml"/><Relationship Id="rId94" Type="http://schemas.openxmlformats.org/officeDocument/2006/relationships/tags" Target="../tags/tag307.xml"/><Relationship Id="rId93" Type="http://schemas.openxmlformats.org/officeDocument/2006/relationships/tags" Target="../tags/tag306.xml"/><Relationship Id="rId92" Type="http://schemas.openxmlformats.org/officeDocument/2006/relationships/tags" Target="../tags/tag305.xml"/><Relationship Id="rId91" Type="http://schemas.openxmlformats.org/officeDocument/2006/relationships/tags" Target="../tags/tag304.xml"/><Relationship Id="rId90" Type="http://schemas.openxmlformats.org/officeDocument/2006/relationships/tags" Target="../tags/tag303.xml"/><Relationship Id="rId9" Type="http://schemas.openxmlformats.org/officeDocument/2006/relationships/tags" Target="../tags/tag222.xml"/><Relationship Id="rId89" Type="http://schemas.openxmlformats.org/officeDocument/2006/relationships/tags" Target="../tags/tag302.xml"/><Relationship Id="rId88" Type="http://schemas.openxmlformats.org/officeDocument/2006/relationships/tags" Target="../tags/tag301.xml"/><Relationship Id="rId87" Type="http://schemas.openxmlformats.org/officeDocument/2006/relationships/tags" Target="../tags/tag300.xml"/><Relationship Id="rId86" Type="http://schemas.openxmlformats.org/officeDocument/2006/relationships/tags" Target="../tags/tag299.xml"/><Relationship Id="rId85" Type="http://schemas.openxmlformats.org/officeDocument/2006/relationships/tags" Target="../tags/tag298.xml"/><Relationship Id="rId84" Type="http://schemas.openxmlformats.org/officeDocument/2006/relationships/tags" Target="../tags/tag297.xml"/><Relationship Id="rId83" Type="http://schemas.openxmlformats.org/officeDocument/2006/relationships/tags" Target="../tags/tag296.xml"/><Relationship Id="rId82" Type="http://schemas.openxmlformats.org/officeDocument/2006/relationships/tags" Target="../tags/tag295.xml"/><Relationship Id="rId81" Type="http://schemas.openxmlformats.org/officeDocument/2006/relationships/tags" Target="../tags/tag294.xml"/><Relationship Id="rId80" Type="http://schemas.openxmlformats.org/officeDocument/2006/relationships/tags" Target="../tags/tag293.xml"/><Relationship Id="rId8" Type="http://schemas.openxmlformats.org/officeDocument/2006/relationships/tags" Target="../tags/tag221.xml"/><Relationship Id="rId79" Type="http://schemas.openxmlformats.org/officeDocument/2006/relationships/tags" Target="../tags/tag292.xml"/><Relationship Id="rId78" Type="http://schemas.openxmlformats.org/officeDocument/2006/relationships/tags" Target="../tags/tag291.xml"/><Relationship Id="rId77" Type="http://schemas.openxmlformats.org/officeDocument/2006/relationships/tags" Target="../tags/tag290.xml"/><Relationship Id="rId76" Type="http://schemas.openxmlformats.org/officeDocument/2006/relationships/tags" Target="../tags/tag289.xml"/><Relationship Id="rId75" Type="http://schemas.openxmlformats.org/officeDocument/2006/relationships/tags" Target="../tags/tag288.xml"/><Relationship Id="rId74" Type="http://schemas.openxmlformats.org/officeDocument/2006/relationships/tags" Target="../tags/tag287.xml"/><Relationship Id="rId73" Type="http://schemas.openxmlformats.org/officeDocument/2006/relationships/tags" Target="../tags/tag286.xml"/><Relationship Id="rId72" Type="http://schemas.openxmlformats.org/officeDocument/2006/relationships/tags" Target="../tags/tag285.xml"/><Relationship Id="rId71" Type="http://schemas.openxmlformats.org/officeDocument/2006/relationships/tags" Target="../tags/tag284.xml"/><Relationship Id="rId70" Type="http://schemas.openxmlformats.org/officeDocument/2006/relationships/tags" Target="../tags/tag283.xml"/><Relationship Id="rId7" Type="http://schemas.openxmlformats.org/officeDocument/2006/relationships/tags" Target="../tags/tag220.xml"/><Relationship Id="rId69" Type="http://schemas.openxmlformats.org/officeDocument/2006/relationships/tags" Target="../tags/tag282.xml"/><Relationship Id="rId68" Type="http://schemas.openxmlformats.org/officeDocument/2006/relationships/tags" Target="../tags/tag281.xml"/><Relationship Id="rId67" Type="http://schemas.openxmlformats.org/officeDocument/2006/relationships/tags" Target="../tags/tag280.xml"/><Relationship Id="rId66" Type="http://schemas.openxmlformats.org/officeDocument/2006/relationships/tags" Target="../tags/tag279.xml"/><Relationship Id="rId65" Type="http://schemas.openxmlformats.org/officeDocument/2006/relationships/tags" Target="../tags/tag278.xml"/><Relationship Id="rId64" Type="http://schemas.openxmlformats.org/officeDocument/2006/relationships/tags" Target="../tags/tag277.xml"/><Relationship Id="rId63" Type="http://schemas.openxmlformats.org/officeDocument/2006/relationships/tags" Target="../tags/tag276.xml"/><Relationship Id="rId62" Type="http://schemas.openxmlformats.org/officeDocument/2006/relationships/tags" Target="../tags/tag275.xml"/><Relationship Id="rId61" Type="http://schemas.openxmlformats.org/officeDocument/2006/relationships/tags" Target="../tags/tag274.xml"/><Relationship Id="rId60" Type="http://schemas.openxmlformats.org/officeDocument/2006/relationships/tags" Target="../tags/tag273.xml"/><Relationship Id="rId6" Type="http://schemas.openxmlformats.org/officeDocument/2006/relationships/tags" Target="../tags/tag219.xml"/><Relationship Id="rId59" Type="http://schemas.openxmlformats.org/officeDocument/2006/relationships/tags" Target="../tags/tag272.xml"/><Relationship Id="rId58" Type="http://schemas.openxmlformats.org/officeDocument/2006/relationships/tags" Target="../tags/tag271.xml"/><Relationship Id="rId57" Type="http://schemas.openxmlformats.org/officeDocument/2006/relationships/tags" Target="../tags/tag270.xml"/><Relationship Id="rId56" Type="http://schemas.openxmlformats.org/officeDocument/2006/relationships/tags" Target="../tags/tag269.xml"/><Relationship Id="rId55" Type="http://schemas.openxmlformats.org/officeDocument/2006/relationships/tags" Target="../tags/tag268.xml"/><Relationship Id="rId54" Type="http://schemas.openxmlformats.org/officeDocument/2006/relationships/tags" Target="../tags/tag267.xml"/><Relationship Id="rId53" Type="http://schemas.openxmlformats.org/officeDocument/2006/relationships/tags" Target="../tags/tag266.xml"/><Relationship Id="rId52" Type="http://schemas.openxmlformats.org/officeDocument/2006/relationships/tags" Target="../tags/tag265.xml"/><Relationship Id="rId51" Type="http://schemas.openxmlformats.org/officeDocument/2006/relationships/tags" Target="../tags/tag264.xml"/><Relationship Id="rId50" Type="http://schemas.openxmlformats.org/officeDocument/2006/relationships/tags" Target="../tags/tag263.xml"/><Relationship Id="rId5" Type="http://schemas.openxmlformats.org/officeDocument/2006/relationships/tags" Target="../tags/tag218.xml"/><Relationship Id="rId49" Type="http://schemas.openxmlformats.org/officeDocument/2006/relationships/tags" Target="../tags/tag262.xml"/><Relationship Id="rId48" Type="http://schemas.openxmlformats.org/officeDocument/2006/relationships/tags" Target="../tags/tag261.xml"/><Relationship Id="rId47" Type="http://schemas.openxmlformats.org/officeDocument/2006/relationships/tags" Target="../tags/tag260.xml"/><Relationship Id="rId46" Type="http://schemas.openxmlformats.org/officeDocument/2006/relationships/tags" Target="../tags/tag259.xml"/><Relationship Id="rId45" Type="http://schemas.openxmlformats.org/officeDocument/2006/relationships/tags" Target="../tags/tag258.xml"/><Relationship Id="rId44" Type="http://schemas.openxmlformats.org/officeDocument/2006/relationships/tags" Target="../tags/tag257.xml"/><Relationship Id="rId43" Type="http://schemas.openxmlformats.org/officeDocument/2006/relationships/tags" Target="../tags/tag256.xml"/><Relationship Id="rId42" Type="http://schemas.openxmlformats.org/officeDocument/2006/relationships/tags" Target="../tags/tag255.xml"/><Relationship Id="rId41" Type="http://schemas.openxmlformats.org/officeDocument/2006/relationships/tags" Target="../tags/tag254.xml"/><Relationship Id="rId40" Type="http://schemas.openxmlformats.org/officeDocument/2006/relationships/tags" Target="../tags/tag253.xml"/><Relationship Id="rId4" Type="http://schemas.openxmlformats.org/officeDocument/2006/relationships/tags" Target="../tags/tag217.xml"/><Relationship Id="rId39" Type="http://schemas.openxmlformats.org/officeDocument/2006/relationships/tags" Target="../tags/tag252.xml"/><Relationship Id="rId38" Type="http://schemas.openxmlformats.org/officeDocument/2006/relationships/tags" Target="../tags/tag251.xml"/><Relationship Id="rId37" Type="http://schemas.openxmlformats.org/officeDocument/2006/relationships/tags" Target="../tags/tag250.xml"/><Relationship Id="rId36" Type="http://schemas.openxmlformats.org/officeDocument/2006/relationships/tags" Target="../tags/tag249.xml"/><Relationship Id="rId35" Type="http://schemas.openxmlformats.org/officeDocument/2006/relationships/tags" Target="../tags/tag248.xml"/><Relationship Id="rId34" Type="http://schemas.openxmlformats.org/officeDocument/2006/relationships/tags" Target="../tags/tag247.xml"/><Relationship Id="rId33" Type="http://schemas.openxmlformats.org/officeDocument/2006/relationships/tags" Target="../tags/tag246.xml"/><Relationship Id="rId32" Type="http://schemas.openxmlformats.org/officeDocument/2006/relationships/tags" Target="../tags/tag245.xml"/><Relationship Id="rId31" Type="http://schemas.openxmlformats.org/officeDocument/2006/relationships/tags" Target="../tags/tag244.xml"/><Relationship Id="rId30" Type="http://schemas.openxmlformats.org/officeDocument/2006/relationships/tags" Target="../tags/tag243.xml"/><Relationship Id="rId3" Type="http://schemas.openxmlformats.org/officeDocument/2006/relationships/tags" Target="../tags/tag216.xml"/><Relationship Id="rId29" Type="http://schemas.openxmlformats.org/officeDocument/2006/relationships/tags" Target="../tags/tag242.xml"/><Relationship Id="rId28" Type="http://schemas.openxmlformats.org/officeDocument/2006/relationships/tags" Target="../tags/tag241.xml"/><Relationship Id="rId27" Type="http://schemas.openxmlformats.org/officeDocument/2006/relationships/tags" Target="../tags/tag240.xml"/><Relationship Id="rId26" Type="http://schemas.openxmlformats.org/officeDocument/2006/relationships/tags" Target="../tags/tag239.xml"/><Relationship Id="rId25" Type="http://schemas.openxmlformats.org/officeDocument/2006/relationships/tags" Target="../tags/tag238.xml"/><Relationship Id="rId24" Type="http://schemas.openxmlformats.org/officeDocument/2006/relationships/tags" Target="../tags/tag237.xml"/><Relationship Id="rId23" Type="http://schemas.openxmlformats.org/officeDocument/2006/relationships/tags" Target="../tags/tag236.xml"/><Relationship Id="rId22" Type="http://schemas.openxmlformats.org/officeDocument/2006/relationships/tags" Target="../tags/tag235.xml"/><Relationship Id="rId21" Type="http://schemas.openxmlformats.org/officeDocument/2006/relationships/tags" Target="../tags/tag234.xml"/><Relationship Id="rId20" Type="http://schemas.openxmlformats.org/officeDocument/2006/relationships/tags" Target="../tags/tag233.xml"/><Relationship Id="rId2" Type="http://schemas.openxmlformats.org/officeDocument/2006/relationships/tags" Target="../tags/tag215.xml"/><Relationship Id="rId19" Type="http://schemas.openxmlformats.org/officeDocument/2006/relationships/tags" Target="../tags/tag232.xml"/><Relationship Id="rId18" Type="http://schemas.openxmlformats.org/officeDocument/2006/relationships/tags" Target="../tags/tag231.xml"/><Relationship Id="rId178" Type="http://schemas.openxmlformats.org/officeDocument/2006/relationships/notesSlide" Target="../notesSlides/notesSlide5.xml"/><Relationship Id="rId177" Type="http://schemas.openxmlformats.org/officeDocument/2006/relationships/slideLayout" Target="../slideLayouts/slideLayout7.xml"/><Relationship Id="rId176" Type="http://schemas.openxmlformats.org/officeDocument/2006/relationships/tags" Target="../tags/tag388.xml"/><Relationship Id="rId175" Type="http://schemas.openxmlformats.org/officeDocument/2006/relationships/tags" Target="../tags/tag387.xml"/><Relationship Id="rId174" Type="http://schemas.openxmlformats.org/officeDocument/2006/relationships/slide" Target="slide2.xml"/><Relationship Id="rId173" Type="http://schemas.openxmlformats.org/officeDocument/2006/relationships/tags" Target="../tags/tag386.xml"/><Relationship Id="rId172" Type="http://schemas.openxmlformats.org/officeDocument/2006/relationships/tags" Target="../tags/tag385.xml"/><Relationship Id="rId171" Type="http://schemas.openxmlformats.org/officeDocument/2006/relationships/tags" Target="../tags/tag384.xml"/><Relationship Id="rId170" Type="http://schemas.openxmlformats.org/officeDocument/2006/relationships/tags" Target="../tags/tag383.xml"/><Relationship Id="rId17" Type="http://schemas.openxmlformats.org/officeDocument/2006/relationships/tags" Target="../tags/tag230.xml"/><Relationship Id="rId169" Type="http://schemas.openxmlformats.org/officeDocument/2006/relationships/tags" Target="../tags/tag382.xml"/><Relationship Id="rId168" Type="http://schemas.openxmlformats.org/officeDocument/2006/relationships/tags" Target="../tags/tag381.xml"/><Relationship Id="rId167" Type="http://schemas.openxmlformats.org/officeDocument/2006/relationships/tags" Target="../tags/tag380.xml"/><Relationship Id="rId166" Type="http://schemas.openxmlformats.org/officeDocument/2006/relationships/tags" Target="../tags/tag379.xml"/><Relationship Id="rId165" Type="http://schemas.openxmlformats.org/officeDocument/2006/relationships/tags" Target="../tags/tag378.xml"/><Relationship Id="rId164" Type="http://schemas.openxmlformats.org/officeDocument/2006/relationships/tags" Target="../tags/tag377.xml"/><Relationship Id="rId163" Type="http://schemas.openxmlformats.org/officeDocument/2006/relationships/tags" Target="../tags/tag376.xml"/><Relationship Id="rId162" Type="http://schemas.openxmlformats.org/officeDocument/2006/relationships/tags" Target="../tags/tag375.xml"/><Relationship Id="rId161" Type="http://schemas.openxmlformats.org/officeDocument/2006/relationships/tags" Target="../tags/tag374.xml"/><Relationship Id="rId160" Type="http://schemas.openxmlformats.org/officeDocument/2006/relationships/tags" Target="../tags/tag373.xml"/><Relationship Id="rId16" Type="http://schemas.openxmlformats.org/officeDocument/2006/relationships/tags" Target="../tags/tag229.xml"/><Relationship Id="rId159" Type="http://schemas.openxmlformats.org/officeDocument/2006/relationships/tags" Target="../tags/tag372.xml"/><Relationship Id="rId158" Type="http://schemas.openxmlformats.org/officeDocument/2006/relationships/tags" Target="../tags/tag371.xml"/><Relationship Id="rId157" Type="http://schemas.openxmlformats.org/officeDocument/2006/relationships/tags" Target="../tags/tag370.xml"/><Relationship Id="rId156" Type="http://schemas.openxmlformats.org/officeDocument/2006/relationships/tags" Target="../tags/tag369.xml"/><Relationship Id="rId155" Type="http://schemas.openxmlformats.org/officeDocument/2006/relationships/tags" Target="../tags/tag368.xml"/><Relationship Id="rId154" Type="http://schemas.openxmlformats.org/officeDocument/2006/relationships/tags" Target="../tags/tag367.xml"/><Relationship Id="rId153" Type="http://schemas.openxmlformats.org/officeDocument/2006/relationships/tags" Target="../tags/tag366.xml"/><Relationship Id="rId152" Type="http://schemas.openxmlformats.org/officeDocument/2006/relationships/tags" Target="../tags/tag365.xml"/><Relationship Id="rId151" Type="http://schemas.openxmlformats.org/officeDocument/2006/relationships/tags" Target="../tags/tag364.xml"/><Relationship Id="rId150" Type="http://schemas.openxmlformats.org/officeDocument/2006/relationships/tags" Target="../tags/tag363.xml"/><Relationship Id="rId15" Type="http://schemas.openxmlformats.org/officeDocument/2006/relationships/tags" Target="../tags/tag228.xml"/><Relationship Id="rId149" Type="http://schemas.openxmlformats.org/officeDocument/2006/relationships/tags" Target="../tags/tag362.xml"/><Relationship Id="rId148" Type="http://schemas.openxmlformats.org/officeDocument/2006/relationships/tags" Target="../tags/tag361.xml"/><Relationship Id="rId147" Type="http://schemas.openxmlformats.org/officeDocument/2006/relationships/tags" Target="../tags/tag360.xml"/><Relationship Id="rId146" Type="http://schemas.openxmlformats.org/officeDocument/2006/relationships/tags" Target="../tags/tag359.xml"/><Relationship Id="rId145" Type="http://schemas.openxmlformats.org/officeDocument/2006/relationships/tags" Target="../tags/tag358.xml"/><Relationship Id="rId144" Type="http://schemas.openxmlformats.org/officeDocument/2006/relationships/tags" Target="../tags/tag357.xml"/><Relationship Id="rId143" Type="http://schemas.openxmlformats.org/officeDocument/2006/relationships/tags" Target="../tags/tag356.xml"/><Relationship Id="rId142" Type="http://schemas.openxmlformats.org/officeDocument/2006/relationships/tags" Target="../tags/tag355.xml"/><Relationship Id="rId141" Type="http://schemas.openxmlformats.org/officeDocument/2006/relationships/tags" Target="../tags/tag354.xml"/><Relationship Id="rId140" Type="http://schemas.openxmlformats.org/officeDocument/2006/relationships/tags" Target="../tags/tag353.xml"/><Relationship Id="rId14" Type="http://schemas.openxmlformats.org/officeDocument/2006/relationships/tags" Target="../tags/tag227.xml"/><Relationship Id="rId139" Type="http://schemas.openxmlformats.org/officeDocument/2006/relationships/tags" Target="../tags/tag352.xml"/><Relationship Id="rId138" Type="http://schemas.openxmlformats.org/officeDocument/2006/relationships/tags" Target="../tags/tag351.xml"/><Relationship Id="rId137" Type="http://schemas.openxmlformats.org/officeDocument/2006/relationships/tags" Target="../tags/tag350.xml"/><Relationship Id="rId136" Type="http://schemas.openxmlformats.org/officeDocument/2006/relationships/tags" Target="../tags/tag349.xml"/><Relationship Id="rId135" Type="http://schemas.openxmlformats.org/officeDocument/2006/relationships/tags" Target="../tags/tag348.xml"/><Relationship Id="rId134" Type="http://schemas.openxmlformats.org/officeDocument/2006/relationships/tags" Target="../tags/tag347.xml"/><Relationship Id="rId133" Type="http://schemas.openxmlformats.org/officeDocument/2006/relationships/tags" Target="../tags/tag346.xml"/><Relationship Id="rId132" Type="http://schemas.openxmlformats.org/officeDocument/2006/relationships/tags" Target="../tags/tag345.xml"/><Relationship Id="rId131" Type="http://schemas.openxmlformats.org/officeDocument/2006/relationships/tags" Target="../tags/tag344.xml"/><Relationship Id="rId130" Type="http://schemas.openxmlformats.org/officeDocument/2006/relationships/tags" Target="../tags/tag343.xml"/><Relationship Id="rId13" Type="http://schemas.openxmlformats.org/officeDocument/2006/relationships/tags" Target="../tags/tag226.xml"/><Relationship Id="rId129" Type="http://schemas.openxmlformats.org/officeDocument/2006/relationships/tags" Target="../tags/tag342.xml"/><Relationship Id="rId128" Type="http://schemas.openxmlformats.org/officeDocument/2006/relationships/tags" Target="../tags/tag341.xml"/><Relationship Id="rId127" Type="http://schemas.openxmlformats.org/officeDocument/2006/relationships/tags" Target="../tags/tag340.xml"/><Relationship Id="rId126" Type="http://schemas.openxmlformats.org/officeDocument/2006/relationships/tags" Target="../tags/tag339.xml"/><Relationship Id="rId125" Type="http://schemas.openxmlformats.org/officeDocument/2006/relationships/tags" Target="../tags/tag338.xml"/><Relationship Id="rId124" Type="http://schemas.openxmlformats.org/officeDocument/2006/relationships/tags" Target="../tags/tag337.xml"/><Relationship Id="rId123" Type="http://schemas.openxmlformats.org/officeDocument/2006/relationships/tags" Target="../tags/tag336.xml"/><Relationship Id="rId122" Type="http://schemas.openxmlformats.org/officeDocument/2006/relationships/tags" Target="../tags/tag335.xml"/><Relationship Id="rId121" Type="http://schemas.openxmlformats.org/officeDocument/2006/relationships/tags" Target="../tags/tag334.xml"/><Relationship Id="rId120" Type="http://schemas.openxmlformats.org/officeDocument/2006/relationships/tags" Target="../tags/tag333.xml"/><Relationship Id="rId12" Type="http://schemas.openxmlformats.org/officeDocument/2006/relationships/tags" Target="../tags/tag225.xml"/><Relationship Id="rId119" Type="http://schemas.openxmlformats.org/officeDocument/2006/relationships/tags" Target="../tags/tag332.xml"/><Relationship Id="rId118" Type="http://schemas.openxmlformats.org/officeDocument/2006/relationships/tags" Target="../tags/tag331.xml"/><Relationship Id="rId117" Type="http://schemas.openxmlformats.org/officeDocument/2006/relationships/tags" Target="../tags/tag330.xml"/><Relationship Id="rId116" Type="http://schemas.openxmlformats.org/officeDocument/2006/relationships/tags" Target="../tags/tag329.xml"/><Relationship Id="rId115" Type="http://schemas.openxmlformats.org/officeDocument/2006/relationships/tags" Target="../tags/tag328.xml"/><Relationship Id="rId114" Type="http://schemas.openxmlformats.org/officeDocument/2006/relationships/tags" Target="../tags/tag327.xml"/><Relationship Id="rId113" Type="http://schemas.openxmlformats.org/officeDocument/2006/relationships/tags" Target="../tags/tag326.xml"/><Relationship Id="rId112" Type="http://schemas.openxmlformats.org/officeDocument/2006/relationships/tags" Target="../tags/tag325.xml"/><Relationship Id="rId111" Type="http://schemas.openxmlformats.org/officeDocument/2006/relationships/tags" Target="../tags/tag324.xml"/><Relationship Id="rId110" Type="http://schemas.openxmlformats.org/officeDocument/2006/relationships/tags" Target="../tags/tag323.xml"/><Relationship Id="rId11" Type="http://schemas.openxmlformats.org/officeDocument/2006/relationships/tags" Target="../tags/tag224.xml"/><Relationship Id="rId109" Type="http://schemas.openxmlformats.org/officeDocument/2006/relationships/tags" Target="../tags/tag322.xml"/><Relationship Id="rId108" Type="http://schemas.openxmlformats.org/officeDocument/2006/relationships/tags" Target="../tags/tag321.xml"/><Relationship Id="rId107" Type="http://schemas.openxmlformats.org/officeDocument/2006/relationships/tags" Target="../tags/tag320.xml"/><Relationship Id="rId106" Type="http://schemas.openxmlformats.org/officeDocument/2006/relationships/tags" Target="../tags/tag319.xml"/><Relationship Id="rId105" Type="http://schemas.openxmlformats.org/officeDocument/2006/relationships/tags" Target="../tags/tag318.xml"/><Relationship Id="rId104" Type="http://schemas.openxmlformats.org/officeDocument/2006/relationships/tags" Target="../tags/tag317.xml"/><Relationship Id="rId103" Type="http://schemas.openxmlformats.org/officeDocument/2006/relationships/tags" Target="../tags/tag316.xml"/><Relationship Id="rId102" Type="http://schemas.openxmlformats.org/officeDocument/2006/relationships/tags" Target="../tags/tag315.xml"/><Relationship Id="rId101" Type="http://schemas.openxmlformats.org/officeDocument/2006/relationships/tags" Target="../tags/tag314.xml"/><Relationship Id="rId100" Type="http://schemas.openxmlformats.org/officeDocument/2006/relationships/tags" Target="../tags/tag313.xml"/><Relationship Id="rId10" Type="http://schemas.openxmlformats.org/officeDocument/2006/relationships/tags" Target="../tags/tag223.xml"/><Relationship Id="rId1" Type="http://schemas.openxmlformats.org/officeDocument/2006/relationships/tags" Target="../tags/tag21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7.xml"/><Relationship Id="rId8" Type="http://schemas.openxmlformats.org/officeDocument/2006/relationships/tags" Target="../tags/tag396.xml"/><Relationship Id="rId7" Type="http://schemas.openxmlformats.org/officeDocument/2006/relationships/tags" Target="../tags/tag395.xml"/><Relationship Id="rId65" Type="http://schemas.openxmlformats.org/officeDocument/2006/relationships/notesSlide" Target="../notesSlides/notesSlide6.xml"/><Relationship Id="rId64" Type="http://schemas.openxmlformats.org/officeDocument/2006/relationships/slideLayout" Target="../slideLayouts/slideLayout7.xml"/><Relationship Id="rId63" Type="http://schemas.openxmlformats.org/officeDocument/2006/relationships/tags" Target="../tags/tag451.xml"/><Relationship Id="rId62" Type="http://schemas.openxmlformats.org/officeDocument/2006/relationships/tags" Target="../tags/tag450.xml"/><Relationship Id="rId61" Type="http://schemas.openxmlformats.org/officeDocument/2006/relationships/tags" Target="../tags/tag449.xml"/><Relationship Id="rId60" Type="http://schemas.openxmlformats.org/officeDocument/2006/relationships/tags" Target="../tags/tag448.xml"/><Relationship Id="rId6" Type="http://schemas.openxmlformats.org/officeDocument/2006/relationships/tags" Target="../tags/tag394.xml"/><Relationship Id="rId59" Type="http://schemas.openxmlformats.org/officeDocument/2006/relationships/tags" Target="../tags/tag447.xml"/><Relationship Id="rId58" Type="http://schemas.openxmlformats.org/officeDocument/2006/relationships/tags" Target="../tags/tag446.xml"/><Relationship Id="rId57" Type="http://schemas.openxmlformats.org/officeDocument/2006/relationships/tags" Target="../tags/tag445.xml"/><Relationship Id="rId56" Type="http://schemas.openxmlformats.org/officeDocument/2006/relationships/tags" Target="../tags/tag444.xml"/><Relationship Id="rId55" Type="http://schemas.openxmlformats.org/officeDocument/2006/relationships/tags" Target="../tags/tag443.xml"/><Relationship Id="rId54" Type="http://schemas.openxmlformats.org/officeDocument/2006/relationships/tags" Target="../tags/tag442.xml"/><Relationship Id="rId53" Type="http://schemas.openxmlformats.org/officeDocument/2006/relationships/tags" Target="../tags/tag441.xml"/><Relationship Id="rId52" Type="http://schemas.openxmlformats.org/officeDocument/2006/relationships/tags" Target="../tags/tag440.xml"/><Relationship Id="rId51" Type="http://schemas.openxmlformats.org/officeDocument/2006/relationships/tags" Target="../tags/tag439.xml"/><Relationship Id="rId50" Type="http://schemas.openxmlformats.org/officeDocument/2006/relationships/tags" Target="../tags/tag438.xml"/><Relationship Id="rId5" Type="http://schemas.openxmlformats.org/officeDocument/2006/relationships/tags" Target="../tags/tag393.xml"/><Relationship Id="rId49" Type="http://schemas.openxmlformats.org/officeDocument/2006/relationships/tags" Target="../tags/tag437.xml"/><Relationship Id="rId48" Type="http://schemas.openxmlformats.org/officeDocument/2006/relationships/tags" Target="../tags/tag436.xml"/><Relationship Id="rId47" Type="http://schemas.openxmlformats.org/officeDocument/2006/relationships/tags" Target="../tags/tag435.xml"/><Relationship Id="rId46" Type="http://schemas.openxmlformats.org/officeDocument/2006/relationships/tags" Target="../tags/tag434.xml"/><Relationship Id="rId45" Type="http://schemas.openxmlformats.org/officeDocument/2006/relationships/tags" Target="../tags/tag433.xml"/><Relationship Id="rId44" Type="http://schemas.openxmlformats.org/officeDocument/2006/relationships/tags" Target="../tags/tag432.xml"/><Relationship Id="rId43" Type="http://schemas.openxmlformats.org/officeDocument/2006/relationships/tags" Target="../tags/tag431.xml"/><Relationship Id="rId42" Type="http://schemas.openxmlformats.org/officeDocument/2006/relationships/tags" Target="../tags/tag430.xml"/><Relationship Id="rId41" Type="http://schemas.openxmlformats.org/officeDocument/2006/relationships/tags" Target="../tags/tag429.xml"/><Relationship Id="rId40" Type="http://schemas.openxmlformats.org/officeDocument/2006/relationships/tags" Target="../tags/tag428.xml"/><Relationship Id="rId4" Type="http://schemas.openxmlformats.org/officeDocument/2006/relationships/tags" Target="../tags/tag392.xml"/><Relationship Id="rId39" Type="http://schemas.openxmlformats.org/officeDocument/2006/relationships/tags" Target="../tags/tag427.xml"/><Relationship Id="rId38" Type="http://schemas.openxmlformats.org/officeDocument/2006/relationships/tags" Target="../tags/tag426.xml"/><Relationship Id="rId37" Type="http://schemas.openxmlformats.org/officeDocument/2006/relationships/tags" Target="../tags/tag425.xml"/><Relationship Id="rId36" Type="http://schemas.openxmlformats.org/officeDocument/2006/relationships/tags" Target="../tags/tag424.xml"/><Relationship Id="rId35" Type="http://schemas.openxmlformats.org/officeDocument/2006/relationships/tags" Target="../tags/tag423.xml"/><Relationship Id="rId34" Type="http://schemas.openxmlformats.org/officeDocument/2006/relationships/tags" Target="../tags/tag422.xml"/><Relationship Id="rId33" Type="http://schemas.openxmlformats.org/officeDocument/2006/relationships/tags" Target="../tags/tag421.xml"/><Relationship Id="rId32" Type="http://schemas.openxmlformats.org/officeDocument/2006/relationships/tags" Target="../tags/tag420.xml"/><Relationship Id="rId31" Type="http://schemas.openxmlformats.org/officeDocument/2006/relationships/tags" Target="../tags/tag419.xml"/><Relationship Id="rId30" Type="http://schemas.openxmlformats.org/officeDocument/2006/relationships/tags" Target="../tags/tag418.xml"/><Relationship Id="rId3" Type="http://schemas.openxmlformats.org/officeDocument/2006/relationships/tags" Target="../tags/tag391.xml"/><Relationship Id="rId29" Type="http://schemas.openxmlformats.org/officeDocument/2006/relationships/tags" Target="../tags/tag417.xml"/><Relationship Id="rId28" Type="http://schemas.openxmlformats.org/officeDocument/2006/relationships/tags" Target="../tags/tag416.xml"/><Relationship Id="rId27" Type="http://schemas.openxmlformats.org/officeDocument/2006/relationships/tags" Target="../tags/tag415.xml"/><Relationship Id="rId26" Type="http://schemas.openxmlformats.org/officeDocument/2006/relationships/tags" Target="../tags/tag414.xml"/><Relationship Id="rId25" Type="http://schemas.openxmlformats.org/officeDocument/2006/relationships/tags" Target="../tags/tag413.xml"/><Relationship Id="rId24" Type="http://schemas.openxmlformats.org/officeDocument/2006/relationships/tags" Target="../tags/tag412.xml"/><Relationship Id="rId23" Type="http://schemas.openxmlformats.org/officeDocument/2006/relationships/tags" Target="../tags/tag411.xml"/><Relationship Id="rId22" Type="http://schemas.openxmlformats.org/officeDocument/2006/relationships/tags" Target="../tags/tag410.xml"/><Relationship Id="rId21" Type="http://schemas.openxmlformats.org/officeDocument/2006/relationships/tags" Target="../tags/tag409.xml"/><Relationship Id="rId20" Type="http://schemas.openxmlformats.org/officeDocument/2006/relationships/tags" Target="../tags/tag408.xml"/><Relationship Id="rId2" Type="http://schemas.openxmlformats.org/officeDocument/2006/relationships/tags" Target="../tags/tag390.xml"/><Relationship Id="rId19" Type="http://schemas.openxmlformats.org/officeDocument/2006/relationships/tags" Target="../tags/tag407.xml"/><Relationship Id="rId18" Type="http://schemas.openxmlformats.org/officeDocument/2006/relationships/tags" Target="../tags/tag406.xml"/><Relationship Id="rId17" Type="http://schemas.openxmlformats.org/officeDocument/2006/relationships/tags" Target="../tags/tag405.xml"/><Relationship Id="rId16" Type="http://schemas.openxmlformats.org/officeDocument/2006/relationships/tags" Target="../tags/tag404.xml"/><Relationship Id="rId15" Type="http://schemas.openxmlformats.org/officeDocument/2006/relationships/tags" Target="../tags/tag403.xml"/><Relationship Id="rId14" Type="http://schemas.openxmlformats.org/officeDocument/2006/relationships/tags" Target="../tags/tag402.xml"/><Relationship Id="rId13" Type="http://schemas.openxmlformats.org/officeDocument/2006/relationships/tags" Target="../tags/tag401.xml"/><Relationship Id="rId12" Type="http://schemas.openxmlformats.org/officeDocument/2006/relationships/tags" Target="../tags/tag400.xml"/><Relationship Id="rId11" Type="http://schemas.openxmlformats.org/officeDocument/2006/relationships/tags" Target="../tags/tag399.xml"/><Relationship Id="rId10" Type="http://schemas.openxmlformats.org/officeDocument/2006/relationships/tags" Target="../tags/tag398.xml"/><Relationship Id="rId1" Type="http://schemas.openxmlformats.org/officeDocument/2006/relationships/tags" Target="../tags/tag38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60.xml"/><Relationship Id="rId8" Type="http://schemas.openxmlformats.org/officeDocument/2006/relationships/tags" Target="../tags/tag459.xml"/><Relationship Id="rId7" Type="http://schemas.openxmlformats.org/officeDocument/2006/relationships/tags" Target="../tags/tag458.xml"/><Relationship Id="rId6" Type="http://schemas.openxmlformats.org/officeDocument/2006/relationships/tags" Target="../tags/tag457.xml"/><Relationship Id="rId5" Type="http://schemas.openxmlformats.org/officeDocument/2006/relationships/tags" Target="../tags/tag456.xml"/><Relationship Id="rId4" Type="http://schemas.openxmlformats.org/officeDocument/2006/relationships/tags" Target="../tags/tag455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482.xml"/><Relationship Id="rId30" Type="http://schemas.openxmlformats.org/officeDocument/2006/relationships/tags" Target="../tags/tag481.xml"/><Relationship Id="rId3" Type="http://schemas.openxmlformats.org/officeDocument/2006/relationships/tags" Target="../tags/tag454.xml"/><Relationship Id="rId29" Type="http://schemas.openxmlformats.org/officeDocument/2006/relationships/tags" Target="../tags/tag480.xml"/><Relationship Id="rId28" Type="http://schemas.openxmlformats.org/officeDocument/2006/relationships/tags" Target="../tags/tag479.xml"/><Relationship Id="rId27" Type="http://schemas.openxmlformats.org/officeDocument/2006/relationships/tags" Target="../tags/tag478.xml"/><Relationship Id="rId26" Type="http://schemas.openxmlformats.org/officeDocument/2006/relationships/tags" Target="../tags/tag477.xml"/><Relationship Id="rId25" Type="http://schemas.openxmlformats.org/officeDocument/2006/relationships/tags" Target="../tags/tag476.xml"/><Relationship Id="rId24" Type="http://schemas.openxmlformats.org/officeDocument/2006/relationships/tags" Target="../tags/tag475.xml"/><Relationship Id="rId23" Type="http://schemas.openxmlformats.org/officeDocument/2006/relationships/tags" Target="../tags/tag474.xml"/><Relationship Id="rId22" Type="http://schemas.openxmlformats.org/officeDocument/2006/relationships/tags" Target="../tags/tag473.xml"/><Relationship Id="rId21" Type="http://schemas.openxmlformats.org/officeDocument/2006/relationships/tags" Target="../tags/tag472.xml"/><Relationship Id="rId20" Type="http://schemas.openxmlformats.org/officeDocument/2006/relationships/tags" Target="../tags/tag471.xml"/><Relationship Id="rId2" Type="http://schemas.openxmlformats.org/officeDocument/2006/relationships/tags" Target="../tags/tag453.xml"/><Relationship Id="rId19" Type="http://schemas.openxmlformats.org/officeDocument/2006/relationships/tags" Target="../tags/tag470.xml"/><Relationship Id="rId18" Type="http://schemas.openxmlformats.org/officeDocument/2006/relationships/tags" Target="../tags/tag469.xml"/><Relationship Id="rId17" Type="http://schemas.openxmlformats.org/officeDocument/2006/relationships/tags" Target="../tags/tag468.xml"/><Relationship Id="rId16" Type="http://schemas.openxmlformats.org/officeDocument/2006/relationships/tags" Target="../tags/tag467.xml"/><Relationship Id="rId15" Type="http://schemas.openxmlformats.org/officeDocument/2006/relationships/tags" Target="../tags/tag466.xml"/><Relationship Id="rId14" Type="http://schemas.openxmlformats.org/officeDocument/2006/relationships/tags" Target="../tags/tag465.xml"/><Relationship Id="rId13" Type="http://schemas.openxmlformats.org/officeDocument/2006/relationships/tags" Target="../tags/tag464.xml"/><Relationship Id="rId12" Type="http://schemas.openxmlformats.org/officeDocument/2006/relationships/tags" Target="../tags/tag463.xml"/><Relationship Id="rId11" Type="http://schemas.openxmlformats.org/officeDocument/2006/relationships/tags" Target="../tags/tag462.xml"/><Relationship Id="rId10" Type="http://schemas.openxmlformats.org/officeDocument/2006/relationships/tags" Target="../tags/tag461.xml"/><Relationship Id="rId1" Type="http://schemas.openxmlformats.org/officeDocument/2006/relationships/tags" Target="../tags/tag45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91.xml"/><Relationship Id="rId8" Type="http://schemas.openxmlformats.org/officeDocument/2006/relationships/tags" Target="../tags/tag490.xml"/><Relationship Id="rId7" Type="http://schemas.openxmlformats.org/officeDocument/2006/relationships/tags" Target="../tags/tag489.xml"/><Relationship Id="rId6" Type="http://schemas.openxmlformats.org/officeDocument/2006/relationships/tags" Target="../tags/tag488.xml"/><Relationship Id="rId5" Type="http://schemas.openxmlformats.org/officeDocument/2006/relationships/tags" Target="../tags/tag487.xml"/><Relationship Id="rId45" Type="http://schemas.openxmlformats.org/officeDocument/2006/relationships/slideLayout" Target="../slideLayouts/slideLayout7.xml"/><Relationship Id="rId44" Type="http://schemas.openxmlformats.org/officeDocument/2006/relationships/tags" Target="../tags/tag525.xml"/><Relationship Id="rId43" Type="http://schemas.openxmlformats.org/officeDocument/2006/relationships/slide" Target="slide2.xml"/><Relationship Id="rId42" Type="http://schemas.openxmlformats.org/officeDocument/2006/relationships/tags" Target="../tags/tag524.xml"/><Relationship Id="rId41" Type="http://schemas.openxmlformats.org/officeDocument/2006/relationships/tags" Target="../tags/tag523.xml"/><Relationship Id="rId40" Type="http://schemas.openxmlformats.org/officeDocument/2006/relationships/tags" Target="../tags/tag522.xml"/><Relationship Id="rId4" Type="http://schemas.openxmlformats.org/officeDocument/2006/relationships/tags" Target="../tags/tag486.xml"/><Relationship Id="rId39" Type="http://schemas.openxmlformats.org/officeDocument/2006/relationships/tags" Target="../tags/tag521.xml"/><Relationship Id="rId38" Type="http://schemas.openxmlformats.org/officeDocument/2006/relationships/tags" Target="../tags/tag520.xml"/><Relationship Id="rId37" Type="http://schemas.openxmlformats.org/officeDocument/2006/relationships/tags" Target="../tags/tag519.xml"/><Relationship Id="rId36" Type="http://schemas.openxmlformats.org/officeDocument/2006/relationships/tags" Target="../tags/tag518.xml"/><Relationship Id="rId35" Type="http://schemas.openxmlformats.org/officeDocument/2006/relationships/tags" Target="../tags/tag517.xml"/><Relationship Id="rId34" Type="http://schemas.openxmlformats.org/officeDocument/2006/relationships/tags" Target="../tags/tag516.xml"/><Relationship Id="rId33" Type="http://schemas.openxmlformats.org/officeDocument/2006/relationships/tags" Target="../tags/tag515.xml"/><Relationship Id="rId32" Type="http://schemas.openxmlformats.org/officeDocument/2006/relationships/tags" Target="../tags/tag514.xml"/><Relationship Id="rId31" Type="http://schemas.openxmlformats.org/officeDocument/2006/relationships/tags" Target="../tags/tag513.xml"/><Relationship Id="rId30" Type="http://schemas.openxmlformats.org/officeDocument/2006/relationships/tags" Target="../tags/tag512.xml"/><Relationship Id="rId3" Type="http://schemas.openxmlformats.org/officeDocument/2006/relationships/tags" Target="../tags/tag485.xml"/><Relationship Id="rId29" Type="http://schemas.openxmlformats.org/officeDocument/2006/relationships/tags" Target="../tags/tag511.xml"/><Relationship Id="rId28" Type="http://schemas.openxmlformats.org/officeDocument/2006/relationships/tags" Target="../tags/tag510.xml"/><Relationship Id="rId27" Type="http://schemas.openxmlformats.org/officeDocument/2006/relationships/tags" Target="../tags/tag509.xml"/><Relationship Id="rId26" Type="http://schemas.openxmlformats.org/officeDocument/2006/relationships/tags" Target="../tags/tag508.xml"/><Relationship Id="rId25" Type="http://schemas.openxmlformats.org/officeDocument/2006/relationships/tags" Target="../tags/tag507.xml"/><Relationship Id="rId24" Type="http://schemas.openxmlformats.org/officeDocument/2006/relationships/tags" Target="../tags/tag506.xml"/><Relationship Id="rId23" Type="http://schemas.openxmlformats.org/officeDocument/2006/relationships/tags" Target="../tags/tag505.xml"/><Relationship Id="rId22" Type="http://schemas.openxmlformats.org/officeDocument/2006/relationships/tags" Target="../tags/tag504.xml"/><Relationship Id="rId21" Type="http://schemas.openxmlformats.org/officeDocument/2006/relationships/tags" Target="../tags/tag503.xml"/><Relationship Id="rId20" Type="http://schemas.openxmlformats.org/officeDocument/2006/relationships/tags" Target="../tags/tag502.xml"/><Relationship Id="rId2" Type="http://schemas.openxmlformats.org/officeDocument/2006/relationships/tags" Target="../tags/tag484.xml"/><Relationship Id="rId19" Type="http://schemas.openxmlformats.org/officeDocument/2006/relationships/tags" Target="../tags/tag501.xml"/><Relationship Id="rId18" Type="http://schemas.openxmlformats.org/officeDocument/2006/relationships/tags" Target="../tags/tag500.xml"/><Relationship Id="rId17" Type="http://schemas.openxmlformats.org/officeDocument/2006/relationships/tags" Target="../tags/tag499.xml"/><Relationship Id="rId16" Type="http://schemas.openxmlformats.org/officeDocument/2006/relationships/tags" Target="../tags/tag498.xml"/><Relationship Id="rId15" Type="http://schemas.openxmlformats.org/officeDocument/2006/relationships/tags" Target="../tags/tag497.xml"/><Relationship Id="rId14" Type="http://schemas.openxmlformats.org/officeDocument/2006/relationships/tags" Target="../tags/tag496.xml"/><Relationship Id="rId13" Type="http://schemas.openxmlformats.org/officeDocument/2006/relationships/tags" Target="../tags/tag495.xml"/><Relationship Id="rId12" Type="http://schemas.openxmlformats.org/officeDocument/2006/relationships/tags" Target="../tags/tag494.xml"/><Relationship Id="rId11" Type="http://schemas.openxmlformats.org/officeDocument/2006/relationships/tags" Target="../tags/tag493.xml"/><Relationship Id="rId10" Type="http://schemas.openxmlformats.org/officeDocument/2006/relationships/tags" Target="../tags/tag492.xml"/><Relationship Id="rId1" Type="http://schemas.openxmlformats.org/officeDocument/2006/relationships/tags" Target="../tags/tag483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529.xml"/><Relationship Id="rId4" Type="http://schemas.openxmlformats.org/officeDocument/2006/relationships/slide" Target="slide16.xml"/><Relationship Id="rId3" Type="http://schemas.openxmlformats.org/officeDocument/2006/relationships/tags" Target="../tags/tag528.xml"/><Relationship Id="rId2" Type="http://schemas.openxmlformats.org/officeDocument/2006/relationships/tags" Target="../tags/tag527.xml"/><Relationship Id="rId1" Type="http://schemas.openxmlformats.org/officeDocument/2006/relationships/tags" Target="../tags/tag526.xml"/></Relationships>
</file>

<file path=ppt/slides/_rels/slide12.xml.rels><?xml version="1.0" encoding="UTF-8" standalone="yes"?>
<Relationships xmlns="http://schemas.openxmlformats.org/package/2006/relationships"><Relationship Id="rId99" Type="http://schemas.openxmlformats.org/officeDocument/2006/relationships/tags" Target="../tags/tag628.xml"/><Relationship Id="rId98" Type="http://schemas.openxmlformats.org/officeDocument/2006/relationships/tags" Target="../tags/tag627.xml"/><Relationship Id="rId97" Type="http://schemas.openxmlformats.org/officeDocument/2006/relationships/tags" Target="../tags/tag626.xml"/><Relationship Id="rId96" Type="http://schemas.openxmlformats.org/officeDocument/2006/relationships/tags" Target="../tags/tag625.xml"/><Relationship Id="rId95" Type="http://schemas.openxmlformats.org/officeDocument/2006/relationships/tags" Target="../tags/tag624.xml"/><Relationship Id="rId94" Type="http://schemas.openxmlformats.org/officeDocument/2006/relationships/tags" Target="../tags/tag623.xml"/><Relationship Id="rId93" Type="http://schemas.openxmlformats.org/officeDocument/2006/relationships/tags" Target="../tags/tag622.xml"/><Relationship Id="rId92" Type="http://schemas.openxmlformats.org/officeDocument/2006/relationships/tags" Target="../tags/tag621.xml"/><Relationship Id="rId91" Type="http://schemas.openxmlformats.org/officeDocument/2006/relationships/tags" Target="../tags/tag620.xml"/><Relationship Id="rId90" Type="http://schemas.openxmlformats.org/officeDocument/2006/relationships/tags" Target="../tags/tag619.xml"/><Relationship Id="rId9" Type="http://schemas.openxmlformats.org/officeDocument/2006/relationships/tags" Target="../tags/tag538.xml"/><Relationship Id="rId89" Type="http://schemas.openxmlformats.org/officeDocument/2006/relationships/tags" Target="../tags/tag618.xml"/><Relationship Id="rId88" Type="http://schemas.openxmlformats.org/officeDocument/2006/relationships/tags" Target="../tags/tag617.xml"/><Relationship Id="rId87" Type="http://schemas.openxmlformats.org/officeDocument/2006/relationships/tags" Target="../tags/tag616.xml"/><Relationship Id="rId86" Type="http://schemas.openxmlformats.org/officeDocument/2006/relationships/tags" Target="../tags/tag615.xml"/><Relationship Id="rId85" Type="http://schemas.openxmlformats.org/officeDocument/2006/relationships/tags" Target="../tags/tag614.xml"/><Relationship Id="rId84" Type="http://schemas.openxmlformats.org/officeDocument/2006/relationships/tags" Target="../tags/tag613.xml"/><Relationship Id="rId83" Type="http://schemas.openxmlformats.org/officeDocument/2006/relationships/tags" Target="../tags/tag612.xml"/><Relationship Id="rId82" Type="http://schemas.openxmlformats.org/officeDocument/2006/relationships/tags" Target="../tags/tag611.xml"/><Relationship Id="rId81" Type="http://schemas.openxmlformats.org/officeDocument/2006/relationships/tags" Target="../tags/tag610.xml"/><Relationship Id="rId80" Type="http://schemas.openxmlformats.org/officeDocument/2006/relationships/tags" Target="../tags/tag609.xml"/><Relationship Id="rId8" Type="http://schemas.openxmlformats.org/officeDocument/2006/relationships/tags" Target="../tags/tag537.xml"/><Relationship Id="rId79" Type="http://schemas.openxmlformats.org/officeDocument/2006/relationships/tags" Target="../tags/tag608.xml"/><Relationship Id="rId78" Type="http://schemas.openxmlformats.org/officeDocument/2006/relationships/tags" Target="../tags/tag607.xml"/><Relationship Id="rId77" Type="http://schemas.openxmlformats.org/officeDocument/2006/relationships/tags" Target="../tags/tag606.xml"/><Relationship Id="rId76" Type="http://schemas.openxmlformats.org/officeDocument/2006/relationships/tags" Target="../tags/tag605.xml"/><Relationship Id="rId75" Type="http://schemas.openxmlformats.org/officeDocument/2006/relationships/tags" Target="../tags/tag604.xml"/><Relationship Id="rId74" Type="http://schemas.openxmlformats.org/officeDocument/2006/relationships/tags" Target="../tags/tag603.xml"/><Relationship Id="rId73" Type="http://schemas.openxmlformats.org/officeDocument/2006/relationships/tags" Target="../tags/tag602.xml"/><Relationship Id="rId72" Type="http://schemas.openxmlformats.org/officeDocument/2006/relationships/tags" Target="../tags/tag601.xml"/><Relationship Id="rId71" Type="http://schemas.openxmlformats.org/officeDocument/2006/relationships/tags" Target="../tags/tag600.xml"/><Relationship Id="rId70" Type="http://schemas.openxmlformats.org/officeDocument/2006/relationships/tags" Target="../tags/tag599.xml"/><Relationship Id="rId7" Type="http://schemas.openxmlformats.org/officeDocument/2006/relationships/tags" Target="../tags/tag536.xml"/><Relationship Id="rId69" Type="http://schemas.openxmlformats.org/officeDocument/2006/relationships/tags" Target="../tags/tag598.xml"/><Relationship Id="rId68" Type="http://schemas.openxmlformats.org/officeDocument/2006/relationships/tags" Target="../tags/tag597.xml"/><Relationship Id="rId67" Type="http://schemas.openxmlformats.org/officeDocument/2006/relationships/tags" Target="../tags/tag596.xml"/><Relationship Id="rId66" Type="http://schemas.openxmlformats.org/officeDocument/2006/relationships/tags" Target="../tags/tag595.xml"/><Relationship Id="rId65" Type="http://schemas.openxmlformats.org/officeDocument/2006/relationships/tags" Target="../tags/tag594.xml"/><Relationship Id="rId64" Type="http://schemas.openxmlformats.org/officeDocument/2006/relationships/tags" Target="../tags/tag593.xml"/><Relationship Id="rId63" Type="http://schemas.openxmlformats.org/officeDocument/2006/relationships/tags" Target="../tags/tag592.xml"/><Relationship Id="rId62" Type="http://schemas.openxmlformats.org/officeDocument/2006/relationships/tags" Target="../tags/tag591.xml"/><Relationship Id="rId61" Type="http://schemas.openxmlformats.org/officeDocument/2006/relationships/tags" Target="../tags/tag590.xml"/><Relationship Id="rId60" Type="http://schemas.openxmlformats.org/officeDocument/2006/relationships/tags" Target="../tags/tag589.xml"/><Relationship Id="rId6" Type="http://schemas.openxmlformats.org/officeDocument/2006/relationships/tags" Target="../tags/tag535.xml"/><Relationship Id="rId59" Type="http://schemas.openxmlformats.org/officeDocument/2006/relationships/tags" Target="../tags/tag588.xml"/><Relationship Id="rId58" Type="http://schemas.openxmlformats.org/officeDocument/2006/relationships/tags" Target="../tags/tag587.xml"/><Relationship Id="rId57" Type="http://schemas.openxmlformats.org/officeDocument/2006/relationships/tags" Target="../tags/tag586.xml"/><Relationship Id="rId56" Type="http://schemas.openxmlformats.org/officeDocument/2006/relationships/tags" Target="../tags/tag585.xml"/><Relationship Id="rId55" Type="http://schemas.openxmlformats.org/officeDocument/2006/relationships/tags" Target="../tags/tag584.xml"/><Relationship Id="rId54" Type="http://schemas.openxmlformats.org/officeDocument/2006/relationships/tags" Target="../tags/tag583.xml"/><Relationship Id="rId53" Type="http://schemas.openxmlformats.org/officeDocument/2006/relationships/tags" Target="../tags/tag582.xml"/><Relationship Id="rId52" Type="http://schemas.openxmlformats.org/officeDocument/2006/relationships/tags" Target="../tags/tag581.xml"/><Relationship Id="rId51" Type="http://schemas.openxmlformats.org/officeDocument/2006/relationships/tags" Target="../tags/tag580.xml"/><Relationship Id="rId50" Type="http://schemas.openxmlformats.org/officeDocument/2006/relationships/tags" Target="../tags/tag579.xml"/><Relationship Id="rId5" Type="http://schemas.openxmlformats.org/officeDocument/2006/relationships/tags" Target="../tags/tag534.xml"/><Relationship Id="rId49" Type="http://schemas.openxmlformats.org/officeDocument/2006/relationships/tags" Target="../tags/tag578.xml"/><Relationship Id="rId48" Type="http://schemas.openxmlformats.org/officeDocument/2006/relationships/tags" Target="../tags/tag577.xml"/><Relationship Id="rId47" Type="http://schemas.openxmlformats.org/officeDocument/2006/relationships/tags" Target="../tags/tag576.xml"/><Relationship Id="rId46" Type="http://schemas.openxmlformats.org/officeDocument/2006/relationships/tags" Target="../tags/tag575.xml"/><Relationship Id="rId45" Type="http://schemas.openxmlformats.org/officeDocument/2006/relationships/tags" Target="../tags/tag574.xml"/><Relationship Id="rId44" Type="http://schemas.openxmlformats.org/officeDocument/2006/relationships/tags" Target="../tags/tag573.xml"/><Relationship Id="rId43" Type="http://schemas.openxmlformats.org/officeDocument/2006/relationships/tags" Target="../tags/tag572.xml"/><Relationship Id="rId42" Type="http://schemas.openxmlformats.org/officeDocument/2006/relationships/tags" Target="../tags/tag571.xml"/><Relationship Id="rId41" Type="http://schemas.openxmlformats.org/officeDocument/2006/relationships/tags" Target="../tags/tag570.xml"/><Relationship Id="rId40" Type="http://schemas.openxmlformats.org/officeDocument/2006/relationships/tags" Target="../tags/tag569.xml"/><Relationship Id="rId4" Type="http://schemas.openxmlformats.org/officeDocument/2006/relationships/tags" Target="../tags/tag533.xml"/><Relationship Id="rId39" Type="http://schemas.openxmlformats.org/officeDocument/2006/relationships/tags" Target="../tags/tag568.xml"/><Relationship Id="rId38" Type="http://schemas.openxmlformats.org/officeDocument/2006/relationships/tags" Target="../tags/tag567.xml"/><Relationship Id="rId37" Type="http://schemas.openxmlformats.org/officeDocument/2006/relationships/tags" Target="../tags/tag566.xml"/><Relationship Id="rId36" Type="http://schemas.openxmlformats.org/officeDocument/2006/relationships/tags" Target="../tags/tag565.xml"/><Relationship Id="rId35" Type="http://schemas.openxmlformats.org/officeDocument/2006/relationships/tags" Target="../tags/tag564.xml"/><Relationship Id="rId34" Type="http://schemas.openxmlformats.org/officeDocument/2006/relationships/tags" Target="../tags/tag563.xml"/><Relationship Id="rId33" Type="http://schemas.openxmlformats.org/officeDocument/2006/relationships/tags" Target="../tags/tag562.xml"/><Relationship Id="rId32" Type="http://schemas.openxmlformats.org/officeDocument/2006/relationships/tags" Target="../tags/tag561.xml"/><Relationship Id="rId31" Type="http://schemas.openxmlformats.org/officeDocument/2006/relationships/tags" Target="../tags/tag560.xml"/><Relationship Id="rId30" Type="http://schemas.openxmlformats.org/officeDocument/2006/relationships/tags" Target="../tags/tag559.xml"/><Relationship Id="rId3" Type="http://schemas.openxmlformats.org/officeDocument/2006/relationships/tags" Target="../tags/tag532.xml"/><Relationship Id="rId29" Type="http://schemas.openxmlformats.org/officeDocument/2006/relationships/tags" Target="../tags/tag558.xml"/><Relationship Id="rId28" Type="http://schemas.openxmlformats.org/officeDocument/2006/relationships/tags" Target="../tags/tag557.xml"/><Relationship Id="rId27" Type="http://schemas.openxmlformats.org/officeDocument/2006/relationships/tags" Target="../tags/tag556.xml"/><Relationship Id="rId26" Type="http://schemas.openxmlformats.org/officeDocument/2006/relationships/tags" Target="../tags/tag555.xml"/><Relationship Id="rId25" Type="http://schemas.openxmlformats.org/officeDocument/2006/relationships/tags" Target="../tags/tag554.xml"/><Relationship Id="rId24" Type="http://schemas.openxmlformats.org/officeDocument/2006/relationships/tags" Target="../tags/tag553.xml"/><Relationship Id="rId23" Type="http://schemas.openxmlformats.org/officeDocument/2006/relationships/tags" Target="../tags/tag552.xml"/><Relationship Id="rId22" Type="http://schemas.openxmlformats.org/officeDocument/2006/relationships/tags" Target="../tags/tag551.xml"/><Relationship Id="rId21" Type="http://schemas.openxmlformats.org/officeDocument/2006/relationships/tags" Target="../tags/tag550.xml"/><Relationship Id="rId20" Type="http://schemas.openxmlformats.org/officeDocument/2006/relationships/tags" Target="../tags/tag549.xml"/><Relationship Id="rId2" Type="http://schemas.openxmlformats.org/officeDocument/2006/relationships/tags" Target="../tags/tag531.xml"/><Relationship Id="rId19" Type="http://schemas.openxmlformats.org/officeDocument/2006/relationships/tags" Target="../tags/tag548.xml"/><Relationship Id="rId18" Type="http://schemas.openxmlformats.org/officeDocument/2006/relationships/tags" Target="../tags/tag547.xml"/><Relationship Id="rId17" Type="http://schemas.openxmlformats.org/officeDocument/2006/relationships/tags" Target="../tags/tag546.xml"/><Relationship Id="rId16" Type="http://schemas.openxmlformats.org/officeDocument/2006/relationships/tags" Target="../tags/tag545.xml"/><Relationship Id="rId15" Type="http://schemas.openxmlformats.org/officeDocument/2006/relationships/tags" Target="../tags/tag544.xml"/><Relationship Id="rId14" Type="http://schemas.openxmlformats.org/officeDocument/2006/relationships/tags" Target="../tags/tag543.xml"/><Relationship Id="rId13" Type="http://schemas.openxmlformats.org/officeDocument/2006/relationships/tags" Target="../tags/tag542.xml"/><Relationship Id="rId121" Type="http://schemas.openxmlformats.org/officeDocument/2006/relationships/slideLayout" Target="../slideLayouts/slideLayout7.xml"/><Relationship Id="rId120" Type="http://schemas.openxmlformats.org/officeDocument/2006/relationships/tags" Target="../tags/tag649.xml"/><Relationship Id="rId12" Type="http://schemas.openxmlformats.org/officeDocument/2006/relationships/tags" Target="../tags/tag541.xml"/><Relationship Id="rId119" Type="http://schemas.openxmlformats.org/officeDocument/2006/relationships/tags" Target="../tags/tag648.xml"/><Relationship Id="rId118" Type="http://schemas.openxmlformats.org/officeDocument/2006/relationships/tags" Target="../tags/tag647.xml"/><Relationship Id="rId117" Type="http://schemas.openxmlformats.org/officeDocument/2006/relationships/tags" Target="../tags/tag646.xml"/><Relationship Id="rId116" Type="http://schemas.openxmlformats.org/officeDocument/2006/relationships/tags" Target="../tags/tag645.xml"/><Relationship Id="rId115" Type="http://schemas.openxmlformats.org/officeDocument/2006/relationships/tags" Target="../tags/tag644.xml"/><Relationship Id="rId114" Type="http://schemas.openxmlformats.org/officeDocument/2006/relationships/tags" Target="../tags/tag643.xml"/><Relationship Id="rId113" Type="http://schemas.openxmlformats.org/officeDocument/2006/relationships/tags" Target="../tags/tag642.xml"/><Relationship Id="rId112" Type="http://schemas.openxmlformats.org/officeDocument/2006/relationships/tags" Target="../tags/tag641.xml"/><Relationship Id="rId111" Type="http://schemas.openxmlformats.org/officeDocument/2006/relationships/tags" Target="../tags/tag640.xml"/><Relationship Id="rId110" Type="http://schemas.openxmlformats.org/officeDocument/2006/relationships/tags" Target="../tags/tag639.xml"/><Relationship Id="rId11" Type="http://schemas.openxmlformats.org/officeDocument/2006/relationships/tags" Target="../tags/tag540.xml"/><Relationship Id="rId109" Type="http://schemas.openxmlformats.org/officeDocument/2006/relationships/tags" Target="../tags/tag638.xml"/><Relationship Id="rId108" Type="http://schemas.openxmlformats.org/officeDocument/2006/relationships/tags" Target="../tags/tag637.xml"/><Relationship Id="rId107" Type="http://schemas.openxmlformats.org/officeDocument/2006/relationships/tags" Target="../tags/tag636.xml"/><Relationship Id="rId106" Type="http://schemas.openxmlformats.org/officeDocument/2006/relationships/tags" Target="../tags/tag635.xml"/><Relationship Id="rId105" Type="http://schemas.openxmlformats.org/officeDocument/2006/relationships/tags" Target="../tags/tag634.xml"/><Relationship Id="rId104" Type="http://schemas.openxmlformats.org/officeDocument/2006/relationships/tags" Target="../tags/tag633.xml"/><Relationship Id="rId103" Type="http://schemas.openxmlformats.org/officeDocument/2006/relationships/tags" Target="../tags/tag632.xml"/><Relationship Id="rId102" Type="http://schemas.openxmlformats.org/officeDocument/2006/relationships/tags" Target="../tags/tag631.xml"/><Relationship Id="rId101" Type="http://schemas.openxmlformats.org/officeDocument/2006/relationships/tags" Target="../tags/tag630.xml"/><Relationship Id="rId100" Type="http://schemas.openxmlformats.org/officeDocument/2006/relationships/tags" Target="../tags/tag629.xml"/><Relationship Id="rId10" Type="http://schemas.openxmlformats.org/officeDocument/2006/relationships/tags" Target="../tags/tag539.xml"/><Relationship Id="rId1" Type="http://schemas.openxmlformats.org/officeDocument/2006/relationships/tags" Target="../tags/tag530.xml"/></Relationships>
</file>

<file path=ppt/slides/_rels/slide13.xml.rels><?xml version="1.0" encoding="UTF-8" standalone="yes"?>
<Relationships xmlns="http://schemas.openxmlformats.org/package/2006/relationships"><Relationship Id="rId99" Type="http://schemas.openxmlformats.org/officeDocument/2006/relationships/tags" Target="../tags/tag748.xml"/><Relationship Id="rId98" Type="http://schemas.openxmlformats.org/officeDocument/2006/relationships/tags" Target="../tags/tag747.xml"/><Relationship Id="rId97" Type="http://schemas.openxmlformats.org/officeDocument/2006/relationships/tags" Target="../tags/tag746.xml"/><Relationship Id="rId96" Type="http://schemas.openxmlformats.org/officeDocument/2006/relationships/tags" Target="../tags/tag745.xml"/><Relationship Id="rId95" Type="http://schemas.openxmlformats.org/officeDocument/2006/relationships/tags" Target="../tags/tag744.xml"/><Relationship Id="rId94" Type="http://schemas.openxmlformats.org/officeDocument/2006/relationships/tags" Target="../tags/tag743.xml"/><Relationship Id="rId93" Type="http://schemas.openxmlformats.org/officeDocument/2006/relationships/tags" Target="../tags/tag742.xml"/><Relationship Id="rId92" Type="http://schemas.openxmlformats.org/officeDocument/2006/relationships/tags" Target="../tags/tag741.xml"/><Relationship Id="rId91" Type="http://schemas.openxmlformats.org/officeDocument/2006/relationships/tags" Target="../tags/tag740.xml"/><Relationship Id="rId90" Type="http://schemas.openxmlformats.org/officeDocument/2006/relationships/tags" Target="../tags/tag739.xml"/><Relationship Id="rId9" Type="http://schemas.openxmlformats.org/officeDocument/2006/relationships/tags" Target="../tags/tag658.xml"/><Relationship Id="rId89" Type="http://schemas.openxmlformats.org/officeDocument/2006/relationships/tags" Target="../tags/tag738.xml"/><Relationship Id="rId88" Type="http://schemas.openxmlformats.org/officeDocument/2006/relationships/tags" Target="../tags/tag737.xml"/><Relationship Id="rId87" Type="http://schemas.openxmlformats.org/officeDocument/2006/relationships/tags" Target="../tags/tag736.xml"/><Relationship Id="rId86" Type="http://schemas.openxmlformats.org/officeDocument/2006/relationships/tags" Target="../tags/tag735.xml"/><Relationship Id="rId85" Type="http://schemas.openxmlformats.org/officeDocument/2006/relationships/tags" Target="../tags/tag734.xml"/><Relationship Id="rId84" Type="http://schemas.openxmlformats.org/officeDocument/2006/relationships/tags" Target="../tags/tag733.xml"/><Relationship Id="rId83" Type="http://schemas.openxmlformats.org/officeDocument/2006/relationships/tags" Target="../tags/tag732.xml"/><Relationship Id="rId82" Type="http://schemas.openxmlformats.org/officeDocument/2006/relationships/tags" Target="../tags/tag731.xml"/><Relationship Id="rId81" Type="http://schemas.openxmlformats.org/officeDocument/2006/relationships/tags" Target="../tags/tag730.xml"/><Relationship Id="rId80" Type="http://schemas.openxmlformats.org/officeDocument/2006/relationships/tags" Target="../tags/tag729.xml"/><Relationship Id="rId8" Type="http://schemas.openxmlformats.org/officeDocument/2006/relationships/tags" Target="../tags/tag657.xml"/><Relationship Id="rId79" Type="http://schemas.openxmlformats.org/officeDocument/2006/relationships/tags" Target="../tags/tag728.xml"/><Relationship Id="rId78" Type="http://schemas.openxmlformats.org/officeDocument/2006/relationships/tags" Target="../tags/tag727.xml"/><Relationship Id="rId77" Type="http://schemas.openxmlformats.org/officeDocument/2006/relationships/tags" Target="../tags/tag726.xml"/><Relationship Id="rId76" Type="http://schemas.openxmlformats.org/officeDocument/2006/relationships/tags" Target="../tags/tag725.xml"/><Relationship Id="rId75" Type="http://schemas.openxmlformats.org/officeDocument/2006/relationships/tags" Target="../tags/tag724.xml"/><Relationship Id="rId74" Type="http://schemas.openxmlformats.org/officeDocument/2006/relationships/tags" Target="../tags/tag723.xml"/><Relationship Id="rId73" Type="http://schemas.openxmlformats.org/officeDocument/2006/relationships/tags" Target="../tags/tag722.xml"/><Relationship Id="rId72" Type="http://schemas.openxmlformats.org/officeDocument/2006/relationships/tags" Target="../tags/tag721.xml"/><Relationship Id="rId71" Type="http://schemas.openxmlformats.org/officeDocument/2006/relationships/tags" Target="../tags/tag720.xml"/><Relationship Id="rId70" Type="http://schemas.openxmlformats.org/officeDocument/2006/relationships/tags" Target="../tags/tag719.xml"/><Relationship Id="rId7" Type="http://schemas.openxmlformats.org/officeDocument/2006/relationships/tags" Target="../tags/tag656.xml"/><Relationship Id="rId69" Type="http://schemas.openxmlformats.org/officeDocument/2006/relationships/tags" Target="../tags/tag718.xml"/><Relationship Id="rId68" Type="http://schemas.openxmlformats.org/officeDocument/2006/relationships/tags" Target="../tags/tag717.xml"/><Relationship Id="rId67" Type="http://schemas.openxmlformats.org/officeDocument/2006/relationships/tags" Target="../tags/tag716.xml"/><Relationship Id="rId66" Type="http://schemas.openxmlformats.org/officeDocument/2006/relationships/tags" Target="../tags/tag715.xml"/><Relationship Id="rId65" Type="http://schemas.openxmlformats.org/officeDocument/2006/relationships/tags" Target="../tags/tag714.xml"/><Relationship Id="rId64" Type="http://schemas.openxmlformats.org/officeDocument/2006/relationships/tags" Target="../tags/tag713.xml"/><Relationship Id="rId63" Type="http://schemas.openxmlformats.org/officeDocument/2006/relationships/tags" Target="../tags/tag712.xml"/><Relationship Id="rId62" Type="http://schemas.openxmlformats.org/officeDocument/2006/relationships/tags" Target="../tags/tag711.xml"/><Relationship Id="rId61" Type="http://schemas.openxmlformats.org/officeDocument/2006/relationships/tags" Target="../tags/tag710.xml"/><Relationship Id="rId60" Type="http://schemas.openxmlformats.org/officeDocument/2006/relationships/tags" Target="../tags/tag709.xml"/><Relationship Id="rId6" Type="http://schemas.openxmlformats.org/officeDocument/2006/relationships/tags" Target="../tags/tag655.xml"/><Relationship Id="rId59" Type="http://schemas.openxmlformats.org/officeDocument/2006/relationships/tags" Target="../tags/tag708.xml"/><Relationship Id="rId58" Type="http://schemas.openxmlformats.org/officeDocument/2006/relationships/tags" Target="../tags/tag707.xml"/><Relationship Id="rId57" Type="http://schemas.openxmlformats.org/officeDocument/2006/relationships/tags" Target="../tags/tag706.xml"/><Relationship Id="rId56" Type="http://schemas.openxmlformats.org/officeDocument/2006/relationships/tags" Target="../tags/tag705.xml"/><Relationship Id="rId55" Type="http://schemas.openxmlformats.org/officeDocument/2006/relationships/tags" Target="../tags/tag704.xml"/><Relationship Id="rId54" Type="http://schemas.openxmlformats.org/officeDocument/2006/relationships/tags" Target="../tags/tag703.xml"/><Relationship Id="rId53" Type="http://schemas.openxmlformats.org/officeDocument/2006/relationships/tags" Target="../tags/tag702.xml"/><Relationship Id="rId52" Type="http://schemas.openxmlformats.org/officeDocument/2006/relationships/tags" Target="../tags/tag701.xml"/><Relationship Id="rId51" Type="http://schemas.openxmlformats.org/officeDocument/2006/relationships/tags" Target="../tags/tag700.xml"/><Relationship Id="rId50" Type="http://schemas.openxmlformats.org/officeDocument/2006/relationships/tags" Target="../tags/tag699.xml"/><Relationship Id="rId5" Type="http://schemas.openxmlformats.org/officeDocument/2006/relationships/tags" Target="../tags/tag654.xml"/><Relationship Id="rId49" Type="http://schemas.openxmlformats.org/officeDocument/2006/relationships/tags" Target="../tags/tag698.xml"/><Relationship Id="rId48" Type="http://schemas.openxmlformats.org/officeDocument/2006/relationships/tags" Target="../tags/tag697.xml"/><Relationship Id="rId47" Type="http://schemas.openxmlformats.org/officeDocument/2006/relationships/tags" Target="../tags/tag696.xml"/><Relationship Id="rId46" Type="http://schemas.openxmlformats.org/officeDocument/2006/relationships/tags" Target="../tags/tag695.xml"/><Relationship Id="rId45" Type="http://schemas.openxmlformats.org/officeDocument/2006/relationships/tags" Target="../tags/tag694.xml"/><Relationship Id="rId44" Type="http://schemas.openxmlformats.org/officeDocument/2006/relationships/tags" Target="../tags/tag693.xml"/><Relationship Id="rId43" Type="http://schemas.openxmlformats.org/officeDocument/2006/relationships/tags" Target="../tags/tag692.xml"/><Relationship Id="rId42" Type="http://schemas.openxmlformats.org/officeDocument/2006/relationships/tags" Target="../tags/tag691.xml"/><Relationship Id="rId41" Type="http://schemas.openxmlformats.org/officeDocument/2006/relationships/tags" Target="../tags/tag690.xml"/><Relationship Id="rId40" Type="http://schemas.openxmlformats.org/officeDocument/2006/relationships/tags" Target="../tags/tag689.xml"/><Relationship Id="rId4" Type="http://schemas.openxmlformats.org/officeDocument/2006/relationships/tags" Target="../tags/tag653.xml"/><Relationship Id="rId39" Type="http://schemas.openxmlformats.org/officeDocument/2006/relationships/tags" Target="../tags/tag688.xml"/><Relationship Id="rId38" Type="http://schemas.openxmlformats.org/officeDocument/2006/relationships/tags" Target="../tags/tag687.xml"/><Relationship Id="rId37" Type="http://schemas.openxmlformats.org/officeDocument/2006/relationships/tags" Target="../tags/tag686.xml"/><Relationship Id="rId36" Type="http://schemas.openxmlformats.org/officeDocument/2006/relationships/tags" Target="../tags/tag685.xml"/><Relationship Id="rId35" Type="http://schemas.openxmlformats.org/officeDocument/2006/relationships/tags" Target="../tags/tag684.xml"/><Relationship Id="rId34" Type="http://schemas.openxmlformats.org/officeDocument/2006/relationships/tags" Target="../tags/tag683.xml"/><Relationship Id="rId33" Type="http://schemas.openxmlformats.org/officeDocument/2006/relationships/tags" Target="../tags/tag682.xml"/><Relationship Id="rId32" Type="http://schemas.openxmlformats.org/officeDocument/2006/relationships/tags" Target="../tags/tag681.xml"/><Relationship Id="rId31" Type="http://schemas.openxmlformats.org/officeDocument/2006/relationships/tags" Target="../tags/tag680.xml"/><Relationship Id="rId30" Type="http://schemas.openxmlformats.org/officeDocument/2006/relationships/tags" Target="../tags/tag679.xml"/><Relationship Id="rId3" Type="http://schemas.openxmlformats.org/officeDocument/2006/relationships/tags" Target="../tags/tag652.xml"/><Relationship Id="rId29" Type="http://schemas.openxmlformats.org/officeDocument/2006/relationships/tags" Target="../tags/tag678.xml"/><Relationship Id="rId28" Type="http://schemas.openxmlformats.org/officeDocument/2006/relationships/tags" Target="../tags/tag677.xml"/><Relationship Id="rId27" Type="http://schemas.openxmlformats.org/officeDocument/2006/relationships/tags" Target="../tags/tag676.xml"/><Relationship Id="rId26" Type="http://schemas.openxmlformats.org/officeDocument/2006/relationships/tags" Target="../tags/tag675.xml"/><Relationship Id="rId25" Type="http://schemas.openxmlformats.org/officeDocument/2006/relationships/tags" Target="../tags/tag674.xml"/><Relationship Id="rId24" Type="http://schemas.openxmlformats.org/officeDocument/2006/relationships/tags" Target="../tags/tag673.xml"/><Relationship Id="rId23" Type="http://schemas.openxmlformats.org/officeDocument/2006/relationships/tags" Target="../tags/tag672.xml"/><Relationship Id="rId22" Type="http://schemas.openxmlformats.org/officeDocument/2006/relationships/tags" Target="../tags/tag671.xml"/><Relationship Id="rId21" Type="http://schemas.openxmlformats.org/officeDocument/2006/relationships/tags" Target="../tags/tag670.xml"/><Relationship Id="rId20" Type="http://schemas.openxmlformats.org/officeDocument/2006/relationships/tags" Target="../tags/tag669.xml"/><Relationship Id="rId2" Type="http://schemas.openxmlformats.org/officeDocument/2006/relationships/tags" Target="../tags/tag651.xml"/><Relationship Id="rId195" Type="http://schemas.openxmlformats.org/officeDocument/2006/relationships/slideLayout" Target="../slideLayouts/slideLayout7.xml"/><Relationship Id="rId194" Type="http://schemas.openxmlformats.org/officeDocument/2006/relationships/tags" Target="../tags/tag843.xml"/><Relationship Id="rId193" Type="http://schemas.openxmlformats.org/officeDocument/2006/relationships/tags" Target="../tags/tag842.xml"/><Relationship Id="rId192" Type="http://schemas.openxmlformats.org/officeDocument/2006/relationships/tags" Target="../tags/tag841.xml"/><Relationship Id="rId191" Type="http://schemas.openxmlformats.org/officeDocument/2006/relationships/tags" Target="../tags/tag840.xml"/><Relationship Id="rId190" Type="http://schemas.openxmlformats.org/officeDocument/2006/relationships/tags" Target="../tags/tag839.xml"/><Relationship Id="rId19" Type="http://schemas.openxmlformats.org/officeDocument/2006/relationships/tags" Target="../tags/tag668.xml"/><Relationship Id="rId189" Type="http://schemas.openxmlformats.org/officeDocument/2006/relationships/tags" Target="../tags/tag838.xml"/><Relationship Id="rId188" Type="http://schemas.openxmlformats.org/officeDocument/2006/relationships/tags" Target="../tags/tag837.xml"/><Relationship Id="rId187" Type="http://schemas.openxmlformats.org/officeDocument/2006/relationships/tags" Target="../tags/tag836.xml"/><Relationship Id="rId186" Type="http://schemas.openxmlformats.org/officeDocument/2006/relationships/tags" Target="../tags/tag835.xml"/><Relationship Id="rId185" Type="http://schemas.openxmlformats.org/officeDocument/2006/relationships/tags" Target="../tags/tag834.xml"/><Relationship Id="rId184" Type="http://schemas.openxmlformats.org/officeDocument/2006/relationships/tags" Target="../tags/tag833.xml"/><Relationship Id="rId183" Type="http://schemas.openxmlformats.org/officeDocument/2006/relationships/tags" Target="../tags/tag832.xml"/><Relationship Id="rId182" Type="http://schemas.openxmlformats.org/officeDocument/2006/relationships/tags" Target="../tags/tag831.xml"/><Relationship Id="rId181" Type="http://schemas.openxmlformats.org/officeDocument/2006/relationships/tags" Target="../tags/tag830.xml"/><Relationship Id="rId180" Type="http://schemas.openxmlformats.org/officeDocument/2006/relationships/tags" Target="../tags/tag829.xml"/><Relationship Id="rId18" Type="http://schemas.openxmlformats.org/officeDocument/2006/relationships/tags" Target="../tags/tag667.xml"/><Relationship Id="rId179" Type="http://schemas.openxmlformats.org/officeDocument/2006/relationships/tags" Target="../tags/tag828.xml"/><Relationship Id="rId178" Type="http://schemas.openxmlformats.org/officeDocument/2006/relationships/tags" Target="../tags/tag827.xml"/><Relationship Id="rId177" Type="http://schemas.openxmlformats.org/officeDocument/2006/relationships/tags" Target="../tags/tag826.xml"/><Relationship Id="rId176" Type="http://schemas.openxmlformats.org/officeDocument/2006/relationships/tags" Target="../tags/tag825.xml"/><Relationship Id="rId175" Type="http://schemas.openxmlformats.org/officeDocument/2006/relationships/tags" Target="../tags/tag824.xml"/><Relationship Id="rId174" Type="http://schemas.openxmlformats.org/officeDocument/2006/relationships/tags" Target="../tags/tag823.xml"/><Relationship Id="rId173" Type="http://schemas.openxmlformats.org/officeDocument/2006/relationships/tags" Target="../tags/tag822.xml"/><Relationship Id="rId172" Type="http://schemas.openxmlformats.org/officeDocument/2006/relationships/tags" Target="../tags/tag821.xml"/><Relationship Id="rId171" Type="http://schemas.openxmlformats.org/officeDocument/2006/relationships/tags" Target="../tags/tag820.xml"/><Relationship Id="rId170" Type="http://schemas.openxmlformats.org/officeDocument/2006/relationships/tags" Target="../tags/tag819.xml"/><Relationship Id="rId17" Type="http://schemas.openxmlformats.org/officeDocument/2006/relationships/tags" Target="../tags/tag666.xml"/><Relationship Id="rId169" Type="http://schemas.openxmlformats.org/officeDocument/2006/relationships/tags" Target="../tags/tag818.xml"/><Relationship Id="rId168" Type="http://schemas.openxmlformats.org/officeDocument/2006/relationships/tags" Target="../tags/tag817.xml"/><Relationship Id="rId167" Type="http://schemas.openxmlformats.org/officeDocument/2006/relationships/tags" Target="../tags/tag816.xml"/><Relationship Id="rId166" Type="http://schemas.openxmlformats.org/officeDocument/2006/relationships/tags" Target="../tags/tag815.xml"/><Relationship Id="rId165" Type="http://schemas.openxmlformats.org/officeDocument/2006/relationships/tags" Target="../tags/tag814.xml"/><Relationship Id="rId164" Type="http://schemas.openxmlformats.org/officeDocument/2006/relationships/tags" Target="../tags/tag813.xml"/><Relationship Id="rId163" Type="http://schemas.openxmlformats.org/officeDocument/2006/relationships/tags" Target="../tags/tag812.xml"/><Relationship Id="rId162" Type="http://schemas.openxmlformats.org/officeDocument/2006/relationships/tags" Target="../tags/tag811.xml"/><Relationship Id="rId161" Type="http://schemas.openxmlformats.org/officeDocument/2006/relationships/tags" Target="../tags/tag810.xml"/><Relationship Id="rId160" Type="http://schemas.openxmlformats.org/officeDocument/2006/relationships/tags" Target="../tags/tag809.xml"/><Relationship Id="rId16" Type="http://schemas.openxmlformats.org/officeDocument/2006/relationships/tags" Target="../tags/tag665.xml"/><Relationship Id="rId159" Type="http://schemas.openxmlformats.org/officeDocument/2006/relationships/tags" Target="../tags/tag808.xml"/><Relationship Id="rId158" Type="http://schemas.openxmlformats.org/officeDocument/2006/relationships/tags" Target="../tags/tag807.xml"/><Relationship Id="rId157" Type="http://schemas.openxmlformats.org/officeDocument/2006/relationships/tags" Target="../tags/tag806.xml"/><Relationship Id="rId156" Type="http://schemas.openxmlformats.org/officeDocument/2006/relationships/tags" Target="../tags/tag805.xml"/><Relationship Id="rId155" Type="http://schemas.openxmlformats.org/officeDocument/2006/relationships/tags" Target="../tags/tag804.xml"/><Relationship Id="rId154" Type="http://schemas.openxmlformats.org/officeDocument/2006/relationships/tags" Target="../tags/tag803.xml"/><Relationship Id="rId153" Type="http://schemas.openxmlformats.org/officeDocument/2006/relationships/tags" Target="../tags/tag802.xml"/><Relationship Id="rId152" Type="http://schemas.openxmlformats.org/officeDocument/2006/relationships/tags" Target="../tags/tag801.xml"/><Relationship Id="rId151" Type="http://schemas.openxmlformats.org/officeDocument/2006/relationships/tags" Target="../tags/tag800.xml"/><Relationship Id="rId150" Type="http://schemas.openxmlformats.org/officeDocument/2006/relationships/tags" Target="../tags/tag799.xml"/><Relationship Id="rId15" Type="http://schemas.openxmlformats.org/officeDocument/2006/relationships/tags" Target="../tags/tag664.xml"/><Relationship Id="rId149" Type="http://schemas.openxmlformats.org/officeDocument/2006/relationships/tags" Target="../tags/tag798.xml"/><Relationship Id="rId148" Type="http://schemas.openxmlformats.org/officeDocument/2006/relationships/tags" Target="../tags/tag797.xml"/><Relationship Id="rId147" Type="http://schemas.openxmlformats.org/officeDocument/2006/relationships/tags" Target="../tags/tag796.xml"/><Relationship Id="rId146" Type="http://schemas.openxmlformats.org/officeDocument/2006/relationships/tags" Target="../tags/tag795.xml"/><Relationship Id="rId145" Type="http://schemas.openxmlformats.org/officeDocument/2006/relationships/tags" Target="../tags/tag794.xml"/><Relationship Id="rId144" Type="http://schemas.openxmlformats.org/officeDocument/2006/relationships/tags" Target="../tags/tag793.xml"/><Relationship Id="rId143" Type="http://schemas.openxmlformats.org/officeDocument/2006/relationships/tags" Target="../tags/tag792.xml"/><Relationship Id="rId142" Type="http://schemas.openxmlformats.org/officeDocument/2006/relationships/tags" Target="../tags/tag791.xml"/><Relationship Id="rId141" Type="http://schemas.openxmlformats.org/officeDocument/2006/relationships/tags" Target="../tags/tag790.xml"/><Relationship Id="rId140" Type="http://schemas.openxmlformats.org/officeDocument/2006/relationships/tags" Target="../tags/tag789.xml"/><Relationship Id="rId14" Type="http://schemas.openxmlformats.org/officeDocument/2006/relationships/tags" Target="../tags/tag663.xml"/><Relationship Id="rId139" Type="http://schemas.openxmlformats.org/officeDocument/2006/relationships/tags" Target="../tags/tag788.xml"/><Relationship Id="rId138" Type="http://schemas.openxmlformats.org/officeDocument/2006/relationships/tags" Target="../tags/tag787.xml"/><Relationship Id="rId137" Type="http://schemas.openxmlformats.org/officeDocument/2006/relationships/tags" Target="../tags/tag786.xml"/><Relationship Id="rId136" Type="http://schemas.openxmlformats.org/officeDocument/2006/relationships/tags" Target="../tags/tag785.xml"/><Relationship Id="rId135" Type="http://schemas.openxmlformats.org/officeDocument/2006/relationships/tags" Target="../tags/tag784.xml"/><Relationship Id="rId134" Type="http://schemas.openxmlformats.org/officeDocument/2006/relationships/tags" Target="../tags/tag783.xml"/><Relationship Id="rId133" Type="http://schemas.openxmlformats.org/officeDocument/2006/relationships/tags" Target="../tags/tag782.xml"/><Relationship Id="rId132" Type="http://schemas.openxmlformats.org/officeDocument/2006/relationships/tags" Target="../tags/tag781.xml"/><Relationship Id="rId131" Type="http://schemas.openxmlformats.org/officeDocument/2006/relationships/tags" Target="../tags/tag780.xml"/><Relationship Id="rId130" Type="http://schemas.openxmlformats.org/officeDocument/2006/relationships/tags" Target="../tags/tag779.xml"/><Relationship Id="rId13" Type="http://schemas.openxmlformats.org/officeDocument/2006/relationships/tags" Target="../tags/tag662.xml"/><Relationship Id="rId129" Type="http://schemas.openxmlformats.org/officeDocument/2006/relationships/tags" Target="../tags/tag778.xml"/><Relationship Id="rId128" Type="http://schemas.openxmlformats.org/officeDocument/2006/relationships/tags" Target="../tags/tag777.xml"/><Relationship Id="rId127" Type="http://schemas.openxmlformats.org/officeDocument/2006/relationships/tags" Target="../tags/tag776.xml"/><Relationship Id="rId126" Type="http://schemas.openxmlformats.org/officeDocument/2006/relationships/tags" Target="../tags/tag775.xml"/><Relationship Id="rId125" Type="http://schemas.openxmlformats.org/officeDocument/2006/relationships/tags" Target="../tags/tag774.xml"/><Relationship Id="rId124" Type="http://schemas.openxmlformats.org/officeDocument/2006/relationships/tags" Target="../tags/tag773.xml"/><Relationship Id="rId123" Type="http://schemas.openxmlformats.org/officeDocument/2006/relationships/tags" Target="../tags/tag772.xml"/><Relationship Id="rId122" Type="http://schemas.openxmlformats.org/officeDocument/2006/relationships/tags" Target="../tags/tag771.xml"/><Relationship Id="rId121" Type="http://schemas.openxmlformats.org/officeDocument/2006/relationships/tags" Target="../tags/tag770.xml"/><Relationship Id="rId120" Type="http://schemas.openxmlformats.org/officeDocument/2006/relationships/tags" Target="../tags/tag769.xml"/><Relationship Id="rId12" Type="http://schemas.openxmlformats.org/officeDocument/2006/relationships/tags" Target="../tags/tag661.xml"/><Relationship Id="rId119" Type="http://schemas.openxmlformats.org/officeDocument/2006/relationships/tags" Target="../tags/tag768.xml"/><Relationship Id="rId118" Type="http://schemas.openxmlformats.org/officeDocument/2006/relationships/tags" Target="../tags/tag767.xml"/><Relationship Id="rId117" Type="http://schemas.openxmlformats.org/officeDocument/2006/relationships/tags" Target="../tags/tag766.xml"/><Relationship Id="rId116" Type="http://schemas.openxmlformats.org/officeDocument/2006/relationships/tags" Target="../tags/tag765.xml"/><Relationship Id="rId115" Type="http://schemas.openxmlformats.org/officeDocument/2006/relationships/tags" Target="../tags/tag764.xml"/><Relationship Id="rId114" Type="http://schemas.openxmlformats.org/officeDocument/2006/relationships/tags" Target="../tags/tag763.xml"/><Relationship Id="rId113" Type="http://schemas.openxmlformats.org/officeDocument/2006/relationships/tags" Target="../tags/tag762.xml"/><Relationship Id="rId112" Type="http://schemas.openxmlformats.org/officeDocument/2006/relationships/tags" Target="../tags/tag761.xml"/><Relationship Id="rId111" Type="http://schemas.openxmlformats.org/officeDocument/2006/relationships/tags" Target="../tags/tag760.xml"/><Relationship Id="rId110" Type="http://schemas.openxmlformats.org/officeDocument/2006/relationships/tags" Target="../tags/tag759.xml"/><Relationship Id="rId11" Type="http://schemas.openxmlformats.org/officeDocument/2006/relationships/tags" Target="../tags/tag660.xml"/><Relationship Id="rId109" Type="http://schemas.openxmlformats.org/officeDocument/2006/relationships/tags" Target="../tags/tag758.xml"/><Relationship Id="rId108" Type="http://schemas.openxmlformats.org/officeDocument/2006/relationships/tags" Target="../tags/tag757.xml"/><Relationship Id="rId107" Type="http://schemas.openxmlformats.org/officeDocument/2006/relationships/tags" Target="../tags/tag756.xml"/><Relationship Id="rId106" Type="http://schemas.openxmlformats.org/officeDocument/2006/relationships/tags" Target="../tags/tag755.xml"/><Relationship Id="rId105" Type="http://schemas.openxmlformats.org/officeDocument/2006/relationships/tags" Target="../tags/tag754.xml"/><Relationship Id="rId104" Type="http://schemas.openxmlformats.org/officeDocument/2006/relationships/tags" Target="../tags/tag753.xml"/><Relationship Id="rId103" Type="http://schemas.openxmlformats.org/officeDocument/2006/relationships/tags" Target="../tags/tag752.xml"/><Relationship Id="rId102" Type="http://schemas.openxmlformats.org/officeDocument/2006/relationships/tags" Target="../tags/tag751.xml"/><Relationship Id="rId101" Type="http://schemas.openxmlformats.org/officeDocument/2006/relationships/tags" Target="../tags/tag750.xml"/><Relationship Id="rId100" Type="http://schemas.openxmlformats.org/officeDocument/2006/relationships/tags" Target="../tags/tag749.xml"/><Relationship Id="rId10" Type="http://schemas.openxmlformats.org/officeDocument/2006/relationships/tags" Target="../tags/tag659.xml"/><Relationship Id="rId1" Type="http://schemas.openxmlformats.org/officeDocument/2006/relationships/tags" Target="../tags/tag650.xml"/></Relationships>
</file>

<file path=ppt/slides/_rels/slide14.xml.rels><?xml version="1.0" encoding="UTF-8" standalone="yes"?>
<Relationships xmlns="http://schemas.openxmlformats.org/package/2006/relationships"><Relationship Id="rId99" Type="http://schemas.openxmlformats.org/officeDocument/2006/relationships/tags" Target="../tags/tag942.xml"/><Relationship Id="rId98" Type="http://schemas.openxmlformats.org/officeDocument/2006/relationships/tags" Target="../tags/tag941.xml"/><Relationship Id="rId97" Type="http://schemas.openxmlformats.org/officeDocument/2006/relationships/tags" Target="../tags/tag940.xml"/><Relationship Id="rId96" Type="http://schemas.openxmlformats.org/officeDocument/2006/relationships/tags" Target="../tags/tag939.xml"/><Relationship Id="rId95" Type="http://schemas.openxmlformats.org/officeDocument/2006/relationships/tags" Target="../tags/tag938.xml"/><Relationship Id="rId94" Type="http://schemas.openxmlformats.org/officeDocument/2006/relationships/tags" Target="../tags/tag937.xml"/><Relationship Id="rId93" Type="http://schemas.openxmlformats.org/officeDocument/2006/relationships/tags" Target="../tags/tag936.xml"/><Relationship Id="rId92" Type="http://schemas.openxmlformats.org/officeDocument/2006/relationships/tags" Target="../tags/tag935.xml"/><Relationship Id="rId91" Type="http://schemas.openxmlformats.org/officeDocument/2006/relationships/tags" Target="../tags/tag934.xml"/><Relationship Id="rId90" Type="http://schemas.openxmlformats.org/officeDocument/2006/relationships/tags" Target="../tags/tag933.xml"/><Relationship Id="rId9" Type="http://schemas.openxmlformats.org/officeDocument/2006/relationships/tags" Target="../tags/tag852.xml"/><Relationship Id="rId89" Type="http://schemas.openxmlformats.org/officeDocument/2006/relationships/tags" Target="../tags/tag932.xml"/><Relationship Id="rId88" Type="http://schemas.openxmlformats.org/officeDocument/2006/relationships/tags" Target="../tags/tag931.xml"/><Relationship Id="rId87" Type="http://schemas.openxmlformats.org/officeDocument/2006/relationships/tags" Target="../tags/tag930.xml"/><Relationship Id="rId86" Type="http://schemas.openxmlformats.org/officeDocument/2006/relationships/tags" Target="../tags/tag929.xml"/><Relationship Id="rId85" Type="http://schemas.openxmlformats.org/officeDocument/2006/relationships/tags" Target="../tags/tag928.xml"/><Relationship Id="rId84" Type="http://schemas.openxmlformats.org/officeDocument/2006/relationships/tags" Target="../tags/tag927.xml"/><Relationship Id="rId83" Type="http://schemas.openxmlformats.org/officeDocument/2006/relationships/tags" Target="../tags/tag926.xml"/><Relationship Id="rId82" Type="http://schemas.openxmlformats.org/officeDocument/2006/relationships/tags" Target="../tags/tag925.xml"/><Relationship Id="rId81" Type="http://schemas.openxmlformats.org/officeDocument/2006/relationships/tags" Target="../tags/tag924.xml"/><Relationship Id="rId80" Type="http://schemas.openxmlformats.org/officeDocument/2006/relationships/tags" Target="../tags/tag923.xml"/><Relationship Id="rId8" Type="http://schemas.openxmlformats.org/officeDocument/2006/relationships/tags" Target="../tags/tag851.xml"/><Relationship Id="rId79" Type="http://schemas.openxmlformats.org/officeDocument/2006/relationships/tags" Target="../tags/tag922.xml"/><Relationship Id="rId78" Type="http://schemas.openxmlformats.org/officeDocument/2006/relationships/tags" Target="../tags/tag921.xml"/><Relationship Id="rId77" Type="http://schemas.openxmlformats.org/officeDocument/2006/relationships/tags" Target="../tags/tag920.xml"/><Relationship Id="rId76" Type="http://schemas.openxmlformats.org/officeDocument/2006/relationships/tags" Target="../tags/tag919.xml"/><Relationship Id="rId75" Type="http://schemas.openxmlformats.org/officeDocument/2006/relationships/tags" Target="../tags/tag918.xml"/><Relationship Id="rId74" Type="http://schemas.openxmlformats.org/officeDocument/2006/relationships/tags" Target="../tags/tag917.xml"/><Relationship Id="rId73" Type="http://schemas.openxmlformats.org/officeDocument/2006/relationships/tags" Target="../tags/tag916.xml"/><Relationship Id="rId72" Type="http://schemas.openxmlformats.org/officeDocument/2006/relationships/tags" Target="../tags/tag915.xml"/><Relationship Id="rId71" Type="http://schemas.openxmlformats.org/officeDocument/2006/relationships/tags" Target="../tags/tag914.xml"/><Relationship Id="rId70" Type="http://schemas.openxmlformats.org/officeDocument/2006/relationships/tags" Target="../tags/tag913.xml"/><Relationship Id="rId7" Type="http://schemas.openxmlformats.org/officeDocument/2006/relationships/tags" Target="../tags/tag850.xml"/><Relationship Id="rId69" Type="http://schemas.openxmlformats.org/officeDocument/2006/relationships/tags" Target="../tags/tag912.xml"/><Relationship Id="rId68" Type="http://schemas.openxmlformats.org/officeDocument/2006/relationships/tags" Target="../tags/tag911.xml"/><Relationship Id="rId67" Type="http://schemas.openxmlformats.org/officeDocument/2006/relationships/tags" Target="../tags/tag910.xml"/><Relationship Id="rId66" Type="http://schemas.openxmlformats.org/officeDocument/2006/relationships/tags" Target="../tags/tag909.xml"/><Relationship Id="rId65" Type="http://schemas.openxmlformats.org/officeDocument/2006/relationships/tags" Target="../tags/tag908.xml"/><Relationship Id="rId64" Type="http://schemas.openxmlformats.org/officeDocument/2006/relationships/tags" Target="../tags/tag907.xml"/><Relationship Id="rId63" Type="http://schemas.openxmlformats.org/officeDocument/2006/relationships/tags" Target="../tags/tag906.xml"/><Relationship Id="rId62" Type="http://schemas.openxmlformats.org/officeDocument/2006/relationships/tags" Target="../tags/tag905.xml"/><Relationship Id="rId61" Type="http://schemas.openxmlformats.org/officeDocument/2006/relationships/tags" Target="../tags/tag904.xml"/><Relationship Id="rId60" Type="http://schemas.openxmlformats.org/officeDocument/2006/relationships/tags" Target="../tags/tag903.xml"/><Relationship Id="rId6" Type="http://schemas.openxmlformats.org/officeDocument/2006/relationships/tags" Target="../tags/tag849.xml"/><Relationship Id="rId59" Type="http://schemas.openxmlformats.org/officeDocument/2006/relationships/tags" Target="../tags/tag902.xml"/><Relationship Id="rId58" Type="http://schemas.openxmlformats.org/officeDocument/2006/relationships/tags" Target="../tags/tag901.xml"/><Relationship Id="rId57" Type="http://schemas.openxmlformats.org/officeDocument/2006/relationships/tags" Target="../tags/tag900.xml"/><Relationship Id="rId56" Type="http://schemas.openxmlformats.org/officeDocument/2006/relationships/tags" Target="../tags/tag899.xml"/><Relationship Id="rId55" Type="http://schemas.openxmlformats.org/officeDocument/2006/relationships/tags" Target="../tags/tag898.xml"/><Relationship Id="rId54" Type="http://schemas.openxmlformats.org/officeDocument/2006/relationships/tags" Target="../tags/tag897.xml"/><Relationship Id="rId53" Type="http://schemas.openxmlformats.org/officeDocument/2006/relationships/tags" Target="../tags/tag896.xml"/><Relationship Id="rId52" Type="http://schemas.openxmlformats.org/officeDocument/2006/relationships/tags" Target="../tags/tag895.xml"/><Relationship Id="rId51" Type="http://schemas.openxmlformats.org/officeDocument/2006/relationships/tags" Target="../tags/tag894.xml"/><Relationship Id="rId50" Type="http://schemas.openxmlformats.org/officeDocument/2006/relationships/tags" Target="../tags/tag893.xml"/><Relationship Id="rId5" Type="http://schemas.openxmlformats.org/officeDocument/2006/relationships/tags" Target="../tags/tag848.xml"/><Relationship Id="rId49" Type="http://schemas.openxmlformats.org/officeDocument/2006/relationships/tags" Target="../tags/tag892.xml"/><Relationship Id="rId48" Type="http://schemas.openxmlformats.org/officeDocument/2006/relationships/tags" Target="../tags/tag891.xml"/><Relationship Id="rId47" Type="http://schemas.openxmlformats.org/officeDocument/2006/relationships/tags" Target="../tags/tag890.xml"/><Relationship Id="rId46" Type="http://schemas.openxmlformats.org/officeDocument/2006/relationships/tags" Target="../tags/tag889.xml"/><Relationship Id="rId45" Type="http://schemas.openxmlformats.org/officeDocument/2006/relationships/tags" Target="../tags/tag888.xml"/><Relationship Id="rId44" Type="http://schemas.openxmlformats.org/officeDocument/2006/relationships/tags" Target="../tags/tag887.xml"/><Relationship Id="rId43" Type="http://schemas.openxmlformats.org/officeDocument/2006/relationships/tags" Target="../tags/tag886.xml"/><Relationship Id="rId42" Type="http://schemas.openxmlformats.org/officeDocument/2006/relationships/tags" Target="../tags/tag885.xml"/><Relationship Id="rId41" Type="http://schemas.openxmlformats.org/officeDocument/2006/relationships/tags" Target="../tags/tag884.xml"/><Relationship Id="rId40" Type="http://schemas.openxmlformats.org/officeDocument/2006/relationships/tags" Target="../tags/tag883.xml"/><Relationship Id="rId4" Type="http://schemas.openxmlformats.org/officeDocument/2006/relationships/tags" Target="../tags/tag847.xml"/><Relationship Id="rId39" Type="http://schemas.openxmlformats.org/officeDocument/2006/relationships/tags" Target="../tags/tag882.xml"/><Relationship Id="rId38" Type="http://schemas.openxmlformats.org/officeDocument/2006/relationships/tags" Target="../tags/tag881.xml"/><Relationship Id="rId37" Type="http://schemas.openxmlformats.org/officeDocument/2006/relationships/tags" Target="../tags/tag880.xml"/><Relationship Id="rId36" Type="http://schemas.openxmlformats.org/officeDocument/2006/relationships/tags" Target="../tags/tag879.xml"/><Relationship Id="rId35" Type="http://schemas.openxmlformats.org/officeDocument/2006/relationships/tags" Target="../tags/tag878.xml"/><Relationship Id="rId34" Type="http://schemas.openxmlformats.org/officeDocument/2006/relationships/tags" Target="../tags/tag877.xml"/><Relationship Id="rId33" Type="http://schemas.openxmlformats.org/officeDocument/2006/relationships/tags" Target="../tags/tag876.xml"/><Relationship Id="rId32" Type="http://schemas.openxmlformats.org/officeDocument/2006/relationships/tags" Target="../tags/tag875.xml"/><Relationship Id="rId31" Type="http://schemas.openxmlformats.org/officeDocument/2006/relationships/tags" Target="../tags/tag874.xml"/><Relationship Id="rId30" Type="http://schemas.openxmlformats.org/officeDocument/2006/relationships/tags" Target="../tags/tag873.xml"/><Relationship Id="rId3" Type="http://schemas.openxmlformats.org/officeDocument/2006/relationships/tags" Target="../tags/tag846.xml"/><Relationship Id="rId29" Type="http://schemas.openxmlformats.org/officeDocument/2006/relationships/tags" Target="../tags/tag872.xml"/><Relationship Id="rId28" Type="http://schemas.openxmlformats.org/officeDocument/2006/relationships/tags" Target="../tags/tag871.xml"/><Relationship Id="rId27" Type="http://schemas.openxmlformats.org/officeDocument/2006/relationships/tags" Target="../tags/tag870.xml"/><Relationship Id="rId26" Type="http://schemas.openxmlformats.org/officeDocument/2006/relationships/tags" Target="../tags/tag869.xml"/><Relationship Id="rId25" Type="http://schemas.openxmlformats.org/officeDocument/2006/relationships/tags" Target="../tags/tag868.xml"/><Relationship Id="rId24" Type="http://schemas.openxmlformats.org/officeDocument/2006/relationships/tags" Target="../tags/tag867.xml"/><Relationship Id="rId23" Type="http://schemas.openxmlformats.org/officeDocument/2006/relationships/tags" Target="../tags/tag866.xml"/><Relationship Id="rId22" Type="http://schemas.openxmlformats.org/officeDocument/2006/relationships/tags" Target="../tags/tag865.xml"/><Relationship Id="rId21" Type="http://schemas.openxmlformats.org/officeDocument/2006/relationships/tags" Target="../tags/tag864.xml"/><Relationship Id="rId20" Type="http://schemas.openxmlformats.org/officeDocument/2006/relationships/tags" Target="../tags/tag863.xml"/><Relationship Id="rId2" Type="http://schemas.openxmlformats.org/officeDocument/2006/relationships/tags" Target="../tags/tag845.xml"/><Relationship Id="rId19" Type="http://schemas.openxmlformats.org/officeDocument/2006/relationships/tags" Target="../tags/tag862.xml"/><Relationship Id="rId18" Type="http://schemas.openxmlformats.org/officeDocument/2006/relationships/tags" Target="../tags/tag861.xml"/><Relationship Id="rId17" Type="http://schemas.openxmlformats.org/officeDocument/2006/relationships/tags" Target="../tags/tag860.xml"/><Relationship Id="rId16" Type="http://schemas.openxmlformats.org/officeDocument/2006/relationships/tags" Target="../tags/tag859.xml"/><Relationship Id="rId15" Type="http://schemas.openxmlformats.org/officeDocument/2006/relationships/tags" Target="../tags/tag858.xml"/><Relationship Id="rId141" Type="http://schemas.openxmlformats.org/officeDocument/2006/relationships/slideLayout" Target="../slideLayouts/slideLayout7.xml"/><Relationship Id="rId140" Type="http://schemas.openxmlformats.org/officeDocument/2006/relationships/tags" Target="../tags/tag983.xml"/><Relationship Id="rId14" Type="http://schemas.openxmlformats.org/officeDocument/2006/relationships/tags" Target="../tags/tag857.xml"/><Relationship Id="rId139" Type="http://schemas.openxmlformats.org/officeDocument/2006/relationships/tags" Target="../tags/tag982.xml"/><Relationship Id="rId138" Type="http://schemas.openxmlformats.org/officeDocument/2006/relationships/tags" Target="../tags/tag981.xml"/><Relationship Id="rId137" Type="http://schemas.openxmlformats.org/officeDocument/2006/relationships/tags" Target="../tags/tag980.xml"/><Relationship Id="rId136" Type="http://schemas.openxmlformats.org/officeDocument/2006/relationships/tags" Target="../tags/tag979.xml"/><Relationship Id="rId135" Type="http://schemas.openxmlformats.org/officeDocument/2006/relationships/tags" Target="../tags/tag978.xml"/><Relationship Id="rId134" Type="http://schemas.openxmlformats.org/officeDocument/2006/relationships/tags" Target="../tags/tag977.xml"/><Relationship Id="rId133" Type="http://schemas.openxmlformats.org/officeDocument/2006/relationships/tags" Target="../tags/tag976.xml"/><Relationship Id="rId132" Type="http://schemas.openxmlformats.org/officeDocument/2006/relationships/tags" Target="../tags/tag975.xml"/><Relationship Id="rId131" Type="http://schemas.openxmlformats.org/officeDocument/2006/relationships/tags" Target="../tags/tag974.xml"/><Relationship Id="rId130" Type="http://schemas.openxmlformats.org/officeDocument/2006/relationships/tags" Target="../tags/tag973.xml"/><Relationship Id="rId13" Type="http://schemas.openxmlformats.org/officeDocument/2006/relationships/tags" Target="../tags/tag856.xml"/><Relationship Id="rId129" Type="http://schemas.openxmlformats.org/officeDocument/2006/relationships/tags" Target="../tags/tag972.xml"/><Relationship Id="rId128" Type="http://schemas.openxmlformats.org/officeDocument/2006/relationships/tags" Target="../tags/tag971.xml"/><Relationship Id="rId127" Type="http://schemas.openxmlformats.org/officeDocument/2006/relationships/tags" Target="../tags/tag970.xml"/><Relationship Id="rId126" Type="http://schemas.openxmlformats.org/officeDocument/2006/relationships/tags" Target="../tags/tag969.xml"/><Relationship Id="rId125" Type="http://schemas.openxmlformats.org/officeDocument/2006/relationships/tags" Target="../tags/tag968.xml"/><Relationship Id="rId124" Type="http://schemas.openxmlformats.org/officeDocument/2006/relationships/tags" Target="../tags/tag967.xml"/><Relationship Id="rId123" Type="http://schemas.openxmlformats.org/officeDocument/2006/relationships/tags" Target="../tags/tag966.xml"/><Relationship Id="rId122" Type="http://schemas.openxmlformats.org/officeDocument/2006/relationships/tags" Target="../tags/tag965.xml"/><Relationship Id="rId121" Type="http://schemas.openxmlformats.org/officeDocument/2006/relationships/tags" Target="../tags/tag964.xml"/><Relationship Id="rId120" Type="http://schemas.openxmlformats.org/officeDocument/2006/relationships/tags" Target="../tags/tag963.xml"/><Relationship Id="rId12" Type="http://schemas.openxmlformats.org/officeDocument/2006/relationships/tags" Target="../tags/tag855.xml"/><Relationship Id="rId119" Type="http://schemas.openxmlformats.org/officeDocument/2006/relationships/tags" Target="../tags/tag962.xml"/><Relationship Id="rId118" Type="http://schemas.openxmlformats.org/officeDocument/2006/relationships/tags" Target="../tags/tag961.xml"/><Relationship Id="rId117" Type="http://schemas.openxmlformats.org/officeDocument/2006/relationships/tags" Target="../tags/tag960.xml"/><Relationship Id="rId116" Type="http://schemas.openxmlformats.org/officeDocument/2006/relationships/tags" Target="../tags/tag959.xml"/><Relationship Id="rId115" Type="http://schemas.openxmlformats.org/officeDocument/2006/relationships/tags" Target="../tags/tag958.xml"/><Relationship Id="rId114" Type="http://schemas.openxmlformats.org/officeDocument/2006/relationships/tags" Target="../tags/tag957.xml"/><Relationship Id="rId113" Type="http://schemas.openxmlformats.org/officeDocument/2006/relationships/tags" Target="../tags/tag956.xml"/><Relationship Id="rId112" Type="http://schemas.openxmlformats.org/officeDocument/2006/relationships/tags" Target="../tags/tag955.xml"/><Relationship Id="rId111" Type="http://schemas.openxmlformats.org/officeDocument/2006/relationships/tags" Target="../tags/tag954.xml"/><Relationship Id="rId110" Type="http://schemas.openxmlformats.org/officeDocument/2006/relationships/tags" Target="../tags/tag953.xml"/><Relationship Id="rId11" Type="http://schemas.openxmlformats.org/officeDocument/2006/relationships/tags" Target="../tags/tag854.xml"/><Relationship Id="rId109" Type="http://schemas.openxmlformats.org/officeDocument/2006/relationships/tags" Target="../tags/tag952.xml"/><Relationship Id="rId108" Type="http://schemas.openxmlformats.org/officeDocument/2006/relationships/tags" Target="../tags/tag951.xml"/><Relationship Id="rId107" Type="http://schemas.openxmlformats.org/officeDocument/2006/relationships/tags" Target="../tags/tag950.xml"/><Relationship Id="rId106" Type="http://schemas.openxmlformats.org/officeDocument/2006/relationships/tags" Target="../tags/tag949.xml"/><Relationship Id="rId105" Type="http://schemas.openxmlformats.org/officeDocument/2006/relationships/tags" Target="../tags/tag948.xml"/><Relationship Id="rId104" Type="http://schemas.openxmlformats.org/officeDocument/2006/relationships/tags" Target="../tags/tag947.xml"/><Relationship Id="rId103" Type="http://schemas.openxmlformats.org/officeDocument/2006/relationships/tags" Target="../tags/tag946.xml"/><Relationship Id="rId102" Type="http://schemas.openxmlformats.org/officeDocument/2006/relationships/tags" Target="../tags/tag945.xml"/><Relationship Id="rId101" Type="http://schemas.openxmlformats.org/officeDocument/2006/relationships/tags" Target="../tags/tag944.xml"/><Relationship Id="rId100" Type="http://schemas.openxmlformats.org/officeDocument/2006/relationships/tags" Target="../tags/tag943.xml"/><Relationship Id="rId10" Type="http://schemas.openxmlformats.org/officeDocument/2006/relationships/tags" Target="../tags/tag853.xml"/><Relationship Id="rId1" Type="http://schemas.openxmlformats.org/officeDocument/2006/relationships/tags" Target="../tags/tag84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slide" Target="slide1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991.xml"/><Relationship Id="rId8" Type="http://schemas.openxmlformats.org/officeDocument/2006/relationships/tags" Target="../tags/tag990.xml"/><Relationship Id="rId7" Type="http://schemas.openxmlformats.org/officeDocument/2006/relationships/tags" Target="../tags/tag989.xml"/><Relationship Id="rId6" Type="http://schemas.openxmlformats.org/officeDocument/2006/relationships/tags" Target="../tags/tag988.xml"/><Relationship Id="rId5" Type="http://schemas.openxmlformats.org/officeDocument/2006/relationships/tags" Target="../tags/tag987.xml"/><Relationship Id="rId45" Type="http://schemas.openxmlformats.org/officeDocument/2006/relationships/notesSlide" Target="../notesSlides/notesSlide9.xml"/><Relationship Id="rId44" Type="http://schemas.openxmlformats.org/officeDocument/2006/relationships/slideLayout" Target="../slideLayouts/slideLayout7.xml"/><Relationship Id="rId43" Type="http://schemas.openxmlformats.org/officeDocument/2006/relationships/tags" Target="../tags/tag1025.xml"/><Relationship Id="rId42" Type="http://schemas.openxmlformats.org/officeDocument/2006/relationships/tags" Target="../tags/tag1024.xml"/><Relationship Id="rId41" Type="http://schemas.openxmlformats.org/officeDocument/2006/relationships/tags" Target="../tags/tag1023.xml"/><Relationship Id="rId40" Type="http://schemas.openxmlformats.org/officeDocument/2006/relationships/tags" Target="../tags/tag1022.xml"/><Relationship Id="rId4" Type="http://schemas.openxmlformats.org/officeDocument/2006/relationships/tags" Target="../tags/tag986.xml"/><Relationship Id="rId39" Type="http://schemas.openxmlformats.org/officeDocument/2006/relationships/tags" Target="../tags/tag1021.xml"/><Relationship Id="rId38" Type="http://schemas.openxmlformats.org/officeDocument/2006/relationships/tags" Target="../tags/tag1020.xml"/><Relationship Id="rId37" Type="http://schemas.openxmlformats.org/officeDocument/2006/relationships/tags" Target="../tags/tag1019.xml"/><Relationship Id="rId36" Type="http://schemas.openxmlformats.org/officeDocument/2006/relationships/tags" Target="../tags/tag1018.xml"/><Relationship Id="rId35" Type="http://schemas.openxmlformats.org/officeDocument/2006/relationships/tags" Target="../tags/tag1017.xml"/><Relationship Id="rId34" Type="http://schemas.openxmlformats.org/officeDocument/2006/relationships/tags" Target="../tags/tag1016.xml"/><Relationship Id="rId33" Type="http://schemas.openxmlformats.org/officeDocument/2006/relationships/tags" Target="../tags/tag1015.xml"/><Relationship Id="rId32" Type="http://schemas.openxmlformats.org/officeDocument/2006/relationships/tags" Target="../tags/tag1014.xml"/><Relationship Id="rId31" Type="http://schemas.openxmlformats.org/officeDocument/2006/relationships/tags" Target="../tags/tag1013.xml"/><Relationship Id="rId30" Type="http://schemas.openxmlformats.org/officeDocument/2006/relationships/tags" Target="../tags/tag1012.xml"/><Relationship Id="rId3" Type="http://schemas.openxmlformats.org/officeDocument/2006/relationships/tags" Target="../tags/tag985.xml"/><Relationship Id="rId29" Type="http://schemas.openxmlformats.org/officeDocument/2006/relationships/tags" Target="../tags/tag1011.xml"/><Relationship Id="rId28" Type="http://schemas.openxmlformats.org/officeDocument/2006/relationships/tags" Target="../tags/tag1010.xml"/><Relationship Id="rId27" Type="http://schemas.openxmlformats.org/officeDocument/2006/relationships/tags" Target="../tags/tag1009.xml"/><Relationship Id="rId26" Type="http://schemas.openxmlformats.org/officeDocument/2006/relationships/tags" Target="../tags/tag1008.xml"/><Relationship Id="rId25" Type="http://schemas.openxmlformats.org/officeDocument/2006/relationships/tags" Target="../tags/tag1007.xml"/><Relationship Id="rId24" Type="http://schemas.openxmlformats.org/officeDocument/2006/relationships/tags" Target="../tags/tag1006.xml"/><Relationship Id="rId23" Type="http://schemas.openxmlformats.org/officeDocument/2006/relationships/tags" Target="../tags/tag1005.xml"/><Relationship Id="rId22" Type="http://schemas.openxmlformats.org/officeDocument/2006/relationships/tags" Target="../tags/tag1004.xml"/><Relationship Id="rId21" Type="http://schemas.openxmlformats.org/officeDocument/2006/relationships/tags" Target="../tags/tag1003.xml"/><Relationship Id="rId20" Type="http://schemas.openxmlformats.org/officeDocument/2006/relationships/tags" Target="../tags/tag1002.xml"/><Relationship Id="rId2" Type="http://schemas.openxmlformats.org/officeDocument/2006/relationships/tags" Target="../tags/tag984.xml"/><Relationship Id="rId19" Type="http://schemas.openxmlformats.org/officeDocument/2006/relationships/tags" Target="../tags/tag1001.xml"/><Relationship Id="rId18" Type="http://schemas.openxmlformats.org/officeDocument/2006/relationships/tags" Target="../tags/tag1000.xml"/><Relationship Id="rId17" Type="http://schemas.openxmlformats.org/officeDocument/2006/relationships/tags" Target="../tags/tag999.xml"/><Relationship Id="rId16" Type="http://schemas.openxmlformats.org/officeDocument/2006/relationships/tags" Target="../tags/tag998.xml"/><Relationship Id="rId15" Type="http://schemas.openxmlformats.org/officeDocument/2006/relationships/tags" Target="../tags/tag997.xml"/><Relationship Id="rId14" Type="http://schemas.openxmlformats.org/officeDocument/2006/relationships/tags" Target="../tags/tag996.xml"/><Relationship Id="rId13" Type="http://schemas.openxmlformats.org/officeDocument/2006/relationships/tags" Target="../tags/tag995.xml"/><Relationship Id="rId12" Type="http://schemas.openxmlformats.org/officeDocument/2006/relationships/tags" Target="../tags/tag994.xml"/><Relationship Id="rId11" Type="http://schemas.openxmlformats.org/officeDocument/2006/relationships/tags" Target="../tags/tag993.xml"/><Relationship Id="rId10" Type="http://schemas.openxmlformats.org/officeDocument/2006/relationships/tags" Target="../tags/tag992.xml"/><Relationship Id="rId1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034.xml"/><Relationship Id="rId8" Type="http://schemas.openxmlformats.org/officeDocument/2006/relationships/tags" Target="../tags/tag1033.xml"/><Relationship Id="rId7" Type="http://schemas.openxmlformats.org/officeDocument/2006/relationships/tags" Target="../tags/tag1032.xml"/><Relationship Id="rId6" Type="http://schemas.openxmlformats.org/officeDocument/2006/relationships/tags" Target="../tags/tag1031.xml"/><Relationship Id="rId54" Type="http://schemas.openxmlformats.org/officeDocument/2006/relationships/slideLayout" Target="../slideLayouts/slideLayout7.xml"/><Relationship Id="rId53" Type="http://schemas.openxmlformats.org/officeDocument/2006/relationships/tags" Target="../tags/tag1078.xml"/><Relationship Id="rId52" Type="http://schemas.openxmlformats.org/officeDocument/2006/relationships/tags" Target="../tags/tag1077.xml"/><Relationship Id="rId51" Type="http://schemas.openxmlformats.org/officeDocument/2006/relationships/tags" Target="../tags/tag1076.xml"/><Relationship Id="rId50" Type="http://schemas.openxmlformats.org/officeDocument/2006/relationships/tags" Target="../tags/tag1075.xml"/><Relationship Id="rId5" Type="http://schemas.openxmlformats.org/officeDocument/2006/relationships/tags" Target="../tags/tag1030.xml"/><Relationship Id="rId49" Type="http://schemas.openxmlformats.org/officeDocument/2006/relationships/tags" Target="../tags/tag1074.xml"/><Relationship Id="rId48" Type="http://schemas.openxmlformats.org/officeDocument/2006/relationships/tags" Target="../tags/tag1073.xml"/><Relationship Id="rId47" Type="http://schemas.openxmlformats.org/officeDocument/2006/relationships/tags" Target="../tags/tag1072.xml"/><Relationship Id="rId46" Type="http://schemas.openxmlformats.org/officeDocument/2006/relationships/tags" Target="../tags/tag1071.xml"/><Relationship Id="rId45" Type="http://schemas.openxmlformats.org/officeDocument/2006/relationships/tags" Target="../tags/tag1070.xml"/><Relationship Id="rId44" Type="http://schemas.openxmlformats.org/officeDocument/2006/relationships/tags" Target="../tags/tag1069.xml"/><Relationship Id="rId43" Type="http://schemas.openxmlformats.org/officeDocument/2006/relationships/tags" Target="../tags/tag1068.xml"/><Relationship Id="rId42" Type="http://schemas.openxmlformats.org/officeDocument/2006/relationships/tags" Target="../tags/tag1067.xml"/><Relationship Id="rId41" Type="http://schemas.openxmlformats.org/officeDocument/2006/relationships/tags" Target="../tags/tag1066.xml"/><Relationship Id="rId40" Type="http://schemas.openxmlformats.org/officeDocument/2006/relationships/tags" Target="../tags/tag1065.xml"/><Relationship Id="rId4" Type="http://schemas.openxmlformats.org/officeDocument/2006/relationships/tags" Target="../tags/tag1029.xml"/><Relationship Id="rId39" Type="http://schemas.openxmlformats.org/officeDocument/2006/relationships/tags" Target="../tags/tag1064.xml"/><Relationship Id="rId38" Type="http://schemas.openxmlformats.org/officeDocument/2006/relationships/tags" Target="../tags/tag1063.xml"/><Relationship Id="rId37" Type="http://schemas.openxmlformats.org/officeDocument/2006/relationships/tags" Target="../tags/tag1062.xml"/><Relationship Id="rId36" Type="http://schemas.openxmlformats.org/officeDocument/2006/relationships/tags" Target="../tags/tag1061.xml"/><Relationship Id="rId35" Type="http://schemas.openxmlformats.org/officeDocument/2006/relationships/tags" Target="../tags/tag1060.xml"/><Relationship Id="rId34" Type="http://schemas.openxmlformats.org/officeDocument/2006/relationships/tags" Target="../tags/tag1059.xml"/><Relationship Id="rId33" Type="http://schemas.openxmlformats.org/officeDocument/2006/relationships/tags" Target="../tags/tag1058.xml"/><Relationship Id="rId32" Type="http://schemas.openxmlformats.org/officeDocument/2006/relationships/tags" Target="../tags/tag1057.xml"/><Relationship Id="rId31" Type="http://schemas.openxmlformats.org/officeDocument/2006/relationships/tags" Target="../tags/tag1056.xml"/><Relationship Id="rId30" Type="http://schemas.openxmlformats.org/officeDocument/2006/relationships/tags" Target="../tags/tag1055.xml"/><Relationship Id="rId3" Type="http://schemas.openxmlformats.org/officeDocument/2006/relationships/tags" Target="../tags/tag1028.xml"/><Relationship Id="rId29" Type="http://schemas.openxmlformats.org/officeDocument/2006/relationships/tags" Target="../tags/tag1054.xml"/><Relationship Id="rId28" Type="http://schemas.openxmlformats.org/officeDocument/2006/relationships/tags" Target="../tags/tag1053.xml"/><Relationship Id="rId27" Type="http://schemas.openxmlformats.org/officeDocument/2006/relationships/tags" Target="../tags/tag1052.xml"/><Relationship Id="rId26" Type="http://schemas.openxmlformats.org/officeDocument/2006/relationships/tags" Target="../tags/tag1051.xml"/><Relationship Id="rId25" Type="http://schemas.openxmlformats.org/officeDocument/2006/relationships/tags" Target="../tags/tag1050.xml"/><Relationship Id="rId24" Type="http://schemas.openxmlformats.org/officeDocument/2006/relationships/tags" Target="../tags/tag1049.xml"/><Relationship Id="rId23" Type="http://schemas.openxmlformats.org/officeDocument/2006/relationships/tags" Target="../tags/tag1048.xml"/><Relationship Id="rId22" Type="http://schemas.openxmlformats.org/officeDocument/2006/relationships/tags" Target="../tags/tag1047.xml"/><Relationship Id="rId21" Type="http://schemas.openxmlformats.org/officeDocument/2006/relationships/tags" Target="../tags/tag1046.xml"/><Relationship Id="rId20" Type="http://schemas.openxmlformats.org/officeDocument/2006/relationships/tags" Target="../tags/tag1045.xml"/><Relationship Id="rId2" Type="http://schemas.openxmlformats.org/officeDocument/2006/relationships/tags" Target="../tags/tag1027.xml"/><Relationship Id="rId19" Type="http://schemas.openxmlformats.org/officeDocument/2006/relationships/tags" Target="../tags/tag1044.xml"/><Relationship Id="rId18" Type="http://schemas.openxmlformats.org/officeDocument/2006/relationships/tags" Target="../tags/tag1043.xml"/><Relationship Id="rId17" Type="http://schemas.openxmlformats.org/officeDocument/2006/relationships/tags" Target="../tags/tag1042.xml"/><Relationship Id="rId16" Type="http://schemas.openxmlformats.org/officeDocument/2006/relationships/tags" Target="../tags/tag1041.xml"/><Relationship Id="rId15" Type="http://schemas.openxmlformats.org/officeDocument/2006/relationships/tags" Target="../tags/tag1040.xml"/><Relationship Id="rId14" Type="http://schemas.openxmlformats.org/officeDocument/2006/relationships/tags" Target="../tags/tag1039.xml"/><Relationship Id="rId13" Type="http://schemas.openxmlformats.org/officeDocument/2006/relationships/tags" Target="../tags/tag1038.xml"/><Relationship Id="rId12" Type="http://schemas.openxmlformats.org/officeDocument/2006/relationships/tags" Target="../tags/tag1037.xml"/><Relationship Id="rId11" Type="http://schemas.openxmlformats.org/officeDocument/2006/relationships/tags" Target="../tags/tag1036.xml"/><Relationship Id="rId10" Type="http://schemas.openxmlformats.org/officeDocument/2006/relationships/tags" Target="../tags/tag1035.xml"/><Relationship Id="rId1" Type="http://schemas.openxmlformats.org/officeDocument/2006/relationships/tags" Target="../tags/tag1026.xml"/></Relationships>
</file>

<file path=ppt/slides/_rels/slide19.xml.rels><?xml version="1.0" encoding="UTF-8" standalone="yes"?>
<Relationships xmlns="http://schemas.openxmlformats.org/package/2006/relationships"><Relationship Id="rId99" Type="http://schemas.openxmlformats.org/officeDocument/2006/relationships/tags" Target="../tags/tag1177.xml"/><Relationship Id="rId98" Type="http://schemas.openxmlformats.org/officeDocument/2006/relationships/tags" Target="../tags/tag1176.xml"/><Relationship Id="rId97" Type="http://schemas.openxmlformats.org/officeDocument/2006/relationships/tags" Target="../tags/tag1175.xml"/><Relationship Id="rId96" Type="http://schemas.openxmlformats.org/officeDocument/2006/relationships/tags" Target="../tags/tag1174.xml"/><Relationship Id="rId95" Type="http://schemas.openxmlformats.org/officeDocument/2006/relationships/tags" Target="../tags/tag1173.xml"/><Relationship Id="rId94" Type="http://schemas.openxmlformats.org/officeDocument/2006/relationships/tags" Target="../tags/tag1172.xml"/><Relationship Id="rId93" Type="http://schemas.openxmlformats.org/officeDocument/2006/relationships/tags" Target="../tags/tag1171.xml"/><Relationship Id="rId92" Type="http://schemas.openxmlformats.org/officeDocument/2006/relationships/tags" Target="../tags/tag1170.xml"/><Relationship Id="rId91" Type="http://schemas.openxmlformats.org/officeDocument/2006/relationships/tags" Target="../tags/tag1169.xml"/><Relationship Id="rId90" Type="http://schemas.openxmlformats.org/officeDocument/2006/relationships/tags" Target="../tags/tag1168.xml"/><Relationship Id="rId9" Type="http://schemas.openxmlformats.org/officeDocument/2006/relationships/tags" Target="../tags/tag1087.xml"/><Relationship Id="rId89" Type="http://schemas.openxmlformats.org/officeDocument/2006/relationships/tags" Target="../tags/tag1167.xml"/><Relationship Id="rId88" Type="http://schemas.openxmlformats.org/officeDocument/2006/relationships/tags" Target="../tags/tag1166.xml"/><Relationship Id="rId87" Type="http://schemas.openxmlformats.org/officeDocument/2006/relationships/tags" Target="../tags/tag1165.xml"/><Relationship Id="rId86" Type="http://schemas.openxmlformats.org/officeDocument/2006/relationships/tags" Target="../tags/tag1164.xml"/><Relationship Id="rId85" Type="http://schemas.openxmlformats.org/officeDocument/2006/relationships/tags" Target="../tags/tag1163.xml"/><Relationship Id="rId84" Type="http://schemas.openxmlformats.org/officeDocument/2006/relationships/tags" Target="../tags/tag1162.xml"/><Relationship Id="rId83" Type="http://schemas.openxmlformats.org/officeDocument/2006/relationships/tags" Target="../tags/tag1161.xml"/><Relationship Id="rId82" Type="http://schemas.openxmlformats.org/officeDocument/2006/relationships/tags" Target="../tags/tag1160.xml"/><Relationship Id="rId81" Type="http://schemas.openxmlformats.org/officeDocument/2006/relationships/tags" Target="../tags/tag1159.xml"/><Relationship Id="rId80" Type="http://schemas.openxmlformats.org/officeDocument/2006/relationships/tags" Target="../tags/tag1158.xml"/><Relationship Id="rId8" Type="http://schemas.openxmlformats.org/officeDocument/2006/relationships/tags" Target="../tags/tag1086.xml"/><Relationship Id="rId79" Type="http://schemas.openxmlformats.org/officeDocument/2006/relationships/tags" Target="../tags/tag1157.xml"/><Relationship Id="rId78" Type="http://schemas.openxmlformats.org/officeDocument/2006/relationships/tags" Target="../tags/tag1156.xml"/><Relationship Id="rId77" Type="http://schemas.openxmlformats.org/officeDocument/2006/relationships/tags" Target="../tags/tag1155.xml"/><Relationship Id="rId76" Type="http://schemas.openxmlformats.org/officeDocument/2006/relationships/tags" Target="../tags/tag1154.xml"/><Relationship Id="rId75" Type="http://schemas.openxmlformats.org/officeDocument/2006/relationships/tags" Target="../tags/tag1153.xml"/><Relationship Id="rId74" Type="http://schemas.openxmlformats.org/officeDocument/2006/relationships/tags" Target="../tags/tag1152.xml"/><Relationship Id="rId73" Type="http://schemas.openxmlformats.org/officeDocument/2006/relationships/tags" Target="../tags/tag1151.xml"/><Relationship Id="rId72" Type="http://schemas.openxmlformats.org/officeDocument/2006/relationships/tags" Target="../tags/tag1150.xml"/><Relationship Id="rId71" Type="http://schemas.openxmlformats.org/officeDocument/2006/relationships/tags" Target="../tags/tag1149.xml"/><Relationship Id="rId70" Type="http://schemas.openxmlformats.org/officeDocument/2006/relationships/tags" Target="../tags/tag1148.xml"/><Relationship Id="rId7" Type="http://schemas.openxmlformats.org/officeDocument/2006/relationships/tags" Target="../tags/tag1085.xml"/><Relationship Id="rId69" Type="http://schemas.openxmlformats.org/officeDocument/2006/relationships/tags" Target="../tags/tag1147.xml"/><Relationship Id="rId68" Type="http://schemas.openxmlformats.org/officeDocument/2006/relationships/tags" Target="../tags/tag1146.xml"/><Relationship Id="rId67" Type="http://schemas.openxmlformats.org/officeDocument/2006/relationships/tags" Target="../tags/tag1145.xml"/><Relationship Id="rId66" Type="http://schemas.openxmlformats.org/officeDocument/2006/relationships/tags" Target="../tags/tag1144.xml"/><Relationship Id="rId65" Type="http://schemas.openxmlformats.org/officeDocument/2006/relationships/tags" Target="../tags/tag1143.xml"/><Relationship Id="rId64" Type="http://schemas.openxmlformats.org/officeDocument/2006/relationships/tags" Target="../tags/tag1142.xml"/><Relationship Id="rId63" Type="http://schemas.openxmlformats.org/officeDocument/2006/relationships/tags" Target="../tags/tag1141.xml"/><Relationship Id="rId62" Type="http://schemas.openxmlformats.org/officeDocument/2006/relationships/tags" Target="../tags/tag1140.xml"/><Relationship Id="rId61" Type="http://schemas.openxmlformats.org/officeDocument/2006/relationships/tags" Target="../tags/tag1139.xml"/><Relationship Id="rId60" Type="http://schemas.openxmlformats.org/officeDocument/2006/relationships/tags" Target="../tags/tag1138.xml"/><Relationship Id="rId6" Type="http://schemas.openxmlformats.org/officeDocument/2006/relationships/tags" Target="../tags/tag1084.xml"/><Relationship Id="rId59" Type="http://schemas.openxmlformats.org/officeDocument/2006/relationships/tags" Target="../tags/tag1137.xml"/><Relationship Id="rId58" Type="http://schemas.openxmlformats.org/officeDocument/2006/relationships/tags" Target="../tags/tag1136.xml"/><Relationship Id="rId57" Type="http://schemas.openxmlformats.org/officeDocument/2006/relationships/tags" Target="../tags/tag1135.xml"/><Relationship Id="rId56" Type="http://schemas.openxmlformats.org/officeDocument/2006/relationships/tags" Target="../tags/tag1134.xml"/><Relationship Id="rId55" Type="http://schemas.openxmlformats.org/officeDocument/2006/relationships/tags" Target="../tags/tag1133.xml"/><Relationship Id="rId54" Type="http://schemas.openxmlformats.org/officeDocument/2006/relationships/tags" Target="../tags/tag1132.xml"/><Relationship Id="rId53" Type="http://schemas.openxmlformats.org/officeDocument/2006/relationships/tags" Target="../tags/tag1131.xml"/><Relationship Id="rId52" Type="http://schemas.openxmlformats.org/officeDocument/2006/relationships/tags" Target="../tags/tag1130.xml"/><Relationship Id="rId51" Type="http://schemas.openxmlformats.org/officeDocument/2006/relationships/tags" Target="../tags/tag1129.xml"/><Relationship Id="rId50" Type="http://schemas.openxmlformats.org/officeDocument/2006/relationships/tags" Target="../tags/tag1128.xml"/><Relationship Id="rId5" Type="http://schemas.openxmlformats.org/officeDocument/2006/relationships/tags" Target="../tags/tag1083.xml"/><Relationship Id="rId49" Type="http://schemas.openxmlformats.org/officeDocument/2006/relationships/tags" Target="../tags/tag1127.xml"/><Relationship Id="rId48" Type="http://schemas.openxmlformats.org/officeDocument/2006/relationships/tags" Target="../tags/tag1126.xml"/><Relationship Id="rId47" Type="http://schemas.openxmlformats.org/officeDocument/2006/relationships/tags" Target="../tags/tag1125.xml"/><Relationship Id="rId46" Type="http://schemas.openxmlformats.org/officeDocument/2006/relationships/tags" Target="../tags/tag1124.xml"/><Relationship Id="rId45" Type="http://schemas.openxmlformats.org/officeDocument/2006/relationships/tags" Target="../tags/tag1123.xml"/><Relationship Id="rId44" Type="http://schemas.openxmlformats.org/officeDocument/2006/relationships/tags" Target="../tags/tag1122.xml"/><Relationship Id="rId43" Type="http://schemas.openxmlformats.org/officeDocument/2006/relationships/tags" Target="../tags/tag1121.xml"/><Relationship Id="rId42" Type="http://schemas.openxmlformats.org/officeDocument/2006/relationships/tags" Target="../tags/tag1120.xml"/><Relationship Id="rId41" Type="http://schemas.openxmlformats.org/officeDocument/2006/relationships/tags" Target="../tags/tag1119.xml"/><Relationship Id="rId40" Type="http://schemas.openxmlformats.org/officeDocument/2006/relationships/tags" Target="../tags/tag1118.xml"/><Relationship Id="rId4" Type="http://schemas.openxmlformats.org/officeDocument/2006/relationships/tags" Target="../tags/tag1082.xml"/><Relationship Id="rId39" Type="http://schemas.openxmlformats.org/officeDocument/2006/relationships/tags" Target="../tags/tag1117.xml"/><Relationship Id="rId38" Type="http://schemas.openxmlformats.org/officeDocument/2006/relationships/tags" Target="../tags/tag1116.xml"/><Relationship Id="rId37" Type="http://schemas.openxmlformats.org/officeDocument/2006/relationships/tags" Target="../tags/tag1115.xml"/><Relationship Id="rId36" Type="http://schemas.openxmlformats.org/officeDocument/2006/relationships/tags" Target="../tags/tag1114.xml"/><Relationship Id="rId35" Type="http://schemas.openxmlformats.org/officeDocument/2006/relationships/tags" Target="../tags/tag1113.xml"/><Relationship Id="rId34" Type="http://schemas.openxmlformats.org/officeDocument/2006/relationships/tags" Target="../tags/tag1112.xml"/><Relationship Id="rId33" Type="http://schemas.openxmlformats.org/officeDocument/2006/relationships/tags" Target="../tags/tag1111.xml"/><Relationship Id="rId32" Type="http://schemas.openxmlformats.org/officeDocument/2006/relationships/tags" Target="../tags/tag1110.xml"/><Relationship Id="rId31" Type="http://schemas.openxmlformats.org/officeDocument/2006/relationships/tags" Target="../tags/tag1109.xml"/><Relationship Id="rId30" Type="http://schemas.openxmlformats.org/officeDocument/2006/relationships/tags" Target="../tags/tag1108.xml"/><Relationship Id="rId3" Type="http://schemas.openxmlformats.org/officeDocument/2006/relationships/tags" Target="../tags/tag1081.xml"/><Relationship Id="rId29" Type="http://schemas.openxmlformats.org/officeDocument/2006/relationships/tags" Target="../tags/tag1107.xml"/><Relationship Id="rId28" Type="http://schemas.openxmlformats.org/officeDocument/2006/relationships/tags" Target="../tags/tag1106.xml"/><Relationship Id="rId27" Type="http://schemas.openxmlformats.org/officeDocument/2006/relationships/tags" Target="../tags/tag1105.xml"/><Relationship Id="rId26" Type="http://schemas.openxmlformats.org/officeDocument/2006/relationships/tags" Target="../tags/tag1104.xml"/><Relationship Id="rId25" Type="http://schemas.openxmlformats.org/officeDocument/2006/relationships/tags" Target="../tags/tag1103.xml"/><Relationship Id="rId24" Type="http://schemas.openxmlformats.org/officeDocument/2006/relationships/tags" Target="../tags/tag1102.xml"/><Relationship Id="rId23" Type="http://schemas.openxmlformats.org/officeDocument/2006/relationships/tags" Target="../tags/tag1101.xml"/><Relationship Id="rId22" Type="http://schemas.openxmlformats.org/officeDocument/2006/relationships/tags" Target="../tags/tag1100.xml"/><Relationship Id="rId21" Type="http://schemas.openxmlformats.org/officeDocument/2006/relationships/tags" Target="../tags/tag1099.xml"/><Relationship Id="rId20" Type="http://schemas.openxmlformats.org/officeDocument/2006/relationships/tags" Target="../tags/tag1098.xml"/><Relationship Id="rId2" Type="http://schemas.openxmlformats.org/officeDocument/2006/relationships/tags" Target="../tags/tag1080.xml"/><Relationship Id="rId19" Type="http://schemas.openxmlformats.org/officeDocument/2006/relationships/tags" Target="../tags/tag1097.xml"/><Relationship Id="rId18" Type="http://schemas.openxmlformats.org/officeDocument/2006/relationships/tags" Target="../tags/tag1096.xml"/><Relationship Id="rId17" Type="http://schemas.openxmlformats.org/officeDocument/2006/relationships/tags" Target="../tags/tag1095.xml"/><Relationship Id="rId16" Type="http://schemas.openxmlformats.org/officeDocument/2006/relationships/tags" Target="../tags/tag1094.xml"/><Relationship Id="rId15" Type="http://schemas.openxmlformats.org/officeDocument/2006/relationships/tags" Target="../tags/tag1093.xml"/><Relationship Id="rId14" Type="http://schemas.openxmlformats.org/officeDocument/2006/relationships/tags" Target="../tags/tag1092.xml"/><Relationship Id="rId13" Type="http://schemas.openxmlformats.org/officeDocument/2006/relationships/tags" Target="../tags/tag1091.xml"/><Relationship Id="rId12" Type="http://schemas.openxmlformats.org/officeDocument/2006/relationships/tags" Target="../tags/tag1090.xml"/><Relationship Id="rId11" Type="http://schemas.openxmlformats.org/officeDocument/2006/relationships/tags" Target="../tags/tag1089.xml"/><Relationship Id="rId100" Type="http://schemas.openxmlformats.org/officeDocument/2006/relationships/slideLayout" Target="../slideLayouts/slideLayout7.xml"/><Relationship Id="rId10" Type="http://schemas.openxmlformats.org/officeDocument/2006/relationships/tags" Target="../tags/tag1088.xml"/><Relationship Id="rId1" Type="http://schemas.openxmlformats.org/officeDocument/2006/relationships/tags" Target="../tags/tag1079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186.xml"/><Relationship Id="rId8" Type="http://schemas.openxmlformats.org/officeDocument/2006/relationships/tags" Target="../tags/tag1185.xml"/><Relationship Id="rId7" Type="http://schemas.openxmlformats.org/officeDocument/2006/relationships/tags" Target="../tags/tag1184.xml"/><Relationship Id="rId6" Type="http://schemas.openxmlformats.org/officeDocument/2006/relationships/tags" Target="../tags/tag1183.xml"/><Relationship Id="rId5" Type="http://schemas.openxmlformats.org/officeDocument/2006/relationships/tags" Target="../tags/tag1182.xml"/><Relationship Id="rId45" Type="http://schemas.openxmlformats.org/officeDocument/2006/relationships/slideLayout" Target="../slideLayouts/slideLayout7.xml"/><Relationship Id="rId44" Type="http://schemas.openxmlformats.org/officeDocument/2006/relationships/tags" Target="../tags/tag1221.xml"/><Relationship Id="rId43" Type="http://schemas.openxmlformats.org/officeDocument/2006/relationships/tags" Target="../tags/tag1220.xml"/><Relationship Id="rId42" Type="http://schemas.openxmlformats.org/officeDocument/2006/relationships/tags" Target="../tags/tag1219.xml"/><Relationship Id="rId41" Type="http://schemas.openxmlformats.org/officeDocument/2006/relationships/tags" Target="../tags/tag1218.xml"/><Relationship Id="rId40" Type="http://schemas.openxmlformats.org/officeDocument/2006/relationships/tags" Target="../tags/tag1217.xml"/><Relationship Id="rId4" Type="http://schemas.openxmlformats.org/officeDocument/2006/relationships/tags" Target="../tags/tag1181.xml"/><Relationship Id="rId39" Type="http://schemas.openxmlformats.org/officeDocument/2006/relationships/tags" Target="../tags/tag1216.xml"/><Relationship Id="rId38" Type="http://schemas.openxmlformats.org/officeDocument/2006/relationships/tags" Target="../tags/tag1215.xml"/><Relationship Id="rId37" Type="http://schemas.openxmlformats.org/officeDocument/2006/relationships/tags" Target="../tags/tag1214.xml"/><Relationship Id="rId36" Type="http://schemas.openxmlformats.org/officeDocument/2006/relationships/tags" Target="../tags/tag1213.xml"/><Relationship Id="rId35" Type="http://schemas.openxmlformats.org/officeDocument/2006/relationships/tags" Target="../tags/tag1212.xml"/><Relationship Id="rId34" Type="http://schemas.openxmlformats.org/officeDocument/2006/relationships/tags" Target="../tags/tag1211.xml"/><Relationship Id="rId33" Type="http://schemas.openxmlformats.org/officeDocument/2006/relationships/tags" Target="../tags/tag1210.xml"/><Relationship Id="rId32" Type="http://schemas.openxmlformats.org/officeDocument/2006/relationships/tags" Target="../tags/tag1209.xml"/><Relationship Id="rId31" Type="http://schemas.openxmlformats.org/officeDocument/2006/relationships/tags" Target="../tags/tag1208.xml"/><Relationship Id="rId30" Type="http://schemas.openxmlformats.org/officeDocument/2006/relationships/tags" Target="../tags/tag1207.xml"/><Relationship Id="rId3" Type="http://schemas.openxmlformats.org/officeDocument/2006/relationships/tags" Target="../tags/tag1180.xml"/><Relationship Id="rId29" Type="http://schemas.openxmlformats.org/officeDocument/2006/relationships/tags" Target="../tags/tag1206.xml"/><Relationship Id="rId28" Type="http://schemas.openxmlformats.org/officeDocument/2006/relationships/tags" Target="../tags/tag1205.xml"/><Relationship Id="rId27" Type="http://schemas.openxmlformats.org/officeDocument/2006/relationships/tags" Target="../tags/tag1204.xml"/><Relationship Id="rId26" Type="http://schemas.openxmlformats.org/officeDocument/2006/relationships/tags" Target="../tags/tag1203.xml"/><Relationship Id="rId25" Type="http://schemas.openxmlformats.org/officeDocument/2006/relationships/tags" Target="../tags/tag1202.xml"/><Relationship Id="rId24" Type="http://schemas.openxmlformats.org/officeDocument/2006/relationships/tags" Target="../tags/tag1201.xml"/><Relationship Id="rId23" Type="http://schemas.openxmlformats.org/officeDocument/2006/relationships/tags" Target="../tags/tag1200.xml"/><Relationship Id="rId22" Type="http://schemas.openxmlformats.org/officeDocument/2006/relationships/tags" Target="../tags/tag1199.xml"/><Relationship Id="rId21" Type="http://schemas.openxmlformats.org/officeDocument/2006/relationships/tags" Target="../tags/tag1198.xml"/><Relationship Id="rId20" Type="http://schemas.openxmlformats.org/officeDocument/2006/relationships/tags" Target="../tags/tag1197.xml"/><Relationship Id="rId2" Type="http://schemas.openxmlformats.org/officeDocument/2006/relationships/tags" Target="../tags/tag1179.xml"/><Relationship Id="rId19" Type="http://schemas.openxmlformats.org/officeDocument/2006/relationships/tags" Target="../tags/tag1196.xml"/><Relationship Id="rId18" Type="http://schemas.openxmlformats.org/officeDocument/2006/relationships/tags" Target="../tags/tag1195.xml"/><Relationship Id="rId17" Type="http://schemas.openxmlformats.org/officeDocument/2006/relationships/tags" Target="../tags/tag1194.xml"/><Relationship Id="rId16" Type="http://schemas.openxmlformats.org/officeDocument/2006/relationships/tags" Target="../tags/tag1193.xml"/><Relationship Id="rId15" Type="http://schemas.openxmlformats.org/officeDocument/2006/relationships/tags" Target="../tags/tag1192.xml"/><Relationship Id="rId14" Type="http://schemas.openxmlformats.org/officeDocument/2006/relationships/tags" Target="../tags/tag1191.xml"/><Relationship Id="rId13" Type="http://schemas.openxmlformats.org/officeDocument/2006/relationships/tags" Target="../tags/tag1190.xml"/><Relationship Id="rId12" Type="http://schemas.openxmlformats.org/officeDocument/2006/relationships/tags" Target="../tags/tag1189.xml"/><Relationship Id="rId11" Type="http://schemas.openxmlformats.org/officeDocument/2006/relationships/tags" Target="../tags/tag1188.xml"/><Relationship Id="rId10" Type="http://schemas.openxmlformats.org/officeDocument/2006/relationships/tags" Target="../tags/tag1187.xml"/><Relationship Id="rId1" Type="http://schemas.openxmlformats.org/officeDocument/2006/relationships/tags" Target="../tags/tag11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1258888" y="2595563"/>
            <a:ext cx="6697662" cy="822341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第六章  总  线</a:t>
            </a:r>
            <a:endParaRPr lang="zh-CN" altLang="en-US" sz="4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08"/>
          <p:cNvSpPr txBox="1">
            <a:spLocks noChangeArrowheads="1"/>
          </p:cNvSpPr>
          <p:nvPr/>
        </p:nvSpPr>
        <p:spPr bwMode="auto">
          <a:xfrm>
            <a:off x="142844" y="426869"/>
            <a:ext cx="8821644" cy="4669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altLang="zh-CN" b="1" u="none" dirty="0" smtClean="0">
                <a:solidFill>
                  <a:srgbClr val="FF3399"/>
                </a:solidFill>
              </a:rPr>
              <a:t> ※</a:t>
            </a:r>
            <a:r>
              <a:rPr lang="zh-CN" altLang="en-US" b="1" u="none" dirty="0" smtClean="0">
                <a:solidFill>
                  <a:srgbClr val="FF3399"/>
                </a:solidFill>
              </a:rPr>
              <a:t>主要内容</a:t>
            </a:r>
            <a:endParaRPr lang="en-US" altLang="zh-CN" b="1" u="none" dirty="0" smtClean="0">
              <a:solidFill>
                <a:srgbClr val="FF3399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rgbClr val="C00000"/>
                </a:solidFill>
              </a:rPr>
              <a:t>   ⑴总线概述</a:t>
            </a:r>
            <a:endParaRPr lang="en-US" altLang="zh-CN" sz="2200" b="1" u="none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tx1"/>
                </a:solidFill>
              </a:rPr>
              <a:t>      </a:t>
            </a:r>
            <a:r>
              <a:rPr lang="zh-CN" altLang="en-US" sz="2200" b="1" u="none" dirty="0" smtClean="0">
                <a:solidFill>
                  <a:schemeClr val="tx1"/>
                </a:solidFill>
              </a:rPr>
              <a:t>分类，特性</a:t>
            </a:r>
            <a:r>
              <a:rPr lang="en-US" altLang="zh-CN" sz="1800" b="1" u="none" dirty="0" smtClean="0">
                <a:solidFill>
                  <a:schemeClr val="tx1"/>
                </a:solidFill>
              </a:rPr>
              <a:t>(4</a:t>
            </a:r>
            <a:r>
              <a:rPr lang="zh-CN" altLang="en-US" sz="1800" b="1" u="none" dirty="0" smtClean="0">
                <a:solidFill>
                  <a:schemeClr val="tx1"/>
                </a:solidFill>
              </a:rPr>
              <a:t>点</a:t>
            </a:r>
            <a:r>
              <a:rPr lang="en-US" altLang="zh-CN" sz="1800" b="1" u="none" dirty="0" smtClean="0">
                <a:solidFill>
                  <a:schemeClr val="tx1"/>
                </a:solidFill>
              </a:rPr>
              <a:t>)</a:t>
            </a:r>
            <a:r>
              <a:rPr lang="zh-CN" altLang="en-US" sz="2200" b="1" u="none" dirty="0" smtClean="0">
                <a:solidFill>
                  <a:schemeClr val="tx1"/>
                </a:solidFill>
              </a:rPr>
              <a:t>，性能指标，总线操作过程</a:t>
            </a:r>
            <a:endParaRPr lang="en-US" altLang="zh-CN" sz="2200" b="1" u="none" dirty="0" smtClean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 smtClean="0">
                <a:solidFill>
                  <a:srgbClr val="C00000"/>
                </a:solidFill>
              </a:rPr>
              <a:t>   ⑵总线的仲裁</a:t>
            </a:r>
            <a:endParaRPr lang="en-US" altLang="zh-CN" sz="2200" b="1" u="none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b="1" dirty="0" smtClean="0">
                <a:solidFill>
                  <a:schemeClr val="tx1"/>
                </a:solidFill>
              </a:rPr>
              <a:t>      </a:t>
            </a:r>
            <a:r>
              <a:rPr lang="zh-CN" altLang="en-US" sz="2200" b="1" dirty="0" smtClean="0"/>
              <a:t>集中式</a:t>
            </a:r>
            <a:r>
              <a:rPr lang="en-US" altLang="zh-CN" sz="1800" b="1" dirty="0" smtClean="0"/>
              <a:t>(3</a:t>
            </a:r>
            <a:r>
              <a:rPr lang="zh-CN" altLang="en-US" sz="1800" b="1" dirty="0" smtClean="0"/>
              <a:t>种</a:t>
            </a:r>
            <a:r>
              <a:rPr lang="en-US" altLang="zh-CN" sz="1800" b="1" dirty="0" smtClean="0"/>
              <a:t>)</a:t>
            </a:r>
            <a:r>
              <a:rPr lang="zh-CN" altLang="en-US" sz="2200" b="1" dirty="0" smtClean="0"/>
              <a:t>的</a:t>
            </a:r>
            <a:r>
              <a:rPr lang="zh-CN" altLang="en-US" sz="2200" b="1" dirty="0" smtClean="0">
                <a:sym typeface="+mn-ea"/>
              </a:rPr>
              <a:t>基本思想、信号线连接、仲裁实现</a:t>
            </a:r>
            <a:r>
              <a:rPr lang="zh-CN" altLang="en-US" sz="2200" b="1" dirty="0" smtClean="0"/>
              <a:t>，</a:t>
            </a:r>
            <a:r>
              <a:rPr lang="zh-CN" altLang="en-US" sz="2200" b="1" dirty="0" smtClean="0"/>
              <a:t>分布式</a:t>
            </a:r>
            <a:r>
              <a:rPr lang="en-US" altLang="zh-CN" sz="1800" b="1" dirty="0" smtClean="0"/>
              <a:t>(×)</a:t>
            </a:r>
            <a:endParaRPr lang="en-US" altLang="zh-CN" sz="2200" b="1" dirty="0" smtClean="0"/>
          </a:p>
          <a:p>
            <a:pPr>
              <a:spcBef>
                <a:spcPts val="300"/>
              </a:spcBef>
            </a:pPr>
            <a:r>
              <a:rPr lang="zh-CN" altLang="en-US" sz="2200" b="1" u="none" dirty="0" smtClean="0">
                <a:solidFill>
                  <a:srgbClr val="C00000"/>
                </a:solidFill>
              </a:rPr>
              <a:t>   ⑶总线的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传输</a:t>
            </a:r>
            <a:r>
              <a:rPr lang="zh-CN" altLang="en-US" sz="2200" b="1" dirty="0">
                <a:solidFill>
                  <a:srgbClr val="C00000"/>
                </a:solidFill>
              </a:rPr>
              <a:t>与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定时</a:t>
            </a:r>
            <a:endParaRPr lang="en-US" altLang="zh-CN" sz="2200" b="1" u="none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b="1" u="none" dirty="0" smtClean="0">
                <a:solidFill>
                  <a:schemeClr val="tx1"/>
                </a:solidFill>
              </a:rPr>
              <a:t>      总线事务类型</a:t>
            </a:r>
            <a:r>
              <a:rPr lang="en-US" altLang="zh-CN" sz="1800" b="1" u="none" dirty="0" smtClean="0">
                <a:solidFill>
                  <a:schemeClr val="tx1"/>
                </a:solidFill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</a:rPr>
              <a:t>功能</a:t>
            </a:r>
            <a:r>
              <a:rPr lang="en-US" altLang="zh-CN" sz="1800" b="1" u="none" dirty="0" smtClean="0">
                <a:solidFill>
                  <a:schemeClr val="tx1"/>
                </a:solidFill>
              </a:rPr>
              <a:t>)</a:t>
            </a:r>
            <a:r>
              <a:rPr lang="zh-CN" altLang="en-US" sz="2200" b="1" u="none" dirty="0" smtClean="0">
                <a:solidFill>
                  <a:schemeClr val="tx1"/>
                </a:solidFill>
              </a:rPr>
              <a:t>，传输过程</a:t>
            </a:r>
            <a:r>
              <a:rPr lang="en-US" altLang="zh-CN" sz="1800" b="1" dirty="0" smtClean="0"/>
              <a:t>(</a:t>
            </a:r>
            <a:r>
              <a:rPr lang="zh-CN" altLang="en-US" sz="1800" b="1" dirty="0" smtClean="0"/>
              <a:t>协议</a:t>
            </a:r>
            <a:r>
              <a:rPr lang="en-US" altLang="zh-CN" sz="1800" b="1" dirty="0" smtClean="0"/>
              <a:t>)</a:t>
            </a:r>
            <a:r>
              <a:rPr lang="en-US" altLang="zh-CN" sz="2200" b="1" u="none" dirty="0" smtClean="0">
                <a:solidFill>
                  <a:schemeClr val="tx1"/>
                </a:solidFill>
              </a:rPr>
              <a:t>&amp;</a:t>
            </a:r>
            <a:r>
              <a:rPr lang="zh-CN" altLang="en-US" sz="2200" b="1" u="none" dirty="0" smtClean="0">
                <a:solidFill>
                  <a:schemeClr val="tx1"/>
                </a:solidFill>
              </a:rPr>
              <a:t>定时方式，总线标准</a:t>
            </a:r>
            <a:r>
              <a:rPr lang="en-US" altLang="zh-CN" sz="1800" b="1" u="none" dirty="0" smtClean="0">
                <a:solidFill>
                  <a:schemeClr val="tx1"/>
                </a:solidFill>
              </a:rPr>
              <a:t>(×)</a:t>
            </a:r>
            <a:endParaRPr lang="en-US" altLang="zh-CN" sz="2200" b="1" u="none" dirty="0" smtClean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sz="2200" b="1" u="none" dirty="0" smtClean="0">
                <a:solidFill>
                  <a:srgbClr val="C00000"/>
                </a:solidFill>
              </a:rPr>
              <a:t>   ⑷总线的结构与互连 </a:t>
            </a:r>
            <a:r>
              <a:rPr lang="en-US" altLang="zh-CN" sz="1800" b="1" u="none" dirty="0" smtClean="0"/>
              <a:t>(</a:t>
            </a:r>
            <a:r>
              <a:rPr lang="en-US" altLang="zh-CN" sz="1800" b="1" dirty="0"/>
              <a:t>△</a:t>
            </a:r>
            <a:r>
              <a:rPr lang="en-US" altLang="zh-CN" sz="1800" b="1" u="none" dirty="0" smtClean="0"/>
              <a:t>)</a:t>
            </a:r>
            <a:endParaRPr lang="en-US" altLang="zh-CN" sz="2200" b="1" u="none" dirty="0" smtClean="0"/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/>
              <a:t>      </a:t>
            </a:r>
            <a:r>
              <a:rPr lang="zh-CN" altLang="en-US" sz="2200" b="1" u="none" dirty="0" smtClean="0"/>
              <a:t>总线结构</a:t>
            </a:r>
            <a:r>
              <a:rPr lang="en-US" altLang="zh-CN" sz="1800" b="1" u="none" dirty="0" smtClean="0"/>
              <a:t>(</a:t>
            </a:r>
            <a:r>
              <a:rPr lang="zh-CN" altLang="en-US" sz="1800" b="1" u="none" dirty="0" smtClean="0"/>
              <a:t>单</a:t>
            </a:r>
            <a:r>
              <a:rPr lang="en-US" altLang="zh-CN" sz="1800" b="1" u="none" dirty="0" smtClean="0"/>
              <a:t>/</a:t>
            </a:r>
            <a:r>
              <a:rPr lang="zh-CN" altLang="en-US" sz="1800" b="1" u="none" dirty="0" smtClean="0"/>
              <a:t>多</a:t>
            </a:r>
            <a:r>
              <a:rPr lang="en-US" altLang="zh-CN" sz="1800" b="1" u="none" dirty="0" smtClean="0"/>
              <a:t>/</a:t>
            </a:r>
            <a:r>
              <a:rPr lang="zh-CN" altLang="en-US" sz="1800" b="1" u="none" dirty="0" smtClean="0"/>
              <a:t>南北桥</a:t>
            </a:r>
            <a:r>
              <a:rPr lang="en-US" altLang="zh-CN" sz="1800" b="1" u="none" dirty="0" smtClean="0"/>
              <a:t>)</a:t>
            </a:r>
            <a:r>
              <a:rPr lang="zh-CN" altLang="en-US" sz="2200" b="1" u="none" dirty="0" smtClean="0"/>
              <a:t>，总线互连</a:t>
            </a:r>
            <a:r>
              <a:rPr lang="en-US" altLang="zh-CN" sz="1800" b="1" u="none" dirty="0" smtClean="0"/>
              <a:t>(</a:t>
            </a:r>
            <a:r>
              <a:rPr lang="zh-CN" altLang="en-US" sz="1800" b="1" u="none" dirty="0" smtClean="0"/>
              <a:t>总线接口电路</a:t>
            </a:r>
            <a:r>
              <a:rPr lang="en-US" altLang="zh-CN" sz="1800" b="1" u="none" dirty="0" smtClean="0"/>
              <a:t>)</a:t>
            </a:r>
            <a:endParaRPr lang="en-US" altLang="zh-CN" sz="2200" b="1" u="none" dirty="0" smtClean="0"/>
          </a:p>
          <a:p>
            <a:pPr>
              <a:spcBef>
                <a:spcPts val="600"/>
              </a:spcBef>
            </a:pPr>
            <a:r>
              <a:rPr lang="en-US" altLang="zh-CN" b="1" spc="-50" dirty="0" smtClean="0">
                <a:solidFill>
                  <a:srgbClr val="FF3399"/>
                </a:solidFill>
              </a:rPr>
              <a:t> ※</a:t>
            </a:r>
            <a:r>
              <a:rPr lang="zh-CN" altLang="en-US" b="1" spc="-50" dirty="0" smtClean="0">
                <a:solidFill>
                  <a:srgbClr val="FF3399"/>
                </a:solidFill>
              </a:rPr>
              <a:t>总体要求：</a:t>
            </a:r>
            <a:r>
              <a:rPr lang="zh-CN" altLang="en-US" sz="2200" b="1" u="sng" dirty="0">
                <a:solidFill>
                  <a:schemeClr val="accent2"/>
                </a:solidFill>
              </a:rPr>
              <a:t>理解</a:t>
            </a:r>
            <a:r>
              <a:rPr lang="zh-CN" altLang="en-US" sz="2200" b="1" dirty="0"/>
              <a:t>总线</a:t>
            </a:r>
            <a:r>
              <a:rPr lang="zh-CN" altLang="en-US" sz="2200" b="1" dirty="0" smtClean="0"/>
              <a:t>操作的</a:t>
            </a:r>
            <a:r>
              <a:rPr lang="zh-CN" altLang="en-US" sz="2200" b="1" dirty="0"/>
              <a:t>组织</a:t>
            </a:r>
            <a:r>
              <a:rPr lang="zh-CN" altLang="en-US" sz="2200" b="1" dirty="0" smtClean="0"/>
              <a:t>方法</a:t>
            </a:r>
            <a:r>
              <a:rPr lang="en-US" altLang="zh-CN" sz="1800" b="1" dirty="0" smtClean="0"/>
              <a:t>(</a:t>
            </a:r>
            <a:r>
              <a:rPr lang="zh-CN" altLang="en-US" sz="1800" b="1" dirty="0" smtClean="0"/>
              <a:t>过程</a:t>
            </a:r>
            <a:r>
              <a:rPr lang="en-US" altLang="zh-CN" sz="1800" b="1" dirty="0" smtClean="0"/>
              <a:t>/</a:t>
            </a:r>
            <a:r>
              <a:rPr lang="zh-CN" altLang="en-US" sz="1800" b="1" dirty="0" smtClean="0"/>
              <a:t>仲裁</a:t>
            </a:r>
            <a:r>
              <a:rPr lang="en-US" altLang="zh-CN" sz="1800" b="1" dirty="0" smtClean="0"/>
              <a:t>/</a:t>
            </a:r>
            <a:r>
              <a:rPr lang="zh-CN" altLang="en-US" sz="1800" b="1" dirty="0" smtClean="0"/>
              <a:t>传输</a:t>
            </a:r>
            <a:r>
              <a:rPr lang="en-US" altLang="zh-CN" sz="1800" b="1" dirty="0" smtClean="0"/>
              <a:t>&amp;</a:t>
            </a:r>
            <a:r>
              <a:rPr lang="zh-CN" altLang="en-US" sz="1800" b="1" dirty="0" smtClean="0"/>
              <a:t>定时</a:t>
            </a:r>
            <a:r>
              <a:rPr lang="en-US" altLang="zh-CN" sz="1800" b="1" dirty="0" smtClean="0"/>
              <a:t>)</a:t>
            </a:r>
            <a:endParaRPr lang="en-US" altLang="zh-CN" sz="1800" b="1" dirty="0" smtClean="0">
              <a:latin typeface="+mn-ea"/>
            </a:endParaRPr>
          </a:p>
        </p:txBody>
      </p:sp>
      <p:sp>
        <p:nvSpPr>
          <p:cNvPr id="4" name="AutoShape 452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029078" y="1124744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AutoShape 452">
            <a:hlinkClick r:id="rId2" tooltip="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029078" y="201600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452">
            <a:hlinkClick r:id="rId3" tooltip="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029078" y="2855653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452">
            <a:hlinkClick r:id="rId4" tooltip="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029078" y="374400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5122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85786" y="323945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ctr">
              <a:lnSpc>
                <a:spcPct val="100000"/>
              </a:lnSpc>
            </a:pPr>
            <a:r>
              <a:rPr lang="en-US" altLang="zh-CN" sz="2800" b="1" dirty="0"/>
              <a:t>§6.1  </a:t>
            </a:r>
            <a:r>
              <a:rPr lang="zh-CN" altLang="en-US" sz="2800" b="1" dirty="0"/>
              <a:t>总线概述</a:t>
            </a:r>
            <a:endParaRPr lang="zh-CN" altLang="en-US" sz="2800" b="1" dirty="0"/>
          </a:p>
        </p:txBody>
      </p:sp>
      <p:sp>
        <p:nvSpPr>
          <p:cNvPr id="32" name="Text Box 52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828000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l"/>
            <a:r>
              <a:rPr lang="en-US" altLang="zh-CN" sz="2000" b="1" dirty="0">
                <a:solidFill>
                  <a:srgbClr val="CC3300"/>
                </a:solidFill>
                <a:latin typeface="+mn-ea"/>
                <a:ea typeface="+mn-ea"/>
              </a:rPr>
              <a:t>  </a:t>
            </a:r>
            <a:r>
              <a:rPr lang="en-US" altLang="zh-CN" sz="2000" b="1" dirty="0" smtClean="0">
                <a:solidFill>
                  <a:srgbClr val="CC3300"/>
                </a:solidFill>
                <a:latin typeface="+mn-ea"/>
                <a:ea typeface="+mn-ea"/>
              </a:rPr>
              <a:t>※</a:t>
            </a:r>
            <a:r>
              <a:rPr lang="zh-CN" altLang="en-US" sz="2000" b="1" dirty="0" smtClean="0">
                <a:solidFill>
                  <a:srgbClr val="CC3300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 smtClean="0">
                <a:latin typeface="+mn-ea"/>
                <a:ea typeface="+mn-ea"/>
              </a:rPr>
              <a:t>总线的分类</a:t>
            </a:r>
            <a:r>
              <a:rPr lang="en-US" altLang="zh-CN" sz="2000" b="1" dirty="0" smtClean="0">
                <a:latin typeface="+mn-ea"/>
                <a:ea typeface="+mn-ea"/>
              </a:rPr>
              <a:t>&amp;</a:t>
            </a:r>
            <a:r>
              <a:rPr lang="zh-CN" altLang="en-US" sz="2000" b="1" dirty="0" smtClean="0">
                <a:latin typeface="+mn-ea"/>
                <a:ea typeface="+mn-ea"/>
              </a:rPr>
              <a:t>组成、特性、性能指标、操作过程</a:t>
            </a:r>
            <a:endParaRPr lang="zh-CN" altLang="en-US" sz="2000" b="1" dirty="0" smtClean="0">
              <a:latin typeface="+mn-ea"/>
              <a:ea typeface="+mn-ea"/>
            </a:endParaRPr>
          </a:p>
        </p:txBody>
      </p:sp>
      <p:sp>
        <p:nvSpPr>
          <p:cNvPr id="92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705" y="1296000"/>
            <a:ext cx="2534285" cy="352298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*总线：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传输特征</a:t>
            </a:r>
            <a:r>
              <a:rPr lang="en-US" altLang="zh-CN" sz="2200" b="1" dirty="0" smtClean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总线事务：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总线周期：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67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32000" y="1296000"/>
            <a:ext cx="7584440" cy="376936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指连接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设备、用于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信息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的一组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公共信号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线</a:t>
            </a:r>
            <a:endParaRPr lang="zh-CN" altLang="en-US" sz="2200" b="1" u="sng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发起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  <a:sym typeface="+mn-ea"/>
              </a:rPr>
              <a:t>传输的称为</a:t>
            </a:r>
            <a:r>
              <a:rPr lang="zh-CN" altLang="en-US" sz="1800" b="1" u="sng" dirty="0" smtClean="0">
                <a:solidFill>
                  <a:srgbClr val="FF3399"/>
                </a:solidFill>
                <a:latin typeface="+mn-ea"/>
                <a:cs typeface="Times New Roman" panose="02020603050405020304" pitchFamily="18" charset="0"/>
                <a:sym typeface="+mn-ea"/>
              </a:rPr>
              <a:t>主设备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1800" b="1" dirty="0" smtClean="0">
                <a:solidFill>
                  <a:srgbClr val="FF3399"/>
                </a:solidFill>
                <a:latin typeface="+mn-ea"/>
                <a:cs typeface="Times New Roman" panose="02020603050405020304" pitchFamily="18" charset="0"/>
                <a:sym typeface="+mn-ea"/>
              </a:rPr>
              <a:t>仅</a:t>
            </a:r>
            <a:r>
              <a:rPr lang="zh-CN" altLang="en-US" sz="1800" b="1" u="sng" dirty="0" smtClean="0">
                <a:solidFill>
                  <a:srgbClr val="990099"/>
                </a:solidFill>
                <a:sym typeface="+mn-ea"/>
              </a:rPr>
              <a:t>响应</a:t>
            </a:r>
            <a:r>
              <a:rPr lang="zh-CN" altLang="en-US" sz="1800" b="1" dirty="0" smtClean="0">
                <a:sym typeface="+mn-ea"/>
              </a:rPr>
              <a:t>传输的称为</a:t>
            </a:r>
            <a:r>
              <a:rPr lang="zh-CN" altLang="en-US" sz="1800" b="1" u="sng" dirty="0" smtClean="0">
                <a:solidFill>
                  <a:srgbClr val="FF3399"/>
                </a:solidFill>
                <a:sym typeface="+mn-ea"/>
              </a:rPr>
              <a:t>从设备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同时仅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个设备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发送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</a:t>
            </a:r>
            <a:r>
              <a:rPr lang="en-US" altLang="zh-CN" sz="1600" b="1" dirty="0" smtClean="0">
                <a:sym typeface="+mn-ea"/>
              </a:rPr>
              <a:t>←</a:t>
            </a:r>
            <a:r>
              <a:rPr lang="zh-CN" altLang="en-US" sz="1600" b="1" dirty="0" smtClean="0">
                <a:sym typeface="+mn-ea"/>
              </a:rPr>
              <a:t>可多个从设备接收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</a:t>
            </a:r>
            <a:r>
              <a:rPr lang="zh-CN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</a:t>
            </a:r>
            <a:r>
              <a:rPr lang="zh-CN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上</a:t>
            </a:r>
            <a:r>
              <a:rPr lang="zh-CN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设备间</a:t>
            </a:r>
            <a:r>
              <a:rPr lang="zh-CN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一次</a:t>
            </a:r>
            <a:r>
              <a:rPr lang="zh-CN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信息传输过程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1600" b="1" dirty="0" smtClean="0">
                <a:sym typeface="+mn-ea"/>
              </a:rPr>
              <a:t>←</a:t>
            </a:r>
            <a:r>
              <a:rPr lang="zh-CN" altLang="en-US" sz="1600" b="1" dirty="0" smtClean="0">
                <a:sym typeface="+mn-ea"/>
              </a:rPr>
              <a:t>仅</a:t>
            </a:r>
            <a:r>
              <a:rPr lang="en-US" altLang="zh-CN" sz="1600" b="1" dirty="0" smtClean="0">
                <a:sym typeface="+mn-ea"/>
              </a:rPr>
              <a:t>1</a:t>
            </a:r>
            <a:r>
              <a:rPr lang="zh-CN" altLang="en-US" sz="1600" b="1" dirty="0" smtClean="0">
                <a:sym typeface="+mn-ea"/>
              </a:rPr>
              <a:t>个主设备参与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</a:t>
            </a:r>
            <a:r>
              <a:rPr lang="zh-CN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一次</a:t>
            </a:r>
            <a:r>
              <a:rPr lang="zh-CN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总线操作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分配使用权＋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信息传输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所需的</a:t>
            </a:r>
            <a:r>
              <a:rPr lang="zh-CN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时间</a:t>
            </a:r>
            <a:endParaRPr lang="zh-CN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又称总线仲裁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         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即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个总线事务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4" name="Text Box 7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300000" y="2124000"/>
            <a:ext cx="1908000" cy="576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55905" indent="-255905"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</a:rPr>
              <a:t>不同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</a:rPr>
              <a:t>从设备如何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</a:rPr>
              <a:t>标识？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46" name="Text Box 7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331387" y="3996000"/>
            <a:ext cx="5184576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1078230" indent="-1078230"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思考③：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</a:rPr>
              <a:t>有多个主设备时，总线使用权如何管理？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49" name="Text Box 7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697715" y="3996000"/>
            <a:ext cx="1656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1078230" indent="-1078230">
              <a:lnSpc>
                <a:spcPct val="90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请求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-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分配方式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5" name="Text Box 7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333715" y="3204000"/>
            <a:ext cx="6264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1078230" indent="-1078230"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总线事务的过程包含哪些交互，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有几个主设备参与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</a:rPr>
              <a:t>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088000" y="2088000"/>
            <a:ext cx="3924000" cy="612235"/>
            <a:chOff x="3458" y="7597"/>
            <a:chExt cx="6180" cy="964"/>
          </a:xfrm>
        </p:grpSpPr>
        <p:sp>
          <p:nvSpPr>
            <p:cNvPr id="196" name="Text Box 19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461" y="7597"/>
              <a:ext cx="1247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主设备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97" name="Text Box 2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690" y="7597"/>
              <a:ext cx="1247" cy="340"/>
            </a:xfrm>
            <a:prstGeom prst="rect">
              <a:avLst/>
            </a:prstGeom>
            <a:solidFill>
              <a:srgbClr val="CCFFFF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从设备</a:t>
              </a:r>
              <a:r>
                <a:rPr lang="en-US" altLang="zh-CN" sz="1600" b="1" dirty="0" err="1" smtClean="0"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endParaRPr lang="en-US" altLang="zh-CN" sz="1600" b="1" dirty="0" err="1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99" name="直接箭头连接符 198"/>
            <p:cNvCxnSpPr/>
            <p:nvPr>
              <p:custDataLst>
                <p:tags r:id="rId11"/>
              </p:custDataLst>
            </p:nvPr>
          </p:nvCxnSpPr>
          <p:spPr bwMode="auto">
            <a:xfrm>
              <a:off x="3458" y="8220"/>
              <a:ext cx="6180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0" name="直接箭头连接符 199"/>
            <p:cNvCxnSpPr/>
            <p:nvPr>
              <p:custDataLst>
                <p:tags r:id="rId12"/>
              </p:custDataLst>
            </p:nvPr>
          </p:nvCxnSpPr>
          <p:spPr bwMode="auto">
            <a:xfrm>
              <a:off x="3458" y="8391"/>
              <a:ext cx="6180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200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3458" y="8561"/>
              <a:ext cx="61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201"/>
            <p:cNvCxnSpPr/>
            <p:nvPr>
              <p:custDataLst>
                <p:tags r:id="rId14"/>
              </p:custDataLst>
            </p:nvPr>
          </p:nvCxnSpPr>
          <p:spPr bwMode="auto">
            <a:xfrm>
              <a:off x="3855" y="7937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3" name="直接箭头连接符 202"/>
            <p:cNvCxnSpPr/>
            <p:nvPr>
              <p:custDataLst>
                <p:tags r:id="rId15"/>
              </p:custDataLst>
            </p:nvPr>
          </p:nvCxnSpPr>
          <p:spPr bwMode="auto">
            <a:xfrm>
              <a:off x="4139" y="7937"/>
              <a:ext cx="0" cy="62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4" name="直接箭头连接符 203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4422" y="7937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5" name="Text Box 22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706" y="7597"/>
              <a:ext cx="455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7" name="直接箭头连接符 206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7030" y="7937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8" name="直接箭头连接符 207"/>
            <p:cNvCxnSpPr/>
            <p:nvPr>
              <p:custDataLst>
                <p:tags r:id="rId19"/>
              </p:custDataLst>
            </p:nvPr>
          </p:nvCxnSpPr>
          <p:spPr bwMode="auto">
            <a:xfrm flipH="1" flipV="1">
              <a:off x="7313" y="7937"/>
              <a:ext cx="1" cy="62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9" name="直接箭头连接符 208"/>
            <p:cNvCxnSpPr/>
            <p:nvPr>
              <p:custDataLst>
                <p:tags r:id="rId20"/>
              </p:custDataLst>
            </p:nvPr>
          </p:nvCxnSpPr>
          <p:spPr bwMode="auto">
            <a:xfrm>
              <a:off x="7597" y="7937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11" name="Text Box 2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391" y="7597"/>
              <a:ext cx="1247" cy="340"/>
            </a:xfrm>
            <a:prstGeom prst="rect">
              <a:avLst/>
            </a:prstGeom>
            <a:solidFill>
              <a:srgbClr val="CCFFFF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从设备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j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13" name="直接箭头连接符 212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8731" y="7937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5" name="直接箭头连接符 214"/>
            <p:cNvCxnSpPr/>
            <p:nvPr>
              <p:custDataLst>
                <p:tags r:id="rId23"/>
              </p:custDataLst>
            </p:nvPr>
          </p:nvCxnSpPr>
          <p:spPr bwMode="auto">
            <a:xfrm>
              <a:off x="9298" y="7937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" name="Text Box 1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159" y="7597"/>
              <a:ext cx="1247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主设备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b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" name="Text Box 22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937" y="7597"/>
              <a:ext cx="455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" name="直接箭头连接符 7"/>
            <p:cNvCxnSpPr/>
            <p:nvPr>
              <p:custDataLst>
                <p:tags r:id="rId26"/>
              </p:custDataLst>
            </p:nvPr>
          </p:nvCxnSpPr>
          <p:spPr bwMode="auto">
            <a:xfrm flipH="1" flipV="1">
              <a:off x="9014" y="7937"/>
              <a:ext cx="1" cy="62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直接箭头连接符 8"/>
            <p:cNvCxnSpPr/>
            <p:nvPr>
              <p:custDataLst>
                <p:tags r:id="rId27"/>
              </p:custDataLst>
            </p:nvPr>
          </p:nvCxnSpPr>
          <p:spPr bwMode="auto">
            <a:xfrm>
              <a:off x="5556" y="7937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28"/>
              </p:custDataLst>
            </p:nvPr>
          </p:nvCxnSpPr>
          <p:spPr bwMode="auto">
            <a:xfrm>
              <a:off x="5839" y="7937"/>
              <a:ext cx="0" cy="62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直接箭头连接符 11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6123" y="7937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27" name="组合 326"/>
          <p:cNvGrpSpPr/>
          <p:nvPr/>
        </p:nvGrpSpPr>
        <p:grpSpPr>
          <a:xfrm>
            <a:off x="1116000" y="5037795"/>
            <a:ext cx="6048672" cy="864096"/>
            <a:chOff x="2771800" y="3429000"/>
            <a:chExt cx="6048672" cy="864096"/>
          </a:xfrm>
        </p:grpSpPr>
        <p:sp>
          <p:nvSpPr>
            <p:cNvPr id="328" name="Text Box 9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660232" y="3429000"/>
              <a:ext cx="576064" cy="288032"/>
            </a:xfrm>
            <a:prstGeom prst="rect">
              <a:avLst/>
            </a:prstGeom>
            <a:solidFill>
              <a:srgbClr val="CCCCFF"/>
            </a:solidFill>
            <a:ln w="15875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10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29" name="Text Box 80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932040" y="3778054"/>
              <a:ext cx="1296144" cy="24105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总线传输周期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30" name="Text Box 98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788024" y="4035575"/>
              <a:ext cx="898420" cy="24653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总线周期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31" name="直接连接符 330"/>
            <p:cNvCxnSpPr/>
            <p:nvPr>
              <p:custDataLst>
                <p:tags r:id="rId33"/>
              </p:custDataLst>
            </p:nvPr>
          </p:nvCxnSpPr>
          <p:spPr bwMode="auto">
            <a:xfrm>
              <a:off x="4716016" y="3792343"/>
              <a:ext cx="0" cy="21602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2" name="Text Box 98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716015" y="3429001"/>
              <a:ext cx="1728291" cy="28803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10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a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333" name="直接连接符 332"/>
            <p:cNvCxnSpPr/>
            <p:nvPr>
              <p:custDataLst>
                <p:tags r:id="rId35"/>
              </p:custDataLst>
            </p:nvPr>
          </p:nvCxnSpPr>
          <p:spPr bwMode="auto">
            <a:xfrm>
              <a:off x="6444208" y="3798367"/>
              <a:ext cx="1029" cy="49472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4" name="直接连接符 333"/>
            <p:cNvCxnSpPr/>
            <p:nvPr>
              <p:custDataLst>
                <p:tags r:id="rId36"/>
              </p:custDataLst>
            </p:nvPr>
          </p:nvCxnSpPr>
          <p:spPr bwMode="auto">
            <a:xfrm>
              <a:off x="6228184" y="3898580"/>
              <a:ext cx="216024" cy="1775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35" name="直接连接符 334"/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4716016" y="3898580"/>
              <a:ext cx="216025" cy="1775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36" name="直接连接符 335"/>
            <p:cNvCxnSpPr/>
            <p:nvPr>
              <p:custDataLst>
                <p:tags r:id="rId38"/>
              </p:custDataLst>
            </p:nvPr>
          </p:nvCxnSpPr>
          <p:spPr bwMode="auto">
            <a:xfrm>
              <a:off x="4139952" y="3793704"/>
              <a:ext cx="0" cy="49939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7" name="直接连接符 336"/>
            <p:cNvCxnSpPr/>
            <p:nvPr>
              <p:custDataLst>
                <p:tags r:id="rId39"/>
              </p:custDataLst>
            </p:nvPr>
          </p:nvCxnSpPr>
          <p:spPr bwMode="auto">
            <a:xfrm>
              <a:off x="5724128" y="4138094"/>
              <a:ext cx="72008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38" name="直接连接符 337"/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4139953" y="4138094"/>
              <a:ext cx="57606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39" name="Text Box 9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4139952" y="3429000"/>
              <a:ext cx="576064" cy="288031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10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空闲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40" name="Text Box 98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2771800" y="3429001"/>
              <a:ext cx="1368152" cy="28803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105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总线使用权</a:t>
              </a:r>
              <a:r>
                <a:rPr lang="en-US" altLang="zh-CN" sz="18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:</a:t>
              </a:r>
              <a:endPara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41" name="Text Box 98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7236296" y="3429001"/>
              <a:ext cx="1584076" cy="28803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10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b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42" name="Text Box 98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6444307" y="3429000"/>
              <a:ext cx="791989" cy="28803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10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空闲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43" name="Text Box 80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7379283" y="3778054"/>
              <a:ext cx="1296144" cy="24105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总线传输周期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44" name="Text Box 98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7273980" y="4035575"/>
              <a:ext cx="898420" cy="24653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总线周期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45" name="直接连接符 344"/>
            <p:cNvCxnSpPr/>
            <p:nvPr>
              <p:custDataLst>
                <p:tags r:id="rId47"/>
              </p:custDataLst>
            </p:nvPr>
          </p:nvCxnSpPr>
          <p:spPr bwMode="auto">
            <a:xfrm>
              <a:off x="7235267" y="3792343"/>
              <a:ext cx="0" cy="21602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6" name="直接连接符 345"/>
            <p:cNvCxnSpPr/>
            <p:nvPr>
              <p:custDataLst>
                <p:tags r:id="rId48"/>
              </p:custDataLst>
            </p:nvPr>
          </p:nvCxnSpPr>
          <p:spPr bwMode="auto">
            <a:xfrm>
              <a:off x="8819443" y="3798367"/>
              <a:ext cx="1029" cy="49472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7" name="直接连接符 346"/>
            <p:cNvCxnSpPr/>
            <p:nvPr>
              <p:custDataLst>
                <p:tags r:id="rId49"/>
              </p:custDataLst>
            </p:nvPr>
          </p:nvCxnSpPr>
          <p:spPr bwMode="auto">
            <a:xfrm>
              <a:off x="8675427" y="3898580"/>
              <a:ext cx="144016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8" name="直接连接符 347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7235267" y="3898580"/>
              <a:ext cx="129809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9" name="直接连接符 348"/>
            <p:cNvCxnSpPr/>
            <p:nvPr>
              <p:custDataLst>
                <p:tags r:id="rId51"/>
              </p:custDataLst>
            </p:nvPr>
          </p:nvCxnSpPr>
          <p:spPr bwMode="auto">
            <a:xfrm>
              <a:off x="8172400" y="4149080"/>
              <a:ext cx="64704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0" name="直接连接符 349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6660232" y="4138094"/>
              <a:ext cx="57606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51" name="Text Box 98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4211960" y="3758529"/>
              <a:ext cx="3074995" cy="24653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5000"/>
                </a:lnSpc>
              </a:pPr>
              <a:r>
                <a:rPr lang="zh-CN" altLang="en-US" sz="1600" b="1" dirty="0" smtClean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仲裁                    仲裁</a:t>
              </a:r>
              <a:endPara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352" name="直接连接符 351"/>
            <p:cNvCxnSpPr/>
            <p:nvPr>
              <p:custDataLst>
                <p:tags r:id="rId54"/>
              </p:custDataLst>
            </p:nvPr>
          </p:nvCxnSpPr>
          <p:spPr bwMode="auto">
            <a:xfrm>
              <a:off x="6659203" y="3798367"/>
              <a:ext cx="1029" cy="49472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3" name="Text Box 77"/>
          <p:cNvSpPr txBox="1"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720000" y="6012000"/>
            <a:ext cx="44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1078230" indent="-1078230"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思考④：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</a:rPr>
              <a:t>总线事务的最后一个动作是什么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</a:rPr>
              <a:t>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14" name="Text Box 77"/>
          <p:cNvSpPr txBox="1"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5148000" y="6012000"/>
            <a:ext cx="3924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1078230" indent="-1078230">
              <a:lnSpc>
                <a:spcPct val="90000"/>
              </a:lnSpc>
            </a:pPr>
            <a:r>
              <a:rPr lang="zh-CN" sz="1800" b="1" u="none" dirty="0" smtClean="0">
                <a:latin typeface="宋体" panose="02010600030101010101" pitchFamily="2" charset="-122"/>
              </a:rPr>
              <a:t>主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/</a:t>
            </a:r>
            <a:r>
              <a:rPr lang="zh-CN" sz="1800" b="1" u="none" dirty="0" smtClean="0">
                <a:latin typeface="宋体" panose="02010600030101010101" pitchFamily="2" charset="-122"/>
              </a:rPr>
              <a:t>从设备放弃所控信号线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变为高阻态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nimBg="1"/>
      <p:bldP spid="46" grpId="0" bldLvl="0" animBg="1"/>
      <p:bldP spid="49" grpId="0" bldLvl="0" animBg="1"/>
      <p:bldP spid="5" grpId="0" bldLvl="0" animBg="1"/>
      <p:bldP spid="13" grpId="0" bldLvl="0" animBg="1"/>
      <p:bldP spid="1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9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3564255" cy="616966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、总线的分类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*按信号线功能分类：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数据总线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 err="1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DBus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地址总线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 err="1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ABus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控制总线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 err="1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CBus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*按所连部件分类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组成：</a:t>
            </a: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片内总线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系统总线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通信总线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其他分类：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5726" name="Text Box 1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842895" y="1188085"/>
            <a:ext cx="6104890" cy="1953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336800" indent="-2336800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承载传送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双向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传输线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指明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从设备</a:t>
            </a:r>
            <a:r>
              <a:rPr lang="en-US" altLang="zh-CN" sz="16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主存或外设</a:t>
            </a:r>
            <a:r>
              <a:rPr lang="en-US" altLang="zh-CN" sz="16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地址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单向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传输线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控制传输的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过程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单向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传输线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控制线＋状态线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←何时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</a:t>
            </a:r>
            <a:r>
              <a:rPr lang="en-US" altLang="zh-CN" sz="16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DBus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lang="en-US" altLang="zh-CN" sz="16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Abus</a:t>
            </a:r>
            <a:endParaRPr lang="en-US" altLang="zh-CN" sz="1600" b="1" dirty="0" err="1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如：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读、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就绪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时钟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请求、总线</a:t>
            </a:r>
            <a:r>
              <a:rPr lang="zh-CN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允许</a:t>
            </a:r>
            <a:endParaRPr lang="en-US" altLang="zh-CN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Text Box 7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60290" y="684560"/>
            <a:ext cx="3960000" cy="54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36195" tIns="17780" rIns="18000" bIns="0" anchor="ctr" anchorCtr="0">
            <a:noAutofit/>
          </a:bodyPr>
          <a:p>
            <a:pPr marL="1078230" indent="-1078230">
              <a:lnSpc>
                <a:spcPct val="100000"/>
              </a:lnSpc>
            </a:pPr>
            <a:r>
              <a:rPr lang="zh-CN" altLang="en-US" sz="16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数据总线</a:t>
            </a: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宽度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＝同时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传送的二进制位数</a:t>
            </a:r>
            <a:endParaRPr lang="zh-CN" altLang="en-US" sz="1600" b="1" dirty="0" smtClean="0">
              <a:latin typeface="+mn-ea"/>
              <a:cs typeface="Times New Roman" panose="02020603050405020304" pitchFamily="18" charset="0"/>
            </a:endParaRPr>
          </a:p>
          <a:p>
            <a:pPr marL="1078230" indent="-1078230">
              <a:lnSpc>
                <a:spcPct val="100000"/>
              </a:lnSpc>
            </a:pPr>
            <a:r>
              <a:rPr lang="zh-CN" altLang="en-US" sz="16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地址总线</a:t>
            </a: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宽度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log</a:t>
            </a:r>
            <a:r>
              <a:rPr lang="en-US" altLang="zh-CN" sz="1600" b="1" baseline="-26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可寻址的地址个数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20907" name="Text Box 7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60000" y="3384000"/>
            <a:ext cx="6769251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连接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芯片内部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各元件，由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数据总线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控制由</a:t>
            </a:r>
            <a:r>
              <a:rPr lang="en-US" altLang="zh-CN" sz="1600" b="1" dirty="0" smtClean="0">
                <a:cs typeface="宋体" panose="02010600030101010101" pitchFamily="2" charset="-122"/>
                <a:sym typeface="+mn-ea"/>
              </a:rPr>
              <a:t>CU</a:t>
            </a:r>
            <a:r>
              <a:rPr lang="zh-CN" altLang="en-US" sz="1600" b="1" dirty="0" smtClean="0">
                <a:cs typeface="宋体" panose="02010600030101010101" pitchFamily="2" charset="-122"/>
                <a:sym typeface="+mn-ea"/>
              </a:rPr>
              <a:t>负责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连接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计算机内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主要部件，由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ABus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DBus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CBus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连接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外设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其它系统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，由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数据线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控制线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可缺省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1727835" y="4680000"/>
            <a:ext cx="6371590" cy="1835785"/>
            <a:chOff x="2721" y="4309"/>
            <a:chExt cx="10034" cy="2891"/>
          </a:xfrm>
        </p:grpSpPr>
        <p:sp>
          <p:nvSpPr>
            <p:cNvPr id="99" name="Text Box 65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613" y="6236"/>
              <a:ext cx="1134" cy="39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主存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02" name="直接连接符 101"/>
            <p:cNvCxnSpPr/>
            <p:nvPr>
              <p:custDataLst>
                <p:tags r:id="rId6"/>
              </p:custDataLst>
            </p:nvPr>
          </p:nvCxnSpPr>
          <p:spPr>
            <a:xfrm>
              <a:off x="4251" y="4833"/>
              <a:ext cx="7143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7" name="Text Box 6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973" y="4309"/>
              <a:ext cx="136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系统总线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9" name="Rectangle 6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288" y="5215"/>
              <a:ext cx="1928" cy="147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20" name="Text Box 6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402" y="5443"/>
              <a:ext cx="510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1" name="Text Box 7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400" y="6179"/>
              <a:ext cx="680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ALU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2" name="Text Box 70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252" y="5329"/>
              <a:ext cx="680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BIU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6" name="Text Box 70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309" y="6179"/>
              <a:ext cx="794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" name="直接连接符 3"/>
            <p:cNvCxnSpPr/>
            <p:nvPr>
              <p:custDataLst>
                <p:tags r:id="rId13"/>
              </p:custDataLst>
            </p:nvPr>
          </p:nvCxnSpPr>
          <p:spPr>
            <a:xfrm flipV="1">
              <a:off x="3400" y="5953"/>
              <a:ext cx="1701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" name="直接连接符 4"/>
            <p:cNvCxnSpPr/>
            <p:nvPr>
              <p:custDataLst>
                <p:tags r:id="rId14"/>
              </p:custDataLst>
            </p:nvPr>
          </p:nvCxnSpPr>
          <p:spPr>
            <a:xfrm>
              <a:off x="3572" y="595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直接连接符 5"/>
            <p:cNvCxnSpPr/>
            <p:nvPr>
              <p:custDataLst>
                <p:tags r:id="rId15"/>
              </p:custDataLst>
            </p:nvPr>
          </p:nvCxnSpPr>
          <p:spPr>
            <a:xfrm>
              <a:off x="4592" y="595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>
              <p:custDataLst>
                <p:tags r:id="rId16"/>
              </p:custDataLst>
            </p:nvPr>
          </p:nvCxnSpPr>
          <p:spPr>
            <a:xfrm>
              <a:off x="4479" y="5726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直接连接符 7"/>
            <p:cNvCxnSpPr/>
            <p:nvPr>
              <p:custDataLst>
                <p:tags r:id="rId17"/>
              </p:custDataLst>
            </p:nvPr>
          </p:nvCxnSpPr>
          <p:spPr>
            <a:xfrm>
              <a:off x="4763" y="5726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连接符 8"/>
            <p:cNvCxnSpPr/>
            <p:nvPr>
              <p:custDataLst>
                <p:tags r:id="rId18"/>
              </p:custDataLst>
            </p:nvPr>
          </p:nvCxnSpPr>
          <p:spPr>
            <a:xfrm>
              <a:off x="4876" y="595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>
              <p:custDataLst>
                <p:tags r:id="rId19"/>
              </p:custDataLst>
            </p:nvPr>
          </p:nvCxnSpPr>
          <p:spPr>
            <a:xfrm>
              <a:off x="3742" y="595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直接连接符 10"/>
            <p:cNvCxnSpPr/>
            <p:nvPr>
              <p:custDataLst>
                <p:tags r:id="rId20"/>
              </p:custDataLst>
            </p:nvPr>
          </p:nvCxnSpPr>
          <p:spPr>
            <a:xfrm>
              <a:off x="3969" y="595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" name="Text Box 6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613" y="5386"/>
              <a:ext cx="1134" cy="398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DRAMC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3" name="直接连接符 12"/>
            <p:cNvCxnSpPr/>
            <p:nvPr>
              <p:custDataLst>
                <p:tags r:id="rId22"/>
              </p:custDataLst>
            </p:nvPr>
          </p:nvCxnSpPr>
          <p:spPr>
            <a:xfrm>
              <a:off x="4252" y="5033"/>
              <a:ext cx="7143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直接连接符 13"/>
            <p:cNvCxnSpPr/>
            <p:nvPr>
              <p:custDataLst>
                <p:tags r:id="rId23"/>
              </p:custDataLst>
            </p:nvPr>
          </p:nvCxnSpPr>
          <p:spPr>
            <a:xfrm>
              <a:off x="4252" y="4649"/>
              <a:ext cx="6917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直接连接符 102"/>
            <p:cNvCxnSpPr/>
            <p:nvPr>
              <p:custDataLst>
                <p:tags r:id="rId24"/>
              </p:custDataLst>
            </p:nvPr>
          </p:nvCxnSpPr>
          <p:spPr>
            <a:xfrm flipV="1">
              <a:off x="4365" y="4649"/>
              <a:ext cx="0" cy="68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8" name="直接连接符 107"/>
            <p:cNvCxnSpPr/>
            <p:nvPr>
              <p:custDataLst>
                <p:tags r:id="rId25"/>
              </p:custDataLst>
            </p:nvPr>
          </p:nvCxnSpPr>
          <p:spPr>
            <a:xfrm flipV="1">
              <a:off x="4819" y="504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4" name="直接连接符 103"/>
            <p:cNvCxnSpPr/>
            <p:nvPr>
              <p:custDataLst>
                <p:tags r:id="rId26"/>
              </p:custDataLst>
            </p:nvPr>
          </p:nvCxnSpPr>
          <p:spPr>
            <a:xfrm>
              <a:off x="4592" y="4833"/>
              <a:ext cx="0" cy="51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直接连接符 108"/>
            <p:cNvCxnSpPr/>
            <p:nvPr>
              <p:custDataLst>
                <p:tags r:id="rId27"/>
              </p:custDataLst>
            </p:nvPr>
          </p:nvCxnSpPr>
          <p:spPr>
            <a:xfrm>
              <a:off x="5896" y="4649"/>
              <a:ext cx="0" cy="73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4" name="直接连接符 113"/>
            <p:cNvCxnSpPr/>
            <p:nvPr>
              <p:custDataLst>
                <p:tags r:id="rId28"/>
              </p:custDataLst>
            </p:nvPr>
          </p:nvCxnSpPr>
          <p:spPr>
            <a:xfrm>
              <a:off x="6180" y="4818"/>
              <a:ext cx="0" cy="56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直接连接符 114"/>
            <p:cNvCxnSpPr/>
            <p:nvPr>
              <p:custDataLst>
                <p:tags r:id="rId29"/>
              </p:custDataLst>
            </p:nvPr>
          </p:nvCxnSpPr>
          <p:spPr>
            <a:xfrm>
              <a:off x="6463" y="5046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" name="直接连接符 17"/>
            <p:cNvCxnSpPr/>
            <p:nvPr>
              <p:custDataLst>
                <p:tags r:id="rId30"/>
              </p:custDataLst>
            </p:nvPr>
          </p:nvCxnSpPr>
          <p:spPr>
            <a:xfrm flipH="1" flipV="1">
              <a:off x="6576" y="5046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直接连接符 18"/>
            <p:cNvCxnSpPr/>
            <p:nvPr>
              <p:custDataLst>
                <p:tags r:id="rId31"/>
              </p:custDataLst>
            </p:nvPr>
          </p:nvCxnSpPr>
          <p:spPr>
            <a:xfrm>
              <a:off x="5896" y="5783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直接连接符 19"/>
            <p:cNvCxnSpPr/>
            <p:nvPr>
              <p:custDataLst>
                <p:tags r:id="rId32"/>
              </p:custDataLst>
            </p:nvPr>
          </p:nvCxnSpPr>
          <p:spPr>
            <a:xfrm>
              <a:off x="6180" y="5783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直接连接符 20"/>
            <p:cNvCxnSpPr/>
            <p:nvPr>
              <p:custDataLst>
                <p:tags r:id="rId33"/>
              </p:custDataLst>
            </p:nvPr>
          </p:nvCxnSpPr>
          <p:spPr>
            <a:xfrm>
              <a:off x="6463" y="5783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" name="直接连接符 21"/>
            <p:cNvCxnSpPr/>
            <p:nvPr>
              <p:custDataLst>
                <p:tags r:id="rId34"/>
              </p:custDataLst>
            </p:nvPr>
          </p:nvCxnSpPr>
          <p:spPr>
            <a:xfrm flipH="1" flipV="1">
              <a:off x="6576" y="5783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3" name="Text Box 8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499" y="5216"/>
              <a:ext cx="1361" cy="15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44" name="Text Box 68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721" y="4704"/>
              <a:ext cx="136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片内总线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5" name="直接连接符 44"/>
            <p:cNvCxnSpPr/>
            <p:nvPr>
              <p:custDataLst>
                <p:tags r:id="rId37"/>
              </p:custDataLst>
            </p:nvPr>
          </p:nvCxnSpPr>
          <p:spPr>
            <a:xfrm>
              <a:off x="3798" y="5060"/>
              <a:ext cx="397" cy="85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sp>
          <p:nvSpPr>
            <p:cNvPr id="46" name="Text Box 6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1395" y="5329"/>
              <a:ext cx="136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通信总线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" name="Text Box 8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7200" y="5216"/>
              <a:ext cx="1701" cy="15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105" name="Text Box 72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7369" y="6236"/>
              <a:ext cx="1304" cy="39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sz="16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17" name="直接连接符 116"/>
            <p:cNvCxnSpPr/>
            <p:nvPr>
              <p:custDataLst>
                <p:tags r:id="rId41"/>
              </p:custDataLst>
            </p:nvPr>
          </p:nvCxnSpPr>
          <p:spPr>
            <a:xfrm>
              <a:off x="7937" y="5783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直接连接符 117"/>
            <p:cNvCxnSpPr/>
            <p:nvPr>
              <p:custDataLst>
                <p:tags r:id="rId42"/>
              </p:custDataLst>
            </p:nvPr>
          </p:nvCxnSpPr>
          <p:spPr>
            <a:xfrm>
              <a:off x="8220" y="5783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" name="Text Box 65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7313" y="5386"/>
              <a:ext cx="1474" cy="398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6" name="直接连接符 25"/>
            <p:cNvCxnSpPr/>
            <p:nvPr>
              <p:custDataLst>
                <p:tags r:id="rId44"/>
              </p:custDataLst>
            </p:nvPr>
          </p:nvCxnSpPr>
          <p:spPr>
            <a:xfrm>
              <a:off x="7653" y="4649"/>
              <a:ext cx="0" cy="73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" name="直接连接符 26"/>
            <p:cNvCxnSpPr/>
            <p:nvPr>
              <p:custDataLst>
                <p:tags r:id="rId45"/>
              </p:custDataLst>
            </p:nvPr>
          </p:nvCxnSpPr>
          <p:spPr>
            <a:xfrm>
              <a:off x="7937" y="4818"/>
              <a:ext cx="0" cy="56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直接连接符 27"/>
            <p:cNvCxnSpPr/>
            <p:nvPr>
              <p:custDataLst>
                <p:tags r:id="rId46"/>
              </p:custDataLst>
            </p:nvPr>
          </p:nvCxnSpPr>
          <p:spPr>
            <a:xfrm>
              <a:off x="8220" y="5046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" name="直接连接符 28"/>
            <p:cNvCxnSpPr/>
            <p:nvPr>
              <p:custDataLst>
                <p:tags r:id="rId47"/>
              </p:custDataLst>
            </p:nvPr>
          </p:nvCxnSpPr>
          <p:spPr>
            <a:xfrm flipH="1" flipV="1">
              <a:off x="8333" y="5046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" name="Text Box 81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9581" y="5216"/>
              <a:ext cx="1701" cy="15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33" name="Text Box 72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9750" y="6236"/>
              <a:ext cx="1304" cy="39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sz="16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j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50"/>
              </p:custDataLst>
            </p:nvPr>
          </p:nvCxnSpPr>
          <p:spPr>
            <a:xfrm>
              <a:off x="10318" y="5783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" name="Text Box 65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9694" y="5386"/>
              <a:ext cx="1474" cy="398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n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8" name="直接连接符 37"/>
            <p:cNvCxnSpPr/>
            <p:nvPr>
              <p:custDataLst>
                <p:tags r:id="rId52"/>
              </p:custDataLst>
            </p:nvPr>
          </p:nvCxnSpPr>
          <p:spPr>
            <a:xfrm>
              <a:off x="10034" y="4649"/>
              <a:ext cx="0" cy="73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" name="直接连接符 38"/>
            <p:cNvCxnSpPr/>
            <p:nvPr>
              <p:custDataLst>
                <p:tags r:id="rId53"/>
              </p:custDataLst>
            </p:nvPr>
          </p:nvCxnSpPr>
          <p:spPr>
            <a:xfrm>
              <a:off x="10318" y="4818"/>
              <a:ext cx="0" cy="56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直接连接符 39"/>
            <p:cNvCxnSpPr/>
            <p:nvPr>
              <p:custDataLst>
                <p:tags r:id="rId54"/>
              </p:custDataLst>
            </p:nvPr>
          </p:nvCxnSpPr>
          <p:spPr>
            <a:xfrm>
              <a:off x="10601" y="5046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" name="直接连接符 40"/>
            <p:cNvCxnSpPr/>
            <p:nvPr>
              <p:custDataLst>
                <p:tags r:id="rId55"/>
              </p:custDataLst>
            </p:nvPr>
          </p:nvCxnSpPr>
          <p:spPr>
            <a:xfrm flipH="1" flipV="1">
              <a:off x="10714" y="5046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2" name="Text Box 92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9014" y="5509"/>
              <a:ext cx="454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…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7" name="直接连接符 46"/>
            <p:cNvCxnSpPr/>
            <p:nvPr>
              <p:custDataLst>
                <p:tags r:id="rId57"/>
              </p:custDataLst>
            </p:nvPr>
          </p:nvCxnSpPr>
          <p:spPr>
            <a:xfrm>
              <a:off x="10601" y="5783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" name="直接连接符 47"/>
            <p:cNvCxnSpPr/>
            <p:nvPr>
              <p:custDataLst>
                <p:tags r:id="rId58"/>
              </p:custDataLst>
            </p:nvPr>
          </p:nvCxnSpPr>
          <p:spPr>
            <a:xfrm flipH="1" flipV="1">
              <a:off x="10715" y="5783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" name="直接连接符 48"/>
            <p:cNvCxnSpPr/>
            <p:nvPr>
              <p:custDataLst>
                <p:tags r:id="rId59"/>
              </p:custDataLst>
            </p:nvPr>
          </p:nvCxnSpPr>
          <p:spPr>
            <a:xfrm flipH="1">
              <a:off x="10885" y="5669"/>
              <a:ext cx="907" cy="397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sp>
          <p:nvSpPr>
            <p:cNvPr id="50" name="Text Box 6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6406" y="6860"/>
              <a:ext cx="170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存储器总线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1" name="直接连接符 50"/>
            <p:cNvCxnSpPr/>
            <p:nvPr>
              <p:custDataLst>
                <p:tags r:id="rId61"/>
              </p:custDataLst>
            </p:nvPr>
          </p:nvCxnSpPr>
          <p:spPr>
            <a:xfrm flipH="1" flipV="1">
              <a:off x="6690" y="6009"/>
              <a:ext cx="397" cy="85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sp>
          <p:nvSpPr>
            <p:cNvPr id="53" name="Text Box 85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11395" y="4422"/>
              <a:ext cx="680" cy="79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 anchor="t" anchorCtr="0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err="1" smtClean="0">
                  <a:latin typeface="宋体" panose="02010600030101010101" pitchFamily="2" charset="-122"/>
                </a:rPr>
                <a:t>ABus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err="1" smtClean="0">
                  <a:latin typeface="宋体" panose="02010600030101010101" pitchFamily="2" charset="-122"/>
                </a:rPr>
                <a:t>DBus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err="1" smtClean="0">
                  <a:latin typeface="宋体" panose="02010600030101010101" pitchFamily="2" charset="-122"/>
                </a:rPr>
                <a:t>CBus</a:t>
              </a:r>
              <a:endParaRPr lang="en-US" altLang="zh-CN" sz="14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54" name="直接连接符 53"/>
            <p:cNvCxnSpPr/>
            <p:nvPr>
              <p:custDataLst>
                <p:tags r:id="rId63"/>
              </p:custDataLst>
            </p:nvPr>
          </p:nvCxnSpPr>
          <p:spPr>
            <a:xfrm flipH="1">
              <a:off x="11169" y="4535"/>
              <a:ext cx="227" cy="113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5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5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5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5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57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20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20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20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14" name="Text Box 10"/>
          <p:cNvSpPr txBox="1">
            <a:spLocks noChangeArrowheads="1"/>
          </p:cNvSpPr>
          <p:nvPr/>
        </p:nvSpPr>
        <p:spPr bwMode="auto">
          <a:xfrm>
            <a:off x="179389" y="360000"/>
            <a:ext cx="2639704" cy="4229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</a:rPr>
              <a:t>、总线的特性</a:t>
            </a:r>
            <a:endParaRPr lang="zh-CN" altLang="en-US" sz="2200" b="1" dirty="0">
              <a:solidFill>
                <a:srgbClr val="FF3399"/>
              </a:solidFill>
            </a:endParaRPr>
          </a:p>
          <a:p>
            <a:endParaRPr lang="zh-CN" altLang="en-US" sz="2200" b="1" dirty="0">
              <a:solidFill>
                <a:srgbClr val="C00000"/>
              </a:solidFill>
            </a:endParaRPr>
          </a:p>
          <a:p>
            <a:endParaRPr lang="zh-CN" altLang="en-US" sz="2200" b="1" dirty="0">
              <a:solidFill>
                <a:srgbClr val="C00000"/>
              </a:solidFill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</a:rPr>
              <a:t>物理特性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</a:rPr>
              <a:t>功能特性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</a:rPr>
              <a:t>电气特性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r>
              <a:rPr lang="en-US" altLang="zh-CN" sz="2200" b="1" dirty="0" smtClean="0">
                <a:solidFill>
                  <a:schemeClr val="accent2"/>
                </a:solidFill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sym typeface="+mn-ea"/>
              </a:rPr>
              <a:t>状态约定</a:t>
            </a:r>
            <a:r>
              <a:rPr lang="en-US" altLang="zh-CN" sz="2200" b="1" dirty="0" smtClean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sym typeface="+mn-ea"/>
              </a:rPr>
              <a:t>电平表示</a:t>
            </a:r>
            <a:r>
              <a:rPr lang="en-US" altLang="zh-CN" sz="2200" b="1" dirty="0" smtClean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r>
              <a:rPr lang="en-US" altLang="zh-CN" sz="2200" b="1" dirty="0" smtClean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时间特性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000" b="1" dirty="0" smtClean="0"/>
              <a:t>  </a:t>
            </a:r>
            <a:r>
              <a:rPr lang="en-US" altLang="zh-CN" sz="2000" b="1" dirty="0"/>
              <a:t>(</a:t>
            </a:r>
            <a:r>
              <a:rPr lang="zh-CN" altLang="en-US" sz="2000" b="1" dirty="0">
                <a:solidFill>
                  <a:srgbClr val="C00000"/>
                </a:solidFill>
              </a:rPr>
              <a:t>逻辑特性</a:t>
            </a:r>
            <a:r>
              <a:rPr lang="en-US" altLang="zh-CN" sz="2000" b="1" dirty="0"/>
              <a:t>)</a:t>
            </a:r>
            <a:endParaRPr lang="en-US" altLang="zh-CN" sz="2000" b="1" dirty="0">
              <a:solidFill>
                <a:srgbClr val="990099"/>
              </a:solidFill>
            </a:endParaRPr>
          </a:p>
        </p:txBody>
      </p:sp>
      <p:sp>
        <p:nvSpPr>
          <p:cNvPr id="6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B2B5-E2D6-43CB-B406-9E71C1F92714}" type="slidenum">
              <a:rPr lang="en-US" altLang="zh-CN"/>
            </a:fld>
            <a:endParaRPr lang="en-US" altLang="zh-CN"/>
          </a:p>
        </p:txBody>
      </p:sp>
      <p:sp>
        <p:nvSpPr>
          <p:cNvPr id="172" name="Text Box 10"/>
          <p:cNvSpPr txBox="1">
            <a:spLocks noChangeArrowheads="1"/>
          </p:cNvSpPr>
          <p:nvPr/>
        </p:nvSpPr>
        <p:spPr bwMode="auto">
          <a:xfrm>
            <a:off x="1908175" y="1692000"/>
            <a:ext cx="7126605" cy="25927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 smtClean="0">
                <a:latin typeface="Times New Roman" panose="02020603050405020304" pitchFamily="18" charset="0"/>
              </a:rPr>
              <a:t>指信号线的</a:t>
            </a:r>
            <a:r>
              <a:rPr lang="zh-CN" altLang="en-US" sz="2200" b="1" u="sng" dirty="0" smtClean="0">
                <a:latin typeface="Times New Roman" panose="02020603050405020304" pitchFamily="18" charset="0"/>
              </a:rPr>
              <a:t>连接特性</a:t>
            </a:r>
            <a:r>
              <a:rPr lang="zh-CN" altLang="en-US" sz="2200" b="1" dirty="0" smtClean="0">
                <a:latin typeface="Times New Roman" panose="02020603050405020304" pitchFamily="18" charset="0"/>
              </a:rPr>
              <a:t>，</a:t>
            </a:r>
            <a:r>
              <a:rPr lang="zh-CN" altLang="en-US" sz="2200" b="1" dirty="0"/>
              <a:t>如数量、类型、线</a:t>
            </a:r>
            <a:r>
              <a:rPr lang="zh-CN" altLang="en-US" sz="2200" b="1" dirty="0" smtClean="0"/>
              <a:t>距等</a:t>
            </a:r>
            <a:endParaRPr lang="en-US" altLang="zh-CN" sz="2200" b="1" dirty="0" smtClean="0"/>
          </a:p>
          <a:p>
            <a:r>
              <a:rPr lang="zh-CN" altLang="en-US" sz="2200" b="1" dirty="0"/>
              <a:t>指各信号线的</a:t>
            </a:r>
            <a:r>
              <a:rPr lang="zh-CN" altLang="en-US" sz="2200" b="1" u="sng" dirty="0"/>
              <a:t>功能</a:t>
            </a:r>
            <a:r>
              <a:rPr lang="zh-CN" altLang="en-US" sz="2200" b="1" dirty="0"/>
              <a:t>，如地址线、数据线、时钟线</a:t>
            </a:r>
            <a:r>
              <a:rPr lang="zh-CN" altLang="en-US" sz="2200" b="1" dirty="0" smtClean="0"/>
              <a:t>等</a:t>
            </a:r>
            <a:endParaRPr lang="zh-CN" altLang="en-US" sz="2200" b="1" dirty="0" smtClean="0"/>
          </a:p>
          <a:p>
            <a:r>
              <a:rPr lang="zh-CN" altLang="en-US" sz="2200" b="1" dirty="0" smtClean="0">
                <a:sym typeface="+mn-ea"/>
              </a:rPr>
              <a:t>指信号线上信号的</a:t>
            </a:r>
            <a:r>
              <a:rPr lang="zh-CN" altLang="en-US" sz="2200" b="1" u="sng" dirty="0" smtClean="0">
                <a:sym typeface="+mn-ea"/>
              </a:rPr>
              <a:t>传递方向</a:t>
            </a:r>
            <a:r>
              <a:rPr lang="zh-CN" altLang="en-US" sz="2200" b="1" dirty="0" smtClean="0">
                <a:sym typeface="+mn-ea"/>
              </a:rPr>
              <a:t>、</a:t>
            </a:r>
            <a:r>
              <a:rPr lang="zh-CN" altLang="en-US" sz="2200" b="1" u="sng" dirty="0" smtClean="0">
                <a:sym typeface="+mn-ea"/>
              </a:rPr>
              <a:t>电平有效范围</a:t>
            </a:r>
            <a:endParaRPr lang="en-US" altLang="zh-CN" sz="2200" b="1" u="sng" dirty="0" smtClean="0"/>
          </a:p>
          <a:p>
            <a:r>
              <a:rPr lang="en-US" altLang="zh-CN" sz="2200" b="1" dirty="0" smtClean="0">
                <a:sym typeface="+mn-ea"/>
              </a:rPr>
              <a:t>  </a:t>
            </a:r>
            <a:r>
              <a:rPr lang="zh-CN" altLang="en-US" sz="2200" b="1" dirty="0" smtClean="0">
                <a:sym typeface="+mn-ea"/>
              </a:rPr>
              <a:t>地址</a:t>
            </a:r>
            <a:r>
              <a:rPr lang="en-US" altLang="zh-CN" sz="2200" b="1" dirty="0" smtClean="0">
                <a:sym typeface="+mn-ea"/>
              </a:rPr>
              <a:t>&amp;</a:t>
            </a:r>
            <a:r>
              <a:rPr lang="zh-CN" altLang="en-US" sz="2200" b="1" dirty="0" smtClean="0">
                <a:sym typeface="+mn-ea"/>
              </a:rPr>
              <a:t>数据线高电平＝</a:t>
            </a:r>
            <a:r>
              <a:rPr lang="en-US" altLang="zh-CN" sz="2200" b="1" dirty="0" smtClean="0">
                <a:sym typeface="+mn-ea"/>
              </a:rPr>
              <a:t>1</a:t>
            </a:r>
            <a:r>
              <a:rPr lang="zh-CN" altLang="en-US" sz="2200" b="1" dirty="0" smtClean="0">
                <a:sym typeface="+mn-ea"/>
              </a:rPr>
              <a:t>，控制线</a:t>
            </a:r>
            <a:r>
              <a:rPr lang="zh-CN" altLang="en-US" sz="2200" b="1" dirty="0" smtClean="0">
                <a:sym typeface="+mn-ea"/>
              </a:rPr>
              <a:t>高</a:t>
            </a:r>
            <a:r>
              <a:rPr lang="en-US" altLang="zh-CN" sz="2200" b="1" dirty="0" smtClean="0">
                <a:sym typeface="+mn-ea"/>
              </a:rPr>
              <a:t>/</a:t>
            </a:r>
            <a:r>
              <a:rPr lang="zh-CN" altLang="en-US" sz="2200" b="1" dirty="0" smtClean="0">
                <a:sym typeface="+mn-ea"/>
              </a:rPr>
              <a:t>低电平</a:t>
            </a:r>
            <a:r>
              <a:rPr lang="zh-CN" altLang="en-US" sz="2200" b="1" dirty="0" smtClean="0">
                <a:sym typeface="+mn-ea"/>
              </a:rPr>
              <a:t>有效</a:t>
            </a:r>
            <a:r>
              <a:rPr lang="en-US" altLang="zh-CN" sz="1800" b="1" dirty="0" smtClean="0">
                <a:sym typeface="+mn-ea"/>
              </a:rPr>
              <a:t>(</a:t>
            </a:r>
            <a:r>
              <a:rPr lang="zh-CN" altLang="en-US" sz="1800" b="1" dirty="0" smtClean="0">
                <a:sym typeface="+mn-ea"/>
              </a:rPr>
              <a:t>逻辑</a:t>
            </a:r>
            <a:r>
              <a:rPr lang="en-US" altLang="zh-CN" sz="1800" b="1" dirty="0" smtClean="0">
                <a:sym typeface="+mn-ea"/>
              </a:rPr>
              <a:t>1)</a:t>
            </a:r>
            <a:endParaRPr lang="en-US" altLang="zh-CN" sz="2200" b="1" dirty="0" smtClean="0"/>
          </a:p>
          <a:p>
            <a:pPr>
              <a:lnSpc>
                <a:spcPct val="114000"/>
              </a:lnSpc>
            </a:pPr>
            <a:r>
              <a:rPr lang="en-US" altLang="zh-CN" sz="2200" b="1" dirty="0" smtClean="0">
                <a:sym typeface="+mn-ea"/>
              </a:rPr>
              <a:t>  </a:t>
            </a:r>
            <a:r>
              <a:rPr lang="zh-CN" altLang="en-US" sz="2200" b="1" dirty="0" smtClean="0">
                <a:sym typeface="+mn-ea"/>
              </a:rPr>
              <a:t>单端方式</a:t>
            </a:r>
            <a:r>
              <a:rPr lang="en-US" altLang="zh-CN" sz="1600" b="1" dirty="0" smtClean="0">
                <a:sym typeface="+mn-ea"/>
              </a:rPr>
              <a:t>(</a:t>
            </a:r>
            <a:r>
              <a:rPr lang="zh-CN" altLang="en-US" sz="1600" b="1" dirty="0" smtClean="0">
                <a:sym typeface="+mn-ea"/>
              </a:rPr>
              <a:t>如</a:t>
            </a:r>
            <a:r>
              <a:rPr lang="en-US" altLang="zh-CN" sz="1600" b="1" dirty="0" smtClean="0">
                <a:sym typeface="+mn-ea"/>
              </a:rPr>
              <a:t>≥3.15V,</a:t>
            </a:r>
            <a:r>
              <a:rPr lang="en-US" altLang="zh-CN" sz="1600" b="1" dirty="0" smtClean="0">
                <a:sym typeface="+mn-ea"/>
              </a:rPr>
              <a:t>≤1.35)</a:t>
            </a:r>
            <a:r>
              <a:rPr lang="zh-CN" altLang="en-US" sz="2200" b="1" dirty="0" smtClean="0">
                <a:sym typeface="+mn-ea"/>
              </a:rPr>
              <a:t>、差分方式</a:t>
            </a:r>
            <a:r>
              <a:rPr lang="en-US" altLang="zh-CN" sz="1600" b="1" dirty="0" smtClean="0">
                <a:sym typeface="+mn-ea"/>
              </a:rPr>
              <a:t>(</a:t>
            </a:r>
            <a:r>
              <a:rPr lang="zh-CN" altLang="en-US" sz="1600" b="1" dirty="0" smtClean="0">
                <a:sym typeface="+mn-ea"/>
              </a:rPr>
              <a:t>如</a:t>
            </a:r>
            <a:r>
              <a:rPr lang="en-US" altLang="zh-CN" sz="1600" b="1" dirty="0" smtClean="0">
                <a:sym typeface="+mn-ea"/>
              </a:rPr>
              <a:t>≥+200mV,≤-200mV</a:t>
            </a:r>
            <a:r>
              <a:rPr lang="en-US" altLang="zh-CN" sz="1600" b="1" dirty="0" smtClean="0">
                <a:sym typeface="+mn-ea"/>
              </a:rPr>
              <a:t>)</a:t>
            </a:r>
            <a:endParaRPr lang="en-US" altLang="zh-CN" sz="2200" b="1" dirty="0" smtClean="0"/>
          </a:p>
          <a:p>
            <a:r>
              <a:rPr lang="zh-CN" altLang="en-US" sz="2200" b="1" dirty="0">
                <a:sym typeface="+mn-ea"/>
              </a:rPr>
              <a:t>指传输过程</a:t>
            </a:r>
            <a:r>
              <a:rPr lang="zh-CN" altLang="en-US" sz="2200" b="1" dirty="0" smtClean="0">
                <a:sym typeface="+mn-ea"/>
              </a:rPr>
              <a:t>中，各</a:t>
            </a:r>
            <a:r>
              <a:rPr lang="zh-CN" altLang="en-US" sz="2200" b="1" dirty="0">
                <a:sym typeface="+mn-ea"/>
              </a:rPr>
              <a:t>信号线</a:t>
            </a:r>
            <a:r>
              <a:rPr lang="zh-CN" altLang="en-US" sz="2200" b="1" dirty="0" smtClean="0">
                <a:sym typeface="+mn-ea"/>
              </a:rPr>
              <a:t>上</a:t>
            </a:r>
            <a:r>
              <a:rPr lang="zh-CN" altLang="en-US" sz="2200" b="1" u="sng" dirty="0" smtClean="0">
                <a:sym typeface="+mn-ea"/>
              </a:rPr>
              <a:t>信号有效的时序</a:t>
            </a:r>
            <a:endParaRPr lang="zh-CN" altLang="en-US" sz="2200" b="1" dirty="0"/>
          </a:p>
        </p:txBody>
      </p:sp>
      <p:grpSp>
        <p:nvGrpSpPr>
          <p:cNvPr id="195" name="组合 194"/>
          <p:cNvGrpSpPr/>
          <p:nvPr/>
        </p:nvGrpSpPr>
        <p:grpSpPr>
          <a:xfrm>
            <a:off x="1692000" y="862775"/>
            <a:ext cx="3385220" cy="793270"/>
            <a:chOff x="3274764" y="3518437"/>
            <a:chExt cx="3385220" cy="793270"/>
          </a:xfrm>
        </p:grpSpPr>
        <p:sp>
          <p:nvSpPr>
            <p:cNvPr id="196" name="Text Box 19"/>
            <p:cNvSpPr txBox="1">
              <a:spLocks noChangeArrowheads="1"/>
            </p:cNvSpPr>
            <p:nvPr/>
          </p:nvSpPr>
          <p:spPr bwMode="auto">
            <a:xfrm>
              <a:off x="3274764" y="3518437"/>
              <a:ext cx="865188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b="1" dirty="0" smtClean="0"/>
                <a:t>主设备</a:t>
              </a:r>
              <a:endParaRPr lang="zh-CN" altLang="en-US" sz="1800" b="1" dirty="0"/>
            </a:p>
          </p:txBody>
        </p:sp>
        <p:sp>
          <p:nvSpPr>
            <p:cNvPr id="197" name="Text Box 21"/>
            <p:cNvSpPr txBox="1">
              <a:spLocks noChangeArrowheads="1"/>
            </p:cNvSpPr>
            <p:nvPr/>
          </p:nvSpPr>
          <p:spPr bwMode="auto">
            <a:xfrm>
              <a:off x="4499992" y="3518437"/>
              <a:ext cx="936104" cy="252000"/>
            </a:xfrm>
            <a:prstGeom prst="rect">
              <a:avLst/>
            </a:prstGeom>
            <a:solidFill>
              <a:srgbClr val="99CCFF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/>
                <a:t>从设备</a:t>
              </a:r>
              <a:r>
                <a:rPr lang="en-US" altLang="zh-CN" sz="1800" b="1" dirty="0" err="1" smtClean="0"/>
                <a:t>i</a:t>
              </a:r>
              <a:endParaRPr lang="zh-CN" altLang="en-US" sz="1800" b="1" dirty="0"/>
            </a:p>
          </p:txBody>
        </p:sp>
        <p:sp>
          <p:nvSpPr>
            <p:cNvPr id="198" name="Text Box 22"/>
            <p:cNvSpPr txBox="1">
              <a:spLocks noChangeArrowheads="1"/>
            </p:cNvSpPr>
            <p:nvPr/>
          </p:nvSpPr>
          <p:spPr bwMode="auto">
            <a:xfrm>
              <a:off x="3346772" y="4095707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…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199" name="直接箭头连接符 198"/>
            <p:cNvCxnSpPr/>
            <p:nvPr/>
          </p:nvCxnSpPr>
          <p:spPr bwMode="auto">
            <a:xfrm>
              <a:off x="3275856" y="3987707"/>
              <a:ext cx="3384128" cy="126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0" name="直接箭头连接符 199"/>
            <p:cNvCxnSpPr/>
            <p:nvPr/>
          </p:nvCxnSpPr>
          <p:spPr bwMode="auto">
            <a:xfrm>
              <a:off x="3274764" y="4095707"/>
              <a:ext cx="3385220" cy="126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200"/>
            <p:cNvCxnSpPr/>
            <p:nvPr/>
          </p:nvCxnSpPr>
          <p:spPr bwMode="auto">
            <a:xfrm flipH="1">
              <a:off x="3275856" y="4311707"/>
              <a:ext cx="338412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201"/>
            <p:cNvCxnSpPr/>
            <p:nvPr/>
          </p:nvCxnSpPr>
          <p:spPr bwMode="auto">
            <a:xfrm>
              <a:off x="3420672" y="3771707"/>
              <a:ext cx="0" cy="2160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3" name="直接箭头连接符 202"/>
            <p:cNvCxnSpPr/>
            <p:nvPr/>
          </p:nvCxnSpPr>
          <p:spPr bwMode="auto">
            <a:xfrm>
              <a:off x="3563888" y="3771707"/>
              <a:ext cx="0" cy="32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4" name="直接箭头连接符 203"/>
            <p:cNvCxnSpPr/>
            <p:nvPr/>
          </p:nvCxnSpPr>
          <p:spPr bwMode="auto">
            <a:xfrm flipV="1">
              <a:off x="3995936" y="3771707"/>
              <a:ext cx="0" cy="54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5" name="Text Box 22"/>
            <p:cNvSpPr txBox="1">
              <a:spLocks noChangeArrowheads="1"/>
            </p:cNvSpPr>
            <p:nvPr/>
          </p:nvSpPr>
          <p:spPr bwMode="auto">
            <a:xfrm>
              <a:off x="3635003" y="3771707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/>
                <a:t>…</a:t>
              </a:r>
              <a:endParaRPr lang="en-US" altLang="zh-CN" sz="1600" b="1" dirty="0"/>
            </a:p>
          </p:txBody>
        </p:sp>
        <p:sp>
          <p:nvSpPr>
            <p:cNvPr id="206" name="Text Box 22"/>
            <p:cNvSpPr txBox="1">
              <a:spLocks noChangeArrowheads="1"/>
            </p:cNvSpPr>
            <p:nvPr/>
          </p:nvSpPr>
          <p:spPr bwMode="auto">
            <a:xfrm>
              <a:off x="4860231" y="3771707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/>
                <a:t>…</a:t>
              </a:r>
              <a:endParaRPr lang="en-US" altLang="zh-CN" sz="1600" b="1" dirty="0"/>
            </a:p>
          </p:txBody>
        </p:sp>
        <p:cxnSp>
          <p:nvCxnSpPr>
            <p:cNvPr id="207" name="直接箭头连接符 206"/>
            <p:cNvCxnSpPr/>
            <p:nvPr/>
          </p:nvCxnSpPr>
          <p:spPr bwMode="auto">
            <a:xfrm flipV="1">
              <a:off x="4645100" y="3771707"/>
              <a:ext cx="0" cy="2160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8" name="直接箭头连接符 207"/>
            <p:cNvCxnSpPr/>
            <p:nvPr/>
          </p:nvCxnSpPr>
          <p:spPr bwMode="auto">
            <a:xfrm flipH="1" flipV="1">
              <a:off x="4788223" y="3771707"/>
              <a:ext cx="893" cy="32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9" name="直接箭头连接符 208"/>
            <p:cNvCxnSpPr/>
            <p:nvPr/>
          </p:nvCxnSpPr>
          <p:spPr bwMode="auto">
            <a:xfrm>
              <a:off x="5218764" y="3771707"/>
              <a:ext cx="0" cy="54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0" name="Text Box 20"/>
            <p:cNvSpPr txBox="1">
              <a:spLocks noChangeArrowheads="1"/>
            </p:cNvSpPr>
            <p:nvPr/>
          </p:nvSpPr>
          <p:spPr bwMode="auto">
            <a:xfrm>
              <a:off x="6156424" y="4095707"/>
              <a:ext cx="287784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…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1" name="Text Box 21"/>
            <p:cNvSpPr txBox="1">
              <a:spLocks noChangeArrowheads="1"/>
            </p:cNvSpPr>
            <p:nvPr/>
          </p:nvSpPr>
          <p:spPr bwMode="auto">
            <a:xfrm>
              <a:off x="5724128" y="3519702"/>
              <a:ext cx="935856" cy="252000"/>
            </a:xfrm>
            <a:prstGeom prst="rect">
              <a:avLst/>
            </a:prstGeom>
            <a:solidFill>
              <a:srgbClr val="99CCFF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/>
                <a:t>从设备</a:t>
              </a:r>
              <a:r>
                <a:rPr lang="en-US" altLang="zh-CN" sz="1800" b="1" dirty="0" smtClean="0"/>
                <a:t>j</a:t>
              </a:r>
              <a:endParaRPr lang="zh-CN" altLang="en-US" sz="1800" b="1" dirty="0"/>
            </a:p>
          </p:txBody>
        </p:sp>
        <p:sp>
          <p:nvSpPr>
            <p:cNvPr id="212" name="Text Box 22"/>
            <p:cNvSpPr txBox="1">
              <a:spLocks noChangeArrowheads="1"/>
            </p:cNvSpPr>
            <p:nvPr/>
          </p:nvSpPr>
          <p:spPr bwMode="auto">
            <a:xfrm>
              <a:off x="6084367" y="3771707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/>
                <a:t>…</a:t>
              </a:r>
              <a:endParaRPr lang="en-US" altLang="zh-CN" sz="1600" b="1" dirty="0"/>
            </a:p>
          </p:txBody>
        </p:sp>
        <p:cxnSp>
          <p:nvCxnSpPr>
            <p:cNvPr id="213" name="直接箭头连接符 212"/>
            <p:cNvCxnSpPr/>
            <p:nvPr/>
          </p:nvCxnSpPr>
          <p:spPr bwMode="auto">
            <a:xfrm flipV="1">
              <a:off x="5866764" y="3771707"/>
              <a:ext cx="0" cy="2160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4" name="直接箭头连接符 213"/>
            <p:cNvCxnSpPr/>
            <p:nvPr/>
          </p:nvCxnSpPr>
          <p:spPr bwMode="auto">
            <a:xfrm flipH="1" flipV="1">
              <a:off x="6012359" y="3771707"/>
              <a:ext cx="893" cy="32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5" name="直接箭头连接符 214"/>
            <p:cNvCxnSpPr/>
            <p:nvPr/>
          </p:nvCxnSpPr>
          <p:spPr bwMode="auto">
            <a:xfrm>
              <a:off x="6442764" y="3771707"/>
              <a:ext cx="0" cy="54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69" name="组合 68"/>
          <p:cNvGrpSpPr/>
          <p:nvPr/>
        </p:nvGrpSpPr>
        <p:grpSpPr>
          <a:xfrm>
            <a:off x="1834515" y="4284980"/>
            <a:ext cx="7020560" cy="1224280"/>
            <a:chOff x="2098" y="7767"/>
            <a:chExt cx="11056" cy="1928"/>
          </a:xfrm>
        </p:grpSpPr>
        <p:cxnSp>
          <p:nvCxnSpPr>
            <p:cNvPr id="3" name="直接连接符 2"/>
            <p:cNvCxnSpPr/>
            <p:nvPr>
              <p:custDataLst>
                <p:tags r:id="rId1"/>
              </p:custDataLst>
            </p:nvPr>
          </p:nvCxnSpPr>
          <p:spPr bwMode="auto">
            <a:xfrm>
              <a:off x="5219" y="7824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直接连接符 4"/>
            <p:cNvCxnSpPr/>
            <p:nvPr>
              <p:custDataLst>
                <p:tags r:id="rId2"/>
              </p:custDataLst>
            </p:nvPr>
          </p:nvCxnSpPr>
          <p:spPr bwMode="auto">
            <a:xfrm>
              <a:off x="4536" y="7824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直接连接符 5"/>
            <p:cNvCxnSpPr/>
            <p:nvPr>
              <p:custDataLst>
                <p:tags r:id="rId3"/>
              </p:custDataLst>
            </p:nvPr>
          </p:nvCxnSpPr>
          <p:spPr bwMode="auto">
            <a:xfrm flipH="1">
              <a:off x="3854" y="7824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AutoShape 21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856" y="8220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5"/>
              </p:custDataLst>
            </p:nvPr>
          </p:nvCxnSpPr>
          <p:spPr bwMode="auto">
            <a:xfrm>
              <a:off x="3686" y="8107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3856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/>
            <p:nvPr>
              <p:custDataLst>
                <p:tags r:id="rId7"/>
              </p:custDataLst>
            </p:nvPr>
          </p:nvCxnSpPr>
          <p:spPr bwMode="auto">
            <a:xfrm>
              <a:off x="3856" y="782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4196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直接连接符 12"/>
            <p:cNvCxnSpPr/>
            <p:nvPr>
              <p:custDataLst>
                <p:tags r:id="rId9"/>
              </p:custDataLst>
            </p:nvPr>
          </p:nvCxnSpPr>
          <p:spPr bwMode="auto">
            <a:xfrm>
              <a:off x="4196" y="810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直接连接符 13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4538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/>
            <p:cNvCxnSpPr/>
            <p:nvPr>
              <p:custDataLst>
                <p:tags r:id="rId11"/>
              </p:custDataLst>
            </p:nvPr>
          </p:nvCxnSpPr>
          <p:spPr bwMode="auto">
            <a:xfrm>
              <a:off x="4536" y="782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4877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>
              <p:custDataLst>
                <p:tags r:id="rId13"/>
              </p:custDataLst>
            </p:nvPr>
          </p:nvCxnSpPr>
          <p:spPr bwMode="auto">
            <a:xfrm>
              <a:off x="4886" y="810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14"/>
              </p:custDataLst>
            </p:nvPr>
          </p:nvCxnSpPr>
          <p:spPr bwMode="auto">
            <a:xfrm>
              <a:off x="3686" y="8362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15"/>
              </p:custDataLst>
            </p:nvPr>
          </p:nvCxnSpPr>
          <p:spPr bwMode="auto">
            <a:xfrm>
              <a:off x="3686" y="8759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686" y="9014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4196" y="901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21"/>
            <p:cNvCxnSpPr/>
            <p:nvPr>
              <p:custDataLst>
                <p:tags r:id="rId18"/>
              </p:custDataLst>
            </p:nvPr>
          </p:nvCxnSpPr>
          <p:spPr bwMode="auto">
            <a:xfrm>
              <a:off x="4196" y="9298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3686" y="9411"/>
              <a:ext cx="374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Text Box 14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098" y="7767"/>
              <a:ext cx="1531" cy="19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时钟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13" name="直接连接符 112"/>
            <p:cNvCxnSpPr/>
            <p:nvPr>
              <p:custDataLst>
                <p:tags r:id="rId21"/>
              </p:custDataLst>
            </p:nvPr>
          </p:nvCxnSpPr>
          <p:spPr bwMode="auto">
            <a:xfrm>
              <a:off x="3686" y="969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连接符 113"/>
            <p:cNvCxnSpPr/>
            <p:nvPr>
              <p:custDataLst>
                <p:tags r:id="rId22"/>
              </p:custDataLst>
            </p:nvPr>
          </p:nvCxnSpPr>
          <p:spPr bwMode="auto">
            <a:xfrm>
              <a:off x="3260" y="8974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直接连接符 24"/>
            <p:cNvCxnSpPr/>
            <p:nvPr>
              <p:custDataLst>
                <p:tags r:id="rId23"/>
              </p:custDataLst>
            </p:nvPr>
          </p:nvCxnSpPr>
          <p:spPr bwMode="auto">
            <a:xfrm>
              <a:off x="3260" y="9382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24"/>
              </p:custDataLst>
            </p:nvPr>
          </p:nvCxnSpPr>
          <p:spPr bwMode="auto">
            <a:xfrm>
              <a:off x="5894" y="7824"/>
              <a:ext cx="0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25"/>
              </p:custDataLst>
            </p:nvPr>
          </p:nvCxnSpPr>
          <p:spPr bwMode="auto">
            <a:xfrm>
              <a:off x="6575" y="7824"/>
              <a:ext cx="0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26"/>
              </p:custDataLst>
            </p:nvPr>
          </p:nvCxnSpPr>
          <p:spPr bwMode="auto">
            <a:xfrm flipH="1">
              <a:off x="7255" y="7824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 bwMode="auto">
            <a:xfrm>
              <a:off x="7085" y="836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0" name="AutoShape 215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894" y="8617"/>
              <a:ext cx="119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D1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0" name="直接连接符 29"/>
            <p:cNvCxnSpPr/>
            <p:nvPr>
              <p:custDataLst>
                <p:tags r:id="rId29"/>
              </p:custDataLst>
            </p:nvPr>
          </p:nvCxnSpPr>
          <p:spPr bwMode="auto">
            <a:xfrm>
              <a:off x="7085" y="875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直接连接符 30"/>
            <p:cNvCxnSpPr/>
            <p:nvPr>
              <p:custDataLst>
                <p:tags r:id="rId30"/>
              </p:custDataLst>
            </p:nvPr>
          </p:nvCxnSpPr>
          <p:spPr bwMode="auto">
            <a:xfrm>
              <a:off x="6915" y="9014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直接连接符 31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6915" y="901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7255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33"/>
              </p:custDataLst>
            </p:nvPr>
          </p:nvCxnSpPr>
          <p:spPr bwMode="auto">
            <a:xfrm>
              <a:off x="7255" y="7823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5894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35"/>
              </p:custDataLst>
            </p:nvPr>
          </p:nvCxnSpPr>
          <p:spPr bwMode="auto">
            <a:xfrm>
              <a:off x="5894" y="782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直接连接符 36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6234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>
              <p:custDataLst>
                <p:tags r:id="rId37"/>
              </p:custDataLst>
            </p:nvPr>
          </p:nvCxnSpPr>
          <p:spPr bwMode="auto">
            <a:xfrm>
              <a:off x="6234" y="810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6576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>
              <p:custDataLst>
                <p:tags r:id="rId39"/>
              </p:custDataLst>
            </p:nvPr>
          </p:nvCxnSpPr>
          <p:spPr bwMode="auto">
            <a:xfrm>
              <a:off x="6574" y="782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6915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/>
            <p:cNvCxnSpPr/>
            <p:nvPr>
              <p:custDataLst>
                <p:tags r:id="rId41"/>
              </p:custDataLst>
            </p:nvPr>
          </p:nvCxnSpPr>
          <p:spPr bwMode="auto">
            <a:xfrm>
              <a:off x="6924" y="810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5221" y="782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43"/>
              </p:custDataLst>
            </p:nvPr>
          </p:nvCxnSpPr>
          <p:spPr bwMode="auto">
            <a:xfrm>
              <a:off x="5219" y="782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5560" y="782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45"/>
              </p:custDataLst>
            </p:nvPr>
          </p:nvCxnSpPr>
          <p:spPr bwMode="auto">
            <a:xfrm>
              <a:off x="5569" y="810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>
              <p:custDataLst>
                <p:tags r:id="rId46"/>
              </p:custDataLst>
            </p:nvPr>
          </p:nvCxnSpPr>
          <p:spPr bwMode="auto">
            <a:xfrm>
              <a:off x="11623" y="7824"/>
              <a:ext cx="0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直接连接符 139"/>
            <p:cNvCxnSpPr/>
            <p:nvPr>
              <p:custDataLst>
                <p:tags r:id="rId47"/>
              </p:custDataLst>
            </p:nvPr>
          </p:nvCxnSpPr>
          <p:spPr bwMode="auto">
            <a:xfrm>
              <a:off x="10262" y="7824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>
              <p:custDataLst>
                <p:tags r:id="rId48"/>
              </p:custDataLst>
            </p:nvPr>
          </p:nvCxnSpPr>
          <p:spPr bwMode="auto">
            <a:xfrm>
              <a:off x="10942" y="7824"/>
              <a:ext cx="0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直接连接符 141"/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9580" y="7824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4" name="AutoShape 215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9582" y="8220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45" name="直接连接符 144"/>
            <p:cNvCxnSpPr/>
            <p:nvPr>
              <p:custDataLst>
                <p:tags r:id="rId51"/>
              </p:custDataLst>
            </p:nvPr>
          </p:nvCxnSpPr>
          <p:spPr bwMode="auto">
            <a:xfrm>
              <a:off x="9412" y="8107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9582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53"/>
              </p:custDataLst>
            </p:nvPr>
          </p:nvCxnSpPr>
          <p:spPr bwMode="auto">
            <a:xfrm>
              <a:off x="9582" y="782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连接符 50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9922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55"/>
              </p:custDataLst>
            </p:nvPr>
          </p:nvCxnSpPr>
          <p:spPr bwMode="auto">
            <a:xfrm>
              <a:off x="9922" y="810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10264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直接连接符 53"/>
            <p:cNvCxnSpPr/>
            <p:nvPr>
              <p:custDataLst>
                <p:tags r:id="rId57"/>
              </p:custDataLst>
            </p:nvPr>
          </p:nvCxnSpPr>
          <p:spPr bwMode="auto">
            <a:xfrm>
              <a:off x="10262" y="782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10603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59"/>
              </p:custDataLst>
            </p:nvPr>
          </p:nvCxnSpPr>
          <p:spPr bwMode="auto">
            <a:xfrm>
              <a:off x="10612" y="810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60"/>
              </p:custDataLst>
            </p:nvPr>
          </p:nvCxnSpPr>
          <p:spPr bwMode="auto">
            <a:xfrm>
              <a:off x="9412" y="8362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" name="AutoShape 215"/>
            <p:cNvSpPr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10262" y="8617"/>
              <a:ext cx="255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D1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9" name="直接连接符 58"/>
            <p:cNvCxnSpPr/>
            <p:nvPr>
              <p:custDataLst>
                <p:tags r:id="rId62"/>
              </p:custDataLst>
            </p:nvPr>
          </p:nvCxnSpPr>
          <p:spPr bwMode="auto">
            <a:xfrm>
              <a:off x="9412" y="8759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9412" y="9411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9922" y="9411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65"/>
              </p:custDataLst>
            </p:nvPr>
          </p:nvCxnSpPr>
          <p:spPr bwMode="auto">
            <a:xfrm>
              <a:off x="9922" y="9694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9412" y="9014"/>
              <a:ext cx="374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Text Box 148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7824" y="7767"/>
              <a:ext cx="1531" cy="19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时钟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66" name="直接连接符 65"/>
            <p:cNvCxnSpPr/>
            <p:nvPr>
              <p:custDataLst>
                <p:tags r:id="rId68"/>
              </p:custDataLst>
            </p:nvPr>
          </p:nvCxnSpPr>
          <p:spPr bwMode="auto">
            <a:xfrm>
              <a:off x="9412" y="9297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69"/>
              </p:custDataLst>
            </p:nvPr>
          </p:nvCxnSpPr>
          <p:spPr bwMode="auto">
            <a:xfrm>
              <a:off x="8986" y="8974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70"/>
              </p:custDataLst>
            </p:nvPr>
          </p:nvCxnSpPr>
          <p:spPr bwMode="auto">
            <a:xfrm>
              <a:off x="8986" y="9382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直接连接符 164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10942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6" name="直接连接符 165"/>
            <p:cNvCxnSpPr/>
            <p:nvPr>
              <p:custDataLst>
                <p:tags r:id="rId72"/>
              </p:custDataLst>
            </p:nvPr>
          </p:nvCxnSpPr>
          <p:spPr bwMode="auto">
            <a:xfrm>
              <a:off x="10942" y="782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直接连接符 166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11282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74"/>
              </p:custDataLst>
            </p:nvPr>
          </p:nvCxnSpPr>
          <p:spPr bwMode="auto">
            <a:xfrm>
              <a:off x="11282" y="810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直接连接符 173"/>
            <p:cNvCxnSpPr/>
            <p:nvPr>
              <p:custDataLst>
                <p:tags r:id="rId75"/>
              </p:custDataLst>
            </p:nvPr>
          </p:nvCxnSpPr>
          <p:spPr bwMode="auto">
            <a:xfrm>
              <a:off x="12301" y="7824"/>
              <a:ext cx="0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直接连接符 174"/>
            <p:cNvCxnSpPr/>
            <p:nvPr>
              <p:custDataLst>
                <p:tags r:id="rId76"/>
              </p:custDataLst>
            </p:nvPr>
          </p:nvCxnSpPr>
          <p:spPr bwMode="auto">
            <a:xfrm flipH="1">
              <a:off x="12981" y="7824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直接连接符 175"/>
            <p:cNvCxnSpPr/>
            <p:nvPr>
              <p:custDataLst>
                <p:tags r:id="rId77"/>
              </p:custDataLst>
            </p:nvPr>
          </p:nvCxnSpPr>
          <p:spPr bwMode="auto">
            <a:xfrm>
              <a:off x="12811" y="836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直接连接符 176"/>
            <p:cNvCxnSpPr/>
            <p:nvPr>
              <p:custDataLst>
                <p:tags r:id="rId78"/>
              </p:custDataLst>
            </p:nvPr>
          </p:nvCxnSpPr>
          <p:spPr bwMode="auto">
            <a:xfrm>
              <a:off x="12811" y="875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8" name="直接连接符 177"/>
            <p:cNvCxnSpPr/>
            <p:nvPr>
              <p:custDataLst>
                <p:tags r:id="rId79"/>
              </p:custDataLst>
            </p:nvPr>
          </p:nvCxnSpPr>
          <p:spPr bwMode="auto">
            <a:xfrm>
              <a:off x="12641" y="9411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12641" y="9411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8" name="直接连接符 257"/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12981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9" name="直接连接符 258"/>
            <p:cNvCxnSpPr/>
            <p:nvPr>
              <p:custDataLst>
                <p:tags r:id="rId82"/>
              </p:custDataLst>
            </p:nvPr>
          </p:nvCxnSpPr>
          <p:spPr bwMode="auto">
            <a:xfrm>
              <a:off x="12981" y="7823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0" name="直接连接符 259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12302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1" name="直接连接符 260"/>
            <p:cNvCxnSpPr/>
            <p:nvPr>
              <p:custDataLst>
                <p:tags r:id="rId84"/>
              </p:custDataLst>
            </p:nvPr>
          </p:nvCxnSpPr>
          <p:spPr bwMode="auto">
            <a:xfrm>
              <a:off x="12300" y="782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12641" y="7823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3" name="直接连接符 262"/>
            <p:cNvCxnSpPr/>
            <p:nvPr>
              <p:custDataLst>
                <p:tags r:id="rId86"/>
              </p:custDataLst>
            </p:nvPr>
          </p:nvCxnSpPr>
          <p:spPr bwMode="auto">
            <a:xfrm>
              <a:off x="12650" y="810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4" name="直接连接符 263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11623" y="782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5" name="直接连接符 264"/>
            <p:cNvCxnSpPr/>
            <p:nvPr>
              <p:custDataLst>
                <p:tags r:id="rId88"/>
              </p:custDataLst>
            </p:nvPr>
          </p:nvCxnSpPr>
          <p:spPr bwMode="auto">
            <a:xfrm>
              <a:off x="11623" y="782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6" name="直接连接符 265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11963" y="782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7" name="直接连接符 266"/>
            <p:cNvCxnSpPr/>
            <p:nvPr>
              <p:custDataLst>
                <p:tags r:id="rId90"/>
              </p:custDataLst>
            </p:nvPr>
          </p:nvCxnSpPr>
          <p:spPr bwMode="auto">
            <a:xfrm>
              <a:off x="11963" y="810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3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3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483E3-1F2B-4276-987D-E0C0767C99F9}" type="slidenum">
              <a:rPr lang="en-US" altLang="zh-CN"/>
            </a:fld>
            <a:endParaRPr lang="en-US" altLang="zh-CN"/>
          </a:p>
        </p:txBody>
      </p:sp>
      <p:sp>
        <p:nvSpPr>
          <p:cNvPr id="9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3240405" cy="473075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、总线的</a:t>
            </a:r>
            <a:r>
              <a:rPr 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性能指标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*总线宽度：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*总线工作频率：</a:t>
            </a: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总线带宽：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总线传输方式：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Box 20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71980" y="791845"/>
            <a:ext cx="7075170" cy="4300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数据总线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的位数，常用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bit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表示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指总线的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最大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数据传输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次数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秒，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总线时钟频率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传输次数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时钟周期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CLK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的↑及↓均传输时为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endParaRPr lang="zh-CN" altLang="en-US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指总线的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最大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数据传输率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总线宽度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总线工作频率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/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zh-CN" altLang="en-US" sz="1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solidFill>
                  <a:srgbClr val="FF3399"/>
                </a:solidFill>
                <a:sym typeface="+mn-ea"/>
              </a:rPr>
              <a:t>不</a:t>
            </a:r>
            <a:r>
              <a:rPr lang="zh-CN" altLang="en-US" sz="1800" b="1" dirty="0">
                <a:solidFill>
                  <a:srgbClr val="FF3399"/>
                </a:solidFill>
                <a:sym typeface="+mn-ea"/>
              </a:rPr>
              <a:t>考虑</a:t>
            </a:r>
            <a:r>
              <a:rPr lang="zh-CN" altLang="en-US" sz="1800" b="1" u="sng" dirty="0">
                <a:sym typeface="+mn-ea"/>
              </a:rPr>
              <a:t>非数据传输</a:t>
            </a:r>
            <a:r>
              <a:rPr lang="zh-CN" altLang="en-US" sz="1800" b="1" dirty="0">
                <a:sym typeface="+mn-ea"/>
              </a:rPr>
              <a:t>的</a:t>
            </a:r>
            <a:r>
              <a:rPr lang="zh-CN" altLang="en-US" sz="1800" b="1" dirty="0">
                <a:sym typeface="+mn-ea"/>
              </a:rPr>
              <a:t>交互</a:t>
            </a:r>
            <a:r>
              <a:rPr lang="zh-CN" altLang="en-US" sz="1800" b="1" dirty="0" smtClean="0">
                <a:sym typeface="+mn-ea"/>
              </a:rPr>
              <a:t>时间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传送等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常规传输、突发传输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←指每个总线事务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Text Box 20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54530" y="3060000"/>
            <a:ext cx="7848000" cy="149415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marL="542290" indent="-542290" eaLnBrk="0" hangingPunct="0">
              <a:lnSpc>
                <a:spcPct val="114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某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32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位同步总线的时钟频率为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100MHz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，总线事务需要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个时钟周期，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总线事务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中仅用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个时钟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周期可传输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个数据，则该总线的工作频率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数据传输率＝</a:t>
            </a:r>
            <a:r>
              <a:rPr lang="en-US" altLang="zh-CN" sz="20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，带宽＝</a:t>
            </a:r>
            <a:r>
              <a:rPr lang="en-US" altLang="zh-CN" sz="20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     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Text Box 20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87880" y="3742690"/>
            <a:ext cx="6073775" cy="79248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eaLnBrk="0" hangingPunct="0">
              <a:lnSpc>
                <a:spcPct val="114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200MHz              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32b×(100MHz/4)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800Mbps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0" hangingPunct="0">
              <a:lnSpc>
                <a:spcPct val="114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32b×200MHz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3.2Gbps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9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5219700" cy="366903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、总线操作过程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 smtClean="0">
                <a:sym typeface="+mn-ea"/>
              </a:rPr>
              <a:t>每个阶段都是</a:t>
            </a:r>
            <a:r>
              <a:rPr lang="zh-CN" altLang="en-US" sz="1800" b="1" dirty="0">
                <a:sym typeface="+mn-ea"/>
              </a:rPr>
              <a:t>一次</a:t>
            </a:r>
            <a:r>
              <a:rPr lang="zh-CN" altLang="en-US" sz="1800" b="1" u="sng" dirty="0">
                <a:solidFill>
                  <a:srgbClr val="0070C0"/>
                </a:solidFill>
                <a:sym typeface="+mn-ea"/>
              </a:rPr>
              <a:t>交互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①总线仲裁阶段：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又称请求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分配阶段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sym typeface="+mn-ea"/>
              </a:rPr>
              <a:t>各个</a:t>
            </a: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主设备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chemeClr val="accent2"/>
              </a:solidFill>
            </a:endParaRPr>
          </a:p>
          <a:p>
            <a:pPr marL="2336800" indent="-2336800"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sym typeface="+mn-ea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   总线仲裁器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 eaLnBrk="1" latinLnBrk="0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②寻址阶段：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sym typeface="+mn-ea"/>
              </a:rPr>
              <a:t>有权</a:t>
            </a: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主设备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chemeClr val="accent2"/>
              </a:solidFill>
            </a:endParaRPr>
          </a:p>
          <a:p>
            <a:pPr marL="2336800" indent="-2336800"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sym typeface="+mn-ea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   所有从设备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③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数据传送阶段：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从设备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②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传送结束阶段：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从设备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32000" y="1151890"/>
            <a:ext cx="6623050" cy="28613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有操作需求时，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发出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总线请求信号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BRi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总线空闲时，</a:t>
            </a:r>
            <a:r>
              <a:rPr lang="zh-CN" altLang="en-US" sz="20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确定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个总线传输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周期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的使用权归属；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zh-CN" altLang="en-US" sz="20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发出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所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选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主设备的总线允许信号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BGj</a:t>
            </a:r>
            <a:endParaRPr lang="en-US" altLang="zh-CN" sz="2000" b="1" dirty="0" err="1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发出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目标地址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命令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判断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是否被选中，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被</a:t>
            </a:r>
            <a:r>
              <a:rPr lang="zh-CN" altLang="en-US" sz="20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选中时</a:t>
            </a:r>
            <a:r>
              <a:rPr lang="zh-CN" altLang="en-US" sz="20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响应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总线操作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zh-CN" altLang="en-US" sz="20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发送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接收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数据，或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接收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发送数据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各自</a:t>
            </a:r>
            <a:r>
              <a:rPr lang="zh-CN" altLang="en-US" sz="20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释放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所发送信号线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→高阻态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45" name="组合 244"/>
          <p:cNvGrpSpPr/>
          <p:nvPr/>
        </p:nvGrpSpPr>
        <p:grpSpPr>
          <a:xfrm>
            <a:off x="5400000" y="4031615"/>
            <a:ext cx="791845" cy="2447925"/>
            <a:chOff x="9298" y="6349"/>
            <a:chExt cx="1247" cy="3855"/>
          </a:xfrm>
        </p:grpSpPr>
        <p:sp>
          <p:nvSpPr>
            <p:cNvPr id="242" name="Text Box 2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9298" y="6350"/>
              <a:ext cx="794" cy="1304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zh-CN" altLang="en-US" sz="1800" b="1" dirty="0"/>
            </a:p>
          </p:txBody>
        </p:sp>
        <p:cxnSp>
          <p:nvCxnSpPr>
            <p:cNvPr id="243" name="直接连接符 242"/>
            <p:cNvCxnSpPr/>
            <p:nvPr>
              <p:custDataLst>
                <p:tags r:id="rId4"/>
              </p:custDataLst>
            </p:nvPr>
          </p:nvCxnSpPr>
          <p:spPr bwMode="auto">
            <a:xfrm>
              <a:off x="9865" y="7483"/>
              <a:ext cx="113" cy="45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44" name="直接连接符 243"/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9865" y="6860"/>
              <a:ext cx="113" cy="567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37" name="直接连接符 136"/>
            <p:cNvCxnSpPr/>
            <p:nvPr>
              <p:custDataLst>
                <p:tags r:id="rId6"/>
              </p:custDataLst>
            </p:nvPr>
          </p:nvCxnSpPr>
          <p:spPr bwMode="auto">
            <a:xfrm>
              <a:off x="9301" y="9297"/>
              <a:ext cx="964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7"/>
              </p:custDataLst>
            </p:nvPr>
          </p:nvCxnSpPr>
          <p:spPr bwMode="auto">
            <a:xfrm>
              <a:off x="9301" y="8702"/>
              <a:ext cx="119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4" name="Text Box 30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262" y="8163"/>
              <a:ext cx="227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0000"/>
                </a:lnSpc>
              </a:pPr>
              <a:endParaRPr lang="en-US" altLang="zh-CN" sz="14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47" name="直接连接符 46"/>
            <p:cNvCxnSpPr/>
            <p:nvPr>
              <p:custDataLst>
                <p:tags r:id="rId9"/>
              </p:custDataLst>
            </p:nvPr>
          </p:nvCxnSpPr>
          <p:spPr bwMode="auto">
            <a:xfrm>
              <a:off x="9299" y="8050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10"/>
              </p:custDataLst>
            </p:nvPr>
          </p:nvCxnSpPr>
          <p:spPr bwMode="auto">
            <a:xfrm>
              <a:off x="9298" y="8957"/>
              <a:ext cx="119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直接连接符 138"/>
            <p:cNvCxnSpPr/>
            <p:nvPr>
              <p:custDataLst>
                <p:tags r:id="rId11"/>
              </p:custDataLst>
            </p:nvPr>
          </p:nvCxnSpPr>
          <p:spPr bwMode="auto">
            <a:xfrm>
              <a:off x="9298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0" name="直接连接符 139"/>
            <p:cNvCxnSpPr/>
            <p:nvPr>
              <p:custDataLst>
                <p:tags r:id="rId12"/>
              </p:custDataLst>
            </p:nvPr>
          </p:nvCxnSpPr>
          <p:spPr bwMode="auto">
            <a:xfrm>
              <a:off x="9468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1" name="直接连接符 140"/>
            <p:cNvCxnSpPr/>
            <p:nvPr>
              <p:custDataLst>
                <p:tags r:id="rId13"/>
              </p:custDataLst>
            </p:nvPr>
          </p:nvCxnSpPr>
          <p:spPr bwMode="auto">
            <a:xfrm>
              <a:off x="9638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2" name="直接连接符 141"/>
            <p:cNvCxnSpPr/>
            <p:nvPr>
              <p:custDataLst>
                <p:tags r:id="rId14"/>
              </p:custDataLst>
            </p:nvPr>
          </p:nvCxnSpPr>
          <p:spPr bwMode="auto">
            <a:xfrm>
              <a:off x="9808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5" name="直接连接符 144"/>
            <p:cNvCxnSpPr/>
            <p:nvPr>
              <p:custDataLst>
                <p:tags r:id="rId15"/>
              </p:custDataLst>
            </p:nvPr>
          </p:nvCxnSpPr>
          <p:spPr bwMode="auto">
            <a:xfrm>
              <a:off x="9298" y="9524"/>
              <a:ext cx="1247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1" name="直接连接符 170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9468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2" name="直接连接符 171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9298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3" name="直接连接符 172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9808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4" name="直接连接符 173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9638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81" name="直接连接符 180"/>
            <p:cNvCxnSpPr/>
            <p:nvPr>
              <p:custDataLst>
                <p:tags r:id="rId20"/>
              </p:custDataLst>
            </p:nvPr>
          </p:nvCxnSpPr>
          <p:spPr bwMode="auto">
            <a:xfrm>
              <a:off x="9298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82" name="直接连接符 181"/>
            <p:cNvCxnSpPr/>
            <p:nvPr>
              <p:custDataLst>
                <p:tags r:id="rId21"/>
              </p:custDataLst>
            </p:nvPr>
          </p:nvCxnSpPr>
          <p:spPr bwMode="auto">
            <a:xfrm>
              <a:off x="9468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83" name="直接连接符 182"/>
            <p:cNvCxnSpPr/>
            <p:nvPr>
              <p:custDataLst>
                <p:tags r:id="rId22"/>
              </p:custDataLst>
            </p:nvPr>
          </p:nvCxnSpPr>
          <p:spPr bwMode="auto">
            <a:xfrm>
              <a:off x="9638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84" name="直接连接符 183"/>
            <p:cNvCxnSpPr/>
            <p:nvPr>
              <p:custDataLst>
                <p:tags r:id="rId23"/>
              </p:custDataLst>
            </p:nvPr>
          </p:nvCxnSpPr>
          <p:spPr bwMode="auto">
            <a:xfrm>
              <a:off x="9808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85" name="直接连接符 184"/>
            <p:cNvCxnSpPr/>
            <p:nvPr>
              <p:custDataLst>
                <p:tags r:id="rId24"/>
              </p:custDataLst>
            </p:nvPr>
          </p:nvCxnSpPr>
          <p:spPr bwMode="auto">
            <a:xfrm>
              <a:off x="9298" y="9864"/>
              <a:ext cx="124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6" name="直接连接符 185"/>
            <p:cNvCxnSpPr/>
            <p:nvPr>
              <p:custDataLst>
                <p:tags r:id="rId25"/>
              </p:custDataLst>
            </p:nvPr>
          </p:nvCxnSpPr>
          <p:spPr bwMode="auto">
            <a:xfrm>
              <a:off x="9299" y="8305"/>
              <a:ext cx="794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3" name="直接连接符 192"/>
            <p:cNvCxnSpPr/>
            <p:nvPr>
              <p:custDataLst>
                <p:tags r:id="rId26"/>
              </p:custDataLst>
            </p:nvPr>
          </p:nvCxnSpPr>
          <p:spPr bwMode="auto">
            <a:xfrm>
              <a:off x="9298" y="6633"/>
              <a:ext cx="1191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4" name="直接连接符 193"/>
            <p:cNvCxnSpPr/>
            <p:nvPr>
              <p:custDataLst>
                <p:tags r:id="rId27"/>
              </p:custDataLst>
            </p:nvPr>
          </p:nvCxnSpPr>
          <p:spPr bwMode="auto">
            <a:xfrm>
              <a:off x="10091" y="7823"/>
              <a:ext cx="39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5" name="直接连接符 194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9921" y="7823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96" name="直接连接符 195"/>
            <p:cNvCxnSpPr/>
            <p:nvPr>
              <p:custDataLst>
                <p:tags r:id="rId29"/>
              </p:custDataLst>
            </p:nvPr>
          </p:nvCxnSpPr>
          <p:spPr bwMode="auto">
            <a:xfrm>
              <a:off x="9299" y="7030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97" name="直接连接符 196"/>
            <p:cNvCxnSpPr/>
            <p:nvPr>
              <p:custDataLst>
                <p:tags r:id="rId30"/>
              </p:custDataLst>
            </p:nvPr>
          </p:nvCxnSpPr>
          <p:spPr bwMode="auto">
            <a:xfrm>
              <a:off x="10091" y="6349"/>
              <a:ext cx="0" cy="3515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直接连接符 197"/>
            <p:cNvCxnSpPr/>
            <p:nvPr>
              <p:custDataLst>
                <p:tags r:id="rId31"/>
              </p:custDataLst>
            </p:nvPr>
          </p:nvCxnSpPr>
          <p:spPr bwMode="auto">
            <a:xfrm>
              <a:off x="9469" y="7257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9" name="直接连接符 198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9751" y="7370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00" name="直接连接符 199"/>
            <p:cNvCxnSpPr/>
            <p:nvPr>
              <p:custDataLst>
                <p:tags r:id="rId33"/>
              </p:custDataLst>
            </p:nvPr>
          </p:nvCxnSpPr>
          <p:spPr bwMode="auto">
            <a:xfrm>
              <a:off x="9298" y="7596"/>
              <a:ext cx="454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1" name="直接连接符 200"/>
            <p:cNvCxnSpPr/>
            <p:nvPr>
              <p:custDataLst>
                <p:tags r:id="rId34"/>
              </p:custDataLst>
            </p:nvPr>
          </p:nvCxnSpPr>
          <p:spPr bwMode="auto">
            <a:xfrm>
              <a:off x="9921" y="7370"/>
              <a:ext cx="567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2" name="直接连接符 201"/>
            <p:cNvCxnSpPr/>
            <p:nvPr>
              <p:custDataLst>
                <p:tags r:id="rId35"/>
              </p:custDataLst>
            </p:nvPr>
          </p:nvCxnSpPr>
          <p:spPr bwMode="auto">
            <a:xfrm>
              <a:off x="9921" y="6746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04" name="直接连接符 203"/>
            <p:cNvCxnSpPr/>
            <p:nvPr>
              <p:custDataLst>
                <p:tags r:id="rId36"/>
              </p:custDataLst>
            </p:nvPr>
          </p:nvCxnSpPr>
          <p:spPr bwMode="auto">
            <a:xfrm>
              <a:off x="9298" y="6746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5" name="直接连接符 204"/>
            <p:cNvCxnSpPr/>
            <p:nvPr>
              <p:custDataLst>
                <p:tags r:id="rId37"/>
              </p:custDataLst>
            </p:nvPr>
          </p:nvCxnSpPr>
          <p:spPr bwMode="auto">
            <a:xfrm>
              <a:off x="10091" y="6973"/>
              <a:ext cx="397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6" name="AutoShape 198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 rot="5400000">
              <a:off x="10035" y="8220"/>
              <a:ext cx="283" cy="170"/>
            </a:xfrm>
            <a:prstGeom prst="flowChartMerge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207" name="直接连接符 206"/>
            <p:cNvCxnSpPr/>
            <p:nvPr>
              <p:custDataLst>
                <p:tags r:id="rId39"/>
              </p:custDataLst>
            </p:nvPr>
          </p:nvCxnSpPr>
          <p:spPr bwMode="auto">
            <a:xfrm>
              <a:off x="10092" y="8306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8" name="直接连接符 207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10092" y="8164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1" name="直接连接符 210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10261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2" name="直接连接符 211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9978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3" name="直接连接符 212"/>
            <p:cNvCxnSpPr/>
            <p:nvPr>
              <p:custDataLst>
                <p:tags r:id="rId43"/>
              </p:custDataLst>
            </p:nvPr>
          </p:nvCxnSpPr>
          <p:spPr bwMode="auto">
            <a:xfrm>
              <a:off x="9299" y="9184"/>
              <a:ext cx="964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直接连接符 213"/>
            <p:cNvCxnSpPr/>
            <p:nvPr>
              <p:custDataLst>
                <p:tags r:id="rId44"/>
              </p:custDataLst>
            </p:nvPr>
          </p:nvCxnSpPr>
          <p:spPr bwMode="auto">
            <a:xfrm>
              <a:off x="9298" y="9637"/>
              <a:ext cx="96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5" name="直接连接符 214"/>
            <p:cNvCxnSpPr/>
            <p:nvPr>
              <p:custDataLst>
                <p:tags r:id="rId45"/>
              </p:custDataLst>
            </p:nvPr>
          </p:nvCxnSpPr>
          <p:spPr bwMode="auto">
            <a:xfrm>
              <a:off x="10261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6" name="直接连接符 215"/>
            <p:cNvCxnSpPr/>
            <p:nvPr>
              <p:custDataLst>
                <p:tags r:id="rId46"/>
              </p:custDataLst>
            </p:nvPr>
          </p:nvCxnSpPr>
          <p:spPr bwMode="auto">
            <a:xfrm>
              <a:off x="9978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7" name="直接连接符 216"/>
            <p:cNvCxnSpPr/>
            <p:nvPr>
              <p:custDataLst>
                <p:tags r:id="rId47"/>
              </p:custDataLst>
            </p:nvPr>
          </p:nvCxnSpPr>
          <p:spPr bwMode="auto">
            <a:xfrm>
              <a:off x="10148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8" name="直接连接符 217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10148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9" name="直接连接符 218"/>
            <p:cNvCxnSpPr/>
            <p:nvPr>
              <p:custDataLst>
                <p:tags r:id="rId49"/>
              </p:custDataLst>
            </p:nvPr>
          </p:nvCxnSpPr>
          <p:spPr bwMode="auto">
            <a:xfrm>
              <a:off x="9978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20" name="直接连接符 219"/>
            <p:cNvCxnSpPr/>
            <p:nvPr>
              <p:custDataLst>
                <p:tags r:id="rId50"/>
              </p:custDataLst>
            </p:nvPr>
          </p:nvCxnSpPr>
          <p:spPr bwMode="auto">
            <a:xfrm>
              <a:off x="10148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21" name="直接连接符 220"/>
            <p:cNvCxnSpPr/>
            <p:nvPr>
              <p:custDataLst>
                <p:tags r:id="rId51"/>
              </p:custDataLst>
            </p:nvPr>
          </p:nvCxnSpPr>
          <p:spPr bwMode="auto">
            <a:xfrm>
              <a:off x="10261" y="963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22" name="直接连接符 221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10263" y="8164"/>
              <a:ext cx="227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3" name="直接连接符 222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10261" y="8447"/>
              <a:ext cx="227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7" name="直接连接符 226"/>
            <p:cNvCxnSpPr/>
            <p:nvPr>
              <p:custDataLst>
                <p:tags r:id="rId54"/>
              </p:custDataLst>
            </p:nvPr>
          </p:nvCxnSpPr>
          <p:spPr bwMode="auto">
            <a:xfrm>
              <a:off x="10091" y="9921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8" name="Text Box 98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9298" y="9921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仲裁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29" name="直接连接符 228"/>
            <p:cNvCxnSpPr/>
            <p:nvPr>
              <p:custDataLst>
                <p:tags r:id="rId56"/>
              </p:custDataLst>
            </p:nvPr>
          </p:nvCxnSpPr>
          <p:spPr bwMode="auto">
            <a:xfrm flipH="1">
              <a:off x="10093" y="10034"/>
              <a:ext cx="283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249" name="组合 248"/>
          <p:cNvGrpSpPr/>
          <p:nvPr/>
        </p:nvGrpSpPr>
        <p:grpSpPr>
          <a:xfrm>
            <a:off x="3891280" y="5363845"/>
            <a:ext cx="789940" cy="899795"/>
            <a:chOff x="6919" y="8447"/>
            <a:chExt cx="1244" cy="1417"/>
          </a:xfrm>
        </p:grpSpPr>
        <p:sp>
          <p:nvSpPr>
            <p:cNvPr id="248" name="Text Box 20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7087" y="9638"/>
              <a:ext cx="1077" cy="227"/>
            </a:xfrm>
            <a:prstGeom prst="rect">
              <a:avLst/>
            </a:prstGeom>
            <a:solidFill>
              <a:srgbClr val="99CCFF"/>
            </a:solidFill>
            <a:ln w="1270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zh-CN" altLang="en-US" sz="1800" b="1" dirty="0"/>
            </a:p>
          </p:txBody>
        </p:sp>
        <p:cxnSp>
          <p:nvCxnSpPr>
            <p:cNvPr id="246" name="直接连接符 245"/>
            <p:cNvCxnSpPr/>
            <p:nvPr>
              <p:custDataLst>
                <p:tags r:id="rId58"/>
              </p:custDataLst>
            </p:nvPr>
          </p:nvCxnSpPr>
          <p:spPr bwMode="auto">
            <a:xfrm flipH="1">
              <a:off x="7146" y="9468"/>
              <a:ext cx="167" cy="269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47" name="直接连接符 246"/>
            <p:cNvCxnSpPr/>
            <p:nvPr>
              <p:custDataLst>
                <p:tags r:id="rId59"/>
              </p:custDataLst>
            </p:nvPr>
          </p:nvCxnSpPr>
          <p:spPr bwMode="auto">
            <a:xfrm>
              <a:off x="6919" y="8447"/>
              <a:ext cx="394" cy="102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  <a:effectLst/>
          </p:spPr>
        </p:cxnSp>
      </p:grpSp>
      <p:grpSp>
        <p:nvGrpSpPr>
          <p:cNvPr id="231" name="组合 230"/>
          <p:cNvGrpSpPr/>
          <p:nvPr/>
        </p:nvGrpSpPr>
        <p:grpSpPr>
          <a:xfrm>
            <a:off x="3782350" y="4031755"/>
            <a:ext cx="1621270" cy="2232520"/>
            <a:chOff x="6179" y="6236"/>
            <a:chExt cx="2553" cy="3516"/>
          </a:xfrm>
        </p:grpSpPr>
        <p:sp>
          <p:nvSpPr>
            <p:cNvPr id="39" name="AutoShape 198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 rot="5400000">
              <a:off x="7540" y="8504"/>
              <a:ext cx="283" cy="170"/>
            </a:xfrm>
            <a:prstGeom prst="flowChartMerge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0" name="Text Box 300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7767" y="8447"/>
              <a:ext cx="794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数据</a:t>
              </a:r>
              <a:r>
                <a:rPr lang="en-US" altLang="zh-CN" sz="14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a</a:t>
              </a:r>
              <a:endParaRPr lang="en-US" altLang="zh-CN" sz="14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46" name="直接连接符 45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6181" y="6633"/>
              <a:ext cx="2551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接连接符 111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6179" y="6520"/>
              <a:ext cx="2551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Text Box 300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6350" y="8050"/>
              <a:ext cx="2211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地址</a:t>
              </a:r>
              <a:r>
                <a:rPr lang="en-US" altLang="zh-CN" sz="14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x</a:t>
              </a:r>
              <a:endParaRPr lang="en-US" altLang="zh-CN" sz="14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5" name="直接连接符 24"/>
            <p:cNvCxnSpPr/>
            <p:nvPr>
              <p:custDataLst>
                <p:tags r:id="rId65"/>
              </p:custDataLst>
            </p:nvPr>
          </p:nvCxnSpPr>
          <p:spPr bwMode="auto">
            <a:xfrm>
              <a:off x="6350" y="8050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6350" y="8334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AutoShape 198"/>
            <p:cNvSpPr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 rot="5400000">
              <a:off x="6123" y="8107"/>
              <a:ext cx="283" cy="170"/>
            </a:xfrm>
            <a:prstGeom prst="flowChartMerge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29" name="直接连接符 28"/>
            <p:cNvCxnSpPr/>
            <p:nvPr>
              <p:custDataLst>
                <p:tags r:id="rId68"/>
              </p:custDataLst>
            </p:nvPr>
          </p:nvCxnSpPr>
          <p:spPr bwMode="auto">
            <a:xfrm>
              <a:off x="6180" y="9071"/>
              <a:ext cx="238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69"/>
              </p:custDataLst>
            </p:nvPr>
          </p:nvCxnSpPr>
          <p:spPr bwMode="auto">
            <a:xfrm>
              <a:off x="6350" y="884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1" name="直接连接符 30"/>
            <p:cNvCxnSpPr/>
            <p:nvPr>
              <p:custDataLst>
                <p:tags r:id="rId70"/>
              </p:custDataLst>
            </p:nvPr>
          </p:nvCxnSpPr>
          <p:spPr bwMode="auto">
            <a:xfrm>
              <a:off x="6180" y="884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71"/>
              </p:custDataLst>
            </p:nvPr>
          </p:nvCxnSpPr>
          <p:spPr bwMode="auto">
            <a:xfrm>
              <a:off x="6180" y="9751"/>
              <a:ext cx="141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72"/>
              </p:custDataLst>
            </p:nvPr>
          </p:nvCxnSpPr>
          <p:spPr bwMode="auto">
            <a:xfrm>
              <a:off x="6180" y="8192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6180" y="8050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74"/>
              </p:custDataLst>
            </p:nvPr>
          </p:nvCxnSpPr>
          <p:spPr bwMode="auto">
            <a:xfrm>
              <a:off x="6180" y="8589"/>
              <a:ext cx="1417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>
              <p:custDataLst>
                <p:tags r:id="rId75"/>
              </p:custDataLst>
            </p:nvPr>
          </p:nvCxnSpPr>
          <p:spPr bwMode="auto">
            <a:xfrm>
              <a:off x="8561" y="6236"/>
              <a:ext cx="0" cy="3515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>
              <p:custDataLst>
                <p:tags r:id="rId76"/>
              </p:custDataLst>
            </p:nvPr>
          </p:nvCxnSpPr>
          <p:spPr bwMode="auto">
            <a:xfrm>
              <a:off x="7598" y="8589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7598" y="8447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/>
            <p:cNvCxnSpPr/>
            <p:nvPr>
              <p:custDataLst>
                <p:tags r:id="rId78"/>
              </p:custDataLst>
            </p:nvPr>
          </p:nvCxnSpPr>
          <p:spPr bwMode="auto">
            <a:xfrm>
              <a:off x="7767" y="8447"/>
              <a:ext cx="79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79"/>
              </p:custDataLst>
            </p:nvPr>
          </p:nvCxnSpPr>
          <p:spPr bwMode="auto">
            <a:xfrm>
              <a:off x="7767" y="8731"/>
              <a:ext cx="79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8" name="AutoShape 292"/>
            <p:cNvSpPr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 rot="16200000">
              <a:off x="8504" y="8504"/>
              <a:ext cx="283" cy="170"/>
            </a:xfrm>
            <a:prstGeom prst="flowChartMerge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61" name="直接连接符 60"/>
            <p:cNvCxnSpPr/>
            <p:nvPr>
              <p:custDataLst>
                <p:tags r:id="rId81"/>
              </p:custDataLst>
            </p:nvPr>
          </p:nvCxnSpPr>
          <p:spPr bwMode="auto">
            <a:xfrm>
              <a:off x="8561" y="8447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8561" y="8589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8561" y="884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84"/>
              </p:custDataLst>
            </p:nvPr>
          </p:nvCxnSpPr>
          <p:spPr bwMode="auto">
            <a:xfrm>
              <a:off x="6180" y="884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17" name="直接连接符 116"/>
            <p:cNvCxnSpPr/>
            <p:nvPr>
              <p:custDataLst>
                <p:tags r:id="rId85"/>
              </p:custDataLst>
            </p:nvPr>
          </p:nvCxnSpPr>
          <p:spPr bwMode="auto">
            <a:xfrm>
              <a:off x="6180" y="9184"/>
              <a:ext cx="255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/>
            <p:cNvCxnSpPr/>
            <p:nvPr>
              <p:custDataLst>
                <p:tags r:id="rId86"/>
              </p:custDataLst>
            </p:nvPr>
          </p:nvCxnSpPr>
          <p:spPr bwMode="auto">
            <a:xfrm flipV="1">
              <a:off x="6350" y="918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7" name="直接连接符 126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6180" y="918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35" name="直接连接符 134"/>
            <p:cNvCxnSpPr/>
            <p:nvPr>
              <p:custDataLst>
                <p:tags r:id="rId88"/>
              </p:custDataLst>
            </p:nvPr>
          </p:nvCxnSpPr>
          <p:spPr bwMode="auto">
            <a:xfrm>
              <a:off x="6180" y="941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直接连接符 145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7598" y="952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7" name="直接连接符 146"/>
            <p:cNvCxnSpPr/>
            <p:nvPr>
              <p:custDataLst>
                <p:tags r:id="rId90"/>
              </p:custDataLst>
            </p:nvPr>
          </p:nvCxnSpPr>
          <p:spPr bwMode="auto">
            <a:xfrm>
              <a:off x="6461" y="952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91"/>
              </p:custDataLst>
            </p:nvPr>
          </p:nvCxnSpPr>
          <p:spPr bwMode="auto">
            <a:xfrm>
              <a:off x="6180" y="9524"/>
              <a:ext cx="283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92"/>
              </p:custDataLst>
            </p:nvPr>
          </p:nvCxnSpPr>
          <p:spPr bwMode="auto">
            <a:xfrm>
              <a:off x="7767" y="8731"/>
              <a:ext cx="0" cy="79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连接符 151"/>
            <p:cNvCxnSpPr/>
            <p:nvPr>
              <p:custDataLst>
                <p:tags r:id="rId93"/>
              </p:custDataLst>
            </p:nvPr>
          </p:nvCxnSpPr>
          <p:spPr bwMode="auto">
            <a:xfrm>
              <a:off x="7768" y="9524"/>
              <a:ext cx="79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6" name="AutoShape 292"/>
            <p:cNvSpPr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 rot="16200000">
              <a:off x="8505" y="8107"/>
              <a:ext cx="283" cy="170"/>
            </a:xfrm>
            <a:prstGeom prst="flowChartMerge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157" name="直接连接符 156"/>
            <p:cNvCxnSpPr/>
            <p:nvPr>
              <p:custDataLst>
                <p:tags r:id="rId95"/>
              </p:custDataLst>
            </p:nvPr>
          </p:nvCxnSpPr>
          <p:spPr bwMode="auto">
            <a:xfrm>
              <a:off x="8562" y="8050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8562" y="8192"/>
              <a:ext cx="170" cy="14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97"/>
              </p:custDataLst>
            </p:nvPr>
          </p:nvCxnSpPr>
          <p:spPr bwMode="auto">
            <a:xfrm>
              <a:off x="6235" y="9525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80" name="直接连接符 179"/>
            <p:cNvCxnSpPr/>
            <p:nvPr>
              <p:custDataLst>
                <p:tags r:id="rId98"/>
              </p:custDataLst>
            </p:nvPr>
          </p:nvCxnSpPr>
          <p:spPr bwMode="auto">
            <a:xfrm>
              <a:off x="8561" y="9524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250" name="Text Box 77"/>
          <p:cNvSpPr txBox="1">
            <a:spLocks noChangeArrowheads="1"/>
          </p:cNvSpPr>
          <p:nvPr>
            <p:custDataLst>
              <p:tags r:id="rId99"/>
            </p:custDataLst>
          </p:nvPr>
        </p:nvSpPr>
        <p:spPr bwMode="auto">
          <a:xfrm>
            <a:off x="6336000" y="4032000"/>
            <a:ext cx="2628000" cy="82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</a:rPr>
              <a:t>总线空闲如何表示？为什么闲时仲裁？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  <a:sym typeface="+mn-ea"/>
              </a:rPr>
              <a:t>总线请求何时撤销？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251" name="Text Box 77"/>
          <p:cNvSpPr txBox="1">
            <a:spLocks noChangeArrowheads="1"/>
          </p:cNvSpPr>
          <p:nvPr>
            <p:custDataLst>
              <p:tags r:id="rId100"/>
            </p:custDataLst>
          </p:nvPr>
        </p:nvSpPr>
        <p:spPr bwMode="auto">
          <a:xfrm>
            <a:off x="6336000" y="5003020"/>
            <a:ext cx="2628000" cy="576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  <a:sym typeface="+mn-ea"/>
              </a:rPr>
              <a:t>如何表示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读事务的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  <a:sym typeface="+mn-ea"/>
              </a:rPr>
              <a:t>数据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</a:rPr>
              <a:t>传送可以开始？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255" name="Text Box 77"/>
          <p:cNvSpPr txBox="1">
            <a:spLocks noChangeArrowheads="1"/>
          </p:cNvSpPr>
          <p:nvPr>
            <p:custDataLst>
              <p:tags r:id="rId101"/>
            </p:custDataLst>
          </p:nvPr>
        </p:nvSpPr>
        <p:spPr bwMode="auto">
          <a:xfrm>
            <a:off x="6336000" y="5687020"/>
            <a:ext cx="2628000" cy="576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思考③：</a:t>
            </a:r>
            <a:r>
              <a:rPr lang="zh-CN" altLang="en-US" sz="1800" b="1" dirty="0" smtClean="0">
                <a:latin typeface="+mn-ea"/>
                <a:cs typeface="Times New Roman" panose="02020603050405020304" pitchFamily="18" charset="0"/>
              </a:rPr>
              <a:t>传送结束信号由谁发出？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266" name="组合 265"/>
          <p:cNvGrpSpPr/>
          <p:nvPr/>
        </p:nvGrpSpPr>
        <p:grpSpPr>
          <a:xfrm>
            <a:off x="3383915" y="4031615"/>
            <a:ext cx="2018665" cy="2447290"/>
            <a:chOff x="5329" y="6349"/>
            <a:chExt cx="3179" cy="3854"/>
          </a:xfrm>
        </p:grpSpPr>
        <p:sp>
          <p:nvSpPr>
            <p:cNvPr id="267" name="Text Box 20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5329" y="6350"/>
              <a:ext cx="624" cy="1304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zh-CN" altLang="en-US" sz="1800" b="1" dirty="0"/>
            </a:p>
          </p:txBody>
        </p:sp>
        <p:cxnSp>
          <p:nvCxnSpPr>
            <p:cNvPr id="268" name="直接连接符 267"/>
            <p:cNvCxnSpPr/>
            <p:nvPr>
              <p:custDataLst>
                <p:tags r:id="rId103"/>
              </p:custDataLst>
            </p:nvPr>
          </p:nvCxnSpPr>
          <p:spPr bwMode="auto">
            <a:xfrm>
              <a:off x="5729" y="7143"/>
              <a:ext cx="113" cy="79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69" name="直接连接符 268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5729" y="6520"/>
              <a:ext cx="113" cy="567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70" name="直接连接符 269"/>
            <p:cNvCxnSpPr/>
            <p:nvPr>
              <p:custDataLst>
                <p:tags r:id="rId105"/>
              </p:custDataLst>
            </p:nvPr>
          </p:nvCxnSpPr>
          <p:spPr bwMode="auto">
            <a:xfrm>
              <a:off x="5785" y="6406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71" name="直接连接符 270"/>
            <p:cNvCxnSpPr/>
            <p:nvPr>
              <p:custDataLst>
                <p:tags r:id="rId106"/>
              </p:custDataLst>
            </p:nvPr>
          </p:nvCxnSpPr>
          <p:spPr bwMode="auto">
            <a:xfrm flipV="1">
              <a:off x="5615" y="7030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72" name="直接连接符 271"/>
            <p:cNvCxnSpPr/>
            <p:nvPr>
              <p:custDataLst>
                <p:tags r:id="rId107"/>
              </p:custDataLst>
            </p:nvPr>
          </p:nvCxnSpPr>
          <p:spPr bwMode="auto">
            <a:xfrm flipV="1">
              <a:off x="5785" y="7823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73" name="直接连接符 272"/>
            <p:cNvCxnSpPr/>
            <p:nvPr>
              <p:custDataLst>
                <p:tags r:id="rId108"/>
              </p:custDataLst>
            </p:nvPr>
          </p:nvCxnSpPr>
          <p:spPr bwMode="auto">
            <a:xfrm>
              <a:off x="5785" y="7030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4" name="直接连接符 273"/>
            <p:cNvCxnSpPr/>
            <p:nvPr>
              <p:custDataLst>
                <p:tags r:id="rId109"/>
              </p:custDataLst>
            </p:nvPr>
          </p:nvCxnSpPr>
          <p:spPr bwMode="auto">
            <a:xfrm>
              <a:off x="5955" y="7596"/>
              <a:ext cx="255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5" name="Text Box 80"/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6184" y="9921"/>
              <a:ext cx="2041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总线传输周期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76" name="直接连接符 275"/>
            <p:cNvCxnSpPr/>
            <p:nvPr>
              <p:custDataLst>
                <p:tags r:id="rId111"/>
              </p:custDataLst>
            </p:nvPr>
          </p:nvCxnSpPr>
          <p:spPr bwMode="auto">
            <a:xfrm>
              <a:off x="8225" y="10034"/>
              <a:ext cx="283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77" name="直接连接符 276"/>
            <p:cNvCxnSpPr/>
            <p:nvPr>
              <p:custDataLst>
                <p:tags r:id="rId112"/>
              </p:custDataLst>
            </p:nvPr>
          </p:nvCxnSpPr>
          <p:spPr bwMode="auto">
            <a:xfrm flipH="1">
              <a:off x="5958" y="10034"/>
              <a:ext cx="283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78" name="直接连接符 277"/>
            <p:cNvCxnSpPr/>
            <p:nvPr>
              <p:custDataLst>
                <p:tags r:id="rId113"/>
              </p:custDataLst>
            </p:nvPr>
          </p:nvCxnSpPr>
          <p:spPr bwMode="auto">
            <a:xfrm>
              <a:off x="5957" y="7030"/>
              <a:ext cx="255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9" name="直接连接符 278"/>
            <p:cNvCxnSpPr/>
            <p:nvPr>
              <p:custDataLst>
                <p:tags r:id="rId114"/>
              </p:custDataLst>
            </p:nvPr>
          </p:nvCxnSpPr>
          <p:spPr bwMode="auto">
            <a:xfrm>
              <a:off x="5957" y="7823"/>
              <a:ext cx="2381" cy="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" name="直接连接符 279"/>
            <p:cNvCxnSpPr/>
            <p:nvPr>
              <p:custDataLst>
                <p:tags r:id="rId115"/>
              </p:custDataLst>
            </p:nvPr>
          </p:nvCxnSpPr>
          <p:spPr bwMode="auto">
            <a:xfrm>
              <a:off x="8508" y="6349"/>
              <a:ext cx="0" cy="3515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" name="直接连接符 280"/>
            <p:cNvCxnSpPr/>
            <p:nvPr>
              <p:custDataLst>
                <p:tags r:id="rId116"/>
              </p:custDataLst>
            </p:nvPr>
          </p:nvCxnSpPr>
          <p:spPr bwMode="auto">
            <a:xfrm>
              <a:off x="8338" y="7823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82" name="直接连接符 281"/>
            <p:cNvCxnSpPr/>
            <p:nvPr>
              <p:custDataLst>
                <p:tags r:id="rId117"/>
              </p:custDataLst>
            </p:nvPr>
          </p:nvCxnSpPr>
          <p:spPr bwMode="auto">
            <a:xfrm>
              <a:off x="8508" y="9921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83" name="组合 282"/>
          <p:cNvGrpSpPr/>
          <p:nvPr/>
        </p:nvGrpSpPr>
        <p:grpSpPr>
          <a:xfrm>
            <a:off x="433705" y="4031615"/>
            <a:ext cx="3348990" cy="2447925"/>
            <a:chOff x="683" y="6349"/>
            <a:chExt cx="5274" cy="3855"/>
          </a:xfrm>
        </p:grpSpPr>
        <p:sp>
          <p:nvSpPr>
            <p:cNvPr id="284" name="Text Box 98"/>
            <p:cNvSpPr txBox="1"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5163" y="9921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仲裁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5" name="直接连接符 284"/>
            <p:cNvCxnSpPr/>
            <p:nvPr>
              <p:custDataLst>
                <p:tags r:id="rId119"/>
              </p:custDataLst>
            </p:nvPr>
          </p:nvCxnSpPr>
          <p:spPr bwMode="auto">
            <a:xfrm>
              <a:off x="5957" y="9921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6" name="直接连接符 285"/>
            <p:cNvCxnSpPr/>
            <p:nvPr>
              <p:custDataLst>
                <p:tags r:id="rId120"/>
              </p:custDataLst>
            </p:nvPr>
          </p:nvCxnSpPr>
          <p:spPr bwMode="auto">
            <a:xfrm>
              <a:off x="5445" y="640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7" name="直接连接符 286"/>
            <p:cNvCxnSpPr/>
            <p:nvPr>
              <p:custDataLst>
                <p:tags r:id="rId121"/>
              </p:custDataLst>
            </p:nvPr>
          </p:nvCxnSpPr>
          <p:spPr bwMode="auto">
            <a:xfrm>
              <a:off x="5957" y="6349"/>
              <a:ext cx="0" cy="3515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8" name="Text Box 9"/>
            <p:cNvSpPr txBox="1"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2497" y="6349"/>
              <a:ext cx="2381" cy="379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请求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BR1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请求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BR2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允许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BG1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允许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BG2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总线状态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忙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)BS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地址总线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数据总线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读命令线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RD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写命令写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WR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状态线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ACK</a:t>
              </a:r>
              <a:endPara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89" name="直接连接符 288"/>
            <p:cNvCxnSpPr/>
            <p:nvPr>
              <p:custDataLst>
                <p:tags r:id="rId123"/>
              </p:custDataLst>
            </p:nvPr>
          </p:nvCxnSpPr>
          <p:spPr bwMode="auto">
            <a:xfrm flipH="1">
              <a:off x="5162" y="6349"/>
              <a:ext cx="0" cy="3515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0" name="直接连接符 289"/>
            <p:cNvCxnSpPr/>
            <p:nvPr>
              <p:custDataLst>
                <p:tags r:id="rId124"/>
              </p:custDataLst>
            </p:nvPr>
          </p:nvCxnSpPr>
          <p:spPr bwMode="auto">
            <a:xfrm flipV="1">
              <a:off x="5275" y="6406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91" name="直接连接符 290"/>
            <p:cNvCxnSpPr/>
            <p:nvPr>
              <p:custDataLst>
                <p:tags r:id="rId125"/>
              </p:custDataLst>
            </p:nvPr>
          </p:nvCxnSpPr>
          <p:spPr bwMode="auto">
            <a:xfrm>
              <a:off x="4936" y="663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2" name="直接连接符 291"/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5162" y="6746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93" name="直接连接符 292"/>
            <p:cNvCxnSpPr/>
            <p:nvPr>
              <p:custDataLst>
                <p:tags r:id="rId127"/>
              </p:custDataLst>
            </p:nvPr>
          </p:nvCxnSpPr>
          <p:spPr bwMode="auto">
            <a:xfrm>
              <a:off x="4936" y="6973"/>
              <a:ext cx="227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4" name="左大括号 293"/>
            <p:cNvSpPr/>
            <p:nvPr>
              <p:custDataLst>
                <p:tags r:id="rId128"/>
              </p:custDataLst>
            </p:nvPr>
          </p:nvSpPr>
          <p:spPr bwMode="auto">
            <a:xfrm>
              <a:off x="2441" y="6462"/>
              <a:ext cx="113" cy="567"/>
            </a:xfrm>
            <a:prstGeom prst="leftBrace">
              <a:avLst>
                <a:gd name="adj1" fmla="val 2817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95" name="左大括号 294"/>
            <p:cNvSpPr/>
            <p:nvPr>
              <p:custDataLst>
                <p:tags r:id="rId129"/>
              </p:custDataLst>
            </p:nvPr>
          </p:nvSpPr>
          <p:spPr bwMode="auto">
            <a:xfrm>
              <a:off x="2441" y="7199"/>
              <a:ext cx="113" cy="567"/>
            </a:xfrm>
            <a:prstGeom prst="leftBrace">
              <a:avLst>
                <a:gd name="adj1" fmla="val 2817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96" name="Text Box 98"/>
            <p:cNvSpPr txBox="1"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683" y="7313"/>
              <a:ext cx="170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总线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仲裁器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97" name="Text Box 98"/>
            <p:cNvSpPr txBox="1">
              <a:spLocks noChangeArrowheads="1"/>
            </p:cNvSpPr>
            <p:nvPr>
              <p:custDataLst>
                <p:tags r:id="rId131"/>
              </p:custDataLst>
            </p:nvPr>
          </p:nvSpPr>
          <p:spPr bwMode="auto">
            <a:xfrm>
              <a:off x="1307" y="6576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主设备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98" name="直接连接符 297"/>
            <p:cNvCxnSpPr/>
            <p:nvPr>
              <p:custDataLst>
                <p:tags r:id="rId132"/>
              </p:custDataLst>
            </p:nvPr>
          </p:nvCxnSpPr>
          <p:spPr bwMode="auto">
            <a:xfrm>
              <a:off x="4936" y="7256"/>
              <a:ext cx="68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9" name="直接连接符 298"/>
            <p:cNvCxnSpPr/>
            <p:nvPr>
              <p:custDataLst>
                <p:tags r:id="rId133"/>
              </p:custDataLst>
            </p:nvPr>
          </p:nvCxnSpPr>
          <p:spPr bwMode="auto">
            <a:xfrm>
              <a:off x="4935" y="7596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0" name="直接连接符 299"/>
            <p:cNvCxnSpPr/>
            <p:nvPr>
              <p:custDataLst>
                <p:tags r:id="rId134"/>
              </p:custDataLst>
            </p:nvPr>
          </p:nvCxnSpPr>
          <p:spPr bwMode="auto">
            <a:xfrm>
              <a:off x="4936" y="8050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1" name="直接连接符 300"/>
            <p:cNvCxnSpPr/>
            <p:nvPr>
              <p:custDataLst>
                <p:tags r:id="rId135"/>
              </p:custDataLst>
            </p:nvPr>
          </p:nvCxnSpPr>
          <p:spPr bwMode="auto">
            <a:xfrm>
              <a:off x="5332" y="6746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2" name="Text Box 98"/>
            <p:cNvSpPr txBox="1">
              <a:spLocks noChangeArrowheads="1"/>
            </p:cNvSpPr>
            <p:nvPr>
              <p:custDataLst>
                <p:tags r:id="rId136"/>
              </p:custDataLst>
            </p:nvPr>
          </p:nvSpPr>
          <p:spPr bwMode="auto">
            <a:xfrm>
              <a:off x="1023" y="8674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系统</a:t>
              </a:r>
              <a:r>
                <a:rPr lang="zh-CN" altLang="en-US" sz="1600" b="1" dirty="0" smtClean="0"/>
                <a:t>总线</a:t>
              </a:r>
              <a:endParaRPr lang="zh-CN" altLang="en-US" sz="1600" b="1" dirty="0" smtClean="0"/>
            </a:p>
          </p:txBody>
        </p:sp>
        <p:sp>
          <p:nvSpPr>
            <p:cNvPr id="303" name="左大括号 302"/>
            <p:cNvSpPr/>
            <p:nvPr>
              <p:custDataLst>
                <p:tags r:id="rId137"/>
              </p:custDataLst>
            </p:nvPr>
          </p:nvSpPr>
          <p:spPr bwMode="auto">
            <a:xfrm>
              <a:off x="2440" y="7880"/>
              <a:ext cx="113" cy="1928"/>
            </a:xfrm>
            <a:prstGeom prst="leftBrace">
              <a:avLst>
                <a:gd name="adj1" fmla="val 2817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04" name="直接连接符 303"/>
            <p:cNvCxnSpPr/>
            <p:nvPr>
              <p:custDataLst>
                <p:tags r:id="rId138"/>
              </p:custDataLst>
            </p:nvPr>
          </p:nvCxnSpPr>
          <p:spPr bwMode="auto">
            <a:xfrm>
              <a:off x="4935" y="8305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5" name="直接连接符 304"/>
            <p:cNvCxnSpPr/>
            <p:nvPr>
              <p:custDataLst>
                <p:tags r:id="rId139"/>
              </p:custDataLst>
            </p:nvPr>
          </p:nvCxnSpPr>
          <p:spPr bwMode="auto">
            <a:xfrm>
              <a:off x="4935" y="8702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6" name="直接连接符 305"/>
            <p:cNvCxnSpPr/>
            <p:nvPr>
              <p:custDataLst>
                <p:tags r:id="rId140"/>
              </p:custDataLst>
            </p:nvPr>
          </p:nvCxnSpPr>
          <p:spPr bwMode="auto">
            <a:xfrm>
              <a:off x="4935" y="8957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7" name="直接连接符 306"/>
            <p:cNvCxnSpPr/>
            <p:nvPr>
              <p:custDataLst>
                <p:tags r:id="rId141"/>
              </p:custDataLst>
            </p:nvPr>
          </p:nvCxnSpPr>
          <p:spPr bwMode="auto">
            <a:xfrm>
              <a:off x="4935" y="9637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8" name="直接连接符 307"/>
            <p:cNvCxnSpPr/>
            <p:nvPr>
              <p:custDataLst>
                <p:tags r:id="rId142"/>
              </p:custDataLst>
            </p:nvPr>
          </p:nvCxnSpPr>
          <p:spPr bwMode="auto">
            <a:xfrm>
              <a:off x="4935" y="9184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9" name="直接连接符 308"/>
            <p:cNvCxnSpPr/>
            <p:nvPr>
              <p:custDataLst>
                <p:tags r:id="rId143"/>
              </p:custDataLst>
            </p:nvPr>
          </p:nvCxnSpPr>
          <p:spPr bwMode="auto">
            <a:xfrm>
              <a:off x="4935" y="8447"/>
              <a:ext cx="22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0" name="直接连接符 309"/>
            <p:cNvCxnSpPr/>
            <p:nvPr>
              <p:custDataLst>
                <p:tags r:id="rId144"/>
              </p:custDataLst>
            </p:nvPr>
          </p:nvCxnSpPr>
          <p:spPr bwMode="auto">
            <a:xfrm>
              <a:off x="4935" y="8844"/>
              <a:ext cx="22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1" name="直接连接符 310"/>
            <p:cNvCxnSpPr/>
            <p:nvPr>
              <p:custDataLst>
                <p:tags r:id="rId145"/>
              </p:custDataLst>
            </p:nvPr>
          </p:nvCxnSpPr>
          <p:spPr bwMode="auto">
            <a:xfrm>
              <a:off x="4935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12" name="直接连接符 311"/>
            <p:cNvCxnSpPr/>
            <p:nvPr>
              <p:custDataLst>
                <p:tags r:id="rId146"/>
              </p:custDataLst>
            </p:nvPr>
          </p:nvCxnSpPr>
          <p:spPr bwMode="auto">
            <a:xfrm>
              <a:off x="5105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13" name="直接连接符 312"/>
            <p:cNvCxnSpPr/>
            <p:nvPr>
              <p:custDataLst>
                <p:tags r:id="rId147"/>
              </p:custDataLst>
            </p:nvPr>
          </p:nvCxnSpPr>
          <p:spPr bwMode="auto">
            <a:xfrm>
              <a:off x="5275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14" name="直接连接符 313"/>
            <p:cNvCxnSpPr/>
            <p:nvPr>
              <p:custDataLst>
                <p:tags r:id="rId148"/>
              </p:custDataLst>
            </p:nvPr>
          </p:nvCxnSpPr>
          <p:spPr bwMode="auto">
            <a:xfrm>
              <a:off x="5445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15" name="直接连接符 314"/>
            <p:cNvCxnSpPr/>
            <p:nvPr>
              <p:custDataLst>
                <p:tags r:id="rId149"/>
              </p:custDataLst>
            </p:nvPr>
          </p:nvCxnSpPr>
          <p:spPr bwMode="auto">
            <a:xfrm>
              <a:off x="5615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16" name="直接连接符 315"/>
            <p:cNvCxnSpPr/>
            <p:nvPr>
              <p:custDataLst>
                <p:tags r:id="rId150"/>
              </p:custDataLst>
            </p:nvPr>
          </p:nvCxnSpPr>
          <p:spPr bwMode="auto">
            <a:xfrm>
              <a:off x="5785" y="895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17" name="直接连接符 316"/>
            <p:cNvCxnSpPr/>
            <p:nvPr>
              <p:custDataLst>
                <p:tags r:id="rId151"/>
              </p:custDataLst>
            </p:nvPr>
          </p:nvCxnSpPr>
          <p:spPr bwMode="auto">
            <a:xfrm>
              <a:off x="4935" y="9297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8" name="直接连接符 317"/>
            <p:cNvCxnSpPr/>
            <p:nvPr>
              <p:custDataLst>
                <p:tags r:id="rId152"/>
              </p:custDataLst>
            </p:nvPr>
          </p:nvCxnSpPr>
          <p:spPr bwMode="auto">
            <a:xfrm>
              <a:off x="4935" y="9524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9" name="直接连接符 318"/>
            <p:cNvCxnSpPr/>
            <p:nvPr>
              <p:custDataLst>
                <p:tags r:id="rId153"/>
              </p:custDataLst>
            </p:nvPr>
          </p:nvCxnSpPr>
          <p:spPr bwMode="auto">
            <a:xfrm flipV="1">
              <a:off x="5105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20" name="直接连接符 319"/>
            <p:cNvCxnSpPr/>
            <p:nvPr>
              <p:custDataLst>
                <p:tags r:id="rId154"/>
              </p:custDataLst>
            </p:nvPr>
          </p:nvCxnSpPr>
          <p:spPr bwMode="auto">
            <a:xfrm flipV="1">
              <a:off x="4935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21" name="直接连接符 320"/>
            <p:cNvCxnSpPr/>
            <p:nvPr>
              <p:custDataLst>
                <p:tags r:id="rId155"/>
              </p:custDataLst>
            </p:nvPr>
          </p:nvCxnSpPr>
          <p:spPr bwMode="auto">
            <a:xfrm flipV="1">
              <a:off x="5445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22" name="直接连接符 321"/>
            <p:cNvCxnSpPr/>
            <p:nvPr>
              <p:custDataLst>
                <p:tags r:id="rId156"/>
              </p:custDataLst>
            </p:nvPr>
          </p:nvCxnSpPr>
          <p:spPr bwMode="auto">
            <a:xfrm flipV="1">
              <a:off x="5275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23" name="直接连接符 322"/>
            <p:cNvCxnSpPr/>
            <p:nvPr>
              <p:custDataLst>
                <p:tags r:id="rId157"/>
              </p:custDataLst>
            </p:nvPr>
          </p:nvCxnSpPr>
          <p:spPr bwMode="auto">
            <a:xfrm flipV="1">
              <a:off x="5785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24" name="直接连接符 323"/>
            <p:cNvCxnSpPr/>
            <p:nvPr>
              <p:custDataLst>
                <p:tags r:id="rId158"/>
              </p:custDataLst>
            </p:nvPr>
          </p:nvCxnSpPr>
          <p:spPr bwMode="auto">
            <a:xfrm flipV="1">
              <a:off x="5615" y="9297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25" name="直接连接符 324"/>
            <p:cNvCxnSpPr/>
            <p:nvPr>
              <p:custDataLst>
                <p:tags r:id="rId159"/>
              </p:custDataLst>
            </p:nvPr>
          </p:nvCxnSpPr>
          <p:spPr bwMode="auto">
            <a:xfrm>
              <a:off x="4935" y="9864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6" name="直接连接符 325"/>
            <p:cNvCxnSpPr/>
            <p:nvPr>
              <p:custDataLst>
                <p:tags r:id="rId160"/>
              </p:custDataLst>
            </p:nvPr>
          </p:nvCxnSpPr>
          <p:spPr bwMode="auto">
            <a:xfrm>
              <a:off x="4935" y="9638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27" name="直接连接符 326"/>
            <p:cNvCxnSpPr/>
            <p:nvPr>
              <p:custDataLst>
                <p:tags r:id="rId161"/>
              </p:custDataLst>
            </p:nvPr>
          </p:nvCxnSpPr>
          <p:spPr bwMode="auto">
            <a:xfrm>
              <a:off x="5105" y="9638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28" name="直接连接符 327"/>
            <p:cNvCxnSpPr/>
            <p:nvPr>
              <p:custDataLst>
                <p:tags r:id="rId162"/>
              </p:custDataLst>
            </p:nvPr>
          </p:nvCxnSpPr>
          <p:spPr bwMode="auto">
            <a:xfrm>
              <a:off x="5275" y="9638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29" name="直接连接符 328"/>
            <p:cNvCxnSpPr/>
            <p:nvPr>
              <p:custDataLst>
                <p:tags r:id="rId163"/>
              </p:custDataLst>
            </p:nvPr>
          </p:nvCxnSpPr>
          <p:spPr bwMode="auto">
            <a:xfrm>
              <a:off x="5445" y="9638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30" name="直接连接符 329"/>
            <p:cNvCxnSpPr/>
            <p:nvPr>
              <p:custDataLst>
                <p:tags r:id="rId164"/>
              </p:custDataLst>
            </p:nvPr>
          </p:nvCxnSpPr>
          <p:spPr bwMode="auto">
            <a:xfrm>
              <a:off x="5615" y="9638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31" name="直接连接符 330"/>
            <p:cNvCxnSpPr/>
            <p:nvPr>
              <p:custDataLst>
                <p:tags r:id="rId165"/>
              </p:custDataLst>
            </p:nvPr>
          </p:nvCxnSpPr>
          <p:spPr bwMode="auto">
            <a:xfrm>
              <a:off x="5786" y="9638"/>
              <a:ext cx="17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32" name="直接连接符 331"/>
            <p:cNvCxnSpPr/>
            <p:nvPr>
              <p:custDataLst>
                <p:tags r:id="rId166"/>
              </p:custDataLst>
            </p:nvPr>
          </p:nvCxnSpPr>
          <p:spPr bwMode="auto">
            <a:xfrm>
              <a:off x="4935" y="7370"/>
              <a:ext cx="22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3" name="直接连接符 332"/>
            <p:cNvCxnSpPr/>
            <p:nvPr>
              <p:custDataLst>
                <p:tags r:id="rId167"/>
              </p:custDataLst>
            </p:nvPr>
          </p:nvCxnSpPr>
          <p:spPr bwMode="auto">
            <a:xfrm>
              <a:off x="4935" y="6406"/>
              <a:ext cx="22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4" name="直接连接符 333"/>
            <p:cNvCxnSpPr/>
            <p:nvPr>
              <p:custDataLst>
                <p:tags r:id="rId168"/>
              </p:custDataLst>
            </p:nvPr>
          </p:nvCxnSpPr>
          <p:spPr bwMode="auto">
            <a:xfrm>
              <a:off x="4935" y="6746"/>
              <a:ext cx="22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5" name="直接连接符 334"/>
            <p:cNvCxnSpPr/>
            <p:nvPr>
              <p:custDataLst>
                <p:tags r:id="rId169"/>
              </p:custDataLst>
            </p:nvPr>
          </p:nvCxnSpPr>
          <p:spPr bwMode="auto">
            <a:xfrm>
              <a:off x="4935" y="7086"/>
              <a:ext cx="22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6" name="直接连接符 335"/>
            <p:cNvCxnSpPr/>
            <p:nvPr>
              <p:custDataLst>
                <p:tags r:id="rId170"/>
              </p:custDataLst>
            </p:nvPr>
          </p:nvCxnSpPr>
          <p:spPr bwMode="auto">
            <a:xfrm>
              <a:off x="4935" y="7823"/>
              <a:ext cx="22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7" name="直接连接符 336"/>
            <p:cNvCxnSpPr/>
            <p:nvPr>
              <p:custDataLst>
                <p:tags r:id="rId171"/>
              </p:custDataLst>
            </p:nvPr>
          </p:nvCxnSpPr>
          <p:spPr bwMode="auto">
            <a:xfrm>
              <a:off x="5162" y="9921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8" name="直接连接符 337"/>
            <p:cNvCxnSpPr/>
            <p:nvPr>
              <p:custDataLst>
                <p:tags r:id="rId172"/>
              </p:custDataLst>
            </p:nvPr>
          </p:nvCxnSpPr>
          <p:spPr bwMode="auto">
            <a:xfrm>
              <a:off x="4535" y="8901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9" name="直接连接符 338"/>
            <p:cNvCxnSpPr/>
            <p:nvPr>
              <p:custDataLst>
                <p:tags r:id="rId173"/>
              </p:custDataLst>
            </p:nvPr>
          </p:nvCxnSpPr>
          <p:spPr bwMode="auto">
            <a:xfrm>
              <a:off x="4535" y="9241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21" name="AutoShape 62">
            <a:hlinkClick r:id="rId174" action="ppaction://hlinksldjump"/>
          </p:cNvPr>
          <p:cNvSpPr>
            <a:spLocks noChangeArrowheads="1"/>
          </p:cNvSpPr>
          <p:nvPr>
            <p:custDataLst>
              <p:tags r:id="rId175"/>
            </p:custDataLst>
          </p:nvPr>
        </p:nvSpPr>
        <p:spPr bwMode="auto">
          <a:xfrm rot="16200000">
            <a:off x="7452669" y="6236070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" name="线形标注 2 2"/>
          <p:cNvSpPr/>
          <p:nvPr>
            <p:custDataLst>
              <p:tags r:id="rId176"/>
            </p:custDataLst>
          </p:nvPr>
        </p:nvSpPr>
        <p:spPr bwMode="auto">
          <a:xfrm>
            <a:off x="7307545" y="2433538"/>
            <a:ext cx="1548000" cy="252000"/>
          </a:xfrm>
          <a:prstGeom prst="borderCallout2">
            <a:avLst>
              <a:gd name="adj1" fmla="val 48951"/>
              <a:gd name="adj2" fmla="val -221"/>
              <a:gd name="adj3" fmla="val 47790"/>
              <a:gd name="adj4" fmla="val -13698"/>
              <a:gd name="adj5" fmla="val -47711"/>
              <a:gd name="adj6" fmla="val -2342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p>
            <a:pPr algn="ctr">
              <a:lnSpc>
                <a:spcPct val="105000"/>
              </a:lnSpc>
            </a:pPr>
            <a:r>
              <a:rPr lang="zh-CN" sz="16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获得时撤销请求</a:t>
            </a:r>
            <a:endParaRPr 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" grpId="0" bldLvl="0" animBg="1"/>
      <p:bldP spid="251" grpId="0" bldLvl="0" animBg="1"/>
      <p:bldP spid="255" grpId="0" bldLvl="0" animBg="1"/>
      <p:bldP spid="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144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8200" y="324000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ctr">
              <a:lnSpc>
                <a:spcPct val="100000"/>
              </a:lnSpc>
            </a:pPr>
            <a:r>
              <a:rPr lang="en-US" altLang="zh-CN" sz="2800" b="1" dirty="0" smtClean="0"/>
              <a:t>§6.2  </a:t>
            </a:r>
            <a:r>
              <a:rPr lang="zh-CN" altLang="en-US" sz="2800" b="1" dirty="0" smtClean="0"/>
              <a:t>总线仲裁</a:t>
            </a:r>
            <a:endParaRPr lang="zh-CN" altLang="en-US" sz="2800" b="1" dirty="0"/>
          </a:p>
        </p:txBody>
      </p:sp>
      <p:sp>
        <p:nvSpPr>
          <p:cNvPr id="60" name="Text Box 52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828000"/>
            <a:ext cx="8856984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rgbClr val="C00000"/>
                </a:solidFill>
                <a:latin typeface="+mn-ea"/>
                <a:ea typeface="+mn-ea"/>
              </a:rPr>
              <a:t>※</a:t>
            </a:r>
            <a:r>
              <a:rPr lang="zh-CN" altLang="en-US" sz="2000" b="1" dirty="0" smtClean="0">
                <a:solidFill>
                  <a:srgbClr val="C00000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spc="-50" dirty="0" smtClean="0">
                <a:latin typeface="+mn-ea"/>
                <a:ea typeface="+mn-ea"/>
              </a:rPr>
              <a:t>3</a:t>
            </a:r>
            <a:r>
              <a:rPr lang="zh-CN" altLang="en-US" sz="2000" b="1" spc="-50" dirty="0" smtClean="0">
                <a:latin typeface="+mn-ea"/>
                <a:ea typeface="+mn-ea"/>
              </a:rPr>
              <a:t>种集中式的</a:t>
            </a:r>
            <a:r>
              <a:rPr lang="zh-CN" altLang="en-US" sz="2000" b="1" spc="-50" dirty="0" smtClean="0"/>
              <a:t>基本思想、仲裁线连接、仲裁时机</a:t>
            </a:r>
            <a:r>
              <a:rPr lang="zh-CN" altLang="en-US" sz="2000" b="1" spc="-50" dirty="0"/>
              <a:t>及</a:t>
            </a:r>
            <a:r>
              <a:rPr lang="zh-CN" altLang="en-US" sz="2000" b="1" spc="-50" dirty="0" smtClean="0"/>
              <a:t>方法</a:t>
            </a:r>
            <a:endParaRPr lang="zh-CN" altLang="en-US" sz="2000" b="1" spc="-50" dirty="0" smtClean="0">
              <a:latin typeface="+mn-ea"/>
              <a:ea typeface="+mn-ea"/>
            </a:endParaRPr>
          </a:p>
        </p:txBody>
      </p:sp>
      <p:sp>
        <p:nvSpPr>
          <p:cNvPr id="61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389" y="1296000"/>
            <a:ext cx="4392612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sz="2200" b="1" dirty="0">
                <a:solidFill>
                  <a:srgbClr val="FF3399"/>
                </a:solidFill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*仲裁时机回顾：</a:t>
            </a:r>
            <a:endParaRPr lang="en-US" altLang="zh-CN" sz="2200" b="1" dirty="0" smtClean="0"/>
          </a:p>
          <a:p>
            <a:r>
              <a:rPr lang="en-US" altLang="zh-CN" sz="2200" b="1" dirty="0" smtClean="0">
                <a:solidFill>
                  <a:srgbClr val="C00000"/>
                </a:solidFill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仲裁</a:t>
            </a:r>
            <a:r>
              <a:rPr lang="zh-CN" sz="2200" b="1" dirty="0" smtClean="0">
                <a:solidFill>
                  <a:srgbClr val="C00000"/>
                </a:solidFill>
              </a:rPr>
              <a:t>方式：</a:t>
            </a:r>
            <a:endParaRPr lang="en-US" altLang="zh-CN" sz="2200" b="1" dirty="0" smtClean="0">
              <a:solidFill>
                <a:srgbClr val="C00000"/>
              </a:solidFill>
            </a:endParaRP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1834515" y="1296000"/>
            <a:ext cx="696214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sz="2200" b="1" dirty="0">
                <a:solidFill>
                  <a:schemeClr val="tx1"/>
                </a:solidFill>
              </a:rPr>
              <a:t>    </a:t>
            </a:r>
            <a:r>
              <a:rPr lang="zh-CN" sz="2200" b="1" dirty="0">
                <a:solidFill>
                  <a:schemeClr val="tx1"/>
                </a:solidFill>
              </a:rPr>
              <a:t>总线空闲、有请求时</a:t>
            </a:r>
            <a:endParaRPr lang="en-US" altLang="zh-CN" sz="2200" b="1" dirty="0" smtClean="0">
              <a:solidFill>
                <a:schemeClr val="tx1"/>
              </a:solidFill>
            </a:endParaRPr>
          </a:p>
          <a:p>
            <a:r>
              <a:rPr lang="zh-CN" sz="2200" b="1" dirty="0" smtClean="0">
                <a:solidFill>
                  <a:schemeClr val="tx1"/>
                </a:solidFill>
              </a:rPr>
              <a:t>集中式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有统一的仲裁器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)</a:t>
            </a:r>
            <a:r>
              <a:rPr lang="zh-CN" sz="2200" b="1" dirty="0" smtClean="0">
                <a:solidFill>
                  <a:schemeClr val="tx1"/>
                </a:solidFill>
              </a:rPr>
              <a:t>，分布式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</a:rPr>
              <a:t>无</a:t>
            </a: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统一的仲裁器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)</a:t>
            </a:r>
            <a:endParaRPr lang="en-US" altLang="zh-CN" sz="1800" b="1" dirty="0" smtClean="0">
              <a:solidFill>
                <a:schemeClr val="tx1"/>
              </a:solidFill>
            </a:endParaRPr>
          </a:p>
        </p:txBody>
      </p:sp>
      <p:sp>
        <p:nvSpPr>
          <p:cNvPr id="4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389" y="2160000"/>
            <a:ext cx="4392612" cy="43694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sz="2200" b="1" dirty="0" smtClean="0">
                <a:solidFill>
                  <a:srgbClr val="FF3399"/>
                </a:solidFill>
              </a:rPr>
              <a:t>1</a:t>
            </a:r>
            <a:r>
              <a:rPr lang="zh-CN" altLang="en-US" sz="2200" b="1" dirty="0" smtClean="0">
                <a:solidFill>
                  <a:srgbClr val="FF3399"/>
                </a:solidFill>
              </a:rPr>
              <a:t>、链式</a:t>
            </a:r>
            <a:r>
              <a:rPr lang="zh-CN" altLang="en-US" sz="2200" b="1" dirty="0">
                <a:solidFill>
                  <a:srgbClr val="FF3399"/>
                </a:solidFill>
              </a:rPr>
              <a:t>查询</a:t>
            </a:r>
            <a:r>
              <a:rPr lang="zh-CN" altLang="en-US" sz="2200" b="1" dirty="0" smtClean="0">
                <a:solidFill>
                  <a:srgbClr val="FF3399"/>
                </a:solidFill>
              </a:rPr>
              <a:t>方式</a:t>
            </a:r>
            <a:r>
              <a:rPr lang="en-US" altLang="zh-CN" sz="2200" b="1" dirty="0" smtClean="0">
                <a:solidFill>
                  <a:srgbClr val="FF3399"/>
                </a:solidFill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</a:rPr>
              <a:t>集中式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)</a:t>
            </a:r>
            <a:endParaRPr lang="en-US" altLang="zh-CN" sz="2200" b="1" dirty="0" smtClean="0">
              <a:solidFill>
                <a:srgbClr val="FF3399"/>
              </a:solidFill>
            </a:endParaRPr>
          </a:p>
          <a:p>
            <a:r>
              <a:rPr lang="en-US" altLang="zh-CN" sz="2200" b="1" dirty="0">
                <a:solidFill>
                  <a:srgbClr val="FF3399"/>
                </a:solidFill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*基本思想：</a:t>
            </a:r>
            <a:endParaRPr lang="en-US" altLang="zh-CN" sz="2200" b="1" dirty="0" smtClean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仲裁线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连接</a:t>
            </a:r>
            <a:r>
              <a:rPr lang="zh-CN" altLang="en-US" sz="2200" b="1" dirty="0">
                <a:solidFill>
                  <a:srgbClr val="C00000"/>
                </a:solidFill>
              </a:rPr>
              <a:t>：</a:t>
            </a:r>
            <a:endParaRPr lang="en-US" altLang="zh-CN" sz="2200" b="1" dirty="0" smtClean="0"/>
          </a:p>
          <a:p>
            <a:endParaRPr lang="en-US" altLang="zh-CN" sz="2200" b="1" dirty="0">
              <a:solidFill>
                <a:schemeClr val="accent2"/>
              </a:solidFill>
            </a:endParaRPr>
          </a:p>
          <a:p>
            <a:endParaRPr lang="en-US" altLang="zh-CN" sz="2200" b="1" dirty="0" smtClean="0">
              <a:solidFill>
                <a:schemeClr val="accent2"/>
              </a:solidFill>
            </a:endParaRPr>
          </a:p>
          <a:p>
            <a:r>
              <a:rPr lang="en-US" altLang="zh-CN" sz="2200" b="1" dirty="0" smtClean="0">
                <a:solidFill>
                  <a:srgbClr val="C00000"/>
                </a:solidFill>
              </a:rPr>
              <a:t> *</a:t>
            </a:r>
            <a:r>
              <a:rPr lang="zh-CN" sz="2200" b="1" dirty="0" smtClean="0">
                <a:solidFill>
                  <a:srgbClr val="C00000"/>
                </a:solidFill>
              </a:rPr>
              <a:t>仲裁实现：</a:t>
            </a:r>
            <a:endParaRPr lang="zh-CN" sz="2200" b="1" dirty="0" smtClean="0">
              <a:solidFill>
                <a:srgbClr val="C00000"/>
              </a:solidFill>
            </a:endParaRPr>
          </a:p>
          <a:p>
            <a:endParaRPr lang="zh-CN" sz="18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特点：</a:t>
            </a:r>
            <a:endParaRPr lang="zh-CN" altLang="en-US" sz="2200" b="1" dirty="0" smtClean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7019980" y="4293550"/>
            <a:ext cx="1512000" cy="648000"/>
          </a:xfrm>
          <a:prstGeom prst="rect">
            <a:avLst/>
          </a:prstGeom>
          <a:ln w="12700">
            <a:solidFill>
              <a:srgbClr val="C00000"/>
            </a:solidFill>
            <a:prstDash val="sysDash"/>
          </a:ln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en-US" altLang="zh-CN" sz="1600" b="1" dirty="0" smtClean="0"/>
              <a:t>BR—</a:t>
            </a:r>
            <a:r>
              <a:rPr lang="en-US" altLang="zh-CN" sz="1600" dirty="0" smtClean="0">
                <a:latin typeface="+mn-lt"/>
              </a:rPr>
              <a:t>Bus Request</a:t>
            </a:r>
            <a:endParaRPr lang="en-US" altLang="zh-CN" sz="1600" b="1" dirty="0" smtClean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altLang="zh-CN" sz="1600" b="1" dirty="0" smtClean="0"/>
              <a:t>BG—</a:t>
            </a:r>
            <a:r>
              <a:rPr lang="en-US" altLang="zh-CN" sz="1600" dirty="0" smtClean="0">
                <a:latin typeface="+mn-lt"/>
              </a:rPr>
              <a:t>Bus Grant</a:t>
            </a:r>
            <a:endParaRPr lang="en-US" altLang="zh-CN" sz="1600" b="1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altLang="zh-CN" sz="1600" b="1" dirty="0" smtClean="0"/>
              <a:t>BS—</a:t>
            </a:r>
            <a:r>
              <a:rPr lang="en-US" altLang="zh-CN" sz="1600" dirty="0" smtClean="0">
                <a:latin typeface="+mn-lt"/>
              </a:rPr>
              <a:t>Busy </a:t>
            </a:r>
            <a:r>
              <a:rPr lang="en-US" altLang="zh-CN" sz="1600" dirty="0">
                <a:latin typeface="+mn-lt"/>
              </a:rPr>
              <a:t>State</a:t>
            </a:r>
            <a:endParaRPr lang="zh-CN" altLang="en-US" sz="1600" dirty="0">
              <a:latin typeface="+mn-lt"/>
            </a:endParaRPr>
          </a:p>
        </p:txBody>
      </p:sp>
      <p:sp>
        <p:nvSpPr>
          <p:cNvPr id="114894" name="Text Box 20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73885" y="2592000"/>
            <a:ext cx="6928485" cy="7912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148205" indent="-2148205">
              <a:lnSpc>
                <a:spcPct val="125000"/>
              </a:lnSpc>
            </a:pP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自动轮询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各主设备，主设备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被询问时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获得使用权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0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1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类比：话筒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交给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第一排，</a:t>
            </a:r>
            <a:r>
              <a:rPr lang="zh-CN" altLang="en-US" sz="18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未举手时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自动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向后传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…</a:t>
            </a:r>
            <a:endParaRPr lang="en-US" altLang="zh-CN" sz="1800" b="1" u="none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220000" y="5760000"/>
            <a:ext cx="3708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BSi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BGi</a:t>
            </a:r>
            <a:r>
              <a:rPr lang="en-US" altLang="zh-CN" sz="1800" b="1" baseline="-18000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18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BRi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BGi</a:t>
            </a:r>
            <a:r>
              <a:rPr lang="en-US" altLang="zh-CN" sz="1800" b="1" baseline="-18000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BGi</a:t>
            </a:r>
            <a:r>
              <a:rPr lang="en-US" altLang="zh-CN" sz="1800" b="1" baseline="-18000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1800" b="1" spc="-5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8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BRi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800" b="1" baseline="-1800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50" name="Text Box 7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981225" y="5364000"/>
            <a:ext cx="3168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sz="1800" b="1" dirty="0" smtClean="0">
                <a:cs typeface="宋体" panose="02010600030101010101" pitchFamily="2" charset="-122"/>
                <a:sym typeface="+mn-ea"/>
              </a:rPr>
              <a:t>仲裁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何时开始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结束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zh-CN" sz="18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ext Box 77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220000" y="5363845"/>
            <a:ext cx="3492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0800" rIns="36195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en-US" altLang="zh-CN" sz="1800" b="1" spc="-50" dirty="0" smtClean="0">
                <a:cs typeface="宋体" panose="02010600030101010101" pitchFamily="2" charset="-122"/>
                <a:sym typeface="+mn-ea"/>
              </a:rPr>
              <a:t>BS</a:t>
            </a:r>
            <a:r>
              <a:rPr lang="en-US" altLang="zh-CN" sz="1800" b="1" dirty="0" smtClean="0">
                <a:cs typeface="宋体" panose="02010600030101010101" pitchFamily="2" charset="-122"/>
                <a:sym typeface="+mn-ea"/>
              </a:rPr>
              <a:t>=0</a:t>
            </a:r>
            <a:r>
              <a:rPr lang="zh-CN" altLang="en-US" sz="1800" b="1" dirty="0" smtClean="0">
                <a:cs typeface="宋体" panose="02010600030101010101" pitchFamily="2" charset="-122"/>
                <a:sym typeface="+mn-ea"/>
              </a:rPr>
              <a:t>开始</a:t>
            </a:r>
            <a:r>
              <a:rPr lang="en-US" altLang="zh-CN" sz="1800" b="1" dirty="0" smtClean="0">
                <a:cs typeface="宋体" panose="02010600030101010101" pitchFamily="2" charset="-122"/>
                <a:sym typeface="+mn-ea"/>
              </a:rPr>
              <a:t>/</a:t>
            </a:r>
            <a:r>
              <a:rPr lang="en-US" altLang="zh-CN" sz="1800" b="1" dirty="0" smtClean="0">
                <a:cs typeface="宋体" panose="02010600030101010101" pitchFamily="2" charset="-122"/>
                <a:sym typeface="+mn-ea"/>
              </a:rPr>
              <a:t>=1</a:t>
            </a:r>
            <a:r>
              <a:rPr lang="zh-CN" altLang="en-US" sz="1800" b="1" dirty="0" smtClean="0">
                <a:cs typeface="宋体" panose="02010600030101010101" pitchFamily="2" charset="-122"/>
                <a:sym typeface="+mn-ea"/>
              </a:rPr>
              <a:t>结束，即</a:t>
            </a:r>
            <a:r>
              <a:rPr lang="en-US" altLang="zh-CN" sz="1800" b="1" dirty="0" smtClean="0">
                <a:cs typeface="宋体" panose="02010600030101010101" pitchFamily="2" charset="-122"/>
                <a:sym typeface="+mn-ea"/>
              </a:rPr>
              <a:t>BG</a:t>
            </a:r>
            <a:r>
              <a:rPr lang="zh-CN" altLang="en-US" sz="1800" b="1" dirty="0" smtClean="0"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spc="-5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800" b="1" spc="-5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BS</a:t>
            </a: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1800" b="1" spc="-5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BR</a:t>
            </a:r>
            <a:endParaRPr lang="en-US" altLang="zh-CN" sz="1800" b="1" u="none" spc="-5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" name="Text Box 77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901065" y="3384000"/>
            <a:ext cx="7632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谁判断使用权归属？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仲裁器需几根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BR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BG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线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r>
              <a:rPr lang="zh-CN" sz="1800" b="1" dirty="0" smtClean="0">
                <a:cs typeface="宋体" panose="02010600030101010101" pitchFamily="2" charset="-122"/>
                <a:sym typeface="+mn-ea"/>
              </a:rPr>
              <a:t>自动轮询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如何实现？</a:t>
            </a:r>
            <a:endParaRPr lang="zh-CN" sz="18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Text Box 77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546135" y="5760000"/>
            <a:ext cx="360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思考③：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主设备的获得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传递逻辑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zh-CN" sz="18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70" name="Text Box 77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989435" y="6120000"/>
            <a:ext cx="234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引子：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如何避免断链？</a:t>
            </a:r>
            <a:endParaRPr lang="zh-CN" sz="18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79" name="组合 178"/>
          <p:cNvGrpSpPr/>
          <p:nvPr/>
        </p:nvGrpSpPr>
        <p:grpSpPr>
          <a:xfrm>
            <a:off x="2299335" y="4169410"/>
            <a:ext cx="4248150" cy="1043940"/>
            <a:chOff x="1474" y="3741"/>
            <a:chExt cx="6690" cy="1644"/>
          </a:xfrm>
        </p:grpSpPr>
        <p:sp>
          <p:nvSpPr>
            <p:cNvPr id="24" name="Text Box 5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484" y="3854"/>
              <a:ext cx="68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err="1" smtClean="0">
                  <a:latin typeface="宋体" panose="02010600030101010101" pitchFamily="2" charset="-122"/>
                </a:rPr>
                <a:t>CBus</a:t>
              </a:r>
              <a:endParaRPr lang="en-US" altLang="zh-CN" sz="14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25" name="直接连接符 24"/>
            <p:cNvCxnSpPr/>
            <p:nvPr>
              <p:custDataLst>
                <p:tags r:id="rId14"/>
              </p:custDataLst>
            </p:nvPr>
          </p:nvCxnSpPr>
          <p:spPr bwMode="auto">
            <a:xfrm>
              <a:off x="2608" y="3741"/>
              <a:ext cx="4876" cy="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2608" y="3854"/>
              <a:ext cx="4876" cy="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16"/>
              </p:custDataLst>
            </p:nvPr>
          </p:nvCxnSpPr>
          <p:spPr bwMode="auto">
            <a:xfrm>
              <a:off x="2608" y="3968"/>
              <a:ext cx="4876" cy="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17"/>
              </p:custDataLst>
            </p:nvPr>
          </p:nvCxnSpPr>
          <p:spPr bwMode="auto">
            <a:xfrm flipH="1" flipV="1">
              <a:off x="2608" y="4081"/>
              <a:ext cx="4876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箭头连接符 28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3403" y="3854"/>
              <a:ext cx="0" cy="62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" name="直接箭头连接符 29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3629" y="3968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" name="直接箭头连接符 30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3232" y="3741"/>
              <a:ext cx="0" cy="737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" name="直接箭头连接符 31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3742" y="4081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3" name="Text Box 52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560" y="4591"/>
              <a:ext cx="567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5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…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34" name="Text Box 1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719" y="4478"/>
              <a:ext cx="1247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Text Box 1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196" y="4478"/>
              <a:ext cx="1247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6" name="Text Box 1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237" y="4478"/>
              <a:ext cx="1247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n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36" name="直接箭头连接符 35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4877" y="3854"/>
              <a:ext cx="0" cy="62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5103" y="3968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8" name="直接箭头连接符 37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4706" y="3741"/>
              <a:ext cx="0" cy="737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5216" y="4081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6918" y="3854"/>
              <a:ext cx="0" cy="62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7144" y="3968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6747" y="3741"/>
              <a:ext cx="0" cy="737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7257" y="4081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2948" y="4251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直接箭头连接符 10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4422" y="425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直接箭头连接符 11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6463" y="425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8" name="Text Box 9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474" y="3741"/>
              <a:ext cx="454" cy="164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仲裁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77" name="组合 176"/>
          <p:cNvGrpSpPr/>
          <p:nvPr/>
        </p:nvGrpSpPr>
        <p:grpSpPr>
          <a:xfrm>
            <a:off x="2586990" y="4205605"/>
            <a:ext cx="3600450" cy="935990"/>
            <a:chOff x="1927" y="3798"/>
            <a:chExt cx="5670" cy="1474"/>
          </a:xfrm>
        </p:grpSpPr>
        <p:sp>
          <p:nvSpPr>
            <p:cNvPr id="45" name="Text Box 10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2041" y="4988"/>
              <a:ext cx="453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BG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6" name="直接连接符 45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1927" y="4251"/>
              <a:ext cx="68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7" name="直接连接符 46"/>
            <p:cNvCxnSpPr/>
            <p:nvPr>
              <p:custDataLst>
                <p:tags r:id="rId40"/>
              </p:custDataLst>
            </p:nvPr>
          </p:nvCxnSpPr>
          <p:spPr bwMode="auto">
            <a:xfrm flipH="1" flipV="1">
              <a:off x="1927" y="4081"/>
              <a:ext cx="680" cy="1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41"/>
              </p:custDataLst>
            </p:nvPr>
          </p:nvCxnSpPr>
          <p:spPr bwMode="auto">
            <a:xfrm>
              <a:off x="1927" y="5272"/>
              <a:ext cx="68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连接符 116"/>
            <p:cNvCxnSpPr/>
            <p:nvPr>
              <p:custDataLst>
                <p:tags r:id="rId42"/>
              </p:custDataLst>
            </p:nvPr>
          </p:nvCxnSpPr>
          <p:spPr bwMode="auto">
            <a:xfrm flipH="1">
              <a:off x="2606" y="4251"/>
              <a:ext cx="3969" cy="2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箭头连接符 51"/>
            <p:cNvCxnSpPr/>
            <p:nvPr>
              <p:custDataLst>
                <p:tags r:id="rId43"/>
              </p:custDataLst>
            </p:nvPr>
          </p:nvCxnSpPr>
          <p:spPr bwMode="auto">
            <a:xfrm>
              <a:off x="2607" y="5272"/>
              <a:ext cx="45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5" name="Freeform 14"/>
            <p:cNvSpPr/>
            <p:nvPr>
              <p:custDataLst>
                <p:tags r:id="rId44"/>
              </p:custDataLst>
            </p:nvPr>
          </p:nvSpPr>
          <p:spPr bwMode="auto">
            <a:xfrm>
              <a:off x="3061" y="4875"/>
              <a:ext cx="567" cy="170"/>
            </a:xfrm>
            <a:custGeom>
              <a:avLst/>
              <a:gdLst/>
              <a:ahLst/>
              <a:cxnLst>
                <a:cxn ang="0">
                  <a:pos x="0" y="101"/>
                </a:cxn>
                <a:cxn ang="0">
                  <a:pos x="58" y="30"/>
                </a:cxn>
                <a:cxn ang="0">
                  <a:pos x="136" y="0"/>
                </a:cxn>
                <a:cxn ang="0">
                  <a:pos x="220" y="30"/>
                </a:cxn>
                <a:cxn ang="0">
                  <a:pos x="273" y="101"/>
                </a:cxn>
              </a:cxnLst>
              <a:rect l="0" t="0" r="r" b="b"/>
              <a:pathLst>
                <a:path w="273" h="101">
                  <a:moveTo>
                    <a:pt x="0" y="101"/>
                  </a:moveTo>
                  <a:cubicBezTo>
                    <a:pt x="10" y="89"/>
                    <a:pt x="35" y="47"/>
                    <a:pt x="58" y="30"/>
                  </a:cubicBezTo>
                  <a:cubicBezTo>
                    <a:pt x="81" y="13"/>
                    <a:pt x="109" y="0"/>
                    <a:pt x="136" y="0"/>
                  </a:cubicBezTo>
                  <a:cubicBezTo>
                    <a:pt x="163" y="0"/>
                    <a:pt x="197" y="13"/>
                    <a:pt x="220" y="30"/>
                  </a:cubicBezTo>
                  <a:cubicBezTo>
                    <a:pt x="243" y="47"/>
                    <a:pt x="262" y="86"/>
                    <a:pt x="273" y="101"/>
                  </a:cubicBezTo>
                </a:path>
              </a:pathLst>
            </a:custGeom>
            <a:noFill/>
            <a:ln w="12700" cap="flat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cxnSp>
          <p:nvCxnSpPr>
            <p:cNvPr id="58" name="直接箭头连接符 57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3061" y="5045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接箭头连接符 58"/>
            <p:cNvCxnSpPr/>
            <p:nvPr>
              <p:custDataLst>
                <p:tags r:id="rId46"/>
              </p:custDataLst>
            </p:nvPr>
          </p:nvCxnSpPr>
          <p:spPr bwMode="auto">
            <a:xfrm>
              <a:off x="3629" y="5045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" name="直接箭头连接符 12"/>
            <p:cNvCxnSpPr/>
            <p:nvPr>
              <p:custDataLst>
                <p:tags r:id="rId47"/>
              </p:custDataLst>
            </p:nvPr>
          </p:nvCxnSpPr>
          <p:spPr bwMode="auto">
            <a:xfrm>
              <a:off x="3628" y="5272"/>
              <a:ext cx="90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" name="Freeform 14"/>
            <p:cNvSpPr/>
            <p:nvPr>
              <p:custDataLst>
                <p:tags r:id="rId48"/>
              </p:custDataLst>
            </p:nvPr>
          </p:nvSpPr>
          <p:spPr bwMode="auto">
            <a:xfrm>
              <a:off x="4538" y="4875"/>
              <a:ext cx="567" cy="170"/>
            </a:xfrm>
            <a:custGeom>
              <a:avLst/>
              <a:gdLst/>
              <a:ahLst/>
              <a:cxnLst>
                <a:cxn ang="0">
                  <a:pos x="0" y="101"/>
                </a:cxn>
                <a:cxn ang="0">
                  <a:pos x="58" y="30"/>
                </a:cxn>
                <a:cxn ang="0">
                  <a:pos x="136" y="0"/>
                </a:cxn>
                <a:cxn ang="0">
                  <a:pos x="220" y="30"/>
                </a:cxn>
                <a:cxn ang="0">
                  <a:pos x="273" y="101"/>
                </a:cxn>
              </a:cxnLst>
              <a:rect l="0" t="0" r="r" b="b"/>
              <a:pathLst>
                <a:path w="273" h="101">
                  <a:moveTo>
                    <a:pt x="0" y="101"/>
                  </a:moveTo>
                  <a:cubicBezTo>
                    <a:pt x="10" y="89"/>
                    <a:pt x="35" y="47"/>
                    <a:pt x="58" y="30"/>
                  </a:cubicBezTo>
                  <a:cubicBezTo>
                    <a:pt x="81" y="13"/>
                    <a:pt x="109" y="0"/>
                    <a:pt x="136" y="0"/>
                  </a:cubicBezTo>
                  <a:cubicBezTo>
                    <a:pt x="163" y="0"/>
                    <a:pt x="197" y="13"/>
                    <a:pt x="220" y="30"/>
                  </a:cubicBezTo>
                  <a:cubicBezTo>
                    <a:pt x="243" y="47"/>
                    <a:pt x="262" y="86"/>
                    <a:pt x="273" y="101"/>
                  </a:cubicBezTo>
                </a:path>
              </a:pathLst>
            </a:custGeom>
            <a:noFill/>
            <a:ln w="12700" cap="flat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cxnSp>
          <p:nvCxnSpPr>
            <p:cNvPr id="62" name="直接箭头连接符 61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4538" y="5045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" name="直接箭头连接符 14"/>
            <p:cNvCxnSpPr/>
            <p:nvPr>
              <p:custDataLst>
                <p:tags r:id="rId50"/>
              </p:custDataLst>
            </p:nvPr>
          </p:nvCxnSpPr>
          <p:spPr bwMode="auto">
            <a:xfrm>
              <a:off x="5106" y="5045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4" name="Freeform 14"/>
            <p:cNvSpPr/>
            <p:nvPr>
              <p:custDataLst>
                <p:tags r:id="rId51"/>
              </p:custDataLst>
            </p:nvPr>
          </p:nvSpPr>
          <p:spPr bwMode="auto">
            <a:xfrm>
              <a:off x="6579" y="4875"/>
              <a:ext cx="567" cy="170"/>
            </a:xfrm>
            <a:custGeom>
              <a:avLst/>
              <a:gdLst/>
              <a:ahLst/>
              <a:cxnLst>
                <a:cxn ang="0">
                  <a:pos x="0" y="101"/>
                </a:cxn>
                <a:cxn ang="0">
                  <a:pos x="58" y="30"/>
                </a:cxn>
                <a:cxn ang="0">
                  <a:pos x="136" y="0"/>
                </a:cxn>
                <a:cxn ang="0">
                  <a:pos x="220" y="30"/>
                </a:cxn>
                <a:cxn ang="0">
                  <a:pos x="273" y="101"/>
                </a:cxn>
              </a:cxnLst>
              <a:rect l="0" t="0" r="r" b="b"/>
              <a:pathLst>
                <a:path w="273" h="101">
                  <a:moveTo>
                    <a:pt x="0" y="101"/>
                  </a:moveTo>
                  <a:cubicBezTo>
                    <a:pt x="10" y="89"/>
                    <a:pt x="35" y="47"/>
                    <a:pt x="58" y="30"/>
                  </a:cubicBezTo>
                  <a:cubicBezTo>
                    <a:pt x="81" y="13"/>
                    <a:pt x="109" y="0"/>
                    <a:pt x="136" y="0"/>
                  </a:cubicBezTo>
                  <a:cubicBezTo>
                    <a:pt x="163" y="0"/>
                    <a:pt x="197" y="13"/>
                    <a:pt x="220" y="30"/>
                  </a:cubicBezTo>
                  <a:cubicBezTo>
                    <a:pt x="243" y="47"/>
                    <a:pt x="262" y="86"/>
                    <a:pt x="273" y="101"/>
                  </a:cubicBezTo>
                </a:path>
              </a:pathLst>
            </a:custGeom>
            <a:noFill/>
            <a:ln w="12700" cap="flat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cxnSp>
          <p:nvCxnSpPr>
            <p:cNvPr id="65" name="直接箭头连接符 64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6579" y="5045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" name="直接箭头连接符 15"/>
            <p:cNvCxnSpPr/>
            <p:nvPr>
              <p:custDataLst>
                <p:tags r:id="rId53"/>
              </p:custDataLst>
            </p:nvPr>
          </p:nvCxnSpPr>
          <p:spPr bwMode="auto">
            <a:xfrm>
              <a:off x="7147" y="5045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" name="直接箭头连接符 16"/>
            <p:cNvCxnSpPr/>
            <p:nvPr>
              <p:custDataLst>
                <p:tags r:id="rId54"/>
              </p:custDataLst>
            </p:nvPr>
          </p:nvCxnSpPr>
          <p:spPr bwMode="auto">
            <a:xfrm>
              <a:off x="5106" y="5272"/>
              <a:ext cx="45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" name="直接箭头连接符 17"/>
            <p:cNvCxnSpPr/>
            <p:nvPr>
              <p:custDataLst>
                <p:tags r:id="rId55"/>
              </p:custDataLst>
            </p:nvPr>
          </p:nvCxnSpPr>
          <p:spPr bwMode="auto">
            <a:xfrm>
              <a:off x="6122" y="5272"/>
              <a:ext cx="45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" name="直接箭头连接符 18"/>
            <p:cNvCxnSpPr/>
            <p:nvPr>
              <p:custDataLst>
                <p:tags r:id="rId56"/>
              </p:custDataLst>
            </p:nvPr>
          </p:nvCxnSpPr>
          <p:spPr bwMode="auto">
            <a:xfrm>
              <a:off x="7143" y="5272"/>
              <a:ext cx="45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" name="Text Box 10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2041" y="3798"/>
              <a:ext cx="453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" name="Text Box 10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2041" y="4251"/>
              <a:ext cx="453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2" name="Text Box 77"/>
          <p:cNvSpPr txBox="1"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900000" y="3744000"/>
            <a:ext cx="1188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dirty="0" smtClean="0">
                <a:solidFill>
                  <a:schemeClr val="tx1"/>
                </a:solidFill>
                <a:sym typeface="+mn-ea"/>
              </a:rPr>
              <a:t>各主设备，</a:t>
            </a:r>
            <a:endParaRPr lang="en-US" altLang="zh-CN" sz="1800" b="1" u="none" spc="-50" baseline="-18000" dirty="0" err="1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7" name="Text Box 629"/>
          <p:cNvSpPr txBox="1"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1332230" y="6083935"/>
            <a:ext cx="4462780" cy="4464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05000"/>
              </a:lnSpc>
            </a:pPr>
            <a:r>
              <a:rPr lang="zh-CN" altLang="en-US" sz="2200" b="1" dirty="0"/>
              <a:t>静态</a:t>
            </a:r>
            <a:r>
              <a:rPr lang="zh-CN" altLang="en-US" sz="2200" b="1" dirty="0" smtClean="0"/>
              <a:t>优先级策略，</a:t>
            </a:r>
            <a:r>
              <a:rPr lang="zh-CN" altLang="en-US" sz="2200" b="1" dirty="0"/>
              <a:t>有断链现象</a:t>
            </a:r>
            <a:endParaRPr lang="en-US" altLang="zh-CN" sz="2200" b="1" dirty="0"/>
          </a:p>
        </p:txBody>
      </p:sp>
      <p:sp>
        <p:nvSpPr>
          <p:cNvPr id="23" name="Text Box 77"/>
          <p:cNvSpPr txBox="1"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6840000" y="3744000"/>
            <a:ext cx="2088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dirty="0" smtClean="0">
                <a:solidFill>
                  <a:schemeClr val="tx1"/>
                </a:solidFill>
                <a:sym typeface="+mn-ea"/>
              </a:rPr>
              <a:t>主设备有</a:t>
            </a:r>
            <a:r>
              <a:rPr lang="en-US" altLang="zh-CN" sz="1800" b="1" dirty="0" smtClean="0">
                <a:solidFill>
                  <a:schemeClr val="tx1"/>
                </a:solidFill>
                <a:sym typeface="+mn-ea"/>
              </a:rPr>
              <a:t>BG</a:t>
            </a:r>
            <a:r>
              <a:rPr lang="en-US" altLang="zh-CN" sz="1800" b="1" baseline="-18000" dirty="0" smtClean="0">
                <a:solidFill>
                  <a:schemeClr val="tx1"/>
                </a:solidFill>
                <a:sym typeface="+mn-ea"/>
              </a:rPr>
              <a:t>IN</a:t>
            </a:r>
            <a:r>
              <a:rPr lang="zh-CN" altLang="en-US" sz="1800" b="1" dirty="0" smtClean="0">
                <a:solidFill>
                  <a:schemeClr val="tx1"/>
                </a:solidFill>
                <a:sym typeface="+mn-ea"/>
              </a:rPr>
              <a:t>及</a:t>
            </a:r>
            <a:r>
              <a:rPr lang="en-US" altLang="zh-CN" sz="1800" b="1" dirty="0" err="1" smtClean="0">
                <a:solidFill>
                  <a:schemeClr val="tx1"/>
                </a:solidFill>
                <a:sym typeface="+mn-ea"/>
              </a:rPr>
              <a:t>BG</a:t>
            </a:r>
            <a:r>
              <a:rPr lang="en-US" altLang="zh-CN" sz="1800" b="1" baseline="-18000" dirty="0" err="1" smtClean="0">
                <a:solidFill>
                  <a:schemeClr val="tx1"/>
                </a:solidFill>
                <a:sym typeface="+mn-ea"/>
              </a:rPr>
              <a:t>OUT</a:t>
            </a:r>
            <a:endParaRPr lang="en-US" altLang="zh-CN" sz="1800" b="1" u="none" spc="-50" baseline="-18000" dirty="0" err="1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4" name="Text Box 77"/>
          <p:cNvSpPr txBox="1"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2051890" y="3744000"/>
            <a:ext cx="4860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en-US" altLang="zh-CN" sz="1800" b="1" dirty="0" smtClean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1800" b="1" dirty="0" smtClean="0">
                <a:solidFill>
                  <a:schemeClr val="tx1"/>
                </a:solidFill>
                <a:sym typeface="+mn-ea"/>
              </a:rPr>
              <a:t>根</a:t>
            </a:r>
            <a:r>
              <a:rPr lang="en-US" altLang="zh-CN" sz="1800" b="1" dirty="0" smtClean="0">
                <a:solidFill>
                  <a:schemeClr val="tx1"/>
                </a:solidFill>
                <a:sym typeface="+mn-ea"/>
              </a:rPr>
              <a:t>BR(</a:t>
            </a:r>
            <a:r>
              <a:rPr lang="zh-CN" altLang="en-US" sz="1800" b="1" dirty="0" smtClean="0">
                <a:solidFill>
                  <a:schemeClr val="tx1"/>
                </a:solidFill>
                <a:sym typeface="+mn-ea"/>
              </a:rPr>
              <a:t>无需区分</a:t>
            </a:r>
            <a:r>
              <a:rPr lang="zh-CN" altLang="en-US" sz="1800" b="1" dirty="0" smtClean="0">
                <a:sym typeface="+mn-ea"/>
              </a:rPr>
              <a:t>是</a:t>
            </a:r>
            <a:r>
              <a:rPr lang="zh-CN" altLang="en-US" sz="1800" b="1" dirty="0" smtClean="0">
                <a:solidFill>
                  <a:schemeClr val="tx1"/>
                </a:solidFill>
                <a:sym typeface="+mn-ea"/>
              </a:rPr>
              <a:t>谁</a:t>
            </a:r>
            <a:r>
              <a:rPr lang="en-US" altLang="zh-CN" sz="1800" b="1" dirty="0" smtClean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1800" b="1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sz="1800" b="1" dirty="0" smtClean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1800" b="1" dirty="0" smtClean="0">
                <a:solidFill>
                  <a:schemeClr val="tx1"/>
                </a:solidFill>
                <a:sym typeface="+mn-ea"/>
              </a:rPr>
              <a:t>根</a:t>
            </a:r>
            <a:r>
              <a:rPr lang="en-US" altLang="zh-CN" sz="1800" b="1" dirty="0" smtClean="0">
                <a:solidFill>
                  <a:schemeClr val="tx1"/>
                </a:solidFill>
                <a:sym typeface="+mn-ea"/>
              </a:rPr>
              <a:t>BG(</a:t>
            </a:r>
            <a:r>
              <a:rPr lang="zh-CN" altLang="en-US" sz="1800" b="1" dirty="0" smtClean="0">
                <a:solidFill>
                  <a:schemeClr val="tx1"/>
                </a:solidFill>
                <a:sym typeface="+mn-ea"/>
              </a:rPr>
              <a:t>无需区分给谁</a:t>
            </a:r>
            <a:r>
              <a:rPr lang="en-US" altLang="zh-CN" sz="1800" b="1" dirty="0" smtClean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1800" b="1" dirty="0" smtClean="0">
                <a:solidFill>
                  <a:schemeClr val="tx1"/>
                </a:solidFill>
                <a:sym typeface="+mn-ea"/>
              </a:rPr>
              <a:t>，</a:t>
            </a:r>
            <a:endParaRPr lang="en-US" altLang="zh-CN" sz="1800" b="1" u="none" spc="-50" baseline="-18000" dirty="0" err="1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3" name="AutoShape 33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4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4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ldLvl="0" animBg="1"/>
      <p:bldP spid="4" grpId="0" bldLvl="0" animBg="1"/>
      <p:bldP spid="5" grpId="0" bldLvl="0" animBg="1"/>
      <p:bldP spid="250" grpId="0" bldLvl="0" animBg="1"/>
      <p:bldP spid="7" grpId="0" bldLvl="0" animBg="1"/>
      <p:bldP spid="8" grpId="0" bldLvl="0" animBg="1"/>
      <p:bldP spid="9" grpId="0" bldLvl="0" animBg="1"/>
      <p:bldP spid="170" grpId="0" bldLvl="0" animBg="1"/>
      <p:bldP spid="22" grpId="0" bldLvl="0" animBg="1"/>
      <p:bldP spid="127" grpId="0" bldLvl="0" animBg="1"/>
      <p:bldP spid="23" grpId="0" bldLvl="0" animBg="1"/>
      <p:bldP spid="4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330" name="Text Box 46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00"/>
            <a:ext cx="4237355" cy="35998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sz="2200" b="1" dirty="0" smtClean="0">
                <a:solidFill>
                  <a:srgbClr val="FF3399"/>
                </a:solidFill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</a:rPr>
              <a:t>、计数器</a:t>
            </a:r>
            <a:r>
              <a:rPr lang="zh-CN" altLang="en-US" sz="2200" b="1" dirty="0">
                <a:solidFill>
                  <a:srgbClr val="FF3399"/>
                </a:solidFill>
              </a:rPr>
              <a:t>定时查询</a:t>
            </a:r>
            <a:r>
              <a:rPr lang="zh-CN" altLang="en-US" sz="2200" b="1" dirty="0" smtClean="0">
                <a:solidFill>
                  <a:srgbClr val="FF3399"/>
                </a:solidFill>
              </a:rPr>
              <a:t>方式 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</a:rPr>
              <a:t>集中式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)</a:t>
            </a:r>
            <a:endParaRPr lang="en-US" altLang="zh-CN" sz="2200" b="1" dirty="0" smtClean="0"/>
          </a:p>
          <a:p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*基本思想：</a:t>
            </a:r>
            <a:endParaRPr lang="zh-CN" altLang="en-US" sz="2200" b="1" u="sng" dirty="0" smtClean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</a:pPr>
            <a:endParaRPr lang="zh-CN" altLang="en-US" sz="1800" b="1" u="sng" dirty="0" smtClean="0">
              <a:solidFill>
                <a:srgbClr val="C00000"/>
              </a:solidFill>
            </a:endParaRPr>
          </a:p>
          <a:p>
            <a:r>
              <a:rPr lang="en-US" altLang="zh-CN" sz="2200" dirty="0" smtClean="0">
                <a:solidFill>
                  <a:srgbClr val="C00000"/>
                </a:solidFill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仲裁线</a:t>
            </a:r>
            <a:r>
              <a:rPr lang="zh-CN" altLang="en-US" sz="2200" b="1" dirty="0">
                <a:solidFill>
                  <a:srgbClr val="C00000"/>
                </a:solidFill>
              </a:rPr>
              <a:t>连接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：</a:t>
            </a:r>
            <a:endParaRPr lang="zh-CN" altLang="en-US" sz="2200" b="1" dirty="0" smtClean="0">
              <a:solidFill>
                <a:srgbClr val="C00000"/>
              </a:solidFill>
            </a:endParaRPr>
          </a:p>
          <a:p>
            <a:endParaRPr lang="zh-CN" altLang="en-US" sz="2000" b="1" dirty="0"/>
          </a:p>
          <a:p>
            <a:r>
              <a:rPr lang="en-US" altLang="zh-CN" sz="2200" b="1" dirty="0" smtClean="0">
                <a:solidFill>
                  <a:srgbClr val="C00000"/>
                </a:solidFill>
                <a:sym typeface="+mn-ea"/>
              </a:rPr>
              <a:t> *</a:t>
            </a:r>
            <a:r>
              <a:rPr lang="zh-CN" sz="2200" b="1" dirty="0" smtClean="0">
                <a:solidFill>
                  <a:srgbClr val="C00000"/>
                </a:solidFill>
                <a:sym typeface="+mn-ea"/>
              </a:rPr>
              <a:t>仲裁实现：</a:t>
            </a:r>
            <a:endParaRPr lang="zh-CN" sz="2200" b="1" dirty="0" smtClean="0">
              <a:solidFill>
                <a:srgbClr val="C00000"/>
              </a:solidFill>
            </a:endParaRPr>
          </a:p>
          <a:p>
            <a:endParaRPr lang="zh-CN" sz="2000" b="1" dirty="0" smtClean="0">
              <a:solidFill>
                <a:srgbClr val="C00000"/>
              </a:solidFill>
            </a:endParaRPr>
          </a:p>
          <a:p>
            <a:endParaRPr lang="zh-CN" sz="1800" b="1" dirty="0" smtClean="0">
              <a:solidFill>
                <a:srgbClr val="C00000"/>
              </a:solidFill>
            </a:endParaRPr>
          </a:p>
          <a:p>
            <a:r>
              <a:rPr lang="en-US" altLang="zh-CN" sz="2200" b="1" dirty="0" smtClean="0">
                <a:solidFill>
                  <a:srgbClr val="C00000"/>
                </a:solidFill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sym typeface="+mn-ea"/>
              </a:rPr>
              <a:t>特点：</a:t>
            </a:r>
            <a:endParaRPr lang="zh-CN" altLang="en-US" sz="2200" b="1" dirty="0"/>
          </a:p>
        </p:txBody>
      </p:sp>
      <p:sp>
        <p:nvSpPr>
          <p:cNvPr id="110" name="Text Box 20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71980" y="765810"/>
            <a:ext cx="6755130" cy="7912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148205" indent="-2148205">
              <a:lnSpc>
                <a:spcPct val="125000"/>
              </a:lnSpc>
            </a:pP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定时轮询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各主设备，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被询问时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获得使用权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00000"/>
              </a:lnSpc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类比：不断地报学号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1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设备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ID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＝设备号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69" name="组合 168"/>
          <p:cNvGrpSpPr/>
          <p:nvPr/>
        </p:nvGrpSpPr>
        <p:grpSpPr>
          <a:xfrm>
            <a:off x="2299355" y="1584000"/>
            <a:ext cx="4104015" cy="684000"/>
            <a:chOff x="3685" y="6633"/>
            <a:chExt cx="6463" cy="1077"/>
          </a:xfrm>
        </p:grpSpPr>
        <p:cxnSp>
          <p:nvCxnSpPr>
            <p:cNvPr id="123" name="直接连接符 122"/>
            <p:cNvCxnSpPr/>
            <p:nvPr>
              <p:custDataLst>
                <p:tags r:id="rId3"/>
              </p:custDataLst>
            </p:nvPr>
          </p:nvCxnSpPr>
          <p:spPr bwMode="auto">
            <a:xfrm flipH="1" flipV="1">
              <a:off x="5272" y="7654"/>
              <a:ext cx="4365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箭头连接符 126"/>
            <p:cNvCxnSpPr/>
            <p:nvPr>
              <p:custDataLst>
                <p:tags r:id="rId4"/>
              </p:custDataLst>
            </p:nvPr>
          </p:nvCxnSpPr>
          <p:spPr bwMode="auto">
            <a:xfrm flipV="1">
              <a:off x="6406" y="6690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32" name="Text Box 5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224" y="7030"/>
              <a:ext cx="567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5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…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135" name="Text Box 1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383" y="7030"/>
              <a:ext cx="1247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6" name="Text Box 1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60" y="7030"/>
              <a:ext cx="1247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7" name="Text Box 1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901" y="7030"/>
              <a:ext cx="1247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主设备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n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41" name="直接箭头连接符 140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7880" y="6690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5" name="直接箭头连接符 144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9921" y="6690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5612" y="680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7086" y="6805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9" name="直接箭头连接符 148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9127" y="6805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0" name="直接箭头连接符 149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5925" y="742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7399" y="742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9440" y="742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153" name="Text Box 9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685" y="6633"/>
              <a:ext cx="454" cy="107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仲裁器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4" name="Text Box 10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195" y="7313"/>
              <a:ext cx="107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7780" rIns="18000" bIns="0" anchor="ctr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设备号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5" name="直接连接符 154"/>
            <p:cNvCxnSpPr/>
            <p:nvPr>
              <p:custDataLst>
                <p:tags r:id="rId19"/>
              </p:custDataLst>
            </p:nvPr>
          </p:nvCxnSpPr>
          <p:spPr bwMode="auto">
            <a:xfrm flipH="1">
              <a:off x="4139" y="6824"/>
              <a:ext cx="1134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6" name="直接箭头连接符 155"/>
            <p:cNvCxnSpPr/>
            <p:nvPr>
              <p:custDataLst>
                <p:tags r:id="rId20"/>
              </p:custDataLst>
            </p:nvPr>
          </p:nvCxnSpPr>
          <p:spPr bwMode="auto">
            <a:xfrm>
              <a:off x="4139" y="7654"/>
              <a:ext cx="119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5272" y="6824"/>
              <a:ext cx="3969" cy="2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8" name="Text Box 10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479" y="6860"/>
              <a:ext cx="453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0" name="直接连接符 159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5272" y="6690"/>
              <a:ext cx="4876" cy="2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4139" y="6690"/>
              <a:ext cx="113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72" name="Text Box 77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1908085" y="2736000"/>
            <a:ext cx="360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思考④：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如何表示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开始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结束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仲裁？</a:t>
            </a:r>
            <a:endParaRPr lang="zh-CN" sz="18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73" name="Text Box 77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1908085" y="3132000"/>
            <a:ext cx="327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思考⑤：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定时发设备号的原因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zh-CN" sz="18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Text Box 206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1872000" y="2268000"/>
            <a:ext cx="675513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148205" indent="-2148205">
              <a:lnSpc>
                <a:spcPct val="125000"/>
              </a:lnSpc>
            </a:pPr>
            <a:r>
              <a:rPr 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开始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结束时机同链式查询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800" b="1" spc="-5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800" b="1" spc="-50" dirty="0" smtClean="0">
                <a:cs typeface="宋体" panose="02010600030101010101" pitchFamily="2" charset="-122"/>
                <a:sym typeface="+mn-ea"/>
              </a:rPr>
              <a:t>BS</a:t>
            </a:r>
            <a:r>
              <a:rPr lang="zh-CN" altLang="en-US" sz="1800" b="1" spc="-50" dirty="0"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1800" b="1" spc="-50" dirty="0" smtClean="0">
                <a:cs typeface="宋体" panose="02010600030101010101" pitchFamily="2" charset="-122"/>
                <a:sym typeface="+mn-ea"/>
              </a:rPr>
              <a:t>BR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ext Box 77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611795" y="2736000"/>
            <a:ext cx="2520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0800" rIns="36195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dirty="0" smtClean="0">
                <a:cs typeface="宋体" panose="02010600030101010101" pitchFamily="2" charset="-122"/>
                <a:sym typeface="+mn-ea"/>
              </a:rPr>
              <a:t>设备号＝</a:t>
            </a:r>
            <a:r>
              <a:rPr lang="zh-CN" altLang="en-US" sz="1800" b="1" dirty="0" smtClean="0">
                <a:sym typeface="+mn-ea"/>
              </a:rPr>
              <a:t>有效值</a:t>
            </a:r>
            <a:r>
              <a:rPr lang="en-US" altLang="zh-CN" sz="1800" b="1" dirty="0" smtClean="0">
                <a:sym typeface="+mn-ea"/>
              </a:rPr>
              <a:t>/</a:t>
            </a:r>
            <a:r>
              <a:rPr lang="zh-CN" altLang="en-US" sz="1800" b="1" dirty="0" smtClean="0">
                <a:sym typeface="+mn-ea"/>
              </a:rPr>
              <a:t>无效值</a:t>
            </a:r>
            <a:endParaRPr lang="en-US" altLang="zh-CN" sz="1800" b="1" u="none" spc="-5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Text Box 77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255895" y="3131820"/>
            <a:ext cx="3816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0800" rIns="36195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dirty="0" smtClean="0">
                <a:cs typeface="宋体" panose="02010600030101010101" pitchFamily="2" charset="-122"/>
                <a:sym typeface="+mn-ea"/>
              </a:rPr>
              <a:t>设备</a:t>
            </a:r>
            <a:r>
              <a:rPr lang="zh-CN" altLang="en-US" sz="1800" b="1" dirty="0" smtClean="0">
                <a:solidFill>
                  <a:schemeClr val="tx1"/>
                </a:solidFill>
                <a:sym typeface="+mn-ea"/>
              </a:rPr>
              <a:t>无请求时</a:t>
            </a:r>
            <a:r>
              <a:rPr lang="en-US" altLang="zh-CN" sz="1800" b="1" dirty="0" smtClean="0">
                <a:solidFill>
                  <a:schemeClr val="tx1"/>
                </a:solidFill>
                <a:sym typeface="+mn-ea"/>
              </a:rPr>
              <a:t>BS</a:t>
            </a:r>
            <a:r>
              <a:rPr lang="zh-CN" altLang="en-US" sz="1800" b="1" dirty="0" smtClean="0">
                <a:solidFill>
                  <a:schemeClr val="tx1"/>
                </a:solidFill>
                <a:sym typeface="+mn-ea"/>
              </a:rPr>
              <a:t>不变，稍后问下一个</a:t>
            </a:r>
            <a:endParaRPr lang="zh-CN" altLang="en-US" sz="1800" b="1" u="none" spc="-5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Text Box 629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1332230" y="3456000"/>
            <a:ext cx="5511165" cy="4464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05000"/>
              </a:lnSpc>
            </a:pPr>
            <a:r>
              <a:rPr lang="zh-CN" altLang="en-US" sz="2200" b="1" dirty="0"/>
              <a:t>静态</a:t>
            </a:r>
            <a:r>
              <a:rPr lang="en-US" altLang="zh-CN" sz="2200" b="1" dirty="0"/>
              <a:t>/</a:t>
            </a:r>
            <a:r>
              <a:rPr lang="zh-CN" altLang="en-US" sz="2200" b="1" dirty="0"/>
              <a:t>循环</a:t>
            </a:r>
            <a:r>
              <a:rPr lang="zh-CN" altLang="en-US" sz="2200" b="1" dirty="0" smtClean="0"/>
              <a:t>优先级策略，</a:t>
            </a:r>
            <a:r>
              <a:rPr lang="zh-CN" altLang="en-US" sz="2200" b="1" dirty="0"/>
              <a:t>无</a:t>
            </a:r>
            <a:r>
              <a:rPr lang="zh-CN" altLang="en-US" sz="2200" b="1" dirty="0"/>
              <a:t>断链现象</a:t>
            </a:r>
            <a:endParaRPr lang="zh-CN" altLang="en-US" sz="2200" b="1" dirty="0"/>
          </a:p>
        </p:txBody>
      </p:sp>
      <p:sp>
        <p:nvSpPr>
          <p:cNvPr id="6" name="Text Box 461"/>
          <p:cNvSpPr txBox="1">
            <a:spLocks noChangeArrowheads="1"/>
          </p:cNvSpPr>
          <p:nvPr/>
        </p:nvSpPr>
        <p:spPr bwMode="auto">
          <a:xfrm>
            <a:off x="179705" y="3859530"/>
            <a:ext cx="3484245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FF3399"/>
                </a:solidFill>
              </a:rPr>
              <a:t>3</a:t>
            </a:r>
            <a:r>
              <a:rPr lang="zh-CN" altLang="en-US" sz="2200" b="1" dirty="0" smtClean="0">
                <a:solidFill>
                  <a:srgbClr val="FF3399"/>
                </a:solidFill>
              </a:rPr>
              <a:t>、独立请求方式 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</a:rPr>
              <a:t>集中式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)</a:t>
            </a:r>
            <a:endParaRPr lang="en-US" altLang="zh-CN" sz="2200" b="1" dirty="0" smtClean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*基本思想：</a:t>
            </a:r>
            <a:endParaRPr lang="zh-CN" altLang="en-US" sz="2200" b="1" u="sng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 smtClean="0">
                <a:solidFill>
                  <a:srgbClr val="C00000"/>
                </a:solidFill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仲裁线</a:t>
            </a:r>
            <a:r>
              <a:rPr lang="zh-CN" altLang="en-US" sz="2200" b="1" dirty="0">
                <a:solidFill>
                  <a:srgbClr val="C00000"/>
                </a:solidFill>
              </a:rPr>
              <a:t>连接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：</a:t>
            </a:r>
            <a:endParaRPr lang="zh-CN" altLang="en-US" sz="22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sym typeface="+mn-ea"/>
              </a:rPr>
              <a:t> *</a:t>
            </a:r>
            <a:r>
              <a:rPr lang="zh-CN" sz="2200" b="1" dirty="0" smtClean="0">
                <a:solidFill>
                  <a:srgbClr val="C00000"/>
                </a:solidFill>
                <a:sym typeface="+mn-ea"/>
              </a:rPr>
              <a:t>仲裁实现：</a:t>
            </a:r>
            <a:endParaRPr lang="zh-CN" sz="22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sym typeface="+mn-ea"/>
              </a:rPr>
              <a:t>特点：</a:t>
            </a:r>
            <a:endParaRPr lang="zh-CN" altLang="en-US" sz="2200" b="1" dirty="0"/>
          </a:p>
        </p:txBody>
      </p:sp>
      <p:sp>
        <p:nvSpPr>
          <p:cNvPr id="281" name="Text Box 11"/>
          <p:cNvSpPr txBox="1">
            <a:spLocks noChangeArrowheads="1"/>
          </p:cNvSpPr>
          <p:nvPr/>
        </p:nvSpPr>
        <p:spPr bwMode="auto">
          <a:xfrm>
            <a:off x="1297940" y="4283710"/>
            <a:ext cx="7728585" cy="2030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336800" indent="-2336800"/>
            <a:r>
              <a:rPr lang="en-US" altLang="zh-CN" sz="2200" b="1" dirty="0" smtClean="0"/>
              <a:t>    </a:t>
            </a:r>
            <a:r>
              <a:rPr lang="zh-CN" altLang="en-US" sz="2200" b="1" dirty="0" smtClean="0"/>
              <a:t>每个主设备</a:t>
            </a:r>
            <a:r>
              <a:rPr lang="zh-CN" altLang="en-US" sz="2200" b="1" dirty="0" smtClean="0">
                <a:sym typeface="+mn-ea"/>
              </a:rPr>
              <a:t>请求线</a:t>
            </a:r>
            <a:r>
              <a:rPr lang="zh-CN" altLang="en-US" sz="2200" b="1" dirty="0" smtClean="0"/>
              <a:t>连接到仲裁器，根据</a:t>
            </a:r>
            <a:r>
              <a:rPr lang="zh-CN" altLang="en-US" sz="2200" b="1" u="sng" dirty="0" smtClean="0"/>
              <a:t>连接次序</a:t>
            </a:r>
            <a:r>
              <a:rPr lang="zh-CN" altLang="en-US" sz="2200" b="1" dirty="0" smtClean="0"/>
              <a:t>仲裁</a:t>
            </a:r>
            <a:endParaRPr lang="zh-CN" altLang="en-US" sz="2200" b="1" dirty="0"/>
          </a:p>
          <a:p>
            <a:pPr marL="2336800" indent="-2336800"/>
            <a:r>
              <a:rPr lang="zh-CN" altLang="en-US" sz="2200" b="1" dirty="0" smtClean="0"/>
              <a:t> </a:t>
            </a:r>
            <a:r>
              <a:rPr lang="en-US" altLang="zh-CN" sz="2200" b="1" dirty="0" smtClean="0"/>
              <a:t>    </a:t>
            </a:r>
            <a:r>
              <a:rPr lang="zh-CN" altLang="en-US" sz="2200" b="1" dirty="0" smtClean="0"/>
              <a:t> </a:t>
            </a:r>
            <a:r>
              <a:rPr lang="en-US" altLang="zh-CN" sz="2200" b="1" dirty="0" smtClean="0"/>
              <a:t>n</a:t>
            </a:r>
            <a:r>
              <a:rPr lang="zh-CN" altLang="en-US" sz="2200" b="1" dirty="0" smtClean="0"/>
              <a:t>对</a:t>
            </a:r>
            <a:r>
              <a:rPr lang="en-US" altLang="zh-CN" sz="2200" b="1" dirty="0" smtClean="0"/>
              <a:t>BR</a:t>
            </a:r>
            <a:r>
              <a:rPr lang="zh-CN" altLang="en-US" sz="2200" b="1" dirty="0"/>
              <a:t>及</a:t>
            </a:r>
            <a:r>
              <a:rPr lang="en-US" altLang="zh-CN" sz="2200" b="1" dirty="0" smtClean="0"/>
              <a:t>BG</a:t>
            </a:r>
            <a:r>
              <a:rPr lang="zh-CN" altLang="en-US" sz="2200" b="1" dirty="0" smtClean="0"/>
              <a:t>，及</a:t>
            </a:r>
            <a:r>
              <a:rPr lang="en-US" altLang="zh-CN" sz="2200" b="1" dirty="0" smtClean="0"/>
              <a:t>BS</a:t>
            </a:r>
            <a:endParaRPr lang="en-US" altLang="zh-CN" sz="2200" b="1" dirty="0" smtClean="0"/>
          </a:p>
          <a:p>
            <a:pPr marL="2336800" indent="-2336800"/>
            <a:r>
              <a:rPr lang="en-US" altLang="zh-CN" sz="2200" b="1" dirty="0"/>
              <a:t>    </a:t>
            </a:r>
            <a:r>
              <a:rPr lang="zh-CN" altLang="en-US" sz="2200" b="1" dirty="0"/>
              <a:t>仲裁时机为</a:t>
            </a:r>
            <a:r>
              <a:rPr lang="en-US" altLang="zh-CN" sz="2200" b="1" spc="-5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2200" b="1" spc="-50" dirty="0" smtClean="0">
                <a:cs typeface="宋体" panose="02010600030101010101" pitchFamily="2" charset="-122"/>
                <a:sym typeface="+mn-ea"/>
              </a:rPr>
              <a:t>BS</a:t>
            </a:r>
            <a:r>
              <a:rPr lang="zh-CN" altLang="en-US" sz="2200" b="1" spc="-50" dirty="0"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2200" b="1" spc="-50" dirty="0">
                <a:cs typeface="宋体" panose="02010600030101010101" pitchFamily="2" charset="-122"/>
                <a:sym typeface="+mn-ea"/>
              </a:rPr>
              <a:t>∑</a:t>
            </a:r>
            <a:r>
              <a:rPr lang="en-US" altLang="zh-CN" sz="2200" b="1" spc="-50" dirty="0" smtClean="0">
                <a:cs typeface="宋体" panose="02010600030101010101" pitchFamily="2" charset="-122"/>
                <a:sym typeface="+mn-ea"/>
              </a:rPr>
              <a:t>BRi</a:t>
            </a:r>
            <a:r>
              <a:rPr lang="zh-CN" altLang="en-US" sz="2200" b="1" dirty="0"/>
              <a:t>，仲裁器按</a:t>
            </a:r>
            <a:r>
              <a:rPr lang="zh-CN" altLang="en-US" sz="2200" b="1" u="sng" dirty="0">
                <a:solidFill>
                  <a:srgbClr val="0070C0"/>
                </a:solidFill>
              </a:rPr>
              <a:t>特定算法</a:t>
            </a:r>
            <a:r>
              <a:rPr lang="zh-CN" altLang="en-US" sz="2200" b="1" dirty="0"/>
              <a:t>仲裁</a:t>
            </a:r>
            <a:r>
              <a:rPr lang="en-US" altLang="zh-CN" sz="1800" b="1" dirty="0"/>
              <a:t>(BGj</a:t>
            </a:r>
            <a:r>
              <a:rPr lang="zh-CN" altLang="en-US" sz="1800" b="1" dirty="0"/>
              <a:t>有效</a:t>
            </a:r>
            <a:r>
              <a:rPr lang="en-US" altLang="zh-CN" sz="1800" b="1" dirty="0"/>
              <a:t>)</a:t>
            </a:r>
            <a:endParaRPr lang="en-US" altLang="zh-CN" sz="1800" b="1" dirty="0"/>
          </a:p>
          <a:p>
            <a:pPr marL="2336800" indent="-2336800"/>
            <a:r>
              <a:rPr lang="zh-CN" altLang="en-US" sz="2200" b="1" dirty="0">
                <a:sym typeface="+mn-ea"/>
              </a:rPr>
              <a:t>动态</a:t>
            </a:r>
            <a:r>
              <a:rPr lang="zh-CN" altLang="en-US" sz="2200" b="1" dirty="0" smtClean="0">
                <a:sym typeface="+mn-ea"/>
              </a:rPr>
              <a:t>优先级</a:t>
            </a:r>
            <a:r>
              <a:rPr lang="zh-CN" altLang="en-US" sz="2200" b="1" dirty="0">
                <a:sym typeface="+mn-ea"/>
              </a:rPr>
              <a:t>策略</a:t>
            </a:r>
            <a:r>
              <a:rPr lang="zh-CN" altLang="en-US" sz="2200" b="1" dirty="0" smtClean="0">
                <a:sym typeface="+mn-ea"/>
              </a:rPr>
              <a:t>，仲裁时延固定</a:t>
            </a:r>
            <a:r>
              <a:rPr lang="en-US" altLang="zh-CN" sz="1800" b="1" dirty="0" smtClean="0">
                <a:sym typeface="+mn-ea"/>
              </a:rPr>
              <a:t>(</a:t>
            </a:r>
            <a:r>
              <a:rPr lang="zh-CN" altLang="en-US" sz="1800" b="1" dirty="0" smtClean="0">
                <a:sym typeface="+mn-ea"/>
              </a:rPr>
              <a:t>可实现</a:t>
            </a:r>
            <a:r>
              <a:rPr lang="zh-CN" altLang="en-US" sz="1800" b="1" u="sng" dirty="0" smtClean="0">
                <a:sym typeface="+mn-ea"/>
              </a:rPr>
              <a:t>隐藏</a:t>
            </a:r>
            <a:r>
              <a:rPr lang="zh-CN" altLang="en-US" sz="1800" b="1" u="sng" dirty="0">
                <a:sym typeface="+mn-ea"/>
              </a:rPr>
              <a:t>式</a:t>
            </a:r>
            <a:r>
              <a:rPr lang="zh-CN" altLang="en-US" sz="1800" b="1" dirty="0" smtClean="0">
                <a:sym typeface="+mn-ea"/>
              </a:rPr>
              <a:t>仲裁</a:t>
            </a:r>
            <a:r>
              <a:rPr lang="en-US" altLang="zh-CN" sz="1800" b="1" dirty="0" smtClean="0">
                <a:sym typeface="+mn-ea"/>
              </a:rPr>
              <a:t>)</a:t>
            </a:r>
            <a:endParaRPr lang="en-US" altLang="zh-CN" sz="1800" b="1" dirty="0" smtClean="0">
              <a:sym typeface="+mn-ea"/>
            </a:endParaRPr>
          </a:p>
          <a:p>
            <a:pPr marL="2336800" indent="-2336800">
              <a:lnSpc>
                <a:spcPct val="100000"/>
              </a:lnSpc>
            </a:pPr>
            <a:r>
              <a:rPr lang="en-US" altLang="zh-CN" sz="1600" b="1" dirty="0" smtClean="0">
                <a:sym typeface="+mn-ea"/>
              </a:rPr>
              <a:t>                           </a:t>
            </a:r>
            <a:r>
              <a:rPr lang="zh-CN" altLang="en-US" sz="1600" b="1" dirty="0" smtClean="0">
                <a:sym typeface="+mn-ea"/>
              </a:rPr>
              <a:t>传输周期结束前仲裁→</a:t>
            </a:r>
            <a:r>
              <a:rPr lang="zh-CN" altLang="en-US" sz="1600" dirty="0" smtClean="0">
                <a:sym typeface="+mn-ea"/>
              </a:rPr>
              <a:t>┴→</a:t>
            </a:r>
            <a:r>
              <a:rPr lang="zh-CN" altLang="en-US" sz="1600" b="1" dirty="0" smtClean="0">
                <a:sym typeface="+mn-ea"/>
              </a:rPr>
              <a:t>总线周期＝总线传输周期</a:t>
            </a:r>
            <a:endParaRPr lang="zh-CN" altLang="en-US" sz="1600" b="1" dirty="0" smtClean="0">
              <a:sym typeface="+mn-ea"/>
            </a:endParaRPr>
          </a:p>
        </p:txBody>
      </p:sp>
      <p:sp>
        <p:nvSpPr>
          <p:cNvPr id="114" name="AutoShape 334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 rot="5400000">
            <a:off x="4067945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bldLvl="0" animBg="1"/>
      <p:bldP spid="173" grpId="0" bldLvl="0" animBg="1"/>
      <p:bldP spid="7" grpId="0" bldLvl="0" animBg="1"/>
      <p:bldP spid="4" grpId="0" bldLvl="0" animBg="1"/>
      <p:bldP spid="5" grpId="0" bldLvl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2652395" cy="39770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sz="2200" b="1" dirty="0" smtClean="0">
                <a:solidFill>
                  <a:srgbClr val="FF3399"/>
                </a:solidFill>
              </a:rPr>
              <a:t>4</a:t>
            </a:r>
            <a:r>
              <a:rPr lang="zh-CN" altLang="en-US" sz="2200" b="1" dirty="0" smtClean="0">
                <a:solidFill>
                  <a:srgbClr val="FF3399"/>
                </a:solidFill>
              </a:rPr>
              <a:t>、自举式</a:t>
            </a:r>
            <a:r>
              <a:rPr lang="en-US" altLang="zh-CN" sz="2200" b="1" dirty="0" smtClean="0">
                <a:solidFill>
                  <a:srgbClr val="FF3399"/>
                </a:solidFill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</a:rPr>
              <a:t>分布式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)</a:t>
            </a:r>
            <a:endParaRPr lang="en-US" altLang="zh-CN" sz="2200" b="1" dirty="0" smtClean="0">
              <a:solidFill>
                <a:srgbClr val="FF3399"/>
              </a:solidFill>
            </a:endParaRPr>
          </a:p>
          <a:p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*基本思想：</a:t>
            </a:r>
            <a:endParaRPr lang="en-US" altLang="zh-CN" sz="2200" b="1" dirty="0" smtClean="0"/>
          </a:p>
          <a:p>
            <a:endParaRPr lang="en-US" altLang="zh-CN" sz="2200" dirty="0" smtClean="0">
              <a:solidFill>
                <a:srgbClr val="C00000"/>
              </a:solidFill>
            </a:endParaRPr>
          </a:p>
          <a:p>
            <a:r>
              <a:rPr lang="en-US" altLang="zh-CN" sz="2200" dirty="0" smtClean="0">
                <a:solidFill>
                  <a:srgbClr val="C00000"/>
                </a:solidFill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仲裁线连接：</a:t>
            </a:r>
            <a:endParaRPr lang="zh-CN" altLang="en-US" sz="2200" b="1" dirty="0" smtClean="0">
              <a:solidFill>
                <a:srgbClr val="C00000"/>
              </a:solidFill>
            </a:endParaRPr>
          </a:p>
          <a:p>
            <a:endParaRPr lang="en-US" altLang="zh-CN" sz="2200" b="1" dirty="0">
              <a:solidFill>
                <a:srgbClr val="C00000"/>
              </a:solidFill>
              <a:sym typeface="+mn-ea"/>
            </a:endParaRPr>
          </a:p>
          <a:p>
            <a:endParaRPr lang="en-US" altLang="zh-CN" sz="2200" b="1" dirty="0">
              <a:solidFill>
                <a:srgbClr val="C00000"/>
              </a:solidFill>
              <a:sym typeface="+mn-ea"/>
            </a:endParaRPr>
          </a:p>
          <a:p>
            <a:endParaRPr lang="en-US" altLang="zh-CN" sz="2200" b="1" dirty="0">
              <a:solidFill>
                <a:srgbClr val="C00000"/>
              </a:solidFill>
              <a:sym typeface="+mn-ea"/>
            </a:endParaRPr>
          </a:p>
          <a:p>
            <a:endParaRPr lang="en-US" altLang="zh-CN" sz="2200" b="1" dirty="0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sym typeface="+mn-ea"/>
              </a:rPr>
              <a:t>*仲裁实现：</a:t>
            </a:r>
            <a:endParaRPr lang="en-US" altLang="zh-CN" sz="2200" b="1" dirty="0" smtClean="0">
              <a:solidFill>
                <a:srgbClr val="FF3399"/>
              </a:solidFill>
              <a:sym typeface="+mn-ea"/>
            </a:endParaRPr>
          </a:p>
        </p:txBody>
      </p:sp>
      <p:sp>
        <p:nvSpPr>
          <p:cNvPr id="36" name="Text Box 5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71980" y="3780000"/>
            <a:ext cx="7101205" cy="5473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35000"/>
              </a:lnSpc>
            </a:pPr>
            <a:r>
              <a:rPr lang="en-US" altLang="zh-CN" sz="2200" b="1" spc="-5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2200" b="1" spc="-50" dirty="0" smtClean="0">
                <a:cs typeface="宋体" panose="02010600030101010101" pitchFamily="2" charset="-122"/>
                <a:sym typeface="+mn-ea"/>
              </a:rPr>
              <a:t>BS</a:t>
            </a:r>
            <a:r>
              <a:rPr lang="zh-CN" altLang="en-US" sz="2200" b="1" spc="-50" dirty="0"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2200" b="1" spc="-50" dirty="0" smtClean="0">
                <a:cs typeface="宋体" panose="02010600030101010101" pitchFamily="2" charset="-122"/>
                <a:sym typeface="+mn-ea"/>
              </a:rPr>
              <a:t>BRi</a:t>
            </a:r>
            <a:r>
              <a:rPr lang="zh-CN" altLang="en-US" sz="2200" b="1" spc="-50" dirty="0" smtClean="0"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spc="-50" dirty="0" smtClean="0"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spc="-50" dirty="0" smtClean="0">
                <a:cs typeface="宋体" panose="02010600030101010101" pitchFamily="2" charset="-122"/>
                <a:sym typeface="+mn-ea"/>
              </a:rPr>
              <a:t>时仲裁，</a:t>
            </a:r>
            <a:r>
              <a:rPr lang="en-US" altLang="zh-CN" sz="2200" b="1" spc="-50" dirty="0" smtClean="0">
                <a:cs typeface="宋体" panose="02010600030101010101" pitchFamily="2" charset="-122"/>
                <a:sym typeface="+mn-ea"/>
              </a:rPr>
              <a:t>BS</a:t>
            </a:r>
            <a:r>
              <a:rPr lang="zh-CN" altLang="en-US" sz="2200" b="1" spc="-50" dirty="0" smtClean="0"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spc="-5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2200" b="1" spc="-50" dirty="0" smtClean="0"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200" b="1" spc="-100" dirty="0" smtClean="0">
                <a:sym typeface="+mn-ea"/>
              </a:rPr>
              <a:t>∑</a:t>
            </a:r>
            <a:r>
              <a:rPr lang="en-US" altLang="zh-CN" sz="2200" b="1" spc="-100" dirty="0" err="1" smtClean="0">
                <a:sym typeface="+mn-ea"/>
              </a:rPr>
              <a:t>BR</a:t>
            </a:r>
            <a:r>
              <a:rPr lang="en-US" altLang="zh-CN" sz="2200" i="1" spc="-100" dirty="0" err="1" smtClean="0">
                <a:latin typeface="+mn-lt"/>
                <a:sym typeface="+mn-ea"/>
              </a:rPr>
              <a:t>k</a:t>
            </a:r>
            <a:r>
              <a:rPr lang="en-US" altLang="zh-CN" sz="2200" b="1" spc="-100" dirty="0" err="1" smtClean="0">
                <a:sym typeface="+mn-ea"/>
              </a:rPr>
              <a:t>)</a:t>
            </a:r>
            <a:r>
              <a:rPr lang="zh-CN" altLang="en-US" sz="2200" b="1" spc="-50" dirty="0"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sz="2200" b="1" spc="-50" dirty="0" smtClean="0">
                <a:cs typeface="宋体" panose="02010600030101010101" pitchFamily="2" charset="-122"/>
                <a:sym typeface="+mn-ea"/>
              </a:rPr>
              <a:t>BRi </a:t>
            </a:r>
            <a:r>
              <a:rPr lang="en-US" altLang="zh-CN" sz="1800" b="1" spc="-50" dirty="0" smtClean="0"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i="1" spc="-100" dirty="0" err="1" smtClean="0">
                <a:latin typeface="+mn-lt"/>
                <a:sym typeface="+mn-ea"/>
              </a:rPr>
              <a:t>k</a:t>
            </a:r>
            <a:r>
              <a:rPr lang="zh-CN" altLang="en-US" sz="1800" b="1" spc="-50" dirty="0" smtClean="0">
                <a:cs typeface="宋体" panose="02010600030101010101" pitchFamily="2" charset="-122"/>
                <a:sym typeface="+mn-ea"/>
              </a:rPr>
              <a:t>为</a:t>
            </a:r>
            <a:r>
              <a:rPr lang="zh-CN" altLang="en-US" sz="1800" b="1" dirty="0" smtClean="0">
                <a:solidFill>
                  <a:schemeClr val="tx1"/>
                </a:solidFill>
                <a:sym typeface="+mn-ea"/>
              </a:rPr>
              <a:t>高优先级</a:t>
            </a:r>
            <a:r>
              <a:rPr lang="zh-CN" altLang="en-US" sz="1800" b="1" dirty="0" smtClean="0">
                <a:sym typeface="+mn-ea"/>
              </a:rPr>
              <a:t>仲裁线</a:t>
            </a:r>
            <a:endParaRPr lang="zh-CN" altLang="en-US" sz="1800" b="1" spc="-50" dirty="0" smtClean="0">
              <a:cs typeface="宋体" panose="02010600030101010101" pitchFamily="2" charset="-122"/>
              <a:sym typeface="+mn-ea"/>
            </a:endParaRPr>
          </a:p>
        </p:txBody>
      </p:sp>
      <p:sp>
        <p:nvSpPr>
          <p:cNvPr id="144" name="Text Box 2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452320" y="2289516"/>
            <a:ext cx="1476000" cy="97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36195" tIns="10800" rIns="18000" bIns="10800" anchor="ctr"/>
          <a:p>
            <a:pPr>
              <a:lnSpc>
                <a:spcPct val="114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</a:rPr>
              <a:t>思考：</a:t>
            </a:r>
            <a:r>
              <a:rPr lang="zh-CN" altLang="en-US" sz="1800" b="1" dirty="0" smtClean="0">
                <a:solidFill>
                  <a:schemeClr val="tx1"/>
                </a:solidFill>
              </a:rPr>
              <a:t>图中</a:t>
            </a:r>
            <a:r>
              <a:rPr lang="zh-CN" altLang="en-US" sz="1800" b="1" dirty="0" smtClean="0"/>
              <a:t>哪个主设备优先级最高？</a:t>
            </a:r>
            <a:endParaRPr lang="zh-CN" altLang="en-US" sz="1800" b="1" dirty="0" smtClean="0"/>
          </a:p>
        </p:txBody>
      </p:sp>
      <p:grpSp>
        <p:nvGrpSpPr>
          <p:cNvPr id="8" name="组合 7"/>
          <p:cNvGrpSpPr/>
          <p:nvPr/>
        </p:nvGrpSpPr>
        <p:grpSpPr>
          <a:xfrm>
            <a:off x="792000" y="2052000"/>
            <a:ext cx="6413645" cy="1776182"/>
            <a:chOff x="750643" y="2996952"/>
            <a:chExt cx="6413645" cy="1776182"/>
          </a:xfrm>
        </p:grpSpPr>
        <p:sp>
          <p:nvSpPr>
            <p:cNvPr id="146" name="Text Box 20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951820" y="3319619"/>
              <a:ext cx="540060" cy="594146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114000"/>
                </a:lnSpc>
              </a:pPr>
              <a:endParaRPr lang="zh-CN" altLang="en-US" sz="2000" b="1" dirty="0"/>
            </a:p>
          </p:txBody>
        </p:sp>
        <p:sp>
          <p:nvSpPr>
            <p:cNvPr id="147" name="Text Box 2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63988" y="3319619"/>
              <a:ext cx="541485" cy="594146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114000"/>
                </a:lnSpc>
              </a:pPr>
              <a:endParaRPr lang="zh-CN" altLang="en-US" sz="2000" b="1" dirty="0"/>
            </a:p>
          </p:txBody>
        </p:sp>
        <p:sp>
          <p:nvSpPr>
            <p:cNvPr id="148" name="Text Box 2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480212" y="3319619"/>
              <a:ext cx="540060" cy="594146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114000"/>
                </a:lnSpc>
              </a:pPr>
              <a:endParaRPr lang="zh-CN" altLang="en-US" sz="2000" b="1" dirty="0"/>
            </a:p>
          </p:txBody>
        </p:sp>
        <p:sp>
          <p:nvSpPr>
            <p:cNvPr id="149" name="Text Box 3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267744" y="4077072"/>
              <a:ext cx="1368152" cy="69606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0000"/>
                </a:lnSpc>
              </a:pPr>
              <a:endParaRPr lang="en-US" altLang="zh-CN" sz="1800" b="1" dirty="0" smtClean="0"/>
            </a:p>
            <a:p>
              <a:pPr algn="ctr">
                <a:lnSpc>
                  <a:spcPct val="100000"/>
                </a:lnSpc>
                <a:spcBef>
                  <a:spcPts val="1200"/>
                </a:spcBef>
              </a:pPr>
              <a:r>
                <a:rPr lang="zh-CN" altLang="en-US" sz="1800" b="1" dirty="0" smtClean="0"/>
                <a:t>主设备</a:t>
              </a:r>
              <a:r>
                <a:rPr lang="en-US" altLang="zh-CN" sz="1800" b="1" dirty="0" smtClean="0"/>
                <a:t>1</a:t>
              </a:r>
              <a:endParaRPr lang="en-US" altLang="zh-CN" sz="1800" b="1" dirty="0"/>
            </a:p>
          </p:txBody>
        </p:sp>
        <p:sp>
          <p:nvSpPr>
            <p:cNvPr id="150" name="Text Box 1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403003" y="2996952"/>
              <a:ext cx="720725" cy="115101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100000"/>
                </a:lnSpc>
              </a:pPr>
              <a:r>
                <a:rPr lang="en-US" altLang="zh-CN" sz="1800" b="1" dirty="0"/>
                <a:t>BS</a:t>
              </a:r>
              <a:endParaRPr lang="en-US" altLang="zh-CN" sz="1800" b="1" dirty="0"/>
            </a:p>
            <a:p>
              <a:pPr algn="ctr">
                <a:lnSpc>
                  <a:spcPct val="75000"/>
                </a:lnSpc>
                <a:spcBef>
                  <a:spcPts val="0"/>
                </a:spcBef>
              </a:pPr>
              <a:r>
                <a:rPr lang="en-US" altLang="zh-CN" sz="1800" b="1" dirty="0" smtClean="0"/>
                <a:t>BR1</a:t>
              </a:r>
              <a:endParaRPr lang="en-US" altLang="zh-CN" sz="1800" b="1" dirty="0"/>
            </a:p>
            <a:p>
              <a:pPr algn="ctr">
                <a:lnSpc>
                  <a:spcPct val="100000"/>
                </a:lnSpc>
              </a:pPr>
              <a:r>
                <a:rPr lang="en-US" altLang="zh-CN" sz="1800" b="1" dirty="0" smtClean="0"/>
                <a:t>…</a:t>
              </a:r>
              <a:endParaRPr lang="en-US" altLang="zh-CN" sz="1800" b="1" dirty="0"/>
            </a:p>
            <a:p>
              <a:pPr algn="ctr">
                <a:lnSpc>
                  <a:spcPct val="80000"/>
                </a:lnSpc>
              </a:pPr>
              <a:r>
                <a:rPr lang="en-US" altLang="zh-CN" sz="1800" b="1" dirty="0" err="1" smtClean="0"/>
                <a:t>BRn</a:t>
              </a:r>
              <a:endParaRPr lang="en-US" altLang="zh-CN" sz="1800" b="1" dirty="0"/>
            </a:p>
          </p:txBody>
        </p:sp>
        <p:sp>
          <p:nvSpPr>
            <p:cNvPr id="151" name="Text Box 39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220072" y="4220541"/>
              <a:ext cx="576263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5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…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cxnSp>
          <p:nvCxnSpPr>
            <p:cNvPr id="152" name="直接连接符 151"/>
            <p:cNvCxnSpPr/>
            <p:nvPr>
              <p:custDataLst>
                <p:tags r:id="rId10"/>
              </p:custDataLst>
            </p:nvPr>
          </p:nvCxnSpPr>
          <p:spPr bwMode="auto">
            <a:xfrm>
              <a:off x="2051795" y="3140968"/>
              <a:ext cx="5040485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直接连接符 152"/>
            <p:cNvCxnSpPr/>
            <p:nvPr>
              <p:custDataLst>
                <p:tags r:id="rId11"/>
              </p:custDataLst>
            </p:nvPr>
          </p:nvCxnSpPr>
          <p:spPr bwMode="auto">
            <a:xfrm>
              <a:off x="2051720" y="3356992"/>
              <a:ext cx="504056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直接连接符 153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2390650" y="3356992"/>
              <a:ext cx="0" cy="72008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5" name="直接连接符 154"/>
            <p:cNvCxnSpPr/>
            <p:nvPr>
              <p:custDataLst>
                <p:tags r:id="rId13"/>
              </p:custDataLst>
            </p:nvPr>
          </p:nvCxnSpPr>
          <p:spPr bwMode="auto">
            <a:xfrm>
              <a:off x="2051720" y="3501008"/>
              <a:ext cx="504056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直接连接符 155"/>
            <p:cNvCxnSpPr/>
            <p:nvPr>
              <p:custDataLst>
                <p:tags r:id="rId14"/>
              </p:custDataLst>
            </p:nvPr>
          </p:nvCxnSpPr>
          <p:spPr bwMode="auto">
            <a:xfrm>
              <a:off x="2051720" y="3861048"/>
              <a:ext cx="504056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2555776" y="3140970"/>
              <a:ext cx="0" cy="936102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9" name="直接连接符 158"/>
            <p:cNvCxnSpPr/>
            <p:nvPr>
              <p:custDataLst>
                <p:tags r:id="rId16"/>
              </p:custDataLst>
            </p:nvPr>
          </p:nvCxnSpPr>
          <p:spPr bwMode="auto">
            <a:xfrm>
              <a:off x="3419872" y="3861941"/>
              <a:ext cx="0" cy="3586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60" name="Text Box 40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052414" y="3616692"/>
              <a:ext cx="287338" cy="24524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5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161" name="Text Box 40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292774" y="3645024"/>
              <a:ext cx="287338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5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cxnSp>
          <p:nvCxnSpPr>
            <p:cNvPr id="162" name="直接连接符 161"/>
            <p:cNvCxnSpPr/>
            <p:nvPr>
              <p:custDataLst>
                <p:tags r:id="rId19"/>
              </p:custDataLst>
            </p:nvPr>
          </p:nvCxnSpPr>
          <p:spPr bwMode="auto">
            <a:xfrm>
              <a:off x="2771800" y="3140968"/>
              <a:ext cx="0" cy="108012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63" name="Rectangle 58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710855" y="4221088"/>
              <a:ext cx="853033" cy="287821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18000" tIns="10800" rIns="18000" bIns="10800" anchor="ctr"/>
            <a:p>
              <a:pPr algn="ctr"/>
              <a:r>
                <a:rPr lang="zh-CN" altLang="en-US" sz="1600" b="1" dirty="0" smtClean="0"/>
                <a:t>仲裁器</a:t>
              </a:r>
              <a:r>
                <a:rPr lang="en-US" altLang="zh-CN" sz="1600" b="1" dirty="0" smtClean="0"/>
                <a:t>1</a:t>
              </a:r>
              <a:endParaRPr lang="zh-CN" altLang="en-US" sz="1600" b="1" dirty="0"/>
            </a:p>
          </p:txBody>
        </p:sp>
        <p:sp>
          <p:nvSpPr>
            <p:cNvPr id="164" name="Text Box 39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059833" y="3896891"/>
              <a:ext cx="360040" cy="180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5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165" name="直接连接符 46"/>
            <p:cNvCxnSpPr/>
            <p:nvPr>
              <p:custDataLst>
                <p:tags r:id="rId22"/>
              </p:custDataLst>
            </p:nvPr>
          </p:nvCxnSpPr>
          <p:spPr bwMode="auto">
            <a:xfrm rot="16200000" flipV="1">
              <a:off x="2489461" y="4143387"/>
              <a:ext cx="287710" cy="155080"/>
            </a:xfrm>
            <a:prstGeom prst="bentConnector3">
              <a:avLst>
                <a:gd name="adj1" fmla="val 1846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6" name="Text Box 36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779912" y="4077072"/>
              <a:ext cx="1368152" cy="69606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0000"/>
                </a:lnSpc>
              </a:pPr>
              <a:endParaRPr lang="en-US" altLang="zh-CN" sz="1800" b="1" dirty="0" smtClean="0"/>
            </a:p>
            <a:p>
              <a:pPr algn="ctr">
                <a:lnSpc>
                  <a:spcPct val="100000"/>
                </a:lnSpc>
                <a:spcBef>
                  <a:spcPts val="1200"/>
                </a:spcBef>
              </a:pPr>
              <a:r>
                <a:rPr lang="zh-CN" altLang="en-US" sz="1800" b="1" dirty="0" smtClean="0"/>
                <a:t>主设备</a:t>
              </a:r>
              <a:r>
                <a:rPr lang="en-US" altLang="zh-CN" sz="1800" b="1" dirty="0" smtClean="0"/>
                <a:t>2</a:t>
              </a:r>
              <a:endParaRPr lang="en-US" altLang="zh-CN" sz="1800" b="1" dirty="0"/>
            </a:p>
          </p:txBody>
        </p:sp>
        <p:cxnSp>
          <p:nvCxnSpPr>
            <p:cNvPr id="167" name="直接连接符 166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3902818" y="3495506"/>
              <a:ext cx="0" cy="58156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4067944" y="3140970"/>
              <a:ext cx="0" cy="936102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9" name="直接连接符 168"/>
            <p:cNvCxnSpPr/>
            <p:nvPr>
              <p:custDataLst>
                <p:tags r:id="rId26"/>
              </p:custDataLst>
            </p:nvPr>
          </p:nvCxnSpPr>
          <p:spPr bwMode="auto">
            <a:xfrm>
              <a:off x="4572000" y="3645024"/>
              <a:ext cx="0" cy="57606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70" name="直接连接符 169"/>
            <p:cNvCxnSpPr/>
            <p:nvPr>
              <p:custDataLst>
                <p:tags r:id="rId27"/>
              </p:custDataLst>
            </p:nvPr>
          </p:nvCxnSpPr>
          <p:spPr bwMode="auto">
            <a:xfrm>
              <a:off x="4932040" y="3861941"/>
              <a:ext cx="0" cy="3586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71" name="直接连接符 170"/>
            <p:cNvCxnSpPr/>
            <p:nvPr>
              <p:custDataLst>
                <p:tags r:id="rId28"/>
              </p:custDataLst>
            </p:nvPr>
          </p:nvCxnSpPr>
          <p:spPr bwMode="auto">
            <a:xfrm>
              <a:off x="4283968" y="3140968"/>
              <a:ext cx="0" cy="108012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72" name="Rectangle 58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223023" y="4221088"/>
              <a:ext cx="853033" cy="287821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18000" tIns="10800" rIns="18000" bIns="10800" anchor="ctr"/>
            <a:p>
              <a:pPr algn="ctr"/>
              <a:r>
                <a:rPr lang="zh-CN" altLang="en-US" sz="1600" b="1" dirty="0" smtClean="0"/>
                <a:t>仲裁器</a:t>
              </a:r>
              <a:r>
                <a:rPr lang="en-US" altLang="zh-CN" sz="1600" b="1" dirty="0" smtClean="0"/>
                <a:t>2</a:t>
              </a:r>
              <a:endParaRPr lang="zh-CN" altLang="en-US" sz="1600" b="1" dirty="0"/>
            </a:p>
          </p:txBody>
        </p:sp>
        <p:sp>
          <p:nvSpPr>
            <p:cNvPr id="173" name="Text Box 39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572000" y="3896891"/>
              <a:ext cx="360040" cy="180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5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174" name="直接连接符 60"/>
            <p:cNvCxnSpPr/>
            <p:nvPr>
              <p:custDataLst>
                <p:tags r:id="rId31"/>
              </p:custDataLst>
            </p:nvPr>
          </p:nvCxnSpPr>
          <p:spPr bwMode="auto">
            <a:xfrm rot="16200000" flipV="1">
              <a:off x="4001629" y="4143387"/>
              <a:ext cx="287710" cy="155080"/>
            </a:xfrm>
            <a:prstGeom prst="bentConnector3">
              <a:avLst>
                <a:gd name="adj1" fmla="val -2970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5" name="Text Box 36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796136" y="4077072"/>
              <a:ext cx="1368152" cy="69606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0000"/>
                </a:lnSpc>
              </a:pPr>
              <a:endParaRPr lang="en-US" altLang="zh-CN" sz="1800" b="1" dirty="0" smtClean="0"/>
            </a:p>
            <a:p>
              <a:pPr algn="ctr">
                <a:lnSpc>
                  <a:spcPct val="100000"/>
                </a:lnSpc>
                <a:spcBef>
                  <a:spcPts val="1200"/>
                </a:spcBef>
              </a:pPr>
              <a:r>
                <a:rPr lang="zh-CN" altLang="en-US" sz="1800" b="1" dirty="0" smtClean="0"/>
                <a:t>主设备</a:t>
              </a:r>
              <a:r>
                <a:rPr lang="en-US" altLang="zh-CN" sz="1800" b="1" dirty="0" smtClean="0"/>
                <a:t>n</a:t>
              </a:r>
              <a:endParaRPr lang="en-US" altLang="zh-CN" sz="1800" b="1" dirty="0"/>
            </a:p>
          </p:txBody>
        </p:sp>
        <p:cxnSp>
          <p:nvCxnSpPr>
            <p:cNvPr id="176" name="直接连接符 175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5919042" y="3861941"/>
              <a:ext cx="0" cy="215131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7" name="直接连接符 176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6084168" y="3140970"/>
              <a:ext cx="0" cy="936102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8" name="直接连接符 177"/>
            <p:cNvCxnSpPr/>
            <p:nvPr>
              <p:custDataLst>
                <p:tags r:id="rId35"/>
              </p:custDataLst>
            </p:nvPr>
          </p:nvCxnSpPr>
          <p:spPr bwMode="auto">
            <a:xfrm>
              <a:off x="6300192" y="3140968"/>
              <a:ext cx="0" cy="108012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79" name="Rectangle 58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239247" y="4221088"/>
              <a:ext cx="853033" cy="287821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18000" tIns="10800" rIns="18000" bIns="10800" anchor="ctr"/>
            <a:p>
              <a:pPr algn="ctr"/>
              <a:r>
                <a:rPr lang="zh-CN" altLang="en-US" sz="1600" b="1" dirty="0" smtClean="0"/>
                <a:t>仲裁器</a:t>
              </a:r>
              <a:r>
                <a:rPr lang="en-US" altLang="zh-CN" sz="1600" b="1" dirty="0" smtClean="0"/>
                <a:t>n</a:t>
              </a:r>
              <a:endParaRPr lang="zh-CN" altLang="en-US" sz="1600" b="1" dirty="0"/>
            </a:p>
          </p:txBody>
        </p:sp>
        <p:cxnSp>
          <p:nvCxnSpPr>
            <p:cNvPr id="180" name="直接连接符 60"/>
            <p:cNvCxnSpPr/>
            <p:nvPr>
              <p:custDataLst>
                <p:tags r:id="rId37"/>
              </p:custDataLst>
            </p:nvPr>
          </p:nvCxnSpPr>
          <p:spPr bwMode="auto">
            <a:xfrm rot="16200000" flipV="1">
              <a:off x="6017853" y="4143387"/>
              <a:ext cx="287710" cy="155080"/>
            </a:xfrm>
            <a:prstGeom prst="bentConnector3">
              <a:avLst>
                <a:gd name="adj1" fmla="val -2970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1" name="直接连接符 180"/>
            <p:cNvCxnSpPr/>
            <p:nvPr>
              <p:custDataLst>
                <p:tags r:id="rId38"/>
              </p:custDataLst>
            </p:nvPr>
          </p:nvCxnSpPr>
          <p:spPr bwMode="auto">
            <a:xfrm>
              <a:off x="3059832" y="3501008"/>
              <a:ext cx="0" cy="72008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82" name="左大括号 181"/>
            <p:cNvSpPr/>
            <p:nvPr>
              <p:custDataLst>
                <p:tags r:id="rId39"/>
              </p:custDataLst>
            </p:nvPr>
          </p:nvSpPr>
          <p:spPr bwMode="auto">
            <a:xfrm>
              <a:off x="1403648" y="3140968"/>
              <a:ext cx="72330" cy="772797"/>
            </a:xfrm>
            <a:prstGeom prst="leftBrace">
              <a:avLst>
                <a:gd name="adj1" fmla="val 30023"/>
                <a:gd name="adj2" fmla="val 50000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3" name="Text Box 10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750643" y="3260966"/>
              <a:ext cx="653005" cy="53410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5000"/>
                </a:lnSpc>
              </a:pPr>
              <a:r>
                <a:rPr lang="zh-CN" altLang="en-US" sz="1800" b="1" dirty="0" smtClean="0"/>
                <a:t>仲裁总线</a:t>
              </a:r>
              <a:endParaRPr lang="en-US" altLang="zh-CN" sz="1800" b="1" dirty="0"/>
            </a:p>
          </p:txBody>
        </p:sp>
        <p:cxnSp>
          <p:nvCxnSpPr>
            <p:cNvPr id="54" name="直接连接符 53"/>
            <p:cNvCxnSpPr/>
            <p:nvPr>
              <p:custDataLst>
                <p:tags r:id="rId41"/>
              </p:custDataLst>
            </p:nvPr>
          </p:nvCxnSpPr>
          <p:spPr bwMode="auto">
            <a:xfrm>
              <a:off x="2051720" y="3645024"/>
              <a:ext cx="504056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1871980" y="756285"/>
            <a:ext cx="6983095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/>
              <a:t>总裁线</a:t>
            </a:r>
            <a:r>
              <a:rPr lang="zh-CN" altLang="en-US" sz="2200" b="1" dirty="0"/>
              <a:t>有</a:t>
            </a:r>
            <a:r>
              <a:rPr lang="en-US" altLang="zh-CN" sz="2200" b="1" dirty="0"/>
              <a:t>N</a:t>
            </a:r>
            <a:r>
              <a:rPr lang="zh-CN" altLang="en-US" sz="2200" b="1" dirty="0"/>
              <a:t>根，优先级用不同仲裁线表示；</a:t>
            </a:r>
            <a:endParaRPr lang="zh-CN" altLang="en-US" sz="22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 smtClean="0"/>
              <a:t>仲裁时</a:t>
            </a:r>
            <a:r>
              <a:rPr lang="zh-CN" altLang="en-US" sz="2200" b="1" dirty="0" smtClean="0"/>
              <a:t>只检侧</a:t>
            </a:r>
            <a:r>
              <a:rPr lang="zh-CN" altLang="en-US" sz="2200" b="1" dirty="0" smtClean="0">
                <a:solidFill>
                  <a:srgbClr val="990099"/>
                </a:solidFill>
              </a:rPr>
              <a:t>高优先级</a:t>
            </a:r>
            <a:r>
              <a:rPr lang="zh-CN" altLang="en-US" sz="2200" b="1" dirty="0" smtClean="0">
                <a:solidFill>
                  <a:schemeClr val="tx1"/>
                </a:solidFill>
              </a:rPr>
              <a:t>仲裁</a:t>
            </a:r>
            <a:r>
              <a:rPr lang="zh-CN" altLang="en-US" sz="2200" b="1" dirty="0" smtClean="0"/>
              <a:t>线</a:t>
            </a:r>
            <a:endParaRPr lang="en-US" altLang="zh-CN" sz="2200" b="1" dirty="0" smtClean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 smtClean="0">
                <a:solidFill>
                  <a:srgbClr val="C00000"/>
                </a:solidFill>
              </a:rPr>
              <a:t>  </a:t>
            </a:r>
            <a:r>
              <a:rPr lang="zh-CN" altLang="en-US" sz="2200" b="1" dirty="0" smtClean="0"/>
              <a:t>各主设备</a:t>
            </a:r>
            <a:r>
              <a:rPr lang="en-US" altLang="zh-CN" sz="2200" b="1" dirty="0"/>
              <a:t>(</a:t>
            </a:r>
            <a:r>
              <a:rPr lang="zh-CN" altLang="en-US" sz="2200" b="1" dirty="0" smtClean="0"/>
              <a:t>≤</a:t>
            </a:r>
            <a:r>
              <a:rPr lang="en-US" altLang="zh-CN" sz="2200" b="1" dirty="0" smtClean="0"/>
              <a:t>N</a:t>
            </a:r>
            <a:r>
              <a:rPr lang="zh-CN" altLang="en-US" sz="2200" b="1" dirty="0" smtClean="0"/>
              <a:t>个</a:t>
            </a:r>
            <a:r>
              <a:rPr lang="en-US" altLang="zh-CN" sz="2200" b="1" dirty="0"/>
              <a:t>)</a:t>
            </a:r>
            <a:r>
              <a:rPr lang="zh-CN" altLang="en-US" sz="2200" b="1" dirty="0"/>
              <a:t>只</a:t>
            </a:r>
            <a:r>
              <a:rPr lang="zh-CN" altLang="en-US" sz="2200" b="1" dirty="0" smtClean="0"/>
              <a:t>连接</a:t>
            </a:r>
            <a:r>
              <a:rPr lang="en-US" altLang="zh-CN" sz="2200" b="1" dirty="0" smtClean="0">
                <a:solidFill>
                  <a:srgbClr val="990099"/>
                </a:solidFill>
              </a:rPr>
              <a:t>≥</a:t>
            </a:r>
            <a:r>
              <a:rPr lang="zh-CN" altLang="en-US" sz="2200" b="1" dirty="0" smtClean="0">
                <a:solidFill>
                  <a:srgbClr val="990099"/>
                </a:solidFill>
              </a:rPr>
              <a:t>自身优先级</a:t>
            </a:r>
            <a:r>
              <a:rPr lang="zh-CN" altLang="en-US" sz="2200" b="1" dirty="0" smtClean="0">
                <a:solidFill>
                  <a:schemeClr val="tx1"/>
                </a:solidFill>
              </a:rPr>
              <a:t>的</a:t>
            </a:r>
            <a:r>
              <a:rPr lang="zh-CN" altLang="en-US" sz="2200" b="1" dirty="0" smtClean="0"/>
              <a:t>仲裁线</a:t>
            </a:r>
            <a:endParaRPr lang="zh-CN" altLang="en-US" sz="2200" b="1" dirty="0"/>
          </a:p>
        </p:txBody>
      </p:sp>
      <p:sp>
        <p:nvSpPr>
          <p:cNvPr id="5" name="Text Box 7"/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179705" y="4234815"/>
            <a:ext cx="2652395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</a:rPr>
              <a:t>5</a:t>
            </a:r>
            <a:r>
              <a:rPr lang="zh-CN" altLang="en-US" sz="2200" b="1" dirty="0">
                <a:solidFill>
                  <a:srgbClr val="FF3399"/>
                </a:solidFill>
              </a:rPr>
              <a:t>、</a:t>
            </a:r>
            <a:r>
              <a:rPr lang="zh-CN" altLang="en-US" sz="2200" b="1" dirty="0" smtClean="0">
                <a:solidFill>
                  <a:srgbClr val="FF3399"/>
                </a:solidFill>
                <a:sym typeface="+mn-ea"/>
              </a:rPr>
              <a:t>竞争式</a:t>
            </a:r>
            <a:r>
              <a:rPr lang="en-US" altLang="zh-CN" sz="2200" b="1" dirty="0" smtClean="0">
                <a:solidFill>
                  <a:srgbClr val="FF3399"/>
                </a:solidFill>
                <a:sym typeface="+mn-ea"/>
              </a:rPr>
              <a:t> </a:t>
            </a:r>
            <a:r>
              <a:rPr lang="en-US" altLang="zh-CN" sz="1800" b="1" dirty="0" smtClean="0">
                <a:sym typeface="+mn-ea"/>
              </a:rPr>
              <a:t>(</a:t>
            </a:r>
            <a:r>
              <a:rPr lang="zh-CN" altLang="en-US" sz="1800" b="1" dirty="0" smtClean="0">
                <a:sym typeface="+mn-ea"/>
              </a:rPr>
              <a:t>分布式</a:t>
            </a:r>
            <a:r>
              <a:rPr lang="en-US" altLang="zh-CN" sz="1800" b="1" dirty="0" smtClean="0">
                <a:sym typeface="+mn-ea"/>
              </a:rPr>
              <a:t>)</a:t>
            </a:r>
            <a:endParaRPr lang="en-US" altLang="zh-CN" sz="1800" b="1" dirty="0" smtClean="0"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sym typeface="+mn-ea"/>
              </a:rPr>
              <a:t>*基本思想：</a:t>
            </a:r>
            <a:endParaRPr lang="zh-CN" altLang="en-US" sz="2200" b="1" dirty="0" smtClean="0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dirty="0" smtClean="0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 smtClean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sym typeface="+mn-ea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sym typeface="+mn-ea"/>
              </a:rPr>
              <a:t>仲裁线连接：</a:t>
            </a:r>
            <a:endParaRPr lang="zh-CN" altLang="en-US" sz="2200" b="1" dirty="0" smtClean="0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sym typeface="+mn-ea"/>
              </a:rPr>
              <a:t>*仲裁实现：</a:t>
            </a:r>
            <a:endParaRPr lang="en-US" altLang="zh-CN" sz="2200" b="1" dirty="0" smtClean="0">
              <a:solidFill>
                <a:srgbClr val="FF3399"/>
              </a:solidFill>
              <a:sym typeface="+mn-ea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835785" y="4644390"/>
            <a:ext cx="7018655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/>
              <a:t>总裁线</a:t>
            </a:r>
            <a:r>
              <a:rPr lang="zh-CN" altLang="en-US" sz="2200" b="1" dirty="0"/>
              <a:t>有</a:t>
            </a:r>
            <a:r>
              <a:rPr lang="en-US" altLang="zh-CN" sz="2200" b="1" dirty="0"/>
              <a:t>n</a:t>
            </a:r>
            <a:r>
              <a:rPr lang="zh-CN" altLang="en-US" sz="2200" b="1" dirty="0"/>
              <a:t>根，优先级用仲裁线编码表示；</a:t>
            </a:r>
            <a:endParaRPr lang="zh-CN" altLang="en-US" sz="22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 smtClean="0"/>
              <a:t>仲裁时</a:t>
            </a:r>
            <a:r>
              <a:rPr lang="zh-CN" altLang="en-US" sz="2200" b="1" dirty="0" smtClean="0">
                <a:solidFill>
                  <a:srgbClr val="990099"/>
                </a:solidFill>
                <a:sym typeface="+mn-ea"/>
              </a:rPr>
              <a:t>逐位</a:t>
            </a:r>
            <a:r>
              <a:rPr lang="zh-CN" altLang="en-US" sz="2200" b="1" dirty="0" smtClean="0">
                <a:sym typeface="+mn-ea"/>
              </a:rPr>
              <a:t>竞争、败者退出</a:t>
            </a:r>
            <a:endParaRPr lang="en-US" altLang="zh-CN" sz="2200" b="1" dirty="0" smtClean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 smtClean="0">
                <a:solidFill>
                  <a:srgbClr val="C00000"/>
                </a:solidFill>
              </a:rPr>
              <a:t>  </a:t>
            </a:r>
            <a:r>
              <a:rPr lang="zh-CN" altLang="en-US" sz="2200" b="1" dirty="0" smtClean="0"/>
              <a:t>各主设备</a:t>
            </a:r>
            <a:r>
              <a:rPr lang="en-US" altLang="zh-CN" sz="2200" b="1" dirty="0"/>
              <a:t>(</a:t>
            </a:r>
            <a:r>
              <a:rPr lang="zh-CN" altLang="en-US" sz="2200" b="1" dirty="0" smtClean="0"/>
              <a:t>≤</a:t>
            </a:r>
            <a:r>
              <a:rPr lang="en-US" altLang="zh-CN" sz="2200" b="1" dirty="0" smtClean="0"/>
              <a:t>2</a:t>
            </a:r>
            <a:r>
              <a:rPr lang="en-US" altLang="zh-CN" sz="2200" b="1" baseline="50000" dirty="0" smtClean="0">
                <a:solidFill>
                  <a:schemeClr val="tx1"/>
                </a:solidFill>
                <a:uFillTx/>
              </a:rPr>
              <a:t>n</a:t>
            </a:r>
            <a:r>
              <a:rPr lang="zh-CN" altLang="en-US" sz="2200" b="1" dirty="0" smtClean="0"/>
              <a:t>个</a:t>
            </a:r>
            <a:r>
              <a:rPr lang="en-US" altLang="zh-CN" sz="2200" b="1" dirty="0"/>
              <a:t>)</a:t>
            </a:r>
            <a:r>
              <a:rPr lang="zh-CN" altLang="en-US" sz="2200" b="1" dirty="0" smtClean="0"/>
              <a:t>连接</a:t>
            </a:r>
            <a:r>
              <a:rPr lang="zh-CN" sz="2200" b="1" dirty="0" smtClean="0">
                <a:solidFill>
                  <a:srgbClr val="990099"/>
                </a:solidFill>
              </a:rPr>
              <a:t>所有</a:t>
            </a:r>
            <a:r>
              <a:rPr lang="zh-CN" altLang="en-US" sz="2200" b="1" dirty="0" smtClean="0"/>
              <a:t>仲裁线</a:t>
            </a:r>
            <a:endParaRPr lang="zh-CN" altLang="en-US" sz="2200" b="1" dirty="0" smtClean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cs typeface="宋体" panose="02010600030101010101" pitchFamily="2" charset="-122"/>
                <a:sym typeface="+mn-ea"/>
              </a:rPr>
              <a:t>BRi</a:t>
            </a:r>
            <a:r>
              <a:rPr lang="zh-CN" altLang="en-US" sz="2200" b="1" dirty="0" smtClean="0"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ym typeface="+mn-ea"/>
              </a:rPr>
              <a:t>1</a:t>
            </a:r>
            <a:r>
              <a:rPr lang="zh-CN" altLang="en-US" sz="2200" b="1" dirty="0" smtClean="0">
                <a:sym typeface="+mn-ea"/>
              </a:rPr>
              <a:t>时</a:t>
            </a:r>
            <a:r>
              <a:rPr lang="zh-CN" altLang="en-US" sz="2200" b="1" u="sng" dirty="0" smtClean="0">
                <a:solidFill>
                  <a:srgbClr val="990099"/>
                </a:solidFill>
                <a:sym typeface="+mn-ea"/>
              </a:rPr>
              <a:t>逐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位</a:t>
            </a:r>
            <a:r>
              <a:rPr lang="zh-CN" altLang="en-US" sz="2200" b="1" u="sng" dirty="0" smtClean="0">
                <a:solidFill>
                  <a:srgbClr val="990099"/>
                </a:solidFill>
                <a:sym typeface="+mn-ea"/>
              </a:rPr>
              <a:t>发送</a:t>
            </a:r>
            <a:r>
              <a:rPr lang="en-US" altLang="zh-CN" sz="2200" b="1" dirty="0" err="1" smtClean="0">
                <a:sym typeface="+mn-ea"/>
              </a:rPr>
              <a:t>IDj</a:t>
            </a:r>
            <a:r>
              <a:rPr lang="en-US" altLang="zh-CN" sz="2200" b="1" u="sng" dirty="0" err="1" smtClean="0">
                <a:solidFill>
                  <a:srgbClr val="990099"/>
                </a:solidFill>
                <a:sym typeface="+mn-ea"/>
              </a:rPr>
              <a:t>&amp;</a:t>
            </a:r>
            <a:r>
              <a:rPr lang="zh-CN" altLang="en-US" sz="2200" b="1" u="sng" dirty="0" smtClean="0">
                <a:solidFill>
                  <a:srgbClr val="990099"/>
                </a:solidFill>
                <a:sym typeface="+mn-ea"/>
              </a:rPr>
              <a:t>接收</a:t>
            </a:r>
            <a:r>
              <a:rPr lang="en-US" altLang="zh-CN" sz="2200" b="1" dirty="0" smtClean="0">
                <a:sym typeface="+mn-ea"/>
              </a:rPr>
              <a:t>BUSj</a:t>
            </a:r>
            <a:r>
              <a:rPr lang="zh-CN" altLang="en-US" sz="2200" b="1" dirty="0" smtClean="0">
                <a:sym typeface="+mn-ea"/>
              </a:rPr>
              <a:t>，</a:t>
            </a:r>
            <a:r>
              <a:rPr lang="en-US" altLang="zh-CN" sz="2200" b="1" dirty="0" smtClean="0">
                <a:sym typeface="+mn-ea"/>
              </a:rPr>
              <a:t>BS</a:t>
            </a:r>
            <a:r>
              <a:rPr lang="zh-CN" altLang="en-US" sz="2200" b="1" dirty="0" smtClean="0"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ym typeface="+mn-ea"/>
              </a:rPr>
              <a:t>∏(</a:t>
            </a:r>
            <a:r>
              <a:rPr lang="en-US" altLang="zh-CN" sz="2200" b="1" dirty="0" err="1" smtClean="0">
                <a:sym typeface="+mn-ea"/>
              </a:rPr>
              <a:t>IDj=</a:t>
            </a:r>
            <a:r>
              <a:rPr lang="en-US" altLang="zh-CN" sz="2200" b="1" dirty="0" smtClean="0">
                <a:sym typeface="+mn-ea"/>
              </a:rPr>
              <a:t>BUSj</a:t>
            </a:r>
            <a:r>
              <a:rPr lang="en-US" altLang="zh-CN" sz="2200" b="1" dirty="0" err="1" smtClean="0">
                <a:sym typeface="+mn-ea"/>
              </a:rPr>
              <a:t>)</a:t>
            </a:r>
            <a:endParaRPr lang="zh-CN" altLang="en-US" sz="2200" b="1" dirty="0"/>
          </a:p>
        </p:txBody>
      </p:sp>
      <p:sp>
        <p:nvSpPr>
          <p:cNvPr id="121" name="AutoShape 62">
            <a:hlinkClick r:id="rId43" action="ppaction://hlinksldjump"/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 rot="16200000">
            <a:off x="7452669" y="6236070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  <p:bldP spid="144" grpId="0" bldLvl="0" animBg="1"/>
      <p:bldP spid="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83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8200" y="324000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ctr">
              <a:lnSpc>
                <a:spcPct val="100000"/>
              </a:lnSpc>
            </a:pPr>
            <a:r>
              <a:rPr lang="en-US" altLang="zh-CN" sz="2800" b="1" dirty="0" smtClean="0"/>
              <a:t>§6.3  </a:t>
            </a:r>
            <a:r>
              <a:rPr lang="zh-CN" altLang="en-US" sz="2800" b="1" dirty="0" smtClean="0"/>
              <a:t>总线传输与</a:t>
            </a:r>
            <a:r>
              <a:rPr lang="zh-CN" altLang="en-US" sz="2800" b="1" dirty="0"/>
              <a:t>定时</a:t>
            </a:r>
            <a:endParaRPr lang="zh-CN" altLang="en-US" sz="2800" b="1" dirty="0"/>
          </a:p>
        </p:txBody>
      </p:sp>
      <p:sp>
        <p:nvSpPr>
          <p:cNvPr id="94" name="Text Box 52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828040"/>
            <a:ext cx="875855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rgbClr val="C00000"/>
                </a:solidFill>
                <a:latin typeface="+mn-ea"/>
                <a:ea typeface="+mn-ea"/>
              </a:rPr>
              <a:t>※</a:t>
            </a:r>
            <a:r>
              <a:rPr lang="zh-CN" altLang="en-US" sz="2000" b="1" dirty="0" smtClean="0">
                <a:solidFill>
                  <a:srgbClr val="C00000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 smtClean="0"/>
              <a:t>总线事务类型，传输过程、</a:t>
            </a:r>
            <a:r>
              <a:rPr lang="zh-CN" altLang="en-US" sz="2000" b="1" dirty="0" smtClean="0">
                <a:latin typeface="+mn-ea"/>
                <a:ea typeface="+mn-ea"/>
              </a:rPr>
              <a:t>定时方式</a:t>
            </a:r>
            <a:r>
              <a:rPr lang="zh-CN" altLang="en-US" sz="2000" b="1" dirty="0" smtClean="0"/>
              <a:t>，</a:t>
            </a:r>
            <a:r>
              <a:rPr lang="zh-CN" altLang="en-US" sz="2000" b="1" dirty="0"/>
              <a:t>总线标准</a:t>
            </a:r>
            <a:r>
              <a:rPr lang="en-US" altLang="zh-CN" sz="1800" b="1" dirty="0" smtClean="0"/>
              <a:t>(×)</a:t>
            </a:r>
            <a:endParaRPr lang="en-US" altLang="zh-CN" sz="1800" b="1" dirty="0" smtClean="0">
              <a:latin typeface="+mn-ea"/>
              <a:ea typeface="+mn-ea"/>
            </a:endParaRPr>
          </a:p>
        </p:txBody>
      </p:sp>
      <p:sp>
        <p:nvSpPr>
          <p:cNvPr id="92" name="Text Box 4"/>
          <p:cNvSpPr txBox="1">
            <a:spLocks noChangeArrowheads="1"/>
          </p:cNvSpPr>
          <p:nvPr/>
        </p:nvSpPr>
        <p:spPr bwMode="auto">
          <a:xfrm>
            <a:off x="179705" y="1332000"/>
            <a:ext cx="8773795" cy="246570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、总线事务类型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</a:t>
            </a:r>
            <a:r>
              <a:rPr lang="zh-CN" altLang="en-US" sz="1800" b="1" dirty="0" smtClean="0">
                <a:cs typeface="宋体" panose="02010600030101010101" pitchFamily="2" charset="-122"/>
                <a:sym typeface="+mn-ea"/>
              </a:rPr>
              <a:t>所支持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传输功能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总线事务</a:t>
            </a:r>
            <a:r>
              <a:rPr lang="zh-CN" altLang="en-US" sz="2200" b="1" dirty="0" smtClean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功能属性：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ym typeface="+mn-ea"/>
              </a:rPr>
              <a:t>    </a:t>
            </a:r>
            <a:r>
              <a:rPr lang="zh-CN" altLang="en-US" sz="2200" b="1" dirty="0" smtClean="0">
                <a:sym typeface="+mn-ea"/>
              </a:rPr>
              <a:t>设备个数、传送功能</a:t>
            </a:r>
            <a:r>
              <a:rPr lang="en-US" altLang="zh-CN" sz="1600" b="1" dirty="0" smtClean="0">
                <a:sym typeface="+mn-ea"/>
              </a:rPr>
              <a:t>(</a:t>
            </a:r>
            <a:r>
              <a:rPr lang="zh-CN" altLang="en-US" sz="1600" b="1" dirty="0" smtClean="0">
                <a:sym typeface="+mn-ea"/>
              </a:rPr>
              <a:t>读</a:t>
            </a:r>
            <a:r>
              <a:rPr lang="en-US" altLang="zh-CN" sz="1600" b="1" dirty="0" smtClean="0">
                <a:sym typeface="+mn-ea"/>
              </a:rPr>
              <a:t>/</a:t>
            </a:r>
            <a:r>
              <a:rPr lang="zh-CN" altLang="en-US" sz="1600" b="1" dirty="0" smtClean="0">
                <a:sym typeface="+mn-ea"/>
              </a:rPr>
              <a:t>写</a:t>
            </a:r>
            <a:r>
              <a:rPr lang="en-US" altLang="zh-CN" sz="1600" b="1" dirty="0" smtClean="0">
                <a:sym typeface="+mn-ea"/>
              </a:rPr>
              <a:t>/</a:t>
            </a:r>
            <a:r>
              <a:rPr lang="zh-CN" altLang="en-US" sz="1600" b="1" dirty="0" smtClean="0">
                <a:sym typeface="+mn-ea"/>
              </a:rPr>
              <a:t>读改写</a:t>
            </a:r>
            <a:r>
              <a:rPr lang="en-US" altLang="zh-CN" sz="1600" b="1" dirty="0" smtClean="0">
                <a:sym typeface="+mn-ea"/>
              </a:rPr>
              <a:t>)</a:t>
            </a:r>
            <a:r>
              <a:rPr lang="zh-CN" altLang="en-US" sz="2200" b="1" dirty="0" smtClean="0">
                <a:sym typeface="+mn-ea"/>
              </a:rPr>
              <a:t>、数据个数</a:t>
            </a:r>
            <a:r>
              <a:rPr lang="en-US" altLang="zh-CN" sz="1600" b="1" dirty="0" smtClean="0">
                <a:sym typeface="+mn-ea"/>
              </a:rPr>
              <a:t>(</a:t>
            </a:r>
            <a:r>
              <a:rPr lang="zh-CN" altLang="en-US" sz="1600" b="1" dirty="0" smtClean="0">
                <a:sym typeface="+mn-ea"/>
              </a:rPr>
              <a:t>常规</a:t>
            </a:r>
            <a:r>
              <a:rPr lang="en-US" altLang="zh-CN" sz="1600" b="1" dirty="0" smtClean="0">
                <a:sym typeface="+mn-ea"/>
              </a:rPr>
              <a:t>/</a:t>
            </a:r>
            <a:r>
              <a:rPr lang="zh-CN" altLang="en-US" sz="1600" b="1" dirty="0" smtClean="0">
                <a:sym typeface="+mn-ea"/>
              </a:rPr>
              <a:t>突发</a:t>
            </a:r>
            <a:r>
              <a:rPr lang="en-US" altLang="zh-CN" sz="1600" b="1" dirty="0" smtClean="0">
                <a:sym typeface="+mn-ea"/>
              </a:rPr>
              <a:t>)</a:t>
            </a:r>
            <a:r>
              <a:rPr lang="zh-CN" altLang="en-US" sz="2200" b="1" dirty="0" smtClean="0">
                <a:sym typeface="+mn-ea"/>
              </a:rPr>
              <a:t>、寻址范围</a:t>
            </a:r>
            <a:endParaRPr lang="en-US" altLang="zh-CN" sz="2200" b="1" dirty="0" smtClean="0"/>
          </a:p>
          <a:p>
            <a:pPr>
              <a:lnSpc>
                <a:spcPct val="105000"/>
              </a:lnSpc>
            </a:pPr>
            <a:r>
              <a:rPr lang="en-US" altLang="zh-CN" sz="1600" b="1" dirty="0" smtClean="0">
                <a:sym typeface="+mn-ea"/>
              </a:rPr>
              <a:t>         </a:t>
            </a:r>
            <a:r>
              <a:rPr lang="en-US" altLang="zh-CN" sz="1600" dirty="0" smtClean="0">
                <a:sym typeface="+mn-ea"/>
              </a:rPr>
              <a:t>└</a:t>
            </a:r>
            <a:r>
              <a:rPr lang="en-US" altLang="zh-CN" sz="1600" b="1" dirty="0" smtClean="0">
                <a:sym typeface="+mn-ea"/>
              </a:rPr>
              <a:t>←</a:t>
            </a:r>
            <a:r>
              <a:rPr lang="zh-CN" altLang="en-US" sz="1600" b="1" dirty="0" smtClean="0">
                <a:sym typeface="+mn-ea"/>
              </a:rPr>
              <a:t>目标设备为一</a:t>
            </a:r>
            <a:r>
              <a:rPr lang="en-US" altLang="zh-CN" sz="1600" b="1" dirty="0" smtClean="0">
                <a:sym typeface="+mn-ea"/>
              </a:rPr>
              <a:t>/</a:t>
            </a:r>
            <a:r>
              <a:rPr lang="zh-CN" altLang="en-US" sz="1600" b="1" dirty="0" smtClean="0">
                <a:sym typeface="+mn-ea"/>
              </a:rPr>
              <a:t>多个</a:t>
            </a:r>
            <a:r>
              <a:rPr lang="en-US" altLang="zh-CN" sz="1600" b="1" dirty="0" smtClean="0">
                <a:sym typeface="+mn-ea"/>
              </a:rPr>
              <a:t>                  </a:t>
            </a:r>
            <a:r>
              <a:rPr lang="zh-CN" altLang="en-US" sz="1600" b="1" dirty="0" smtClean="0">
                <a:sym typeface="+mn-ea"/>
              </a:rPr>
              <a:t>发送</a:t>
            </a:r>
            <a:r>
              <a:rPr lang="en-US" altLang="zh-CN" sz="1600" b="1" dirty="0" smtClean="0">
                <a:sym typeface="+mn-ea"/>
              </a:rPr>
              <a:t>1</a:t>
            </a:r>
            <a:r>
              <a:rPr lang="en-US" altLang="zh-CN" sz="1600" b="1" dirty="0" smtClean="0">
                <a:sym typeface="+mn-ea"/>
              </a:rPr>
              <a:t>/2</a:t>
            </a:r>
            <a:r>
              <a:rPr lang="zh-CN" altLang="en-US" sz="1600" b="1" dirty="0" smtClean="0">
                <a:sym typeface="+mn-ea"/>
              </a:rPr>
              <a:t>次地址</a:t>
            </a:r>
            <a:r>
              <a:rPr lang="en-US" altLang="zh-CN" sz="1600" b="1" dirty="0" smtClean="0">
                <a:sym typeface="+mn-ea"/>
              </a:rPr>
              <a:t>(</a:t>
            </a:r>
            <a:r>
              <a:rPr lang="zh-CN" altLang="en-US" sz="1600" b="1" dirty="0" smtClean="0">
                <a:sym typeface="+mn-ea"/>
              </a:rPr>
              <a:t>扩展地址空间</a:t>
            </a:r>
            <a:r>
              <a:rPr lang="en-US" altLang="zh-CN" sz="1600" b="1" dirty="0" smtClean="0">
                <a:sym typeface="+mn-ea"/>
              </a:rPr>
              <a:t>)→</a:t>
            </a:r>
            <a:r>
              <a:rPr lang="en-US" altLang="zh-CN" sz="1600" dirty="0" smtClean="0">
                <a:sym typeface="+mn-ea"/>
              </a:rPr>
              <a:t>┘</a:t>
            </a:r>
            <a:r>
              <a:rPr lang="en-US" altLang="zh-CN" sz="1600" b="1" dirty="0" smtClean="0">
                <a:sym typeface="+mn-ea"/>
              </a:rPr>
              <a:t> </a:t>
            </a:r>
            <a:endParaRPr lang="zh-CN" altLang="en-US" sz="16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总线事务类型：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多种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事务，</a:t>
            </a:r>
            <a:r>
              <a:rPr lang="zh-CN" altLang="en-US" sz="2200" b="1" u="sng" dirty="0" smtClean="0">
                <a:sym typeface="+mn-ea"/>
              </a:rPr>
              <a:t>每种事务</a:t>
            </a:r>
            <a:r>
              <a:rPr lang="zh-CN" altLang="en-US" sz="2200" b="1" dirty="0" smtClean="0">
                <a:sym typeface="+mn-ea"/>
              </a:rPr>
              <a:t>对应一种传输功能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182" name="表格 18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83568" y="3788281"/>
          <a:ext cx="8275320" cy="253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5"/>
                <a:gridCol w="7915275"/>
              </a:tblGrid>
              <a:tr h="2462267">
                <a:tc>
                  <a:txBody>
                    <a:bodyPr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PCI</a:t>
                      </a:r>
                      <a:r>
                        <a:rPr lang="zh-CN" altLang="en-US" sz="1800" b="1" dirty="0" smtClean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总线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的事务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类型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18000" marB="18000" vert="eaVert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读、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写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en-US" altLang="zh-CN" sz="1800" b="1" u="sng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u="sng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空间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</a:t>
                      </a:r>
                      <a:r>
                        <a:rPr lang="zh-CN" altLang="en-US" sz="1800" b="1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一个</a:t>
                      </a:r>
                      <a:r>
                        <a:rPr lang="en-US" altLang="zh-CN" sz="1800" b="1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800" b="1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多个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数据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I/O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读、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I/O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写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en-US" altLang="zh-CN" sz="1800" b="1" dirty="0" smtClean="0">
                          <a:solidFill>
                            <a:srgbClr val="CC3300"/>
                          </a:solidFill>
                          <a:latin typeface="+mn-ea"/>
                          <a:ea typeface="+mn-ea"/>
                        </a:rPr>
                        <a:t>I/O</a:t>
                      </a:r>
                      <a:r>
                        <a:rPr lang="zh-CN" altLang="en-US" sz="1800" b="1" dirty="0" smtClean="0">
                          <a:solidFill>
                            <a:srgbClr val="CC3300"/>
                          </a:solidFill>
                          <a:latin typeface="+mn-ea"/>
                          <a:ea typeface="+mn-ea"/>
                        </a:rPr>
                        <a:t>空间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</a:t>
                      </a:r>
                      <a:r>
                        <a:rPr lang="zh-CN" altLang="en-US" sz="1800" b="1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一个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数据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配置读、配置写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1800" b="1" dirty="0" smtClean="0">
                          <a:solidFill>
                            <a:srgbClr val="CC3300"/>
                          </a:solidFill>
                          <a:latin typeface="+mn-ea"/>
                          <a:ea typeface="+mn-ea"/>
                        </a:rPr>
                        <a:t>配置空间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</a:t>
                      </a:r>
                      <a:r>
                        <a:rPr lang="zh-CN" altLang="en-US" sz="1800" b="1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一个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数据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行读、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多行读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en-US" altLang="zh-CN" sz="1800" b="1" u="sng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u="sng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空间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</a:t>
                      </a:r>
                      <a:r>
                        <a:rPr lang="zh-CN" altLang="en-US" sz="1800" b="1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一个</a:t>
                      </a:r>
                      <a:r>
                        <a:rPr lang="en-US" altLang="zh-CN" sz="1800" b="1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800" b="1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多个</a:t>
                      </a:r>
                      <a:r>
                        <a:rPr lang="en-US" altLang="zh-CN" sz="1800" b="1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S</a:t>
                      </a:r>
                      <a:r>
                        <a:rPr lang="zh-CN" altLang="en-US" sz="1800" b="1" baseline="-18000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主存</a:t>
                      </a:r>
                      <a:r>
                        <a:rPr lang="zh-CN" altLang="en-US" sz="1800" b="1" baseline="-180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块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数据</a:t>
                      </a:r>
                      <a:r>
                        <a:rPr lang="zh-CN" altLang="en-US" sz="1800" b="1" spc="4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Cache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调入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/DMA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传送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写并无效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en-US" altLang="zh-CN" sz="1800" b="1" u="sng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1800" b="1" u="sng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空间</a:t>
                      </a:r>
                      <a:r>
                        <a:rPr lang="zh-CN" altLang="en-US" sz="1800" b="1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一个</a:t>
                      </a:r>
                      <a:r>
                        <a:rPr lang="en-US" altLang="zh-CN" sz="1800" b="1" dirty="0" err="1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S</a:t>
                      </a:r>
                      <a:r>
                        <a:rPr lang="zh-CN" altLang="en-US" sz="1800" baseline="-18000" dirty="0" err="1" smtClean="0">
                          <a:solidFill>
                            <a:srgbClr val="0070C0"/>
                          </a:solidFill>
                          <a:latin typeface="+mn-ea"/>
                          <a:sym typeface="+mn-ea"/>
                        </a:rPr>
                        <a:t>主存</a:t>
                      </a:r>
                      <a:r>
                        <a:rPr lang="zh-CN" altLang="en-US" sz="1800" baseline="-18000" dirty="0" smtClean="0">
                          <a:solidFill>
                            <a:srgbClr val="0070C0"/>
                          </a:solidFill>
                          <a:latin typeface="+mn-ea"/>
                          <a:sym typeface="+mn-ea"/>
                        </a:rPr>
                        <a:t>块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数据，并通知其他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CPU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作废该块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中断响应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取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I/O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接口的中断类型号，地址无效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(I/O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接口自动轮询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特殊周期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向外设通报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CPU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的工作状态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，地址无效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广播模式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双地址周期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—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事务的地址分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次发送、操作类型在第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个时钟周期表示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59" name="AutoShape 335">
            <a:hlinkClick r:id="rId4" tooltip="" action="ppaction://hlinksldjump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4428000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5" name="Text Box 71"/>
          <p:cNvSpPr txBox="1">
            <a:spLocks noChangeArrowheads="1"/>
          </p:cNvSpPr>
          <p:nvPr/>
        </p:nvSpPr>
        <p:spPr bwMode="auto">
          <a:xfrm>
            <a:off x="179512" y="360000"/>
            <a:ext cx="8785100" cy="20916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 smtClean="0">
                <a:solidFill>
                  <a:srgbClr val="FF3399"/>
                </a:solidFill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</a:rPr>
              <a:t>、总线传输</a:t>
            </a:r>
            <a:r>
              <a:rPr lang="en-US" altLang="zh-CN" sz="2200" b="1" dirty="0" smtClean="0">
                <a:solidFill>
                  <a:srgbClr val="FF3399"/>
                </a:solidFill>
              </a:rPr>
              <a:t>&amp;</a:t>
            </a:r>
            <a:r>
              <a:rPr lang="zh-CN" altLang="en-US" sz="2200" b="1" dirty="0" smtClean="0">
                <a:solidFill>
                  <a:srgbClr val="FF3399"/>
                </a:solidFill>
              </a:rPr>
              <a:t>定时</a:t>
            </a:r>
            <a:endParaRPr lang="zh-CN" altLang="en-US" sz="2200" b="1" dirty="0" smtClean="0">
              <a:solidFill>
                <a:srgbClr val="FF3399"/>
              </a:solidFill>
            </a:endParaRPr>
          </a:p>
          <a:p>
            <a:r>
              <a:rPr lang="en-US" altLang="zh-CN" sz="2200" b="1" dirty="0" smtClean="0">
                <a:solidFill>
                  <a:srgbClr val="C00000"/>
                </a:solidFill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总线传输过程： 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rPr>
              <a:t>传输功能的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步骤约定</a:t>
            </a: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</a:rPr>
              <a:t>   </a:t>
            </a:r>
            <a:r>
              <a:rPr lang="zh-CN" altLang="en-US" sz="2200" b="1" dirty="0"/>
              <a:t>用</a:t>
            </a:r>
            <a:r>
              <a:rPr lang="zh-CN" altLang="en-US" sz="2200" b="1" u="sng" dirty="0">
                <a:solidFill>
                  <a:srgbClr val="990099"/>
                </a:solidFill>
              </a:rPr>
              <a:t>传输协议</a:t>
            </a:r>
            <a:r>
              <a:rPr lang="zh-CN" altLang="en-US" sz="2200" b="1" dirty="0" smtClean="0"/>
              <a:t>表示</a:t>
            </a:r>
            <a:r>
              <a:rPr lang="zh-CN" altLang="en-US" sz="2200" b="1" dirty="0"/>
              <a:t>，</a:t>
            </a:r>
            <a:r>
              <a:rPr lang="zh-CN" altLang="en-US" sz="2200" b="1" dirty="0" smtClean="0"/>
              <a:t>不同事务的</a:t>
            </a:r>
            <a:r>
              <a:rPr lang="zh-CN" altLang="en-US" sz="2200" b="1" u="sng" dirty="0" smtClean="0">
                <a:solidFill>
                  <a:schemeClr val="tx1"/>
                </a:solidFill>
              </a:rPr>
              <a:t>交互步骤</a:t>
            </a:r>
            <a:r>
              <a:rPr lang="zh-CN" altLang="en-US" sz="2200" b="1" dirty="0" smtClean="0"/>
              <a:t>不同       </a:t>
            </a:r>
            <a:r>
              <a:rPr lang="zh-CN" altLang="en-US" sz="1800" b="1" dirty="0" smtClean="0"/>
              <a:t>←传输功能不同</a:t>
            </a:r>
            <a:endParaRPr lang="en-US" altLang="zh-CN" sz="2200" b="1" dirty="0" smtClean="0"/>
          </a:p>
          <a:p>
            <a:pPr>
              <a:spcBef>
                <a:spcPts val="300"/>
              </a:spcBef>
            </a:pPr>
            <a:r>
              <a:rPr lang="en-US" altLang="zh-CN" sz="1800" b="1" dirty="0">
                <a:solidFill>
                  <a:schemeClr val="tx1"/>
                </a:solidFill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     </a:t>
            </a:r>
            <a:r>
              <a:rPr lang="zh-CN" altLang="en-US" sz="1800" b="1" dirty="0" smtClean="0">
                <a:solidFill>
                  <a:schemeClr val="tx1"/>
                </a:solidFill>
              </a:rPr>
              <a:t>例</a:t>
            </a:r>
            <a:r>
              <a:rPr lang="zh-CN" altLang="en-US" sz="1800" b="1" dirty="0">
                <a:solidFill>
                  <a:schemeClr val="tx1"/>
                </a:solidFill>
              </a:rPr>
              <a:t>：</a:t>
            </a:r>
            <a:r>
              <a:rPr lang="en-US" altLang="zh-CN" sz="1800" b="1" dirty="0"/>
              <a:t>MEM</a:t>
            </a:r>
            <a:r>
              <a:rPr lang="zh-CN" altLang="en-US" sz="1800" b="1" dirty="0" smtClean="0"/>
              <a:t>读事务＝</a:t>
            </a:r>
            <a:r>
              <a:rPr lang="zh-CN" altLang="en-US" sz="1800" b="1" dirty="0"/>
              <a:t>送地址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命令＋</a:t>
            </a:r>
            <a:r>
              <a:rPr lang="zh-CN" altLang="en-US" sz="1800" b="1" dirty="0" smtClean="0"/>
              <a:t>等待</a:t>
            </a:r>
            <a:r>
              <a:rPr lang="en-US" altLang="zh-CN" sz="1800" b="1" dirty="0" smtClean="0"/>
              <a:t>MEM</a:t>
            </a:r>
            <a:r>
              <a:rPr lang="zh-CN" altLang="en-US" sz="1800" b="1" dirty="0" smtClean="0"/>
              <a:t>响应</a:t>
            </a:r>
            <a:r>
              <a:rPr lang="zh-CN" altLang="en-US" sz="1800" b="1" dirty="0"/>
              <a:t>＋</a:t>
            </a:r>
            <a:r>
              <a:rPr lang="zh-CN" altLang="en-US" sz="1800" b="1" dirty="0">
                <a:solidFill>
                  <a:srgbClr val="0070C0"/>
                </a:solidFill>
              </a:rPr>
              <a:t>传送数据</a:t>
            </a:r>
            <a:r>
              <a:rPr lang="zh-CN" altLang="en-US" sz="1800" b="1" dirty="0"/>
              <a:t>＋</a:t>
            </a:r>
            <a:r>
              <a:rPr lang="zh-CN" altLang="en-US" sz="1800" b="1" dirty="0" smtClean="0"/>
              <a:t>结束</a:t>
            </a:r>
            <a:endParaRPr lang="en-US" altLang="zh-CN" sz="1800" b="1" dirty="0" smtClean="0"/>
          </a:p>
          <a:p>
            <a:r>
              <a:rPr lang="en-US" altLang="zh-CN" sz="1800" b="1" dirty="0" smtClean="0"/>
              <a:t>          MEM</a:t>
            </a:r>
            <a:r>
              <a:rPr lang="zh-CN" altLang="en-US" sz="1800" b="1" dirty="0" smtClean="0"/>
              <a:t>写事务＝</a:t>
            </a:r>
            <a:r>
              <a:rPr lang="zh-CN" altLang="en-US" sz="1800" b="1" dirty="0"/>
              <a:t>送地址</a:t>
            </a:r>
            <a:r>
              <a:rPr lang="en-US" altLang="zh-CN" sz="1800" b="1" dirty="0"/>
              <a:t>/</a:t>
            </a:r>
            <a:r>
              <a:rPr lang="zh-CN" altLang="en-US" sz="1800" b="1" dirty="0" smtClean="0"/>
              <a:t>命令</a:t>
            </a:r>
            <a:r>
              <a:rPr lang="zh-CN" altLang="en-US" sz="1800" b="1" dirty="0"/>
              <a:t>＋</a:t>
            </a:r>
            <a:r>
              <a:rPr lang="zh-CN" altLang="en-US" sz="1800" b="1" dirty="0">
                <a:solidFill>
                  <a:srgbClr val="0070C0"/>
                </a:solidFill>
              </a:rPr>
              <a:t>传送数据</a:t>
            </a:r>
            <a:r>
              <a:rPr lang="zh-CN" altLang="en-US" sz="1800" b="1" dirty="0" smtClean="0"/>
              <a:t>＋</a:t>
            </a:r>
            <a:r>
              <a:rPr lang="zh-CN" altLang="en-US" sz="1800" b="1" dirty="0"/>
              <a:t>等待</a:t>
            </a:r>
            <a:r>
              <a:rPr lang="en-US" altLang="zh-CN" sz="1800" b="1" dirty="0"/>
              <a:t>MEM</a:t>
            </a:r>
            <a:r>
              <a:rPr lang="zh-CN" altLang="en-US" sz="1800" b="1" dirty="0" smtClean="0"/>
              <a:t>响应＋结束</a:t>
            </a:r>
            <a:endParaRPr lang="zh-CN" altLang="en-US" sz="1800" b="1" dirty="0" smtClean="0"/>
          </a:p>
        </p:txBody>
      </p:sp>
      <p:grpSp>
        <p:nvGrpSpPr>
          <p:cNvPr id="4" name="组合 3"/>
          <p:cNvGrpSpPr/>
          <p:nvPr/>
        </p:nvGrpSpPr>
        <p:grpSpPr>
          <a:xfrm>
            <a:off x="1332000" y="2447925"/>
            <a:ext cx="3384550" cy="1368425"/>
            <a:chOff x="2492" y="3855"/>
            <a:chExt cx="5330" cy="2155"/>
          </a:xfrm>
        </p:grpSpPr>
        <p:cxnSp>
          <p:nvCxnSpPr>
            <p:cNvPr id="92" name="直接连接符 91"/>
            <p:cNvCxnSpPr/>
            <p:nvPr>
              <p:custDataLst>
                <p:tags r:id="rId1"/>
              </p:custDataLst>
            </p:nvPr>
          </p:nvCxnSpPr>
          <p:spPr bwMode="auto">
            <a:xfrm>
              <a:off x="5613" y="4139"/>
              <a:ext cx="1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连接符 92"/>
            <p:cNvCxnSpPr/>
            <p:nvPr>
              <p:custDataLst>
                <p:tags r:id="rId2"/>
              </p:custDataLst>
            </p:nvPr>
          </p:nvCxnSpPr>
          <p:spPr bwMode="auto">
            <a:xfrm>
              <a:off x="4930" y="3855"/>
              <a:ext cx="1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直接连接符 93"/>
            <p:cNvCxnSpPr/>
            <p:nvPr>
              <p:custDataLst>
                <p:tags r:id="rId3"/>
              </p:custDataLst>
            </p:nvPr>
          </p:nvCxnSpPr>
          <p:spPr bwMode="auto">
            <a:xfrm flipH="1">
              <a:off x="4248" y="3855"/>
              <a:ext cx="1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5" name="Text Box 16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420" y="3855"/>
              <a:ext cx="3118" cy="283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7780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 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3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4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6" name="AutoShape 21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250" y="4535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7" name="直接连接符 96"/>
            <p:cNvCxnSpPr/>
            <p:nvPr>
              <p:custDataLst>
                <p:tags r:id="rId6"/>
              </p:custDataLst>
            </p:nvPr>
          </p:nvCxnSpPr>
          <p:spPr bwMode="auto">
            <a:xfrm>
              <a:off x="4080" y="4422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直接连接符 97"/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4250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8"/>
              </p:custDataLst>
            </p:nvPr>
          </p:nvCxnSpPr>
          <p:spPr bwMode="auto">
            <a:xfrm>
              <a:off x="4250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4590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10"/>
              </p:custDataLst>
            </p:nvPr>
          </p:nvCxnSpPr>
          <p:spPr bwMode="auto">
            <a:xfrm>
              <a:off x="4590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4932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/>
            <p:cNvCxnSpPr/>
            <p:nvPr>
              <p:custDataLst>
                <p:tags r:id="rId12"/>
              </p:custDataLst>
            </p:nvPr>
          </p:nvCxnSpPr>
          <p:spPr bwMode="auto">
            <a:xfrm>
              <a:off x="4930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5271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>
              <p:custDataLst>
                <p:tags r:id="rId14"/>
              </p:custDataLst>
            </p:nvPr>
          </p:nvCxnSpPr>
          <p:spPr bwMode="auto">
            <a:xfrm>
              <a:off x="5280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/>
            <p:cNvCxnSpPr/>
            <p:nvPr>
              <p:custDataLst>
                <p:tags r:id="rId15"/>
              </p:custDataLst>
            </p:nvPr>
          </p:nvCxnSpPr>
          <p:spPr bwMode="auto">
            <a:xfrm>
              <a:off x="4080" y="4677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连接符 106"/>
            <p:cNvCxnSpPr/>
            <p:nvPr>
              <p:custDataLst>
                <p:tags r:id="rId16"/>
              </p:custDataLst>
            </p:nvPr>
          </p:nvCxnSpPr>
          <p:spPr bwMode="auto">
            <a:xfrm>
              <a:off x="4080" y="5074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4080" y="5329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4590" y="532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19"/>
              </p:custDataLst>
            </p:nvPr>
          </p:nvCxnSpPr>
          <p:spPr bwMode="auto">
            <a:xfrm>
              <a:off x="4590" y="5613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4080" y="5726"/>
              <a:ext cx="374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2" name="Text Box 14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492" y="4082"/>
              <a:ext cx="1531" cy="19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时钟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13" name="直接连接符 112"/>
            <p:cNvCxnSpPr/>
            <p:nvPr>
              <p:custDataLst>
                <p:tags r:id="rId22"/>
              </p:custDataLst>
            </p:nvPr>
          </p:nvCxnSpPr>
          <p:spPr bwMode="auto">
            <a:xfrm>
              <a:off x="4080" y="6009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连接符 113"/>
            <p:cNvCxnSpPr/>
            <p:nvPr>
              <p:custDataLst>
                <p:tags r:id="rId23"/>
              </p:custDataLst>
            </p:nvPr>
          </p:nvCxnSpPr>
          <p:spPr bwMode="auto">
            <a:xfrm>
              <a:off x="3654" y="5289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/>
            <p:cNvCxnSpPr/>
            <p:nvPr>
              <p:custDataLst>
                <p:tags r:id="rId24"/>
              </p:custDataLst>
            </p:nvPr>
          </p:nvCxnSpPr>
          <p:spPr bwMode="auto">
            <a:xfrm>
              <a:off x="3654" y="5697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6" name="直接连接符 115"/>
            <p:cNvCxnSpPr/>
            <p:nvPr>
              <p:custDataLst>
                <p:tags r:id="rId25"/>
              </p:custDataLst>
            </p:nvPr>
          </p:nvCxnSpPr>
          <p:spPr bwMode="auto">
            <a:xfrm>
              <a:off x="6288" y="3855"/>
              <a:ext cx="0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7" name="直接连接符 116"/>
            <p:cNvCxnSpPr/>
            <p:nvPr>
              <p:custDataLst>
                <p:tags r:id="rId26"/>
              </p:custDataLst>
            </p:nvPr>
          </p:nvCxnSpPr>
          <p:spPr bwMode="auto">
            <a:xfrm>
              <a:off x="6969" y="3855"/>
              <a:ext cx="0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接连接符 117"/>
            <p:cNvCxnSpPr/>
            <p:nvPr>
              <p:custDataLst>
                <p:tags r:id="rId27"/>
              </p:custDataLst>
            </p:nvPr>
          </p:nvCxnSpPr>
          <p:spPr bwMode="auto">
            <a:xfrm flipH="1">
              <a:off x="7649" y="3855"/>
              <a:ext cx="1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直接连接符 118"/>
            <p:cNvCxnSpPr/>
            <p:nvPr>
              <p:custDataLst>
                <p:tags r:id="rId28"/>
              </p:custDataLst>
            </p:nvPr>
          </p:nvCxnSpPr>
          <p:spPr bwMode="auto">
            <a:xfrm>
              <a:off x="7479" y="467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0" name="AutoShape 215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288" y="4932"/>
              <a:ext cx="119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D1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21" name="直接连接符 120"/>
            <p:cNvCxnSpPr/>
            <p:nvPr>
              <p:custDataLst>
                <p:tags r:id="rId30"/>
              </p:custDataLst>
            </p:nvPr>
          </p:nvCxnSpPr>
          <p:spPr bwMode="auto">
            <a:xfrm>
              <a:off x="7479" y="507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直接连接符 121"/>
            <p:cNvCxnSpPr/>
            <p:nvPr>
              <p:custDataLst>
                <p:tags r:id="rId31"/>
              </p:custDataLst>
            </p:nvPr>
          </p:nvCxnSpPr>
          <p:spPr bwMode="auto">
            <a:xfrm>
              <a:off x="7309" y="5329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3" name="直接连接符 122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7309" y="532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4" name="直接连接符 123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7649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>
              <p:custDataLst>
                <p:tags r:id="rId34"/>
              </p:custDataLst>
            </p:nvPr>
          </p:nvCxnSpPr>
          <p:spPr bwMode="auto">
            <a:xfrm>
              <a:off x="7649" y="413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628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连接符 126"/>
            <p:cNvCxnSpPr/>
            <p:nvPr>
              <p:custDataLst>
                <p:tags r:id="rId36"/>
              </p:custDataLst>
            </p:nvPr>
          </p:nvCxnSpPr>
          <p:spPr bwMode="auto">
            <a:xfrm>
              <a:off x="6288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直接连接符 127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662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直接连接符 128"/>
            <p:cNvCxnSpPr/>
            <p:nvPr>
              <p:custDataLst>
                <p:tags r:id="rId38"/>
              </p:custDataLst>
            </p:nvPr>
          </p:nvCxnSpPr>
          <p:spPr bwMode="auto">
            <a:xfrm>
              <a:off x="6628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0" name="直接连接符 129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6970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直接连接符 130"/>
            <p:cNvCxnSpPr/>
            <p:nvPr>
              <p:custDataLst>
                <p:tags r:id="rId40"/>
              </p:custDataLst>
            </p:nvPr>
          </p:nvCxnSpPr>
          <p:spPr bwMode="auto">
            <a:xfrm>
              <a:off x="6968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直接连接符 131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7309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直接连接符 132"/>
            <p:cNvCxnSpPr/>
            <p:nvPr>
              <p:custDataLst>
                <p:tags r:id="rId42"/>
              </p:custDataLst>
            </p:nvPr>
          </p:nvCxnSpPr>
          <p:spPr bwMode="auto">
            <a:xfrm>
              <a:off x="7318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直接连接符 133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5615" y="413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直接连接符 134"/>
            <p:cNvCxnSpPr/>
            <p:nvPr>
              <p:custDataLst>
                <p:tags r:id="rId44"/>
              </p:custDataLst>
            </p:nvPr>
          </p:nvCxnSpPr>
          <p:spPr bwMode="auto">
            <a:xfrm>
              <a:off x="5613" y="413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直接连接符 135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5954" y="413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直接连接符 136"/>
            <p:cNvCxnSpPr/>
            <p:nvPr>
              <p:custDataLst>
                <p:tags r:id="rId46"/>
              </p:custDataLst>
            </p:nvPr>
          </p:nvCxnSpPr>
          <p:spPr bwMode="auto">
            <a:xfrm>
              <a:off x="5963" y="442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8" name="组合 137"/>
          <p:cNvGrpSpPr/>
          <p:nvPr/>
        </p:nvGrpSpPr>
        <p:grpSpPr>
          <a:xfrm>
            <a:off x="4968000" y="2447925"/>
            <a:ext cx="3384550" cy="1368425"/>
            <a:chOff x="8220" y="3855"/>
            <a:chExt cx="5330" cy="2155"/>
          </a:xfrm>
        </p:grpSpPr>
        <p:cxnSp>
          <p:nvCxnSpPr>
            <p:cNvPr id="139" name="直接连接符 138"/>
            <p:cNvCxnSpPr/>
            <p:nvPr>
              <p:custDataLst>
                <p:tags r:id="rId47"/>
              </p:custDataLst>
            </p:nvPr>
          </p:nvCxnSpPr>
          <p:spPr bwMode="auto">
            <a:xfrm>
              <a:off x="12019" y="4139"/>
              <a:ext cx="0" cy="187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直接连接符 139"/>
            <p:cNvCxnSpPr/>
            <p:nvPr>
              <p:custDataLst>
                <p:tags r:id="rId48"/>
              </p:custDataLst>
            </p:nvPr>
          </p:nvCxnSpPr>
          <p:spPr bwMode="auto">
            <a:xfrm>
              <a:off x="10658" y="3855"/>
              <a:ext cx="1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>
              <p:custDataLst>
                <p:tags r:id="rId49"/>
              </p:custDataLst>
            </p:nvPr>
          </p:nvCxnSpPr>
          <p:spPr bwMode="auto">
            <a:xfrm>
              <a:off x="11338" y="3855"/>
              <a:ext cx="0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直接连接符 141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9976" y="3855"/>
              <a:ext cx="1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3" name="Text Box 161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10148" y="3855"/>
              <a:ext cx="3118" cy="283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7780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 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3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4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4" name="AutoShape 215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9978" y="4535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45" name="直接连接符 144"/>
            <p:cNvCxnSpPr/>
            <p:nvPr>
              <p:custDataLst>
                <p:tags r:id="rId53"/>
              </p:custDataLst>
            </p:nvPr>
          </p:nvCxnSpPr>
          <p:spPr bwMode="auto">
            <a:xfrm>
              <a:off x="9808" y="4422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直接连接符 145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997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直接连接符 146"/>
            <p:cNvCxnSpPr/>
            <p:nvPr>
              <p:custDataLst>
                <p:tags r:id="rId55"/>
              </p:custDataLst>
            </p:nvPr>
          </p:nvCxnSpPr>
          <p:spPr bwMode="auto">
            <a:xfrm>
              <a:off x="9978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接连接符 147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1031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57"/>
              </p:custDataLst>
            </p:nvPr>
          </p:nvCxnSpPr>
          <p:spPr bwMode="auto">
            <a:xfrm>
              <a:off x="10318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直接连接符 149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10660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59"/>
              </p:custDataLst>
            </p:nvPr>
          </p:nvCxnSpPr>
          <p:spPr bwMode="auto">
            <a:xfrm>
              <a:off x="10658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连接符 151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10999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直接连接符 152"/>
            <p:cNvCxnSpPr/>
            <p:nvPr>
              <p:custDataLst>
                <p:tags r:id="rId61"/>
              </p:custDataLst>
            </p:nvPr>
          </p:nvCxnSpPr>
          <p:spPr bwMode="auto">
            <a:xfrm>
              <a:off x="11008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直接连接符 153"/>
            <p:cNvCxnSpPr/>
            <p:nvPr>
              <p:custDataLst>
                <p:tags r:id="rId62"/>
              </p:custDataLst>
            </p:nvPr>
          </p:nvCxnSpPr>
          <p:spPr bwMode="auto">
            <a:xfrm>
              <a:off x="9808" y="4677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5" name="AutoShape 215"/>
            <p:cNvSpPr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10658" y="4932"/>
              <a:ext cx="255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D1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56" name="直接连接符 155"/>
            <p:cNvCxnSpPr/>
            <p:nvPr>
              <p:custDataLst>
                <p:tags r:id="rId64"/>
              </p:custDataLst>
            </p:nvPr>
          </p:nvCxnSpPr>
          <p:spPr bwMode="auto">
            <a:xfrm>
              <a:off x="9808" y="5074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9808" y="5726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1031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接连接符 158"/>
            <p:cNvCxnSpPr/>
            <p:nvPr>
              <p:custDataLst>
                <p:tags r:id="rId67"/>
              </p:custDataLst>
            </p:nvPr>
          </p:nvCxnSpPr>
          <p:spPr bwMode="auto">
            <a:xfrm>
              <a:off x="10318" y="6009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9808" y="5329"/>
              <a:ext cx="374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1" name="Text Box 148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8220" y="4082"/>
              <a:ext cx="1531" cy="19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时钟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62" name="直接连接符 161"/>
            <p:cNvCxnSpPr/>
            <p:nvPr>
              <p:custDataLst>
                <p:tags r:id="rId70"/>
              </p:custDataLst>
            </p:nvPr>
          </p:nvCxnSpPr>
          <p:spPr bwMode="auto">
            <a:xfrm>
              <a:off x="9808" y="5612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直接连接符 162"/>
            <p:cNvCxnSpPr/>
            <p:nvPr>
              <p:custDataLst>
                <p:tags r:id="rId71"/>
              </p:custDataLst>
            </p:nvPr>
          </p:nvCxnSpPr>
          <p:spPr bwMode="auto">
            <a:xfrm>
              <a:off x="9382" y="5289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直接连接符 163"/>
            <p:cNvCxnSpPr/>
            <p:nvPr>
              <p:custDataLst>
                <p:tags r:id="rId72"/>
              </p:custDataLst>
            </p:nvPr>
          </p:nvCxnSpPr>
          <p:spPr bwMode="auto">
            <a:xfrm>
              <a:off x="9382" y="5697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直接连接符 164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1133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6" name="直接连接符 165"/>
            <p:cNvCxnSpPr/>
            <p:nvPr>
              <p:custDataLst>
                <p:tags r:id="rId74"/>
              </p:custDataLst>
            </p:nvPr>
          </p:nvCxnSpPr>
          <p:spPr bwMode="auto">
            <a:xfrm>
              <a:off x="11338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直接连接符 166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1167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76"/>
              </p:custDataLst>
            </p:nvPr>
          </p:nvCxnSpPr>
          <p:spPr bwMode="auto">
            <a:xfrm>
              <a:off x="11678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直接连接符 173"/>
            <p:cNvCxnSpPr/>
            <p:nvPr>
              <p:custDataLst>
                <p:tags r:id="rId77"/>
              </p:custDataLst>
            </p:nvPr>
          </p:nvCxnSpPr>
          <p:spPr bwMode="auto">
            <a:xfrm>
              <a:off x="12697" y="3855"/>
              <a:ext cx="0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直接连接符 174"/>
            <p:cNvCxnSpPr/>
            <p:nvPr>
              <p:custDataLst>
                <p:tags r:id="rId78"/>
              </p:custDataLst>
            </p:nvPr>
          </p:nvCxnSpPr>
          <p:spPr bwMode="auto">
            <a:xfrm flipH="1">
              <a:off x="13377" y="3855"/>
              <a:ext cx="1" cy="215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直接连接符 175"/>
            <p:cNvCxnSpPr/>
            <p:nvPr>
              <p:custDataLst>
                <p:tags r:id="rId79"/>
              </p:custDataLst>
            </p:nvPr>
          </p:nvCxnSpPr>
          <p:spPr bwMode="auto">
            <a:xfrm>
              <a:off x="13207" y="467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直接连接符 176"/>
            <p:cNvCxnSpPr/>
            <p:nvPr>
              <p:custDataLst>
                <p:tags r:id="rId80"/>
              </p:custDataLst>
            </p:nvPr>
          </p:nvCxnSpPr>
          <p:spPr bwMode="auto">
            <a:xfrm>
              <a:off x="13207" y="507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8" name="直接连接符 177"/>
            <p:cNvCxnSpPr/>
            <p:nvPr>
              <p:custDataLst>
                <p:tags r:id="rId81"/>
              </p:custDataLst>
            </p:nvPr>
          </p:nvCxnSpPr>
          <p:spPr bwMode="auto">
            <a:xfrm>
              <a:off x="13037" y="5726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13037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8" name="直接连接符 257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13377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9" name="直接连接符 258"/>
            <p:cNvCxnSpPr/>
            <p:nvPr>
              <p:custDataLst>
                <p:tags r:id="rId84"/>
              </p:custDataLst>
            </p:nvPr>
          </p:nvCxnSpPr>
          <p:spPr bwMode="auto">
            <a:xfrm>
              <a:off x="13377" y="413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0" name="直接连接符 259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12698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1" name="直接连接符 260"/>
            <p:cNvCxnSpPr/>
            <p:nvPr>
              <p:custDataLst>
                <p:tags r:id="rId86"/>
              </p:custDataLst>
            </p:nvPr>
          </p:nvCxnSpPr>
          <p:spPr bwMode="auto">
            <a:xfrm>
              <a:off x="12696" y="413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13037" y="4138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3" name="直接连接符 262"/>
            <p:cNvCxnSpPr/>
            <p:nvPr>
              <p:custDataLst>
                <p:tags r:id="rId88"/>
              </p:custDataLst>
            </p:nvPr>
          </p:nvCxnSpPr>
          <p:spPr bwMode="auto">
            <a:xfrm>
              <a:off x="13046" y="442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4" name="直接连接符 263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12019" y="413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5" name="直接连接符 264"/>
            <p:cNvCxnSpPr/>
            <p:nvPr>
              <p:custDataLst>
                <p:tags r:id="rId90"/>
              </p:custDataLst>
            </p:nvPr>
          </p:nvCxnSpPr>
          <p:spPr bwMode="auto">
            <a:xfrm>
              <a:off x="12019" y="413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6" name="直接连接符 265"/>
            <p:cNvCxnSpPr/>
            <p:nvPr>
              <p:custDataLst>
                <p:tags r:id="rId91"/>
              </p:custDataLst>
            </p:nvPr>
          </p:nvCxnSpPr>
          <p:spPr bwMode="auto">
            <a:xfrm flipV="1">
              <a:off x="12359" y="413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7" name="直接连接符 266"/>
            <p:cNvCxnSpPr/>
            <p:nvPr>
              <p:custDataLst>
                <p:tags r:id="rId92"/>
              </p:custDataLst>
            </p:nvPr>
          </p:nvCxnSpPr>
          <p:spPr bwMode="auto">
            <a:xfrm>
              <a:off x="12359" y="4423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68" name="Text Box 4"/>
          <p:cNvSpPr txBox="1">
            <a:spLocks noChangeArrowheads="1"/>
          </p:cNvSpPr>
          <p:nvPr>
            <p:custDataLst>
              <p:tags r:id="rId93"/>
            </p:custDataLst>
          </p:nvPr>
        </p:nvSpPr>
        <p:spPr bwMode="auto">
          <a:xfrm>
            <a:off x="179705" y="3780155"/>
            <a:ext cx="4970145" cy="270637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总线定时方式：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交互步骤的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时长约定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同步方式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半同步方式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69" name="Text Box 10"/>
          <p:cNvSpPr txBox="1">
            <a:spLocks noChangeArrowheads="1"/>
          </p:cNvSpPr>
          <p:nvPr>
            <p:custDataLst>
              <p:tags r:id="rId94"/>
            </p:custDataLst>
          </p:nvPr>
        </p:nvSpPr>
        <p:spPr bwMode="auto">
          <a:xfrm>
            <a:off x="2160270" y="4211955"/>
            <a:ext cx="6847205" cy="2283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设置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统一的时钟信号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CLK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，步骤时长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CLK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sz="1600" b="1" dirty="0" smtClean="0">
                <a:cs typeface="宋体" panose="02010600030101010101" pitchFamily="2" charset="-122"/>
                <a:sym typeface="+mn-ea"/>
              </a:rPr>
              <a:t>为常量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同一事务不同步骤的</a:t>
            </a:r>
            <a:r>
              <a:rPr lang="en-US" altLang="zh-C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可不同→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  <a:endParaRPr lang="zh-CN" altLang="en-US" sz="160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设置</a:t>
            </a:r>
            <a:r>
              <a:rPr lang="zh-CN" altLang="en-US" sz="2200" b="1" u="sng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联络信号</a:t>
            </a:r>
            <a:r>
              <a:rPr lang="en-US" altLang="zh-CN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Req&amp;ACK)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，步骤时长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＝握手时延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可变</a:t>
            </a:r>
            <a:r>
              <a:rPr lang="en-US" altLang="zh-CN" sz="16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spc="-5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设置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时钟信号</a:t>
            </a:r>
            <a:r>
              <a:rPr lang="en-US" altLang="zh-CN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联络信号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，步骤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时长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CLK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为变量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spc="-5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71" name="组合 270"/>
          <p:cNvGrpSpPr/>
          <p:nvPr/>
        </p:nvGrpSpPr>
        <p:grpSpPr>
          <a:xfrm>
            <a:off x="2807970" y="5328000"/>
            <a:ext cx="5184140" cy="721995"/>
            <a:chOff x="4422" y="4477"/>
            <a:chExt cx="8164" cy="1137"/>
          </a:xfrm>
        </p:grpSpPr>
        <p:sp>
          <p:nvSpPr>
            <p:cNvPr id="272" name="Text Box 522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4422" y="4478"/>
              <a:ext cx="1361" cy="8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/>
                <a:t>请求</a:t>
              </a:r>
              <a:r>
                <a:rPr lang="en-US" altLang="zh-CN" sz="1800" b="1" dirty="0" err="1" smtClean="0"/>
                <a:t>Req</a:t>
              </a:r>
              <a:endParaRPr lang="en-US" altLang="zh-CN" sz="1800" b="1" dirty="0"/>
            </a:p>
            <a:p>
              <a:pPr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zh-CN" altLang="en-US" sz="1800" b="1" dirty="0"/>
                <a:t>应答</a:t>
              </a:r>
              <a:r>
                <a:rPr lang="en-US" altLang="zh-CN" sz="1800" b="1" dirty="0" err="1" smtClean="0"/>
                <a:t>Ack</a:t>
              </a:r>
              <a:endParaRPr lang="en-US" altLang="zh-CN" sz="1800" b="1" dirty="0"/>
            </a:p>
          </p:txBody>
        </p:sp>
        <p:sp>
          <p:nvSpPr>
            <p:cNvPr id="273" name="Text Box 527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5953" y="5272"/>
              <a:ext cx="340" cy="34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①</a:t>
              </a:r>
              <a:endParaRPr lang="en-US" altLang="zh-CN" sz="1600" b="1" dirty="0"/>
            </a:p>
          </p:txBody>
        </p:sp>
        <p:cxnSp>
          <p:nvCxnSpPr>
            <p:cNvPr id="274" name="直接连接符 273"/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5783" y="4819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5" name="直接连接符 274"/>
            <p:cNvCxnSpPr/>
            <p:nvPr>
              <p:custDataLst>
                <p:tags r:id="rId98"/>
              </p:custDataLst>
            </p:nvPr>
          </p:nvCxnSpPr>
          <p:spPr bwMode="auto">
            <a:xfrm flipV="1">
              <a:off x="5954" y="4477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76" name="直接连接符 275"/>
            <p:cNvCxnSpPr/>
            <p:nvPr>
              <p:custDataLst>
                <p:tags r:id="rId99"/>
              </p:custDataLst>
            </p:nvPr>
          </p:nvCxnSpPr>
          <p:spPr bwMode="auto">
            <a:xfrm>
              <a:off x="6293" y="4477"/>
              <a:ext cx="136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7" name="直接连接符 276"/>
            <p:cNvCxnSpPr/>
            <p:nvPr>
              <p:custDataLst>
                <p:tags r:id="rId100"/>
              </p:custDataLst>
            </p:nvPr>
          </p:nvCxnSpPr>
          <p:spPr bwMode="auto">
            <a:xfrm>
              <a:off x="5783" y="5272"/>
              <a:ext cx="147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8" name="直接连接符 277"/>
            <p:cNvCxnSpPr/>
            <p:nvPr>
              <p:custDataLst>
                <p:tags r:id="rId101"/>
              </p:custDataLst>
            </p:nvPr>
          </p:nvCxnSpPr>
          <p:spPr bwMode="auto">
            <a:xfrm>
              <a:off x="5954" y="4477"/>
              <a:ext cx="0" cy="1134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9" name="直接连接符 278"/>
            <p:cNvCxnSpPr/>
            <p:nvPr>
              <p:custDataLst>
                <p:tags r:id="rId102"/>
              </p:custDataLst>
            </p:nvPr>
          </p:nvCxnSpPr>
          <p:spPr bwMode="auto">
            <a:xfrm>
              <a:off x="7597" y="4932"/>
              <a:ext cx="45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" name="直接连接符 279"/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7257" y="4932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81" name="直接连接符 280"/>
            <p:cNvCxnSpPr/>
            <p:nvPr>
              <p:custDataLst>
                <p:tags r:id="rId104"/>
              </p:custDataLst>
            </p:nvPr>
          </p:nvCxnSpPr>
          <p:spPr bwMode="auto">
            <a:xfrm>
              <a:off x="6293" y="4477"/>
              <a:ext cx="0" cy="113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2" name="直接连接符 281"/>
            <p:cNvCxnSpPr/>
            <p:nvPr>
              <p:custDataLst>
                <p:tags r:id="rId105"/>
              </p:custDataLst>
            </p:nvPr>
          </p:nvCxnSpPr>
          <p:spPr bwMode="auto">
            <a:xfrm>
              <a:off x="7597" y="4477"/>
              <a:ext cx="0" cy="113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3" name="直接连接符 282"/>
            <p:cNvCxnSpPr/>
            <p:nvPr>
              <p:custDataLst>
                <p:tags r:id="rId106"/>
              </p:custDataLst>
            </p:nvPr>
          </p:nvCxnSpPr>
          <p:spPr bwMode="auto">
            <a:xfrm>
              <a:off x="7654" y="4478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84" name="直接连接符 283"/>
            <p:cNvCxnSpPr/>
            <p:nvPr>
              <p:custDataLst>
                <p:tags r:id="rId107"/>
              </p:custDataLst>
            </p:nvPr>
          </p:nvCxnSpPr>
          <p:spPr bwMode="auto">
            <a:xfrm>
              <a:off x="7994" y="4819"/>
              <a:ext cx="567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" name="直接连接符 284"/>
            <p:cNvCxnSpPr/>
            <p:nvPr>
              <p:custDataLst>
                <p:tags r:id="rId108"/>
              </p:custDataLst>
            </p:nvPr>
          </p:nvCxnSpPr>
          <p:spPr bwMode="auto">
            <a:xfrm>
              <a:off x="7994" y="4477"/>
              <a:ext cx="1" cy="113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6" name="直接连接符 285"/>
            <p:cNvCxnSpPr/>
            <p:nvPr>
              <p:custDataLst>
                <p:tags r:id="rId109"/>
              </p:custDataLst>
            </p:nvPr>
          </p:nvCxnSpPr>
          <p:spPr bwMode="auto">
            <a:xfrm>
              <a:off x="8391" y="4477"/>
              <a:ext cx="0" cy="1134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7" name="直接连接符 286"/>
            <p:cNvCxnSpPr/>
            <p:nvPr>
              <p:custDataLst>
                <p:tags r:id="rId110"/>
              </p:custDataLst>
            </p:nvPr>
          </p:nvCxnSpPr>
          <p:spPr bwMode="auto">
            <a:xfrm>
              <a:off x="8050" y="4932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88" name="直接连接符 287"/>
            <p:cNvCxnSpPr/>
            <p:nvPr>
              <p:custDataLst>
                <p:tags r:id="rId111"/>
              </p:custDataLst>
            </p:nvPr>
          </p:nvCxnSpPr>
          <p:spPr bwMode="auto">
            <a:xfrm>
              <a:off x="8391" y="5270"/>
              <a:ext cx="170" cy="2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9" name="Text Box 527"/>
            <p:cNvSpPr txBox="1"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6746" y="5272"/>
              <a:ext cx="340" cy="34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②</a:t>
              </a:r>
              <a:endParaRPr lang="en-US" altLang="zh-CN" sz="1600" b="1" dirty="0"/>
            </a:p>
          </p:txBody>
        </p:sp>
        <p:sp>
          <p:nvSpPr>
            <p:cNvPr id="290" name="Text Box 527"/>
            <p:cNvSpPr txBox="1"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7597" y="5272"/>
              <a:ext cx="397" cy="34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③</a:t>
              </a:r>
              <a:endParaRPr lang="en-US" altLang="zh-CN" sz="1600" b="1" dirty="0"/>
            </a:p>
          </p:txBody>
        </p:sp>
        <p:sp>
          <p:nvSpPr>
            <p:cNvPr id="291" name="Text Box 527"/>
            <p:cNvSpPr txBox="1"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8000" y="5272"/>
              <a:ext cx="397" cy="34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④</a:t>
              </a:r>
              <a:endParaRPr lang="en-US" altLang="zh-CN" sz="1600" b="1" dirty="0"/>
            </a:p>
          </p:txBody>
        </p:sp>
        <p:sp>
          <p:nvSpPr>
            <p:cNvPr id="292" name="任意多边形 291"/>
            <p:cNvSpPr/>
            <p:nvPr>
              <p:custDataLst>
                <p:tags r:id="rId115"/>
              </p:custDataLst>
            </p:nvPr>
          </p:nvSpPr>
          <p:spPr bwMode="auto">
            <a:xfrm>
              <a:off x="7370" y="4649"/>
              <a:ext cx="454" cy="454"/>
            </a:xfrm>
            <a:custGeom>
              <a:avLst/>
              <a:gdLst>
                <a:gd name="connsiteX0" fmla="*/ 0 w 522514"/>
                <a:gd name="connsiteY0" fmla="*/ 473528 h 473528"/>
                <a:gd name="connsiteX1" fmla="*/ 43543 w 522514"/>
                <a:gd name="connsiteY1" fmla="*/ 255814 h 473528"/>
                <a:gd name="connsiteX2" fmla="*/ 261257 w 522514"/>
                <a:gd name="connsiteY2" fmla="*/ 81643 h 473528"/>
                <a:gd name="connsiteX3" fmla="*/ 522514 w 522514"/>
                <a:gd name="connsiteY3" fmla="*/ 0 h 473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514" h="473528">
                  <a:moveTo>
                    <a:pt x="0" y="473528"/>
                  </a:moveTo>
                  <a:cubicBezTo>
                    <a:pt x="0" y="397328"/>
                    <a:pt x="0" y="321128"/>
                    <a:pt x="43543" y="255814"/>
                  </a:cubicBezTo>
                  <a:cubicBezTo>
                    <a:pt x="87086" y="190500"/>
                    <a:pt x="181429" y="124279"/>
                    <a:pt x="261257" y="81643"/>
                  </a:cubicBezTo>
                  <a:cubicBezTo>
                    <a:pt x="341086" y="39007"/>
                    <a:pt x="431800" y="19503"/>
                    <a:pt x="522514" y="0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3" name="任意多边形 292"/>
            <p:cNvSpPr/>
            <p:nvPr>
              <p:custDataLst>
                <p:tags r:id="rId116"/>
              </p:custDataLst>
            </p:nvPr>
          </p:nvSpPr>
          <p:spPr bwMode="auto">
            <a:xfrm>
              <a:off x="6123" y="4649"/>
              <a:ext cx="1247" cy="510"/>
            </a:xfrm>
            <a:custGeom>
              <a:avLst/>
              <a:gdLst>
                <a:gd name="connsiteX0" fmla="*/ 0 w 1279071"/>
                <a:gd name="connsiteY0" fmla="*/ 0 h 484414"/>
                <a:gd name="connsiteX1" fmla="*/ 81643 w 1279071"/>
                <a:gd name="connsiteY1" fmla="*/ 201386 h 484414"/>
                <a:gd name="connsiteX2" fmla="*/ 266700 w 1279071"/>
                <a:gd name="connsiteY2" fmla="*/ 402771 h 484414"/>
                <a:gd name="connsiteX3" fmla="*/ 1279071 w 1279071"/>
                <a:gd name="connsiteY3" fmla="*/ 484414 h 48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9071" h="484414">
                  <a:moveTo>
                    <a:pt x="0" y="0"/>
                  </a:moveTo>
                  <a:cubicBezTo>
                    <a:pt x="18596" y="67129"/>
                    <a:pt x="37193" y="134258"/>
                    <a:pt x="81643" y="201386"/>
                  </a:cubicBezTo>
                  <a:cubicBezTo>
                    <a:pt x="126093" y="268515"/>
                    <a:pt x="67129" y="355600"/>
                    <a:pt x="266700" y="402771"/>
                  </a:cubicBezTo>
                  <a:cubicBezTo>
                    <a:pt x="466271" y="449942"/>
                    <a:pt x="872671" y="467178"/>
                    <a:pt x="1279071" y="484414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4" name="任意多边形 293"/>
            <p:cNvSpPr/>
            <p:nvPr>
              <p:custDataLst>
                <p:tags r:id="rId117"/>
              </p:custDataLst>
            </p:nvPr>
          </p:nvSpPr>
          <p:spPr bwMode="auto">
            <a:xfrm>
              <a:off x="7824" y="4649"/>
              <a:ext cx="397" cy="454"/>
            </a:xfrm>
            <a:custGeom>
              <a:avLst/>
              <a:gdLst>
                <a:gd name="connsiteX0" fmla="*/ 0 w 609600"/>
                <a:gd name="connsiteY0" fmla="*/ 0 h 440871"/>
                <a:gd name="connsiteX1" fmla="*/ 266700 w 609600"/>
                <a:gd name="connsiteY1" fmla="*/ 48986 h 440871"/>
                <a:gd name="connsiteX2" fmla="*/ 533400 w 609600"/>
                <a:gd name="connsiteY2" fmla="*/ 201386 h 440871"/>
                <a:gd name="connsiteX3" fmla="*/ 609600 w 609600"/>
                <a:gd name="connsiteY3" fmla="*/ 440871 h 44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40871">
                  <a:moveTo>
                    <a:pt x="0" y="0"/>
                  </a:moveTo>
                  <a:cubicBezTo>
                    <a:pt x="88900" y="7711"/>
                    <a:pt x="177800" y="15422"/>
                    <a:pt x="266700" y="48986"/>
                  </a:cubicBezTo>
                  <a:cubicBezTo>
                    <a:pt x="355600" y="82550"/>
                    <a:pt x="476250" y="136072"/>
                    <a:pt x="533400" y="201386"/>
                  </a:cubicBezTo>
                  <a:cubicBezTo>
                    <a:pt x="590550" y="266700"/>
                    <a:pt x="600075" y="353785"/>
                    <a:pt x="609600" y="440871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5" name="Text Box 522"/>
            <p:cNvSpPr txBox="1"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8844" y="4592"/>
              <a:ext cx="3743" cy="96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spc="-100" dirty="0" smtClean="0">
                  <a:sym typeface="+mn-ea"/>
                </a:rPr>
                <a:t>①请求</a:t>
              </a:r>
              <a:r>
                <a:rPr lang="en-US" altLang="zh-CN" sz="1800" b="1" spc="-100" dirty="0" smtClean="0">
                  <a:sym typeface="+mn-ea"/>
                </a:rPr>
                <a:t>     </a:t>
              </a:r>
              <a:r>
                <a:rPr lang="zh-CN" altLang="en-US" sz="1800" b="1" spc="-100" dirty="0" smtClean="0">
                  <a:sym typeface="+mn-ea"/>
                </a:rPr>
                <a:t>②响应</a:t>
              </a:r>
              <a:endParaRPr lang="en-US" altLang="zh-CN" sz="1800" b="1" dirty="0"/>
            </a:p>
            <a:p>
              <a:pPr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zh-CN" altLang="en-US" sz="1800" b="1" spc="-100" dirty="0" smtClean="0">
                  <a:sym typeface="+mn-ea"/>
                </a:rPr>
                <a:t>③撤消请求</a:t>
              </a:r>
              <a:r>
                <a:rPr lang="en-US" altLang="zh-CN" sz="1800" b="1" spc="-100" dirty="0" smtClean="0">
                  <a:sym typeface="+mn-ea"/>
                </a:rPr>
                <a:t> </a:t>
              </a:r>
              <a:r>
                <a:rPr lang="zh-CN" altLang="en-US" sz="1800" b="1" spc="-100" dirty="0" smtClean="0">
                  <a:sym typeface="+mn-ea"/>
                </a:rPr>
                <a:t>④撤消响应</a:t>
              </a:r>
              <a:endParaRPr lang="en-US" altLang="zh-CN" sz="1800" b="1" dirty="0"/>
            </a:p>
          </p:txBody>
        </p:sp>
      </p:grpSp>
      <p:sp>
        <p:nvSpPr>
          <p:cNvPr id="296" name="AutoShape 33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19"/>
            </p:custDataLst>
          </p:nvPr>
        </p:nvSpPr>
        <p:spPr bwMode="auto">
          <a:xfrm rot="10800000">
            <a:off x="2987824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297" name="Text Box 77"/>
          <p:cNvSpPr txBox="1">
            <a:spLocks noChangeArrowheads="1"/>
          </p:cNvSpPr>
          <p:nvPr>
            <p:custDataLst>
              <p:tags r:id="rId120"/>
            </p:custDataLst>
          </p:nvPr>
        </p:nvSpPr>
        <p:spPr bwMode="auto">
          <a:xfrm>
            <a:off x="5615850" y="3924000"/>
            <a:ext cx="324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3525" indent="-263525">
              <a:lnSpc>
                <a:spcPct val="10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谁决定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写事务的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T3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时长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zh-CN" sz="18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圆角矩形 652"/>
          <p:cNvSpPr/>
          <p:nvPr/>
        </p:nvSpPr>
        <p:spPr>
          <a:xfrm>
            <a:off x="2769870" y="4509135"/>
            <a:ext cx="360045" cy="612000"/>
          </a:xfrm>
          <a:prstGeom prst="roundRect">
            <a:avLst/>
          </a:prstGeom>
          <a:solidFill>
            <a:srgbClr val="CCFFFF"/>
          </a:solidFill>
          <a:ln w="9525" cap="flat" cmpd="sng" algn="ctr">
            <a:solidFill>
              <a:srgbClr val="0070C0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marL="2336800" marR="0" indent="-233680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268" name="Text Box 4"/>
          <p:cNvSpPr txBox="1">
            <a:spLocks noChangeArrowheads="1"/>
          </p:cNvSpPr>
          <p:nvPr/>
        </p:nvSpPr>
        <p:spPr bwMode="auto">
          <a:xfrm>
            <a:off x="179705" y="360000"/>
            <a:ext cx="8790305" cy="267208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※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半同步定时示例：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命令线即请求线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sz="2200" b="1" dirty="0">
                <a:solidFill>
                  <a:srgbClr val="990099"/>
                </a:solidFill>
                <a:cs typeface="宋体" panose="02010600030101010101" pitchFamily="2" charset="-122"/>
                <a:sym typeface="+mn-ea"/>
              </a:rPr>
              <a:t>※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异步定时的应答方式：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ym typeface="+mn-ea"/>
              </a:rPr>
              <a:t>传输速度、可靠性不同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27" name="组合 326"/>
          <p:cNvGrpSpPr/>
          <p:nvPr/>
        </p:nvGrpSpPr>
        <p:grpSpPr>
          <a:xfrm>
            <a:off x="1296035" y="864000"/>
            <a:ext cx="5976380" cy="1620690"/>
            <a:chOff x="2041" y="3742"/>
            <a:chExt cx="9412" cy="2552"/>
          </a:xfrm>
        </p:grpSpPr>
        <p:sp>
          <p:nvSpPr>
            <p:cNvPr id="325" name="Rectangle 21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4481" y="6009"/>
              <a:ext cx="1134" cy="283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64" name="直接连接符 63"/>
            <p:cNvCxnSpPr/>
            <p:nvPr>
              <p:custDataLst>
                <p:tags r:id="rId2"/>
              </p:custDataLst>
            </p:nvPr>
          </p:nvCxnSpPr>
          <p:spPr bwMode="auto">
            <a:xfrm>
              <a:off x="5162" y="4026"/>
              <a:ext cx="1" cy="2268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6" name="Rectangle 213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880" y="6010"/>
              <a:ext cx="1644" cy="283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324" name="直接连接符 323"/>
            <p:cNvCxnSpPr/>
            <p:nvPr>
              <p:custDataLst>
                <p:tags r:id="rId4"/>
              </p:custDataLst>
            </p:nvPr>
          </p:nvCxnSpPr>
          <p:spPr bwMode="auto">
            <a:xfrm flipH="1">
              <a:off x="11282" y="3742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3" name="直接连接符 322"/>
            <p:cNvCxnSpPr/>
            <p:nvPr>
              <p:custDataLst>
                <p:tags r:id="rId5"/>
              </p:custDataLst>
            </p:nvPr>
          </p:nvCxnSpPr>
          <p:spPr bwMode="auto">
            <a:xfrm>
              <a:off x="10602" y="3742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7" name="直接连接符 306"/>
            <p:cNvCxnSpPr/>
            <p:nvPr>
              <p:custDataLst>
                <p:tags r:id="rId6"/>
              </p:custDataLst>
            </p:nvPr>
          </p:nvCxnSpPr>
          <p:spPr bwMode="auto">
            <a:xfrm>
              <a:off x="8561" y="4025"/>
              <a:ext cx="1" cy="2268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8" name="直接连接符 307"/>
            <p:cNvCxnSpPr/>
            <p:nvPr>
              <p:custDataLst>
                <p:tags r:id="rId7"/>
              </p:custDataLst>
            </p:nvPr>
          </p:nvCxnSpPr>
          <p:spPr bwMode="auto">
            <a:xfrm>
              <a:off x="7880" y="3742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9" name="直接连接符 308"/>
            <p:cNvCxnSpPr/>
            <p:nvPr>
              <p:custDataLst>
                <p:tags r:id="rId8"/>
              </p:custDataLst>
            </p:nvPr>
          </p:nvCxnSpPr>
          <p:spPr bwMode="auto">
            <a:xfrm>
              <a:off x="9241" y="4025"/>
              <a:ext cx="0" cy="2268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0" name="直接连接符 309"/>
            <p:cNvCxnSpPr/>
            <p:nvPr>
              <p:custDataLst>
                <p:tags r:id="rId9"/>
              </p:custDataLst>
            </p:nvPr>
          </p:nvCxnSpPr>
          <p:spPr bwMode="auto">
            <a:xfrm>
              <a:off x="9921" y="3742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10"/>
              </p:custDataLst>
            </p:nvPr>
          </p:nvCxnSpPr>
          <p:spPr bwMode="auto">
            <a:xfrm>
              <a:off x="4479" y="3742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3797" y="3742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5" name="Text Box 16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969" y="3742"/>
              <a:ext cx="7296" cy="283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7780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 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3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4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</a:t>
              </a:r>
              <a:r>
                <a:rPr lang="en-US" altLang="zh-CN" sz="1600" b="1" dirty="0">
                  <a:sym typeface="+mn-ea"/>
                </a:rPr>
                <a:t>T</a:t>
              </a:r>
              <a:r>
                <a:rPr lang="en-US" altLang="zh-CN" sz="1600" b="1" baseline="-18000" dirty="0">
                  <a:sym typeface="+mn-ea"/>
                </a:rPr>
                <a:t>1</a:t>
              </a:r>
              <a:r>
                <a:rPr lang="en-US" altLang="zh-CN" sz="1600" b="1" baseline="-25000" dirty="0">
                  <a:sym typeface="+mn-ea"/>
                </a:rPr>
                <a:t> </a:t>
              </a:r>
              <a:r>
                <a:rPr lang="en-US" altLang="zh-CN" sz="1600" b="1" dirty="0">
                  <a:sym typeface="+mn-ea"/>
                </a:rPr>
                <a:t>     </a:t>
              </a:r>
              <a:r>
                <a:rPr lang="en-US" altLang="zh-CN" sz="1600" b="1" dirty="0" smtClean="0">
                  <a:sym typeface="+mn-ea"/>
                </a:rPr>
                <a:t>T</a:t>
              </a:r>
              <a:r>
                <a:rPr lang="en-US" altLang="zh-CN" sz="1600" b="1" baseline="-18000" dirty="0" smtClean="0">
                  <a:sym typeface="+mn-ea"/>
                </a:rPr>
                <a:t>2</a:t>
              </a:r>
              <a:r>
                <a:rPr lang="en-US" altLang="zh-CN" sz="1600" b="1" baseline="-25000" dirty="0" smtClean="0">
                  <a:sym typeface="+mn-ea"/>
                </a:rPr>
                <a:t>  </a:t>
              </a:r>
              <a:r>
                <a:rPr lang="en-US" altLang="zh-CN" sz="1600" b="1" dirty="0" smtClean="0">
                  <a:sym typeface="+mn-ea"/>
                </a:rPr>
                <a:t> (</a:t>
              </a:r>
              <a:r>
                <a:rPr lang="en-US" altLang="zh-CN" sz="1600" b="1" dirty="0" smtClean="0">
                  <a:solidFill>
                    <a:srgbClr val="FF3399"/>
                  </a:solidFill>
                  <a:sym typeface="+mn-ea"/>
                </a:rPr>
                <a:t>T</a:t>
              </a:r>
              <a:r>
                <a:rPr lang="en-US" altLang="zh-CN" sz="1600" b="1" baseline="-18000" dirty="0" smtClean="0">
                  <a:solidFill>
                    <a:srgbClr val="FF3399"/>
                  </a:solidFill>
                  <a:sym typeface="+mn-ea"/>
                </a:rPr>
                <a:t>w</a:t>
              </a:r>
              <a:r>
                <a:rPr lang="en-US" altLang="zh-CN" sz="1600" b="1" dirty="0" smtClean="0">
                  <a:sym typeface="+mn-ea"/>
                </a:rPr>
                <a:t>)  </a:t>
              </a:r>
              <a:r>
                <a:rPr lang="en-US" altLang="zh-CN" sz="1600" b="1" dirty="0" smtClean="0">
                  <a:sym typeface="+mn-ea"/>
                </a:rPr>
                <a:t>T</a:t>
              </a:r>
              <a:r>
                <a:rPr lang="en-US" altLang="zh-CN" sz="1600" b="1" baseline="-18000" dirty="0" smtClean="0">
                  <a:sym typeface="+mn-ea"/>
                </a:rPr>
                <a:t>3</a:t>
              </a:r>
              <a:r>
                <a:rPr lang="en-US" altLang="zh-CN" sz="1600" b="1" dirty="0" smtClean="0">
                  <a:sym typeface="+mn-ea"/>
                </a:rPr>
                <a:t>  T</a:t>
              </a:r>
              <a:r>
                <a:rPr lang="en-US" altLang="zh-CN" sz="1600" b="1" baseline="-18000" dirty="0" smtClean="0">
                  <a:sym typeface="+mn-ea"/>
                </a:rPr>
                <a:t>4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7" name="直接连接符 96"/>
            <p:cNvCxnSpPr/>
            <p:nvPr>
              <p:custDataLst>
                <p:tags r:id="rId13"/>
              </p:custDataLst>
            </p:nvPr>
          </p:nvCxnSpPr>
          <p:spPr bwMode="auto">
            <a:xfrm>
              <a:off x="3629" y="4309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14"/>
              </p:custDataLst>
            </p:nvPr>
          </p:nvCxnSpPr>
          <p:spPr bwMode="auto">
            <a:xfrm>
              <a:off x="3629" y="456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直接连接符 74"/>
            <p:cNvCxnSpPr/>
            <p:nvPr>
              <p:custDataLst>
                <p:tags r:id="rId15"/>
              </p:custDataLst>
            </p:nvPr>
          </p:nvCxnSpPr>
          <p:spPr bwMode="auto">
            <a:xfrm>
              <a:off x="3629" y="4961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629" y="5216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3629" y="5613"/>
              <a:ext cx="7824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0" name="Text Box 14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041" y="3969"/>
              <a:ext cx="1531" cy="23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时钟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就绪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Ready</a:t>
              </a:r>
              <a:endPara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81" name="直接连接符 80"/>
            <p:cNvCxnSpPr/>
            <p:nvPr>
              <p:custDataLst>
                <p:tags r:id="rId19"/>
              </p:custDataLst>
            </p:nvPr>
          </p:nvCxnSpPr>
          <p:spPr bwMode="auto">
            <a:xfrm>
              <a:off x="3629" y="5896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>
              <p:custDataLst>
                <p:tags r:id="rId20"/>
              </p:custDataLst>
            </p:nvPr>
          </p:nvCxnSpPr>
          <p:spPr bwMode="auto">
            <a:xfrm>
              <a:off x="3203" y="5176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83"/>
            <p:cNvCxnSpPr/>
            <p:nvPr>
              <p:custDataLst>
                <p:tags r:id="rId21"/>
              </p:custDataLst>
            </p:nvPr>
          </p:nvCxnSpPr>
          <p:spPr bwMode="auto">
            <a:xfrm>
              <a:off x="3203" y="5584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22"/>
              </p:custDataLst>
            </p:nvPr>
          </p:nvCxnSpPr>
          <p:spPr bwMode="auto">
            <a:xfrm>
              <a:off x="5837" y="3742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/>
            <p:nvPr>
              <p:custDataLst>
                <p:tags r:id="rId23"/>
              </p:custDataLst>
            </p:nvPr>
          </p:nvCxnSpPr>
          <p:spPr bwMode="auto">
            <a:xfrm>
              <a:off x="6518" y="3742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直接连接符 86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7198" y="3742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0" name="直接连接符 259"/>
            <p:cNvCxnSpPr/>
            <p:nvPr>
              <p:custDataLst>
                <p:tags r:id="rId25"/>
              </p:custDataLst>
            </p:nvPr>
          </p:nvCxnSpPr>
          <p:spPr bwMode="auto">
            <a:xfrm>
              <a:off x="11266" y="4025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6" name="AutoShape 215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799" y="4422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8" name="直接连接符 97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3799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28"/>
              </p:custDataLst>
            </p:nvPr>
          </p:nvCxnSpPr>
          <p:spPr bwMode="auto">
            <a:xfrm>
              <a:off x="3799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4139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30"/>
              </p:custDataLst>
            </p:nvPr>
          </p:nvCxnSpPr>
          <p:spPr bwMode="auto">
            <a:xfrm>
              <a:off x="4139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4481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32"/>
              </p:custDataLst>
            </p:nvPr>
          </p:nvCxnSpPr>
          <p:spPr bwMode="auto">
            <a:xfrm>
              <a:off x="4479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4820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34"/>
              </p:custDataLst>
            </p:nvPr>
          </p:nvCxnSpPr>
          <p:spPr bwMode="auto">
            <a:xfrm>
              <a:off x="4829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4139" y="521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36"/>
              </p:custDataLst>
            </p:nvPr>
          </p:nvCxnSpPr>
          <p:spPr bwMode="auto">
            <a:xfrm>
              <a:off x="4139" y="5500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/>
            <p:cNvCxnSpPr/>
            <p:nvPr>
              <p:custDataLst>
                <p:tags r:id="rId37"/>
              </p:custDataLst>
            </p:nvPr>
          </p:nvCxnSpPr>
          <p:spPr bwMode="auto">
            <a:xfrm>
              <a:off x="7028" y="456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9" name="AutoShape 215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837" y="4819"/>
              <a:ext cx="119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D1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0" name="直接连接符 89"/>
            <p:cNvCxnSpPr/>
            <p:nvPr>
              <p:custDataLst>
                <p:tags r:id="rId39"/>
              </p:custDataLst>
            </p:nvPr>
          </p:nvCxnSpPr>
          <p:spPr bwMode="auto">
            <a:xfrm>
              <a:off x="7028" y="4961"/>
              <a:ext cx="289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40"/>
              </p:custDataLst>
            </p:nvPr>
          </p:nvCxnSpPr>
          <p:spPr bwMode="auto">
            <a:xfrm>
              <a:off x="6858" y="5216"/>
              <a:ext cx="68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8" name="直接连接符 257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6858" y="521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9" name="直接连接符 258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7198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1" name="直接连接符 260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5837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44"/>
              </p:custDataLst>
            </p:nvPr>
          </p:nvCxnSpPr>
          <p:spPr bwMode="auto">
            <a:xfrm>
              <a:off x="5837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3" name="直接连接符 262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6177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4" name="直接连接符 263"/>
            <p:cNvCxnSpPr/>
            <p:nvPr>
              <p:custDataLst>
                <p:tags r:id="rId46"/>
              </p:custDataLst>
            </p:nvPr>
          </p:nvCxnSpPr>
          <p:spPr bwMode="auto">
            <a:xfrm>
              <a:off x="6177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5" name="直接连接符 264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6519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6" name="直接连接符 265"/>
            <p:cNvCxnSpPr/>
            <p:nvPr>
              <p:custDataLst>
                <p:tags r:id="rId48"/>
              </p:custDataLst>
            </p:nvPr>
          </p:nvCxnSpPr>
          <p:spPr bwMode="auto">
            <a:xfrm>
              <a:off x="6517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7" name="直接连接符 266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6858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9" name="直接连接符 268"/>
            <p:cNvCxnSpPr/>
            <p:nvPr>
              <p:custDataLst>
                <p:tags r:id="rId50"/>
              </p:custDataLst>
            </p:nvPr>
          </p:nvCxnSpPr>
          <p:spPr bwMode="auto">
            <a:xfrm>
              <a:off x="6867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0" name="直接连接符 269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5164" y="40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1" name="直接连接符 270"/>
            <p:cNvCxnSpPr/>
            <p:nvPr>
              <p:custDataLst>
                <p:tags r:id="rId52"/>
              </p:custDataLst>
            </p:nvPr>
          </p:nvCxnSpPr>
          <p:spPr bwMode="auto">
            <a:xfrm>
              <a:off x="5162" y="40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2" name="直接连接符 271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5503" y="40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3" name="直接连接符 272"/>
            <p:cNvCxnSpPr/>
            <p:nvPr>
              <p:custDataLst>
                <p:tags r:id="rId54"/>
              </p:custDataLst>
            </p:nvPr>
          </p:nvCxnSpPr>
          <p:spPr bwMode="auto">
            <a:xfrm>
              <a:off x="5512" y="43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4" name="直接连接符 273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3628" y="6009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5" name="直接连接符 274"/>
            <p:cNvCxnSpPr/>
            <p:nvPr>
              <p:custDataLst>
                <p:tags r:id="rId56"/>
              </p:custDataLst>
            </p:nvPr>
          </p:nvCxnSpPr>
          <p:spPr bwMode="auto">
            <a:xfrm>
              <a:off x="3628" y="6293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8" name="AutoShape 215"/>
            <p:cNvSpPr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7200" y="4422"/>
              <a:ext cx="3912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80" name="直接连接符 279"/>
            <p:cNvCxnSpPr/>
            <p:nvPr>
              <p:custDataLst>
                <p:tags r:id="rId58"/>
              </p:custDataLst>
            </p:nvPr>
          </p:nvCxnSpPr>
          <p:spPr bwMode="auto">
            <a:xfrm>
              <a:off x="7200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" name="直接连接符 280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7540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2" name="直接连接符 281"/>
            <p:cNvCxnSpPr/>
            <p:nvPr>
              <p:custDataLst>
                <p:tags r:id="rId60"/>
              </p:custDataLst>
            </p:nvPr>
          </p:nvCxnSpPr>
          <p:spPr bwMode="auto">
            <a:xfrm>
              <a:off x="7540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3" name="直接连接符 282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7882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" name="直接连接符 283"/>
            <p:cNvCxnSpPr/>
            <p:nvPr>
              <p:custDataLst>
                <p:tags r:id="rId62"/>
              </p:custDataLst>
            </p:nvPr>
          </p:nvCxnSpPr>
          <p:spPr bwMode="auto">
            <a:xfrm>
              <a:off x="7880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" name="直接连接符 284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8221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6" name="直接连接符 285"/>
            <p:cNvCxnSpPr/>
            <p:nvPr>
              <p:custDataLst>
                <p:tags r:id="rId64"/>
              </p:custDataLst>
            </p:nvPr>
          </p:nvCxnSpPr>
          <p:spPr bwMode="auto">
            <a:xfrm>
              <a:off x="8230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7" name="直接连接符 286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7540" y="521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8" name="直接连接符 287"/>
            <p:cNvCxnSpPr/>
            <p:nvPr>
              <p:custDataLst>
                <p:tags r:id="rId66"/>
              </p:custDataLst>
            </p:nvPr>
          </p:nvCxnSpPr>
          <p:spPr bwMode="auto">
            <a:xfrm>
              <a:off x="7540" y="5500"/>
              <a:ext cx="340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9" name="直接连接符 288"/>
            <p:cNvCxnSpPr/>
            <p:nvPr>
              <p:custDataLst>
                <p:tags r:id="rId67"/>
              </p:custDataLst>
            </p:nvPr>
          </p:nvCxnSpPr>
          <p:spPr bwMode="auto">
            <a:xfrm>
              <a:off x="11112" y="456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0" name="AutoShape 215"/>
            <p:cNvSpPr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9916" y="4819"/>
              <a:ext cx="119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D1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91" name="直接连接符 290"/>
            <p:cNvCxnSpPr/>
            <p:nvPr>
              <p:custDataLst>
                <p:tags r:id="rId69"/>
              </p:custDataLst>
            </p:nvPr>
          </p:nvCxnSpPr>
          <p:spPr bwMode="auto">
            <a:xfrm>
              <a:off x="11107" y="496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2" name="直接连接符 291"/>
            <p:cNvCxnSpPr/>
            <p:nvPr>
              <p:custDataLst>
                <p:tags r:id="rId70"/>
              </p:custDataLst>
            </p:nvPr>
          </p:nvCxnSpPr>
          <p:spPr bwMode="auto">
            <a:xfrm>
              <a:off x="10942" y="5216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3" name="直接连接符 292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10942" y="521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4" name="直接连接符 293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10599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5" name="直接连接符 294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9238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6" name="直接连接符 295"/>
            <p:cNvCxnSpPr/>
            <p:nvPr>
              <p:custDataLst>
                <p:tags r:id="rId74"/>
              </p:custDataLst>
            </p:nvPr>
          </p:nvCxnSpPr>
          <p:spPr bwMode="auto">
            <a:xfrm>
              <a:off x="9238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7" name="直接连接符 296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9578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8" name="直接连接符 297"/>
            <p:cNvCxnSpPr/>
            <p:nvPr>
              <p:custDataLst>
                <p:tags r:id="rId76"/>
              </p:custDataLst>
            </p:nvPr>
          </p:nvCxnSpPr>
          <p:spPr bwMode="auto">
            <a:xfrm>
              <a:off x="9578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9" name="直接连接符 298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9920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0" name="直接连接符 299"/>
            <p:cNvCxnSpPr/>
            <p:nvPr>
              <p:custDataLst>
                <p:tags r:id="rId78"/>
              </p:custDataLst>
            </p:nvPr>
          </p:nvCxnSpPr>
          <p:spPr bwMode="auto">
            <a:xfrm>
              <a:off x="9918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1" name="直接连接符 300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10259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2" name="直接连接符 301"/>
            <p:cNvCxnSpPr/>
            <p:nvPr>
              <p:custDataLst>
                <p:tags r:id="rId80"/>
              </p:custDataLst>
            </p:nvPr>
          </p:nvCxnSpPr>
          <p:spPr bwMode="auto">
            <a:xfrm>
              <a:off x="10268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3" name="直接连接符 302"/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8565" y="40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4" name="直接连接符 303"/>
            <p:cNvCxnSpPr/>
            <p:nvPr>
              <p:custDataLst>
                <p:tags r:id="rId82"/>
              </p:custDataLst>
            </p:nvPr>
          </p:nvCxnSpPr>
          <p:spPr bwMode="auto">
            <a:xfrm>
              <a:off x="8563" y="40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5" name="直接连接符 304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8904" y="40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6" name="直接连接符 305"/>
            <p:cNvCxnSpPr/>
            <p:nvPr>
              <p:custDataLst>
                <p:tags r:id="rId84"/>
              </p:custDataLst>
            </p:nvPr>
          </p:nvCxnSpPr>
          <p:spPr bwMode="auto">
            <a:xfrm>
              <a:off x="8913" y="43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1" name="直接连接符 310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4479" y="600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2" name="直接连接符 311"/>
            <p:cNvCxnSpPr/>
            <p:nvPr>
              <p:custDataLst>
                <p:tags r:id="rId86"/>
              </p:custDataLst>
            </p:nvPr>
          </p:nvCxnSpPr>
          <p:spPr bwMode="auto">
            <a:xfrm>
              <a:off x="4479" y="6293"/>
              <a:ext cx="113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3" name="直接连接符 312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5613" y="600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4" name="直接连接符 313"/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5613" y="6009"/>
              <a:ext cx="2268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5" name="直接连接符 314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7880" y="600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6" name="直接连接符 315"/>
            <p:cNvCxnSpPr/>
            <p:nvPr>
              <p:custDataLst>
                <p:tags r:id="rId90"/>
              </p:custDataLst>
            </p:nvPr>
          </p:nvCxnSpPr>
          <p:spPr bwMode="auto">
            <a:xfrm>
              <a:off x="7880" y="6293"/>
              <a:ext cx="164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7" name="直接连接符 316"/>
            <p:cNvCxnSpPr/>
            <p:nvPr>
              <p:custDataLst>
                <p:tags r:id="rId91"/>
              </p:custDataLst>
            </p:nvPr>
          </p:nvCxnSpPr>
          <p:spPr bwMode="auto">
            <a:xfrm flipV="1">
              <a:off x="9524" y="6009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8" name="直接连接符 317"/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9524" y="6009"/>
              <a:ext cx="1928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9" name="直接连接符 318"/>
            <p:cNvCxnSpPr/>
            <p:nvPr>
              <p:custDataLst>
                <p:tags r:id="rId93"/>
              </p:custDataLst>
            </p:nvPr>
          </p:nvCxnSpPr>
          <p:spPr bwMode="auto">
            <a:xfrm flipV="1">
              <a:off x="11282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0" name="直接连接符 319"/>
            <p:cNvCxnSpPr/>
            <p:nvPr>
              <p:custDataLst>
                <p:tags r:id="rId94"/>
              </p:custDataLst>
            </p:nvPr>
          </p:nvCxnSpPr>
          <p:spPr bwMode="auto">
            <a:xfrm>
              <a:off x="10602" y="402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1" name="直接连接符 320"/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10942" y="402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2" name="直接连接符 321"/>
            <p:cNvCxnSpPr/>
            <p:nvPr>
              <p:custDataLst>
                <p:tags r:id="rId96"/>
              </p:custDataLst>
            </p:nvPr>
          </p:nvCxnSpPr>
          <p:spPr bwMode="auto">
            <a:xfrm>
              <a:off x="10942" y="430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90" name="组合 389"/>
          <p:cNvGrpSpPr/>
          <p:nvPr/>
        </p:nvGrpSpPr>
        <p:grpSpPr>
          <a:xfrm>
            <a:off x="5544000" y="3564490"/>
            <a:ext cx="1044000" cy="504000"/>
            <a:chOff x="6258488" y="2250913"/>
            <a:chExt cx="1044000" cy="549719"/>
          </a:xfrm>
        </p:grpSpPr>
        <p:sp>
          <p:nvSpPr>
            <p:cNvPr id="391" name="Text Box 223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6582488" y="2250913"/>
              <a:ext cx="720000" cy="549719"/>
            </a:xfrm>
            <a:prstGeom prst="rect">
              <a:avLst/>
            </a:prstGeom>
            <a:noFill/>
            <a:ln w="12700">
              <a:solidFill>
                <a:srgbClr val="CC3300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5000"/>
                </a:lnSpc>
              </a:pPr>
              <a:r>
                <a:rPr lang="zh-CN" altLang="en-US" sz="1600" b="1" dirty="0"/>
                <a:t>约定</a:t>
              </a:r>
              <a:r>
                <a:rPr lang="zh-CN" altLang="en-US" sz="1600" b="1" dirty="0" smtClean="0"/>
                <a:t>的时延</a:t>
              </a:r>
              <a:endParaRPr lang="zh-CN" altLang="en-US" sz="1600" b="1" baseline="-14000" dirty="0" smtClean="0"/>
            </a:p>
          </p:txBody>
        </p:sp>
        <p:cxnSp>
          <p:nvCxnSpPr>
            <p:cNvPr id="392" name="直接箭头连接符 391"/>
            <p:cNvCxnSpPr>
              <a:stCxn id="391" idx="1"/>
            </p:cNvCxnSpPr>
            <p:nvPr>
              <p:custDataLst>
                <p:tags r:id="rId98"/>
              </p:custDataLst>
            </p:nvPr>
          </p:nvCxnSpPr>
          <p:spPr bwMode="auto">
            <a:xfrm flipH="1" flipV="1">
              <a:off x="6258488" y="2368710"/>
              <a:ext cx="324000" cy="274859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  <p:cxnSp>
        <p:nvCxnSpPr>
          <p:cNvPr id="393" name="直接箭头连接符 392"/>
          <p:cNvCxnSpPr/>
          <p:nvPr>
            <p:custDataLst>
              <p:tags r:id="rId99"/>
            </p:custDataLst>
          </p:nvPr>
        </p:nvCxnSpPr>
        <p:spPr bwMode="auto">
          <a:xfrm flipV="1">
            <a:off x="6587999" y="3672735"/>
            <a:ext cx="396000" cy="252000"/>
          </a:xfrm>
          <a:prstGeom prst="straightConnector1">
            <a:avLst/>
          </a:prstGeom>
          <a:noFill/>
          <a:ln w="12700" cap="flat" cmpd="sng" algn="ctr">
            <a:solidFill>
              <a:srgbClr val="CC3300"/>
            </a:solidFill>
            <a:prstDash val="sysDash"/>
            <a:round/>
            <a:headEnd type="none" w="med" len="med"/>
            <a:tailEnd type="arrow" w="sm" len="sm"/>
          </a:ln>
          <a:effectLst/>
        </p:spPr>
      </p:cxnSp>
      <p:grpSp>
        <p:nvGrpSpPr>
          <p:cNvPr id="473" name="组合 472"/>
          <p:cNvGrpSpPr/>
          <p:nvPr/>
        </p:nvGrpSpPr>
        <p:grpSpPr>
          <a:xfrm>
            <a:off x="1296000" y="2988735"/>
            <a:ext cx="2196465" cy="1008285"/>
            <a:chOff x="2268" y="5329"/>
            <a:chExt cx="3459" cy="1588"/>
          </a:xfrm>
        </p:grpSpPr>
        <p:sp>
          <p:nvSpPr>
            <p:cNvPr id="395" name="Text Box 522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2268" y="5330"/>
              <a:ext cx="680" cy="8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err="1" smtClean="0"/>
                <a:t>Req</a:t>
              </a:r>
              <a:endParaRPr lang="en-US" altLang="zh-CN" sz="1800" b="1" dirty="0"/>
            </a:p>
            <a:p>
              <a:pPr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800" b="1" dirty="0" err="1" smtClean="0"/>
                <a:t>Ack</a:t>
              </a:r>
              <a:endParaRPr lang="en-US" altLang="zh-CN" sz="1800" b="1" dirty="0"/>
            </a:p>
          </p:txBody>
        </p:sp>
        <p:cxnSp>
          <p:nvCxnSpPr>
            <p:cNvPr id="397" name="直接连接符 396"/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2949" y="567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8" name="直接连接符 397"/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3120" y="5329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9" name="直接连接符 398"/>
            <p:cNvCxnSpPr/>
            <p:nvPr>
              <p:custDataLst>
                <p:tags r:id="rId103"/>
              </p:custDataLst>
            </p:nvPr>
          </p:nvCxnSpPr>
          <p:spPr bwMode="auto">
            <a:xfrm>
              <a:off x="3459" y="5329"/>
              <a:ext cx="136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0" name="直接连接符 399"/>
            <p:cNvCxnSpPr/>
            <p:nvPr>
              <p:custDataLst>
                <p:tags r:id="rId104"/>
              </p:custDataLst>
            </p:nvPr>
          </p:nvCxnSpPr>
          <p:spPr bwMode="auto">
            <a:xfrm>
              <a:off x="2949" y="6124"/>
              <a:ext cx="147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1" name="直接连接符 400"/>
            <p:cNvCxnSpPr/>
            <p:nvPr>
              <p:custDataLst>
                <p:tags r:id="rId105"/>
              </p:custDataLst>
            </p:nvPr>
          </p:nvCxnSpPr>
          <p:spPr bwMode="auto">
            <a:xfrm>
              <a:off x="3120" y="5329"/>
              <a:ext cx="0" cy="1134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2" name="直接连接符 401"/>
            <p:cNvCxnSpPr/>
            <p:nvPr>
              <p:custDataLst>
                <p:tags r:id="rId106"/>
              </p:custDataLst>
            </p:nvPr>
          </p:nvCxnSpPr>
          <p:spPr bwMode="auto">
            <a:xfrm>
              <a:off x="4763" y="5784"/>
              <a:ext cx="45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3" name="直接连接符 402"/>
            <p:cNvCxnSpPr/>
            <p:nvPr>
              <p:custDataLst>
                <p:tags r:id="rId107"/>
              </p:custDataLst>
            </p:nvPr>
          </p:nvCxnSpPr>
          <p:spPr bwMode="auto">
            <a:xfrm flipV="1">
              <a:off x="4423" y="5784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6" name="直接连接符 405"/>
            <p:cNvCxnSpPr/>
            <p:nvPr>
              <p:custDataLst>
                <p:tags r:id="rId108"/>
              </p:custDataLst>
            </p:nvPr>
          </p:nvCxnSpPr>
          <p:spPr bwMode="auto">
            <a:xfrm>
              <a:off x="4820" y="5330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7" name="直接连接符 406"/>
            <p:cNvCxnSpPr/>
            <p:nvPr>
              <p:custDataLst>
                <p:tags r:id="rId109"/>
              </p:custDataLst>
            </p:nvPr>
          </p:nvCxnSpPr>
          <p:spPr bwMode="auto">
            <a:xfrm>
              <a:off x="5160" y="5671"/>
              <a:ext cx="567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9" name="直接连接符 408"/>
            <p:cNvCxnSpPr/>
            <p:nvPr>
              <p:custDataLst>
                <p:tags r:id="rId110"/>
              </p:custDataLst>
            </p:nvPr>
          </p:nvCxnSpPr>
          <p:spPr bwMode="auto">
            <a:xfrm>
              <a:off x="5557" y="5329"/>
              <a:ext cx="0" cy="1134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0" name="直接连接符 409"/>
            <p:cNvCxnSpPr/>
            <p:nvPr>
              <p:custDataLst>
                <p:tags r:id="rId111"/>
              </p:custDataLst>
            </p:nvPr>
          </p:nvCxnSpPr>
          <p:spPr bwMode="auto">
            <a:xfrm>
              <a:off x="5216" y="5784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15" name="任意多边形 414"/>
            <p:cNvSpPr/>
            <p:nvPr>
              <p:custDataLst>
                <p:tags r:id="rId112"/>
              </p:custDataLst>
            </p:nvPr>
          </p:nvSpPr>
          <p:spPr bwMode="auto">
            <a:xfrm>
              <a:off x="4536" y="5501"/>
              <a:ext cx="454" cy="454"/>
            </a:xfrm>
            <a:custGeom>
              <a:avLst/>
              <a:gdLst>
                <a:gd name="connsiteX0" fmla="*/ 0 w 522514"/>
                <a:gd name="connsiteY0" fmla="*/ 473528 h 473528"/>
                <a:gd name="connsiteX1" fmla="*/ 43543 w 522514"/>
                <a:gd name="connsiteY1" fmla="*/ 255814 h 473528"/>
                <a:gd name="connsiteX2" fmla="*/ 261257 w 522514"/>
                <a:gd name="connsiteY2" fmla="*/ 81643 h 473528"/>
                <a:gd name="connsiteX3" fmla="*/ 522514 w 522514"/>
                <a:gd name="connsiteY3" fmla="*/ 0 h 473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514" h="473528">
                  <a:moveTo>
                    <a:pt x="0" y="473528"/>
                  </a:moveTo>
                  <a:cubicBezTo>
                    <a:pt x="0" y="397328"/>
                    <a:pt x="0" y="321128"/>
                    <a:pt x="43543" y="255814"/>
                  </a:cubicBezTo>
                  <a:cubicBezTo>
                    <a:pt x="87086" y="190500"/>
                    <a:pt x="181429" y="124279"/>
                    <a:pt x="261257" y="81643"/>
                  </a:cubicBezTo>
                  <a:cubicBezTo>
                    <a:pt x="341086" y="39007"/>
                    <a:pt x="431800" y="19503"/>
                    <a:pt x="522514" y="0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6" name="任意多边形 415"/>
            <p:cNvSpPr/>
            <p:nvPr>
              <p:custDataLst>
                <p:tags r:id="rId113"/>
              </p:custDataLst>
            </p:nvPr>
          </p:nvSpPr>
          <p:spPr bwMode="auto">
            <a:xfrm>
              <a:off x="3289" y="5501"/>
              <a:ext cx="1247" cy="510"/>
            </a:xfrm>
            <a:custGeom>
              <a:avLst/>
              <a:gdLst>
                <a:gd name="connsiteX0" fmla="*/ 0 w 1279071"/>
                <a:gd name="connsiteY0" fmla="*/ 0 h 484414"/>
                <a:gd name="connsiteX1" fmla="*/ 81643 w 1279071"/>
                <a:gd name="connsiteY1" fmla="*/ 201386 h 484414"/>
                <a:gd name="connsiteX2" fmla="*/ 266700 w 1279071"/>
                <a:gd name="connsiteY2" fmla="*/ 402771 h 484414"/>
                <a:gd name="connsiteX3" fmla="*/ 1279071 w 1279071"/>
                <a:gd name="connsiteY3" fmla="*/ 484414 h 48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9071" h="484414">
                  <a:moveTo>
                    <a:pt x="0" y="0"/>
                  </a:moveTo>
                  <a:cubicBezTo>
                    <a:pt x="18596" y="67129"/>
                    <a:pt x="37193" y="134258"/>
                    <a:pt x="81643" y="201386"/>
                  </a:cubicBezTo>
                  <a:cubicBezTo>
                    <a:pt x="126093" y="268515"/>
                    <a:pt x="67129" y="355600"/>
                    <a:pt x="266700" y="402771"/>
                  </a:cubicBezTo>
                  <a:cubicBezTo>
                    <a:pt x="466271" y="449942"/>
                    <a:pt x="872671" y="467178"/>
                    <a:pt x="1279071" y="484414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7" name="任意多边形 416"/>
            <p:cNvSpPr/>
            <p:nvPr>
              <p:custDataLst>
                <p:tags r:id="rId114"/>
              </p:custDataLst>
            </p:nvPr>
          </p:nvSpPr>
          <p:spPr bwMode="auto">
            <a:xfrm>
              <a:off x="4990" y="5501"/>
              <a:ext cx="397" cy="454"/>
            </a:xfrm>
            <a:custGeom>
              <a:avLst/>
              <a:gdLst>
                <a:gd name="connsiteX0" fmla="*/ 0 w 609600"/>
                <a:gd name="connsiteY0" fmla="*/ 0 h 440871"/>
                <a:gd name="connsiteX1" fmla="*/ 266700 w 609600"/>
                <a:gd name="connsiteY1" fmla="*/ 48986 h 440871"/>
                <a:gd name="connsiteX2" fmla="*/ 533400 w 609600"/>
                <a:gd name="connsiteY2" fmla="*/ 201386 h 440871"/>
                <a:gd name="connsiteX3" fmla="*/ 609600 w 609600"/>
                <a:gd name="connsiteY3" fmla="*/ 440871 h 44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40871">
                  <a:moveTo>
                    <a:pt x="0" y="0"/>
                  </a:moveTo>
                  <a:cubicBezTo>
                    <a:pt x="88900" y="7711"/>
                    <a:pt x="177800" y="15422"/>
                    <a:pt x="266700" y="48986"/>
                  </a:cubicBezTo>
                  <a:cubicBezTo>
                    <a:pt x="355600" y="82550"/>
                    <a:pt x="476250" y="136072"/>
                    <a:pt x="533400" y="201386"/>
                  </a:cubicBezTo>
                  <a:cubicBezTo>
                    <a:pt x="590550" y="266700"/>
                    <a:pt x="600075" y="353785"/>
                    <a:pt x="609600" y="440871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419" name="直接连接符 418"/>
            <p:cNvCxnSpPr/>
            <p:nvPr>
              <p:custDataLst>
                <p:tags r:id="rId115"/>
              </p:custDataLst>
            </p:nvPr>
          </p:nvCxnSpPr>
          <p:spPr bwMode="auto">
            <a:xfrm>
              <a:off x="5557" y="6122"/>
              <a:ext cx="170" cy="2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0" name="直接连接符 419"/>
            <p:cNvCxnSpPr/>
            <p:nvPr>
              <p:custDataLst>
                <p:tags r:id="rId116"/>
              </p:custDataLst>
            </p:nvPr>
          </p:nvCxnSpPr>
          <p:spPr bwMode="auto">
            <a:xfrm flipV="1">
              <a:off x="3120" y="6307"/>
              <a:ext cx="2438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470" name="Text Box 223"/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3231" y="6520"/>
              <a:ext cx="1928" cy="397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5000"/>
                </a:lnSpc>
              </a:pPr>
              <a:r>
                <a:rPr lang="zh-CN" altLang="en-US" sz="1800" b="1" dirty="0" smtClean="0"/>
                <a:t>全互锁方式</a:t>
              </a:r>
              <a:endParaRPr lang="zh-CN" altLang="en-US" sz="1800" b="1" dirty="0" smtClean="0"/>
            </a:p>
          </p:txBody>
        </p:sp>
      </p:grpSp>
      <p:grpSp>
        <p:nvGrpSpPr>
          <p:cNvPr id="474" name="组合 473"/>
          <p:cNvGrpSpPr/>
          <p:nvPr/>
        </p:nvGrpSpPr>
        <p:grpSpPr>
          <a:xfrm>
            <a:off x="3780000" y="2988735"/>
            <a:ext cx="2087880" cy="1008285"/>
            <a:chOff x="6180" y="5329"/>
            <a:chExt cx="3288" cy="1588"/>
          </a:xfrm>
        </p:grpSpPr>
        <p:sp>
          <p:nvSpPr>
            <p:cNvPr id="423" name="Text Box 522"/>
            <p:cNvSpPr txBox="1"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6180" y="5330"/>
              <a:ext cx="680" cy="8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err="1" smtClean="0"/>
                <a:t>Req</a:t>
              </a:r>
              <a:endParaRPr lang="en-US" altLang="zh-CN" sz="1800" b="1" dirty="0"/>
            </a:p>
            <a:p>
              <a:pPr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800" b="1" dirty="0" err="1" smtClean="0"/>
                <a:t>Ack</a:t>
              </a:r>
              <a:endParaRPr lang="en-US" altLang="zh-CN" sz="1800" b="1" dirty="0"/>
            </a:p>
          </p:txBody>
        </p:sp>
        <p:cxnSp>
          <p:nvCxnSpPr>
            <p:cNvPr id="424" name="直接连接符 423"/>
            <p:cNvCxnSpPr/>
            <p:nvPr>
              <p:custDataLst>
                <p:tags r:id="rId119"/>
              </p:custDataLst>
            </p:nvPr>
          </p:nvCxnSpPr>
          <p:spPr bwMode="auto">
            <a:xfrm flipV="1">
              <a:off x="6861" y="567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5" name="直接连接符 424"/>
            <p:cNvCxnSpPr/>
            <p:nvPr>
              <p:custDataLst>
                <p:tags r:id="rId120"/>
              </p:custDataLst>
            </p:nvPr>
          </p:nvCxnSpPr>
          <p:spPr bwMode="auto">
            <a:xfrm flipV="1">
              <a:off x="7032" y="5329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26" name="直接连接符 425"/>
            <p:cNvCxnSpPr/>
            <p:nvPr>
              <p:custDataLst>
                <p:tags r:id="rId121"/>
              </p:custDataLst>
            </p:nvPr>
          </p:nvCxnSpPr>
          <p:spPr bwMode="auto">
            <a:xfrm>
              <a:off x="7371" y="5329"/>
              <a:ext cx="136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7" name="直接连接符 426"/>
            <p:cNvCxnSpPr/>
            <p:nvPr>
              <p:custDataLst>
                <p:tags r:id="rId122"/>
              </p:custDataLst>
            </p:nvPr>
          </p:nvCxnSpPr>
          <p:spPr bwMode="auto">
            <a:xfrm>
              <a:off x="6861" y="6124"/>
              <a:ext cx="147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8" name="直接连接符 427"/>
            <p:cNvCxnSpPr/>
            <p:nvPr>
              <p:custDataLst>
                <p:tags r:id="rId123"/>
              </p:custDataLst>
            </p:nvPr>
          </p:nvCxnSpPr>
          <p:spPr bwMode="auto">
            <a:xfrm>
              <a:off x="7032" y="5329"/>
              <a:ext cx="0" cy="1134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9" name="直接连接符 428"/>
            <p:cNvCxnSpPr/>
            <p:nvPr>
              <p:custDataLst>
                <p:tags r:id="rId124"/>
              </p:custDataLst>
            </p:nvPr>
          </p:nvCxnSpPr>
          <p:spPr bwMode="auto">
            <a:xfrm>
              <a:off x="8675" y="5784"/>
              <a:ext cx="283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0" name="直接连接符 429"/>
            <p:cNvCxnSpPr/>
            <p:nvPr>
              <p:custDataLst>
                <p:tags r:id="rId125"/>
              </p:custDataLst>
            </p:nvPr>
          </p:nvCxnSpPr>
          <p:spPr bwMode="auto">
            <a:xfrm flipV="1">
              <a:off x="8335" y="5784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1" name="直接连接符 430"/>
            <p:cNvCxnSpPr/>
            <p:nvPr>
              <p:custDataLst>
                <p:tags r:id="rId126"/>
              </p:custDataLst>
            </p:nvPr>
          </p:nvCxnSpPr>
          <p:spPr bwMode="auto">
            <a:xfrm>
              <a:off x="8732" y="5330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2" name="直接连接符 431"/>
            <p:cNvCxnSpPr/>
            <p:nvPr>
              <p:custDataLst>
                <p:tags r:id="rId127"/>
              </p:custDataLst>
            </p:nvPr>
          </p:nvCxnSpPr>
          <p:spPr bwMode="auto">
            <a:xfrm>
              <a:off x="9071" y="5671"/>
              <a:ext cx="397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3" name="直接连接符 432"/>
            <p:cNvCxnSpPr/>
            <p:nvPr>
              <p:custDataLst>
                <p:tags r:id="rId128"/>
              </p:custDataLst>
            </p:nvPr>
          </p:nvCxnSpPr>
          <p:spPr bwMode="auto">
            <a:xfrm>
              <a:off x="9298" y="5329"/>
              <a:ext cx="0" cy="1134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4" name="直接连接符 433"/>
            <p:cNvCxnSpPr/>
            <p:nvPr>
              <p:custDataLst>
                <p:tags r:id="rId129"/>
              </p:custDataLst>
            </p:nvPr>
          </p:nvCxnSpPr>
          <p:spPr bwMode="auto">
            <a:xfrm>
              <a:off x="8958" y="5784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35" name="任意多边形 434"/>
            <p:cNvSpPr/>
            <p:nvPr>
              <p:custDataLst>
                <p:tags r:id="rId130"/>
              </p:custDataLst>
            </p:nvPr>
          </p:nvSpPr>
          <p:spPr bwMode="auto">
            <a:xfrm>
              <a:off x="8448" y="5501"/>
              <a:ext cx="454" cy="454"/>
            </a:xfrm>
            <a:custGeom>
              <a:avLst/>
              <a:gdLst>
                <a:gd name="connsiteX0" fmla="*/ 0 w 522514"/>
                <a:gd name="connsiteY0" fmla="*/ 473528 h 473528"/>
                <a:gd name="connsiteX1" fmla="*/ 43543 w 522514"/>
                <a:gd name="connsiteY1" fmla="*/ 255814 h 473528"/>
                <a:gd name="connsiteX2" fmla="*/ 261257 w 522514"/>
                <a:gd name="connsiteY2" fmla="*/ 81643 h 473528"/>
                <a:gd name="connsiteX3" fmla="*/ 522514 w 522514"/>
                <a:gd name="connsiteY3" fmla="*/ 0 h 473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514" h="473528">
                  <a:moveTo>
                    <a:pt x="0" y="473528"/>
                  </a:moveTo>
                  <a:cubicBezTo>
                    <a:pt x="0" y="397328"/>
                    <a:pt x="0" y="321128"/>
                    <a:pt x="43543" y="255814"/>
                  </a:cubicBezTo>
                  <a:cubicBezTo>
                    <a:pt x="87086" y="190500"/>
                    <a:pt x="181429" y="124279"/>
                    <a:pt x="261257" y="81643"/>
                  </a:cubicBezTo>
                  <a:cubicBezTo>
                    <a:pt x="341086" y="39007"/>
                    <a:pt x="431800" y="19503"/>
                    <a:pt x="522514" y="0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36" name="任意多边形 435"/>
            <p:cNvSpPr/>
            <p:nvPr>
              <p:custDataLst>
                <p:tags r:id="rId131"/>
              </p:custDataLst>
            </p:nvPr>
          </p:nvSpPr>
          <p:spPr bwMode="auto">
            <a:xfrm>
              <a:off x="7201" y="5501"/>
              <a:ext cx="1247" cy="510"/>
            </a:xfrm>
            <a:custGeom>
              <a:avLst/>
              <a:gdLst>
                <a:gd name="connsiteX0" fmla="*/ 0 w 1279071"/>
                <a:gd name="connsiteY0" fmla="*/ 0 h 484414"/>
                <a:gd name="connsiteX1" fmla="*/ 81643 w 1279071"/>
                <a:gd name="connsiteY1" fmla="*/ 201386 h 484414"/>
                <a:gd name="connsiteX2" fmla="*/ 266700 w 1279071"/>
                <a:gd name="connsiteY2" fmla="*/ 402771 h 484414"/>
                <a:gd name="connsiteX3" fmla="*/ 1279071 w 1279071"/>
                <a:gd name="connsiteY3" fmla="*/ 484414 h 48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9071" h="484414">
                  <a:moveTo>
                    <a:pt x="0" y="0"/>
                  </a:moveTo>
                  <a:cubicBezTo>
                    <a:pt x="18596" y="67129"/>
                    <a:pt x="37193" y="134258"/>
                    <a:pt x="81643" y="201386"/>
                  </a:cubicBezTo>
                  <a:cubicBezTo>
                    <a:pt x="126093" y="268515"/>
                    <a:pt x="67129" y="355600"/>
                    <a:pt x="266700" y="402771"/>
                  </a:cubicBezTo>
                  <a:cubicBezTo>
                    <a:pt x="466271" y="449942"/>
                    <a:pt x="872671" y="467178"/>
                    <a:pt x="1279071" y="484414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438" name="直接连接符 437"/>
            <p:cNvCxnSpPr/>
            <p:nvPr>
              <p:custDataLst>
                <p:tags r:id="rId132"/>
              </p:custDataLst>
            </p:nvPr>
          </p:nvCxnSpPr>
          <p:spPr bwMode="auto">
            <a:xfrm>
              <a:off x="9298" y="6122"/>
              <a:ext cx="170" cy="2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9" name="直接连接符 438"/>
            <p:cNvCxnSpPr/>
            <p:nvPr>
              <p:custDataLst>
                <p:tags r:id="rId133"/>
              </p:custDataLst>
            </p:nvPr>
          </p:nvCxnSpPr>
          <p:spPr bwMode="auto">
            <a:xfrm flipV="1">
              <a:off x="9014" y="6293"/>
              <a:ext cx="283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40" name="Text Box 527"/>
            <p:cNvSpPr txBox="1">
              <a:spLocks noChangeArrowheads="1"/>
            </p:cNvSpPr>
            <p:nvPr>
              <p:custDataLst>
                <p:tags r:id="rId134"/>
              </p:custDataLst>
            </p:nvPr>
          </p:nvSpPr>
          <p:spPr bwMode="auto">
            <a:xfrm>
              <a:off x="8617" y="6121"/>
              <a:ext cx="397" cy="34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①</a:t>
              </a:r>
              <a:endParaRPr lang="en-US" altLang="zh-CN" sz="1600" b="1" dirty="0"/>
            </a:p>
          </p:txBody>
        </p:sp>
        <p:cxnSp>
          <p:nvCxnSpPr>
            <p:cNvPr id="442" name="直接连接符 441"/>
            <p:cNvCxnSpPr/>
            <p:nvPr>
              <p:custDataLst>
                <p:tags r:id="rId135"/>
              </p:custDataLst>
            </p:nvPr>
          </p:nvCxnSpPr>
          <p:spPr bwMode="auto">
            <a:xfrm>
              <a:off x="8334" y="6122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3" name="直接连接符 442"/>
            <p:cNvCxnSpPr/>
            <p:nvPr>
              <p:custDataLst>
                <p:tags r:id="rId136"/>
              </p:custDataLst>
            </p:nvPr>
          </p:nvCxnSpPr>
          <p:spPr bwMode="auto">
            <a:xfrm flipH="1" flipV="1">
              <a:off x="8335" y="6293"/>
              <a:ext cx="283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71" name="Text Box 223"/>
            <p:cNvSpPr txBox="1"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7030" y="6520"/>
              <a:ext cx="1928" cy="397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5000"/>
                </a:lnSpc>
              </a:pPr>
              <a:r>
                <a:rPr lang="zh-CN" altLang="en-US" sz="1800" b="1" dirty="0" smtClean="0"/>
                <a:t>半互锁方式</a:t>
              </a:r>
              <a:endParaRPr lang="zh-CN" altLang="en-US" sz="1800" b="1" dirty="0" smtClean="0"/>
            </a:p>
          </p:txBody>
        </p:sp>
      </p:grpSp>
      <p:grpSp>
        <p:nvGrpSpPr>
          <p:cNvPr id="475" name="组合 474"/>
          <p:cNvGrpSpPr/>
          <p:nvPr/>
        </p:nvGrpSpPr>
        <p:grpSpPr>
          <a:xfrm>
            <a:off x="6336000" y="2988735"/>
            <a:ext cx="1943735" cy="1007745"/>
            <a:chOff x="10205" y="5329"/>
            <a:chExt cx="3061" cy="1587"/>
          </a:xfrm>
        </p:grpSpPr>
        <p:sp>
          <p:nvSpPr>
            <p:cNvPr id="446" name="Text Box 522"/>
            <p:cNvSpPr txBox="1">
              <a:spLocks noChangeArrowheads="1"/>
            </p:cNvSpPr>
            <p:nvPr>
              <p:custDataLst>
                <p:tags r:id="rId138"/>
              </p:custDataLst>
            </p:nvPr>
          </p:nvSpPr>
          <p:spPr bwMode="auto">
            <a:xfrm>
              <a:off x="10205" y="5330"/>
              <a:ext cx="680" cy="8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err="1" smtClean="0"/>
                <a:t>Req</a:t>
              </a:r>
              <a:endParaRPr lang="en-US" altLang="zh-CN" sz="1800" b="1" dirty="0"/>
            </a:p>
            <a:p>
              <a:pPr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800" b="1" dirty="0" err="1" smtClean="0"/>
                <a:t>Ack</a:t>
              </a:r>
              <a:endParaRPr lang="en-US" altLang="zh-CN" sz="1800" b="1" dirty="0"/>
            </a:p>
          </p:txBody>
        </p:sp>
        <p:cxnSp>
          <p:nvCxnSpPr>
            <p:cNvPr id="447" name="直接连接符 446"/>
            <p:cNvCxnSpPr/>
            <p:nvPr>
              <p:custDataLst>
                <p:tags r:id="rId139"/>
              </p:custDataLst>
            </p:nvPr>
          </p:nvCxnSpPr>
          <p:spPr bwMode="auto">
            <a:xfrm flipV="1">
              <a:off x="10886" y="567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8" name="直接连接符 447"/>
            <p:cNvCxnSpPr/>
            <p:nvPr>
              <p:custDataLst>
                <p:tags r:id="rId140"/>
              </p:custDataLst>
            </p:nvPr>
          </p:nvCxnSpPr>
          <p:spPr bwMode="auto">
            <a:xfrm flipV="1">
              <a:off x="11057" y="5329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49" name="直接连接符 448"/>
            <p:cNvCxnSpPr/>
            <p:nvPr>
              <p:custDataLst>
                <p:tags r:id="rId141"/>
              </p:custDataLst>
            </p:nvPr>
          </p:nvCxnSpPr>
          <p:spPr bwMode="auto">
            <a:xfrm>
              <a:off x="11396" y="5329"/>
              <a:ext cx="136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0" name="直接连接符 449"/>
            <p:cNvCxnSpPr/>
            <p:nvPr>
              <p:custDataLst>
                <p:tags r:id="rId142"/>
              </p:custDataLst>
            </p:nvPr>
          </p:nvCxnSpPr>
          <p:spPr bwMode="auto">
            <a:xfrm>
              <a:off x="10886" y="6124"/>
              <a:ext cx="147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1" name="直接连接符 450"/>
            <p:cNvCxnSpPr/>
            <p:nvPr>
              <p:custDataLst>
                <p:tags r:id="rId143"/>
              </p:custDataLst>
            </p:nvPr>
          </p:nvCxnSpPr>
          <p:spPr bwMode="auto">
            <a:xfrm>
              <a:off x="11057" y="5329"/>
              <a:ext cx="0" cy="1077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2" name="直接连接符 451"/>
            <p:cNvCxnSpPr/>
            <p:nvPr>
              <p:custDataLst>
                <p:tags r:id="rId144"/>
              </p:custDataLst>
            </p:nvPr>
          </p:nvCxnSpPr>
          <p:spPr bwMode="auto">
            <a:xfrm>
              <a:off x="12700" y="5784"/>
              <a:ext cx="5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3" name="直接连接符 452"/>
            <p:cNvCxnSpPr/>
            <p:nvPr>
              <p:custDataLst>
                <p:tags r:id="rId145"/>
              </p:custDataLst>
            </p:nvPr>
          </p:nvCxnSpPr>
          <p:spPr bwMode="auto">
            <a:xfrm flipV="1">
              <a:off x="12360" y="5784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54" name="直接连接符 453"/>
            <p:cNvCxnSpPr/>
            <p:nvPr>
              <p:custDataLst>
                <p:tags r:id="rId146"/>
              </p:custDataLst>
            </p:nvPr>
          </p:nvCxnSpPr>
          <p:spPr bwMode="auto">
            <a:xfrm>
              <a:off x="12757" y="5330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55" name="直接连接符 454"/>
            <p:cNvCxnSpPr/>
            <p:nvPr>
              <p:custDataLst>
                <p:tags r:id="rId147"/>
              </p:custDataLst>
            </p:nvPr>
          </p:nvCxnSpPr>
          <p:spPr bwMode="auto">
            <a:xfrm>
              <a:off x="13096" y="567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6" name="直接连接符 455"/>
            <p:cNvCxnSpPr/>
            <p:nvPr>
              <p:custDataLst>
                <p:tags r:id="rId148"/>
              </p:custDataLst>
            </p:nvPr>
          </p:nvCxnSpPr>
          <p:spPr bwMode="auto">
            <a:xfrm>
              <a:off x="13096" y="5329"/>
              <a:ext cx="0" cy="1134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7" name="直接连接符 456"/>
            <p:cNvCxnSpPr/>
            <p:nvPr>
              <p:custDataLst>
                <p:tags r:id="rId149"/>
              </p:custDataLst>
            </p:nvPr>
          </p:nvCxnSpPr>
          <p:spPr bwMode="auto">
            <a:xfrm>
              <a:off x="12756" y="5784"/>
              <a:ext cx="340" cy="34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59" name="任意多边形 458"/>
            <p:cNvSpPr/>
            <p:nvPr>
              <p:custDataLst>
                <p:tags r:id="rId150"/>
              </p:custDataLst>
            </p:nvPr>
          </p:nvSpPr>
          <p:spPr bwMode="auto">
            <a:xfrm>
              <a:off x="11226" y="5501"/>
              <a:ext cx="1247" cy="510"/>
            </a:xfrm>
            <a:custGeom>
              <a:avLst/>
              <a:gdLst>
                <a:gd name="connsiteX0" fmla="*/ 0 w 1279071"/>
                <a:gd name="connsiteY0" fmla="*/ 0 h 484414"/>
                <a:gd name="connsiteX1" fmla="*/ 81643 w 1279071"/>
                <a:gd name="connsiteY1" fmla="*/ 201386 h 484414"/>
                <a:gd name="connsiteX2" fmla="*/ 266700 w 1279071"/>
                <a:gd name="connsiteY2" fmla="*/ 402771 h 484414"/>
                <a:gd name="connsiteX3" fmla="*/ 1279071 w 1279071"/>
                <a:gd name="connsiteY3" fmla="*/ 484414 h 48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9071" h="484414">
                  <a:moveTo>
                    <a:pt x="0" y="0"/>
                  </a:moveTo>
                  <a:cubicBezTo>
                    <a:pt x="18596" y="67129"/>
                    <a:pt x="37193" y="134258"/>
                    <a:pt x="81643" y="201386"/>
                  </a:cubicBezTo>
                  <a:cubicBezTo>
                    <a:pt x="126093" y="268515"/>
                    <a:pt x="67129" y="355600"/>
                    <a:pt x="266700" y="402771"/>
                  </a:cubicBezTo>
                  <a:cubicBezTo>
                    <a:pt x="466271" y="449942"/>
                    <a:pt x="872671" y="467178"/>
                    <a:pt x="1279071" y="484414"/>
                  </a:cubicBezTo>
                </a:path>
              </a:pathLst>
            </a:cu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460" name="直接连接符 459"/>
            <p:cNvCxnSpPr/>
            <p:nvPr>
              <p:custDataLst>
                <p:tags r:id="rId151"/>
              </p:custDataLst>
            </p:nvPr>
          </p:nvCxnSpPr>
          <p:spPr bwMode="auto">
            <a:xfrm>
              <a:off x="13096" y="6122"/>
              <a:ext cx="170" cy="2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5" name="直接连接符 464"/>
            <p:cNvCxnSpPr/>
            <p:nvPr>
              <p:custDataLst>
                <p:tags r:id="rId152"/>
              </p:custDataLst>
            </p:nvPr>
          </p:nvCxnSpPr>
          <p:spPr bwMode="auto">
            <a:xfrm flipV="1">
              <a:off x="12302" y="6293"/>
              <a:ext cx="794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66" name="Text Box 527"/>
            <p:cNvSpPr txBox="1">
              <a:spLocks noChangeArrowheads="1"/>
            </p:cNvSpPr>
            <p:nvPr>
              <p:custDataLst>
                <p:tags r:id="rId153"/>
              </p:custDataLst>
            </p:nvPr>
          </p:nvSpPr>
          <p:spPr bwMode="auto">
            <a:xfrm>
              <a:off x="11906" y="6123"/>
              <a:ext cx="340" cy="34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①</a:t>
              </a:r>
              <a:endParaRPr lang="en-US" altLang="zh-CN" sz="1600" b="1" dirty="0"/>
            </a:p>
          </p:txBody>
        </p:sp>
        <p:cxnSp>
          <p:nvCxnSpPr>
            <p:cNvPr id="468" name="直接连接符 467"/>
            <p:cNvCxnSpPr/>
            <p:nvPr>
              <p:custDataLst>
                <p:tags r:id="rId154"/>
              </p:custDataLst>
            </p:nvPr>
          </p:nvCxnSpPr>
          <p:spPr bwMode="auto">
            <a:xfrm flipH="1" flipV="1">
              <a:off x="11055" y="6293"/>
              <a:ext cx="794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72" name="Text Box 223"/>
            <p:cNvSpPr txBox="1">
              <a:spLocks noChangeArrowheads="1"/>
            </p:cNvSpPr>
            <p:nvPr>
              <p:custDataLst>
                <p:tags r:id="rId155"/>
              </p:custDataLst>
            </p:nvPr>
          </p:nvSpPr>
          <p:spPr bwMode="auto">
            <a:xfrm>
              <a:off x="10998" y="6520"/>
              <a:ext cx="1928" cy="397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5000"/>
                </a:lnSpc>
              </a:pPr>
              <a:r>
                <a:rPr lang="zh-CN" altLang="en-US" sz="1800" b="1" dirty="0" smtClean="0"/>
                <a:t>不互锁方式</a:t>
              </a:r>
              <a:endParaRPr lang="zh-CN" altLang="en-US" sz="1800" b="1" dirty="0" smtClean="0"/>
            </a:p>
          </p:txBody>
        </p:sp>
      </p:grpSp>
      <p:sp>
        <p:nvSpPr>
          <p:cNvPr id="476" name="Text Box 228"/>
          <p:cNvSpPr txBox="1">
            <a:spLocks noChangeArrowheads="1"/>
          </p:cNvSpPr>
          <p:nvPr>
            <p:custDataLst>
              <p:tags r:id="rId156"/>
            </p:custDataLst>
          </p:nvPr>
        </p:nvSpPr>
        <p:spPr bwMode="auto">
          <a:xfrm>
            <a:off x="1040765" y="4068000"/>
            <a:ext cx="7929245" cy="1106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336800" indent="-2336800"/>
            <a:r>
              <a:rPr lang="zh-CN" altLang="en-US" sz="2000" b="1" dirty="0" smtClean="0">
                <a:solidFill>
                  <a:schemeClr val="accent2"/>
                </a:solidFill>
              </a:rPr>
              <a:t>示例</a:t>
            </a:r>
            <a:r>
              <a:rPr lang="en-US" altLang="zh-CN" sz="2000" b="1" dirty="0" smtClean="0">
                <a:solidFill>
                  <a:schemeClr val="accent2"/>
                </a:solidFill>
              </a:rPr>
              <a:t>—</a:t>
            </a:r>
            <a:r>
              <a:rPr lang="zh-CN" altLang="en-US" sz="2000" b="1" u="sng" dirty="0" smtClean="0">
                <a:sym typeface="+mn-ea"/>
              </a:rPr>
              <a:t>串行通信</a:t>
            </a:r>
            <a:r>
              <a:rPr lang="zh-CN" altLang="en-US" sz="2000" b="1" dirty="0" smtClean="0">
                <a:sym typeface="+mn-ea"/>
              </a:rPr>
              <a:t>每次传输</a:t>
            </a:r>
            <a:r>
              <a:rPr lang="en-US" altLang="zh-CN" sz="2000" b="1" u="sng" dirty="0" smtClean="0">
                <a:solidFill>
                  <a:srgbClr val="0070C0"/>
                </a:solidFill>
                <a:sym typeface="+mn-ea"/>
              </a:rPr>
              <a:t>1</a:t>
            </a:r>
            <a:r>
              <a:rPr lang="zh-CN" altLang="en-US" sz="2000" b="1" u="sng" dirty="0" smtClean="0">
                <a:solidFill>
                  <a:srgbClr val="0070C0"/>
                </a:solidFill>
                <a:sym typeface="+mn-ea"/>
              </a:rPr>
              <a:t>个</a:t>
            </a:r>
            <a:r>
              <a:rPr lang="zh-CN" altLang="en-US" sz="2000" b="1" u="sng" dirty="0">
                <a:solidFill>
                  <a:srgbClr val="0070C0"/>
                </a:solidFill>
                <a:sym typeface="+mn-ea"/>
              </a:rPr>
              <a:t>帧</a:t>
            </a:r>
            <a:r>
              <a:rPr lang="zh-CN" altLang="en-US" sz="2000" b="1" dirty="0" smtClean="0">
                <a:sym typeface="+mn-ea"/>
              </a:rPr>
              <a:t>，均</a:t>
            </a:r>
            <a:r>
              <a:rPr lang="zh-CN" altLang="en-US" sz="2000" b="1" u="sng" dirty="0" smtClean="0">
                <a:solidFill>
                  <a:srgbClr val="0070C0"/>
                </a:solidFill>
                <a:sym typeface="+mn-ea"/>
              </a:rPr>
              <a:t>缺省</a:t>
            </a:r>
            <a:r>
              <a:rPr lang="zh-CN" altLang="en-US" sz="2000" b="1" dirty="0" smtClean="0">
                <a:sym typeface="+mn-ea"/>
              </a:rPr>
              <a:t>联络信号线</a:t>
            </a:r>
            <a:r>
              <a:rPr lang="en-US" altLang="zh-CN" sz="1600" b="1" dirty="0" smtClean="0">
                <a:sym typeface="+mn-ea"/>
              </a:rPr>
              <a:t>(</a:t>
            </a:r>
            <a:r>
              <a:rPr lang="zh-CN" altLang="en-US" sz="1600" b="1" dirty="0" smtClean="0">
                <a:sym typeface="+mn-ea"/>
              </a:rPr>
              <a:t>基于效率</a:t>
            </a:r>
            <a:r>
              <a:rPr lang="en-US" altLang="zh-CN" sz="1600" b="1" dirty="0" smtClean="0">
                <a:sym typeface="+mn-ea"/>
              </a:rPr>
              <a:t>)</a:t>
            </a:r>
            <a:r>
              <a:rPr lang="zh-CN" altLang="en-US" sz="2000" b="1" dirty="0" smtClean="0">
                <a:sym typeface="+mn-ea"/>
              </a:rPr>
              <a:t>；</a:t>
            </a:r>
            <a:endParaRPr lang="zh-CN" altLang="en-US" sz="2000" b="1" dirty="0" smtClean="0">
              <a:sym typeface="+mn-ea"/>
            </a:endParaRPr>
          </a:p>
          <a:p>
            <a:pPr marL="2336800" indent="-2336800">
              <a:lnSpc>
                <a:spcPct val="100000"/>
              </a:lnSpc>
            </a:pPr>
            <a:r>
              <a:rPr lang="en-US" altLang="zh-CN" sz="1600" b="1" dirty="0" smtClean="0">
                <a:sym typeface="+mn-ea"/>
              </a:rPr>
              <a:t>           </a:t>
            </a:r>
            <a:r>
              <a:rPr lang="zh-CN" altLang="en-US" sz="1600" b="1" dirty="0" smtClean="0">
                <a:sym typeface="+mn-ea"/>
              </a:rPr>
              <a:t>含</a:t>
            </a:r>
            <a:r>
              <a:rPr lang="en-US" altLang="zh-CN" sz="1600" b="1" dirty="0" smtClean="0">
                <a:sym typeface="+mn-ea"/>
              </a:rPr>
              <a:t>1</a:t>
            </a:r>
            <a:r>
              <a:rPr lang="zh-CN" altLang="en-US" sz="1600" b="1" dirty="0" smtClean="0">
                <a:sym typeface="+mn-ea"/>
              </a:rPr>
              <a:t>个字符</a:t>
            </a:r>
            <a:r>
              <a:rPr lang="en-US" altLang="zh-CN" sz="1600" b="1" dirty="0" smtClean="0">
                <a:sym typeface="+mn-ea"/>
              </a:rPr>
              <a:t>/</a:t>
            </a:r>
            <a:r>
              <a:rPr lang="zh-CN" altLang="en-US" sz="1600" b="1" dirty="0" smtClean="0">
                <a:sym typeface="+mn-ea"/>
              </a:rPr>
              <a:t>数据块→</a:t>
            </a:r>
            <a:r>
              <a:rPr lang="zh-CN" altLang="en-US" sz="1600" dirty="0" smtClean="0">
                <a:sym typeface="+mn-ea"/>
              </a:rPr>
              <a:t>┘</a:t>
            </a:r>
            <a:r>
              <a:rPr lang="en-US" altLang="zh-CN" sz="1600" b="1" dirty="0" smtClean="0">
                <a:sym typeface="+mn-ea"/>
              </a:rPr>
              <a:t>         </a:t>
            </a:r>
            <a:r>
              <a:rPr lang="zh-CN" altLang="en-US" sz="1600" dirty="0" smtClean="0">
                <a:sym typeface="+mn-ea"/>
              </a:rPr>
              <a:t>└</a:t>
            </a:r>
            <a:r>
              <a:rPr lang="en-US" altLang="zh-CN" sz="1600" b="1" dirty="0" smtClean="0">
                <a:sym typeface="+mn-ea"/>
              </a:rPr>
              <a:t>→</a:t>
            </a:r>
            <a:r>
              <a:rPr lang="zh-CN" altLang="en-US" sz="1600" b="1" dirty="0" smtClean="0">
                <a:sym typeface="+mn-ea"/>
              </a:rPr>
              <a:t>用</a:t>
            </a:r>
            <a:r>
              <a:rPr lang="zh-CN" altLang="en-US" sz="1600" b="1" u="sng" dirty="0">
                <a:sym typeface="+mn-ea"/>
              </a:rPr>
              <a:t>不互锁</a:t>
            </a:r>
            <a:r>
              <a:rPr lang="zh-CN" altLang="en-US" sz="1600" b="1" dirty="0">
                <a:sym typeface="+mn-ea"/>
              </a:rPr>
              <a:t>方式定时→</a:t>
            </a:r>
            <a:r>
              <a:rPr lang="zh-CN" altLang="en-US" sz="1600" b="1" dirty="0" smtClean="0">
                <a:sym typeface="+mn-ea"/>
              </a:rPr>
              <a:t>约定</a:t>
            </a:r>
            <a:r>
              <a:rPr lang="zh-CN" altLang="en-US" sz="1600" b="1" u="sng" dirty="0" smtClean="0">
                <a:sym typeface="+mn-ea"/>
              </a:rPr>
              <a:t>波特率</a:t>
            </a:r>
            <a:endParaRPr lang="zh-CN" altLang="en-US" sz="1600" b="1" dirty="0">
              <a:sym typeface="+mn-ea"/>
            </a:endParaRPr>
          </a:p>
          <a:p>
            <a:pPr marL="2336800" indent="-2336800"/>
            <a:r>
              <a:rPr lang="en-US" altLang="zh-CN" sz="2000" b="1" dirty="0" smtClean="0"/>
              <a:t>      </a:t>
            </a:r>
            <a:r>
              <a:rPr lang="zh-CN" altLang="en-US" sz="2000" b="1" u="sng" dirty="0" smtClean="0"/>
              <a:t>起止式</a:t>
            </a:r>
            <a:r>
              <a:rPr lang="zh-CN" alt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u="sng" dirty="0" smtClean="0"/>
              <a:t>异步串行</a:t>
            </a:r>
            <a:r>
              <a:rPr lang="zh-CN" altLang="en-US" sz="2000" b="1" dirty="0" smtClean="0"/>
              <a:t>通信协议</a:t>
            </a:r>
            <a:r>
              <a:rPr lang="en-US" altLang="zh-CN" sz="2000" b="1" dirty="0" smtClean="0"/>
              <a:t>    </a:t>
            </a:r>
            <a:r>
              <a:rPr lang="en-US" altLang="zh-CN" sz="1600" b="1" dirty="0" smtClean="0"/>
              <a:t>←</a:t>
            </a:r>
            <a:r>
              <a:rPr lang="zh-CN" altLang="en-US" sz="1600" b="1" dirty="0" smtClean="0"/>
              <a:t>起始位</a:t>
            </a:r>
            <a:r>
              <a:rPr lang="en-US" altLang="zh-CN" sz="1600" b="1" dirty="0" smtClean="0"/>
              <a:t>&amp;</a:t>
            </a:r>
            <a:r>
              <a:rPr lang="zh-CN" altLang="en-US" sz="1600" b="1" dirty="0" smtClean="0"/>
              <a:t>停止位为帧的同步头</a:t>
            </a:r>
            <a:r>
              <a:rPr lang="en-US" altLang="zh-CN" sz="1600" b="1" dirty="0" smtClean="0"/>
              <a:t>&amp;</a:t>
            </a:r>
            <a:r>
              <a:rPr lang="zh-CN" altLang="en-US" sz="1600" b="1" dirty="0" smtClean="0"/>
              <a:t>同步尾</a:t>
            </a:r>
            <a:endParaRPr lang="zh-CN" altLang="en-US" sz="1600" b="1" dirty="0" smtClean="0"/>
          </a:p>
        </p:txBody>
      </p:sp>
      <p:grpSp>
        <p:nvGrpSpPr>
          <p:cNvPr id="620" name="组合 619"/>
          <p:cNvGrpSpPr/>
          <p:nvPr/>
        </p:nvGrpSpPr>
        <p:grpSpPr>
          <a:xfrm>
            <a:off x="1800000" y="5184000"/>
            <a:ext cx="6624320" cy="1259840"/>
            <a:chOff x="1587" y="4422"/>
            <a:chExt cx="10432" cy="1984"/>
          </a:xfrm>
        </p:grpSpPr>
        <p:sp>
          <p:nvSpPr>
            <p:cNvPr id="621" name="Text Box 287"/>
            <p:cNvSpPr txBox="1">
              <a:spLocks noChangeArrowheads="1"/>
            </p:cNvSpPr>
            <p:nvPr>
              <p:custDataLst>
                <p:tags r:id="rId157"/>
              </p:custDataLst>
            </p:nvPr>
          </p:nvSpPr>
          <p:spPr bwMode="auto">
            <a:xfrm>
              <a:off x="9694" y="4932"/>
              <a:ext cx="680" cy="397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FFCCFF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0000"/>
                </a:lnSpc>
              </a:pPr>
              <a:r>
                <a:rPr lang="en-US" altLang="zh-CN" sz="1800" b="1"/>
                <a:t>1</a:t>
              </a:r>
              <a:endParaRPr lang="en-US" altLang="zh-CN" sz="1800" b="1"/>
            </a:p>
          </p:txBody>
        </p:sp>
        <p:sp>
          <p:nvSpPr>
            <p:cNvPr id="622" name="Text Box 293"/>
            <p:cNvSpPr txBox="1">
              <a:spLocks noChangeArrowheads="1"/>
            </p:cNvSpPr>
            <p:nvPr>
              <p:custDataLst>
                <p:tags r:id="rId158"/>
              </p:custDataLst>
            </p:nvPr>
          </p:nvSpPr>
          <p:spPr bwMode="auto">
            <a:xfrm>
              <a:off x="10375" y="4932"/>
              <a:ext cx="964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71755" tIns="10800" rIns="18000" bIns="10800" anchor="ctr"/>
            <a:p>
              <a:pPr>
                <a:lnSpc>
                  <a:spcPct val="100000"/>
                </a:lnSpc>
              </a:pPr>
              <a:r>
                <a:rPr lang="en-US" altLang="zh-CN" sz="1800" b="1"/>
                <a:t>1…1</a:t>
              </a:r>
              <a:endParaRPr lang="en-US" altLang="zh-CN" sz="1800" b="1"/>
            </a:p>
          </p:txBody>
        </p:sp>
        <p:sp>
          <p:nvSpPr>
            <p:cNvPr id="623" name="Text Box 287"/>
            <p:cNvSpPr txBox="1">
              <a:spLocks noChangeArrowheads="1"/>
            </p:cNvSpPr>
            <p:nvPr>
              <p:custDataLst>
                <p:tags r:id="rId159"/>
              </p:custDataLst>
            </p:nvPr>
          </p:nvSpPr>
          <p:spPr bwMode="auto">
            <a:xfrm>
              <a:off x="2551" y="4932"/>
              <a:ext cx="680" cy="397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FFCCFF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0000"/>
                </a:lnSpc>
              </a:pPr>
              <a:r>
                <a:rPr lang="en-US" altLang="zh-CN" sz="1800" b="1"/>
                <a:t>0</a:t>
              </a:r>
              <a:endParaRPr lang="en-US" altLang="zh-CN" sz="1800" b="1"/>
            </a:p>
          </p:txBody>
        </p:sp>
        <p:sp>
          <p:nvSpPr>
            <p:cNvPr id="624" name="Text Box 292"/>
            <p:cNvSpPr txBox="1">
              <a:spLocks noChangeArrowheads="1"/>
            </p:cNvSpPr>
            <p:nvPr>
              <p:custDataLst>
                <p:tags r:id="rId160"/>
              </p:custDataLst>
            </p:nvPr>
          </p:nvSpPr>
          <p:spPr bwMode="auto">
            <a:xfrm>
              <a:off x="1587" y="4932"/>
              <a:ext cx="964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71755" bIns="10800" anchor="ctr"/>
            <a:p>
              <a:pPr algn="r">
                <a:lnSpc>
                  <a:spcPct val="100000"/>
                </a:lnSpc>
              </a:pPr>
              <a:r>
                <a:rPr lang="en-US" altLang="zh-CN" sz="1800" b="1" dirty="0"/>
                <a:t>1  1</a:t>
              </a:r>
              <a:endParaRPr lang="en-US" altLang="zh-CN" sz="1800" b="1" dirty="0"/>
            </a:p>
          </p:txBody>
        </p:sp>
        <p:sp>
          <p:nvSpPr>
            <p:cNvPr id="625" name="Text Box 268"/>
            <p:cNvSpPr txBox="1">
              <a:spLocks noChangeArrowheads="1"/>
            </p:cNvSpPr>
            <p:nvPr>
              <p:custDataLst>
                <p:tags r:id="rId161"/>
              </p:custDataLst>
            </p:nvPr>
          </p:nvSpPr>
          <p:spPr bwMode="auto">
            <a:xfrm>
              <a:off x="3231" y="4932"/>
              <a:ext cx="5783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36195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/>
                <a:t>0/1 0/1</a:t>
              </a:r>
              <a:r>
                <a:rPr lang="en-US" altLang="zh-CN" sz="1800" b="1" dirty="0"/>
                <a:t> 0/1 0/1</a:t>
              </a:r>
              <a:r>
                <a:rPr lang="en-US" altLang="zh-CN" sz="1800" b="1" dirty="0"/>
                <a:t> 0/1 0/1</a:t>
              </a:r>
              <a:r>
                <a:rPr lang="en-US" altLang="zh-CN" sz="1800" b="1" dirty="0"/>
                <a:t> 0/1 0/1</a:t>
              </a:r>
              <a:endParaRPr lang="en-US" altLang="zh-CN" sz="1800" b="1" dirty="0"/>
            </a:p>
          </p:txBody>
        </p:sp>
        <p:sp>
          <p:nvSpPr>
            <p:cNvPr id="626" name="Text Box 269"/>
            <p:cNvSpPr txBox="1">
              <a:spLocks noChangeArrowheads="1"/>
            </p:cNvSpPr>
            <p:nvPr>
              <p:custDataLst>
                <p:tags r:id="rId162"/>
              </p:custDataLst>
            </p:nvPr>
          </p:nvSpPr>
          <p:spPr bwMode="auto">
            <a:xfrm>
              <a:off x="5896" y="4422"/>
              <a:ext cx="289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帧格式</a:t>
              </a:r>
              <a:r>
                <a:rPr lang="en-US" altLang="zh-CN" sz="1600" b="1" dirty="0"/>
                <a:t>(</a:t>
              </a:r>
              <a:r>
                <a:rPr lang="zh-CN" altLang="en-US" sz="1600" b="1" dirty="0"/>
                <a:t>含</a:t>
              </a:r>
              <a:r>
                <a:rPr lang="en-US" altLang="zh-CN" sz="1600" b="1" dirty="0"/>
                <a:t>1</a:t>
              </a:r>
              <a:r>
                <a:rPr lang="zh-CN" altLang="en-US" sz="1600" b="1" dirty="0"/>
                <a:t>个字符</a:t>
              </a:r>
              <a:r>
                <a:rPr lang="en-US" altLang="zh-CN" sz="1600" b="1" dirty="0"/>
                <a:t>)</a:t>
              </a:r>
              <a:endParaRPr lang="en-US" altLang="zh-CN" sz="1600" b="1" dirty="0"/>
            </a:p>
          </p:txBody>
        </p:sp>
        <p:sp>
          <p:nvSpPr>
            <p:cNvPr id="627" name="Text Box 274"/>
            <p:cNvSpPr txBox="1">
              <a:spLocks noChangeArrowheads="1"/>
            </p:cNvSpPr>
            <p:nvPr>
              <p:custDataLst>
                <p:tags r:id="rId163"/>
              </p:custDataLst>
            </p:nvPr>
          </p:nvSpPr>
          <p:spPr bwMode="auto">
            <a:xfrm>
              <a:off x="1644" y="5386"/>
              <a:ext cx="794" cy="10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空闲位停止或</a:t>
              </a:r>
              <a:endParaRPr lang="zh-CN" altLang="en-US" sz="1600" b="1" dirty="0"/>
            </a:p>
          </p:txBody>
        </p:sp>
        <p:sp>
          <p:nvSpPr>
            <p:cNvPr id="628" name="Text Box 277"/>
            <p:cNvSpPr txBox="1">
              <a:spLocks noChangeArrowheads="1"/>
            </p:cNvSpPr>
            <p:nvPr>
              <p:custDataLst>
                <p:tags r:id="rId164"/>
              </p:custDataLst>
            </p:nvPr>
          </p:nvSpPr>
          <p:spPr bwMode="auto">
            <a:xfrm>
              <a:off x="2665" y="5386"/>
              <a:ext cx="454" cy="10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起始位</a:t>
              </a:r>
              <a:endParaRPr lang="zh-CN" altLang="en-US" sz="1600" b="1" dirty="0"/>
            </a:p>
          </p:txBody>
        </p:sp>
        <p:sp>
          <p:nvSpPr>
            <p:cNvPr id="629" name="Text Box 278"/>
            <p:cNvSpPr txBox="1">
              <a:spLocks noChangeArrowheads="1"/>
            </p:cNvSpPr>
            <p:nvPr>
              <p:custDataLst>
                <p:tags r:id="rId165"/>
              </p:custDataLst>
            </p:nvPr>
          </p:nvSpPr>
          <p:spPr bwMode="auto">
            <a:xfrm>
              <a:off x="9128" y="5386"/>
              <a:ext cx="454" cy="10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校验位</a:t>
              </a:r>
              <a:endParaRPr lang="zh-CN" altLang="en-US" sz="1600" b="1" dirty="0"/>
            </a:p>
          </p:txBody>
        </p:sp>
        <p:sp>
          <p:nvSpPr>
            <p:cNvPr id="630" name="Text Box 279"/>
            <p:cNvSpPr txBox="1">
              <a:spLocks noChangeArrowheads="1"/>
            </p:cNvSpPr>
            <p:nvPr>
              <p:custDataLst>
                <p:tags r:id="rId166"/>
              </p:custDataLst>
            </p:nvPr>
          </p:nvSpPr>
          <p:spPr bwMode="auto">
            <a:xfrm>
              <a:off x="9808" y="5386"/>
              <a:ext cx="454" cy="10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停止位</a:t>
              </a:r>
              <a:endParaRPr lang="zh-CN" altLang="en-US" sz="1600" b="1" dirty="0"/>
            </a:p>
          </p:txBody>
        </p:sp>
        <p:sp>
          <p:nvSpPr>
            <p:cNvPr id="631" name="Text Box 280"/>
            <p:cNvSpPr txBox="1">
              <a:spLocks noChangeArrowheads="1"/>
            </p:cNvSpPr>
            <p:nvPr>
              <p:custDataLst>
                <p:tags r:id="rId167"/>
              </p:custDataLst>
            </p:nvPr>
          </p:nvSpPr>
          <p:spPr bwMode="auto">
            <a:xfrm>
              <a:off x="4422" y="5556"/>
              <a:ext cx="3515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algn="ctr">
                <a:lnSpc>
                  <a:spcPct val="100000"/>
                </a:lnSpc>
              </a:pPr>
              <a:r>
                <a:rPr lang="en-US" altLang="zh-CN" sz="1600" b="1" dirty="0"/>
                <a:t>(</a:t>
              </a:r>
              <a:r>
                <a:rPr lang="zh-CN" altLang="en-US" sz="1600" b="1" dirty="0"/>
                <a:t>低</a:t>
              </a:r>
              <a:r>
                <a:rPr lang="en-US" altLang="zh-CN" sz="1600" b="1" dirty="0"/>
                <a:t>) </a:t>
              </a:r>
              <a:r>
                <a:rPr lang="zh-CN" altLang="en-US" sz="1600" b="1" dirty="0"/>
                <a:t>数据位 </a:t>
              </a:r>
              <a:r>
                <a:rPr lang="en-US" altLang="zh-CN" sz="1600" b="1" dirty="0"/>
                <a:t>(</a:t>
              </a:r>
              <a:r>
                <a:rPr lang="zh-CN" altLang="en-US" sz="1600" b="1" dirty="0"/>
                <a:t>高</a:t>
              </a:r>
              <a:r>
                <a:rPr lang="en-US" altLang="zh-CN" sz="1600" b="1" dirty="0"/>
                <a:t>)</a:t>
              </a:r>
              <a:endParaRPr lang="en-US" altLang="zh-CN" sz="1600" b="1" dirty="0"/>
            </a:p>
          </p:txBody>
        </p:sp>
        <p:sp>
          <p:nvSpPr>
            <p:cNvPr id="632" name="Text Box 295"/>
            <p:cNvSpPr txBox="1">
              <a:spLocks noChangeArrowheads="1"/>
            </p:cNvSpPr>
            <p:nvPr>
              <p:custDataLst>
                <p:tags r:id="rId168"/>
              </p:custDataLst>
            </p:nvPr>
          </p:nvSpPr>
          <p:spPr bwMode="auto">
            <a:xfrm>
              <a:off x="9014" y="4932"/>
              <a:ext cx="680" cy="39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0000"/>
                </a:lnSpc>
              </a:pPr>
              <a:r>
                <a:rPr lang="en-US" altLang="zh-CN" sz="1800" b="1" dirty="0"/>
                <a:t>0/1</a:t>
              </a:r>
              <a:endParaRPr lang="en-US" altLang="zh-CN" sz="1800" b="1" dirty="0"/>
            </a:p>
          </p:txBody>
        </p:sp>
        <p:sp>
          <p:nvSpPr>
            <p:cNvPr id="633" name="Text Box 301"/>
            <p:cNvSpPr txBox="1">
              <a:spLocks noChangeArrowheads="1"/>
            </p:cNvSpPr>
            <p:nvPr>
              <p:custDataLst>
                <p:tags r:id="rId169"/>
              </p:custDataLst>
            </p:nvPr>
          </p:nvSpPr>
          <p:spPr bwMode="auto">
            <a:xfrm>
              <a:off x="10602" y="5386"/>
              <a:ext cx="454" cy="10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空闲位</a:t>
              </a:r>
              <a:endParaRPr lang="zh-CN" altLang="en-US" sz="1600" b="1" dirty="0"/>
            </a:p>
          </p:txBody>
        </p:sp>
        <p:sp>
          <p:nvSpPr>
            <p:cNvPr id="634" name="左大括号 633"/>
            <p:cNvSpPr/>
            <p:nvPr>
              <p:custDataLst>
                <p:tags r:id="rId170"/>
              </p:custDataLst>
            </p:nvPr>
          </p:nvSpPr>
          <p:spPr bwMode="auto">
            <a:xfrm rot="16200000">
              <a:off x="6046" y="2608"/>
              <a:ext cx="122" cy="5726"/>
            </a:xfrm>
            <a:prstGeom prst="leftBrace">
              <a:avLst>
                <a:gd name="adj1" fmla="val 27996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635" name="直接连接符 634"/>
            <p:cNvCxnSpPr/>
            <p:nvPr>
              <p:custDataLst>
                <p:tags r:id="rId171"/>
              </p:custDataLst>
            </p:nvPr>
          </p:nvCxnSpPr>
          <p:spPr bwMode="auto">
            <a:xfrm>
              <a:off x="3912" y="4932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6" name="直接连接符 635"/>
            <p:cNvCxnSpPr/>
            <p:nvPr>
              <p:custDataLst>
                <p:tags r:id="rId172"/>
              </p:custDataLst>
            </p:nvPr>
          </p:nvCxnSpPr>
          <p:spPr bwMode="auto">
            <a:xfrm>
              <a:off x="4649" y="4932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7" name="直接连接符 636"/>
            <p:cNvCxnSpPr/>
            <p:nvPr>
              <p:custDataLst>
                <p:tags r:id="rId173"/>
              </p:custDataLst>
            </p:nvPr>
          </p:nvCxnSpPr>
          <p:spPr bwMode="auto">
            <a:xfrm>
              <a:off x="5386" y="4932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8" name="直接连接符 637"/>
            <p:cNvCxnSpPr/>
            <p:nvPr>
              <p:custDataLst>
                <p:tags r:id="rId174"/>
              </p:custDataLst>
            </p:nvPr>
          </p:nvCxnSpPr>
          <p:spPr bwMode="auto">
            <a:xfrm>
              <a:off x="6123" y="4932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9" name="直接连接符 638"/>
            <p:cNvCxnSpPr/>
            <p:nvPr>
              <p:custDataLst>
                <p:tags r:id="rId175"/>
              </p:custDataLst>
            </p:nvPr>
          </p:nvCxnSpPr>
          <p:spPr bwMode="auto">
            <a:xfrm>
              <a:off x="6803" y="4933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0" name="直接连接符 639"/>
            <p:cNvCxnSpPr/>
            <p:nvPr>
              <p:custDataLst>
                <p:tags r:id="rId176"/>
              </p:custDataLst>
            </p:nvPr>
          </p:nvCxnSpPr>
          <p:spPr bwMode="auto">
            <a:xfrm>
              <a:off x="7540" y="4933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1" name="直接连接符 640"/>
            <p:cNvCxnSpPr/>
            <p:nvPr>
              <p:custDataLst>
                <p:tags r:id="rId177"/>
              </p:custDataLst>
            </p:nvPr>
          </p:nvCxnSpPr>
          <p:spPr bwMode="auto">
            <a:xfrm>
              <a:off x="8277" y="4933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2" name="直接连接符 641"/>
            <p:cNvCxnSpPr/>
            <p:nvPr>
              <p:custDataLst>
                <p:tags r:id="rId178"/>
              </p:custDataLst>
            </p:nvPr>
          </p:nvCxnSpPr>
          <p:spPr bwMode="auto">
            <a:xfrm>
              <a:off x="2551" y="4932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3" name="直接连接符 642"/>
            <p:cNvCxnSpPr/>
            <p:nvPr>
              <p:custDataLst>
                <p:tags r:id="rId179"/>
              </p:custDataLst>
            </p:nvPr>
          </p:nvCxnSpPr>
          <p:spPr bwMode="auto">
            <a:xfrm>
              <a:off x="1587" y="4932"/>
              <a:ext cx="96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4" name="直接连接符 643"/>
            <p:cNvCxnSpPr/>
            <p:nvPr>
              <p:custDataLst>
                <p:tags r:id="rId180"/>
              </p:custDataLst>
            </p:nvPr>
          </p:nvCxnSpPr>
          <p:spPr bwMode="auto">
            <a:xfrm>
              <a:off x="2551" y="5329"/>
              <a:ext cx="68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5" name="直接连接符 644"/>
            <p:cNvCxnSpPr/>
            <p:nvPr>
              <p:custDataLst>
                <p:tags r:id="rId181"/>
              </p:custDataLst>
            </p:nvPr>
          </p:nvCxnSpPr>
          <p:spPr bwMode="auto">
            <a:xfrm>
              <a:off x="9694" y="4932"/>
              <a:ext cx="164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6" name="直接连接符 645"/>
            <p:cNvCxnSpPr/>
            <p:nvPr>
              <p:custDataLst>
                <p:tags r:id="rId182"/>
              </p:custDataLst>
            </p:nvPr>
          </p:nvCxnSpPr>
          <p:spPr bwMode="auto">
            <a:xfrm>
              <a:off x="2551" y="5329"/>
              <a:ext cx="0" cy="102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7" name="直接连接符 646"/>
            <p:cNvCxnSpPr/>
            <p:nvPr>
              <p:custDataLst>
                <p:tags r:id="rId183"/>
              </p:custDataLst>
            </p:nvPr>
          </p:nvCxnSpPr>
          <p:spPr bwMode="auto">
            <a:xfrm>
              <a:off x="10375" y="5329"/>
              <a:ext cx="0" cy="102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8" name="Text Box 287"/>
            <p:cNvSpPr txBox="1">
              <a:spLocks noChangeArrowheads="1"/>
            </p:cNvSpPr>
            <p:nvPr>
              <p:custDataLst>
                <p:tags r:id="rId184"/>
              </p:custDataLst>
            </p:nvPr>
          </p:nvSpPr>
          <p:spPr bwMode="auto">
            <a:xfrm>
              <a:off x="11339" y="4932"/>
              <a:ext cx="680" cy="397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FFCCFF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0000"/>
                </a:lnSpc>
              </a:pPr>
              <a:r>
                <a:rPr lang="en-US" altLang="zh-CN" sz="1800" b="1"/>
                <a:t>0</a:t>
              </a:r>
              <a:endParaRPr lang="en-US" altLang="zh-CN" sz="1800" b="1"/>
            </a:p>
          </p:txBody>
        </p:sp>
        <p:cxnSp>
          <p:nvCxnSpPr>
            <p:cNvPr id="649" name="直接连接符 648"/>
            <p:cNvCxnSpPr/>
            <p:nvPr>
              <p:custDataLst>
                <p:tags r:id="rId185"/>
              </p:custDataLst>
            </p:nvPr>
          </p:nvCxnSpPr>
          <p:spPr bwMode="auto">
            <a:xfrm>
              <a:off x="11339" y="4932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0" name="直接连接符 649"/>
            <p:cNvCxnSpPr/>
            <p:nvPr>
              <p:custDataLst>
                <p:tags r:id="rId186"/>
              </p:custDataLst>
            </p:nvPr>
          </p:nvCxnSpPr>
          <p:spPr bwMode="auto">
            <a:xfrm>
              <a:off x="11339" y="5329"/>
              <a:ext cx="68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1" name="直接连接符 650"/>
            <p:cNvCxnSpPr/>
            <p:nvPr>
              <p:custDataLst>
                <p:tags r:id="rId187"/>
              </p:custDataLst>
            </p:nvPr>
          </p:nvCxnSpPr>
          <p:spPr bwMode="auto">
            <a:xfrm>
              <a:off x="11339" y="5329"/>
              <a:ext cx="0" cy="102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2" name="左大括号 651"/>
            <p:cNvSpPr/>
            <p:nvPr>
              <p:custDataLst>
                <p:tags r:id="rId188"/>
              </p:custDataLst>
            </p:nvPr>
          </p:nvSpPr>
          <p:spPr bwMode="auto">
            <a:xfrm rot="5400000">
              <a:off x="6406" y="964"/>
              <a:ext cx="170" cy="7767"/>
            </a:xfrm>
            <a:prstGeom prst="leftBrace">
              <a:avLst>
                <a:gd name="adj1" fmla="val 27996"/>
                <a:gd name="adj2" fmla="val 49978"/>
              </a:avLst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658" name="组合 657"/>
          <p:cNvGrpSpPr/>
          <p:nvPr/>
        </p:nvGrpSpPr>
        <p:grpSpPr>
          <a:xfrm>
            <a:off x="6948170" y="4751705"/>
            <a:ext cx="1115695" cy="648335"/>
            <a:chOff x="10942" y="7483"/>
            <a:chExt cx="1757" cy="1021"/>
          </a:xfrm>
        </p:grpSpPr>
        <p:cxnSp>
          <p:nvCxnSpPr>
            <p:cNvPr id="654" name="直接连接符 653"/>
            <p:cNvCxnSpPr/>
            <p:nvPr>
              <p:custDataLst>
                <p:tags r:id="rId189"/>
              </p:custDataLst>
            </p:nvPr>
          </p:nvCxnSpPr>
          <p:spPr bwMode="auto">
            <a:xfrm>
              <a:off x="10942" y="8164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5" name="直接连接符 654"/>
            <p:cNvCxnSpPr/>
            <p:nvPr>
              <p:custDataLst>
                <p:tags r:id="rId190"/>
              </p:custDataLst>
            </p:nvPr>
          </p:nvCxnSpPr>
          <p:spPr bwMode="auto">
            <a:xfrm>
              <a:off x="11622" y="8164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6" name="直接连接符 655"/>
            <p:cNvCxnSpPr/>
            <p:nvPr>
              <p:custDataLst>
                <p:tags r:id="rId191"/>
              </p:custDataLst>
            </p:nvPr>
          </p:nvCxnSpPr>
          <p:spPr bwMode="auto">
            <a:xfrm flipV="1">
              <a:off x="10942" y="8334"/>
              <a:ext cx="68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657" name="直接连接符 656"/>
            <p:cNvCxnSpPr/>
            <p:nvPr>
              <p:custDataLst>
                <p:tags r:id="rId192"/>
              </p:custDataLst>
            </p:nvPr>
          </p:nvCxnSpPr>
          <p:spPr bwMode="auto">
            <a:xfrm flipH="1">
              <a:off x="11225" y="7483"/>
              <a:ext cx="1474" cy="794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659" name="AutoShape 33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93"/>
            </p:custDataLst>
          </p:nvPr>
        </p:nvSpPr>
        <p:spPr bwMode="auto">
          <a:xfrm rot="10800000">
            <a:off x="4428000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660" name="AutoShape 334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94"/>
            </p:custDataLst>
          </p:nvPr>
        </p:nvSpPr>
        <p:spPr bwMode="auto">
          <a:xfrm rot="5400000">
            <a:off x="2987825" y="6525343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2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1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30" name="Text Box 20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96240"/>
            <a:ext cx="8804910" cy="304609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某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32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位半同步总线的时钟频率为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100MHz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读事务的传输协议包含传送地址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命令、等待响应、传送数据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个阶段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，支持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突发传输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模式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突发长度≤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4)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，每个时钟周期可传送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个地址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命令或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个数据。⑴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若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主存由单体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SRAM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构成，存取周期为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36ns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，则通过总线从主存读取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4B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需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多少时间？⑵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若主存由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体交叉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SRAM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组成，则通过该总线读取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32B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</a:t>
            </a:r>
            <a:r>
              <a:rPr lang="zh-CN" altLang="en-US" sz="2000" b="1" u="sng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最少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要多少时间？</a:t>
            </a:r>
            <a:endParaRPr lang="zh-CN" altLang="en-US" sz="2000" b="1" dirty="0" smtClean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解：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⑴</a:t>
            </a:r>
            <a:r>
              <a:rPr lang="zh-CN" altLang="en-US" sz="2000" b="1" spc="-100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主存</a:t>
            </a:r>
            <a:r>
              <a:rPr lang="zh-CN" altLang="en-US" sz="2000" b="1" spc="-1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</a:t>
            </a:r>
            <a:r>
              <a:rPr lang="zh-CN" altLang="en-US" sz="2000" b="1" spc="-100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引脚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zh-CN" altLang="en-US" sz="2000" b="1" u="sng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位；</a:t>
            </a:r>
            <a:r>
              <a:rPr lang="zh-CN" altLang="en-US" sz="2000" b="1" spc="-100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总线访问时的</a:t>
            </a:r>
            <a:r>
              <a:rPr lang="en-US" altLang="zh-CN" sz="2000" b="1" i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000" b="1" baseline="-18000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000" b="1" u="sng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ns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000" b="1" dirty="0" smtClean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读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4B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en-US" altLang="zh-CN" sz="2000" b="1" i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000" b="1" baseline="-18000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MEMR</a:t>
            </a:r>
            <a:r>
              <a:rPr lang="zh-CN" altLang="en-US" sz="2000" b="1" baseline="-180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事务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000" b="1" u="sng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ns</a:t>
            </a:r>
            <a:endParaRPr lang="zh-CN" altLang="en-US" sz="2000" b="1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⑵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主存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访问≤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次；传送间隔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＝启动间隔＝</a:t>
            </a:r>
            <a:r>
              <a:rPr lang="en-US" altLang="zh-CN" sz="2000" b="1" i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ns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读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16B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en-US" altLang="zh-CN" sz="2000" b="1" i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0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MEMR</a:t>
            </a:r>
            <a:r>
              <a:rPr lang="zh-CN" altLang="en-US" sz="2000" b="1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事务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ns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Text Box 20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240000" y="1945005"/>
            <a:ext cx="5191760" cy="78676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lIns="36195" tIns="0" rIns="36195" bIns="0">
            <a:noAutofit/>
          </a:bodyPr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32    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                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36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/T</a:t>
            </a:r>
            <a:r>
              <a:rPr lang="en-US" altLang="zh-CN" sz="2000" b="1" baseline="-18000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*T</a:t>
            </a:r>
            <a:r>
              <a:rPr lang="en-US" altLang="zh-CN" sz="2000" b="1" baseline="-18000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40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  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 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{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36/T</a:t>
            </a:r>
            <a:r>
              <a:rPr lang="en-US" altLang="zh-CN" sz="2000" b="1" baseline="-180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</a:t>
            </a:r>
            <a:r>
              <a:rPr lang="zh-CN" altLang="en-US" sz="20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＋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1}*T</a:t>
            </a:r>
            <a:r>
              <a:rPr lang="en-US" altLang="zh-CN" sz="2000" b="1" baseline="-18000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60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Text Box 20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49830" y="2664460"/>
            <a:ext cx="6292215" cy="6840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lIns="36195" tIns="0" rIns="36195" bIns="0">
            <a:noAutofit/>
          </a:bodyPr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4                                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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9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/T</a:t>
            </a:r>
            <a:r>
              <a:rPr lang="en-US" altLang="zh-CN" sz="2000" b="1" baseline="-18000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*T</a:t>
            </a:r>
            <a:r>
              <a:rPr lang="en-US" altLang="zh-CN" sz="2000" b="1" baseline="-18000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10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{1</a:t>
            </a:r>
            <a:r>
              <a:rPr lang="zh-CN" altLang="en-US" sz="20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36/T</a:t>
            </a:r>
            <a:r>
              <a:rPr lang="en-US" altLang="zh-CN" sz="2000" b="1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</a:t>
            </a:r>
            <a:r>
              <a:rPr lang="zh-CN" altLang="en-US" sz="20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＋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4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*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9/T</a:t>
            </a:r>
            <a:r>
              <a:rPr lang="en-US" altLang="zh-CN" sz="2000" b="1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</a:t>
            </a:r>
            <a:r>
              <a:rPr lang="en-US" altLang="zh-CN" sz="2000" b="1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}*T</a:t>
            </a:r>
            <a:r>
              <a:rPr lang="en-US" altLang="zh-CN" sz="2000" b="1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CLK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90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330960" y="3493135"/>
            <a:ext cx="6089015" cy="2736215"/>
            <a:chOff x="2096" y="5501"/>
            <a:chExt cx="9589" cy="4309"/>
          </a:xfrm>
        </p:grpSpPr>
        <p:sp>
          <p:nvSpPr>
            <p:cNvPr id="67" name="Text Box 14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890" y="5721"/>
              <a:ext cx="2154" cy="40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时钟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线</a:t>
              </a: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(16b)</a:t>
              </a:r>
              <a:endPara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(32b)</a:t>
              </a:r>
              <a:endPara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就绪线</a:t>
              </a: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Ready</a:t>
              </a:r>
              <a:endParaRPr lang="zh-CN" altLang="en-US" sz="16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数据引脚</a:t>
              </a: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(32b)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控制引脚</a:t>
              </a: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WE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片选引脚</a:t>
              </a: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CS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M0 CS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M1 CS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M2 CS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M3 CS</a:t>
              </a:r>
              <a:endPara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9" name="Text Box 16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554" y="5501"/>
              <a:ext cx="5839" cy="283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54000" tIns="10800" rIns="18000" bIns="10800"/>
            <a:p>
              <a:pPr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  T</a:t>
              </a:r>
              <a:r>
                <a:rPr lang="en-US" altLang="zh-CN" sz="1400" b="1" baseline="-180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w</a:t>
              </a: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err="1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 err="1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w</a:t>
              </a: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err="1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 err="1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w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400" b="1" dirty="0" err="1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 err="1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w</a:t>
              </a:r>
              <a:r>
                <a:rPr lang="en-US" altLang="zh-CN" sz="1400" b="1" baseline="-250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  T</a:t>
              </a:r>
              <a:r>
                <a:rPr lang="en-US" altLang="zh-CN" sz="1400" b="1" baseline="-180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400" b="1" dirty="0" err="1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 err="1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err="1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 err="1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err="1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400" b="1" baseline="-18000" dirty="0" err="1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400" b="1" baseline="-200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400" b="1" baseline="-20000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70" name="直接连接符 69"/>
            <p:cNvCxnSpPr/>
            <p:nvPr>
              <p:custDataLst>
                <p:tags r:id="rId6"/>
              </p:custDataLst>
            </p:nvPr>
          </p:nvCxnSpPr>
          <p:spPr bwMode="auto">
            <a:xfrm flipH="1">
              <a:off x="8786" y="5501"/>
              <a:ext cx="1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7"/>
              </p:custDataLst>
            </p:nvPr>
          </p:nvCxnSpPr>
          <p:spPr bwMode="auto">
            <a:xfrm flipH="1">
              <a:off x="9468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10152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10827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10"/>
              </p:custDataLst>
            </p:nvPr>
          </p:nvCxnSpPr>
          <p:spPr bwMode="auto">
            <a:xfrm>
              <a:off x="6065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直接连接符 74"/>
            <p:cNvCxnSpPr/>
            <p:nvPr>
              <p:custDataLst>
                <p:tags r:id="rId11"/>
              </p:custDataLst>
            </p:nvPr>
          </p:nvCxnSpPr>
          <p:spPr bwMode="auto">
            <a:xfrm>
              <a:off x="6745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7425" y="5501"/>
              <a:ext cx="1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8106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5384" y="5501"/>
              <a:ext cx="0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9" name="AutoShape 215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384" y="6181"/>
              <a:ext cx="5953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A1</a:t>
              </a:r>
              <a:endParaRPr lang="en-US" altLang="zh-CN" sz="14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0" name="直接连接符 79"/>
            <p:cNvCxnSpPr/>
            <p:nvPr>
              <p:custDataLst>
                <p:tags r:id="rId16"/>
              </p:custDataLst>
            </p:nvPr>
          </p:nvCxnSpPr>
          <p:spPr bwMode="auto">
            <a:xfrm>
              <a:off x="5214" y="629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17"/>
              </p:custDataLst>
            </p:nvPr>
          </p:nvCxnSpPr>
          <p:spPr bwMode="auto">
            <a:xfrm>
              <a:off x="11337" y="6294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18"/>
              </p:custDataLst>
            </p:nvPr>
          </p:nvCxnSpPr>
          <p:spPr bwMode="auto">
            <a:xfrm>
              <a:off x="5214" y="6634"/>
              <a:ext cx="368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19"/>
              </p:custDataLst>
            </p:nvPr>
          </p:nvCxnSpPr>
          <p:spPr bwMode="auto">
            <a:xfrm>
              <a:off x="5214" y="6861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20"/>
              </p:custDataLst>
            </p:nvPr>
          </p:nvCxnSpPr>
          <p:spPr bwMode="auto">
            <a:xfrm flipH="1" flipV="1">
              <a:off x="5724" y="686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21"/>
              </p:custDataLst>
            </p:nvPr>
          </p:nvCxnSpPr>
          <p:spPr bwMode="auto">
            <a:xfrm>
              <a:off x="5838" y="7088"/>
              <a:ext cx="5329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左大括号 36"/>
            <p:cNvSpPr/>
            <p:nvPr>
              <p:custDataLst>
                <p:tags r:id="rId22"/>
              </p:custDataLst>
            </p:nvPr>
          </p:nvSpPr>
          <p:spPr bwMode="auto">
            <a:xfrm>
              <a:off x="2720" y="5841"/>
              <a:ext cx="170" cy="1417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indent="-2336800"/>
              <a:endParaRPr lang="zh-CN" altLang="en-US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" name="左大括号 37"/>
            <p:cNvSpPr/>
            <p:nvPr>
              <p:custDataLst>
                <p:tags r:id="rId23"/>
              </p:custDataLst>
            </p:nvPr>
          </p:nvSpPr>
          <p:spPr bwMode="auto">
            <a:xfrm>
              <a:off x="2721" y="7313"/>
              <a:ext cx="170" cy="2438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indent="-2336800"/>
              <a:endParaRPr lang="zh-CN" altLang="en-US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9" name="直接连接符 38"/>
            <p:cNvCxnSpPr/>
            <p:nvPr>
              <p:custDataLst>
                <p:tags r:id="rId24"/>
              </p:custDataLst>
            </p:nvPr>
          </p:nvCxnSpPr>
          <p:spPr bwMode="auto">
            <a:xfrm>
              <a:off x="11507" y="5501"/>
              <a:ext cx="14" cy="43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Text Box 16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096" y="6294"/>
              <a:ext cx="624" cy="340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54000" tIns="10800" rIns="18000" bIns="1080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BUS</a:t>
              </a:r>
              <a:endParaRPr lang="en-US" altLang="zh-CN" sz="1600" b="1" baseline="-18000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" name="Text Box 1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096" y="8277"/>
              <a:ext cx="624" cy="340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54000" tIns="10800" rIns="18000" bIns="1080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40" name="直接连接符 139"/>
            <p:cNvCxnSpPr/>
            <p:nvPr>
              <p:custDataLst>
                <p:tags r:id="rId27"/>
              </p:custDataLst>
            </p:nvPr>
          </p:nvCxnSpPr>
          <p:spPr bwMode="auto">
            <a:xfrm>
              <a:off x="5214" y="6068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5384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1" name="直接连接符 170"/>
            <p:cNvCxnSpPr/>
            <p:nvPr>
              <p:custDataLst>
                <p:tags r:id="rId29"/>
              </p:custDataLst>
            </p:nvPr>
          </p:nvCxnSpPr>
          <p:spPr bwMode="auto">
            <a:xfrm>
              <a:off x="5384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5724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0" name="直接连接符 179"/>
            <p:cNvCxnSpPr/>
            <p:nvPr>
              <p:custDataLst>
                <p:tags r:id="rId31"/>
              </p:custDataLst>
            </p:nvPr>
          </p:nvCxnSpPr>
          <p:spPr bwMode="auto">
            <a:xfrm>
              <a:off x="5724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1" name="直接连接符 180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6066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2" name="直接连接符 181"/>
            <p:cNvCxnSpPr/>
            <p:nvPr>
              <p:custDataLst>
                <p:tags r:id="rId33"/>
              </p:custDataLst>
            </p:nvPr>
          </p:nvCxnSpPr>
          <p:spPr bwMode="auto">
            <a:xfrm>
              <a:off x="6064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3" name="直接连接符 182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6405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4" name="直接连接符 183"/>
            <p:cNvCxnSpPr/>
            <p:nvPr>
              <p:custDataLst>
                <p:tags r:id="rId35"/>
              </p:custDataLst>
            </p:nvPr>
          </p:nvCxnSpPr>
          <p:spPr bwMode="auto">
            <a:xfrm>
              <a:off x="6414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接连接符 184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6744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6" name="直接连接符 185"/>
            <p:cNvCxnSpPr/>
            <p:nvPr>
              <p:custDataLst>
                <p:tags r:id="rId37"/>
              </p:custDataLst>
            </p:nvPr>
          </p:nvCxnSpPr>
          <p:spPr bwMode="auto">
            <a:xfrm>
              <a:off x="6744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7" name="直接连接符 186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7084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8" name="直接连接符 187"/>
            <p:cNvCxnSpPr/>
            <p:nvPr>
              <p:custDataLst>
                <p:tags r:id="rId39"/>
              </p:custDataLst>
            </p:nvPr>
          </p:nvCxnSpPr>
          <p:spPr bwMode="auto">
            <a:xfrm>
              <a:off x="7084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9" name="直接连接符 188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7426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0" name="直接连接符 189"/>
            <p:cNvCxnSpPr/>
            <p:nvPr>
              <p:custDataLst>
                <p:tags r:id="rId41"/>
              </p:custDataLst>
            </p:nvPr>
          </p:nvCxnSpPr>
          <p:spPr bwMode="auto">
            <a:xfrm>
              <a:off x="7424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1" name="直接连接符 190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7765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2" name="直接连接符 191"/>
            <p:cNvCxnSpPr/>
            <p:nvPr>
              <p:custDataLst>
                <p:tags r:id="rId43"/>
              </p:custDataLst>
            </p:nvPr>
          </p:nvCxnSpPr>
          <p:spPr bwMode="auto">
            <a:xfrm>
              <a:off x="7765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3" name="直接连接符 192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8107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4" name="直接连接符 193"/>
            <p:cNvCxnSpPr/>
            <p:nvPr>
              <p:custDataLst>
                <p:tags r:id="rId45"/>
              </p:custDataLst>
            </p:nvPr>
          </p:nvCxnSpPr>
          <p:spPr bwMode="auto">
            <a:xfrm>
              <a:off x="8105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5" name="直接连接符 194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8446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6" name="直接连接符 195"/>
            <p:cNvCxnSpPr/>
            <p:nvPr>
              <p:custDataLst>
                <p:tags r:id="rId47"/>
              </p:custDataLst>
            </p:nvPr>
          </p:nvCxnSpPr>
          <p:spPr bwMode="auto">
            <a:xfrm>
              <a:off x="8455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7" name="直接连接符 196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8785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直接连接符 197"/>
            <p:cNvCxnSpPr/>
            <p:nvPr>
              <p:custDataLst>
                <p:tags r:id="rId49"/>
              </p:custDataLst>
            </p:nvPr>
          </p:nvCxnSpPr>
          <p:spPr bwMode="auto">
            <a:xfrm>
              <a:off x="8785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9" name="直接连接符 198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9125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0" name="直接连接符 199"/>
            <p:cNvCxnSpPr/>
            <p:nvPr>
              <p:custDataLst>
                <p:tags r:id="rId51"/>
              </p:custDataLst>
            </p:nvPr>
          </p:nvCxnSpPr>
          <p:spPr bwMode="auto">
            <a:xfrm>
              <a:off x="9125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1" name="直接连接符 200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9467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2" name="直接连接符 201"/>
            <p:cNvCxnSpPr/>
            <p:nvPr>
              <p:custDataLst>
                <p:tags r:id="rId53"/>
              </p:custDataLst>
            </p:nvPr>
          </p:nvCxnSpPr>
          <p:spPr bwMode="auto">
            <a:xfrm>
              <a:off x="9465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3" name="直接连接符 202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9806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4" name="直接连接符 203"/>
            <p:cNvCxnSpPr/>
            <p:nvPr>
              <p:custDataLst>
                <p:tags r:id="rId55"/>
              </p:custDataLst>
            </p:nvPr>
          </p:nvCxnSpPr>
          <p:spPr bwMode="auto">
            <a:xfrm>
              <a:off x="9806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5" name="直接连接符 204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10148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6" name="直接连接符 205"/>
            <p:cNvCxnSpPr/>
            <p:nvPr>
              <p:custDataLst>
                <p:tags r:id="rId57"/>
              </p:custDataLst>
            </p:nvPr>
          </p:nvCxnSpPr>
          <p:spPr bwMode="auto">
            <a:xfrm>
              <a:off x="10146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7" name="直接连接符 206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10487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8" name="直接连接符 207"/>
            <p:cNvCxnSpPr/>
            <p:nvPr>
              <p:custDataLst>
                <p:tags r:id="rId59"/>
              </p:custDataLst>
            </p:nvPr>
          </p:nvCxnSpPr>
          <p:spPr bwMode="auto">
            <a:xfrm>
              <a:off x="10496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9" name="直接连接符 208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10826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0" name="直接连接符 209"/>
            <p:cNvCxnSpPr/>
            <p:nvPr>
              <p:custDataLst>
                <p:tags r:id="rId61"/>
              </p:custDataLst>
            </p:nvPr>
          </p:nvCxnSpPr>
          <p:spPr bwMode="auto">
            <a:xfrm>
              <a:off x="10826" y="584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1" name="直接连接符 210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11166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2" name="直接连接符 211"/>
            <p:cNvCxnSpPr/>
            <p:nvPr>
              <p:custDataLst>
                <p:tags r:id="rId63"/>
              </p:custDataLst>
            </p:nvPr>
          </p:nvCxnSpPr>
          <p:spPr bwMode="auto">
            <a:xfrm>
              <a:off x="11166" y="6068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3" name="直接连接符 212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11508" y="584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直接连接符 213"/>
            <p:cNvCxnSpPr/>
            <p:nvPr>
              <p:custDataLst>
                <p:tags r:id="rId65"/>
              </p:custDataLst>
            </p:nvPr>
          </p:nvCxnSpPr>
          <p:spPr bwMode="auto">
            <a:xfrm>
              <a:off x="11506" y="584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3" name="直接连接符 252"/>
            <p:cNvCxnSpPr/>
            <p:nvPr>
              <p:custDataLst>
                <p:tags r:id="rId66"/>
              </p:custDataLst>
            </p:nvPr>
          </p:nvCxnSpPr>
          <p:spPr bwMode="auto">
            <a:xfrm>
              <a:off x="5724" y="6402"/>
              <a:ext cx="0" cy="45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8" name="直接连接符 337"/>
            <p:cNvCxnSpPr/>
            <p:nvPr>
              <p:custDataLst>
                <p:tags r:id="rId67"/>
              </p:custDataLst>
            </p:nvPr>
          </p:nvCxnSpPr>
          <p:spPr bwMode="auto">
            <a:xfrm>
              <a:off x="4705" y="6775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68"/>
              </p:custDataLst>
            </p:nvPr>
          </p:nvCxnSpPr>
          <p:spPr bwMode="auto">
            <a:xfrm>
              <a:off x="5214" y="8221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接连接符 88"/>
            <p:cNvCxnSpPr/>
            <p:nvPr>
              <p:custDataLst>
                <p:tags r:id="rId69"/>
              </p:custDataLst>
            </p:nvPr>
          </p:nvCxnSpPr>
          <p:spPr bwMode="auto">
            <a:xfrm flipH="1" flipV="1">
              <a:off x="6065" y="822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70"/>
              </p:custDataLst>
            </p:nvPr>
          </p:nvCxnSpPr>
          <p:spPr bwMode="auto">
            <a:xfrm>
              <a:off x="6178" y="8447"/>
              <a:ext cx="5216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>
              <p:custDataLst>
                <p:tags r:id="rId71"/>
              </p:custDataLst>
            </p:nvPr>
          </p:nvCxnSpPr>
          <p:spPr bwMode="auto">
            <a:xfrm>
              <a:off x="5165" y="7881"/>
              <a:ext cx="652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72"/>
              </p:custDataLst>
            </p:nvPr>
          </p:nvCxnSpPr>
          <p:spPr bwMode="auto">
            <a:xfrm>
              <a:off x="5165" y="8107"/>
              <a:ext cx="23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接连接符 46"/>
            <p:cNvCxnSpPr/>
            <p:nvPr>
              <p:custDataLst>
                <p:tags r:id="rId73"/>
              </p:custDataLst>
            </p:nvPr>
          </p:nvCxnSpPr>
          <p:spPr bwMode="auto">
            <a:xfrm>
              <a:off x="5214" y="7654"/>
              <a:ext cx="357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4" name="直接连接符 273"/>
            <p:cNvCxnSpPr/>
            <p:nvPr>
              <p:custDataLst>
                <p:tags r:id="rId74"/>
              </p:custDataLst>
            </p:nvPr>
          </p:nvCxnSpPr>
          <p:spPr bwMode="auto">
            <a:xfrm>
              <a:off x="4677" y="7789"/>
              <a:ext cx="34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5" name="直接连接符 274"/>
            <p:cNvCxnSpPr/>
            <p:nvPr>
              <p:custDataLst>
                <p:tags r:id="rId75"/>
              </p:custDataLst>
            </p:nvPr>
          </p:nvCxnSpPr>
          <p:spPr bwMode="auto">
            <a:xfrm>
              <a:off x="4707" y="8140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6" name="直接连接符 275"/>
            <p:cNvCxnSpPr/>
            <p:nvPr>
              <p:custDataLst>
                <p:tags r:id="rId76"/>
              </p:custDataLst>
            </p:nvPr>
          </p:nvCxnSpPr>
          <p:spPr bwMode="auto">
            <a:xfrm>
              <a:off x="4706" y="8493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7" name="直接连接符 276"/>
            <p:cNvCxnSpPr/>
            <p:nvPr>
              <p:custDataLst>
                <p:tags r:id="rId77"/>
              </p:custDataLst>
            </p:nvPr>
          </p:nvCxnSpPr>
          <p:spPr bwMode="auto">
            <a:xfrm>
              <a:off x="4681" y="8834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8" name="直接连接符 277"/>
            <p:cNvCxnSpPr/>
            <p:nvPr>
              <p:custDataLst>
                <p:tags r:id="rId78"/>
              </p:custDataLst>
            </p:nvPr>
          </p:nvCxnSpPr>
          <p:spPr bwMode="auto">
            <a:xfrm>
              <a:off x="4680" y="9181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9" name="直接连接符 278"/>
            <p:cNvCxnSpPr/>
            <p:nvPr>
              <p:custDataLst>
                <p:tags r:id="rId79"/>
              </p:custDataLst>
            </p:nvPr>
          </p:nvCxnSpPr>
          <p:spPr bwMode="auto">
            <a:xfrm>
              <a:off x="4706" y="9522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>
              <p:custDataLst>
                <p:tags r:id="rId80"/>
              </p:custDataLst>
            </p:nvPr>
          </p:nvCxnSpPr>
          <p:spPr bwMode="auto">
            <a:xfrm>
              <a:off x="5216" y="7200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/>
            <p:cNvCxnSpPr/>
            <p:nvPr>
              <p:custDataLst>
                <p:tags r:id="rId81"/>
              </p:custDataLst>
            </p:nvPr>
          </p:nvCxnSpPr>
          <p:spPr bwMode="auto">
            <a:xfrm flipH="1" flipV="1">
              <a:off x="6066" y="720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82"/>
              </p:custDataLst>
            </p:nvPr>
          </p:nvCxnSpPr>
          <p:spPr bwMode="auto">
            <a:xfrm>
              <a:off x="6180" y="7427"/>
              <a:ext cx="2381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9" name="组合 58"/>
          <p:cNvGrpSpPr/>
          <p:nvPr/>
        </p:nvGrpSpPr>
        <p:grpSpPr>
          <a:xfrm>
            <a:off x="3310890" y="4572000"/>
            <a:ext cx="3780790" cy="1871345"/>
            <a:chOff x="5214" y="7200"/>
            <a:chExt cx="5954" cy="2947"/>
          </a:xfrm>
        </p:grpSpPr>
        <p:cxnSp>
          <p:nvCxnSpPr>
            <p:cNvPr id="51" name="直接连接符 50"/>
            <p:cNvCxnSpPr/>
            <p:nvPr>
              <p:custDataLst>
                <p:tags r:id="rId83"/>
              </p:custDataLst>
            </p:nvPr>
          </p:nvCxnSpPr>
          <p:spPr bwMode="auto">
            <a:xfrm flipH="1">
              <a:off x="6065" y="9808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84"/>
              </p:custDataLst>
            </p:nvPr>
          </p:nvCxnSpPr>
          <p:spPr bwMode="auto">
            <a:xfrm>
              <a:off x="8559" y="9808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sp>
          <p:nvSpPr>
            <p:cNvPr id="53" name="Text Box 161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6461" y="9865"/>
              <a:ext cx="1757" cy="282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  <a:tailEnd w="sm" len="sm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4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存取周期</a:t>
              </a: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4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体</a:t>
              </a: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en-US" altLang="zh-CN" sz="14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4" name="直接连接符 53"/>
            <p:cNvCxnSpPr/>
            <p:nvPr>
              <p:custDataLst>
                <p:tags r:id="rId86"/>
              </p:custDataLst>
            </p:nvPr>
          </p:nvCxnSpPr>
          <p:spPr bwMode="auto">
            <a:xfrm>
              <a:off x="8162" y="9978"/>
              <a:ext cx="39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87"/>
              </p:custDataLst>
            </p:nvPr>
          </p:nvCxnSpPr>
          <p:spPr bwMode="auto">
            <a:xfrm flipH="1">
              <a:off x="6066" y="9978"/>
              <a:ext cx="39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88"/>
              </p:custDataLst>
            </p:nvPr>
          </p:nvCxnSpPr>
          <p:spPr bwMode="auto">
            <a:xfrm>
              <a:off x="5214" y="8561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89"/>
              </p:custDataLst>
            </p:nvPr>
          </p:nvCxnSpPr>
          <p:spPr bwMode="auto">
            <a:xfrm flipH="1" flipV="1">
              <a:off x="6065" y="856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8" name="直接连接符 57"/>
            <p:cNvCxnSpPr/>
            <p:nvPr>
              <p:custDataLst>
                <p:tags r:id="rId90"/>
              </p:custDataLst>
            </p:nvPr>
          </p:nvCxnSpPr>
          <p:spPr bwMode="auto">
            <a:xfrm>
              <a:off x="6178" y="8788"/>
              <a:ext cx="238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91"/>
              </p:custDataLst>
            </p:nvPr>
          </p:nvCxnSpPr>
          <p:spPr bwMode="auto">
            <a:xfrm>
              <a:off x="5214" y="8901"/>
              <a:ext cx="153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92"/>
              </p:custDataLst>
            </p:nvPr>
          </p:nvCxnSpPr>
          <p:spPr bwMode="auto">
            <a:xfrm>
              <a:off x="6858" y="9128"/>
              <a:ext cx="238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93"/>
              </p:custDataLst>
            </p:nvPr>
          </p:nvCxnSpPr>
          <p:spPr bwMode="auto">
            <a:xfrm>
              <a:off x="5214" y="9241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94"/>
              </p:custDataLst>
            </p:nvPr>
          </p:nvCxnSpPr>
          <p:spPr bwMode="auto">
            <a:xfrm>
              <a:off x="7539" y="9468"/>
              <a:ext cx="238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95"/>
              </p:custDataLst>
            </p:nvPr>
          </p:nvCxnSpPr>
          <p:spPr bwMode="auto">
            <a:xfrm>
              <a:off x="5214" y="9581"/>
              <a:ext cx="289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8219" y="9808"/>
              <a:ext cx="2381" cy="6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97"/>
              </p:custDataLst>
            </p:nvPr>
          </p:nvCxnSpPr>
          <p:spPr bwMode="auto">
            <a:xfrm flipH="1" flipV="1">
              <a:off x="6745" y="890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98"/>
              </p:custDataLst>
            </p:nvPr>
          </p:nvCxnSpPr>
          <p:spPr bwMode="auto">
            <a:xfrm flipH="1" flipV="1">
              <a:off x="7425" y="924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99"/>
              </p:custDataLst>
            </p:nvPr>
          </p:nvCxnSpPr>
          <p:spPr bwMode="auto">
            <a:xfrm flipH="1" flipV="1">
              <a:off x="8106" y="958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8559" y="856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接连接符 111"/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9239" y="890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直接连接符 112"/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9920" y="924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连接符 113"/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10600" y="9581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接连接符 117"/>
            <p:cNvCxnSpPr/>
            <p:nvPr>
              <p:custDataLst>
                <p:tags r:id="rId104"/>
              </p:custDataLst>
            </p:nvPr>
          </p:nvCxnSpPr>
          <p:spPr bwMode="auto">
            <a:xfrm flipH="1">
              <a:off x="6066" y="9071"/>
              <a:ext cx="68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119" name="直接连接符 118"/>
            <p:cNvCxnSpPr/>
            <p:nvPr>
              <p:custDataLst>
                <p:tags r:id="rId105"/>
              </p:custDataLst>
            </p:nvPr>
          </p:nvCxnSpPr>
          <p:spPr bwMode="auto">
            <a:xfrm flipV="1">
              <a:off x="8561" y="720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0" name="直接连接符 119"/>
            <p:cNvCxnSpPr/>
            <p:nvPr>
              <p:custDataLst>
                <p:tags r:id="rId106"/>
              </p:custDataLst>
            </p:nvPr>
          </p:nvCxnSpPr>
          <p:spPr bwMode="auto">
            <a:xfrm>
              <a:off x="8674" y="7200"/>
              <a:ext cx="249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21" name="组合 120"/>
          <p:cNvGrpSpPr/>
          <p:nvPr/>
        </p:nvGrpSpPr>
        <p:grpSpPr>
          <a:xfrm>
            <a:off x="5436000" y="4788000"/>
            <a:ext cx="1979861" cy="1440235"/>
            <a:chOff x="8107" y="5839"/>
            <a:chExt cx="3118" cy="2268"/>
          </a:xfrm>
        </p:grpSpPr>
        <p:cxnSp>
          <p:nvCxnSpPr>
            <p:cNvPr id="122" name="直接连接符 121"/>
            <p:cNvCxnSpPr/>
            <p:nvPr>
              <p:custDataLst>
                <p:tags r:id="rId107"/>
              </p:custDataLst>
            </p:nvPr>
          </p:nvCxnSpPr>
          <p:spPr bwMode="auto">
            <a:xfrm>
              <a:off x="9014" y="6855"/>
              <a:ext cx="2211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3" name="直接连接符 122"/>
            <p:cNvCxnSpPr/>
            <p:nvPr>
              <p:custDataLst>
                <p:tags r:id="rId108"/>
              </p:custDataLst>
            </p:nvPr>
          </p:nvCxnSpPr>
          <p:spPr bwMode="auto">
            <a:xfrm flipV="1">
              <a:off x="8901" y="6855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4" name="直接连接符 123"/>
            <p:cNvCxnSpPr/>
            <p:nvPr>
              <p:custDataLst>
                <p:tags r:id="rId109"/>
              </p:custDataLst>
            </p:nvPr>
          </p:nvCxnSpPr>
          <p:spPr bwMode="auto">
            <a:xfrm flipV="1">
              <a:off x="9694" y="7200"/>
              <a:ext cx="153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>
              <p:custDataLst>
                <p:tags r:id="rId110"/>
              </p:custDataLst>
            </p:nvPr>
          </p:nvCxnSpPr>
          <p:spPr bwMode="auto">
            <a:xfrm flipV="1">
              <a:off x="9581" y="720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/>
            <p:cNvCxnSpPr/>
            <p:nvPr>
              <p:custDataLst>
                <p:tags r:id="rId111"/>
              </p:custDataLst>
            </p:nvPr>
          </p:nvCxnSpPr>
          <p:spPr bwMode="auto">
            <a:xfrm>
              <a:off x="10375" y="7540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连接符 126"/>
            <p:cNvCxnSpPr/>
            <p:nvPr>
              <p:custDataLst>
                <p:tags r:id="rId112"/>
              </p:custDataLst>
            </p:nvPr>
          </p:nvCxnSpPr>
          <p:spPr bwMode="auto">
            <a:xfrm flipV="1">
              <a:off x="10261" y="754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9" name="AutoShape 215"/>
            <p:cNvSpPr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8334" y="5839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D1</a:t>
              </a:r>
              <a:endParaRPr lang="en-US" altLang="zh-CN" sz="1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0" name="AutoShape 215"/>
            <p:cNvSpPr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9014" y="5839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D2</a:t>
              </a:r>
              <a:endParaRPr lang="en-US" altLang="zh-CN" sz="1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1" name="AutoShape 215"/>
            <p:cNvSpPr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9694" y="5839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D3</a:t>
              </a:r>
              <a:endParaRPr lang="en-US" altLang="zh-CN" sz="1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2" name="AutoShape 215"/>
            <p:cNvSpPr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10375" y="5839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D4</a:t>
              </a:r>
              <a:endParaRPr lang="en-US" altLang="zh-CN" sz="1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33" name="直接连接符 132"/>
            <p:cNvCxnSpPr/>
            <p:nvPr>
              <p:custDataLst>
                <p:tags r:id="rId117"/>
              </p:custDataLst>
            </p:nvPr>
          </p:nvCxnSpPr>
          <p:spPr bwMode="auto">
            <a:xfrm>
              <a:off x="11055" y="5953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直接连接符 133"/>
            <p:cNvCxnSpPr/>
            <p:nvPr>
              <p:custDataLst>
                <p:tags r:id="rId118"/>
              </p:custDataLst>
            </p:nvPr>
          </p:nvCxnSpPr>
          <p:spPr bwMode="auto">
            <a:xfrm>
              <a:off x="8107" y="7087"/>
              <a:ext cx="794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直接连接符 134"/>
            <p:cNvCxnSpPr/>
            <p:nvPr>
              <p:custDataLst>
                <p:tags r:id="rId119"/>
              </p:custDataLst>
            </p:nvPr>
          </p:nvCxnSpPr>
          <p:spPr bwMode="auto">
            <a:xfrm>
              <a:off x="8787" y="7427"/>
              <a:ext cx="794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直接连接符 135"/>
            <p:cNvCxnSpPr/>
            <p:nvPr>
              <p:custDataLst>
                <p:tags r:id="rId120"/>
              </p:custDataLst>
            </p:nvPr>
          </p:nvCxnSpPr>
          <p:spPr bwMode="auto">
            <a:xfrm>
              <a:off x="9468" y="7767"/>
              <a:ext cx="794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直接连接符 136"/>
            <p:cNvCxnSpPr/>
            <p:nvPr>
              <p:custDataLst>
                <p:tags r:id="rId121"/>
              </p:custDataLst>
            </p:nvPr>
          </p:nvCxnSpPr>
          <p:spPr bwMode="auto">
            <a:xfrm flipV="1">
              <a:off x="10148" y="8107"/>
              <a:ext cx="794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8" name="组合 137"/>
          <p:cNvGrpSpPr/>
          <p:nvPr/>
        </p:nvGrpSpPr>
        <p:grpSpPr>
          <a:xfrm>
            <a:off x="5650865" y="4140200"/>
            <a:ext cx="1765300" cy="2086610"/>
            <a:chOff x="8899" y="6520"/>
            <a:chExt cx="2780" cy="3286"/>
          </a:xfrm>
        </p:grpSpPr>
        <p:sp>
          <p:nvSpPr>
            <p:cNvPr id="139" name="AutoShape 215"/>
            <p:cNvSpPr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8899" y="6520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D1</a:t>
              </a:r>
              <a:endParaRPr lang="en-US" altLang="zh-CN" sz="1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42" name="直接连接符 141"/>
            <p:cNvCxnSpPr/>
            <p:nvPr>
              <p:custDataLst>
                <p:tags r:id="rId123"/>
              </p:custDataLst>
            </p:nvPr>
          </p:nvCxnSpPr>
          <p:spPr bwMode="auto">
            <a:xfrm>
              <a:off x="11280" y="6860"/>
              <a:ext cx="397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124"/>
              </p:custDataLst>
            </p:nvPr>
          </p:nvCxnSpPr>
          <p:spPr bwMode="auto">
            <a:xfrm flipV="1">
              <a:off x="11167" y="686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直接连接符 149"/>
            <p:cNvCxnSpPr/>
            <p:nvPr>
              <p:custDataLst>
                <p:tags r:id="rId125"/>
              </p:custDataLst>
            </p:nvPr>
          </p:nvCxnSpPr>
          <p:spPr bwMode="auto">
            <a:xfrm>
              <a:off x="11506" y="8221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11394" y="822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连接符 151"/>
            <p:cNvCxnSpPr/>
            <p:nvPr>
              <p:custDataLst>
                <p:tags r:id="rId127"/>
              </p:custDataLst>
            </p:nvPr>
          </p:nvCxnSpPr>
          <p:spPr bwMode="auto">
            <a:xfrm>
              <a:off x="11395" y="6634"/>
              <a:ext cx="283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3" name="AutoShape 215"/>
            <p:cNvSpPr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>
              <a:off x="9580" y="6520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D2</a:t>
              </a:r>
              <a:endParaRPr lang="en-US" altLang="zh-CN" sz="1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4" name="AutoShape 215"/>
            <p:cNvSpPr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10260" y="6520"/>
              <a:ext cx="680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D3</a:t>
              </a:r>
              <a:endParaRPr lang="en-US" altLang="zh-CN" sz="1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6" name="AutoShape 215"/>
            <p:cNvSpPr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10940" y="6520"/>
              <a:ext cx="454" cy="227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D4</a:t>
              </a:r>
              <a:endParaRPr lang="en-US" altLang="zh-CN" sz="14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57" name="直接连接符 156"/>
            <p:cNvCxnSpPr/>
            <p:nvPr>
              <p:custDataLst>
                <p:tags r:id="rId131"/>
              </p:custDataLst>
            </p:nvPr>
          </p:nvCxnSpPr>
          <p:spPr bwMode="auto">
            <a:xfrm>
              <a:off x="9126" y="6747"/>
              <a:ext cx="0" cy="79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132"/>
              </p:custDataLst>
            </p:nvPr>
          </p:nvCxnSpPr>
          <p:spPr bwMode="auto">
            <a:xfrm>
              <a:off x="9806" y="6747"/>
              <a:ext cx="0" cy="79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接连接符 158"/>
            <p:cNvCxnSpPr/>
            <p:nvPr>
              <p:custDataLst>
                <p:tags r:id="rId133"/>
              </p:custDataLst>
            </p:nvPr>
          </p:nvCxnSpPr>
          <p:spPr bwMode="auto">
            <a:xfrm>
              <a:off x="10487" y="6747"/>
              <a:ext cx="0" cy="79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>
              <p:custDataLst>
                <p:tags r:id="rId134"/>
              </p:custDataLst>
            </p:nvPr>
          </p:nvCxnSpPr>
          <p:spPr bwMode="auto">
            <a:xfrm>
              <a:off x="11167" y="6747"/>
              <a:ext cx="0" cy="794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接连接符 160"/>
            <p:cNvCxnSpPr/>
            <p:nvPr>
              <p:custDataLst>
                <p:tags r:id="rId135"/>
              </p:custDataLst>
            </p:nvPr>
          </p:nvCxnSpPr>
          <p:spPr bwMode="auto">
            <a:xfrm flipV="1">
              <a:off x="11508" y="9580"/>
              <a:ext cx="170" cy="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接连接符 161"/>
            <p:cNvCxnSpPr/>
            <p:nvPr>
              <p:custDataLst>
                <p:tags r:id="rId136"/>
              </p:custDataLst>
            </p:nvPr>
          </p:nvCxnSpPr>
          <p:spPr bwMode="auto">
            <a:xfrm flipV="1">
              <a:off x="11395" y="9580"/>
              <a:ext cx="113" cy="22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直接连接符 162"/>
            <p:cNvCxnSpPr/>
            <p:nvPr>
              <p:custDataLst>
                <p:tags r:id="rId137"/>
              </p:custDataLst>
            </p:nvPr>
          </p:nvCxnSpPr>
          <p:spPr bwMode="auto">
            <a:xfrm>
              <a:off x="11169" y="7200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4" name="线形标注 2 163"/>
          <p:cNvSpPr/>
          <p:nvPr>
            <p:custDataLst>
              <p:tags r:id="rId138"/>
            </p:custDataLst>
          </p:nvPr>
        </p:nvSpPr>
        <p:spPr bwMode="auto">
          <a:xfrm>
            <a:off x="216000" y="4644000"/>
            <a:ext cx="1116000" cy="252000"/>
          </a:xfrm>
          <a:prstGeom prst="borderCallout2">
            <a:avLst>
              <a:gd name="adj1" fmla="val 55843"/>
              <a:gd name="adj2" fmla="val 99793"/>
              <a:gd name="adj3" fmla="val 54126"/>
              <a:gd name="adj4" fmla="val 119140"/>
              <a:gd name="adj5" fmla="val -1561"/>
              <a:gd name="adj6" fmla="val 156921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 algn="ctr">
              <a:lnSpc>
                <a:spcPct val="105000"/>
              </a:lnSpc>
            </a:pPr>
            <a:r>
              <a:rPr lang="zh-CN" altLang="en-US" sz="1600" b="1" dirty="0" smtClean="0">
                <a:latin typeface="+mn-lt"/>
                <a:ea typeface="+mn-ea"/>
              </a:rPr>
              <a:t>联络信号线</a:t>
            </a:r>
            <a:endParaRPr lang="zh-CN" altLang="en-US" sz="1600" b="1" dirty="0" smtClean="0">
              <a:latin typeface="+mn-lt"/>
              <a:ea typeface="+mn-ea"/>
            </a:endParaRPr>
          </a:p>
        </p:txBody>
      </p:sp>
      <p:sp>
        <p:nvSpPr>
          <p:cNvPr id="165" name="线形标注 2 164"/>
          <p:cNvSpPr/>
          <p:nvPr>
            <p:custDataLst>
              <p:tags r:id="rId139"/>
            </p:custDataLst>
          </p:nvPr>
        </p:nvSpPr>
        <p:spPr bwMode="auto">
          <a:xfrm>
            <a:off x="7704000" y="4536000"/>
            <a:ext cx="1116000" cy="504000"/>
          </a:xfrm>
          <a:prstGeom prst="borderCallout2">
            <a:avLst>
              <a:gd name="adj1" fmla="val 51482"/>
              <a:gd name="adj2" fmla="val 1143"/>
              <a:gd name="adj3" fmla="val 49970"/>
              <a:gd name="adj4" fmla="val -21773"/>
              <a:gd name="adj5" fmla="val 18104"/>
              <a:gd name="adj6" fmla="val -5298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 algn="ctr">
              <a:lnSpc>
                <a:spcPct val="105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CLK↑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发送</a:t>
            </a:r>
            <a:endParaRPr lang="zh-CN" altLang="en-US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ctr">
              <a:lnSpc>
                <a:spcPct val="105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CLK↓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接收</a:t>
            </a:r>
            <a:endParaRPr lang="zh-CN" altLang="en-US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81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40"/>
            </p:custDataLst>
          </p:nvPr>
        </p:nvSpPr>
        <p:spPr bwMode="auto">
          <a:xfrm rot="5400000">
            <a:off x="442800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7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7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bldLvl="0" animBg="1"/>
      <p:bldP spid="165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179389" y="2124000"/>
            <a:ext cx="2232372" cy="31635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 smtClean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访问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空间：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/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总线仲裁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*总线事务：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ym typeface="+mn-ea"/>
              </a:rPr>
              <a:t>   (</a:t>
            </a:r>
            <a:r>
              <a:rPr lang="zh-CN" altLang="en-US" sz="1800" b="1" dirty="0">
                <a:sym typeface="+mn-ea"/>
              </a:rPr>
              <a:t>功能特性</a:t>
            </a:r>
            <a:r>
              <a:rPr lang="en-US" altLang="zh-CN" sz="1800" b="1" dirty="0">
                <a:sym typeface="+mn-ea"/>
              </a:rPr>
              <a:t>)</a:t>
            </a:r>
            <a:endParaRPr lang="en-US" altLang="zh-CN" sz="18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</a:rPr>
              <a:t>总线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定时：</a:t>
            </a:r>
            <a:endParaRPr lang="zh-CN" altLang="en-US" sz="2200" b="1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5" name="Text Box 71"/>
          <p:cNvSpPr txBox="1">
            <a:spLocks noChangeArrowheads="1"/>
          </p:cNvSpPr>
          <p:nvPr/>
        </p:nvSpPr>
        <p:spPr bwMode="auto">
          <a:xfrm>
            <a:off x="179705" y="360045"/>
            <a:ext cx="871156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 smtClean="0">
                <a:solidFill>
                  <a:srgbClr val="FF3399"/>
                </a:solidFill>
              </a:rPr>
              <a:t>3</a:t>
            </a:r>
            <a:r>
              <a:rPr lang="zh-CN" altLang="en-US" sz="2200" b="1" dirty="0" smtClean="0">
                <a:solidFill>
                  <a:srgbClr val="FF3399"/>
                </a:solidFill>
              </a:rPr>
              <a:t>、总线标准</a:t>
            </a:r>
            <a:endParaRPr lang="zh-CN" altLang="en-US" sz="2200" b="1" dirty="0" smtClean="0">
              <a:solidFill>
                <a:srgbClr val="FF3399"/>
              </a:solidFill>
            </a:endParaRPr>
          </a:p>
          <a:p>
            <a:r>
              <a:rPr lang="zh-CN" altLang="en-US" sz="2200" b="1" dirty="0" smtClean="0">
                <a:solidFill>
                  <a:schemeClr val="tx1"/>
                </a:solidFill>
              </a:rPr>
              <a:t>   </a:t>
            </a:r>
            <a:r>
              <a:rPr lang="zh-CN" sz="2200" b="1" dirty="0" smtClean="0">
                <a:solidFill>
                  <a:schemeClr val="tx1"/>
                </a:solidFill>
              </a:rPr>
              <a:t>指</a:t>
            </a:r>
            <a:r>
              <a:rPr lang="zh-CN" altLang="en-US" sz="2200" b="1" dirty="0" smtClean="0"/>
              <a:t>设备连接和传输时，应遵守的</a:t>
            </a:r>
            <a:r>
              <a:rPr lang="zh-CN" altLang="en-US" sz="2200" b="1" u="sng" dirty="0" smtClean="0"/>
              <a:t>协议与规范</a:t>
            </a:r>
            <a:r>
              <a:rPr lang="en-US" altLang="zh-CN" sz="1800" b="1" dirty="0" smtClean="0"/>
              <a:t>(4</a:t>
            </a:r>
            <a:r>
              <a:rPr lang="zh-CN" altLang="en-US" sz="1800" b="1" dirty="0"/>
              <a:t>种</a:t>
            </a:r>
            <a:r>
              <a:rPr lang="zh-CN" altLang="en-US" sz="1800" b="1" dirty="0" smtClean="0"/>
              <a:t>特性</a:t>
            </a:r>
            <a:r>
              <a:rPr lang="en-US" altLang="zh-CN" sz="1800" b="1" dirty="0" smtClean="0"/>
              <a:t>)</a:t>
            </a:r>
            <a:endParaRPr lang="en-US" altLang="zh-CN" sz="1800" b="1" dirty="0" smtClean="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9388" y="1269013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</a:rPr>
              <a:t>(1)ISA</a:t>
            </a:r>
            <a:r>
              <a:rPr lang="zh-CN" altLang="en-US" sz="2200" b="1" dirty="0" smtClean="0">
                <a:solidFill>
                  <a:srgbClr val="FF3399"/>
                </a:solidFill>
              </a:rPr>
              <a:t>总线   </a:t>
            </a:r>
            <a:r>
              <a:rPr lang="en-US" altLang="zh-CN" sz="1800" b="1" dirty="0" smtClean="0"/>
              <a:t>(</a:t>
            </a:r>
            <a:r>
              <a:rPr lang="en-US" altLang="zh-CN" sz="1800" dirty="0" err="1" smtClean="0">
                <a:latin typeface="+mn-lt"/>
              </a:rPr>
              <a:t>Indusry</a:t>
            </a:r>
            <a:r>
              <a:rPr lang="en-US" altLang="zh-CN" sz="1800" dirty="0" smtClean="0">
                <a:latin typeface="+mn-lt"/>
              </a:rPr>
              <a:t> </a:t>
            </a:r>
            <a:r>
              <a:rPr lang="en-US" altLang="zh-CN" sz="1800" dirty="0">
                <a:latin typeface="+mn-lt"/>
              </a:rPr>
              <a:t>Standard </a:t>
            </a:r>
            <a:r>
              <a:rPr lang="en-US" altLang="zh-CN" sz="1800" dirty="0" smtClean="0">
                <a:latin typeface="+mn-lt"/>
              </a:rPr>
              <a:t>Architecture</a:t>
            </a:r>
            <a:r>
              <a:rPr lang="en-US" altLang="zh-CN" sz="1800" b="1" dirty="0" smtClean="0"/>
              <a:t>)</a:t>
            </a:r>
            <a:endParaRPr lang="en-US" altLang="zh-CN" sz="2200" b="1" dirty="0"/>
          </a:p>
          <a:p>
            <a:r>
              <a:rPr lang="en-US" altLang="zh-CN" sz="2200" b="1" dirty="0"/>
              <a:t>    </a:t>
            </a:r>
            <a:r>
              <a:rPr lang="en-US" altLang="zh-CN" sz="2200" b="1" dirty="0" smtClean="0"/>
              <a:t>16</a:t>
            </a:r>
            <a:r>
              <a:rPr lang="zh-CN" altLang="en-US" sz="2200" b="1" dirty="0" smtClean="0"/>
              <a:t>位半同步总线，</a:t>
            </a:r>
            <a:r>
              <a:rPr lang="en-US" altLang="zh-CN" sz="2200" b="1" dirty="0" smtClean="0"/>
              <a:t>96</a:t>
            </a:r>
            <a:r>
              <a:rPr lang="zh-CN" altLang="en-US" sz="2200" b="1" dirty="0" smtClean="0"/>
              <a:t>根信号线</a:t>
            </a:r>
            <a:r>
              <a:rPr lang="en-US" altLang="zh-CN" sz="2200" b="1" dirty="0" smtClean="0"/>
              <a:t>(16D</a:t>
            </a:r>
            <a:r>
              <a:rPr lang="zh-CN" altLang="en-US" sz="2200" b="1" dirty="0" smtClean="0"/>
              <a:t>＋</a:t>
            </a:r>
            <a:r>
              <a:rPr lang="en-US" altLang="zh-CN" sz="2200" b="1" dirty="0" smtClean="0"/>
              <a:t>24A)</a:t>
            </a:r>
            <a:r>
              <a:rPr lang="zh-CN" altLang="en-US" sz="2200" b="1" dirty="0" smtClean="0"/>
              <a:t>，信号电平为</a:t>
            </a:r>
            <a:r>
              <a:rPr lang="en-US" altLang="zh-CN" sz="2200" b="1" dirty="0" smtClean="0"/>
              <a:t>5V</a:t>
            </a:r>
            <a:endParaRPr lang="en-US" altLang="zh-CN" sz="2200" b="1" dirty="0" smtClean="0"/>
          </a:p>
        </p:txBody>
      </p:sp>
      <p:sp>
        <p:nvSpPr>
          <p:cNvPr id="8" name="Text Box 71"/>
          <p:cNvSpPr txBox="1">
            <a:spLocks noChangeArrowheads="1"/>
          </p:cNvSpPr>
          <p:nvPr/>
        </p:nvSpPr>
        <p:spPr bwMode="auto">
          <a:xfrm>
            <a:off x="1908000" y="2124000"/>
            <a:ext cx="6840885" cy="3169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sng" dirty="0" smtClean="0">
                <a:solidFill>
                  <a:srgbClr val="0070C0"/>
                </a:solidFill>
              </a:rPr>
              <a:t>MEM</a:t>
            </a:r>
            <a:r>
              <a:rPr lang="zh-CN" altLang="en-US" sz="2200" b="1" u="sng" dirty="0" smtClean="0">
                <a:solidFill>
                  <a:srgbClr val="0070C0"/>
                </a:solidFill>
              </a:rPr>
              <a:t>地址空间</a:t>
            </a:r>
            <a:r>
              <a:rPr lang="zh-CN" altLang="en-US" sz="2200" b="1" dirty="0" smtClean="0"/>
              <a:t>为</a:t>
            </a:r>
            <a:r>
              <a:rPr lang="en-US" altLang="zh-CN" sz="2200" b="1" dirty="0"/>
              <a:t>16M</a:t>
            </a:r>
            <a:r>
              <a:rPr lang="zh-CN" altLang="en-US" sz="2200" b="1" dirty="0" smtClean="0"/>
              <a:t>，</a:t>
            </a:r>
            <a:r>
              <a:rPr lang="en-US" altLang="zh-CN" sz="2200" b="1" u="sng" dirty="0" smtClean="0">
                <a:solidFill>
                  <a:srgbClr val="0070C0"/>
                </a:solidFill>
              </a:rPr>
              <a:t>I/O</a:t>
            </a:r>
            <a:r>
              <a:rPr lang="zh-CN" altLang="en-US" sz="2200" b="1" u="sng" dirty="0" smtClean="0">
                <a:solidFill>
                  <a:srgbClr val="0070C0"/>
                </a:solidFill>
              </a:rPr>
              <a:t>地址空间</a:t>
            </a:r>
            <a:r>
              <a:rPr lang="zh-CN" altLang="en-US" sz="2200" b="1" dirty="0" smtClean="0"/>
              <a:t>为</a:t>
            </a:r>
            <a:r>
              <a:rPr lang="en-US" altLang="zh-CN" sz="2200" b="1" dirty="0" smtClean="0"/>
              <a:t>64K</a:t>
            </a:r>
            <a:r>
              <a:rPr lang="zh-CN" altLang="en-US" sz="2200" b="1" dirty="0" smtClean="0"/>
              <a:t>；</a:t>
            </a:r>
            <a:endParaRPr lang="en-US" altLang="zh-CN" sz="2200" b="1" dirty="0" smtClean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 smtClean="0"/>
              <a:t>数据宽度</a:t>
            </a:r>
            <a:r>
              <a:rPr lang="zh-CN" altLang="en-US" sz="2200" b="1" dirty="0" smtClean="0"/>
              <a:t>为</a:t>
            </a:r>
            <a:r>
              <a:rPr lang="en-US" altLang="zh-CN" sz="2200" b="1" dirty="0" smtClean="0"/>
              <a:t>8/16</a:t>
            </a:r>
            <a:r>
              <a:rPr lang="zh-CN" altLang="en-US" sz="2200" b="1" dirty="0" smtClean="0"/>
              <a:t>位</a:t>
            </a:r>
            <a:r>
              <a:rPr lang="en-US" altLang="zh-CN" sz="1800" b="1" dirty="0" smtClean="0"/>
              <a:t>(</a:t>
            </a:r>
            <a:r>
              <a:rPr lang="zh-CN" altLang="en-US" sz="1800" b="1" dirty="0"/>
              <a:t>用信号线</a:t>
            </a:r>
            <a:r>
              <a:rPr lang="en-US" altLang="zh-CN" sz="1800" b="1" dirty="0" smtClean="0"/>
              <a:t>SHBE</a:t>
            </a:r>
            <a:r>
              <a:rPr lang="zh-CN" altLang="en-US" sz="1800" b="1" dirty="0" smtClean="0"/>
              <a:t>指明</a:t>
            </a:r>
            <a:r>
              <a:rPr lang="en-US" altLang="zh-CN" sz="1800" b="1" dirty="0" smtClean="0"/>
              <a:t>)</a:t>
            </a:r>
            <a:r>
              <a:rPr lang="en-US" altLang="zh-CN" sz="2200" b="1" dirty="0" smtClean="0"/>
              <a:t> </a:t>
            </a:r>
            <a:endParaRPr lang="en-US" altLang="zh-CN" sz="2200" b="1" dirty="0" smtClean="0"/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/>
              <a:t>主设备有</a:t>
            </a:r>
            <a:r>
              <a:rPr lang="en-US" altLang="zh-CN" sz="2200" b="1" dirty="0"/>
              <a:t>CPU</a:t>
            </a:r>
            <a:r>
              <a:rPr lang="zh-CN" altLang="en-US" sz="2200" b="1" dirty="0"/>
              <a:t>、</a:t>
            </a:r>
            <a:r>
              <a:rPr lang="en-US" altLang="zh-CN" sz="2200" b="1" dirty="0"/>
              <a:t>DMA</a:t>
            </a:r>
            <a:r>
              <a:rPr lang="zh-CN" altLang="en-US" sz="2200" b="1" dirty="0"/>
              <a:t>设备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≤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个</a:t>
            </a:r>
            <a:r>
              <a:rPr lang="en-US" altLang="zh-CN" sz="1800" b="1" dirty="0"/>
              <a:t>)</a:t>
            </a:r>
            <a:r>
              <a:rPr lang="zh-CN" altLang="en-US" sz="2200" b="1" dirty="0"/>
              <a:t>，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/>
              <a:t>仲裁由</a:t>
            </a:r>
            <a:r>
              <a:rPr lang="en-US" altLang="zh-CN" sz="2200" b="1" u="sng" dirty="0">
                <a:solidFill>
                  <a:srgbClr val="990099"/>
                </a:solidFill>
              </a:rPr>
              <a:t>CPU</a:t>
            </a:r>
            <a:r>
              <a:rPr lang="zh-CN" altLang="en-US" sz="2200" b="1" dirty="0"/>
              <a:t>实现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信号线为</a:t>
            </a:r>
            <a:r>
              <a:rPr lang="en-US" altLang="zh-CN" sz="1800" b="1" dirty="0"/>
              <a:t>HRQ&amp;HLDA,</a:t>
            </a:r>
            <a:r>
              <a:rPr lang="zh-CN" altLang="en-US" sz="1800" b="1" dirty="0"/>
              <a:t>链式查询</a:t>
            </a:r>
            <a:r>
              <a:rPr lang="en-US" altLang="zh-CN" sz="1800" b="1" dirty="0" smtClean="0"/>
              <a:t>)</a:t>
            </a:r>
            <a:endParaRPr lang="en-US" altLang="zh-CN" sz="2200" b="1" dirty="0" smtClean="0"/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/>
              <a:t>7</a:t>
            </a:r>
            <a:r>
              <a:rPr lang="zh-CN" altLang="en-US" sz="2200" b="1" dirty="0"/>
              <a:t>种</a:t>
            </a:r>
            <a:r>
              <a:rPr lang="zh-CN" altLang="en-US" sz="2200" b="1" dirty="0" smtClean="0"/>
              <a:t>类型</a:t>
            </a:r>
            <a:r>
              <a:rPr lang="en-US" altLang="zh-CN" sz="1800" b="1" dirty="0" smtClean="0"/>
              <a:t>(</a:t>
            </a:r>
            <a:r>
              <a:rPr lang="en-US" altLang="zh-CN" sz="1800" b="1" spc="-100" dirty="0" smtClean="0"/>
              <a:t>MEM</a:t>
            </a:r>
            <a:r>
              <a:rPr lang="zh-CN" altLang="en-US" sz="1800" b="1" spc="-100" dirty="0"/>
              <a:t>读</a:t>
            </a:r>
            <a:r>
              <a:rPr lang="en-US" altLang="zh-CN" sz="1800" b="1" spc="-100" dirty="0"/>
              <a:t>/</a:t>
            </a:r>
            <a:r>
              <a:rPr lang="zh-CN" altLang="en-US" sz="1800" b="1" spc="-100" dirty="0"/>
              <a:t>写、</a:t>
            </a:r>
            <a:r>
              <a:rPr lang="en-US" altLang="zh-CN" sz="1800" b="1" spc="-100" dirty="0"/>
              <a:t>I/O</a:t>
            </a:r>
            <a:r>
              <a:rPr lang="zh-CN" altLang="en-US" sz="1800" b="1" spc="-100" dirty="0"/>
              <a:t>读</a:t>
            </a:r>
            <a:r>
              <a:rPr lang="en-US" altLang="zh-CN" sz="1800" b="1" spc="-100" dirty="0"/>
              <a:t>/</a:t>
            </a:r>
            <a:r>
              <a:rPr lang="zh-CN" altLang="en-US" sz="1800" b="1" spc="-100" dirty="0"/>
              <a:t>写、中断响应、</a:t>
            </a:r>
            <a:r>
              <a:rPr lang="en-US" altLang="zh-CN" sz="1800" b="1" spc="-100" dirty="0"/>
              <a:t>DMA</a:t>
            </a:r>
            <a:r>
              <a:rPr lang="zh-CN" altLang="en-US" sz="1800" b="1" spc="-100" dirty="0"/>
              <a:t>传送、</a:t>
            </a:r>
            <a:r>
              <a:rPr lang="en-US" altLang="zh-CN" sz="1800" b="1" spc="-100" dirty="0"/>
              <a:t>MEM</a:t>
            </a:r>
            <a:r>
              <a:rPr lang="zh-CN" altLang="en-US" sz="1800" b="1" spc="-100" dirty="0" smtClean="0"/>
              <a:t>刷新</a:t>
            </a:r>
            <a:r>
              <a:rPr lang="en-US" altLang="zh-CN" sz="1800" b="1" spc="-100" dirty="0" smtClean="0"/>
              <a:t>)</a:t>
            </a:r>
            <a:r>
              <a:rPr lang="zh-CN" altLang="en-US" sz="2200" b="1" dirty="0">
                <a:sym typeface="+mn-ea"/>
              </a:rPr>
              <a:t>，</a:t>
            </a:r>
            <a:endParaRPr lang="en-US" altLang="zh-CN" sz="2200" b="1" spc="-100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/>
              <a:t>仅支持</a:t>
            </a:r>
            <a:r>
              <a:rPr lang="zh-CN" altLang="en-US" sz="2200" b="1" u="sng" dirty="0" smtClean="0"/>
              <a:t>常规传输</a:t>
            </a:r>
            <a:r>
              <a:rPr lang="en-US" altLang="zh-CN" sz="1800" b="1" dirty="0" smtClean="0"/>
              <a:t>(1</a:t>
            </a:r>
            <a:r>
              <a:rPr lang="zh-CN" altLang="en-US" sz="1800" b="1" dirty="0" smtClean="0"/>
              <a:t>个数据</a:t>
            </a:r>
            <a:r>
              <a:rPr lang="en-US" altLang="zh-CN" sz="1800" b="1" dirty="0" smtClean="0"/>
              <a:t>/</a:t>
            </a:r>
            <a:r>
              <a:rPr lang="zh-CN" altLang="en-US" sz="1800" b="1" dirty="0" smtClean="0"/>
              <a:t>事务</a:t>
            </a:r>
            <a:r>
              <a:rPr lang="en-US" altLang="zh-CN" sz="1800" b="1" dirty="0" smtClean="0"/>
              <a:t>)</a:t>
            </a:r>
            <a:endParaRPr lang="en-US" altLang="zh-CN" sz="2200" b="1" dirty="0" smtClean="0"/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u="sng" dirty="0" smtClean="0">
                <a:solidFill>
                  <a:srgbClr val="990099"/>
                </a:solidFill>
              </a:rPr>
              <a:t>半</a:t>
            </a:r>
            <a:r>
              <a:rPr lang="zh-CN" altLang="en-US" sz="2200" b="1" u="sng" dirty="0">
                <a:solidFill>
                  <a:srgbClr val="990099"/>
                </a:solidFill>
              </a:rPr>
              <a:t>同步</a:t>
            </a:r>
            <a:r>
              <a:rPr lang="zh-CN" altLang="en-US" sz="2200" b="1" dirty="0"/>
              <a:t>方式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用</a:t>
            </a:r>
            <a:r>
              <a:rPr lang="en-US" altLang="zh-CN" sz="1800" b="1" dirty="0"/>
              <a:t>OWS#</a:t>
            </a:r>
            <a:r>
              <a:rPr lang="zh-CN" altLang="en-US" sz="1800" b="1" dirty="0"/>
              <a:t>联络</a:t>
            </a:r>
            <a:r>
              <a:rPr lang="en-US" altLang="zh-CN" sz="1800" b="1" dirty="0"/>
              <a:t>)</a:t>
            </a:r>
            <a:r>
              <a:rPr lang="zh-CN" altLang="en-US" sz="2200" b="1" dirty="0"/>
              <a:t>，时钟频率为</a:t>
            </a:r>
            <a:r>
              <a:rPr lang="en-US" altLang="zh-CN" sz="2200" b="1" dirty="0" smtClean="0"/>
              <a:t>8MHz</a:t>
            </a:r>
            <a:endParaRPr lang="en-US" altLang="zh-CN" sz="2200" b="1" dirty="0" smtClean="0"/>
          </a:p>
        </p:txBody>
      </p:sp>
      <p:cxnSp>
        <p:nvCxnSpPr>
          <p:cNvPr id="13" name="直接箭头连接符 12"/>
          <p:cNvCxnSpPr/>
          <p:nvPr/>
        </p:nvCxnSpPr>
        <p:spPr bwMode="auto">
          <a:xfrm>
            <a:off x="4428000" y="3420000"/>
            <a:ext cx="2016224" cy="612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5" name="AutoShape 33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Box 6"/>
          <p:cNvSpPr txBox="1">
            <a:spLocks noChangeArrowheads="1"/>
          </p:cNvSpPr>
          <p:nvPr/>
        </p:nvSpPr>
        <p:spPr bwMode="auto">
          <a:xfrm>
            <a:off x="179388" y="1206221"/>
            <a:ext cx="2088356" cy="27457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访问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空间：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</a:rPr>
              <a:t>总线仲裁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*总线事务：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*总线定时：</a:t>
            </a:r>
            <a:endParaRPr lang="zh-CN" altLang="en-US" sz="2200" b="1" dirty="0" smtClean="0"/>
          </a:p>
        </p:txBody>
      </p:sp>
      <p:sp>
        <p:nvSpPr>
          <p:cNvPr id="9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89ABF-1504-460E-9DD6-35E1D695E177}" type="slidenum">
              <a:rPr lang="en-US" altLang="zh-CN"/>
            </a:fld>
            <a:endParaRPr lang="en-US" altLang="zh-CN" dirty="0"/>
          </a:p>
        </p:txBody>
      </p:sp>
      <p:sp>
        <p:nvSpPr>
          <p:cNvPr id="94" name="Text Box 5"/>
          <p:cNvSpPr txBox="1">
            <a:spLocks noChangeArrowheads="1"/>
          </p:cNvSpPr>
          <p:nvPr/>
        </p:nvSpPr>
        <p:spPr bwMode="auto">
          <a:xfrm>
            <a:off x="179388" y="360000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</a:rPr>
              <a:t>(2)PCI</a:t>
            </a:r>
            <a:r>
              <a:rPr lang="zh-CN" altLang="en-US" sz="2200" b="1" dirty="0" smtClean="0">
                <a:solidFill>
                  <a:srgbClr val="FF3399"/>
                </a:solidFill>
              </a:rPr>
              <a:t>总线  </a:t>
            </a:r>
            <a:r>
              <a:rPr lang="en-US" altLang="zh-CN" sz="1800" b="1" dirty="0" smtClean="0"/>
              <a:t>(</a:t>
            </a:r>
            <a:r>
              <a:rPr lang="en-US" altLang="zh-CN" sz="1800" dirty="0" smtClean="0">
                <a:latin typeface="+mn-lt"/>
              </a:rPr>
              <a:t>Peripheral </a:t>
            </a:r>
            <a:r>
              <a:rPr lang="en-US" altLang="zh-CN" sz="1800" dirty="0">
                <a:latin typeface="+mn-lt"/>
              </a:rPr>
              <a:t>Component </a:t>
            </a:r>
            <a:r>
              <a:rPr lang="en-US" altLang="zh-CN" sz="1800" dirty="0" smtClean="0">
                <a:latin typeface="+mn-lt"/>
              </a:rPr>
              <a:t>Interconnect</a:t>
            </a:r>
            <a:r>
              <a:rPr lang="zh-CN" altLang="en-US" sz="1800" b="1" dirty="0" smtClean="0">
                <a:latin typeface="+mn-lt"/>
              </a:rPr>
              <a:t>，外围部件互连</a:t>
            </a:r>
            <a:r>
              <a:rPr lang="en-US" altLang="zh-CN" sz="1800" b="1" dirty="0" smtClean="0"/>
              <a:t>)</a:t>
            </a:r>
            <a:endParaRPr lang="en-US" altLang="zh-CN" sz="2200" b="1" dirty="0"/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/>
              <a:t>    </a:t>
            </a:r>
            <a:r>
              <a:rPr lang="en-US" altLang="zh-CN" sz="2200" b="1" dirty="0" smtClean="0"/>
              <a:t>32</a:t>
            </a:r>
            <a:r>
              <a:rPr lang="zh-CN" altLang="en-US" sz="2200" b="1" spc="-100" dirty="0" smtClean="0"/>
              <a:t>位半同步总线，</a:t>
            </a:r>
            <a:r>
              <a:rPr lang="en-US" altLang="zh-CN" sz="2200" b="1" spc="-100" dirty="0" smtClean="0"/>
              <a:t>100</a:t>
            </a:r>
            <a:r>
              <a:rPr lang="zh-CN" altLang="en-US" sz="2200" b="1" spc="-100" dirty="0" smtClean="0"/>
              <a:t>根信号线</a:t>
            </a:r>
            <a:r>
              <a:rPr lang="en-US" altLang="zh-CN" sz="2200" b="1" spc="-100" dirty="0" smtClean="0"/>
              <a:t>(A/D</a:t>
            </a:r>
            <a:r>
              <a:rPr lang="zh-CN" altLang="en-US" sz="2200" b="1" spc="-100" dirty="0" smtClean="0"/>
              <a:t>复用</a:t>
            </a:r>
            <a:r>
              <a:rPr lang="en-US" altLang="zh-CN" sz="2200" b="1" spc="-100" dirty="0" smtClean="0"/>
              <a:t>)</a:t>
            </a:r>
            <a:r>
              <a:rPr lang="zh-CN" altLang="en-US" sz="2200" b="1" spc="-100" dirty="0"/>
              <a:t>，</a:t>
            </a:r>
            <a:r>
              <a:rPr lang="zh-CN" altLang="en-US" sz="2200" b="1" spc="-100" dirty="0" smtClean="0"/>
              <a:t>信号电平为</a:t>
            </a:r>
            <a:r>
              <a:rPr lang="en-US" altLang="zh-CN" sz="2200" b="1" spc="-100" dirty="0" smtClean="0"/>
              <a:t>5V</a:t>
            </a:r>
            <a:r>
              <a:rPr lang="zh-CN" altLang="en-US" sz="2200" b="1" spc="-100" dirty="0" smtClean="0"/>
              <a:t>、</a:t>
            </a:r>
            <a:r>
              <a:rPr lang="en-US" altLang="zh-CN" sz="2200" b="1" spc="-100" dirty="0" smtClean="0"/>
              <a:t>3.3V</a:t>
            </a:r>
            <a:endParaRPr lang="en-US" altLang="zh-CN" sz="2200" b="1" spc="-100" dirty="0" smtClean="0"/>
          </a:p>
        </p:txBody>
      </p:sp>
      <p:sp>
        <p:nvSpPr>
          <p:cNvPr id="95" name="Text Box 71"/>
          <p:cNvSpPr txBox="1">
            <a:spLocks noChangeArrowheads="1"/>
          </p:cNvSpPr>
          <p:nvPr/>
        </p:nvSpPr>
        <p:spPr bwMode="auto">
          <a:xfrm>
            <a:off x="1908175" y="1196975"/>
            <a:ext cx="7057390" cy="27457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sng" dirty="0" smtClean="0">
                <a:solidFill>
                  <a:srgbClr val="0070C0"/>
                </a:solidFill>
              </a:rPr>
              <a:t>MEM</a:t>
            </a:r>
            <a:r>
              <a:rPr lang="zh-CN" altLang="en-US" sz="2200" b="1" u="sng" dirty="0" smtClean="0">
                <a:solidFill>
                  <a:srgbClr val="0070C0"/>
                </a:solidFill>
              </a:rPr>
              <a:t>、</a:t>
            </a:r>
            <a:r>
              <a:rPr lang="en-US" altLang="zh-CN" sz="2200" b="1" u="sng" dirty="0" smtClean="0">
                <a:solidFill>
                  <a:srgbClr val="0070C0"/>
                </a:solidFill>
              </a:rPr>
              <a:t>I/O</a:t>
            </a:r>
            <a:r>
              <a:rPr lang="zh-CN" altLang="en-US" sz="2200" b="1" u="sng" dirty="0" smtClean="0">
                <a:solidFill>
                  <a:srgbClr val="0070C0"/>
                </a:solidFill>
              </a:rPr>
              <a:t>地址空间</a:t>
            </a:r>
            <a:r>
              <a:rPr lang="zh-CN" altLang="en-US" sz="2200" b="1" dirty="0" smtClean="0"/>
              <a:t>均为</a:t>
            </a:r>
            <a:r>
              <a:rPr lang="en-US" altLang="zh-CN" sz="2200" b="1" dirty="0" smtClean="0"/>
              <a:t>4G</a:t>
            </a:r>
            <a:r>
              <a:rPr lang="zh-CN" altLang="en-US" sz="2200" b="1" dirty="0" smtClean="0"/>
              <a:t>，</a:t>
            </a:r>
            <a:r>
              <a:rPr lang="en-US" altLang="zh-CN" sz="2200" b="1" dirty="0" smtClean="0"/>
              <a:t>(</a:t>
            </a:r>
            <a:r>
              <a:rPr lang="zh-CN" altLang="en-US" sz="2200" b="1" dirty="0" smtClean="0"/>
              <a:t>每个</a:t>
            </a:r>
            <a:r>
              <a:rPr lang="en-US" altLang="zh-CN" sz="2200" b="1" dirty="0" smtClean="0"/>
              <a:t>)</a:t>
            </a:r>
            <a:r>
              <a:rPr lang="zh-CN" altLang="en-US" sz="2200" b="1" u="sng" dirty="0" smtClean="0">
                <a:solidFill>
                  <a:srgbClr val="0070C0"/>
                </a:solidFill>
              </a:rPr>
              <a:t>配置空间</a:t>
            </a:r>
            <a:r>
              <a:rPr lang="zh-CN" altLang="en-US" sz="2200" b="1" dirty="0" smtClean="0"/>
              <a:t>为</a:t>
            </a:r>
            <a:r>
              <a:rPr lang="en-US" altLang="zh-CN" sz="2200" b="1" dirty="0" smtClean="0"/>
              <a:t>64B</a:t>
            </a:r>
            <a:r>
              <a:rPr lang="zh-CN" altLang="en-US" sz="2200" b="1" dirty="0" smtClean="0"/>
              <a:t>；</a:t>
            </a:r>
            <a:endParaRPr lang="en-US" altLang="zh-CN" sz="2200" b="1" dirty="0" smtClean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 smtClean="0"/>
              <a:t>数据宽度</a:t>
            </a:r>
            <a:r>
              <a:rPr lang="zh-CN" altLang="en-US" sz="2200" b="1" dirty="0" smtClean="0"/>
              <a:t>为</a:t>
            </a:r>
            <a:r>
              <a:rPr lang="en-US" altLang="zh-CN" sz="2200" b="1" dirty="0" smtClean="0"/>
              <a:t>8/16/32</a:t>
            </a:r>
            <a:r>
              <a:rPr lang="zh-CN" altLang="en-US" sz="2200" b="1" dirty="0" smtClean="0"/>
              <a:t>位</a:t>
            </a:r>
            <a:r>
              <a:rPr lang="en-US" altLang="zh-CN" sz="1800" b="1" dirty="0" smtClean="0"/>
              <a:t>(</a:t>
            </a:r>
            <a:r>
              <a:rPr lang="zh-CN" altLang="en-US" sz="1800" b="1" dirty="0" smtClean="0"/>
              <a:t>用数据期的</a:t>
            </a:r>
            <a:r>
              <a:rPr lang="en-US" altLang="zh-CN" sz="1800" b="1" dirty="0" smtClean="0"/>
              <a:t>C/BE[3:0]</a:t>
            </a:r>
            <a:r>
              <a:rPr lang="zh-CN" altLang="en-US" sz="1800" b="1" dirty="0" smtClean="0"/>
              <a:t>指明</a:t>
            </a:r>
            <a:r>
              <a:rPr lang="en-US" altLang="zh-CN" sz="1800" b="1" dirty="0" smtClean="0"/>
              <a:t>)</a:t>
            </a:r>
            <a:endParaRPr lang="en-US" altLang="zh-CN" sz="2200" b="1" dirty="0" smtClean="0"/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/>
              <a:t>支持多个主设备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不区分是否为</a:t>
            </a:r>
            <a:r>
              <a:rPr lang="en-US" altLang="zh-CN" sz="1800" b="1" dirty="0"/>
              <a:t>CPU)</a:t>
            </a:r>
            <a:r>
              <a:rPr lang="zh-CN" altLang="en-US" sz="2200" b="1" dirty="0"/>
              <a:t>，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/>
              <a:t>仲裁由</a:t>
            </a:r>
            <a:r>
              <a:rPr lang="zh-CN" altLang="en-US" sz="2200" b="1" u="sng" dirty="0">
                <a:solidFill>
                  <a:srgbClr val="990099"/>
                </a:solidFill>
              </a:rPr>
              <a:t>仲裁器</a:t>
            </a:r>
            <a:r>
              <a:rPr lang="zh-CN" altLang="en-US" sz="2200" b="1" dirty="0"/>
              <a:t>实现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独立请求式</a:t>
            </a:r>
            <a:r>
              <a:rPr lang="en-US" altLang="zh-CN" sz="1800" b="1" dirty="0"/>
              <a:t>)</a:t>
            </a:r>
            <a:r>
              <a:rPr lang="zh-CN" altLang="en-US" sz="2200" b="1" dirty="0"/>
              <a:t>，可隐藏式仲裁</a:t>
            </a:r>
            <a:endParaRPr lang="zh-CN" altLang="en-US" sz="2200" b="1" dirty="0"/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/>
              <a:t>12</a:t>
            </a:r>
            <a:r>
              <a:rPr lang="zh-CN" altLang="en-US" sz="2200" b="1" dirty="0"/>
              <a:t>种类型</a:t>
            </a:r>
            <a:r>
              <a:rPr lang="zh-CN" altLang="en-US" sz="2200" b="1" dirty="0" smtClean="0"/>
              <a:t>，支持</a:t>
            </a:r>
            <a:r>
              <a:rPr lang="zh-CN" altLang="en-US" sz="2200" b="1" u="sng" dirty="0" smtClean="0"/>
              <a:t>突发传输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rgbClr val="990099"/>
                </a:solidFill>
              </a:rPr>
              <a:t>半同步</a:t>
            </a:r>
            <a:r>
              <a:rPr lang="zh-CN" altLang="en-US" sz="2200" b="1" dirty="0"/>
              <a:t>方式，时钟频率有</a:t>
            </a:r>
            <a:r>
              <a:rPr lang="en-US" altLang="zh-CN" sz="2200" b="1" dirty="0"/>
              <a:t>33.3MHz</a:t>
            </a:r>
            <a:r>
              <a:rPr lang="zh-CN" altLang="en-US" sz="2200" b="1" dirty="0"/>
              <a:t>、</a:t>
            </a:r>
            <a:r>
              <a:rPr lang="en-US" altLang="zh-CN" sz="2200" b="1" dirty="0" smtClean="0"/>
              <a:t>66.6MHz</a:t>
            </a:r>
            <a:endParaRPr lang="en-US" altLang="zh-CN" sz="2200" b="1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1331640" y="3932803"/>
            <a:ext cx="6702387" cy="2448272"/>
            <a:chOff x="1331640" y="2492896"/>
            <a:chExt cx="6702387" cy="2448272"/>
          </a:xfrm>
        </p:grpSpPr>
        <p:sp>
          <p:nvSpPr>
            <p:cNvPr id="278" name="Text Box 148"/>
            <p:cNvSpPr txBox="1">
              <a:spLocks noChangeArrowheads="1"/>
            </p:cNvSpPr>
            <p:nvPr/>
          </p:nvSpPr>
          <p:spPr bwMode="auto">
            <a:xfrm>
              <a:off x="1331640" y="2696334"/>
              <a:ext cx="2052297" cy="20288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114000"/>
                </a:lnSpc>
              </a:pPr>
              <a:r>
                <a:rPr lang="zh-CN" altLang="en-US" sz="1800" b="1" dirty="0" smtClean="0"/>
                <a:t>总线时钟</a:t>
              </a:r>
              <a:r>
                <a:rPr lang="en-US" altLang="zh-CN" sz="1800" b="1" dirty="0" smtClean="0"/>
                <a:t>CLK</a:t>
              </a:r>
              <a:endParaRPr lang="en-US" altLang="zh-CN" sz="1800" b="1" dirty="0"/>
            </a:p>
            <a:p>
              <a:pPr algn="r">
                <a:lnSpc>
                  <a:spcPct val="110000"/>
                </a:lnSpc>
              </a:pPr>
              <a:r>
                <a:rPr lang="zh-CN" altLang="en-US" sz="1800" b="1" dirty="0" smtClean="0"/>
                <a:t>帧周期</a:t>
              </a:r>
              <a:r>
                <a:rPr lang="en-US" altLang="zh-CN" sz="1800" b="1" dirty="0" smtClean="0"/>
                <a:t>FRAME#</a:t>
              </a:r>
              <a:endParaRPr lang="en-US" altLang="zh-CN" sz="1800" b="1" dirty="0" smtClean="0"/>
            </a:p>
            <a:p>
              <a:pPr algn="r">
                <a:lnSpc>
                  <a:spcPct val="110000"/>
                </a:lnSpc>
              </a:pPr>
              <a:r>
                <a:rPr lang="zh-CN" altLang="en-US" sz="1800" b="1" dirty="0" smtClean="0"/>
                <a:t>地址</a:t>
              </a:r>
              <a:r>
                <a:rPr lang="en-US" altLang="zh-CN" sz="1800" b="1" dirty="0" smtClean="0"/>
                <a:t>/</a:t>
              </a:r>
              <a:r>
                <a:rPr lang="zh-CN" altLang="en-US" sz="1800" b="1" dirty="0" smtClean="0"/>
                <a:t>数据</a:t>
              </a:r>
              <a:r>
                <a:rPr lang="en-US" altLang="zh-CN" sz="1800" b="1" dirty="0" smtClean="0"/>
                <a:t>AD[31:0]</a:t>
              </a:r>
              <a:endParaRPr lang="zh-CN" altLang="en-US" sz="1800" b="1" dirty="0"/>
            </a:p>
            <a:p>
              <a:pPr algn="r">
                <a:lnSpc>
                  <a:spcPct val="105000"/>
                </a:lnSpc>
              </a:pPr>
              <a:r>
                <a:rPr lang="zh-CN" altLang="en-US" sz="1800" b="1" dirty="0" smtClean="0"/>
                <a:t>命令</a:t>
              </a:r>
              <a:r>
                <a:rPr lang="en-US" altLang="zh-CN" sz="1800" b="1" dirty="0" smtClean="0"/>
                <a:t>C/BE[3:0]</a:t>
              </a:r>
              <a:endParaRPr lang="zh-CN" altLang="en-US" sz="1800" b="1" dirty="0"/>
            </a:p>
            <a:p>
              <a:pPr algn="r">
                <a:lnSpc>
                  <a:spcPct val="105000"/>
                </a:lnSpc>
              </a:pPr>
              <a:r>
                <a:rPr lang="zh-CN" altLang="en-US" sz="1800" b="1" dirty="0" smtClean="0"/>
                <a:t>主就绪</a:t>
              </a:r>
              <a:r>
                <a:rPr lang="en-US" altLang="zh-CN" sz="1800" b="1" dirty="0" smtClean="0"/>
                <a:t>IRDY#</a:t>
              </a:r>
              <a:endParaRPr lang="zh-CN" altLang="en-US" sz="1800" b="1" dirty="0"/>
            </a:p>
            <a:p>
              <a:pPr algn="r">
                <a:lnSpc>
                  <a:spcPct val="101000"/>
                </a:lnSpc>
              </a:pPr>
              <a:r>
                <a:rPr lang="zh-CN" altLang="en-US" sz="1800" b="1" dirty="0"/>
                <a:t>从</a:t>
              </a:r>
              <a:r>
                <a:rPr lang="zh-CN" altLang="en-US" sz="1800" b="1" dirty="0" smtClean="0"/>
                <a:t>就绪</a:t>
              </a:r>
              <a:r>
                <a:rPr lang="en-US" altLang="zh-CN" sz="1800" b="1" dirty="0" smtClean="0"/>
                <a:t>TRDY#</a:t>
              </a:r>
              <a:endParaRPr lang="en-US" altLang="zh-CN" sz="1800" b="1" dirty="0" smtClean="0"/>
            </a:p>
            <a:p>
              <a:pPr algn="r">
                <a:lnSpc>
                  <a:spcPct val="101000"/>
                </a:lnSpc>
              </a:pPr>
              <a:r>
                <a:rPr lang="zh-CN" altLang="en-US" sz="1800" b="1" dirty="0" smtClean="0"/>
                <a:t>设备选择</a:t>
              </a:r>
              <a:r>
                <a:rPr lang="en-US" altLang="zh-CN" sz="1800" b="1" dirty="0" smtClean="0"/>
                <a:t>DEVSEL#</a:t>
              </a:r>
              <a:endParaRPr lang="zh-CN" altLang="en-US" sz="1800" b="1" dirty="0"/>
            </a:p>
          </p:txBody>
        </p:sp>
        <p:sp>
          <p:nvSpPr>
            <p:cNvPr id="279" name="Text Box 161"/>
            <p:cNvSpPr txBox="1">
              <a:spLocks noChangeArrowheads="1"/>
            </p:cNvSpPr>
            <p:nvPr/>
          </p:nvSpPr>
          <p:spPr bwMode="auto">
            <a:xfrm>
              <a:off x="3563888" y="4725789"/>
              <a:ext cx="4040832" cy="215379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 smtClean="0"/>
                <a:t>地址期</a:t>
              </a:r>
              <a:r>
                <a:rPr lang="zh-CN" altLang="en-US" sz="800" b="1" baseline="-25000" dirty="0"/>
                <a:t> </a:t>
              </a:r>
              <a:r>
                <a:rPr lang="zh-CN" altLang="en-US" sz="1400" b="1" dirty="0" smtClean="0"/>
                <a:t>过渡期</a:t>
              </a:r>
              <a:r>
                <a:rPr lang="zh-CN" altLang="en-US" sz="800" b="1" baseline="-25000" dirty="0" smtClean="0"/>
                <a:t> </a:t>
              </a:r>
              <a:r>
                <a:rPr lang="zh-CN" altLang="en-US" sz="1400" b="1" dirty="0" smtClean="0"/>
                <a:t>数据期   数据期    </a:t>
              </a:r>
              <a:r>
                <a:rPr lang="zh-CN" altLang="en-US" sz="800" b="1" baseline="-25000" dirty="0" smtClean="0"/>
                <a:t> </a:t>
              </a:r>
              <a:r>
                <a:rPr lang="zh-CN" altLang="en-US" sz="1400" b="1" dirty="0" smtClean="0"/>
                <a:t>数据期</a:t>
              </a:r>
              <a:r>
                <a:rPr lang="zh-CN" altLang="en-US" sz="800" b="1" baseline="-25000" dirty="0" smtClean="0"/>
                <a:t> </a:t>
              </a:r>
              <a:r>
                <a:rPr lang="zh-CN" altLang="en-US" sz="1400" b="1" dirty="0" smtClean="0"/>
                <a:t>数据期</a:t>
              </a:r>
              <a:endParaRPr lang="en-US" altLang="zh-CN" sz="1400" b="1" dirty="0"/>
            </a:p>
          </p:txBody>
        </p:sp>
        <p:sp>
          <p:nvSpPr>
            <p:cNvPr id="280" name="Rectangle 213"/>
            <p:cNvSpPr>
              <a:spLocks noChangeArrowheads="1"/>
            </p:cNvSpPr>
            <p:nvPr/>
          </p:nvSpPr>
          <p:spPr bwMode="auto">
            <a:xfrm>
              <a:off x="6015621" y="4224496"/>
              <a:ext cx="711137" cy="216025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81" name="直接连接符 280"/>
            <p:cNvCxnSpPr/>
            <p:nvPr/>
          </p:nvCxnSpPr>
          <p:spPr bwMode="auto">
            <a:xfrm>
              <a:off x="5868144" y="2492896"/>
              <a:ext cx="0" cy="2231429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2" name="直接连接符 281"/>
            <p:cNvCxnSpPr/>
            <p:nvPr/>
          </p:nvCxnSpPr>
          <p:spPr bwMode="auto">
            <a:xfrm flipH="1">
              <a:off x="4141404" y="2492896"/>
              <a:ext cx="1450" cy="2232248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3" name="直接连接符 282"/>
            <p:cNvCxnSpPr/>
            <p:nvPr/>
          </p:nvCxnSpPr>
          <p:spPr bwMode="auto">
            <a:xfrm>
              <a:off x="4718918" y="2493541"/>
              <a:ext cx="0" cy="223078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" name="直接连接符 283"/>
            <p:cNvCxnSpPr/>
            <p:nvPr/>
          </p:nvCxnSpPr>
          <p:spPr bwMode="auto">
            <a:xfrm flipH="1">
              <a:off x="5294262" y="2493541"/>
              <a:ext cx="720" cy="2231603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" name="直接连接符 284"/>
            <p:cNvCxnSpPr/>
            <p:nvPr/>
          </p:nvCxnSpPr>
          <p:spPr bwMode="auto">
            <a:xfrm>
              <a:off x="6444950" y="2493541"/>
              <a:ext cx="0" cy="2230784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6" name="直接连接符 285"/>
            <p:cNvCxnSpPr/>
            <p:nvPr/>
          </p:nvCxnSpPr>
          <p:spPr bwMode="auto">
            <a:xfrm>
              <a:off x="7023174" y="2493541"/>
              <a:ext cx="0" cy="2231603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7" name="直接连接符 286"/>
            <p:cNvCxnSpPr/>
            <p:nvPr/>
          </p:nvCxnSpPr>
          <p:spPr bwMode="auto">
            <a:xfrm flipH="1">
              <a:off x="7596336" y="2493541"/>
              <a:ext cx="1440" cy="223078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8" name="直接连接符 287"/>
            <p:cNvCxnSpPr/>
            <p:nvPr/>
          </p:nvCxnSpPr>
          <p:spPr bwMode="auto">
            <a:xfrm flipH="1">
              <a:off x="3563888" y="2493541"/>
              <a:ext cx="2902" cy="223078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9" name="Text Box 161"/>
            <p:cNvSpPr txBox="1">
              <a:spLocks noChangeArrowheads="1"/>
            </p:cNvSpPr>
            <p:nvPr/>
          </p:nvSpPr>
          <p:spPr bwMode="auto">
            <a:xfrm>
              <a:off x="3710806" y="2493540"/>
              <a:ext cx="3813522" cy="287387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54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/>
                <a:t>T</a:t>
              </a:r>
              <a:r>
                <a:rPr lang="en-US" altLang="zh-CN" sz="1800" b="1" baseline="-18000" dirty="0"/>
                <a:t>1  </a:t>
              </a:r>
              <a:r>
                <a:rPr lang="en-US" altLang="zh-CN" sz="1800" b="1" dirty="0"/>
                <a:t> </a:t>
              </a:r>
              <a:r>
                <a:rPr lang="en-US" altLang="zh-CN" sz="1800" b="1" dirty="0" smtClean="0"/>
                <a:t> T</a:t>
              </a:r>
              <a:r>
                <a:rPr lang="en-US" altLang="zh-CN" sz="1800" b="1" baseline="-18000" dirty="0" smtClean="0"/>
                <a:t>2  </a:t>
              </a:r>
              <a:r>
                <a:rPr lang="en-US" altLang="zh-CN" sz="1800" b="1" dirty="0" smtClean="0"/>
                <a:t>  T</a:t>
              </a:r>
              <a:r>
                <a:rPr lang="en-US" altLang="zh-CN" sz="1800" b="1" baseline="-18000" dirty="0" smtClean="0"/>
                <a:t>3</a:t>
              </a:r>
              <a:r>
                <a:rPr lang="en-US" altLang="zh-CN" sz="1800" b="1" baseline="-20000" dirty="0" smtClean="0"/>
                <a:t> </a:t>
              </a:r>
              <a:r>
                <a:rPr lang="en-US" altLang="zh-CN" sz="1800" b="1" dirty="0" smtClean="0"/>
                <a:t> </a:t>
              </a:r>
              <a:r>
                <a:rPr lang="en-US" altLang="zh-CN" sz="1800" b="1" baseline="-20000" dirty="0" smtClean="0"/>
                <a:t> </a:t>
              </a:r>
              <a:r>
                <a:rPr lang="en-US" altLang="zh-CN" sz="1800" b="1" dirty="0" smtClean="0"/>
                <a:t> </a:t>
              </a:r>
              <a:r>
                <a:rPr lang="en-US" altLang="zh-CN" sz="1800" b="1" dirty="0"/>
                <a:t>T</a:t>
              </a:r>
              <a:r>
                <a:rPr lang="en-US" altLang="zh-CN" sz="1800" b="1" baseline="-18000" dirty="0"/>
                <a:t>4</a:t>
              </a:r>
              <a:r>
                <a:rPr lang="en-US" altLang="zh-CN" sz="1800" b="1" baseline="-20000" dirty="0"/>
                <a:t> </a:t>
              </a:r>
              <a:r>
                <a:rPr lang="en-US" altLang="zh-CN" sz="1800" b="1" baseline="-20000" dirty="0" smtClean="0"/>
                <a:t> </a:t>
              </a:r>
              <a:r>
                <a:rPr lang="en-US" altLang="zh-CN" sz="1800" b="1" dirty="0" smtClean="0"/>
                <a:t>  T</a:t>
              </a:r>
              <a:r>
                <a:rPr lang="en-US" altLang="zh-CN" sz="1800" b="1" baseline="-18000" dirty="0" smtClean="0"/>
                <a:t>5  </a:t>
              </a:r>
              <a:r>
                <a:rPr lang="en-US" altLang="zh-CN" sz="1800" b="1" dirty="0" smtClean="0"/>
                <a:t>  T</a:t>
              </a:r>
              <a:r>
                <a:rPr lang="en-US" altLang="zh-CN" sz="1800" b="1" baseline="-18000" dirty="0" smtClean="0"/>
                <a:t>6  </a:t>
              </a:r>
              <a:r>
                <a:rPr lang="en-US" altLang="zh-CN" sz="1800" b="1" dirty="0" smtClean="0"/>
                <a:t>  T</a:t>
              </a:r>
              <a:r>
                <a:rPr lang="en-US" altLang="zh-CN" sz="1800" b="1" baseline="-18000" dirty="0" smtClean="0"/>
                <a:t>7 </a:t>
              </a:r>
              <a:endParaRPr lang="en-US" altLang="zh-CN" sz="1800" b="1" baseline="-18000" dirty="0"/>
            </a:p>
          </p:txBody>
        </p:sp>
        <p:sp>
          <p:nvSpPr>
            <p:cNvPr id="290" name="AutoShape 215"/>
            <p:cNvSpPr>
              <a:spLocks noChangeArrowheads="1"/>
            </p:cNvSpPr>
            <p:nvPr/>
          </p:nvSpPr>
          <p:spPr bwMode="auto">
            <a:xfrm>
              <a:off x="3859791" y="3356993"/>
              <a:ext cx="571095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FFCC99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A1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291" name="直接连接符 290"/>
            <p:cNvCxnSpPr/>
            <p:nvPr/>
          </p:nvCxnSpPr>
          <p:spPr bwMode="auto">
            <a:xfrm>
              <a:off x="3419872" y="2996952"/>
              <a:ext cx="1460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2" name="直接连接符 291"/>
            <p:cNvCxnSpPr/>
            <p:nvPr/>
          </p:nvCxnSpPr>
          <p:spPr bwMode="auto">
            <a:xfrm flipV="1">
              <a:off x="3567510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3" name="直接连接符 292"/>
            <p:cNvCxnSpPr/>
            <p:nvPr/>
          </p:nvCxnSpPr>
          <p:spPr bwMode="auto">
            <a:xfrm>
              <a:off x="3572272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4" name="直接连接符 293"/>
            <p:cNvCxnSpPr/>
            <p:nvPr/>
          </p:nvCxnSpPr>
          <p:spPr bwMode="auto">
            <a:xfrm flipV="1">
              <a:off x="3854822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5" name="直接连接符 294"/>
            <p:cNvCxnSpPr/>
            <p:nvPr/>
          </p:nvCxnSpPr>
          <p:spPr bwMode="auto">
            <a:xfrm>
              <a:off x="3860304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6" name="直接连接符 295"/>
            <p:cNvCxnSpPr/>
            <p:nvPr/>
          </p:nvCxnSpPr>
          <p:spPr bwMode="auto">
            <a:xfrm flipV="1">
              <a:off x="4143574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7" name="直接连接符 296"/>
            <p:cNvCxnSpPr/>
            <p:nvPr/>
          </p:nvCxnSpPr>
          <p:spPr bwMode="auto">
            <a:xfrm>
              <a:off x="4148336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8" name="直接连接符 297"/>
            <p:cNvCxnSpPr/>
            <p:nvPr/>
          </p:nvCxnSpPr>
          <p:spPr bwMode="auto">
            <a:xfrm flipV="1">
              <a:off x="4430886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9" name="直接连接符 298"/>
            <p:cNvCxnSpPr/>
            <p:nvPr/>
          </p:nvCxnSpPr>
          <p:spPr bwMode="auto">
            <a:xfrm>
              <a:off x="4436368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0" name="直接连接符 299"/>
            <p:cNvCxnSpPr/>
            <p:nvPr/>
          </p:nvCxnSpPr>
          <p:spPr bwMode="auto">
            <a:xfrm flipV="1">
              <a:off x="4718918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1" name="直接连接符 300"/>
            <p:cNvCxnSpPr/>
            <p:nvPr/>
          </p:nvCxnSpPr>
          <p:spPr bwMode="auto">
            <a:xfrm>
              <a:off x="4723680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2" name="直接连接符 301"/>
            <p:cNvCxnSpPr/>
            <p:nvPr/>
          </p:nvCxnSpPr>
          <p:spPr bwMode="auto">
            <a:xfrm flipV="1">
              <a:off x="5006230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3" name="直接连接符 302"/>
            <p:cNvCxnSpPr/>
            <p:nvPr/>
          </p:nvCxnSpPr>
          <p:spPr bwMode="auto">
            <a:xfrm>
              <a:off x="5011712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4" name="直接连接符 303"/>
            <p:cNvCxnSpPr/>
            <p:nvPr/>
          </p:nvCxnSpPr>
          <p:spPr bwMode="auto">
            <a:xfrm flipV="1">
              <a:off x="5294982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5" name="直接连接符 304"/>
            <p:cNvCxnSpPr/>
            <p:nvPr/>
          </p:nvCxnSpPr>
          <p:spPr bwMode="auto">
            <a:xfrm>
              <a:off x="5299744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6" name="直接连接符 305"/>
            <p:cNvCxnSpPr/>
            <p:nvPr/>
          </p:nvCxnSpPr>
          <p:spPr bwMode="auto">
            <a:xfrm flipV="1">
              <a:off x="5582294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7" name="直接连接符 306"/>
            <p:cNvCxnSpPr/>
            <p:nvPr/>
          </p:nvCxnSpPr>
          <p:spPr bwMode="auto">
            <a:xfrm>
              <a:off x="5587776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8" name="直接连接符 307"/>
            <p:cNvCxnSpPr/>
            <p:nvPr/>
          </p:nvCxnSpPr>
          <p:spPr bwMode="auto">
            <a:xfrm flipV="1">
              <a:off x="5872486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9" name="直接连接符 308"/>
            <p:cNvCxnSpPr/>
            <p:nvPr/>
          </p:nvCxnSpPr>
          <p:spPr bwMode="auto">
            <a:xfrm>
              <a:off x="5877248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0" name="直接连接符 309"/>
            <p:cNvCxnSpPr/>
            <p:nvPr/>
          </p:nvCxnSpPr>
          <p:spPr bwMode="auto">
            <a:xfrm flipV="1">
              <a:off x="6159798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1" name="直接连接符 310"/>
            <p:cNvCxnSpPr/>
            <p:nvPr/>
          </p:nvCxnSpPr>
          <p:spPr bwMode="auto">
            <a:xfrm>
              <a:off x="6165280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2" name="直接连接符 311"/>
            <p:cNvCxnSpPr/>
            <p:nvPr/>
          </p:nvCxnSpPr>
          <p:spPr bwMode="auto">
            <a:xfrm flipV="1">
              <a:off x="6448550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3" name="直接连接符 312"/>
            <p:cNvCxnSpPr/>
            <p:nvPr/>
          </p:nvCxnSpPr>
          <p:spPr bwMode="auto">
            <a:xfrm>
              <a:off x="6453312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4" name="直接连接符 313"/>
            <p:cNvCxnSpPr/>
            <p:nvPr/>
          </p:nvCxnSpPr>
          <p:spPr bwMode="auto">
            <a:xfrm flipV="1">
              <a:off x="6735862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5" name="直接连接符 314"/>
            <p:cNvCxnSpPr/>
            <p:nvPr/>
          </p:nvCxnSpPr>
          <p:spPr bwMode="auto">
            <a:xfrm>
              <a:off x="6741344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6" name="直接连接符 315"/>
            <p:cNvCxnSpPr/>
            <p:nvPr/>
          </p:nvCxnSpPr>
          <p:spPr bwMode="auto">
            <a:xfrm flipV="1">
              <a:off x="7023894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7" name="直接连接符 316"/>
            <p:cNvCxnSpPr/>
            <p:nvPr/>
          </p:nvCxnSpPr>
          <p:spPr bwMode="auto">
            <a:xfrm>
              <a:off x="7028656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8" name="直接连接符 317"/>
            <p:cNvCxnSpPr/>
            <p:nvPr/>
          </p:nvCxnSpPr>
          <p:spPr bwMode="auto">
            <a:xfrm flipV="1">
              <a:off x="7311206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9" name="直接连接符 318"/>
            <p:cNvCxnSpPr/>
            <p:nvPr/>
          </p:nvCxnSpPr>
          <p:spPr bwMode="auto">
            <a:xfrm>
              <a:off x="7316688" y="2996952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0" name="直接连接符 319"/>
            <p:cNvCxnSpPr/>
            <p:nvPr/>
          </p:nvCxnSpPr>
          <p:spPr bwMode="auto">
            <a:xfrm flipV="1">
              <a:off x="7599958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1" name="直接连接符 320"/>
            <p:cNvCxnSpPr/>
            <p:nvPr/>
          </p:nvCxnSpPr>
          <p:spPr bwMode="auto">
            <a:xfrm>
              <a:off x="7604720" y="2780928"/>
              <a:ext cx="28255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2" name="直接连接符 321"/>
            <p:cNvCxnSpPr/>
            <p:nvPr/>
          </p:nvCxnSpPr>
          <p:spPr bwMode="auto">
            <a:xfrm flipV="1">
              <a:off x="7887270" y="278092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3" name="直接连接符 322"/>
            <p:cNvCxnSpPr/>
            <p:nvPr/>
          </p:nvCxnSpPr>
          <p:spPr bwMode="auto">
            <a:xfrm>
              <a:off x="7892752" y="2996952"/>
              <a:ext cx="135632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4" name="直接连接符 323"/>
            <p:cNvCxnSpPr>
              <a:endCxn id="290" idx="3"/>
            </p:cNvCxnSpPr>
            <p:nvPr/>
          </p:nvCxnSpPr>
          <p:spPr bwMode="auto">
            <a:xfrm>
              <a:off x="3419872" y="3465004"/>
              <a:ext cx="439919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5" name="直接连接符 324"/>
            <p:cNvCxnSpPr>
              <a:stCxn id="290" idx="0"/>
            </p:cNvCxnSpPr>
            <p:nvPr/>
          </p:nvCxnSpPr>
          <p:spPr bwMode="auto">
            <a:xfrm>
              <a:off x="4430886" y="3465005"/>
              <a:ext cx="14111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6" name="AutoShape 215"/>
            <p:cNvSpPr>
              <a:spLocks noChangeArrowheads="1"/>
            </p:cNvSpPr>
            <p:nvPr/>
          </p:nvSpPr>
          <p:spPr bwMode="auto">
            <a:xfrm>
              <a:off x="3851921" y="3645024"/>
              <a:ext cx="578966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FFCC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</a:rPr>
                <a:t>读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327" name="直接连接符 326"/>
            <p:cNvCxnSpPr>
              <a:endCxn id="326" idx="3"/>
            </p:cNvCxnSpPr>
            <p:nvPr/>
          </p:nvCxnSpPr>
          <p:spPr bwMode="auto">
            <a:xfrm>
              <a:off x="3422774" y="3753036"/>
              <a:ext cx="429147" cy="0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8" name="直接连接符 327"/>
            <p:cNvCxnSpPr/>
            <p:nvPr/>
          </p:nvCxnSpPr>
          <p:spPr bwMode="auto">
            <a:xfrm flipV="1">
              <a:off x="3422774" y="3933056"/>
              <a:ext cx="611463" cy="1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9" name="直接连接符 328"/>
            <p:cNvCxnSpPr/>
            <p:nvPr/>
          </p:nvCxnSpPr>
          <p:spPr bwMode="auto">
            <a:xfrm flipV="1">
              <a:off x="4427984" y="3932411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0" name="直接连接符 329"/>
            <p:cNvCxnSpPr/>
            <p:nvPr/>
          </p:nvCxnSpPr>
          <p:spPr bwMode="auto">
            <a:xfrm>
              <a:off x="4427264" y="4149254"/>
              <a:ext cx="3460006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1" name="直接连接符 330"/>
            <p:cNvCxnSpPr/>
            <p:nvPr/>
          </p:nvCxnSpPr>
          <p:spPr bwMode="auto">
            <a:xfrm>
              <a:off x="5583014" y="3645024"/>
              <a:ext cx="865536" cy="0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2" name="直接连接符 331"/>
            <p:cNvCxnSpPr/>
            <p:nvPr/>
          </p:nvCxnSpPr>
          <p:spPr bwMode="auto">
            <a:xfrm flipV="1">
              <a:off x="6445670" y="3645024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3" name="直接连接符 332"/>
            <p:cNvCxnSpPr/>
            <p:nvPr/>
          </p:nvCxnSpPr>
          <p:spPr bwMode="auto">
            <a:xfrm>
              <a:off x="7308304" y="3068960"/>
              <a:ext cx="72008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4" name="直接连接符 333"/>
            <p:cNvCxnSpPr/>
            <p:nvPr/>
          </p:nvCxnSpPr>
          <p:spPr bwMode="auto">
            <a:xfrm>
              <a:off x="3422774" y="3068960"/>
              <a:ext cx="429146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5" name="直接连接符 334"/>
            <p:cNvCxnSpPr/>
            <p:nvPr/>
          </p:nvCxnSpPr>
          <p:spPr bwMode="auto">
            <a:xfrm flipV="1">
              <a:off x="7881466" y="3933056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6" name="直接连接符 335"/>
            <p:cNvCxnSpPr/>
            <p:nvPr/>
          </p:nvCxnSpPr>
          <p:spPr bwMode="auto">
            <a:xfrm>
              <a:off x="7881466" y="3933057"/>
              <a:ext cx="146918" cy="1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7" name="直接连接符 336"/>
            <p:cNvCxnSpPr/>
            <p:nvPr/>
          </p:nvCxnSpPr>
          <p:spPr bwMode="auto">
            <a:xfrm flipV="1">
              <a:off x="3851920" y="3068960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8" name="直接连接符 337"/>
            <p:cNvCxnSpPr/>
            <p:nvPr/>
          </p:nvCxnSpPr>
          <p:spPr bwMode="auto">
            <a:xfrm>
              <a:off x="3851920" y="3284984"/>
              <a:ext cx="345638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9" name="直接连接符 338"/>
            <p:cNvCxnSpPr/>
            <p:nvPr/>
          </p:nvCxnSpPr>
          <p:spPr bwMode="auto">
            <a:xfrm flipV="1">
              <a:off x="7308304" y="3068960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0" name="AutoShape 215"/>
            <p:cNvSpPr>
              <a:spLocks noChangeArrowheads="1"/>
            </p:cNvSpPr>
            <p:nvPr/>
          </p:nvSpPr>
          <p:spPr bwMode="auto">
            <a:xfrm>
              <a:off x="5006230" y="3356992"/>
              <a:ext cx="581546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D1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341" name="AutoShape 215"/>
            <p:cNvSpPr>
              <a:spLocks noChangeArrowheads="1"/>
            </p:cNvSpPr>
            <p:nvPr/>
          </p:nvSpPr>
          <p:spPr bwMode="auto">
            <a:xfrm>
              <a:off x="4427983" y="3645024"/>
              <a:ext cx="3459287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FFCC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</a:rPr>
                <a:t>字节使能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342" name="AutoShape 215"/>
            <p:cNvSpPr>
              <a:spLocks noChangeArrowheads="1"/>
            </p:cNvSpPr>
            <p:nvPr/>
          </p:nvSpPr>
          <p:spPr bwMode="auto">
            <a:xfrm>
              <a:off x="5580112" y="3356992"/>
              <a:ext cx="1146646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D2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343" name="弧形 342"/>
            <p:cNvSpPr/>
            <p:nvPr/>
          </p:nvSpPr>
          <p:spPr bwMode="auto">
            <a:xfrm>
              <a:off x="4615702" y="3356992"/>
              <a:ext cx="218206" cy="180020"/>
            </a:xfrm>
            <a:prstGeom prst="arc">
              <a:avLst>
                <a:gd name="adj1" fmla="val 10565439"/>
                <a:gd name="adj2" fmla="val 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4" name="弧形 343"/>
            <p:cNvSpPr/>
            <p:nvPr/>
          </p:nvSpPr>
          <p:spPr bwMode="auto">
            <a:xfrm>
              <a:off x="4615702" y="3356992"/>
              <a:ext cx="212563" cy="180020"/>
            </a:xfrm>
            <a:prstGeom prst="arc">
              <a:avLst>
                <a:gd name="adj1" fmla="val 21472353"/>
                <a:gd name="adj2" fmla="val 10927308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45" name="直接连接符 344"/>
            <p:cNvCxnSpPr>
              <a:endCxn id="340" idx="3"/>
            </p:cNvCxnSpPr>
            <p:nvPr/>
          </p:nvCxnSpPr>
          <p:spPr bwMode="auto">
            <a:xfrm>
              <a:off x="4870598" y="3465004"/>
              <a:ext cx="135632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6" name="直接连接符 345"/>
            <p:cNvCxnSpPr/>
            <p:nvPr/>
          </p:nvCxnSpPr>
          <p:spPr bwMode="auto">
            <a:xfrm flipV="1">
              <a:off x="4342076" y="3932411"/>
              <a:ext cx="94292" cy="647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7" name="弧形 346"/>
            <p:cNvSpPr/>
            <p:nvPr/>
          </p:nvSpPr>
          <p:spPr bwMode="auto">
            <a:xfrm>
              <a:off x="4065762" y="3897052"/>
              <a:ext cx="218206" cy="180020"/>
            </a:xfrm>
            <a:prstGeom prst="arc">
              <a:avLst>
                <a:gd name="adj1" fmla="val 10565439"/>
                <a:gd name="adj2" fmla="val 0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8" name="弧形 347"/>
            <p:cNvSpPr/>
            <p:nvPr/>
          </p:nvSpPr>
          <p:spPr bwMode="auto">
            <a:xfrm>
              <a:off x="4065762" y="3897052"/>
              <a:ext cx="212563" cy="180020"/>
            </a:xfrm>
            <a:prstGeom prst="arc">
              <a:avLst>
                <a:gd name="adj1" fmla="val 21472353"/>
                <a:gd name="adj2" fmla="val 10927308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9" name="弧形 348"/>
            <p:cNvSpPr/>
            <p:nvPr/>
          </p:nvSpPr>
          <p:spPr bwMode="auto">
            <a:xfrm>
              <a:off x="4067944" y="4221088"/>
              <a:ext cx="218206" cy="180020"/>
            </a:xfrm>
            <a:prstGeom prst="arc">
              <a:avLst>
                <a:gd name="adj1" fmla="val 10565439"/>
                <a:gd name="adj2" fmla="val 0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0" name="弧形 349"/>
            <p:cNvSpPr/>
            <p:nvPr/>
          </p:nvSpPr>
          <p:spPr bwMode="auto">
            <a:xfrm>
              <a:off x="4067944" y="4221088"/>
              <a:ext cx="212563" cy="180020"/>
            </a:xfrm>
            <a:prstGeom prst="arc">
              <a:avLst>
                <a:gd name="adj1" fmla="val 21472353"/>
                <a:gd name="adj2" fmla="val 10927308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1" name="弧形 350"/>
            <p:cNvSpPr/>
            <p:nvPr/>
          </p:nvSpPr>
          <p:spPr bwMode="auto">
            <a:xfrm>
              <a:off x="4067944" y="4509120"/>
              <a:ext cx="218206" cy="180020"/>
            </a:xfrm>
            <a:prstGeom prst="arc">
              <a:avLst>
                <a:gd name="adj1" fmla="val 10565439"/>
                <a:gd name="adj2" fmla="val 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2" name="弧形 351"/>
            <p:cNvSpPr/>
            <p:nvPr/>
          </p:nvSpPr>
          <p:spPr bwMode="auto">
            <a:xfrm>
              <a:off x="4067944" y="4545124"/>
              <a:ext cx="212563" cy="180020"/>
            </a:xfrm>
            <a:prstGeom prst="arc">
              <a:avLst>
                <a:gd name="adj1" fmla="val 21472353"/>
                <a:gd name="adj2" fmla="val 10927308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53" name="直接连接符 352"/>
            <p:cNvCxnSpPr/>
            <p:nvPr/>
          </p:nvCxnSpPr>
          <p:spPr bwMode="auto">
            <a:xfrm flipV="1">
              <a:off x="3419872" y="4220914"/>
              <a:ext cx="611463" cy="1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4" name="直接连接符 353"/>
            <p:cNvCxnSpPr/>
            <p:nvPr/>
          </p:nvCxnSpPr>
          <p:spPr bwMode="auto">
            <a:xfrm flipV="1">
              <a:off x="5004048" y="4220269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5" name="直接连接符 354"/>
            <p:cNvCxnSpPr/>
            <p:nvPr/>
          </p:nvCxnSpPr>
          <p:spPr bwMode="auto">
            <a:xfrm>
              <a:off x="5004779" y="4436293"/>
              <a:ext cx="1011003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6" name="直接连接符 355"/>
            <p:cNvCxnSpPr/>
            <p:nvPr/>
          </p:nvCxnSpPr>
          <p:spPr bwMode="auto">
            <a:xfrm flipV="1">
              <a:off x="6012160" y="4220914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7" name="直接连接符 356"/>
            <p:cNvCxnSpPr/>
            <p:nvPr/>
          </p:nvCxnSpPr>
          <p:spPr bwMode="auto">
            <a:xfrm flipV="1">
              <a:off x="4339174" y="4220269"/>
              <a:ext cx="672538" cy="648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8" name="直接连接符 357"/>
            <p:cNvCxnSpPr/>
            <p:nvPr/>
          </p:nvCxnSpPr>
          <p:spPr bwMode="auto">
            <a:xfrm flipV="1">
              <a:off x="3419872" y="4508946"/>
              <a:ext cx="611463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9" name="直接连接符 358"/>
            <p:cNvCxnSpPr/>
            <p:nvPr/>
          </p:nvCxnSpPr>
          <p:spPr bwMode="auto">
            <a:xfrm flipV="1">
              <a:off x="5004048" y="4508301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0" name="直接连接符 359"/>
            <p:cNvCxnSpPr/>
            <p:nvPr/>
          </p:nvCxnSpPr>
          <p:spPr bwMode="auto">
            <a:xfrm>
              <a:off x="4577643" y="4724325"/>
              <a:ext cx="3315109" cy="819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1" name="直接连接符 360"/>
            <p:cNvCxnSpPr/>
            <p:nvPr/>
          </p:nvCxnSpPr>
          <p:spPr bwMode="auto">
            <a:xfrm flipV="1">
              <a:off x="7884368" y="4508946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2" name="直接连接符 361"/>
            <p:cNvCxnSpPr/>
            <p:nvPr/>
          </p:nvCxnSpPr>
          <p:spPr bwMode="auto">
            <a:xfrm>
              <a:off x="4339174" y="4508949"/>
              <a:ext cx="664154" cy="17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3" name="直接连接符 362"/>
            <p:cNvCxnSpPr/>
            <p:nvPr/>
          </p:nvCxnSpPr>
          <p:spPr bwMode="auto">
            <a:xfrm flipV="1">
              <a:off x="4572000" y="4509120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4" name="直接连接符 363"/>
            <p:cNvCxnSpPr/>
            <p:nvPr/>
          </p:nvCxnSpPr>
          <p:spPr bwMode="auto">
            <a:xfrm flipV="1">
              <a:off x="4724400" y="4509120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5" name="直接连接符 364"/>
            <p:cNvCxnSpPr/>
            <p:nvPr/>
          </p:nvCxnSpPr>
          <p:spPr bwMode="auto">
            <a:xfrm flipV="1">
              <a:off x="4860032" y="4509120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6" name="直接连接符 365"/>
            <p:cNvCxnSpPr>
              <a:stCxn id="341" idx="0"/>
            </p:cNvCxnSpPr>
            <p:nvPr/>
          </p:nvCxnSpPr>
          <p:spPr bwMode="auto">
            <a:xfrm>
              <a:off x="7887270" y="3753036"/>
              <a:ext cx="146757" cy="0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7" name="直接连接符 366"/>
            <p:cNvCxnSpPr/>
            <p:nvPr/>
          </p:nvCxnSpPr>
          <p:spPr bwMode="auto">
            <a:xfrm>
              <a:off x="6012160" y="4221087"/>
              <a:ext cx="723702" cy="1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8" name="直接连接符 367"/>
            <p:cNvCxnSpPr/>
            <p:nvPr/>
          </p:nvCxnSpPr>
          <p:spPr bwMode="auto">
            <a:xfrm flipV="1">
              <a:off x="6732240" y="422108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9" name="直接连接符 368"/>
            <p:cNvCxnSpPr/>
            <p:nvPr/>
          </p:nvCxnSpPr>
          <p:spPr bwMode="auto">
            <a:xfrm flipV="1">
              <a:off x="6732240" y="4436293"/>
              <a:ext cx="1160512" cy="17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0" name="直接连接符 369"/>
            <p:cNvCxnSpPr/>
            <p:nvPr/>
          </p:nvCxnSpPr>
          <p:spPr bwMode="auto">
            <a:xfrm flipV="1">
              <a:off x="7884368" y="422108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1" name="直接连接符 370"/>
            <p:cNvCxnSpPr/>
            <p:nvPr/>
          </p:nvCxnSpPr>
          <p:spPr bwMode="auto">
            <a:xfrm>
              <a:off x="7884368" y="4221087"/>
              <a:ext cx="146918" cy="1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2" name="直接连接符 371"/>
            <p:cNvCxnSpPr/>
            <p:nvPr/>
          </p:nvCxnSpPr>
          <p:spPr bwMode="auto">
            <a:xfrm>
              <a:off x="7884368" y="4509120"/>
              <a:ext cx="146918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3" name="AutoShape 215"/>
            <p:cNvSpPr>
              <a:spLocks noChangeArrowheads="1"/>
            </p:cNvSpPr>
            <p:nvPr/>
          </p:nvSpPr>
          <p:spPr bwMode="auto">
            <a:xfrm>
              <a:off x="6726758" y="3356992"/>
              <a:ext cx="581546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D3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374" name="AutoShape 215"/>
            <p:cNvSpPr>
              <a:spLocks noChangeArrowheads="1"/>
            </p:cNvSpPr>
            <p:nvPr/>
          </p:nvSpPr>
          <p:spPr bwMode="auto">
            <a:xfrm>
              <a:off x="7302822" y="3356992"/>
              <a:ext cx="581546" cy="216024"/>
            </a:xfrm>
            <a:prstGeom prst="hexagon">
              <a:avLst>
                <a:gd name="adj" fmla="val 52611"/>
                <a:gd name="vf" fmla="val 115470"/>
              </a:avLst>
            </a:prstGeom>
            <a:solidFill>
              <a:srgbClr val="99CC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D4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375" name="直接连接符 374"/>
            <p:cNvCxnSpPr>
              <a:stCxn id="374" idx="0"/>
            </p:cNvCxnSpPr>
            <p:nvPr/>
          </p:nvCxnSpPr>
          <p:spPr bwMode="auto">
            <a:xfrm>
              <a:off x="7884368" y="3465004"/>
              <a:ext cx="149659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6" name="直接连接符 375"/>
            <p:cNvCxnSpPr/>
            <p:nvPr/>
          </p:nvCxnSpPr>
          <p:spPr bwMode="auto">
            <a:xfrm>
              <a:off x="3563888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7" name="直接连接符 376"/>
            <p:cNvCxnSpPr/>
            <p:nvPr/>
          </p:nvCxnSpPr>
          <p:spPr bwMode="auto">
            <a:xfrm>
              <a:off x="4139952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8" name="直接连接符 377"/>
            <p:cNvCxnSpPr/>
            <p:nvPr/>
          </p:nvCxnSpPr>
          <p:spPr bwMode="auto">
            <a:xfrm>
              <a:off x="4716016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9" name="直接连接符 378"/>
            <p:cNvCxnSpPr/>
            <p:nvPr/>
          </p:nvCxnSpPr>
          <p:spPr bwMode="auto">
            <a:xfrm>
              <a:off x="5292080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0" name="直接连接符 379"/>
            <p:cNvCxnSpPr/>
            <p:nvPr/>
          </p:nvCxnSpPr>
          <p:spPr bwMode="auto">
            <a:xfrm>
              <a:off x="6444208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1" name="直接连接符 380"/>
            <p:cNvCxnSpPr/>
            <p:nvPr/>
          </p:nvCxnSpPr>
          <p:spPr bwMode="auto">
            <a:xfrm>
              <a:off x="7020272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2" name="直接连接符 381"/>
            <p:cNvCxnSpPr/>
            <p:nvPr/>
          </p:nvCxnSpPr>
          <p:spPr bwMode="auto">
            <a:xfrm>
              <a:off x="7596336" y="4760006"/>
              <a:ext cx="0" cy="18116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15" name="AutoShape 33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" name="AutoShape 62">
            <a:hlinkClick r:id="rId1" tooltip="" action="ppaction://hlinksldjump"/>
          </p:cNvPr>
          <p:cNvSpPr>
            <a:spLocks noChangeArrowheads="1"/>
          </p:cNvSpPr>
          <p:nvPr/>
        </p:nvSpPr>
        <p:spPr bwMode="auto">
          <a:xfrm rot="16200000">
            <a:off x="442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</a:rPr>
              <a:t>11</a:t>
            </a:r>
            <a:endParaRPr lang="en-US" altLang="zh-CN" sz="1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6071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179705" y="360045"/>
            <a:ext cx="3841115" cy="6169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98625" indent="-1698625"/>
            <a:r>
              <a:rPr lang="en-US" altLang="zh-CN" sz="2200" b="1" dirty="0" smtClean="0">
                <a:solidFill>
                  <a:srgbClr val="FF3399"/>
                </a:solidFill>
              </a:rPr>
              <a:t>(3)</a:t>
            </a:r>
            <a:r>
              <a:rPr lang="zh-CN" altLang="en-US" sz="2200" b="1" dirty="0" smtClean="0">
                <a:solidFill>
                  <a:srgbClr val="FF3399"/>
                </a:solidFill>
              </a:rPr>
              <a:t>串行总线</a:t>
            </a:r>
            <a:endParaRPr lang="en-US" altLang="zh-CN" sz="2200" b="1" dirty="0"/>
          </a:p>
          <a:p>
            <a:pPr marL="1698625" indent="-1698625"/>
            <a:r>
              <a:rPr lang="zh-CN" altLang="en-US" sz="2200" b="1" dirty="0" smtClean="0">
                <a:solidFill>
                  <a:srgbClr val="C00000"/>
                </a:solidFill>
              </a:rPr>
              <a:t> *串行传输优势：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 marL="1698625" indent="-1698625"/>
            <a:r>
              <a:rPr lang="zh-CN" altLang="en-US" sz="2200" b="1" dirty="0" smtClean="0">
                <a:solidFill>
                  <a:srgbClr val="C00000"/>
                </a:solidFill>
              </a:rPr>
              <a:t> *使用权管理：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 marL="1698625" indent="-1698625"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*信号线组织：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 marL="1698625" indent="-1698625"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</a:rPr>
              <a:t>传输方式</a:t>
            </a:r>
            <a:r>
              <a:rPr lang="en-US" altLang="zh-CN" sz="2200" b="1" dirty="0" smtClean="0">
                <a:solidFill>
                  <a:schemeClr val="accent2"/>
                </a:solidFill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</a:endParaRPr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</a:endParaRPr>
          </a:p>
          <a:p>
            <a:pPr marL="1698625" indent="-1698625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*总线事务：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</a:rPr>
              <a:t>    传输协议</a:t>
            </a:r>
            <a:r>
              <a:rPr lang="en-US" altLang="zh-CN" sz="2200" b="1" dirty="0" smtClean="0">
                <a:solidFill>
                  <a:schemeClr val="accent2"/>
                </a:solidFill>
              </a:rPr>
              <a:t>—</a:t>
            </a:r>
            <a:endParaRPr lang="en-US" altLang="zh-CN" sz="2200" b="1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000" b="1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总线定时：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 marL="0" indent="0" eaLnBrk="1" latinLnBrk="0" hangingPunct="1">
              <a:spcBef>
                <a:spcPts val="300"/>
              </a:spcBef>
            </a:pPr>
            <a:r>
              <a:rPr lang="en-US" altLang="zh-CN" sz="2200" b="1" dirty="0" smtClean="0">
                <a:solidFill>
                  <a:srgbClr val="C00000"/>
                </a:solidFill>
              </a:rPr>
              <a:t> *</a:t>
            </a:r>
            <a:r>
              <a:rPr lang="en-US" altLang="zh-CN" sz="2200" b="1" dirty="0" smtClean="0">
                <a:solidFill>
                  <a:srgbClr val="C00000"/>
                </a:solidFill>
                <a:sym typeface="+mn-ea"/>
              </a:rPr>
              <a:t>USB</a:t>
            </a:r>
            <a:r>
              <a:rPr lang="en-US" altLang="zh-CN" sz="1800" b="1" dirty="0" smtClean="0">
                <a:solidFill>
                  <a:srgbClr val="C00000"/>
                </a:solidFill>
                <a:sym typeface="+mn-ea"/>
              </a:rPr>
              <a:t>(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Universal Serial Bus</a:t>
            </a:r>
            <a:r>
              <a:rPr lang="en-US" altLang="zh-CN" sz="1800" b="1" dirty="0" smtClean="0">
                <a:solidFill>
                  <a:srgbClr val="C00000"/>
                </a:solidFill>
                <a:sym typeface="+mn-ea"/>
              </a:rPr>
              <a:t>)</a:t>
            </a:r>
            <a:r>
              <a:rPr lang="zh-CN" altLang="en-US" sz="2200" b="1" dirty="0" smtClean="0">
                <a:solidFill>
                  <a:srgbClr val="C00000"/>
                </a:solidFill>
                <a:sym typeface="+mn-ea"/>
              </a:rPr>
              <a:t>总线：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sym typeface="+mn-ea"/>
              </a:rPr>
              <a:t>    信号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线</a:t>
            </a: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sym typeface="+mn-ea"/>
              </a:rPr>
              <a:t>总线事务</a:t>
            </a:r>
            <a:r>
              <a:rPr lang="en-US" altLang="zh-CN" sz="2200" b="1" dirty="0" smtClean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sym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</a:rPr>
              <a:t>总线定时</a:t>
            </a:r>
            <a:r>
              <a:rPr lang="en-US" altLang="zh-CN" sz="2200" b="1" dirty="0" smtClean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27" name="Text Box 71"/>
          <p:cNvSpPr txBox="1">
            <a:spLocks noChangeArrowheads="1"/>
          </p:cNvSpPr>
          <p:nvPr/>
        </p:nvSpPr>
        <p:spPr bwMode="auto">
          <a:xfrm>
            <a:off x="2160270" y="791845"/>
            <a:ext cx="6756400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 smtClean="0"/>
              <a:t>  </a:t>
            </a:r>
            <a:r>
              <a:rPr lang="zh-CN" altLang="en-US" sz="2200" b="1" dirty="0" smtClean="0"/>
              <a:t>速率高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没有</a:t>
            </a:r>
            <a:r>
              <a:rPr lang="zh-CN" altLang="en-US" sz="1800" b="1" dirty="0">
                <a:sym typeface="+mn-ea"/>
              </a:rPr>
              <a:t>线间信号</a:t>
            </a:r>
            <a:r>
              <a:rPr lang="zh-CN" altLang="en-US" sz="1800" b="1" dirty="0">
                <a:sym typeface="+mn-ea"/>
              </a:rPr>
              <a:t>的</a:t>
            </a:r>
            <a:r>
              <a:rPr lang="zh-CN" altLang="en-US" sz="1800" b="1" dirty="0"/>
              <a:t>同步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干扰</a:t>
            </a:r>
            <a:r>
              <a:rPr lang="en-US" altLang="zh-CN" sz="1800" b="1" dirty="0" smtClean="0"/>
              <a:t>)</a:t>
            </a:r>
            <a:r>
              <a:rPr lang="zh-CN" altLang="en-US" sz="2200" b="1" dirty="0" smtClean="0"/>
              <a:t>，距离长</a:t>
            </a:r>
            <a:r>
              <a:rPr lang="en-US" altLang="zh-CN" sz="1800" b="1" dirty="0" smtClean="0"/>
              <a:t>(</a:t>
            </a:r>
            <a:r>
              <a:rPr lang="zh-CN" altLang="en-US" sz="1800" b="1" dirty="0"/>
              <a:t>差分衰减小</a:t>
            </a:r>
            <a:r>
              <a:rPr lang="en-US" altLang="zh-CN" sz="1800" b="1" dirty="0" smtClean="0"/>
              <a:t>)</a:t>
            </a:r>
            <a:endParaRPr lang="en-US" altLang="zh-CN" sz="2200" b="1" dirty="0" smtClean="0"/>
          </a:p>
          <a:p>
            <a:r>
              <a:rPr lang="zh-CN" altLang="en-US" sz="2200" b="1" spc="-100" dirty="0">
                <a:solidFill>
                  <a:srgbClr val="990099"/>
                </a:solidFill>
              </a:rPr>
              <a:t>常为</a:t>
            </a:r>
            <a:r>
              <a:rPr lang="zh-CN" altLang="en-US" sz="2200" b="1" u="sng" spc="-100" dirty="0"/>
              <a:t>单主设备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无需仲裁</a:t>
            </a:r>
            <a:r>
              <a:rPr lang="en-US" altLang="zh-CN" sz="1800" b="1" dirty="0"/>
              <a:t>)</a:t>
            </a:r>
            <a:r>
              <a:rPr lang="zh-CN" altLang="en-US" sz="2200" b="1" spc="-100" dirty="0"/>
              <a:t>   </a:t>
            </a:r>
            <a:r>
              <a:rPr lang="zh-CN" altLang="en-US" sz="2200" b="1" spc="-100" dirty="0" smtClean="0"/>
              <a:t>   </a:t>
            </a:r>
            <a:r>
              <a:rPr lang="en-US" altLang="zh-CN" sz="2200" b="1" spc="-100" dirty="0" smtClean="0"/>
              <a:t>  </a:t>
            </a:r>
            <a:r>
              <a:rPr lang="zh-CN" altLang="en-US" sz="2200" b="1" spc="-100" dirty="0" smtClean="0"/>
              <a:t> </a:t>
            </a:r>
            <a:r>
              <a:rPr lang="zh-CN" altLang="en-US" sz="1800" b="1" spc="-100" dirty="0"/>
              <a:t>←</a:t>
            </a:r>
            <a:r>
              <a:rPr lang="zh-CN" altLang="en-US" sz="1800" b="1" dirty="0"/>
              <a:t>多主设备</a:t>
            </a:r>
            <a:r>
              <a:rPr lang="zh-CN" altLang="en-US" sz="1800" b="1" dirty="0" smtClean="0"/>
              <a:t>时分布式</a:t>
            </a:r>
            <a:r>
              <a:rPr lang="zh-CN" altLang="en-US" sz="1800" b="1" dirty="0"/>
              <a:t>仲裁</a:t>
            </a:r>
            <a:endParaRPr lang="en-US" altLang="zh-CN" sz="2200" b="1" dirty="0"/>
          </a:p>
          <a:p>
            <a:r>
              <a:rPr lang="zh-CN" altLang="en-US" sz="2200" b="1" u="sng" spc="-100" dirty="0" smtClean="0"/>
              <a:t>仅</a:t>
            </a:r>
            <a:r>
              <a:rPr lang="zh-CN" altLang="en-US" sz="2200" b="1" u="sng" spc="-100" dirty="0"/>
              <a:t>数据线</a:t>
            </a:r>
            <a:r>
              <a:rPr lang="zh-CN" altLang="en-US" sz="2200" b="1" spc="-100" dirty="0"/>
              <a:t>，</a:t>
            </a:r>
            <a:r>
              <a:rPr lang="zh-CN" altLang="en-US" sz="2200" b="1" spc="-100" dirty="0">
                <a:solidFill>
                  <a:srgbClr val="990099"/>
                </a:solidFill>
              </a:rPr>
              <a:t>缺省</a:t>
            </a:r>
            <a:r>
              <a:rPr lang="zh-CN" altLang="en-US" sz="2200" b="1" spc="-100" dirty="0"/>
              <a:t>控制</a:t>
            </a:r>
            <a:r>
              <a:rPr lang="en-US" altLang="zh-CN" sz="2200" b="1" spc="-100" dirty="0"/>
              <a:t>/</a:t>
            </a:r>
            <a:r>
              <a:rPr lang="zh-CN" altLang="en-US" sz="2200" b="1" spc="-100" dirty="0"/>
              <a:t>联络线    </a:t>
            </a:r>
            <a:r>
              <a:rPr lang="zh-CN" altLang="en-US" sz="1800" b="1" spc="-100" dirty="0" smtClean="0"/>
              <a:t>←</a:t>
            </a:r>
            <a:r>
              <a:rPr lang="zh-CN" altLang="en-US" sz="1800" b="1" spc="-100" dirty="0"/>
              <a:t>基于效率</a:t>
            </a:r>
            <a:endParaRPr lang="en-US" altLang="zh-CN" sz="2200" b="1" spc="-100" dirty="0"/>
          </a:p>
        </p:txBody>
      </p:sp>
      <p:sp>
        <p:nvSpPr>
          <p:cNvPr id="28" name="Text Box 71"/>
          <p:cNvSpPr txBox="1">
            <a:spLocks noChangeArrowheads="1"/>
          </p:cNvSpPr>
          <p:nvPr/>
        </p:nvSpPr>
        <p:spPr bwMode="auto">
          <a:xfrm>
            <a:off x="1872000" y="3024000"/>
            <a:ext cx="7049135" cy="34842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 smtClean="0"/>
              <a:t>支持</a:t>
            </a:r>
            <a:r>
              <a:rPr lang="zh-CN" altLang="en-US" sz="2200" b="1" u="sng" dirty="0" smtClean="0"/>
              <a:t>多种</a:t>
            </a:r>
            <a:r>
              <a:rPr lang="zh-CN" altLang="en-US" sz="2200" b="1" dirty="0" smtClean="0"/>
              <a:t>类型，每个事务</a:t>
            </a:r>
            <a:r>
              <a:rPr lang="zh-CN" altLang="en-US" sz="2200" b="1" dirty="0" smtClean="0">
                <a:sym typeface="+mn-ea"/>
              </a:rPr>
              <a:t>由</a:t>
            </a:r>
            <a:r>
              <a:rPr lang="zh-CN" altLang="en-US" sz="2200" b="1" u="sng" dirty="0" smtClean="0"/>
              <a:t>多个</a:t>
            </a:r>
            <a:r>
              <a:rPr lang="zh-CN" altLang="en-US" sz="2200" b="1" u="sng" dirty="0" smtClean="0">
                <a:sym typeface="+mn-ea"/>
              </a:rPr>
              <a:t>帧的交互</a:t>
            </a:r>
            <a:r>
              <a:rPr lang="zh-CN" altLang="en-US" sz="2200" b="1" dirty="0" smtClean="0">
                <a:sym typeface="+mn-ea"/>
              </a:rPr>
              <a:t>完成</a:t>
            </a:r>
            <a:endParaRPr lang="en-US" altLang="zh-CN" sz="2200" b="1" dirty="0" smtClean="0"/>
          </a:p>
          <a:p>
            <a:r>
              <a:rPr lang="zh-CN" altLang="en-US" sz="2200" b="1" dirty="0"/>
              <a:t> </a:t>
            </a:r>
            <a:r>
              <a:rPr lang="zh-CN" altLang="en-US" sz="2200" b="1" dirty="0" smtClean="0"/>
              <a:t> 用</a:t>
            </a:r>
            <a:r>
              <a:rPr lang="zh-CN" altLang="en-US" sz="2200" b="1" u="sng" dirty="0" smtClean="0"/>
              <a:t>帧格式</a:t>
            </a:r>
            <a:r>
              <a:rPr lang="zh-CN" sz="2200" b="1" dirty="0"/>
              <a:t>表示，有</a:t>
            </a:r>
            <a:r>
              <a:rPr lang="zh-CN" altLang="en-US" sz="2200" b="1" dirty="0" smtClean="0"/>
              <a:t>异步串行、同步串行</a:t>
            </a:r>
            <a:r>
              <a:rPr lang="en-US" altLang="zh-CN" sz="2200" b="1" dirty="0" smtClean="0"/>
              <a:t>2</a:t>
            </a:r>
            <a:r>
              <a:rPr lang="zh-CN" altLang="en-US" sz="2200" b="1" dirty="0" smtClean="0"/>
              <a:t>种</a:t>
            </a:r>
            <a:endParaRPr lang="zh-CN" altLang="en-US" sz="2200" b="1" dirty="0" smtClean="0"/>
          </a:p>
          <a:p>
            <a:endParaRPr lang="zh-CN" altLang="en-US" sz="2000" b="1" dirty="0">
              <a:sym typeface="+mn-ea"/>
            </a:endParaRPr>
          </a:p>
          <a:p>
            <a:r>
              <a:rPr lang="zh-CN" altLang="en-US" sz="2200" b="1" u="sng" dirty="0">
                <a:sym typeface="+mn-ea"/>
              </a:rPr>
              <a:t>异步非互锁</a:t>
            </a:r>
            <a:r>
              <a:rPr lang="zh-CN" altLang="en-US" sz="2200" b="1" dirty="0">
                <a:sym typeface="+mn-ea"/>
              </a:rPr>
              <a:t>方式</a:t>
            </a:r>
            <a:r>
              <a:rPr lang="en-US" altLang="zh-CN" sz="1800" b="1" dirty="0">
                <a:sym typeface="+mn-ea"/>
              </a:rPr>
              <a:t>(</a:t>
            </a:r>
            <a:r>
              <a:rPr lang="zh-CN" altLang="en-US" sz="1800" b="1" dirty="0">
                <a:sym typeface="+mn-ea"/>
              </a:rPr>
              <a:t>需约定波特率</a:t>
            </a:r>
            <a:r>
              <a:rPr lang="en-US" altLang="zh-CN" sz="1800" b="1" dirty="0">
                <a:sym typeface="+mn-ea"/>
              </a:rPr>
              <a:t>)</a:t>
            </a:r>
            <a:endParaRPr lang="en-US" altLang="zh-CN" sz="1800" b="1" dirty="0">
              <a:sym typeface="+mn-ea"/>
            </a:endParaRPr>
          </a:p>
          <a:p>
            <a:pPr marL="0" indent="0" eaLnBrk="1" latinLnBrk="0" hangingPunct="1">
              <a:spcBef>
                <a:spcPts val="300"/>
              </a:spcBef>
            </a:pPr>
            <a:r>
              <a:rPr lang="en-US" altLang="zh-CN" sz="2200" b="1" dirty="0" smtClean="0"/>
              <a:t>              </a:t>
            </a:r>
            <a:r>
              <a:rPr lang="zh-CN" altLang="zh-CN" sz="2200" b="1" u="sng" dirty="0" smtClean="0">
                <a:sym typeface="+mn-ea"/>
              </a:rPr>
              <a:t>点对点</a:t>
            </a:r>
            <a:r>
              <a:rPr lang="zh-CN" altLang="zh-CN" sz="2200" b="1" dirty="0" smtClean="0">
                <a:sym typeface="+mn-ea"/>
              </a:rPr>
              <a:t>的</a:t>
            </a:r>
            <a:r>
              <a:rPr lang="zh-CN" altLang="en-US" sz="2200" b="1" u="sng" dirty="0" smtClean="0">
                <a:sym typeface="+mn-ea"/>
              </a:rPr>
              <a:t>半</a:t>
            </a:r>
            <a:r>
              <a:rPr lang="zh-CN" altLang="zh-CN" sz="2200" b="1" u="sng" dirty="0" smtClean="0">
                <a:sym typeface="+mn-ea"/>
              </a:rPr>
              <a:t>双工</a:t>
            </a:r>
            <a:r>
              <a:rPr lang="en-US" altLang="zh-CN" sz="2200" b="1" dirty="0" smtClean="0">
                <a:latin typeface="+mn-lt"/>
                <a:sym typeface="+mn-ea"/>
              </a:rPr>
              <a:t> </a:t>
            </a:r>
            <a:r>
              <a:rPr lang="zh-CN" altLang="zh-CN" sz="2200" b="1" u="sng" dirty="0" smtClean="0">
                <a:sym typeface="+mn-ea"/>
              </a:rPr>
              <a:t>同步</a:t>
            </a:r>
            <a:r>
              <a:rPr lang="zh-CN" altLang="zh-CN" sz="2200" b="1" u="sng" dirty="0">
                <a:sym typeface="+mn-ea"/>
              </a:rPr>
              <a:t>串行</a:t>
            </a:r>
            <a:r>
              <a:rPr lang="zh-CN" altLang="zh-CN" sz="2200" b="1" dirty="0" smtClean="0">
                <a:sym typeface="+mn-ea"/>
              </a:rPr>
              <a:t>总线</a:t>
            </a:r>
            <a:endParaRPr lang="zh-CN" altLang="zh-CN" sz="2200" b="1" dirty="0" smtClean="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smtClean="0">
                <a:sym typeface="+mn-ea"/>
              </a:rPr>
              <a:t>                    </a:t>
            </a:r>
            <a:r>
              <a:rPr lang="zh-CN" altLang="en-US" sz="1800" dirty="0" smtClean="0">
                <a:sym typeface="+mn-ea"/>
              </a:rPr>
              <a:t>└</a:t>
            </a:r>
            <a:r>
              <a:rPr lang="zh-CN" altLang="en-US" sz="1800" b="1" dirty="0" smtClean="0">
                <a:sym typeface="+mn-ea"/>
              </a:rPr>
              <a:t>←事务的首个帧含地址</a:t>
            </a:r>
            <a:r>
              <a:rPr lang="zh-CN" sz="1800" b="1" dirty="0" smtClean="0">
                <a:sym typeface="+mn-ea"/>
              </a:rPr>
              <a:t>、其余帧缺省地址</a:t>
            </a:r>
            <a:endParaRPr lang="zh-CN" sz="1800" b="1" dirty="0" smtClean="0">
              <a:sym typeface="+mn-ea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 smtClean="0">
                <a:sym typeface="+mn-ea"/>
              </a:rPr>
              <a:t>  </a:t>
            </a:r>
            <a:r>
              <a:rPr lang="zh-CN" altLang="en-US" sz="2200" b="1" dirty="0" smtClean="0">
                <a:sym typeface="+mn-ea"/>
              </a:rPr>
              <a:t>有</a:t>
            </a:r>
            <a:r>
              <a:rPr lang="en-US" altLang="zh-CN" sz="2200" b="1" dirty="0" smtClean="0">
                <a:sym typeface="+mn-ea"/>
              </a:rPr>
              <a:t>4</a:t>
            </a:r>
            <a:r>
              <a:rPr lang="zh-CN" altLang="en-US" sz="2200" b="1" dirty="0" smtClean="0">
                <a:sym typeface="+mn-ea"/>
              </a:rPr>
              <a:t>种</a:t>
            </a:r>
            <a:r>
              <a:rPr lang="en-US" altLang="zh-CN" sz="1800" b="1" dirty="0" smtClean="0">
                <a:sym typeface="+mn-ea"/>
              </a:rPr>
              <a:t>(</a:t>
            </a:r>
            <a:r>
              <a:rPr lang="zh-CN" altLang="en-US" sz="1800" b="1" dirty="0" smtClean="0">
                <a:sym typeface="+mn-ea"/>
              </a:rPr>
              <a:t>控制</a:t>
            </a:r>
            <a:r>
              <a:rPr lang="en-US" altLang="zh-CN" sz="1800" b="1" dirty="0" smtClean="0">
                <a:sym typeface="+mn-ea"/>
              </a:rPr>
              <a:t>/</a:t>
            </a:r>
            <a:r>
              <a:rPr lang="zh-CN" altLang="en-US" sz="1800" b="1" dirty="0" smtClean="0">
                <a:sym typeface="+mn-ea"/>
              </a:rPr>
              <a:t>批</a:t>
            </a:r>
            <a:r>
              <a:rPr lang="en-US" altLang="zh-CN" sz="1800" b="1" dirty="0" smtClean="0">
                <a:sym typeface="+mn-ea"/>
              </a:rPr>
              <a:t>/</a:t>
            </a:r>
            <a:r>
              <a:rPr lang="zh-CN" altLang="en-US" sz="1800" b="1" dirty="0" smtClean="0">
                <a:sym typeface="+mn-ea"/>
              </a:rPr>
              <a:t>中断</a:t>
            </a:r>
            <a:r>
              <a:rPr lang="en-US" altLang="zh-CN" sz="1800" b="1" dirty="0" smtClean="0">
                <a:sym typeface="+mn-ea"/>
              </a:rPr>
              <a:t>/</a:t>
            </a:r>
            <a:r>
              <a:rPr lang="zh-CN" altLang="en-US" sz="1800" b="1" dirty="0" smtClean="0">
                <a:sym typeface="+mn-ea"/>
              </a:rPr>
              <a:t>等时传输</a:t>
            </a:r>
            <a:r>
              <a:rPr lang="en-US" altLang="zh-CN" sz="1800" b="1" dirty="0" smtClean="0">
                <a:sym typeface="+mn-ea"/>
              </a:rPr>
              <a:t>)</a:t>
            </a:r>
            <a:r>
              <a:rPr lang="zh-CN" altLang="en-US" sz="2200" b="1" dirty="0" smtClean="0">
                <a:sym typeface="+mn-ea"/>
              </a:rPr>
              <a:t>，每个事务含</a:t>
            </a:r>
            <a:r>
              <a:rPr lang="en-US" altLang="zh-CN" sz="2200" b="1" dirty="0" smtClean="0">
                <a:sym typeface="+mn-ea"/>
              </a:rPr>
              <a:t>1</a:t>
            </a:r>
            <a:r>
              <a:rPr lang="zh-CN" altLang="en-US" sz="2200" b="1" dirty="0" smtClean="0">
                <a:sym typeface="+mn-ea"/>
              </a:rPr>
              <a:t>～</a:t>
            </a:r>
            <a:r>
              <a:rPr lang="en-US" altLang="zh-CN" sz="2200" b="1" dirty="0" smtClean="0">
                <a:sym typeface="+mn-ea"/>
              </a:rPr>
              <a:t>3</a:t>
            </a:r>
            <a:r>
              <a:rPr lang="zh-CN" altLang="en-US" sz="2200" b="1" dirty="0" smtClean="0">
                <a:sym typeface="+mn-ea"/>
              </a:rPr>
              <a:t>个帧</a:t>
            </a:r>
            <a:endParaRPr lang="zh-CN" altLang="en-US" sz="2200" b="1" dirty="0" smtClean="0"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ym typeface="+mn-ea"/>
              </a:rPr>
              <a:t>  </a:t>
            </a:r>
            <a:r>
              <a:rPr lang="zh-CN" altLang="en-US" sz="2200" b="1" dirty="0" smtClean="0">
                <a:sym typeface="+mn-ea"/>
              </a:rPr>
              <a:t>异步非互锁方式定时</a:t>
            </a:r>
            <a:r>
              <a:rPr lang="en-US" altLang="zh-CN" sz="1800" b="1" dirty="0" smtClean="0">
                <a:sym typeface="+mn-ea"/>
              </a:rPr>
              <a:t>(USB2.0-</a:t>
            </a:r>
            <a:r>
              <a:rPr lang="zh-CN" altLang="en-US" sz="1800" b="1" dirty="0" smtClean="0">
                <a:sym typeface="+mn-ea"/>
              </a:rPr>
              <a:t>高速</a:t>
            </a:r>
            <a:r>
              <a:rPr lang="en-US" altLang="zh-CN" sz="1800" b="1" dirty="0" smtClean="0">
                <a:sym typeface="+mn-ea"/>
              </a:rPr>
              <a:t>480Mbps)</a:t>
            </a:r>
            <a:endParaRPr lang="en-US" altLang="zh-CN" sz="1800" b="1" dirty="0" smtClean="0">
              <a:sym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2702998" y="3960000"/>
            <a:ext cx="3528232" cy="288024"/>
            <a:chOff x="2627864" y="5877272"/>
            <a:chExt cx="3528232" cy="288024"/>
          </a:xfrm>
        </p:grpSpPr>
        <p:sp>
          <p:nvSpPr>
            <p:cNvPr id="44" name="Text Box 19"/>
            <p:cNvSpPr txBox="1">
              <a:spLocks noChangeArrowheads="1"/>
            </p:cNvSpPr>
            <p:nvPr/>
          </p:nvSpPr>
          <p:spPr bwMode="auto">
            <a:xfrm>
              <a:off x="2627864" y="5877272"/>
              <a:ext cx="720000" cy="288000"/>
            </a:xfrm>
            <a:prstGeom prst="rect">
              <a:avLst/>
            </a:prstGeom>
            <a:solidFill>
              <a:srgbClr val="99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/>
                <a:t>同步头</a:t>
              </a:r>
              <a:endParaRPr lang="zh-CN" altLang="en-US" sz="1600" b="1" dirty="0"/>
            </a:p>
          </p:txBody>
        </p:sp>
        <p:sp>
          <p:nvSpPr>
            <p:cNvPr id="45" name="Text Box 19"/>
            <p:cNvSpPr txBox="1">
              <a:spLocks noChangeArrowheads="1"/>
            </p:cNvSpPr>
            <p:nvPr/>
          </p:nvSpPr>
          <p:spPr bwMode="auto">
            <a:xfrm>
              <a:off x="3347864" y="5877272"/>
              <a:ext cx="720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/>
                <a:t>帧类型</a:t>
              </a:r>
              <a:endParaRPr lang="zh-CN" altLang="en-US" sz="1600" b="1" dirty="0"/>
            </a:p>
          </p:txBody>
        </p:sp>
        <p:sp>
          <p:nvSpPr>
            <p:cNvPr id="46" name="Text Box 19"/>
            <p:cNvSpPr txBox="1">
              <a:spLocks noChangeArrowheads="1"/>
            </p:cNvSpPr>
            <p:nvPr/>
          </p:nvSpPr>
          <p:spPr bwMode="auto">
            <a:xfrm>
              <a:off x="4067944" y="5877296"/>
              <a:ext cx="1368000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/>
                <a:t>数据域</a:t>
              </a:r>
              <a:endParaRPr lang="zh-CN" altLang="en-US" sz="1600" b="1" dirty="0"/>
            </a:p>
          </p:txBody>
        </p:sp>
        <p:sp>
          <p:nvSpPr>
            <p:cNvPr id="47" name="Text Box 19"/>
            <p:cNvSpPr txBox="1">
              <a:spLocks noChangeArrowheads="1"/>
            </p:cNvSpPr>
            <p:nvPr/>
          </p:nvSpPr>
          <p:spPr bwMode="auto">
            <a:xfrm>
              <a:off x="5436096" y="5877296"/>
              <a:ext cx="720000" cy="288000"/>
            </a:xfrm>
            <a:prstGeom prst="rect">
              <a:avLst/>
            </a:prstGeom>
            <a:solidFill>
              <a:srgbClr val="99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/>
                <a:t>同步尾</a:t>
              </a:r>
              <a:endParaRPr lang="zh-CN" altLang="en-US" sz="1600" b="1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303780" y="2160000"/>
            <a:ext cx="6624955" cy="864235"/>
            <a:chOff x="3628" y="4082"/>
            <a:chExt cx="10433" cy="1361"/>
          </a:xfrm>
        </p:grpSpPr>
        <p:sp>
          <p:nvSpPr>
            <p:cNvPr id="4" name="Text Box 19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628" y="4366"/>
              <a:ext cx="107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主设备</a:t>
              </a:r>
              <a:endParaRPr lang="zh-CN" altLang="en-US" sz="1600" b="1" dirty="0"/>
            </a:p>
          </p:txBody>
        </p:sp>
        <p:cxnSp>
          <p:nvCxnSpPr>
            <p:cNvPr id="5" name="直接箭头连接符 4"/>
            <p:cNvCxnSpPr/>
            <p:nvPr>
              <p:custDataLst>
                <p:tags r:id="rId3"/>
              </p:custDataLst>
            </p:nvPr>
          </p:nvCxnSpPr>
          <p:spPr bwMode="auto">
            <a:xfrm flipH="1">
              <a:off x="3628" y="4083"/>
              <a:ext cx="328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" name="直接箭头连接符 5"/>
            <p:cNvCxnSpPr/>
            <p:nvPr>
              <p:custDataLst>
                <p:tags r:id="rId4"/>
              </p:custDataLst>
            </p:nvPr>
          </p:nvCxnSpPr>
          <p:spPr bwMode="auto">
            <a:xfrm flipV="1">
              <a:off x="4252" y="408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Text Box 2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669" y="4366"/>
              <a:ext cx="455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  <a:endParaRPr lang="en-US" altLang="zh-CN" sz="1600" b="1" dirty="0"/>
            </a:p>
          </p:txBody>
        </p:sp>
        <p:sp>
          <p:nvSpPr>
            <p:cNvPr id="8" name="Text Box 1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876" y="4366"/>
              <a:ext cx="7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从</a:t>
              </a:r>
              <a:r>
                <a:rPr lang="en-US" altLang="zh-CN" sz="1600" b="1" dirty="0" smtClean="0"/>
                <a:t>1</a:t>
              </a:r>
              <a:endParaRPr lang="zh-CN" altLang="en-US" sz="1600" b="1" dirty="0"/>
            </a:p>
          </p:txBody>
        </p:sp>
        <p:sp>
          <p:nvSpPr>
            <p:cNvPr id="9" name="Text Box 19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123" y="4366"/>
              <a:ext cx="7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从</a:t>
              </a:r>
              <a:r>
                <a:rPr lang="en-US" altLang="zh-CN" sz="1600" b="1" dirty="0"/>
                <a:t>n</a:t>
              </a:r>
              <a:endParaRPr lang="zh-CN" altLang="en-US" sz="1600" b="1" dirty="0"/>
            </a:p>
          </p:txBody>
        </p:sp>
        <p:cxnSp>
          <p:nvCxnSpPr>
            <p:cNvPr id="10" name="直接箭头连接符 9"/>
            <p:cNvCxnSpPr/>
            <p:nvPr>
              <p:custDataLst>
                <p:tags r:id="rId8"/>
              </p:custDataLst>
            </p:nvPr>
          </p:nvCxnSpPr>
          <p:spPr bwMode="auto">
            <a:xfrm>
              <a:off x="5272" y="408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直接箭头连接符 10"/>
            <p:cNvCxnSpPr/>
            <p:nvPr>
              <p:custDataLst>
                <p:tags r:id="rId9"/>
              </p:custDataLst>
            </p:nvPr>
          </p:nvCxnSpPr>
          <p:spPr bwMode="auto">
            <a:xfrm>
              <a:off x="6576" y="408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Text Box 2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025" y="5103"/>
              <a:ext cx="272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cs typeface="宋体" panose="02010600030101010101" pitchFamily="2" charset="-122"/>
                </a:rPr>
                <a:t>单</a:t>
              </a:r>
              <a:r>
                <a:rPr lang="en-US" altLang="zh-CN" sz="1600" b="1" dirty="0"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cs typeface="宋体" panose="02010600030101010101" pitchFamily="2" charset="-122"/>
                </a:rPr>
                <a:t>向</a:t>
              </a:r>
              <a:r>
                <a:rPr lang="en-US" altLang="zh-CN" sz="1600" b="1" dirty="0">
                  <a:cs typeface="宋体" panose="02010600030101010101" pitchFamily="2" charset="-122"/>
                </a:rPr>
                <a:t>)</a:t>
              </a:r>
              <a:r>
                <a:rPr lang="zh-CN" altLang="en-US" sz="1600" b="1" dirty="0">
                  <a:cs typeface="宋体" panose="02010600030101010101" pitchFamily="2" charset="-122"/>
                </a:rPr>
                <a:t>工</a:t>
              </a:r>
              <a:r>
                <a:rPr lang="en-US" altLang="zh-CN" sz="1600" b="1" dirty="0"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cs typeface="宋体" panose="02010600030101010101" pitchFamily="2" charset="-122"/>
                </a:rPr>
                <a:t>作</a:t>
              </a:r>
              <a:r>
                <a:rPr lang="en-US" altLang="zh-CN" sz="1600" b="1" dirty="0">
                  <a:cs typeface="宋体" panose="02010600030101010101" pitchFamily="2" charset="-122"/>
                </a:rPr>
                <a:t>)</a:t>
              </a:r>
              <a:r>
                <a:rPr lang="zh-CN" altLang="en-US" sz="1600" b="1" dirty="0">
                  <a:cs typeface="宋体" panose="02010600030101010101" pitchFamily="2" charset="-122"/>
                </a:rPr>
                <a:t>方式</a:t>
              </a:r>
              <a:endParaRPr lang="zh-CN" altLang="en-US" sz="1600" b="1" dirty="0">
                <a:cs typeface="宋体" panose="02010600030101010101" pitchFamily="2" charset="-122"/>
              </a:endParaRPr>
            </a:p>
          </p:txBody>
        </p:sp>
        <p:sp>
          <p:nvSpPr>
            <p:cNvPr id="66" name="Text Box 19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200" y="4366"/>
              <a:ext cx="107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主设备</a:t>
              </a:r>
              <a:endParaRPr lang="zh-CN" altLang="en-US" sz="1600" b="1" dirty="0"/>
            </a:p>
          </p:txBody>
        </p:sp>
        <p:cxnSp>
          <p:nvCxnSpPr>
            <p:cNvPr id="67" name="直接箭头连接符 66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7200" y="4083"/>
              <a:ext cx="328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8" name="直接箭头连接符 67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7824" y="408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9" name="Text Box 22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241" y="4366"/>
              <a:ext cx="455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  <a:endParaRPr lang="en-US" altLang="zh-CN" sz="1600" b="1" dirty="0"/>
            </a:p>
          </p:txBody>
        </p:sp>
        <p:sp>
          <p:nvSpPr>
            <p:cNvPr id="70" name="Text Box 1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448" y="4366"/>
              <a:ext cx="7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从</a:t>
              </a:r>
              <a:r>
                <a:rPr lang="en-US" altLang="zh-CN" sz="1600" b="1" dirty="0" smtClean="0"/>
                <a:t>1</a:t>
              </a:r>
              <a:endParaRPr lang="zh-CN" altLang="en-US" sz="1600" b="1" dirty="0"/>
            </a:p>
          </p:txBody>
        </p:sp>
        <p:sp>
          <p:nvSpPr>
            <p:cNvPr id="71" name="Text Box 19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9695" y="4366"/>
              <a:ext cx="7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从</a:t>
              </a:r>
              <a:r>
                <a:rPr lang="en-US" altLang="zh-CN" sz="1600" b="1" dirty="0"/>
                <a:t>n</a:t>
              </a:r>
              <a:endParaRPr lang="zh-CN" altLang="en-US" sz="1600" b="1" dirty="0"/>
            </a:p>
          </p:txBody>
        </p:sp>
        <p:cxnSp>
          <p:nvCxnSpPr>
            <p:cNvPr id="72" name="直接箭头连接符 71"/>
            <p:cNvCxnSpPr/>
            <p:nvPr>
              <p:custDataLst>
                <p:tags r:id="rId17"/>
              </p:custDataLst>
            </p:nvPr>
          </p:nvCxnSpPr>
          <p:spPr bwMode="auto">
            <a:xfrm>
              <a:off x="8844" y="408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/>
            <p:cNvCxnSpPr/>
            <p:nvPr>
              <p:custDataLst>
                <p:tags r:id="rId18"/>
              </p:custDataLst>
            </p:nvPr>
          </p:nvCxnSpPr>
          <p:spPr bwMode="auto">
            <a:xfrm>
              <a:off x="10148" y="408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4" name="Text Box 22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313" y="5103"/>
              <a:ext cx="30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cs typeface="宋体" panose="02010600030101010101" pitchFamily="2" charset="-122"/>
                </a:rPr>
                <a:t>全双工方式</a:t>
              </a:r>
              <a:endParaRPr lang="zh-CN" altLang="en-US" sz="1600" b="1" dirty="0">
                <a:cs typeface="宋体" panose="02010600030101010101" pitchFamily="2" charset="-122"/>
              </a:endParaRPr>
            </a:p>
          </p:txBody>
        </p:sp>
        <p:cxnSp>
          <p:nvCxnSpPr>
            <p:cNvPr id="75" name="直接箭头连接符 74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7824" y="476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6" name="直接箭头连接符 75"/>
            <p:cNvCxnSpPr/>
            <p:nvPr>
              <p:custDataLst>
                <p:tags r:id="rId21"/>
              </p:custDataLst>
            </p:nvPr>
          </p:nvCxnSpPr>
          <p:spPr bwMode="auto">
            <a:xfrm>
              <a:off x="8844" y="476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7" name="直接箭头连接符 76"/>
            <p:cNvCxnSpPr/>
            <p:nvPr>
              <p:custDataLst>
                <p:tags r:id="rId22"/>
              </p:custDataLst>
            </p:nvPr>
          </p:nvCxnSpPr>
          <p:spPr bwMode="auto">
            <a:xfrm>
              <a:off x="10148" y="476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9" name="直接箭头连接符 78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7200" y="5046"/>
              <a:ext cx="328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2" name="Text Box 1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0772" y="4365"/>
              <a:ext cx="107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主设备</a:t>
              </a:r>
              <a:endParaRPr lang="zh-CN" altLang="en-US" sz="1600" b="1" dirty="0"/>
            </a:p>
          </p:txBody>
        </p:sp>
        <p:cxnSp>
          <p:nvCxnSpPr>
            <p:cNvPr id="83" name="直接箭头连接符 82"/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10772" y="4082"/>
              <a:ext cx="328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4" name="直接箭头连接符 83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11396" y="4082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5" name="Text Box 22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2813" y="4365"/>
              <a:ext cx="455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  <a:endParaRPr lang="en-US" altLang="zh-CN" sz="1600" b="1" dirty="0"/>
            </a:p>
          </p:txBody>
        </p:sp>
        <p:sp>
          <p:nvSpPr>
            <p:cNvPr id="86" name="Text Box 19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2020" y="4365"/>
              <a:ext cx="7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从</a:t>
              </a:r>
              <a:r>
                <a:rPr lang="en-US" altLang="zh-CN" sz="1600" b="1" dirty="0" smtClean="0"/>
                <a:t>1</a:t>
              </a:r>
              <a:endParaRPr lang="zh-CN" altLang="en-US" sz="1600" b="1" dirty="0"/>
            </a:p>
          </p:txBody>
        </p:sp>
        <p:sp>
          <p:nvSpPr>
            <p:cNvPr id="87" name="Text Box 19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3267" y="4365"/>
              <a:ext cx="7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从</a:t>
              </a:r>
              <a:r>
                <a:rPr lang="en-US" altLang="zh-CN" sz="1600" b="1" dirty="0"/>
                <a:t>n</a:t>
              </a:r>
              <a:endParaRPr lang="zh-CN" altLang="en-US" sz="1600" b="1" dirty="0"/>
            </a:p>
          </p:txBody>
        </p:sp>
        <p:cxnSp>
          <p:nvCxnSpPr>
            <p:cNvPr id="88" name="直接箭头连接符 87"/>
            <p:cNvCxnSpPr/>
            <p:nvPr>
              <p:custDataLst>
                <p:tags r:id="rId30"/>
              </p:custDataLst>
            </p:nvPr>
          </p:nvCxnSpPr>
          <p:spPr bwMode="auto">
            <a:xfrm>
              <a:off x="12416" y="4082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9" name="直接箭头连接符 88"/>
            <p:cNvCxnSpPr/>
            <p:nvPr>
              <p:custDataLst>
                <p:tags r:id="rId31"/>
              </p:custDataLst>
            </p:nvPr>
          </p:nvCxnSpPr>
          <p:spPr bwMode="auto">
            <a:xfrm>
              <a:off x="13720" y="4082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0" name="Text Box 2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0885" y="5102"/>
              <a:ext cx="30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cs typeface="宋体" panose="02010600030101010101" pitchFamily="2" charset="-122"/>
                </a:rPr>
                <a:t>半双工方式</a:t>
              </a:r>
              <a:endParaRPr lang="zh-CN" altLang="en-US" sz="1600" b="1" dirty="0">
                <a:cs typeface="宋体" panose="02010600030101010101" pitchFamily="2" charset="-122"/>
              </a:endParaRPr>
            </a:p>
          </p:txBody>
        </p:sp>
        <p:cxnSp>
          <p:nvCxnSpPr>
            <p:cNvPr id="91" name="直接箭头连接符 90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11273" y="4110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91"/>
            <p:cNvCxnSpPr/>
            <p:nvPr>
              <p:custDataLst>
                <p:tags r:id="rId34"/>
              </p:custDataLst>
            </p:nvPr>
          </p:nvCxnSpPr>
          <p:spPr bwMode="auto">
            <a:xfrm>
              <a:off x="12302" y="4110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直接箭头连接符 92"/>
            <p:cNvCxnSpPr/>
            <p:nvPr>
              <p:custDataLst>
                <p:tags r:id="rId35"/>
              </p:custDataLst>
            </p:nvPr>
          </p:nvCxnSpPr>
          <p:spPr bwMode="auto">
            <a:xfrm>
              <a:off x="11509" y="4110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4" name="直接箭头连接符 93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12529" y="4110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5" name="直接箭头连接符 94"/>
            <p:cNvCxnSpPr/>
            <p:nvPr>
              <p:custDataLst>
                <p:tags r:id="rId37"/>
              </p:custDataLst>
            </p:nvPr>
          </p:nvCxnSpPr>
          <p:spPr bwMode="auto">
            <a:xfrm>
              <a:off x="13606" y="4110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直接箭头连接符 95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13833" y="4110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01" name="组合 100"/>
          <p:cNvGrpSpPr/>
          <p:nvPr/>
        </p:nvGrpSpPr>
        <p:grpSpPr>
          <a:xfrm>
            <a:off x="2123755" y="5256000"/>
            <a:ext cx="1908000" cy="288834"/>
            <a:chOff x="7223328" y="2132022"/>
            <a:chExt cx="1908000" cy="288834"/>
          </a:xfrm>
        </p:grpSpPr>
        <p:sp>
          <p:nvSpPr>
            <p:cNvPr id="102" name="Text Box 19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7223328" y="2132856"/>
              <a:ext cx="190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zh-CN" altLang="en-US" sz="1600" b="1" dirty="0"/>
            </a:p>
          </p:txBody>
        </p:sp>
        <p:sp>
          <p:nvSpPr>
            <p:cNvPr id="103" name="Text Box 19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7295328" y="2132880"/>
              <a:ext cx="36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/>
                <a:t>VCC</a:t>
              </a:r>
              <a:endParaRPr lang="zh-CN" altLang="en-US" sz="1600" b="1" dirty="0"/>
            </a:p>
          </p:txBody>
        </p:sp>
        <p:sp>
          <p:nvSpPr>
            <p:cNvPr id="104" name="Text Box 19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8699328" y="2132880"/>
              <a:ext cx="36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GND</a:t>
              </a:r>
              <a:endParaRPr lang="zh-CN" altLang="en-US" sz="1600" b="1" dirty="0"/>
            </a:p>
          </p:txBody>
        </p:sp>
        <p:sp>
          <p:nvSpPr>
            <p:cNvPr id="105" name="Text Box 19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8231328" y="2132022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D+</a:t>
              </a:r>
              <a:endParaRPr lang="zh-CN" altLang="en-US" sz="1600" b="1" dirty="0"/>
            </a:p>
          </p:txBody>
        </p:sp>
        <p:sp>
          <p:nvSpPr>
            <p:cNvPr id="106" name="Text Box 19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7763328" y="2132856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/>
                <a:t>D-</a:t>
              </a:r>
              <a:endParaRPr lang="zh-CN" altLang="en-US" sz="16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2093-8213-4151-A31B-27A70D684716}" type="slidenum">
              <a:rPr lang="en-US" altLang="zh-CN"/>
            </a:fld>
            <a:endParaRPr lang="en-US" altLang="zh-CN"/>
          </a:p>
        </p:txBody>
      </p:sp>
      <p:sp>
        <p:nvSpPr>
          <p:cNvPr id="136363" name="Text Box 171"/>
          <p:cNvSpPr txBox="1">
            <a:spLocks noChangeArrowheads="1"/>
          </p:cNvSpPr>
          <p:nvPr/>
        </p:nvSpPr>
        <p:spPr bwMode="auto">
          <a:xfrm>
            <a:off x="838200" y="288000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b="1" dirty="0" smtClean="0"/>
              <a:t>§6.4  </a:t>
            </a:r>
            <a:r>
              <a:rPr lang="zh-CN" altLang="en-US" sz="2800" b="1" dirty="0"/>
              <a:t>总线互连结构</a:t>
            </a:r>
            <a:endParaRPr lang="zh-CN" altLang="en-US" sz="2800" b="1" dirty="0"/>
          </a:p>
        </p:txBody>
      </p:sp>
      <p:sp>
        <p:nvSpPr>
          <p:cNvPr id="136414" name="Text Box 222"/>
          <p:cNvSpPr txBox="1">
            <a:spLocks noChangeArrowheads="1"/>
          </p:cNvSpPr>
          <p:nvPr/>
        </p:nvSpPr>
        <p:spPr bwMode="auto">
          <a:xfrm>
            <a:off x="179705" y="1296035"/>
            <a:ext cx="3326130" cy="5015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98625" indent="-1698625"/>
            <a:r>
              <a:rPr lang="en-US" altLang="zh-CN" sz="2200" b="1" dirty="0">
                <a:solidFill>
                  <a:srgbClr val="FF3399"/>
                </a:solidFill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</a:rPr>
              <a:t>、总线结构</a:t>
            </a:r>
            <a:endParaRPr lang="zh-CN" altLang="en-US" sz="2200" b="1" dirty="0">
              <a:solidFill>
                <a:srgbClr val="FF3399"/>
              </a:solidFill>
            </a:endParaRPr>
          </a:p>
          <a:p>
            <a:pPr marL="1698625" indent="-1698625"/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单总线结构：</a:t>
            </a:r>
            <a:endParaRPr lang="zh-CN" altLang="en-US" sz="2200" b="1" dirty="0">
              <a:solidFill>
                <a:srgbClr val="C00000"/>
              </a:solidFill>
            </a:endParaRPr>
          </a:p>
          <a:p>
            <a:pPr marL="1698625" indent="-1698625"/>
            <a:endParaRPr lang="zh-CN" altLang="en-US" sz="2200" b="1" dirty="0">
              <a:solidFill>
                <a:srgbClr val="C00000"/>
              </a:solidFill>
            </a:endParaRPr>
          </a:p>
          <a:p>
            <a:pPr marL="1698625" indent="-1698625"/>
            <a:endParaRPr lang="zh-CN" altLang="en-US" sz="2000" b="1" dirty="0">
              <a:solidFill>
                <a:srgbClr val="C00000"/>
              </a:solidFill>
            </a:endParaRPr>
          </a:p>
          <a:p>
            <a:pPr marL="1698625" indent="-1698625"/>
            <a:endParaRPr lang="zh-CN" altLang="en-US" sz="1800" b="1" dirty="0">
              <a:solidFill>
                <a:srgbClr val="C00000"/>
              </a:solidFill>
            </a:endParaRPr>
          </a:p>
          <a:p>
            <a:pPr marL="1698625" indent="-1698625"/>
            <a:r>
              <a:rPr lang="en-US" altLang="zh-CN" sz="2200" b="1" dirty="0">
                <a:solidFill>
                  <a:srgbClr val="C00000"/>
                </a:solidFill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特点</a:t>
            </a:r>
            <a:r>
              <a:rPr lang="en-US" altLang="zh-CN" sz="2200" b="1" dirty="0" smtClean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 marL="1698625" indent="-1698625"/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多总线结构：</a:t>
            </a:r>
            <a:endParaRPr lang="zh-CN" altLang="en-US" sz="2200" b="1" dirty="0">
              <a:solidFill>
                <a:srgbClr val="C00000"/>
              </a:solidFill>
            </a:endParaRPr>
          </a:p>
          <a:p>
            <a:pPr marL="1698625" indent="-1698625"/>
            <a:endParaRPr lang="zh-CN" altLang="en-US" sz="2200" b="1" dirty="0">
              <a:solidFill>
                <a:srgbClr val="C00000"/>
              </a:solidFill>
            </a:endParaRPr>
          </a:p>
          <a:p>
            <a:pPr marL="1698625" indent="-1698625"/>
            <a:endParaRPr lang="zh-CN" altLang="en-US" sz="2200" b="1" dirty="0">
              <a:solidFill>
                <a:srgbClr val="C00000"/>
              </a:solidFill>
            </a:endParaRPr>
          </a:p>
          <a:p>
            <a:pPr marL="1698625" indent="-1698625"/>
            <a:endParaRPr lang="zh-CN" altLang="en-US" sz="2200" b="1" dirty="0">
              <a:solidFill>
                <a:srgbClr val="C00000"/>
              </a:solidFill>
            </a:endParaRPr>
          </a:p>
          <a:p>
            <a:pPr marL="1698625" indent="-1698625"/>
            <a:endParaRPr lang="zh-CN" altLang="en-US" sz="2000" b="1" dirty="0">
              <a:solidFill>
                <a:srgbClr val="C00000"/>
              </a:solidFill>
            </a:endParaRPr>
          </a:p>
          <a:p>
            <a:pPr marL="1698625" indent="-1698625"/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南北桥结构：</a:t>
            </a:r>
            <a:r>
              <a:rPr lang="en-US" altLang="zh-CN" sz="2200" b="1" dirty="0">
                <a:solidFill>
                  <a:srgbClr val="C00000"/>
                </a:solidFill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</a:rPr>
              <a:t>下页</a:t>
            </a:r>
            <a:r>
              <a:rPr lang="en-US" altLang="zh-CN" sz="1600" b="1" dirty="0">
                <a:solidFill>
                  <a:schemeClr val="tx1"/>
                </a:solidFill>
              </a:rPr>
              <a:t>)</a:t>
            </a:r>
            <a:endParaRPr lang="en-US" altLang="zh-CN" sz="1600" b="1" dirty="0">
              <a:solidFill>
                <a:schemeClr val="tx1"/>
              </a:solidFill>
            </a:endParaRPr>
          </a:p>
        </p:txBody>
      </p:sp>
      <p:sp>
        <p:nvSpPr>
          <p:cNvPr id="65" name="Text Box 526"/>
          <p:cNvSpPr txBox="1">
            <a:spLocks noChangeArrowheads="1"/>
          </p:cNvSpPr>
          <p:nvPr/>
        </p:nvSpPr>
        <p:spPr bwMode="auto">
          <a:xfrm>
            <a:off x="179512" y="836712"/>
            <a:ext cx="8856984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rgbClr val="C00000"/>
                </a:solidFill>
                <a:latin typeface="+mn-ea"/>
                <a:ea typeface="+mn-ea"/>
              </a:rPr>
              <a:t>※</a:t>
            </a:r>
            <a:r>
              <a:rPr lang="zh-CN" altLang="en-US" sz="2000" b="1" dirty="0" smtClean="0">
                <a:solidFill>
                  <a:srgbClr val="C00000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 smtClean="0">
                <a:latin typeface="+mn-ea"/>
                <a:ea typeface="+mn-ea"/>
              </a:rPr>
              <a:t>总线结构</a:t>
            </a:r>
            <a:r>
              <a:rPr lang="en-US" altLang="zh-CN" sz="2000" b="1" dirty="0" smtClean="0"/>
              <a:t>(</a:t>
            </a:r>
            <a:r>
              <a:rPr lang="zh-CN" altLang="en-US" sz="2000" b="1" dirty="0"/>
              <a:t>△</a:t>
            </a:r>
            <a:r>
              <a:rPr lang="en-US" altLang="zh-CN" sz="2000" b="1" dirty="0" smtClean="0"/>
              <a:t>)</a:t>
            </a:r>
            <a:r>
              <a:rPr lang="zh-CN" altLang="en-US" sz="2000" b="1" dirty="0" smtClean="0"/>
              <a:t>、总线互连</a:t>
            </a:r>
            <a:r>
              <a:rPr lang="en-US" altLang="zh-CN" sz="2000" b="1" dirty="0" smtClean="0"/>
              <a:t>(</a:t>
            </a:r>
            <a:r>
              <a:rPr lang="zh-CN" altLang="en-US" sz="2000" b="1" dirty="0" smtClean="0"/>
              <a:t>△</a:t>
            </a:r>
            <a:r>
              <a:rPr lang="en-US" altLang="zh-CN" sz="2000" b="1" dirty="0" smtClean="0"/>
              <a:t>)</a:t>
            </a:r>
            <a:endParaRPr lang="en-US" altLang="zh-CN" sz="2000" b="1" dirty="0" smtClean="0">
              <a:latin typeface="+mn-ea"/>
              <a:ea typeface="+mn-ea"/>
            </a:endParaRPr>
          </a:p>
        </p:txBody>
      </p:sp>
      <p:sp>
        <p:nvSpPr>
          <p:cNvPr id="114894" name="Text Box 20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20000" y="3276000"/>
            <a:ext cx="7193280" cy="25533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698625" indent="-1698625"/>
            <a:r>
              <a:rPr lang="zh-CN" altLang="en-US" sz="2000" b="1" dirty="0" smtClean="0">
                <a:sym typeface="+mn-ea"/>
              </a:rPr>
              <a:t>控制简单，分时</a:t>
            </a:r>
            <a:r>
              <a:rPr lang="zh-CN" altLang="en-US" sz="2000" b="1" dirty="0">
                <a:sym typeface="+mn-ea"/>
              </a:rPr>
              <a:t>传输，时钟</a:t>
            </a:r>
            <a:r>
              <a:rPr lang="zh-CN" altLang="en-US" sz="2000" b="1" dirty="0" smtClean="0">
                <a:sym typeface="+mn-ea"/>
              </a:rPr>
              <a:t>频率低</a:t>
            </a:r>
            <a:r>
              <a:rPr lang="en-US" altLang="zh-CN" sz="1600" b="1" dirty="0" smtClean="0">
                <a:sym typeface="+mn-ea"/>
              </a:rPr>
              <a:t>(</a:t>
            </a:r>
            <a:r>
              <a:rPr lang="zh-CN" altLang="en-US" sz="1600" b="1" dirty="0" smtClean="0">
                <a:sym typeface="+mn-ea"/>
              </a:rPr>
              <a:t>＝较慢设备</a:t>
            </a:r>
            <a:r>
              <a:rPr lang="en-US" altLang="zh-CN" sz="1600" b="1" dirty="0" smtClean="0">
                <a:sym typeface="+mn-ea"/>
              </a:rPr>
              <a:t>)</a:t>
            </a:r>
            <a:r>
              <a:rPr lang="en-US" altLang="zh-CN" sz="2200" b="1" dirty="0" smtClean="0">
                <a:sym typeface="+mn-ea"/>
              </a:rPr>
              <a:t> </a:t>
            </a:r>
            <a:endParaRPr lang="zh-CN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sz="2200" b="1" u="sng" dirty="0" smtClean="0">
                <a:solidFill>
                  <a:srgbClr val="990099"/>
                </a:solidFill>
                <a:cs typeface="宋体" panose="02010600030101010101" pitchFamily="2" charset="-122"/>
                <a:sym typeface="+mn-ea"/>
              </a:rPr>
              <a:t>连接</a:t>
            </a:r>
            <a:r>
              <a:rPr lang="zh-CN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有多种，</a:t>
            </a:r>
            <a:r>
              <a:rPr 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叫法</a:t>
            </a:r>
            <a:r>
              <a:rPr lang="zh-CN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也有多种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如按功能、按总线标准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总线桥</a:t>
            </a:r>
            <a:r>
              <a:rPr lang="en-US" altLang="zh-CN" sz="2000" b="1" dirty="0" smtClean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—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特点</a:t>
            </a:r>
            <a:r>
              <a:rPr lang="en-US" altLang="zh-CN" sz="2000" b="1" dirty="0" smtClean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12" name="Text Box 37"/>
          <p:cNvSpPr txBox="1">
            <a:spLocks noChangeArrowheads="1"/>
          </p:cNvSpPr>
          <p:nvPr/>
        </p:nvSpPr>
        <p:spPr bwMode="auto">
          <a:xfrm>
            <a:off x="5040000" y="4140000"/>
            <a:ext cx="3884930" cy="165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>
            <a:noAutofit/>
          </a:bodyPr>
          <a:p>
            <a:pPr marL="1698625" indent="-1698625"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①为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所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管辖总线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总线控制器</a:t>
            </a: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698625" indent="-1698625">
              <a:lnSpc>
                <a:spcPct val="100000"/>
              </a:lnSpc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仲裁、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中转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23520" indent="-223520"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②为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所连接总线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从设备</a:t>
            </a:r>
            <a:endParaRPr lang="zh-CN" altLang="en-US" sz="20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23520" indent="-223520">
              <a:lnSpc>
                <a:spcPct val="100000"/>
              </a:lnSpc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        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发起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响应总线操作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23520" indent="-22352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总线间可并行传输</a:t>
            </a:r>
            <a:endParaRPr lang="zh-CN" altLang="en-US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12" name="组合 111"/>
          <p:cNvGrpSpPr/>
          <p:nvPr/>
        </p:nvGrpSpPr>
        <p:grpSpPr>
          <a:xfrm>
            <a:off x="828000" y="4248000"/>
            <a:ext cx="3350895" cy="1475740"/>
            <a:chOff x="1304" y="3459"/>
            <a:chExt cx="5277" cy="2324"/>
          </a:xfrm>
        </p:grpSpPr>
        <p:sp>
          <p:nvSpPr>
            <p:cNvPr id="206" name="Text Box 107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551" y="3459"/>
              <a:ext cx="3685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CPU-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主存总线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(HOST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总线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07" name="Text Box 107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458" y="4592"/>
              <a:ext cx="141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I/O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总线</a:t>
              </a:r>
              <a:endPara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05" name="Rectangle 11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260" y="4025"/>
              <a:ext cx="1134" cy="397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总线桥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1" name="Text Box 28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304" y="3572"/>
              <a:ext cx="794" cy="45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/>
                <a:t>CPU</a:t>
              </a:r>
              <a:endParaRPr lang="en-US" altLang="zh-CN" sz="1800" b="1" dirty="0"/>
            </a:p>
          </p:txBody>
        </p:sp>
        <p:sp>
          <p:nvSpPr>
            <p:cNvPr id="32" name="Text Box 284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316" y="4026"/>
              <a:ext cx="1701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主存控制器</a:t>
              </a:r>
              <a:endParaRPr lang="zh-CN" altLang="en-US" sz="1600" b="1" dirty="0" smtClean="0"/>
            </a:p>
          </p:txBody>
        </p:sp>
        <p:sp>
          <p:nvSpPr>
            <p:cNvPr id="33" name="Text Box 28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674" y="4026"/>
              <a:ext cx="90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显卡</a:t>
              </a:r>
              <a:endParaRPr lang="zh-CN" altLang="en-US" sz="1600" b="1" dirty="0"/>
            </a:p>
          </p:txBody>
        </p:sp>
        <p:cxnSp>
          <p:nvCxnSpPr>
            <p:cNvPr id="34" name="直接连接符 33"/>
            <p:cNvCxnSpPr/>
            <p:nvPr>
              <p:custDataLst>
                <p:tags r:id="rId8"/>
              </p:custDataLst>
            </p:nvPr>
          </p:nvCxnSpPr>
          <p:spPr bwMode="auto">
            <a:xfrm>
              <a:off x="2091" y="3799"/>
              <a:ext cx="4479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>
              <a:endCxn id="32" idx="0"/>
            </p:cNvCxnSpPr>
            <p:nvPr>
              <p:custDataLst>
                <p:tags r:id="rId9"/>
              </p:custDataLst>
            </p:nvPr>
          </p:nvCxnSpPr>
          <p:spPr bwMode="auto">
            <a:xfrm>
              <a:off x="3231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>
              <a:endCxn id="33" idx="0"/>
            </p:cNvCxnSpPr>
            <p:nvPr>
              <p:custDataLst>
                <p:tags r:id="rId10"/>
              </p:custDataLst>
            </p:nvPr>
          </p:nvCxnSpPr>
          <p:spPr bwMode="auto">
            <a:xfrm>
              <a:off x="6128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11"/>
              </p:custDataLst>
            </p:nvPr>
          </p:nvCxnSpPr>
          <p:spPr bwMode="auto">
            <a:xfrm>
              <a:off x="3061" y="4422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3458" y="4422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13"/>
              </p:custDataLst>
            </p:nvPr>
          </p:nvCxnSpPr>
          <p:spPr bwMode="auto">
            <a:xfrm>
              <a:off x="6127" y="4426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1" name="Text Box 292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349" y="5159"/>
              <a:ext cx="136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 smtClean="0">
                  <a:solidFill>
                    <a:schemeClr val="tx1"/>
                  </a:solidFill>
                </a:rPr>
                <a:t>并行接口</a:t>
              </a:r>
              <a:endParaRPr lang="zh-CN" sz="16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72" name="Text Box 28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758" y="5159"/>
              <a:ext cx="136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串行接口</a:t>
              </a:r>
              <a:endParaRPr lang="zh-CN" altLang="en-US" sz="1600" b="1" dirty="0" smtClean="0"/>
            </a:p>
          </p:txBody>
        </p:sp>
        <p:cxnSp>
          <p:nvCxnSpPr>
            <p:cNvPr id="73" name="直接连接符 72"/>
            <p:cNvCxnSpPr>
              <a:endCxn id="72" idx="0"/>
            </p:cNvCxnSpPr>
            <p:nvPr>
              <p:custDataLst>
                <p:tags r:id="rId16"/>
              </p:custDataLst>
            </p:nvPr>
          </p:nvCxnSpPr>
          <p:spPr bwMode="auto">
            <a:xfrm>
              <a:off x="2439" y="4932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4" name="Text Box 28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706" y="5180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  <a:endParaRPr lang="en-US" altLang="zh-CN" sz="1600" b="1" dirty="0"/>
            </a:p>
          </p:txBody>
        </p:sp>
        <p:sp>
          <p:nvSpPr>
            <p:cNvPr id="75" name="Text Box 292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159" y="5159"/>
              <a:ext cx="136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chemeClr val="tx1"/>
                  </a:solidFill>
                </a:rPr>
                <a:t>网络接口</a:t>
              </a:r>
              <a:endParaRPr lang="zh-CN" altLang="en-US" sz="1600" b="1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76" name="直接连接符 75"/>
            <p:cNvCxnSpPr>
              <a:endCxn id="71" idx="0"/>
            </p:cNvCxnSpPr>
            <p:nvPr>
              <p:custDataLst>
                <p:tags r:id="rId19"/>
              </p:custDataLst>
            </p:nvPr>
          </p:nvCxnSpPr>
          <p:spPr bwMode="auto">
            <a:xfrm>
              <a:off x="4030" y="4932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/>
            <p:cNvCxnSpPr>
              <a:endCxn id="75" idx="0"/>
            </p:cNvCxnSpPr>
            <p:nvPr>
              <p:custDataLst>
                <p:tags r:id="rId20"/>
              </p:custDataLst>
            </p:nvPr>
          </p:nvCxnSpPr>
          <p:spPr bwMode="auto">
            <a:xfrm>
              <a:off x="5840" y="4932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21"/>
              </p:custDataLst>
            </p:nvPr>
          </p:nvCxnSpPr>
          <p:spPr bwMode="auto">
            <a:xfrm>
              <a:off x="2439" y="5556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22"/>
              </p:custDataLst>
            </p:nvPr>
          </p:nvCxnSpPr>
          <p:spPr bwMode="auto">
            <a:xfrm>
              <a:off x="4026" y="5556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>
              <p:custDataLst>
                <p:tags r:id="rId23"/>
              </p:custDataLst>
            </p:nvPr>
          </p:nvCxnSpPr>
          <p:spPr bwMode="auto">
            <a:xfrm>
              <a:off x="4823" y="3798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/>
            <p:cNvCxnSpPr/>
            <p:nvPr>
              <p:custDataLst>
                <p:tags r:id="rId24"/>
              </p:custDataLst>
            </p:nvPr>
          </p:nvCxnSpPr>
          <p:spPr bwMode="auto">
            <a:xfrm>
              <a:off x="1757" y="4932"/>
              <a:ext cx="4706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25"/>
              </p:custDataLst>
            </p:nvPr>
          </p:nvCxnSpPr>
          <p:spPr bwMode="auto">
            <a:xfrm>
              <a:off x="4823" y="4422"/>
              <a:ext cx="0" cy="510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26"/>
              </p:custDataLst>
            </p:nvPr>
          </p:nvCxnSpPr>
          <p:spPr bwMode="auto">
            <a:xfrm>
              <a:off x="5808" y="5530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0" name="组合 29"/>
          <p:cNvGrpSpPr/>
          <p:nvPr/>
        </p:nvGrpSpPr>
        <p:grpSpPr>
          <a:xfrm>
            <a:off x="828000" y="2160270"/>
            <a:ext cx="5618480" cy="1115695"/>
            <a:chOff x="1311" y="3402"/>
            <a:chExt cx="8848" cy="1757"/>
          </a:xfrm>
        </p:grpSpPr>
        <p:sp>
          <p:nvSpPr>
            <p:cNvPr id="2" name="矩形 1"/>
            <p:cNvSpPr/>
            <p:nvPr>
              <p:custDataLst>
                <p:tags r:id="rId27"/>
              </p:custDataLst>
            </p:nvPr>
          </p:nvSpPr>
          <p:spPr bwMode="auto">
            <a:xfrm>
              <a:off x="2667" y="4649"/>
              <a:ext cx="1247" cy="397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" name="Text Box 28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311" y="3572"/>
              <a:ext cx="794" cy="45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/>
                <a:t>CPU</a:t>
              </a:r>
              <a:endParaRPr lang="en-US" altLang="zh-CN" sz="1800" b="1" dirty="0"/>
            </a:p>
          </p:txBody>
        </p:sp>
        <p:sp>
          <p:nvSpPr>
            <p:cNvPr id="5" name="Text Box 284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323" y="4026"/>
              <a:ext cx="1701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主存控制器</a:t>
              </a:r>
              <a:endParaRPr lang="zh-CN" altLang="en-US" sz="1600" b="1" dirty="0" smtClean="0"/>
            </a:p>
          </p:txBody>
        </p:sp>
        <p:sp>
          <p:nvSpPr>
            <p:cNvPr id="6" name="Text Box 286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253" y="4026"/>
              <a:ext cx="90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显卡</a:t>
              </a:r>
              <a:endParaRPr lang="zh-CN" altLang="en-US" sz="1600" b="1" dirty="0"/>
            </a:p>
          </p:txBody>
        </p:sp>
        <p:sp>
          <p:nvSpPr>
            <p:cNvPr id="7" name="Text Box 287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5166" y="4026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  <a:endParaRPr lang="en-US" altLang="zh-CN" sz="1600" b="1" dirty="0"/>
            </a:p>
          </p:txBody>
        </p:sp>
        <p:sp>
          <p:nvSpPr>
            <p:cNvPr id="8" name="Text Box 290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703" y="3402"/>
              <a:ext cx="3175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/>
                <a:t>系统</a:t>
              </a:r>
              <a:r>
                <a:rPr lang="zh-CN" altLang="en-US" sz="1600" b="1" dirty="0" smtClean="0"/>
                <a:t>总线</a:t>
              </a:r>
              <a:r>
                <a:rPr lang="en-US" altLang="zh-CN" sz="1600" b="1" dirty="0" smtClean="0"/>
                <a:t>(</a:t>
              </a:r>
              <a:r>
                <a:rPr lang="zh-CN" altLang="en-US" sz="1600" b="1" dirty="0" smtClean="0"/>
                <a:t>如</a:t>
              </a:r>
              <a:r>
                <a:rPr lang="en-US" altLang="zh-CN" sz="1600" b="1" dirty="0" smtClean="0"/>
                <a:t>ISA</a:t>
              </a:r>
              <a:r>
                <a:rPr lang="zh-CN" altLang="en-US" sz="1600" b="1" dirty="0" smtClean="0"/>
                <a:t>总线</a:t>
              </a:r>
              <a:r>
                <a:rPr lang="en-US" altLang="zh-CN" sz="1600" b="1" dirty="0" smtClean="0"/>
                <a:t>)</a:t>
              </a:r>
              <a:endParaRPr lang="zh-CN" altLang="en-US" sz="1600" b="1" dirty="0"/>
            </a:p>
          </p:txBody>
        </p:sp>
        <p:sp>
          <p:nvSpPr>
            <p:cNvPr id="9" name="Text Box 292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7210" y="4026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990099"/>
                  </a:solidFill>
                </a:rPr>
                <a:t>I/O</a:t>
              </a:r>
              <a:r>
                <a:rPr lang="zh-CN" altLang="en-US" sz="1600" b="1" dirty="0" smtClean="0">
                  <a:solidFill>
                    <a:srgbClr val="990099"/>
                  </a:solidFill>
                </a:rPr>
                <a:t>插槽</a:t>
              </a:r>
              <a:endParaRPr lang="zh-CN" altLang="en-US" sz="1600" b="1" dirty="0" smtClean="0">
                <a:solidFill>
                  <a:srgbClr val="990099"/>
                </a:solidFill>
              </a:endParaRPr>
            </a:p>
          </p:txBody>
        </p:sp>
        <p:sp>
          <p:nvSpPr>
            <p:cNvPr id="10" name="Text Box 317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2440" y="4763"/>
              <a:ext cx="1247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内存条</a:t>
              </a:r>
              <a:endParaRPr lang="zh-CN" altLang="en-US" sz="1600" b="1" dirty="0" smtClean="0"/>
            </a:p>
          </p:txBody>
        </p:sp>
        <p:cxnSp>
          <p:nvCxnSpPr>
            <p:cNvPr id="11" name="直接连接符 10"/>
            <p:cNvCxnSpPr/>
            <p:nvPr>
              <p:custDataLst>
                <p:tags r:id="rId35"/>
              </p:custDataLst>
            </p:nvPr>
          </p:nvCxnSpPr>
          <p:spPr bwMode="auto">
            <a:xfrm>
              <a:off x="2098" y="3799"/>
              <a:ext cx="8050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>
              <a:endCxn id="5" idx="0"/>
            </p:cNvCxnSpPr>
            <p:nvPr>
              <p:custDataLst>
                <p:tags r:id="rId36"/>
              </p:custDataLst>
            </p:nvPr>
          </p:nvCxnSpPr>
          <p:spPr bwMode="auto">
            <a:xfrm>
              <a:off x="3238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直接连接符 12"/>
            <p:cNvCxnSpPr>
              <a:endCxn id="6" idx="0"/>
            </p:cNvCxnSpPr>
            <p:nvPr>
              <p:custDataLst>
                <p:tags r:id="rId37"/>
              </p:custDataLst>
            </p:nvPr>
          </p:nvCxnSpPr>
          <p:spPr bwMode="auto">
            <a:xfrm>
              <a:off x="4707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" name="Text Box 286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619" y="4026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/>
                <a:t>I/O</a:t>
              </a:r>
              <a:r>
                <a:rPr lang="zh-CN" altLang="en-US" sz="1600" b="1" dirty="0" smtClean="0"/>
                <a:t>接口</a:t>
              </a:r>
              <a:endParaRPr lang="zh-CN" altLang="en-US" sz="1600" b="1" dirty="0" smtClean="0"/>
            </a:p>
          </p:txBody>
        </p:sp>
        <p:cxnSp>
          <p:nvCxnSpPr>
            <p:cNvPr id="15" name="直接连接符 14"/>
            <p:cNvCxnSpPr>
              <a:endCxn id="14" idx="0"/>
            </p:cNvCxnSpPr>
            <p:nvPr>
              <p:custDataLst>
                <p:tags r:id="rId39"/>
              </p:custDataLst>
            </p:nvPr>
          </p:nvCxnSpPr>
          <p:spPr bwMode="auto">
            <a:xfrm>
              <a:off x="6243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Text Box 287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8455" y="4026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  <a:endParaRPr lang="en-US" altLang="zh-CN" sz="1600" b="1" dirty="0"/>
            </a:p>
          </p:txBody>
        </p:sp>
        <p:sp>
          <p:nvSpPr>
            <p:cNvPr id="17" name="Text Box 292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8913" y="4026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990099"/>
                  </a:solidFill>
                </a:rPr>
                <a:t>I/O</a:t>
              </a:r>
              <a:r>
                <a:rPr lang="zh-CN" altLang="en-US" sz="1600" b="1" dirty="0" smtClean="0">
                  <a:solidFill>
                    <a:srgbClr val="990099"/>
                  </a:solidFill>
                </a:rPr>
                <a:t>插槽</a:t>
              </a:r>
              <a:endParaRPr lang="zh-CN" altLang="en-US" sz="1600" b="1" dirty="0" smtClean="0">
                <a:solidFill>
                  <a:srgbClr val="990099"/>
                </a:solidFill>
              </a:endParaRPr>
            </a:p>
          </p:txBody>
        </p:sp>
        <p:cxnSp>
          <p:nvCxnSpPr>
            <p:cNvPr id="18" name="直接连接符 17"/>
            <p:cNvCxnSpPr>
              <a:endCxn id="9" idx="0"/>
            </p:cNvCxnSpPr>
            <p:nvPr>
              <p:custDataLst>
                <p:tags r:id="rId42"/>
              </p:custDataLst>
            </p:nvPr>
          </p:nvCxnSpPr>
          <p:spPr bwMode="auto">
            <a:xfrm>
              <a:off x="7834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接连接符 18"/>
            <p:cNvCxnSpPr>
              <a:endCxn id="17" idx="0"/>
            </p:cNvCxnSpPr>
            <p:nvPr>
              <p:custDataLst>
                <p:tags r:id="rId43"/>
              </p:custDataLst>
            </p:nvPr>
          </p:nvCxnSpPr>
          <p:spPr bwMode="auto">
            <a:xfrm>
              <a:off x="9537" y="379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/>
            <p:cNvCxnSpPr/>
            <p:nvPr>
              <p:custDataLst>
                <p:tags r:id="rId44"/>
              </p:custDataLst>
            </p:nvPr>
          </p:nvCxnSpPr>
          <p:spPr bwMode="auto">
            <a:xfrm>
              <a:off x="3121" y="4422"/>
              <a:ext cx="0" cy="346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3461" y="4422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" name="Text Box 317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4253" y="4763"/>
              <a:ext cx="907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/>
                <a:t>LCD</a:t>
              </a:r>
              <a:endParaRPr lang="en-US" altLang="zh-CN" sz="1600" b="1" dirty="0" smtClean="0"/>
            </a:p>
          </p:txBody>
        </p:sp>
        <p:cxnSp>
          <p:nvCxnSpPr>
            <p:cNvPr id="23" name="直接连接符 22"/>
            <p:cNvCxnSpPr/>
            <p:nvPr>
              <p:custDataLst>
                <p:tags r:id="rId47"/>
              </p:custDataLst>
            </p:nvPr>
          </p:nvCxnSpPr>
          <p:spPr bwMode="auto">
            <a:xfrm>
              <a:off x="4763" y="4426"/>
              <a:ext cx="0" cy="34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48"/>
              </p:custDataLst>
            </p:nvPr>
          </p:nvCxnSpPr>
          <p:spPr bwMode="auto">
            <a:xfrm>
              <a:off x="6300" y="4423"/>
              <a:ext cx="0" cy="34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Text Box 317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5789" y="4763"/>
              <a:ext cx="907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键盘</a:t>
              </a:r>
              <a:endParaRPr lang="zh-CN" altLang="en-US" sz="1600" b="1" dirty="0" smtClean="0"/>
            </a:p>
          </p:txBody>
        </p:sp>
        <p:cxnSp>
          <p:nvCxnSpPr>
            <p:cNvPr id="26" name="直接连接符 25"/>
            <p:cNvCxnSpPr/>
            <p:nvPr>
              <p:custDataLst>
                <p:tags r:id="rId50"/>
              </p:custDataLst>
            </p:nvPr>
          </p:nvCxnSpPr>
          <p:spPr bwMode="auto">
            <a:xfrm>
              <a:off x="7834" y="4426"/>
              <a:ext cx="0" cy="34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Text Box 317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7210" y="4763"/>
              <a:ext cx="1134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扩展卡</a:t>
              </a:r>
              <a:endParaRPr lang="zh-CN" altLang="en-US" sz="1600" b="1" dirty="0" smtClean="0"/>
            </a:p>
          </p:txBody>
        </p:sp>
        <p:sp>
          <p:nvSpPr>
            <p:cNvPr id="28" name="Text Box 287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5167" y="4763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…</a:t>
              </a:r>
              <a:endParaRPr lang="en-US" altLang="zh-CN" sz="1600" b="1" dirty="0"/>
            </a:p>
          </p:txBody>
        </p:sp>
      </p:grpSp>
      <p:sp>
        <p:nvSpPr>
          <p:cNvPr id="659" name="AutoShape 33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 rot="10800000">
            <a:off x="4428000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48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4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4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4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414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9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4320540" cy="524637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marL="2336800" indent="-233680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南北桥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结构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常见的总线命名：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扫盲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698625" indent="-1698625">
              <a:spcBef>
                <a:spcPts val="300"/>
              </a:spcBef>
            </a:pP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 </a:t>
            </a:r>
            <a:r>
              <a:rPr lang="zh-CN" altLang="en-US" sz="2000" b="1" dirty="0" smtClean="0">
                <a:solidFill>
                  <a:schemeClr val="accent2"/>
                </a:solidFill>
                <a:sym typeface="+mn-ea"/>
              </a:rPr>
              <a:t>   按</a:t>
            </a: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应用功能</a:t>
            </a:r>
            <a:r>
              <a:rPr lang="en-US" altLang="zh-CN" sz="2000" b="1" dirty="0" smtClean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</a:endParaRPr>
          </a:p>
          <a:p>
            <a:pPr marL="1698625" indent="-1698625"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</a:endParaRPr>
          </a:p>
          <a:p>
            <a:pPr marL="1698625" indent="-1698625">
              <a:spcBef>
                <a:spcPts val="0"/>
              </a:spcBef>
            </a:pPr>
            <a:endParaRPr lang="en-US" altLang="zh-CN" sz="2000" b="1" dirty="0" smtClean="0">
              <a:solidFill>
                <a:schemeClr val="accent2"/>
              </a:solidFill>
            </a:endParaRPr>
          </a:p>
          <a:p>
            <a:pPr marL="1698625" indent="-1698625"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</a:endParaRPr>
          </a:p>
          <a:p>
            <a:pPr marL="1698625" indent="-1698625" eaLnBrk="1" latinLnBrk="0" hangingPunct="1">
              <a:spcBef>
                <a:spcPts val="600"/>
              </a:spcBef>
            </a:pPr>
            <a:r>
              <a:rPr lang="en-US" altLang="zh-CN" sz="2000" b="1" dirty="0">
                <a:solidFill>
                  <a:schemeClr val="accent2"/>
                </a:solidFill>
                <a:sym typeface="+mn-ea"/>
              </a:rPr>
              <a:t> </a:t>
            </a:r>
            <a:r>
              <a:rPr lang="en-US" altLang="zh-CN" sz="2000" b="1" dirty="0" smtClean="0">
                <a:solidFill>
                  <a:schemeClr val="accent2"/>
                </a:solidFill>
                <a:sym typeface="+mn-ea"/>
              </a:rPr>
              <a:t>  </a:t>
            </a:r>
            <a:r>
              <a:rPr lang="zh-CN" altLang="en-US" sz="2000" b="1" dirty="0" smtClean="0">
                <a:solidFill>
                  <a:schemeClr val="accent2"/>
                </a:solidFill>
                <a:sym typeface="+mn-ea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sym typeface="+mn-ea"/>
              </a:rPr>
              <a:t>按总线标准</a:t>
            </a:r>
            <a:r>
              <a:rPr lang="en-US" altLang="zh-CN" sz="2000" b="1" dirty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13" name="Text Box 20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24710" y="360000"/>
            <a:ext cx="683450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集成技术＋</a:t>
            </a:r>
            <a:r>
              <a:rPr lang="zh-CN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网络技术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en-US" sz="1800" b="1" dirty="0" smtClean="0">
                <a:cs typeface="宋体" panose="02010600030101010101" pitchFamily="2" charset="-122"/>
                <a:sym typeface="+mn-ea"/>
              </a:rPr>
              <a:t>←提高带宽</a:t>
            </a:r>
            <a:r>
              <a:rPr lang="en-US" altLang="zh-CN" sz="1800" b="1" dirty="0" smtClean="0"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 smtClean="0">
                <a:cs typeface="宋体" panose="02010600030101010101" pitchFamily="2" charset="-122"/>
                <a:sym typeface="+mn-ea"/>
              </a:rPr>
              <a:t>并行传输</a:t>
            </a:r>
            <a:endParaRPr lang="zh-CN" altLang="en-US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23" name="组合 322"/>
          <p:cNvGrpSpPr/>
          <p:nvPr/>
        </p:nvGrpSpPr>
        <p:grpSpPr>
          <a:xfrm>
            <a:off x="6083935" y="1125855"/>
            <a:ext cx="2483485" cy="1655445"/>
            <a:chOff x="9581" y="6293"/>
            <a:chExt cx="3911" cy="2607"/>
          </a:xfrm>
        </p:grpSpPr>
        <p:sp>
          <p:nvSpPr>
            <p:cNvPr id="324" name="矩形 323"/>
            <p:cNvSpPr/>
            <p:nvPr>
              <p:custDataLst>
                <p:tags r:id="rId3"/>
              </p:custDataLst>
            </p:nvPr>
          </p:nvSpPr>
          <p:spPr bwMode="auto">
            <a:xfrm>
              <a:off x="9808" y="6520"/>
              <a:ext cx="3458" cy="215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325" name="Text Box 84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0885" y="7143"/>
              <a:ext cx="907" cy="90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开关矩阵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26" name="Text Box 33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808" y="7200"/>
              <a:ext cx="737" cy="79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APG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接口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27" name="Text Box 33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2132" y="7200"/>
              <a:ext cx="113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主存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控制器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28" name="Text Box 33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658" y="8334"/>
              <a:ext cx="136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Hub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接口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29" name="Text Box 33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658" y="6520"/>
              <a:ext cx="136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CPU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接口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330" name="直接连接符 329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11339" y="6860"/>
              <a:ext cx="1" cy="28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1" name="直接连接符 330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10545" y="7597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2" name="直接连接符 331"/>
            <p:cNvCxnSpPr/>
            <p:nvPr>
              <p:custDataLst>
                <p:tags r:id="rId11"/>
              </p:custDataLst>
            </p:nvPr>
          </p:nvCxnSpPr>
          <p:spPr bwMode="auto">
            <a:xfrm>
              <a:off x="11792" y="7370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3" name="直接连接符 332"/>
            <p:cNvCxnSpPr/>
            <p:nvPr>
              <p:custDataLst>
                <p:tags r:id="rId12"/>
              </p:custDataLst>
            </p:nvPr>
          </p:nvCxnSpPr>
          <p:spPr bwMode="auto">
            <a:xfrm>
              <a:off x="11792" y="7768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4" name="直接连接符 333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11332" y="8050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5" name="直接连接符 334"/>
            <p:cNvCxnSpPr/>
            <p:nvPr>
              <p:custDataLst>
                <p:tags r:id="rId14"/>
              </p:custDataLst>
            </p:nvPr>
          </p:nvCxnSpPr>
          <p:spPr bwMode="auto">
            <a:xfrm>
              <a:off x="11339" y="8674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6" name="直接连接符 335"/>
            <p:cNvCxnSpPr/>
            <p:nvPr>
              <p:custDataLst>
                <p:tags r:id="rId15"/>
              </p:custDataLst>
            </p:nvPr>
          </p:nvCxnSpPr>
          <p:spPr bwMode="auto">
            <a:xfrm>
              <a:off x="11339" y="629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7" name="直接连接符 336"/>
            <p:cNvCxnSpPr/>
            <p:nvPr>
              <p:custDataLst>
                <p:tags r:id="rId16"/>
              </p:custDataLst>
            </p:nvPr>
          </p:nvCxnSpPr>
          <p:spPr bwMode="auto">
            <a:xfrm>
              <a:off x="13266" y="7370"/>
              <a:ext cx="227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8" name="直接连接符 337"/>
            <p:cNvCxnSpPr/>
            <p:nvPr>
              <p:custDataLst>
                <p:tags r:id="rId17"/>
              </p:custDataLst>
            </p:nvPr>
          </p:nvCxnSpPr>
          <p:spPr bwMode="auto">
            <a:xfrm>
              <a:off x="13266" y="7767"/>
              <a:ext cx="227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9" name="直接连接符 338"/>
            <p:cNvCxnSpPr/>
            <p:nvPr>
              <p:custDataLst>
                <p:tags r:id="rId18"/>
              </p:custDataLst>
            </p:nvPr>
          </p:nvCxnSpPr>
          <p:spPr bwMode="auto">
            <a:xfrm>
              <a:off x="9581" y="7598"/>
              <a:ext cx="227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0" name="Text Box 20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2359" y="6633"/>
              <a:ext cx="824" cy="397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北桥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43" name="组合 342"/>
          <p:cNvGrpSpPr/>
          <p:nvPr/>
        </p:nvGrpSpPr>
        <p:grpSpPr>
          <a:xfrm>
            <a:off x="611505" y="946045"/>
            <a:ext cx="5004435" cy="2051685"/>
            <a:chOff x="737" y="6124"/>
            <a:chExt cx="7881" cy="3231"/>
          </a:xfrm>
        </p:grpSpPr>
        <p:sp>
          <p:nvSpPr>
            <p:cNvPr id="279" name="Text Box 52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896" y="6861"/>
              <a:ext cx="113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内存条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80" name="Text Box 53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985" y="6124"/>
              <a:ext cx="102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 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81" name="Text Box 6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381" y="7711"/>
              <a:ext cx="1361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高速接口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82" name="Text Box 63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062" y="6351"/>
              <a:ext cx="124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CPU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总线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3" name="Text Box 66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593" y="7882"/>
              <a:ext cx="1249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PCI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总线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4" name="Text Box 67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118" y="6918"/>
              <a:ext cx="1361" cy="68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北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桥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MCH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5" name="Text Box 72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422" y="6124"/>
              <a:ext cx="102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 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86" name="Text Box 76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118" y="8109"/>
              <a:ext cx="1361" cy="6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南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桥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IOH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7" name="Text Box 82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642" y="8448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p>
              <a:pPr algn="ctr">
                <a:lnSpc>
                  <a:spcPct val="10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88" name="Text Box 84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5726" y="8336"/>
              <a:ext cx="2494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PCI Express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接口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9" name="Text Box 33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758" y="6804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显卡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90" name="直接连接符 289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1985" y="6691"/>
              <a:ext cx="3458" cy="1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1" name="直接连接符 290"/>
            <p:cNvCxnSpPr/>
            <p:nvPr>
              <p:custDataLst>
                <p:tags r:id="rId32"/>
              </p:custDataLst>
            </p:nvPr>
          </p:nvCxnSpPr>
          <p:spPr bwMode="auto">
            <a:xfrm>
              <a:off x="2495" y="6464"/>
              <a:ext cx="0" cy="229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2" name="直接连接符 291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4933" y="6464"/>
              <a:ext cx="0" cy="229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3" name="直接连接符 292"/>
            <p:cNvCxnSpPr/>
            <p:nvPr>
              <p:custDataLst>
                <p:tags r:id="rId34"/>
              </p:custDataLst>
            </p:nvPr>
          </p:nvCxnSpPr>
          <p:spPr bwMode="auto">
            <a:xfrm>
              <a:off x="3798" y="6691"/>
              <a:ext cx="1" cy="227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4" name="直接连接符 293"/>
            <p:cNvCxnSpPr/>
            <p:nvPr>
              <p:custDataLst>
                <p:tags r:id="rId35"/>
              </p:custDataLst>
            </p:nvPr>
          </p:nvCxnSpPr>
          <p:spPr bwMode="auto">
            <a:xfrm>
              <a:off x="3799" y="7598"/>
              <a:ext cx="0" cy="510"/>
            </a:xfrm>
            <a:prstGeom prst="line">
              <a:avLst/>
            </a:prstGeom>
            <a:noFill/>
            <a:ln w="34925" cap="flat" cmpd="tri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5" name="Text Box 33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074" y="8059"/>
              <a:ext cx="158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LAN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连接器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96" name="Text Box 33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074" y="8789"/>
              <a:ext cx="158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USB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连接器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97" name="直接连接符 296"/>
            <p:cNvCxnSpPr/>
            <p:nvPr>
              <p:custDataLst>
                <p:tags r:id="rId38"/>
              </p:custDataLst>
            </p:nvPr>
          </p:nvCxnSpPr>
          <p:spPr bwMode="auto">
            <a:xfrm>
              <a:off x="2665" y="8229"/>
              <a:ext cx="454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8" name="直接连接符 297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2665" y="8562"/>
              <a:ext cx="454" cy="34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9" name="直接连接符 298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3799" y="8732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0" name="Text Box 59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232" y="9015"/>
              <a:ext cx="1134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固件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01" name="直接连接符 300"/>
            <p:cNvCxnSpPr/>
            <p:nvPr>
              <p:custDataLst>
                <p:tags r:id="rId42"/>
              </p:custDataLst>
            </p:nvPr>
          </p:nvCxnSpPr>
          <p:spPr bwMode="auto">
            <a:xfrm>
              <a:off x="4479" y="7031"/>
              <a:ext cx="1417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2" name="Text Box 52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5896" y="7315"/>
              <a:ext cx="113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内存条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03" name="Text Box 20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4593" y="7144"/>
              <a:ext cx="124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MEM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总线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304" name="直接连接符 303"/>
            <p:cNvCxnSpPr/>
            <p:nvPr>
              <p:custDataLst>
                <p:tags r:id="rId45"/>
              </p:custDataLst>
            </p:nvPr>
          </p:nvCxnSpPr>
          <p:spPr bwMode="auto">
            <a:xfrm>
              <a:off x="4475" y="7483"/>
              <a:ext cx="1417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5" name="Text Box 52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7484" y="6861"/>
              <a:ext cx="113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内存条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06" name="Text Box 52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7484" y="7315"/>
              <a:ext cx="113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内存条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07" name="直接连接符 306"/>
            <p:cNvCxnSpPr/>
            <p:nvPr>
              <p:custDataLst>
                <p:tags r:id="rId48"/>
              </p:custDataLst>
            </p:nvPr>
          </p:nvCxnSpPr>
          <p:spPr bwMode="auto">
            <a:xfrm>
              <a:off x="7030" y="7031"/>
              <a:ext cx="45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8" name="直接连接符 307"/>
            <p:cNvCxnSpPr/>
            <p:nvPr>
              <p:custDataLst>
                <p:tags r:id="rId49"/>
              </p:custDataLst>
            </p:nvPr>
          </p:nvCxnSpPr>
          <p:spPr bwMode="auto">
            <a:xfrm>
              <a:off x="7030" y="7485"/>
              <a:ext cx="454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9" name="直接连接符 308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4479" y="8222"/>
              <a:ext cx="3231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0" name="矩形 309"/>
            <p:cNvSpPr/>
            <p:nvPr>
              <p:custDataLst>
                <p:tags r:id="rId51"/>
              </p:custDataLst>
            </p:nvPr>
          </p:nvSpPr>
          <p:spPr bwMode="auto">
            <a:xfrm>
              <a:off x="5896" y="7767"/>
              <a:ext cx="680" cy="340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7780" rIns="0" bIns="0" numCol="1" rtlCol="0" anchor="t" anchorCtr="0" compatLnSpc="1">
              <a:noAutofit/>
            </a:bodyPr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插槽</a:t>
              </a:r>
              <a:endParaRPr kumimoji="1" lang="zh-CN" altLang="en-US" sz="1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11" name="直接连接符 310"/>
            <p:cNvCxnSpPr/>
            <p:nvPr>
              <p:custDataLst>
                <p:tags r:id="rId52"/>
              </p:custDataLst>
            </p:nvPr>
          </p:nvCxnSpPr>
          <p:spPr bwMode="auto">
            <a:xfrm>
              <a:off x="6236" y="8108"/>
              <a:ext cx="0" cy="11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3" name="直接连接符 312"/>
            <p:cNvCxnSpPr/>
            <p:nvPr>
              <p:custDataLst>
                <p:tags r:id="rId53"/>
              </p:custDataLst>
            </p:nvPr>
          </p:nvCxnSpPr>
          <p:spPr bwMode="auto">
            <a:xfrm>
              <a:off x="7370" y="8108"/>
              <a:ext cx="1" cy="109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4" name="Text Box 82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6576" y="7825"/>
              <a:ext cx="45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p>
              <a:pPr algn="ctr">
                <a:lnSpc>
                  <a:spcPct val="10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15" name="直接连接符 314"/>
            <p:cNvCxnSpPr/>
            <p:nvPr>
              <p:custDataLst>
                <p:tags r:id="rId55"/>
              </p:custDataLst>
            </p:nvPr>
          </p:nvCxnSpPr>
          <p:spPr bwMode="auto">
            <a:xfrm>
              <a:off x="4469" y="8448"/>
              <a:ext cx="1247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6" name="Text Box 33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4587" y="8959"/>
              <a:ext cx="21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通用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I/O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连接器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17" name="Text Box 33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6861" y="8804"/>
              <a:ext cx="170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中断请求线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18" name="直接连接符 317"/>
            <p:cNvCxnSpPr/>
            <p:nvPr>
              <p:custDataLst>
                <p:tags r:id="rId58"/>
              </p:custDataLst>
            </p:nvPr>
          </p:nvCxnSpPr>
          <p:spPr bwMode="auto">
            <a:xfrm>
              <a:off x="4479" y="8562"/>
              <a:ext cx="2381" cy="34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9" name="直接连接符 318"/>
            <p:cNvCxnSpPr/>
            <p:nvPr>
              <p:custDataLst>
                <p:tags r:id="rId59"/>
              </p:custDataLst>
            </p:nvPr>
          </p:nvCxnSpPr>
          <p:spPr bwMode="auto">
            <a:xfrm>
              <a:off x="4479" y="8618"/>
              <a:ext cx="794" cy="34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0" name="Text Box 331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737" y="7258"/>
              <a:ext cx="1928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AGP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总线插槽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321" name="直接连接符 320"/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2665" y="7428"/>
              <a:ext cx="454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2" name="直接连接符 321"/>
            <p:cNvCxnSpPr/>
            <p:nvPr>
              <p:custDataLst>
                <p:tags r:id="rId62"/>
              </p:custDataLst>
            </p:nvPr>
          </p:nvCxnSpPr>
          <p:spPr bwMode="auto">
            <a:xfrm>
              <a:off x="2661" y="6974"/>
              <a:ext cx="454" cy="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2" name="矩形 341"/>
            <p:cNvSpPr/>
            <p:nvPr>
              <p:custDataLst>
                <p:tags r:id="rId63"/>
              </p:custDataLst>
            </p:nvPr>
          </p:nvSpPr>
          <p:spPr bwMode="auto">
            <a:xfrm>
              <a:off x="7030" y="7767"/>
              <a:ext cx="680" cy="340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7780" rIns="0" bIns="0" numCol="1" rtlCol="0" anchor="t" anchorCtr="0" compatLnSpc="1">
              <a:noAutofit/>
            </a:bodyPr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插槽</a:t>
              </a:r>
              <a:endParaRPr kumimoji="1" lang="zh-CN" altLang="en-US" sz="1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1401445" y="3744000"/>
            <a:ext cx="7057390" cy="1295400"/>
            <a:chOff x="1190" y="5896"/>
            <a:chExt cx="11114" cy="2040"/>
          </a:xfrm>
        </p:grpSpPr>
        <p:sp>
          <p:nvSpPr>
            <p:cNvPr id="113" name="Text Box 67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5726" y="6746"/>
              <a:ext cx="1417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 smtClean="0"/>
                <a:t>MEM</a:t>
              </a:r>
              <a:r>
                <a:rPr lang="zh-CN" altLang="en-US" sz="1800" b="1" dirty="0" smtClean="0"/>
                <a:t>总线</a:t>
              </a:r>
              <a:endParaRPr lang="en-US" altLang="zh-CN" sz="1800" b="1" dirty="0"/>
            </a:p>
          </p:txBody>
        </p:sp>
        <p:sp>
          <p:nvSpPr>
            <p:cNvPr id="114" name="矩形 113"/>
            <p:cNvSpPr/>
            <p:nvPr>
              <p:custDataLst>
                <p:tags r:id="rId65"/>
              </p:custDataLst>
            </p:nvPr>
          </p:nvSpPr>
          <p:spPr bwMode="auto">
            <a:xfrm>
              <a:off x="9978" y="7540"/>
              <a:ext cx="454" cy="397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5" name="Text Box 284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4025" y="6576"/>
              <a:ext cx="1077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主存</a:t>
              </a:r>
              <a:endParaRPr lang="en-US" altLang="zh-CN" sz="1600" b="1" dirty="0" smtClean="0"/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控制器</a:t>
              </a:r>
              <a:endParaRPr lang="zh-CN" altLang="en-US" sz="1600" b="1" dirty="0" smtClean="0"/>
            </a:p>
          </p:txBody>
        </p:sp>
        <p:sp>
          <p:nvSpPr>
            <p:cNvPr id="121" name="Text Box 286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8050" y="6576"/>
              <a:ext cx="1134" cy="45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显卡</a:t>
              </a:r>
              <a:endParaRPr lang="zh-CN" altLang="en-US" sz="1600" b="1" dirty="0"/>
            </a:p>
          </p:txBody>
        </p:sp>
        <p:sp>
          <p:nvSpPr>
            <p:cNvPr id="123" name="Text Box 287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9298" y="6602"/>
              <a:ext cx="568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sp>
          <p:nvSpPr>
            <p:cNvPr id="124" name="Text Box 317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6576" y="7483"/>
              <a:ext cx="1134" cy="39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/>
                <a:t>内存条</a:t>
              </a:r>
              <a:endParaRPr lang="zh-CN" altLang="en-US" sz="1600" b="1" dirty="0" smtClean="0"/>
            </a:p>
          </p:txBody>
        </p:sp>
        <p:cxnSp>
          <p:nvCxnSpPr>
            <p:cNvPr id="125" name="直接连接符 124"/>
            <p:cNvCxnSpPr/>
            <p:nvPr>
              <p:custDataLst>
                <p:tags r:id="rId70"/>
              </p:custDataLst>
            </p:nvPr>
          </p:nvCxnSpPr>
          <p:spPr bwMode="auto">
            <a:xfrm>
              <a:off x="1190" y="6350"/>
              <a:ext cx="11112" cy="0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/>
            <p:cNvCxnSpPr>
              <a:endCxn id="115" idx="0"/>
            </p:cNvCxnSpPr>
            <p:nvPr>
              <p:custDataLst>
                <p:tags r:id="rId71"/>
              </p:custDataLst>
            </p:nvPr>
          </p:nvCxnSpPr>
          <p:spPr bwMode="auto">
            <a:xfrm>
              <a:off x="4564" y="6349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连接符 126"/>
            <p:cNvCxnSpPr/>
            <p:nvPr>
              <p:custDataLst>
                <p:tags r:id="rId72"/>
              </p:custDataLst>
            </p:nvPr>
          </p:nvCxnSpPr>
          <p:spPr bwMode="auto">
            <a:xfrm>
              <a:off x="8617" y="6350"/>
              <a:ext cx="0" cy="230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直接连接符 127"/>
            <p:cNvCxnSpPr/>
            <p:nvPr>
              <p:custDataLst>
                <p:tags r:id="rId73"/>
              </p:custDataLst>
            </p:nvPr>
          </p:nvCxnSpPr>
          <p:spPr bwMode="auto">
            <a:xfrm>
              <a:off x="5783" y="7200"/>
              <a:ext cx="0" cy="283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9" name="Text Box 317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8050" y="7483"/>
              <a:ext cx="1134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/>
                <a:t>LCD</a:t>
              </a:r>
              <a:endParaRPr lang="en-US" altLang="zh-CN" sz="1600" b="1" dirty="0" smtClean="0"/>
            </a:p>
          </p:txBody>
        </p:sp>
        <p:cxnSp>
          <p:nvCxnSpPr>
            <p:cNvPr id="130" name="直接连接符 129"/>
            <p:cNvCxnSpPr/>
            <p:nvPr>
              <p:custDataLst>
                <p:tags r:id="rId75"/>
              </p:custDataLst>
            </p:nvPr>
          </p:nvCxnSpPr>
          <p:spPr bwMode="auto">
            <a:xfrm>
              <a:off x="8619" y="7030"/>
              <a:ext cx="0" cy="45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1" name="Text Box 287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10772" y="7370"/>
              <a:ext cx="454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cxnSp>
          <p:nvCxnSpPr>
            <p:cNvPr id="132" name="直接连接符 131"/>
            <p:cNvCxnSpPr/>
            <p:nvPr>
              <p:custDataLst>
                <p:tags r:id="rId77"/>
              </p:custDataLst>
            </p:nvPr>
          </p:nvCxnSpPr>
          <p:spPr bwMode="auto">
            <a:xfrm>
              <a:off x="5102" y="7200"/>
              <a:ext cx="2608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3" name="Text Box 317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5216" y="7483"/>
              <a:ext cx="1134" cy="39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/>
                <a:t>内存条</a:t>
              </a:r>
              <a:endParaRPr lang="zh-CN" altLang="en-US" sz="1600" b="1" dirty="0" smtClean="0"/>
            </a:p>
          </p:txBody>
        </p:sp>
        <p:cxnSp>
          <p:nvCxnSpPr>
            <p:cNvPr id="134" name="直接连接符 133"/>
            <p:cNvCxnSpPr/>
            <p:nvPr>
              <p:custDataLst>
                <p:tags r:id="rId79"/>
              </p:custDataLst>
            </p:nvPr>
          </p:nvCxnSpPr>
          <p:spPr bwMode="auto">
            <a:xfrm>
              <a:off x="7143" y="7200"/>
              <a:ext cx="0" cy="283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5" name="Text Box 67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3402" y="5896"/>
              <a:ext cx="8507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ym typeface="+mn-ea"/>
                </a:rPr>
                <a:t>CPU-</a:t>
              </a:r>
              <a:r>
                <a:rPr lang="zh-CN" altLang="en-US" sz="1800" b="1" dirty="0" smtClean="0">
                  <a:sym typeface="+mn-ea"/>
                </a:rPr>
                <a:t>主存总线</a:t>
              </a:r>
              <a:r>
                <a:rPr lang="en-US" altLang="zh-CN" sz="1800" b="1" dirty="0" smtClean="0"/>
                <a:t>(</a:t>
              </a:r>
              <a:r>
                <a:rPr lang="zh-CN" altLang="en-US" sz="1800" b="1" dirty="0" smtClean="0"/>
                <a:t>前端总线</a:t>
              </a:r>
              <a:r>
                <a:rPr lang="en-US" altLang="zh-CN" sz="1800" b="1" dirty="0" smtClean="0"/>
                <a:t>FSB</a:t>
              </a:r>
              <a:r>
                <a:rPr lang="zh-CN" altLang="en-US" sz="1800" b="1" dirty="0" smtClean="0"/>
                <a:t>、</a:t>
              </a:r>
              <a:r>
                <a:rPr lang="en-US" altLang="zh-CN" sz="1800" b="1" dirty="0" smtClean="0">
                  <a:sym typeface="+mn-ea"/>
                </a:rPr>
                <a:t>HOST</a:t>
              </a:r>
              <a:r>
                <a:rPr lang="zh-CN" altLang="en-US" sz="1800" b="1" dirty="0" smtClean="0">
                  <a:sym typeface="+mn-ea"/>
                </a:rPr>
                <a:t>总线</a:t>
              </a:r>
              <a:r>
                <a:rPr lang="en-US" altLang="zh-CN" sz="1800" b="1" dirty="0" smtClean="0">
                  <a:sym typeface="+mn-ea"/>
                </a:rPr>
                <a:t>[</a:t>
              </a:r>
              <a:r>
                <a:rPr lang="zh-CN" altLang="en-US" sz="1800" b="1" dirty="0" smtClean="0"/>
                <a:t>主机总线</a:t>
              </a:r>
              <a:r>
                <a:rPr lang="en-US" altLang="zh-CN" sz="1800" b="1" dirty="0" smtClean="0"/>
                <a:t>])</a:t>
              </a:r>
              <a:endParaRPr lang="en-US" altLang="zh-CN" sz="1800" b="1" dirty="0"/>
            </a:p>
          </p:txBody>
        </p:sp>
        <p:cxnSp>
          <p:nvCxnSpPr>
            <p:cNvPr id="137" name="直接连接符 136"/>
            <p:cNvCxnSpPr/>
            <p:nvPr>
              <p:custDataLst>
                <p:tags r:id="rId81"/>
              </p:custDataLst>
            </p:nvPr>
          </p:nvCxnSpPr>
          <p:spPr bwMode="auto">
            <a:xfrm>
              <a:off x="3231" y="6350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8" name="Text Box 284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9921" y="6576"/>
              <a:ext cx="907" cy="45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/>
                <a:t>IO</a:t>
              </a:r>
              <a:r>
                <a:rPr lang="zh-CN" altLang="en-US" sz="1600" b="1" dirty="0" smtClean="0"/>
                <a:t>桥</a:t>
              </a:r>
              <a:endParaRPr lang="zh-CN" altLang="en-US" sz="1600" b="1" dirty="0" smtClean="0"/>
            </a:p>
          </p:txBody>
        </p:sp>
        <p:cxnSp>
          <p:nvCxnSpPr>
            <p:cNvPr id="139" name="直接连接符 138"/>
            <p:cNvCxnSpPr/>
            <p:nvPr>
              <p:custDataLst>
                <p:tags r:id="rId83"/>
              </p:custDataLst>
            </p:nvPr>
          </p:nvCxnSpPr>
          <p:spPr bwMode="auto">
            <a:xfrm>
              <a:off x="10375" y="6350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直接连接符 139"/>
            <p:cNvCxnSpPr/>
            <p:nvPr>
              <p:custDataLst>
                <p:tags r:id="rId84"/>
              </p:custDataLst>
            </p:nvPr>
          </p:nvCxnSpPr>
          <p:spPr bwMode="auto">
            <a:xfrm>
              <a:off x="9924" y="7257"/>
              <a:ext cx="2381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>
              <p:custDataLst>
                <p:tags r:id="rId85"/>
              </p:custDataLst>
            </p:nvPr>
          </p:nvCxnSpPr>
          <p:spPr bwMode="auto">
            <a:xfrm>
              <a:off x="10375" y="7030"/>
              <a:ext cx="0" cy="247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2" name="Text Box 290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0942" y="6803"/>
              <a:ext cx="1361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 smtClean="0"/>
                <a:t>I/O</a:t>
              </a:r>
              <a:r>
                <a:rPr lang="zh-CN" altLang="en-US" sz="1800" b="1" dirty="0" smtClean="0"/>
                <a:t>总线</a:t>
              </a:r>
              <a:endParaRPr lang="zh-CN" altLang="en-US" sz="1800" b="1" dirty="0"/>
            </a:p>
          </p:txBody>
        </p:sp>
        <p:cxnSp>
          <p:nvCxnSpPr>
            <p:cNvPr id="143" name="直接连接符 142"/>
            <p:cNvCxnSpPr/>
            <p:nvPr>
              <p:custDataLst>
                <p:tags r:id="rId87"/>
              </p:custDataLst>
            </p:nvPr>
          </p:nvCxnSpPr>
          <p:spPr bwMode="auto">
            <a:xfrm>
              <a:off x="10205" y="7257"/>
              <a:ext cx="0" cy="283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直接连接符 143"/>
            <p:cNvCxnSpPr/>
            <p:nvPr>
              <p:custDataLst>
                <p:tags r:id="rId88"/>
              </p:custDataLst>
            </p:nvPr>
          </p:nvCxnSpPr>
          <p:spPr bwMode="auto">
            <a:xfrm>
              <a:off x="11906" y="7257"/>
              <a:ext cx="0" cy="283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5" name="矩形 144"/>
            <p:cNvSpPr/>
            <p:nvPr>
              <p:custDataLst>
                <p:tags r:id="rId89"/>
              </p:custDataLst>
            </p:nvPr>
          </p:nvSpPr>
          <p:spPr bwMode="auto">
            <a:xfrm>
              <a:off x="11679" y="7540"/>
              <a:ext cx="454" cy="397"/>
            </a:xfrm>
            <a:prstGeom prst="rect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2336800" marR="0" indent="-233680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47" name="直接连接符 146"/>
            <p:cNvCxnSpPr/>
            <p:nvPr>
              <p:custDataLst>
                <p:tags r:id="rId90"/>
              </p:custDataLst>
            </p:nvPr>
          </p:nvCxnSpPr>
          <p:spPr bwMode="auto">
            <a:xfrm>
              <a:off x="1190" y="7257"/>
              <a:ext cx="2608" cy="0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6" name="Text Box 281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2607" y="7484"/>
              <a:ext cx="90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/>
                <a:t>CPU1</a:t>
              </a:r>
              <a:endParaRPr lang="en-US" altLang="zh-CN" sz="1600" b="1" dirty="0" smtClean="0"/>
            </a:p>
          </p:txBody>
        </p:sp>
        <p:sp>
          <p:nvSpPr>
            <p:cNvPr id="146" name="Text Box 281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1474" y="7484"/>
              <a:ext cx="90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/>
                <a:t>CPU0</a:t>
              </a:r>
              <a:endParaRPr lang="en-US" altLang="zh-CN" sz="1600" b="1" dirty="0" smtClean="0"/>
            </a:p>
          </p:txBody>
        </p:sp>
        <p:cxnSp>
          <p:nvCxnSpPr>
            <p:cNvPr id="148" name="直接连接符 147"/>
            <p:cNvCxnSpPr/>
            <p:nvPr>
              <p:custDataLst>
                <p:tags r:id="rId93"/>
              </p:custDataLst>
            </p:nvPr>
          </p:nvCxnSpPr>
          <p:spPr bwMode="auto">
            <a:xfrm>
              <a:off x="3061" y="7257"/>
              <a:ext cx="0" cy="227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94"/>
              </p:custDataLst>
            </p:nvPr>
          </p:nvCxnSpPr>
          <p:spPr bwMode="auto">
            <a:xfrm flipH="1">
              <a:off x="1926" y="7257"/>
              <a:ext cx="3" cy="209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0" name="Text Box 67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1191" y="6803"/>
              <a:ext cx="1361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 smtClean="0"/>
                <a:t>CPU</a:t>
              </a:r>
              <a:r>
                <a:rPr lang="zh-CN" altLang="en-US" sz="1800" b="1" dirty="0" smtClean="0"/>
                <a:t>总线</a:t>
              </a:r>
              <a:endParaRPr lang="en-US" altLang="zh-CN" sz="1800" b="1" dirty="0"/>
            </a:p>
          </p:txBody>
        </p:sp>
        <p:sp>
          <p:nvSpPr>
            <p:cNvPr id="151" name="Text Box 284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2608" y="6576"/>
              <a:ext cx="1134" cy="45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/>
                <a:t>HOST</a:t>
              </a:r>
              <a:r>
                <a:rPr lang="zh-CN" altLang="en-US" sz="1600" b="1" dirty="0" smtClean="0"/>
                <a:t>桥</a:t>
              </a:r>
              <a:endParaRPr lang="zh-CN" altLang="en-US" sz="1600" b="1" dirty="0" smtClean="0"/>
            </a:p>
          </p:txBody>
        </p:sp>
        <p:cxnSp>
          <p:nvCxnSpPr>
            <p:cNvPr id="152" name="直接连接符 151"/>
            <p:cNvCxnSpPr/>
            <p:nvPr>
              <p:custDataLst>
                <p:tags r:id="rId97"/>
              </p:custDataLst>
            </p:nvPr>
          </p:nvCxnSpPr>
          <p:spPr bwMode="auto">
            <a:xfrm flipH="1">
              <a:off x="3231" y="7030"/>
              <a:ext cx="0" cy="229"/>
            </a:xfrm>
            <a:prstGeom prst="line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3" name="Text Box 37"/>
          <p:cNvSpPr txBox="1">
            <a:spLocks noChangeArrowheads="1"/>
          </p:cNvSpPr>
          <p:nvPr>
            <p:custDataLst>
              <p:tags r:id="rId98"/>
            </p:custDataLst>
          </p:nvPr>
        </p:nvSpPr>
        <p:spPr bwMode="auto">
          <a:xfrm>
            <a:off x="2304000" y="5112000"/>
            <a:ext cx="6285865" cy="115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>
            <a:noAutofit/>
          </a:bodyPr>
          <a:p>
            <a:pPr marL="1698625" indent="-1698625"/>
            <a:r>
              <a:rPr lang="en-US" altLang="zh-CN" sz="2000" b="1" dirty="0" smtClean="0">
                <a:sym typeface="+mn-ea"/>
              </a:rPr>
              <a:t>PCI</a:t>
            </a:r>
            <a:r>
              <a:rPr lang="zh-CN" altLang="en-US" sz="2000" b="1" dirty="0" smtClean="0">
                <a:sym typeface="+mn-ea"/>
              </a:rPr>
              <a:t>、</a:t>
            </a:r>
            <a:r>
              <a:rPr lang="en-US" altLang="zh-CN" sz="2000" b="1" dirty="0" smtClean="0">
                <a:sym typeface="+mn-ea"/>
              </a:rPr>
              <a:t>ISA</a:t>
            </a:r>
            <a:r>
              <a:rPr lang="zh-CN" altLang="en-US" sz="2000" b="1" dirty="0" smtClean="0">
                <a:sym typeface="+mn-ea"/>
              </a:rPr>
              <a:t>、</a:t>
            </a:r>
            <a:r>
              <a:rPr lang="en-US" altLang="zh-CN" sz="2000" b="1" dirty="0" smtClean="0">
                <a:sym typeface="+mn-ea"/>
              </a:rPr>
              <a:t>AGP</a:t>
            </a:r>
            <a:r>
              <a:rPr lang="zh-CN" altLang="en-US" sz="2000" b="1" dirty="0" smtClean="0">
                <a:sym typeface="+mn-ea"/>
              </a:rPr>
              <a:t>总线</a:t>
            </a:r>
            <a:r>
              <a:rPr lang="zh-CN" altLang="en-US" sz="2000" b="1" dirty="0">
                <a:sym typeface="+mn-ea"/>
              </a:rPr>
              <a:t>等</a:t>
            </a:r>
            <a:r>
              <a:rPr lang="zh-CN" altLang="en-US" sz="2000" b="1" dirty="0" smtClean="0">
                <a:sym typeface="+mn-ea"/>
              </a:rPr>
              <a:t>，                 </a:t>
            </a:r>
            <a:r>
              <a:rPr lang="zh-CN" altLang="en-US" sz="1800" b="1" dirty="0" smtClean="0">
                <a:sym typeface="+mn-ea"/>
              </a:rPr>
              <a:t>←</a:t>
            </a:r>
            <a:r>
              <a:rPr lang="zh-CN" altLang="en-US" sz="1800" b="1" dirty="0">
                <a:sym typeface="+mn-ea"/>
              </a:rPr>
              <a:t>并行</a:t>
            </a:r>
            <a:r>
              <a:rPr lang="zh-CN" altLang="en-US" sz="1800" b="1" dirty="0" smtClean="0">
                <a:sym typeface="+mn-ea"/>
              </a:rPr>
              <a:t>总线</a:t>
            </a:r>
            <a:endParaRPr lang="en-US" altLang="zh-CN" sz="2000" b="1" dirty="0" smtClean="0"/>
          </a:p>
          <a:p>
            <a:pPr marL="1698625" indent="-1698625"/>
            <a:r>
              <a:rPr lang="en-US" altLang="zh-CN" sz="2000" b="1" dirty="0" smtClean="0">
                <a:sym typeface="+mn-ea"/>
              </a:rPr>
              <a:t>PCI Express</a:t>
            </a:r>
            <a:r>
              <a:rPr lang="zh-CN" altLang="en-US" sz="2000" b="1" dirty="0" smtClean="0">
                <a:sym typeface="+mn-ea"/>
              </a:rPr>
              <a:t>、</a:t>
            </a:r>
            <a:r>
              <a:rPr lang="en-US" altLang="zh-CN" sz="2000" b="1" dirty="0" smtClean="0">
                <a:sym typeface="+mn-ea"/>
              </a:rPr>
              <a:t>QPI</a:t>
            </a:r>
            <a:r>
              <a:rPr lang="zh-CN" altLang="en-US" sz="2000" b="1" dirty="0" smtClean="0">
                <a:sym typeface="+mn-ea"/>
              </a:rPr>
              <a:t>、</a:t>
            </a:r>
            <a:r>
              <a:rPr lang="en-US" altLang="zh-CN" sz="2000" b="1" dirty="0" smtClean="0">
                <a:sym typeface="+mn-ea"/>
              </a:rPr>
              <a:t>InfiniBand</a:t>
            </a:r>
            <a:r>
              <a:rPr lang="zh-CN" altLang="en-US" sz="2000" b="1" dirty="0" smtClean="0">
                <a:sym typeface="+mn-ea"/>
              </a:rPr>
              <a:t>总线等，  </a:t>
            </a:r>
            <a:r>
              <a:rPr lang="zh-CN" altLang="en-US" sz="1800" b="1" dirty="0" smtClean="0">
                <a:sym typeface="+mn-ea"/>
              </a:rPr>
              <a:t>←串行总线</a:t>
            </a:r>
            <a:endParaRPr lang="en-US" altLang="zh-CN" sz="2000" b="1" dirty="0" smtClean="0"/>
          </a:p>
          <a:p>
            <a:pPr marL="1698625" indent="-1698625"/>
            <a:r>
              <a:rPr lang="en-US" altLang="zh-CN" sz="2000" b="1" dirty="0" smtClean="0">
                <a:sym typeface="+mn-ea"/>
              </a:rPr>
              <a:t>USB</a:t>
            </a:r>
            <a:r>
              <a:rPr lang="zh-CN" altLang="en-US" sz="2000" b="1" dirty="0" smtClean="0">
                <a:sym typeface="+mn-ea"/>
              </a:rPr>
              <a:t>、</a:t>
            </a:r>
            <a:r>
              <a:rPr lang="en-US" altLang="zh-CN" sz="2000" b="1" dirty="0" smtClean="0">
                <a:sym typeface="+mn-ea"/>
              </a:rPr>
              <a:t>SCSI</a:t>
            </a:r>
            <a:r>
              <a:rPr lang="zh-CN" altLang="en-US" sz="2000" b="1" dirty="0" smtClean="0">
                <a:sym typeface="+mn-ea"/>
              </a:rPr>
              <a:t>、</a:t>
            </a:r>
            <a:r>
              <a:rPr lang="en-US" altLang="zh-CN" sz="2000" b="1" dirty="0" smtClean="0">
                <a:sym typeface="+mn-ea"/>
              </a:rPr>
              <a:t>IEEE1394</a:t>
            </a:r>
            <a:r>
              <a:rPr lang="zh-CN" altLang="en-US" sz="2000" b="1" dirty="0" smtClean="0">
                <a:sym typeface="+mn-ea"/>
              </a:rPr>
              <a:t>、</a:t>
            </a:r>
            <a:r>
              <a:rPr lang="en-US" altLang="zh-CN" sz="2000" b="1" dirty="0" smtClean="0">
                <a:sym typeface="+mn-ea"/>
              </a:rPr>
              <a:t>CAN</a:t>
            </a:r>
            <a:r>
              <a:rPr lang="zh-CN" altLang="en-US" sz="2000" b="1" dirty="0" smtClean="0">
                <a:sym typeface="+mn-ea"/>
              </a:rPr>
              <a:t>总线等        </a:t>
            </a:r>
            <a:r>
              <a:rPr lang="zh-CN" altLang="en-US" sz="1800" b="1" dirty="0" smtClean="0">
                <a:sym typeface="+mn-ea"/>
              </a:rPr>
              <a:t>←通信总线</a:t>
            </a:r>
            <a:endParaRPr lang="zh-CN" altLang="en-US" sz="18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2" name="AutoShape 334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99"/>
            </p:custDataLst>
          </p:nvPr>
        </p:nvSpPr>
        <p:spPr bwMode="auto">
          <a:xfrm rot="5400000">
            <a:off x="442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1C9A51B-A8E5-4E38-A74D-F6E7BEFB9955}" type="slidenum">
              <a:rPr lang="en-US" altLang="zh-CN" smtClean="0"/>
            </a:fld>
            <a:endParaRPr lang="en-US" altLang="zh-CN"/>
          </a:p>
        </p:txBody>
      </p:sp>
      <p:sp>
        <p:nvSpPr>
          <p:cNvPr id="155" name="Text Box 5"/>
          <p:cNvSpPr txBox="1">
            <a:spLocks noChangeArrowheads="1"/>
          </p:cNvSpPr>
          <p:nvPr/>
        </p:nvSpPr>
        <p:spPr bwMode="auto">
          <a:xfrm>
            <a:off x="179705" y="360045"/>
            <a:ext cx="3697605" cy="51695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</a:rPr>
              <a:t>、总线互连</a:t>
            </a:r>
            <a:endParaRPr lang="zh-CN" altLang="en-US" sz="2200" b="1" dirty="0">
              <a:solidFill>
                <a:srgbClr val="FF3399"/>
              </a:solidFill>
            </a:endParaRPr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</a:rPr>
              <a:t>部件连接方法：</a:t>
            </a:r>
            <a:endParaRPr lang="zh-CN" altLang="en-US" sz="2200" b="1" dirty="0">
              <a:solidFill>
                <a:srgbClr val="C00000"/>
              </a:solidFill>
            </a:endParaRPr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spc="-100" dirty="0" smtClean="0">
              <a:solidFill>
                <a:srgbClr val="C00000"/>
              </a:solidFill>
            </a:endParaRPr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spc="-100" dirty="0" smtClean="0">
              <a:solidFill>
                <a:srgbClr val="C00000"/>
              </a:solidFill>
            </a:endParaRPr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spc="-100" dirty="0" smtClean="0">
              <a:solidFill>
                <a:srgbClr val="C00000"/>
              </a:solidFill>
            </a:endParaRPr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spc="-100" dirty="0" smtClean="0">
              <a:solidFill>
                <a:srgbClr val="C00000"/>
              </a:solidFill>
            </a:endParaRPr>
          </a:p>
          <a:p>
            <a:pPr marL="1698625" indent="-169862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spc="-100" dirty="0" smtClean="0">
                <a:solidFill>
                  <a:srgbClr val="C00000"/>
                </a:solidFill>
              </a:rPr>
              <a:t> *</a:t>
            </a:r>
            <a:r>
              <a:rPr lang="zh-CN" altLang="en-US" sz="2200" b="1" spc="-100" dirty="0" smtClean="0">
                <a:solidFill>
                  <a:srgbClr val="C00000"/>
                </a:solidFill>
              </a:rPr>
              <a:t>总线接口</a:t>
            </a:r>
            <a:r>
              <a:rPr lang="zh-CN" altLang="en-US" sz="2200" b="1" spc="-100" dirty="0" smtClean="0">
                <a:solidFill>
                  <a:srgbClr val="C00000"/>
                </a:solidFill>
              </a:rPr>
              <a:t>电路功能：</a:t>
            </a:r>
            <a:endParaRPr lang="zh-CN" altLang="en-US" sz="2200" b="1" spc="-100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sym typeface="+mn-ea"/>
              </a:rPr>
              <a:t>    ⑴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总线侧操作</a:t>
            </a: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sym typeface="+mn-ea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sym typeface="+mn-ea"/>
              </a:rPr>
              <a:t>   ⑵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信息缓冲</a:t>
            </a: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sym typeface="+mn-ea"/>
              </a:rPr>
              <a:t>    ⑶设备侧控制</a:t>
            </a:r>
            <a:r>
              <a:rPr lang="en-US" altLang="zh-CN" sz="2200" b="1" dirty="0" smtClean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zh-CN" altLang="en-US" sz="2200" b="1" dirty="0" smtClean="0">
              <a:solidFill>
                <a:schemeClr val="accent2"/>
              </a:solidFill>
              <a:sym typeface="+mn-ea"/>
            </a:endParaRPr>
          </a:p>
          <a:p>
            <a:pPr>
              <a:spcBef>
                <a:spcPts val="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sym typeface="+mn-ea"/>
              </a:rPr>
              <a:t>    ⑷信息格式转换</a:t>
            </a:r>
            <a:r>
              <a:rPr lang="en-US" altLang="zh-CN" sz="2200" b="1" dirty="0" smtClean="0">
                <a:solidFill>
                  <a:schemeClr val="accent2"/>
                </a:solidFill>
                <a:sym typeface="+mn-ea"/>
              </a:rPr>
              <a:t>— </a:t>
            </a:r>
            <a:endParaRPr lang="zh-CN" altLang="en-US" sz="2200" b="1" spc="-100" dirty="0" smtClean="0">
              <a:solidFill>
                <a:srgbClr val="C00000"/>
              </a:solidFill>
            </a:endParaRPr>
          </a:p>
        </p:txBody>
      </p:sp>
      <p:sp>
        <p:nvSpPr>
          <p:cNvPr id="156" name="Text Box 29"/>
          <p:cNvSpPr txBox="1">
            <a:spLocks noChangeArrowheads="1"/>
          </p:cNvSpPr>
          <p:nvPr/>
        </p:nvSpPr>
        <p:spPr bwMode="auto">
          <a:xfrm>
            <a:off x="2411730" y="791845"/>
            <a:ext cx="6575425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sz="2200" b="1" dirty="0" smtClean="0"/>
              <a:t>通过</a:t>
            </a:r>
            <a:r>
              <a:rPr lang="zh-CN" altLang="en-US" sz="2200" b="1" u="sng" dirty="0">
                <a:solidFill>
                  <a:srgbClr val="990099"/>
                </a:solidFill>
              </a:rPr>
              <a:t>总线</a:t>
            </a:r>
            <a:r>
              <a:rPr lang="zh-CN" altLang="en-US" sz="2200" b="1" u="sng" dirty="0" smtClean="0">
                <a:solidFill>
                  <a:srgbClr val="990099"/>
                </a:solidFill>
              </a:rPr>
              <a:t>接口电路</a:t>
            </a:r>
            <a:r>
              <a:rPr lang="zh-CN" altLang="en-US" sz="2200" b="1" dirty="0" smtClean="0"/>
              <a:t>实现</a:t>
            </a:r>
            <a:r>
              <a:rPr lang="en-US" altLang="zh-CN" sz="2200" b="1" dirty="0" smtClean="0"/>
              <a:t>    </a:t>
            </a:r>
            <a:r>
              <a:rPr lang="zh-CN" altLang="en-US" sz="1800" b="1" dirty="0" smtClean="0"/>
              <a:t>←速度</a:t>
            </a:r>
            <a:r>
              <a:rPr lang="en-US" altLang="zh-CN" sz="1800" b="1" dirty="0" smtClean="0"/>
              <a:t>/</a:t>
            </a:r>
            <a:r>
              <a:rPr lang="zh-CN" altLang="en-US" sz="1800" b="1" dirty="0" smtClean="0"/>
              <a:t>格式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时序</a:t>
            </a:r>
            <a:r>
              <a:rPr lang="en-US" altLang="zh-CN" sz="1800" b="1" dirty="0" smtClean="0"/>
              <a:t>/</a:t>
            </a:r>
            <a:r>
              <a:rPr lang="zh-CN" altLang="en-US" sz="1800" b="1" dirty="0" smtClean="0"/>
              <a:t>电平转换</a:t>
            </a:r>
            <a:endParaRPr lang="zh-CN" altLang="en-US" sz="1800" b="1" dirty="0" smtClean="0"/>
          </a:p>
          <a:p>
            <a:endParaRPr lang="zh-CN" altLang="en-US" sz="2200" dirty="0"/>
          </a:p>
          <a:p>
            <a:endParaRPr lang="zh-CN" altLang="en-US" sz="2200" dirty="0"/>
          </a:p>
          <a:p>
            <a:endParaRPr lang="zh-CN" altLang="en-US" sz="2200" dirty="0"/>
          </a:p>
          <a:p>
            <a:endParaRPr lang="zh-CN" altLang="en-US" sz="2200" dirty="0"/>
          </a:p>
          <a:p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   </a:t>
            </a:r>
            <a:r>
              <a:rPr lang="zh-CN" altLang="en-US" sz="2200" b="1" u="sng" dirty="0">
                <a:solidFill>
                  <a:srgbClr val="FF3399"/>
                </a:solidFill>
                <a:sym typeface="+mn-ea"/>
              </a:rPr>
              <a:t>中转</a:t>
            </a:r>
            <a:r>
              <a:rPr lang="zh-CN" altLang="en-US" sz="2200" b="1" dirty="0">
                <a:sym typeface="+mn-ea"/>
              </a:rPr>
              <a:t>对设备的</a:t>
            </a:r>
            <a:r>
              <a:rPr lang="zh-CN" altLang="en-US" sz="2200" b="1" dirty="0" smtClean="0">
                <a:sym typeface="+mn-ea"/>
              </a:rPr>
              <a:t>操作  </a:t>
            </a:r>
            <a:r>
              <a:rPr lang="en-US" altLang="zh-CN" sz="1800" b="1" dirty="0" smtClean="0">
                <a:sym typeface="+mn-ea"/>
              </a:rPr>
              <a:t>   </a:t>
            </a:r>
            <a:r>
              <a:rPr lang="zh-CN" altLang="en-US" sz="1800" b="1" dirty="0" smtClean="0">
                <a:sym typeface="+mn-ea"/>
              </a:rPr>
              <a:t>←先收下、再转发</a:t>
            </a:r>
            <a:endParaRPr lang="en-US" altLang="zh-CN" sz="1800" b="1" dirty="0" smtClean="0">
              <a:sym typeface="+mn-ea"/>
            </a:endParaRPr>
          </a:p>
        </p:txBody>
      </p:sp>
      <p:grpSp>
        <p:nvGrpSpPr>
          <p:cNvPr id="276" name="组合 275"/>
          <p:cNvGrpSpPr/>
          <p:nvPr/>
        </p:nvGrpSpPr>
        <p:grpSpPr>
          <a:xfrm>
            <a:off x="897890" y="1266825"/>
            <a:ext cx="7381875" cy="1583690"/>
            <a:chOff x="1753" y="5272"/>
            <a:chExt cx="11625" cy="2494"/>
          </a:xfrm>
        </p:grpSpPr>
        <p:sp>
          <p:nvSpPr>
            <p:cNvPr id="158" name="Rectangle 8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57" y="5783"/>
              <a:ext cx="1701" cy="130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60" name="Text Box 10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71" y="6236"/>
              <a:ext cx="454" cy="39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CU</a:t>
              </a:r>
              <a:endParaRPr lang="en-US" altLang="zh-CN" sz="1600" b="1" dirty="0"/>
            </a:p>
          </p:txBody>
        </p:sp>
        <p:sp>
          <p:nvSpPr>
            <p:cNvPr id="161" name="Text Box 1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433" y="6517"/>
              <a:ext cx="907" cy="453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/>
                <a:t>ALU</a:t>
              </a:r>
              <a:endParaRPr lang="en-US" altLang="zh-CN" sz="1600" b="1"/>
            </a:p>
          </p:txBody>
        </p:sp>
        <p:sp>
          <p:nvSpPr>
            <p:cNvPr id="162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433" y="5896"/>
              <a:ext cx="90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/>
                <a:t>BIU</a:t>
              </a:r>
              <a:endParaRPr lang="en-US" altLang="zh-CN" sz="1600" b="1" dirty="0"/>
            </a:p>
          </p:txBody>
        </p:sp>
        <p:sp>
          <p:nvSpPr>
            <p:cNvPr id="164" name="Text Box 1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178" y="6520"/>
              <a:ext cx="1134" cy="39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显示器</a:t>
              </a:r>
              <a:endParaRPr lang="zh-CN" altLang="en-US" sz="1600" b="1" dirty="0"/>
            </a:p>
          </p:txBody>
        </p:sp>
        <p:sp>
          <p:nvSpPr>
            <p:cNvPr id="165" name="Text Box 2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839" y="5896"/>
              <a:ext cx="192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/>
                <a:t>显示适配器</a:t>
              </a:r>
              <a:endParaRPr lang="zh-CN" altLang="en-US" sz="1600" b="1"/>
            </a:p>
          </p:txBody>
        </p:sp>
        <p:sp>
          <p:nvSpPr>
            <p:cNvPr id="166" name="Text Box 2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681" y="5896"/>
              <a:ext cx="1814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主存控制器</a:t>
              </a:r>
              <a:endParaRPr lang="zh-CN" altLang="en-US" sz="1600" b="1" dirty="0"/>
            </a:p>
          </p:txBody>
        </p:sp>
        <p:sp>
          <p:nvSpPr>
            <p:cNvPr id="167" name="Text Box 22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698" y="6517"/>
              <a:ext cx="113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内存条</a:t>
              </a:r>
              <a:endParaRPr lang="zh-CN" altLang="en-US" sz="1600" b="1" dirty="0" smtClean="0"/>
            </a:p>
          </p:txBody>
        </p:sp>
        <p:sp>
          <p:nvSpPr>
            <p:cNvPr id="168" name="Text Box 3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694" y="5896"/>
              <a:ext cx="1814" cy="39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/>
                <a:t>HOST/PCI</a:t>
              </a:r>
              <a:r>
                <a:rPr lang="zh-CN" altLang="en-US" sz="1600" b="1" dirty="0" smtClean="0"/>
                <a:t>桥</a:t>
              </a:r>
              <a:endParaRPr lang="zh-CN" altLang="en-US" sz="1600" b="1" dirty="0" smtClean="0"/>
            </a:p>
          </p:txBody>
        </p:sp>
        <p:sp>
          <p:nvSpPr>
            <p:cNvPr id="171" name="Text Box 3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994" y="7370"/>
              <a:ext cx="1134" cy="39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键盘</a:t>
              </a:r>
              <a:endParaRPr lang="zh-CN" altLang="en-US" sz="1600" b="1" dirty="0"/>
            </a:p>
          </p:txBody>
        </p:sp>
        <p:sp>
          <p:nvSpPr>
            <p:cNvPr id="172" name="Text Box 3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879" y="6744"/>
              <a:ext cx="136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/>
                <a:t>PS/2</a:t>
              </a:r>
              <a:r>
                <a:rPr lang="zh-CN" altLang="en-US" sz="1600" b="1" dirty="0" smtClean="0"/>
                <a:t>接口</a:t>
              </a:r>
              <a:endParaRPr lang="zh-CN" altLang="en-US" sz="1600" b="1" dirty="0" smtClean="0"/>
            </a:p>
          </p:txBody>
        </p:sp>
        <p:sp>
          <p:nvSpPr>
            <p:cNvPr id="177" name="Text Box 31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949" y="5272"/>
              <a:ext cx="1479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/>
                <a:t>HOST</a:t>
              </a:r>
              <a:r>
                <a:rPr lang="zh-CN" altLang="en-US" sz="1600" b="1" dirty="0" smtClean="0"/>
                <a:t>总线</a:t>
              </a:r>
              <a:endParaRPr lang="en-US" altLang="zh-CN" sz="1600" b="1" dirty="0"/>
            </a:p>
          </p:txBody>
        </p:sp>
        <p:cxnSp>
          <p:nvCxnSpPr>
            <p:cNvPr id="178" name="直接连接符 177"/>
            <p:cNvCxnSpPr/>
            <p:nvPr>
              <p:custDataLst>
                <p:tags r:id="rId13"/>
              </p:custDataLst>
            </p:nvPr>
          </p:nvCxnSpPr>
          <p:spPr bwMode="auto">
            <a:xfrm>
              <a:off x="1753" y="5669"/>
              <a:ext cx="11622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2887" y="5669"/>
              <a:ext cx="1" cy="22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9" name="Text Box 31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1906" y="6174"/>
              <a:ext cx="1362" cy="34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/>
                <a:t>PCI</a:t>
              </a:r>
              <a:r>
                <a:rPr lang="zh-CN" altLang="en-US" sz="1600" b="1" dirty="0" smtClean="0"/>
                <a:t>总线</a:t>
              </a:r>
              <a:endParaRPr lang="en-US" altLang="zh-CN" sz="1600" b="1" dirty="0"/>
            </a:p>
          </p:txBody>
        </p:sp>
        <p:cxnSp>
          <p:nvCxnSpPr>
            <p:cNvPr id="204" name="直接连接符 203"/>
            <p:cNvCxnSpPr/>
            <p:nvPr>
              <p:custDataLst>
                <p:tags r:id="rId16"/>
              </p:custDataLst>
            </p:nvPr>
          </p:nvCxnSpPr>
          <p:spPr bwMode="auto">
            <a:xfrm>
              <a:off x="4588" y="5668"/>
              <a:ext cx="0" cy="22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3" name="直接连接符 212"/>
            <p:cNvCxnSpPr/>
            <p:nvPr>
              <p:custDataLst>
                <p:tags r:id="rId17"/>
              </p:custDataLst>
            </p:nvPr>
          </p:nvCxnSpPr>
          <p:spPr bwMode="auto">
            <a:xfrm>
              <a:off x="6803" y="5669"/>
              <a:ext cx="0" cy="22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直接连接符 213"/>
            <p:cNvCxnSpPr/>
            <p:nvPr>
              <p:custDataLst>
                <p:tags r:id="rId18"/>
              </p:custDataLst>
            </p:nvPr>
          </p:nvCxnSpPr>
          <p:spPr bwMode="auto">
            <a:xfrm>
              <a:off x="6915" y="629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5" name="Text Box 13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105" y="5896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smtClean="0"/>
                <a:t>…</a:t>
              </a:r>
              <a:endParaRPr lang="en-US" altLang="zh-CN" sz="1800" b="1" dirty="0" smtClean="0"/>
            </a:p>
          </p:txBody>
        </p:sp>
        <p:cxnSp>
          <p:nvCxnSpPr>
            <p:cNvPr id="216" name="直接连接符 215"/>
            <p:cNvCxnSpPr/>
            <p:nvPr>
              <p:custDataLst>
                <p:tags r:id="rId20"/>
              </p:custDataLst>
            </p:nvPr>
          </p:nvCxnSpPr>
          <p:spPr bwMode="auto">
            <a:xfrm>
              <a:off x="10602" y="5668"/>
              <a:ext cx="0" cy="22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7" name="直接连接符 216"/>
            <p:cNvCxnSpPr/>
            <p:nvPr>
              <p:custDataLst>
                <p:tags r:id="rId21"/>
              </p:custDataLst>
            </p:nvPr>
          </p:nvCxnSpPr>
          <p:spPr bwMode="auto">
            <a:xfrm>
              <a:off x="10602" y="6293"/>
              <a:ext cx="0" cy="22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8" name="直接连接符 217"/>
            <p:cNvCxnSpPr/>
            <p:nvPr>
              <p:custDataLst>
                <p:tags r:id="rId22"/>
              </p:custDataLst>
            </p:nvPr>
          </p:nvCxnSpPr>
          <p:spPr bwMode="auto">
            <a:xfrm>
              <a:off x="7880" y="6520"/>
              <a:ext cx="5499" cy="1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9" name="直接连接符 218"/>
            <p:cNvCxnSpPr/>
            <p:nvPr>
              <p:custDataLst>
                <p:tags r:id="rId23"/>
              </p:custDataLst>
            </p:nvPr>
          </p:nvCxnSpPr>
          <p:spPr bwMode="auto">
            <a:xfrm>
              <a:off x="8560" y="6520"/>
              <a:ext cx="0" cy="22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0" name="Text Box 13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9298" y="6746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smtClean="0"/>
                <a:t>…</a:t>
              </a:r>
              <a:endParaRPr lang="en-US" altLang="zh-CN" sz="1800" b="1" dirty="0" smtClean="0"/>
            </a:p>
          </p:txBody>
        </p:sp>
        <p:cxnSp>
          <p:nvCxnSpPr>
            <p:cNvPr id="222" name="直接连接符 221"/>
            <p:cNvCxnSpPr/>
            <p:nvPr>
              <p:custDataLst>
                <p:tags r:id="rId25"/>
              </p:custDataLst>
            </p:nvPr>
          </p:nvCxnSpPr>
          <p:spPr bwMode="auto">
            <a:xfrm>
              <a:off x="8560" y="714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5" name="Text Box 40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1962" y="7370"/>
              <a:ext cx="1247" cy="39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/>
                <a:t>USB</a:t>
              </a:r>
              <a:r>
                <a:rPr lang="zh-CN" altLang="en-US" sz="1600" b="1" dirty="0"/>
                <a:t>设备</a:t>
              </a:r>
              <a:endParaRPr lang="zh-CN" altLang="en-US" sz="1600" b="1" dirty="0"/>
            </a:p>
          </p:txBody>
        </p:sp>
        <p:sp>
          <p:nvSpPr>
            <p:cNvPr id="226" name="Text Box 4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1792" y="6746"/>
              <a:ext cx="158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/>
                <a:t>USB</a:t>
              </a:r>
              <a:r>
                <a:rPr lang="zh-CN" altLang="en-US" sz="1600" b="1" dirty="0" smtClean="0"/>
                <a:t>控制器</a:t>
              </a:r>
              <a:endParaRPr lang="zh-CN" altLang="en-US" sz="1600" b="1" dirty="0" smtClean="0"/>
            </a:p>
          </p:txBody>
        </p:sp>
        <p:cxnSp>
          <p:nvCxnSpPr>
            <p:cNvPr id="227" name="直接连接符 226"/>
            <p:cNvCxnSpPr/>
            <p:nvPr>
              <p:custDataLst>
                <p:tags r:id="rId28"/>
              </p:custDataLst>
            </p:nvPr>
          </p:nvCxnSpPr>
          <p:spPr bwMode="auto">
            <a:xfrm>
              <a:off x="12529" y="6520"/>
              <a:ext cx="0" cy="231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8" name="直接连接符 227"/>
            <p:cNvCxnSpPr/>
            <p:nvPr>
              <p:custDataLst>
                <p:tags r:id="rId29"/>
              </p:custDataLst>
            </p:nvPr>
          </p:nvCxnSpPr>
          <p:spPr bwMode="auto">
            <a:xfrm>
              <a:off x="12473" y="7143"/>
              <a:ext cx="0" cy="22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9" name="直接连接符 228"/>
            <p:cNvCxnSpPr/>
            <p:nvPr>
              <p:custDataLst>
                <p:tags r:id="rId30"/>
              </p:custDataLst>
            </p:nvPr>
          </p:nvCxnSpPr>
          <p:spPr bwMode="auto">
            <a:xfrm>
              <a:off x="12643" y="7143"/>
              <a:ext cx="0" cy="22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5" name="Text Box 40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0148" y="7370"/>
              <a:ext cx="1134" cy="39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硬盘</a:t>
              </a:r>
              <a:endParaRPr lang="zh-CN" altLang="en-US" sz="1600" b="1" dirty="0" smtClean="0"/>
            </a:p>
          </p:txBody>
        </p:sp>
        <p:sp>
          <p:nvSpPr>
            <p:cNvPr id="176" name="Text Box 4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9808" y="6746"/>
              <a:ext cx="1814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硬盘控制器</a:t>
              </a:r>
              <a:endParaRPr lang="zh-CN" altLang="en-US" sz="1600" b="1" dirty="0" smtClean="0"/>
            </a:p>
          </p:txBody>
        </p:sp>
        <p:cxnSp>
          <p:nvCxnSpPr>
            <p:cNvPr id="221" name="直接连接符 220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10773" y="6519"/>
              <a:ext cx="0" cy="227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3" name="直接连接符 222"/>
            <p:cNvCxnSpPr/>
            <p:nvPr>
              <p:custDataLst>
                <p:tags r:id="rId34"/>
              </p:custDataLst>
            </p:nvPr>
          </p:nvCxnSpPr>
          <p:spPr bwMode="auto">
            <a:xfrm>
              <a:off x="10715" y="7143"/>
              <a:ext cx="0" cy="227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2" name="直接连接符 231"/>
            <p:cNvCxnSpPr/>
            <p:nvPr>
              <p:custDataLst>
                <p:tags r:id="rId35"/>
              </p:custDataLst>
            </p:nvPr>
          </p:nvCxnSpPr>
          <p:spPr bwMode="auto">
            <a:xfrm>
              <a:off x="10489" y="7143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3" name="直接连接符 232"/>
            <p:cNvCxnSpPr/>
            <p:nvPr>
              <p:custDataLst>
                <p:tags r:id="rId36"/>
              </p:custDataLst>
            </p:nvPr>
          </p:nvCxnSpPr>
          <p:spPr bwMode="auto">
            <a:xfrm>
              <a:off x="6632" y="6293"/>
              <a:ext cx="0" cy="226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4" name="Text Box 22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705" y="7030"/>
              <a:ext cx="113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内存条</a:t>
              </a:r>
              <a:endParaRPr lang="zh-CN" altLang="en-US" sz="1600" b="1" dirty="0" smtClean="0"/>
            </a:p>
          </p:txBody>
        </p:sp>
        <p:cxnSp>
          <p:nvCxnSpPr>
            <p:cNvPr id="235" name="直接连接符 234"/>
            <p:cNvCxnSpPr/>
            <p:nvPr>
              <p:custDataLst>
                <p:tags r:id="rId38"/>
              </p:custDataLst>
            </p:nvPr>
          </p:nvCxnSpPr>
          <p:spPr bwMode="auto">
            <a:xfrm>
              <a:off x="4422" y="6293"/>
              <a:ext cx="0" cy="1077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3" name="直接连接符 272"/>
            <p:cNvCxnSpPr/>
            <p:nvPr>
              <p:custDataLst>
                <p:tags r:id="rId39"/>
              </p:custDataLst>
            </p:nvPr>
          </p:nvCxnSpPr>
          <p:spPr bwMode="auto">
            <a:xfrm>
              <a:off x="4422" y="6746"/>
              <a:ext cx="283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4" name="直接连接符 273"/>
            <p:cNvCxnSpPr/>
            <p:nvPr>
              <p:custDataLst>
                <p:tags r:id="rId40"/>
              </p:custDataLst>
            </p:nvPr>
          </p:nvCxnSpPr>
          <p:spPr bwMode="auto">
            <a:xfrm>
              <a:off x="4422" y="7257"/>
              <a:ext cx="283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5" name="直接连接符 274"/>
            <p:cNvCxnSpPr/>
            <p:nvPr>
              <p:custDataLst>
                <p:tags r:id="rId41"/>
              </p:custDataLst>
            </p:nvPr>
          </p:nvCxnSpPr>
          <p:spPr bwMode="auto">
            <a:xfrm>
              <a:off x="2891" y="6293"/>
              <a:ext cx="0" cy="227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78" name="Text Box 46"/>
          <p:cNvSpPr txBox="1">
            <a:spLocks noChangeArrowheads="1"/>
          </p:cNvSpPr>
          <p:nvPr/>
        </p:nvSpPr>
        <p:spPr bwMode="auto">
          <a:xfrm>
            <a:off x="2448000" y="3276000"/>
            <a:ext cx="6583680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sz="2200" b="1" dirty="0" smtClean="0">
                <a:solidFill>
                  <a:srgbClr val="990099"/>
                </a:solidFill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</a:rPr>
              <a:t> </a:t>
            </a:r>
            <a:r>
              <a:rPr lang="zh-CN" altLang="en-US" sz="2200" b="1" u="sng" dirty="0" smtClean="0">
                <a:solidFill>
                  <a:srgbClr val="990099"/>
                </a:solidFill>
              </a:rPr>
              <a:t>侦测</a:t>
            </a:r>
            <a:r>
              <a:rPr lang="zh-CN" altLang="en-US" sz="2200" b="1" dirty="0" smtClean="0"/>
              <a:t>总线状态</a:t>
            </a:r>
            <a:r>
              <a:rPr lang="zh-CN" sz="2200" b="1" dirty="0" smtClean="0"/>
              <a:t>，</a:t>
            </a:r>
            <a:r>
              <a:rPr lang="zh-CN" altLang="en-US" sz="2200" b="1" u="sng" dirty="0" smtClean="0">
                <a:solidFill>
                  <a:srgbClr val="990099"/>
                </a:solidFill>
              </a:rPr>
              <a:t>决定</a:t>
            </a:r>
            <a:r>
              <a:rPr lang="zh-CN" altLang="en-US" sz="2200" b="1" dirty="0" smtClean="0"/>
              <a:t>是否</a:t>
            </a:r>
            <a:r>
              <a:rPr lang="zh-CN" altLang="en-US" sz="2200" b="1" u="sng" dirty="0" smtClean="0"/>
              <a:t>发起</a:t>
            </a:r>
            <a:r>
              <a:rPr lang="en-US" altLang="zh-CN" sz="2200" b="1" u="sng" dirty="0" smtClean="0"/>
              <a:t>/</a:t>
            </a:r>
            <a:r>
              <a:rPr lang="zh-CN" altLang="en-US" sz="2200" b="1" u="sng" dirty="0" smtClean="0"/>
              <a:t>响应</a:t>
            </a:r>
            <a:r>
              <a:rPr lang="zh-CN" altLang="en-US" sz="2200" b="1" dirty="0" smtClean="0"/>
              <a:t>总线操作</a:t>
            </a:r>
            <a:endParaRPr lang="zh-CN" altLang="en-US" sz="2200" b="1" dirty="0" smtClean="0"/>
          </a:p>
          <a:p>
            <a:r>
              <a:rPr lang="zh-CN" altLang="en-US" sz="2200" b="1" u="sng" dirty="0" smtClean="0">
                <a:solidFill>
                  <a:srgbClr val="990099"/>
                </a:solidFill>
                <a:sym typeface="+mn-ea"/>
              </a:rPr>
              <a:t>暂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存</a:t>
            </a:r>
            <a:r>
              <a:rPr lang="zh-CN" altLang="en-US" sz="2200" b="1" dirty="0">
                <a:sym typeface="+mn-ea"/>
              </a:rPr>
              <a:t>来自</a:t>
            </a:r>
            <a:r>
              <a:rPr lang="zh-CN" altLang="en-US" sz="2200" b="1" dirty="0" smtClean="0">
                <a:sym typeface="+mn-ea"/>
              </a:rPr>
              <a:t>总线和设备的信息</a:t>
            </a:r>
            <a:r>
              <a:rPr lang="en-US" altLang="zh-CN" sz="1800" b="1" dirty="0" smtClean="0">
                <a:sym typeface="+mn-ea"/>
              </a:rPr>
              <a:t>(</a:t>
            </a:r>
            <a:r>
              <a:rPr lang="zh-CN" altLang="en-US" sz="1800" b="1" dirty="0">
                <a:sym typeface="+mn-ea"/>
              </a:rPr>
              <a:t>命令</a:t>
            </a:r>
            <a:r>
              <a:rPr lang="en-US" altLang="zh-CN" sz="1800" b="1" dirty="0">
                <a:sym typeface="+mn-ea"/>
              </a:rPr>
              <a:t>&amp;</a:t>
            </a:r>
            <a:r>
              <a:rPr lang="zh-CN" altLang="en-US" sz="1800" b="1" dirty="0" smtClean="0">
                <a:sym typeface="+mn-ea"/>
              </a:rPr>
              <a:t>数据</a:t>
            </a:r>
            <a:r>
              <a:rPr lang="en-US" altLang="zh-CN" sz="1800" b="1" dirty="0" smtClean="0">
                <a:sym typeface="+mn-ea"/>
              </a:rPr>
              <a:t>[Bus],</a:t>
            </a:r>
            <a:r>
              <a:rPr lang="zh-CN" altLang="en-US" sz="1800" b="1" dirty="0" smtClean="0">
                <a:sym typeface="+mn-ea"/>
              </a:rPr>
              <a:t>数据</a:t>
            </a:r>
            <a:r>
              <a:rPr lang="en-US" altLang="zh-CN" sz="1800" b="1" dirty="0" smtClean="0">
                <a:sym typeface="+mn-ea"/>
              </a:rPr>
              <a:t>&amp;</a:t>
            </a:r>
            <a:r>
              <a:rPr lang="zh-CN" altLang="en-US" sz="1800" b="1" dirty="0" smtClean="0">
                <a:sym typeface="+mn-ea"/>
              </a:rPr>
              <a:t>状态</a:t>
            </a:r>
            <a:r>
              <a:rPr lang="en-US" altLang="zh-CN" sz="1800" b="1" dirty="0" smtClean="0">
                <a:sym typeface="+mn-ea"/>
              </a:rPr>
              <a:t>)</a:t>
            </a:r>
            <a:endParaRPr lang="zh-CN" altLang="en-US" sz="2200" b="1" dirty="0"/>
          </a:p>
          <a:p>
            <a:r>
              <a:rPr lang="en-US" altLang="zh-CN" sz="2200" b="1" dirty="0" smtClean="0">
                <a:sym typeface="+mn-ea"/>
              </a:rPr>
              <a:t>  </a:t>
            </a:r>
            <a:r>
              <a:rPr lang="zh-CN" altLang="en-US" sz="2200" b="1" u="sng" dirty="0" smtClean="0">
                <a:solidFill>
                  <a:srgbClr val="990099"/>
                </a:solidFill>
                <a:sym typeface="+mn-ea"/>
              </a:rPr>
              <a:t>侦测</a:t>
            </a:r>
            <a:r>
              <a:rPr lang="en-US" altLang="zh-CN" sz="2200" b="1" u="sng" dirty="0" smtClean="0">
                <a:solidFill>
                  <a:srgbClr val="990099"/>
                </a:solidFill>
                <a:sym typeface="+mn-ea"/>
              </a:rPr>
              <a:t>&amp;</a:t>
            </a:r>
            <a:r>
              <a:rPr lang="zh-CN" altLang="en-US" sz="2200" b="1" u="sng" dirty="0" smtClean="0">
                <a:solidFill>
                  <a:srgbClr val="990099"/>
                </a:solidFill>
                <a:sym typeface="+mn-ea"/>
              </a:rPr>
              <a:t>保存</a:t>
            </a:r>
            <a:r>
              <a:rPr lang="zh-CN" altLang="en-US" sz="2200" b="1" dirty="0" smtClean="0">
                <a:sym typeface="+mn-ea"/>
              </a:rPr>
              <a:t>设备状态；</a:t>
            </a:r>
            <a:endParaRPr lang="zh-CN" sz="2200" b="1" dirty="0" smtClean="0">
              <a:sym typeface="+mn-ea"/>
            </a:endParaRPr>
          </a:p>
          <a:p>
            <a:r>
              <a:rPr lang="zh-CN" sz="2200" b="1" dirty="0" smtClean="0">
                <a:sym typeface="+mn-ea"/>
              </a:rPr>
              <a:t> </a:t>
            </a:r>
            <a:r>
              <a:rPr lang="en-US" altLang="zh-CN" sz="2200" b="1" dirty="0" smtClean="0"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0070C0"/>
                </a:solidFill>
                <a:sym typeface="+mn-ea"/>
              </a:rPr>
              <a:t>就绪时</a:t>
            </a:r>
            <a:r>
              <a:rPr lang="zh-CN" altLang="en-US" sz="2200" b="1" u="sng" dirty="0" smtClean="0">
                <a:solidFill>
                  <a:srgbClr val="990099"/>
                </a:solidFill>
                <a:sym typeface="+mn-ea"/>
              </a:rPr>
              <a:t>转发</a:t>
            </a:r>
            <a:r>
              <a:rPr lang="zh-CN" altLang="en-US" sz="2200" b="1" dirty="0" smtClean="0">
                <a:sym typeface="+mn-ea"/>
              </a:rPr>
              <a:t>命令</a:t>
            </a:r>
            <a:r>
              <a:rPr lang="en-US" altLang="zh-CN" sz="2200" b="1" dirty="0" smtClean="0">
                <a:sym typeface="+mn-ea"/>
              </a:rPr>
              <a:t>/</a:t>
            </a:r>
            <a:r>
              <a:rPr lang="zh-CN" altLang="en-US" sz="2200" b="1" dirty="0" smtClean="0">
                <a:sym typeface="+mn-ea"/>
              </a:rPr>
              <a:t>数据</a:t>
            </a:r>
            <a:r>
              <a:rPr lang="en-US" altLang="zh-CN" sz="1800" b="1" dirty="0" smtClean="0">
                <a:sym typeface="+mn-ea"/>
              </a:rPr>
              <a:t>(</a:t>
            </a:r>
            <a:r>
              <a:rPr lang="zh-CN" altLang="en-US" sz="1800" b="1" dirty="0" smtClean="0">
                <a:sym typeface="+mn-ea"/>
              </a:rPr>
              <a:t>中转</a:t>
            </a:r>
            <a:r>
              <a:rPr lang="en-US" altLang="zh-CN" sz="1800" b="1" dirty="0" smtClean="0">
                <a:sym typeface="+mn-ea"/>
              </a:rPr>
              <a:t>)</a:t>
            </a:r>
            <a:r>
              <a:rPr lang="zh-CN" altLang="en-US" sz="2200" b="1" dirty="0" smtClean="0">
                <a:sym typeface="+mn-ea"/>
              </a:rPr>
              <a:t>，或</a:t>
            </a:r>
            <a:r>
              <a:rPr lang="zh-CN" altLang="en-US" sz="2200" b="1" u="sng" dirty="0" smtClean="0">
                <a:solidFill>
                  <a:srgbClr val="990099"/>
                </a:solidFill>
                <a:sym typeface="+mn-ea"/>
              </a:rPr>
              <a:t>接收</a:t>
            </a:r>
            <a:r>
              <a:rPr lang="zh-CN" altLang="en-US" sz="2200" b="1" dirty="0" smtClean="0">
                <a:sym typeface="+mn-ea"/>
              </a:rPr>
              <a:t>数据</a:t>
            </a:r>
            <a:r>
              <a:rPr lang="en-US" altLang="zh-CN" sz="1800" b="1" dirty="0" smtClean="0">
                <a:sym typeface="+mn-ea"/>
              </a:rPr>
              <a:t>(</a:t>
            </a:r>
            <a:r>
              <a:rPr lang="zh-CN" altLang="en-US" sz="1800" b="1" dirty="0" smtClean="0">
                <a:sym typeface="+mn-ea"/>
              </a:rPr>
              <a:t>缓冲</a:t>
            </a:r>
            <a:r>
              <a:rPr lang="en-US" altLang="zh-CN" sz="1800" b="1" dirty="0" smtClean="0">
                <a:sym typeface="+mn-ea"/>
              </a:rPr>
              <a:t>)</a:t>
            </a:r>
            <a:endParaRPr lang="en-US" altLang="zh-CN" sz="1800" b="1" dirty="0" smtClean="0">
              <a:sym typeface="+mn-ea"/>
            </a:endParaRPr>
          </a:p>
          <a:p>
            <a:r>
              <a:rPr lang="en-US" altLang="zh-CN" sz="2200" b="1" dirty="0" smtClean="0">
                <a:sym typeface="+mn-ea"/>
              </a:rPr>
              <a:t>    </a:t>
            </a:r>
            <a:r>
              <a:rPr lang="zh-CN" altLang="en-US" sz="2200" b="1" dirty="0" smtClean="0">
                <a:sym typeface="+mn-ea"/>
              </a:rPr>
              <a:t>总线侧</a:t>
            </a:r>
            <a:r>
              <a:rPr lang="en-US" altLang="zh-CN" sz="2200" b="1" dirty="0" smtClean="0">
                <a:sym typeface="+mn-ea"/>
              </a:rPr>
              <a:t>/</a:t>
            </a:r>
            <a:r>
              <a:rPr lang="zh-CN" altLang="en-US" sz="2200" b="1" dirty="0" smtClean="0">
                <a:sym typeface="+mn-ea"/>
              </a:rPr>
              <a:t>设备侧操作时，信息</a:t>
            </a:r>
            <a:r>
              <a:rPr lang="zh-CN" altLang="en-US" sz="2200" b="1" u="sng" dirty="0" smtClean="0">
                <a:solidFill>
                  <a:srgbClr val="990099"/>
                </a:solidFill>
                <a:sym typeface="+mn-ea"/>
              </a:rPr>
              <a:t>转换</a:t>
            </a:r>
            <a:r>
              <a:rPr lang="zh-CN" altLang="en-US" sz="2200" b="1" dirty="0" smtClean="0">
                <a:sym typeface="+mn-ea"/>
              </a:rPr>
              <a:t>为目标方格式</a:t>
            </a:r>
            <a:endParaRPr lang="en-US" altLang="zh-CN" sz="2200" b="1" dirty="0" smtClean="0">
              <a:sym typeface="+mn-ea"/>
            </a:endParaRPr>
          </a:p>
        </p:txBody>
      </p:sp>
      <p:sp>
        <p:nvSpPr>
          <p:cNvPr id="279" name="Text Box 33"/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899795" y="6021070"/>
            <a:ext cx="4320000" cy="32893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 tIns="10800" bIns="10800">
            <a:spAutoFit/>
          </a:bodyPr>
          <a:p>
            <a:pPr>
              <a:lnSpc>
                <a:spcPct val="100000"/>
              </a:lnSpc>
            </a:pPr>
            <a:r>
              <a:rPr lang="zh-CN" altLang="en-US" sz="2000" b="1" dirty="0" smtClean="0">
                <a:solidFill>
                  <a:srgbClr val="CC3300"/>
                </a:solidFill>
              </a:rPr>
              <a:t>作业</a:t>
            </a:r>
            <a:r>
              <a:rPr lang="en-US" altLang="zh-CN" sz="2000" b="1" dirty="0" smtClean="0">
                <a:solidFill>
                  <a:srgbClr val="CC3300"/>
                </a:solidFill>
              </a:rPr>
              <a:t>6</a:t>
            </a:r>
            <a:r>
              <a:rPr lang="zh-CN" altLang="en-US" sz="2000" b="1" dirty="0" smtClean="0">
                <a:solidFill>
                  <a:srgbClr val="CC3300"/>
                </a:solidFill>
              </a:rPr>
              <a:t>：</a:t>
            </a:r>
            <a:r>
              <a:rPr lang="en-US" altLang="zh-CN" sz="2000" b="1" dirty="0" smtClean="0"/>
              <a:t>P258—</a:t>
            </a:r>
            <a:r>
              <a:rPr lang="en-US" altLang="zh-CN" sz="2000" b="1" dirty="0" smtClean="0">
                <a:solidFill>
                  <a:srgbClr val="CC3300"/>
                </a:solidFill>
              </a:rPr>
              <a:t> </a:t>
            </a:r>
            <a:r>
              <a:rPr lang="en-US" altLang="zh-CN" sz="2000" b="1" dirty="0" smtClean="0"/>
              <a:t>3</a:t>
            </a:r>
            <a:r>
              <a:rPr lang="zh-CN" altLang="en-US" sz="2000" b="1" dirty="0" smtClean="0"/>
              <a:t>、</a:t>
            </a:r>
            <a:r>
              <a:rPr lang="en-US" altLang="zh-CN" sz="2000" b="1" dirty="0" smtClean="0"/>
              <a:t>4</a:t>
            </a:r>
            <a:r>
              <a:rPr lang="zh-CN" altLang="en-US" sz="2000" b="1" dirty="0" smtClean="0"/>
              <a:t>、</a:t>
            </a:r>
            <a:r>
              <a:rPr lang="en-US" altLang="zh-CN" sz="2000" b="1" dirty="0" smtClean="0"/>
              <a:t>6</a:t>
            </a:r>
            <a:r>
              <a:rPr lang="zh-CN" altLang="en-US" sz="2000" b="1" dirty="0" smtClean="0"/>
              <a:t>、</a:t>
            </a:r>
            <a:r>
              <a:rPr lang="en-US" altLang="zh-CN" sz="2000" b="1" dirty="0" smtClean="0">
                <a:sym typeface="+mn-ea"/>
              </a:rPr>
              <a:t>9</a:t>
            </a:r>
            <a:r>
              <a:rPr lang="zh-CN" altLang="en-US" sz="2000" b="1" dirty="0" smtClean="0">
                <a:sym typeface="+mn-ea"/>
              </a:rPr>
              <a:t>、</a:t>
            </a:r>
            <a:r>
              <a:rPr lang="en-US" altLang="zh-CN" sz="2000" b="1" dirty="0" smtClean="0">
                <a:sym typeface="+mn-ea"/>
              </a:rPr>
              <a:t>10</a:t>
            </a:r>
            <a:r>
              <a:rPr lang="zh-CN" altLang="en-US" sz="2000" b="1" dirty="0" smtClean="0">
                <a:sym typeface="+mn-ea"/>
              </a:rPr>
              <a:t>、</a:t>
            </a:r>
            <a:r>
              <a:rPr lang="en-US" altLang="zh-CN" sz="2000" b="1" dirty="0" smtClean="0">
                <a:sym typeface="+mn-ea"/>
              </a:rPr>
              <a:t>15</a:t>
            </a:r>
            <a:endParaRPr lang="en-US" altLang="zh-CN" sz="2000" b="1" dirty="0" smtClean="0">
              <a:sym typeface="+mn-ea"/>
            </a:endParaRPr>
          </a:p>
        </p:txBody>
      </p:sp>
      <p:grpSp>
        <p:nvGrpSpPr>
          <p:cNvPr id="282" name="组合 281"/>
          <p:cNvGrpSpPr/>
          <p:nvPr/>
        </p:nvGrpSpPr>
        <p:grpSpPr>
          <a:xfrm>
            <a:off x="6948805" y="4140200"/>
            <a:ext cx="1511935" cy="503555"/>
            <a:chOff x="10943" y="6520"/>
            <a:chExt cx="2381" cy="793"/>
          </a:xfrm>
        </p:grpSpPr>
        <p:cxnSp>
          <p:nvCxnSpPr>
            <p:cNvPr id="280" name="直接连接符 279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11056" y="6520"/>
              <a:ext cx="1474" cy="793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1" name="直接连接符 280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10943" y="6520"/>
              <a:ext cx="2381" cy="487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KSO_WM_BEAUTIFY_FLAG" val=""/>
</p:tagLst>
</file>

<file path=ppt/tags/tag630.xml><?xml version="1.0" encoding="utf-8"?>
<p:tagLst xmlns:p="http://schemas.openxmlformats.org/presentationml/2006/main">
  <p:tag name="KSO_WM_BEAUTIFY_FLAG" val=""/>
</p:tagLst>
</file>

<file path=ppt/tags/tag631.xml><?xml version="1.0" encoding="utf-8"?>
<p:tagLst xmlns:p="http://schemas.openxmlformats.org/presentationml/2006/main">
  <p:tag name="KSO_WM_BEAUTIFY_FLAG" val="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KSO_WM_BEAUTIFY_FLAG" val=""/>
</p:tagLst>
</file>

<file path=ppt/tags/tag635.xml><?xml version="1.0" encoding="utf-8"?>
<p:tagLst xmlns:p="http://schemas.openxmlformats.org/presentationml/2006/main">
  <p:tag name="KSO_WM_BEAUTIFY_FLAG" val=""/>
</p:tagLst>
</file>

<file path=ppt/tags/tag636.xml><?xml version="1.0" encoding="utf-8"?>
<p:tagLst xmlns:p="http://schemas.openxmlformats.org/presentationml/2006/main">
  <p:tag name="KSO_WM_BEAUTIFY_FLAG" val=""/>
</p:tagLst>
</file>

<file path=ppt/tags/tag637.xml><?xml version="1.0" encoding="utf-8"?>
<p:tagLst xmlns:p="http://schemas.openxmlformats.org/presentationml/2006/main">
  <p:tag name="KSO_WM_BEAUTIFY_FLAG" val=""/>
</p:tagLst>
</file>

<file path=ppt/tags/tag638.xml><?xml version="1.0" encoding="utf-8"?>
<p:tagLst xmlns:p="http://schemas.openxmlformats.org/presentationml/2006/main">
  <p:tag name="KSO_WM_BEAUTIFY_FLAG" val="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KSO_WM_BEAUTIFY_FLAG" val=""/>
</p:tagLst>
</file>

<file path=ppt/tags/tag642.xml><?xml version="1.0" encoding="utf-8"?>
<p:tagLst xmlns:p="http://schemas.openxmlformats.org/presentationml/2006/main">
  <p:tag name="KSO_WM_BEAUTIFY_FLAG" val=""/>
</p:tagLst>
</file>

<file path=ppt/tags/tag643.xml><?xml version="1.0" encoding="utf-8"?>
<p:tagLst xmlns:p="http://schemas.openxmlformats.org/presentationml/2006/main">
  <p:tag name="KSO_WM_BEAUTIFY_FLAG" val=""/>
</p:tagLst>
</file>

<file path=ppt/tags/tag644.xml><?xml version="1.0" encoding="utf-8"?>
<p:tagLst xmlns:p="http://schemas.openxmlformats.org/presentationml/2006/main">
  <p:tag name="KSO_WM_BEAUTIFY_FLAG" val=""/>
</p:tagLst>
</file>

<file path=ppt/tags/tag645.xml><?xml version="1.0" encoding="utf-8"?>
<p:tagLst xmlns:p="http://schemas.openxmlformats.org/presentationml/2006/main">
  <p:tag name="KSO_WM_BEAUTIFY_FLAG" val=""/>
</p:tagLst>
</file>

<file path=ppt/tags/tag646.xml><?xml version="1.0" encoding="utf-8"?>
<p:tagLst xmlns:p="http://schemas.openxmlformats.org/presentationml/2006/main">
  <p:tag name="KSO_WM_BEAUTIFY_FLAG" val="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KSO_WM_BEAUTIFY_FLAG" val="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BEAUTIFY_FLAG" val="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KSO_WM_BEAUTIFY_FLAG" val=""/>
</p:tagLst>
</file>

<file path=ppt/tags/tag680.xml><?xml version="1.0" encoding="utf-8"?>
<p:tagLst xmlns:p="http://schemas.openxmlformats.org/presentationml/2006/main">
  <p:tag name="KSO_WM_BEAUTIFY_FLAG" val="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KSO_WM_BEAUTIFY_FLAG" val=""/>
</p:tagLst>
</file>

<file path=ppt/tags/tag684.xml><?xml version="1.0" encoding="utf-8"?>
<p:tagLst xmlns:p="http://schemas.openxmlformats.org/presentationml/2006/main">
  <p:tag name="KSO_WM_BEAUTIFY_FLAG" val=""/>
</p:tagLst>
</file>

<file path=ppt/tags/tag685.xml><?xml version="1.0" encoding="utf-8"?>
<p:tagLst xmlns:p="http://schemas.openxmlformats.org/presentationml/2006/main">
  <p:tag name="KSO_WM_BEAUTIFY_FLAG" val="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BEAUTIFY_FLAG" val=""/>
</p:tagLst>
</file>

<file path=ppt/tags/tag688.xml><?xml version="1.0" encoding="utf-8"?>
<p:tagLst xmlns:p="http://schemas.openxmlformats.org/presentationml/2006/main">
  <p:tag name="KSO_WM_BEAUTIFY_FLAG" val=""/>
</p:tagLst>
</file>

<file path=ppt/tags/tag689.xml><?xml version="1.0" encoding="utf-8"?>
<p:tagLst xmlns:p="http://schemas.openxmlformats.org/presentationml/2006/main">
  <p:tag name="KSO_WM_BEAUTIFY_FLAG" val=""/>
</p:tagLst>
</file>

<file path=ppt/tags/tag690.xml><?xml version="1.0" encoding="utf-8"?>
<p:tagLst xmlns:p="http://schemas.openxmlformats.org/presentationml/2006/main">
  <p:tag name="KSO_WM_BEAUTIFY_FLAG" val=""/>
</p:tagLst>
</file>

<file path=ppt/tags/tag691.xml><?xml version="1.0" encoding="utf-8"?>
<p:tagLst xmlns:p="http://schemas.openxmlformats.org/presentationml/2006/main">
  <p:tag name="KSO_WM_BEAUTIFY_FLAG" val=""/>
</p:tagLst>
</file>

<file path=ppt/tags/tag692.xml><?xml version="1.0" encoding="utf-8"?>
<p:tagLst xmlns:p="http://schemas.openxmlformats.org/presentationml/2006/main">
  <p:tag name="KSO_WM_BEAUTIFY_FLAG" val=""/>
</p:tagLst>
</file>

<file path=ppt/tags/tag693.xml><?xml version="1.0" encoding="utf-8"?>
<p:tagLst xmlns:p="http://schemas.openxmlformats.org/presentationml/2006/main">
  <p:tag name="KSO_WM_BEAUTIFY_FLAG" val=""/>
</p:tagLst>
</file>

<file path=ppt/tags/tag694.xml><?xml version="1.0" encoding="utf-8"?>
<p:tagLst xmlns:p="http://schemas.openxmlformats.org/presentationml/2006/main">
  <p:tag name="KSO_WM_BEAUTIFY_FLAG" val=""/>
</p:tagLst>
</file>

<file path=ppt/tags/tag695.xml><?xml version="1.0" encoding="utf-8"?>
<p:tagLst xmlns:p="http://schemas.openxmlformats.org/presentationml/2006/main">
  <p:tag name="KSO_WM_BEAUTIFY_FLAG" val=""/>
</p:tagLst>
</file>

<file path=ppt/tags/tag696.xml><?xml version="1.0" encoding="utf-8"?>
<p:tagLst xmlns:p="http://schemas.openxmlformats.org/presentationml/2006/main">
  <p:tag name="KSO_WM_BEAUTIFY_FLAG" val=""/>
</p:tagLst>
</file>

<file path=ppt/tags/tag697.xml><?xml version="1.0" encoding="utf-8"?>
<p:tagLst xmlns:p="http://schemas.openxmlformats.org/presentationml/2006/main">
  <p:tag name="KSO_WM_BEAUTIFY_FLAG" val=""/>
</p:tagLst>
</file>

<file path=ppt/tags/tag698.xml><?xml version="1.0" encoding="utf-8"?>
<p:tagLst xmlns:p="http://schemas.openxmlformats.org/presentationml/2006/main">
  <p:tag name="KSO_WM_BEAUTIFY_FLAG" val=""/>
</p:tagLst>
</file>

<file path=ppt/tags/tag699.xml><?xml version="1.0" encoding="utf-8"?>
<p:tagLst xmlns:p="http://schemas.openxmlformats.org/presentationml/2006/main">
  <p:tag name="KSO_WM_BEAUTIFY_FLAG" val=""/>
</p:tagLst>
</file>

<file path=ppt/tags/tag700.xml><?xml version="1.0" encoding="utf-8"?>
<p:tagLst xmlns:p="http://schemas.openxmlformats.org/presentationml/2006/main">
  <p:tag name="KSO_WM_BEAUTIFY_FLAG" val=""/>
</p:tagLst>
</file>

<file path=ppt/tags/tag701.xml><?xml version="1.0" encoding="utf-8"?>
<p:tagLst xmlns:p="http://schemas.openxmlformats.org/presentationml/2006/main">
  <p:tag name="KSO_WM_BEAUTIFY_FLAG" val=""/>
</p:tagLst>
</file>

<file path=ppt/tags/tag702.xml><?xml version="1.0" encoding="utf-8"?>
<p:tagLst xmlns:p="http://schemas.openxmlformats.org/presentationml/2006/main">
  <p:tag name="KSO_WM_BEAUTIFY_FLAG" val=""/>
</p:tagLst>
</file>

<file path=ppt/tags/tag703.xml><?xml version="1.0" encoding="utf-8"?>
<p:tagLst xmlns:p="http://schemas.openxmlformats.org/presentationml/2006/main">
  <p:tag name="KSO_WM_BEAUTIFY_FLAG" val=""/>
</p:tagLst>
</file>

<file path=ppt/tags/tag704.xml><?xml version="1.0" encoding="utf-8"?>
<p:tagLst xmlns:p="http://schemas.openxmlformats.org/presentationml/2006/main">
  <p:tag name="KSO_WM_BEAUTIFY_FLAG" val=""/>
</p:tagLst>
</file>

<file path=ppt/tags/tag705.xml><?xml version="1.0" encoding="utf-8"?>
<p:tagLst xmlns:p="http://schemas.openxmlformats.org/presentationml/2006/main">
  <p:tag name="KSO_WM_BEAUTIFY_FLAG" val=""/>
</p:tagLst>
</file>

<file path=ppt/tags/tag706.xml><?xml version="1.0" encoding="utf-8"?>
<p:tagLst xmlns:p="http://schemas.openxmlformats.org/presentationml/2006/main">
  <p:tag name="KSO_WM_BEAUTIFY_FLAG" val=""/>
</p:tagLst>
</file>

<file path=ppt/tags/tag707.xml><?xml version="1.0" encoding="utf-8"?>
<p:tagLst xmlns:p="http://schemas.openxmlformats.org/presentationml/2006/main">
  <p:tag name="KSO_WM_BEAUTIFY_FLAG" val=""/>
</p:tagLst>
</file>

<file path=ppt/tags/tag708.xml><?xml version="1.0" encoding="utf-8"?>
<p:tagLst xmlns:p="http://schemas.openxmlformats.org/presentationml/2006/main">
  <p:tag name="KSO_WM_BEAUTIFY_FLAG" val=""/>
</p:tagLst>
</file>

<file path=ppt/tags/tag709.xml><?xml version="1.0" encoding="utf-8"?>
<p:tagLst xmlns:p="http://schemas.openxmlformats.org/presentationml/2006/main">
  <p:tag name="KSO_WM_BEAUTIFY_FLAG" val=""/>
</p:tagLst>
</file>

<file path=ppt/tags/tag710.xml><?xml version="1.0" encoding="utf-8"?>
<p:tagLst xmlns:p="http://schemas.openxmlformats.org/presentationml/2006/main">
  <p:tag name="KSO_WM_BEAUTIFY_FLAG" val=""/>
</p:tagLst>
</file>

<file path=ppt/tags/tag711.xml><?xml version="1.0" encoding="utf-8"?>
<p:tagLst xmlns:p="http://schemas.openxmlformats.org/presentationml/2006/main">
  <p:tag name="KSO_WM_BEAUTIFY_FLAG" val=""/>
</p:tagLst>
</file>

<file path=ppt/tags/tag712.xml><?xml version="1.0" encoding="utf-8"?>
<p:tagLst xmlns:p="http://schemas.openxmlformats.org/presentationml/2006/main">
  <p:tag name="KSO_WM_BEAUTIFY_FLAG" val=""/>
</p:tagLst>
</file>

<file path=ppt/tags/tag713.xml><?xml version="1.0" encoding="utf-8"?>
<p:tagLst xmlns:p="http://schemas.openxmlformats.org/presentationml/2006/main">
  <p:tag name="KSO_WM_BEAUTIFY_FLAG" val=""/>
</p:tagLst>
</file>

<file path=ppt/tags/tag714.xml><?xml version="1.0" encoding="utf-8"?>
<p:tagLst xmlns:p="http://schemas.openxmlformats.org/presentationml/2006/main">
  <p:tag name="KSO_WM_BEAUTIFY_FLAG" val=""/>
</p:tagLst>
</file>

<file path=ppt/tags/tag715.xml><?xml version="1.0" encoding="utf-8"?>
<p:tagLst xmlns:p="http://schemas.openxmlformats.org/presentationml/2006/main">
  <p:tag name="KSO_WM_BEAUTIFY_FLAG" val=""/>
</p:tagLst>
</file>

<file path=ppt/tags/tag716.xml><?xml version="1.0" encoding="utf-8"?>
<p:tagLst xmlns:p="http://schemas.openxmlformats.org/presentationml/2006/main">
  <p:tag name="KSO_WM_BEAUTIFY_FLAG" val=""/>
</p:tagLst>
</file>

<file path=ppt/tags/tag717.xml><?xml version="1.0" encoding="utf-8"?>
<p:tagLst xmlns:p="http://schemas.openxmlformats.org/presentationml/2006/main">
  <p:tag name="KSO_WM_BEAUTIFY_FLAG" val=""/>
</p:tagLst>
</file>

<file path=ppt/tags/tag718.xml><?xml version="1.0" encoding="utf-8"?>
<p:tagLst xmlns:p="http://schemas.openxmlformats.org/presentationml/2006/main">
  <p:tag name="KSO_WM_BEAUTIFY_FLAG" val=""/>
</p:tagLst>
</file>

<file path=ppt/tags/tag719.xml><?xml version="1.0" encoding="utf-8"?>
<p:tagLst xmlns:p="http://schemas.openxmlformats.org/presentationml/2006/main">
  <p:tag name="KSO_WM_BEAUTIFY_FLAG" val=""/>
</p:tagLst>
</file>

<file path=ppt/tags/tag720.xml><?xml version="1.0" encoding="utf-8"?>
<p:tagLst xmlns:p="http://schemas.openxmlformats.org/presentationml/2006/main">
  <p:tag name="KSO_WM_BEAUTIFY_FLAG" val=""/>
</p:tagLst>
</file>

<file path=ppt/tags/tag721.xml><?xml version="1.0" encoding="utf-8"?>
<p:tagLst xmlns:p="http://schemas.openxmlformats.org/presentationml/2006/main">
  <p:tag name="KSO_WM_BEAUTIFY_FLAG" val=""/>
</p:tagLst>
</file>

<file path=ppt/tags/tag722.xml><?xml version="1.0" encoding="utf-8"?>
<p:tagLst xmlns:p="http://schemas.openxmlformats.org/presentationml/2006/main">
  <p:tag name="KSO_WM_BEAUTIFY_FLAG" val=""/>
</p:tagLst>
</file>

<file path=ppt/tags/tag723.xml><?xml version="1.0" encoding="utf-8"?>
<p:tagLst xmlns:p="http://schemas.openxmlformats.org/presentationml/2006/main">
  <p:tag name="KSO_WM_BEAUTIFY_FLAG" val=""/>
</p:tagLst>
</file>

<file path=ppt/tags/tag724.xml><?xml version="1.0" encoding="utf-8"?>
<p:tagLst xmlns:p="http://schemas.openxmlformats.org/presentationml/2006/main">
  <p:tag name="KSO_WM_BEAUTIFY_FLAG" val=""/>
</p:tagLst>
</file>

<file path=ppt/tags/tag725.xml><?xml version="1.0" encoding="utf-8"?>
<p:tagLst xmlns:p="http://schemas.openxmlformats.org/presentationml/2006/main">
  <p:tag name="KSO_WM_BEAUTIFY_FLAG" val=""/>
</p:tagLst>
</file>

<file path=ppt/tags/tag726.xml><?xml version="1.0" encoding="utf-8"?>
<p:tagLst xmlns:p="http://schemas.openxmlformats.org/presentationml/2006/main">
  <p:tag name="KSO_WM_BEAUTIFY_FLAG" val=""/>
</p:tagLst>
</file>

<file path=ppt/tags/tag727.xml><?xml version="1.0" encoding="utf-8"?>
<p:tagLst xmlns:p="http://schemas.openxmlformats.org/presentationml/2006/main">
  <p:tag name="KSO_WM_BEAUTIFY_FLAG" val=""/>
</p:tagLst>
</file>

<file path=ppt/tags/tag728.xml><?xml version="1.0" encoding="utf-8"?>
<p:tagLst xmlns:p="http://schemas.openxmlformats.org/presentationml/2006/main">
  <p:tag name="KSO_WM_BEAUTIFY_FLAG" val=""/>
</p:tagLst>
</file>

<file path=ppt/tags/tag729.xml><?xml version="1.0" encoding="utf-8"?>
<p:tagLst xmlns:p="http://schemas.openxmlformats.org/presentationml/2006/main">
  <p:tag name="KSO_WM_BEAUTIFY_FLAG" val=""/>
</p:tagLst>
</file>

<file path=ppt/tags/tag730.xml><?xml version="1.0" encoding="utf-8"?>
<p:tagLst xmlns:p="http://schemas.openxmlformats.org/presentationml/2006/main">
  <p:tag name="KSO_WM_BEAUTIFY_FLAG" val=""/>
</p:tagLst>
</file>

<file path=ppt/tags/tag731.xml><?xml version="1.0" encoding="utf-8"?>
<p:tagLst xmlns:p="http://schemas.openxmlformats.org/presentationml/2006/main">
  <p:tag name="KSO_WM_BEAUTIFY_FLAG" val=""/>
</p:tagLst>
</file>

<file path=ppt/tags/tag732.xml><?xml version="1.0" encoding="utf-8"?>
<p:tagLst xmlns:p="http://schemas.openxmlformats.org/presentationml/2006/main">
  <p:tag name="KSO_WM_BEAUTIFY_FLAG" val=""/>
</p:tagLst>
</file>

<file path=ppt/tags/tag733.xml><?xml version="1.0" encoding="utf-8"?>
<p:tagLst xmlns:p="http://schemas.openxmlformats.org/presentationml/2006/main">
  <p:tag name="KSO_WM_BEAUTIFY_FLAG" val=""/>
</p:tagLst>
</file>

<file path=ppt/tags/tag734.xml><?xml version="1.0" encoding="utf-8"?>
<p:tagLst xmlns:p="http://schemas.openxmlformats.org/presentationml/2006/main">
  <p:tag name="KSO_WM_BEAUTIFY_FLAG" val=""/>
</p:tagLst>
</file>

<file path=ppt/tags/tag735.xml><?xml version="1.0" encoding="utf-8"?>
<p:tagLst xmlns:p="http://schemas.openxmlformats.org/presentationml/2006/main">
  <p:tag name="KSO_WM_BEAUTIFY_FLAG" val=""/>
</p:tagLst>
</file>

<file path=ppt/tags/tag736.xml><?xml version="1.0" encoding="utf-8"?>
<p:tagLst xmlns:p="http://schemas.openxmlformats.org/presentationml/2006/main">
  <p:tag name="KSO_WM_BEAUTIFY_FLAG" val=""/>
</p:tagLst>
</file>

<file path=ppt/tags/tag737.xml><?xml version="1.0" encoding="utf-8"?>
<p:tagLst xmlns:p="http://schemas.openxmlformats.org/presentationml/2006/main">
  <p:tag name="KSO_WM_BEAUTIFY_FLAG" val=""/>
</p:tagLst>
</file>

<file path=ppt/tags/tag738.xml><?xml version="1.0" encoding="utf-8"?>
<p:tagLst xmlns:p="http://schemas.openxmlformats.org/presentationml/2006/main">
  <p:tag name="KSO_WM_BEAUTIFY_FLAG" val=""/>
</p:tagLst>
</file>

<file path=ppt/tags/tag739.xml><?xml version="1.0" encoding="utf-8"?>
<p:tagLst xmlns:p="http://schemas.openxmlformats.org/presentationml/2006/main">
  <p:tag name="KSO_WM_BEAUTIFY_FLAG" val=""/>
</p:tagLst>
</file>

<file path=ppt/tags/tag740.xml><?xml version="1.0" encoding="utf-8"?>
<p:tagLst xmlns:p="http://schemas.openxmlformats.org/presentationml/2006/main">
  <p:tag name="KSO_WM_BEAUTIFY_FLAG" val=""/>
</p:tagLst>
</file>

<file path=ppt/tags/tag741.xml><?xml version="1.0" encoding="utf-8"?>
<p:tagLst xmlns:p="http://schemas.openxmlformats.org/presentationml/2006/main">
  <p:tag name="KSO_WM_BEAUTIFY_FLAG" val=""/>
</p:tagLst>
</file>

<file path=ppt/tags/tag742.xml><?xml version="1.0" encoding="utf-8"?>
<p:tagLst xmlns:p="http://schemas.openxmlformats.org/presentationml/2006/main">
  <p:tag name="KSO_WM_BEAUTIFY_FLAG" val=""/>
</p:tagLst>
</file>

<file path=ppt/tags/tag743.xml><?xml version="1.0" encoding="utf-8"?>
<p:tagLst xmlns:p="http://schemas.openxmlformats.org/presentationml/2006/main">
  <p:tag name="KSO_WM_BEAUTIFY_FLAG" val=""/>
</p:tagLst>
</file>

<file path=ppt/tags/tag744.xml><?xml version="1.0" encoding="utf-8"?>
<p:tagLst xmlns:p="http://schemas.openxmlformats.org/presentationml/2006/main">
  <p:tag name="KSO_WM_BEAUTIFY_FLAG" val=""/>
</p:tagLst>
</file>

<file path=ppt/tags/tag745.xml><?xml version="1.0" encoding="utf-8"?>
<p:tagLst xmlns:p="http://schemas.openxmlformats.org/presentationml/2006/main">
  <p:tag name="KSO_WM_BEAUTIFY_FLAG" val=""/>
</p:tagLst>
</file>

<file path=ppt/tags/tag746.xml><?xml version="1.0" encoding="utf-8"?>
<p:tagLst xmlns:p="http://schemas.openxmlformats.org/presentationml/2006/main">
  <p:tag name="KSO_WM_BEAUTIFY_FLAG" val=""/>
</p:tagLst>
</file>

<file path=ppt/tags/tag747.xml><?xml version="1.0" encoding="utf-8"?>
<p:tagLst xmlns:p="http://schemas.openxmlformats.org/presentationml/2006/main">
  <p:tag name="KSO_WM_BEAUTIFY_FLAG" val=""/>
</p:tagLst>
</file>

<file path=ppt/tags/tag748.xml><?xml version="1.0" encoding="utf-8"?>
<p:tagLst xmlns:p="http://schemas.openxmlformats.org/presentationml/2006/main">
  <p:tag name="KSO_WM_BEAUTIFY_FLAG" val=""/>
</p:tagLst>
</file>

<file path=ppt/tags/tag749.xml><?xml version="1.0" encoding="utf-8"?>
<p:tagLst xmlns:p="http://schemas.openxmlformats.org/presentationml/2006/main">
  <p:tag name="KSO_WM_BEAUTIFY_FLAG" val=""/>
</p:tagLst>
</file>

<file path=ppt/tags/tag750.xml><?xml version="1.0" encoding="utf-8"?>
<p:tagLst xmlns:p="http://schemas.openxmlformats.org/presentationml/2006/main">
  <p:tag name="KSO_WM_BEAUTIFY_FLAG" val=""/>
</p:tagLst>
</file>

<file path=ppt/tags/tag751.xml><?xml version="1.0" encoding="utf-8"?>
<p:tagLst xmlns:p="http://schemas.openxmlformats.org/presentationml/2006/main">
  <p:tag name="KSO_WM_BEAUTIFY_FLAG" val=""/>
</p:tagLst>
</file>

<file path=ppt/tags/tag752.xml><?xml version="1.0" encoding="utf-8"?>
<p:tagLst xmlns:p="http://schemas.openxmlformats.org/presentationml/2006/main">
  <p:tag name="KSO_WM_BEAUTIFY_FLAG" val=""/>
</p:tagLst>
</file>

<file path=ppt/tags/tag753.xml><?xml version="1.0" encoding="utf-8"?>
<p:tagLst xmlns:p="http://schemas.openxmlformats.org/presentationml/2006/main">
  <p:tag name="KSO_WM_BEAUTIFY_FLAG" val=""/>
</p:tagLst>
</file>

<file path=ppt/tags/tag754.xml><?xml version="1.0" encoding="utf-8"?>
<p:tagLst xmlns:p="http://schemas.openxmlformats.org/presentationml/2006/main">
  <p:tag name="KSO_WM_BEAUTIFY_FLAG" val=""/>
</p:tagLst>
</file>

<file path=ppt/tags/tag755.xml><?xml version="1.0" encoding="utf-8"?>
<p:tagLst xmlns:p="http://schemas.openxmlformats.org/presentationml/2006/main">
  <p:tag name="KSO_WM_BEAUTIFY_FLAG" val=""/>
</p:tagLst>
</file>

<file path=ppt/tags/tag756.xml><?xml version="1.0" encoding="utf-8"?>
<p:tagLst xmlns:p="http://schemas.openxmlformats.org/presentationml/2006/main">
  <p:tag name="KSO_WM_BEAUTIFY_FLAG" val=""/>
</p:tagLst>
</file>

<file path=ppt/tags/tag757.xml><?xml version="1.0" encoding="utf-8"?>
<p:tagLst xmlns:p="http://schemas.openxmlformats.org/presentationml/2006/main">
  <p:tag name="KSO_WM_BEAUTIFY_FLAG" val=""/>
</p:tagLst>
</file>

<file path=ppt/tags/tag758.xml><?xml version="1.0" encoding="utf-8"?>
<p:tagLst xmlns:p="http://schemas.openxmlformats.org/presentationml/2006/main">
  <p:tag name="KSO_WM_BEAUTIFY_FLAG" val=""/>
</p:tagLst>
</file>

<file path=ppt/tags/tag759.xml><?xml version="1.0" encoding="utf-8"?>
<p:tagLst xmlns:p="http://schemas.openxmlformats.org/presentationml/2006/main">
  <p:tag name="KSO_WM_BEAUTIFY_FLAG" val=""/>
</p:tagLst>
</file>

<file path=ppt/tags/tag760.xml><?xml version="1.0" encoding="utf-8"?>
<p:tagLst xmlns:p="http://schemas.openxmlformats.org/presentationml/2006/main">
  <p:tag name="KSO_WM_BEAUTIFY_FLAG" val=""/>
</p:tagLst>
</file>

<file path=ppt/tags/tag761.xml><?xml version="1.0" encoding="utf-8"?>
<p:tagLst xmlns:p="http://schemas.openxmlformats.org/presentationml/2006/main">
  <p:tag name="KSO_WM_BEAUTIFY_FLAG" val=""/>
</p:tagLst>
</file>

<file path=ppt/tags/tag762.xml><?xml version="1.0" encoding="utf-8"?>
<p:tagLst xmlns:p="http://schemas.openxmlformats.org/presentationml/2006/main">
  <p:tag name="KSO_WM_BEAUTIFY_FLAG" val=""/>
</p:tagLst>
</file>

<file path=ppt/tags/tag763.xml><?xml version="1.0" encoding="utf-8"?>
<p:tagLst xmlns:p="http://schemas.openxmlformats.org/presentationml/2006/main">
  <p:tag name="KSO_WM_BEAUTIFY_FLAG" val=""/>
</p:tagLst>
</file>

<file path=ppt/tags/tag764.xml><?xml version="1.0" encoding="utf-8"?>
<p:tagLst xmlns:p="http://schemas.openxmlformats.org/presentationml/2006/main">
  <p:tag name="KSO_WM_BEAUTIFY_FLAG" val=""/>
</p:tagLst>
</file>

<file path=ppt/tags/tag765.xml><?xml version="1.0" encoding="utf-8"?>
<p:tagLst xmlns:p="http://schemas.openxmlformats.org/presentationml/2006/main">
  <p:tag name="KSO_WM_BEAUTIFY_FLAG" val=""/>
</p:tagLst>
</file>

<file path=ppt/tags/tag766.xml><?xml version="1.0" encoding="utf-8"?>
<p:tagLst xmlns:p="http://schemas.openxmlformats.org/presentationml/2006/main">
  <p:tag name="KSO_WM_BEAUTIFY_FLAG" val=""/>
</p:tagLst>
</file>

<file path=ppt/tags/tag767.xml><?xml version="1.0" encoding="utf-8"?>
<p:tagLst xmlns:p="http://schemas.openxmlformats.org/presentationml/2006/main">
  <p:tag name="KSO_WM_BEAUTIFY_FLAG" val=""/>
</p:tagLst>
</file>

<file path=ppt/tags/tag768.xml><?xml version="1.0" encoding="utf-8"?>
<p:tagLst xmlns:p="http://schemas.openxmlformats.org/presentationml/2006/main">
  <p:tag name="KSO_WM_BEAUTIFY_FLAG" val=""/>
</p:tagLst>
</file>

<file path=ppt/tags/tag769.xml><?xml version="1.0" encoding="utf-8"?>
<p:tagLst xmlns:p="http://schemas.openxmlformats.org/presentationml/2006/main">
  <p:tag name="KSO_WM_BEAUTIFY_FLAG" val=""/>
</p:tagLst>
</file>

<file path=ppt/tags/tag770.xml><?xml version="1.0" encoding="utf-8"?>
<p:tagLst xmlns:p="http://schemas.openxmlformats.org/presentationml/2006/main">
  <p:tag name="KSO_WM_BEAUTIFY_FLAG" val=""/>
</p:tagLst>
</file>

<file path=ppt/tags/tag771.xml><?xml version="1.0" encoding="utf-8"?>
<p:tagLst xmlns:p="http://schemas.openxmlformats.org/presentationml/2006/main">
  <p:tag name="KSO_WM_BEAUTIFY_FLAG" val=""/>
</p:tagLst>
</file>

<file path=ppt/tags/tag772.xml><?xml version="1.0" encoding="utf-8"?>
<p:tagLst xmlns:p="http://schemas.openxmlformats.org/presentationml/2006/main">
  <p:tag name="KSO_WM_BEAUTIFY_FLAG" val=""/>
</p:tagLst>
</file>

<file path=ppt/tags/tag773.xml><?xml version="1.0" encoding="utf-8"?>
<p:tagLst xmlns:p="http://schemas.openxmlformats.org/presentationml/2006/main">
  <p:tag name="KSO_WM_BEAUTIFY_FLAG" val=""/>
</p:tagLst>
</file>

<file path=ppt/tags/tag774.xml><?xml version="1.0" encoding="utf-8"?>
<p:tagLst xmlns:p="http://schemas.openxmlformats.org/presentationml/2006/main">
  <p:tag name="KSO_WM_BEAUTIFY_FLAG" val=""/>
</p:tagLst>
</file>

<file path=ppt/tags/tag775.xml><?xml version="1.0" encoding="utf-8"?>
<p:tagLst xmlns:p="http://schemas.openxmlformats.org/presentationml/2006/main">
  <p:tag name="KSO_WM_BEAUTIFY_FLAG" val=""/>
</p:tagLst>
</file>

<file path=ppt/tags/tag776.xml><?xml version="1.0" encoding="utf-8"?>
<p:tagLst xmlns:p="http://schemas.openxmlformats.org/presentationml/2006/main">
  <p:tag name="KSO_WM_BEAUTIFY_FLAG" val=""/>
</p:tagLst>
</file>

<file path=ppt/tags/tag777.xml><?xml version="1.0" encoding="utf-8"?>
<p:tagLst xmlns:p="http://schemas.openxmlformats.org/presentationml/2006/main">
  <p:tag name="KSO_WM_BEAUTIFY_FLAG" val=""/>
</p:tagLst>
</file>

<file path=ppt/tags/tag778.xml><?xml version="1.0" encoding="utf-8"?>
<p:tagLst xmlns:p="http://schemas.openxmlformats.org/presentationml/2006/main">
  <p:tag name="KSO_WM_BEAUTIFY_FLAG" val=""/>
</p:tagLst>
</file>

<file path=ppt/tags/tag779.xml><?xml version="1.0" encoding="utf-8"?>
<p:tagLst xmlns:p="http://schemas.openxmlformats.org/presentationml/2006/main">
  <p:tag name="KSO_WM_BEAUTIFY_FLAG" val=""/>
</p:tagLst>
</file>

<file path=ppt/tags/tag780.xml><?xml version="1.0" encoding="utf-8"?>
<p:tagLst xmlns:p="http://schemas.openxmlformats.org/presentationml/2006/main">
  <p:tag name="KSO_WM_BEAUTIFY_FLAG" val=""/>
</p:tagLst>
</file>

<file path=ppt/tags/tag781.xml><?xml version="1.0" encoding="utf-8"?>
<p:tagLst xmlns:p="http://schemas.openxmlformats.org/presentationml/2006/main">
  <p:tag name="KSO_WM_BEAUTIFY_FLAG" val=""/>
</p:tagLst>
</file>

<file path=ppt/tags/tag782.xml><?xml version="1.0" encoding="utf-8"?>
<p:tagLst xmlns:p="http://schemas.openxmlformats.org/presentationml/2006/main">
  <p:tag name="KSO_WM_BEAUTIFY_FLAG" val=""/>
</p:tagLst>
</file>

<file path=ppt/tags/tag783.xml><?xml version="1.0" encoding="utf-8"?>
<p:tagLst xmlns:p="http://schemas.openxmlformats.org/presentationml/2006/main">
  <p:tag name="KSO_WM_BEAUTIFY_FLAG" val=""/>
</p:tagLst>
</file>

<file path=ppt/tags/tag784.xml><?xml version="1.0" encoding="utf-8"?>
<p:tagLst xmlns:p="http://schemas.openxmlformats.org/presentationml/2006/main">
  <p:tag name="KSO_WM_BEAUTIFY_FLAG" val=""/>
</p:tagLst>
</file>

<file path=ppt/tags/tag785.xml><?xml version="1.0" encoding="utf-8"?>
<p:tagLst xmlns:p="http://schemas.openxmlformats.org/presentationml/2006/main">
  <p:tag name="KSO_WM_BEAUTIFY_FLAG" val=""/>
</p:tagLst>
</file>

<file path=ppt/tags/tag786.xml><?xml version="1.0" encoding="utf-8"?>
<p:tagLst xmlns:p="http://schemas.openxmlformats.org/presentationml/2006/main">
  <p:tag name="KSO_WM_BEAUTIFY_FLAG" val=""/>
</p:tagLst>
</file>

<file path=ppt/tags/tag787.xml><?xml version="1.0" encoding="utf-8"?>
<p:tagLst xmlns:p="http://schemas.openxmlformats.org/presentationml/2006/main">
  <p:tag name="KSO_WM_BEAUTIFY_FLAG" val=""/>
</p:tagLst>
</file>

<file path=ppt/tags/tag788.xml><?xml version="1.0" encoding="utf-8"?>
<p:tagLst xmlns:p="http://schemas.openxmlformats.org/presentationml/2006/main">
  <p:tag name="KSO_WM_BEAUTIFY_FLAG" val=""/>
</p:tagLst>
</file>

<file path=ppt/tags/tag789.xml><?xml version="1.0" encoding="utf-8"?>
<p:tagLst xmlns:p="http://schemas.openxmlformats.org/presentationml/2006/main">
  <p:tag name="KSO_WM_BEAUTIFY_FLAG" val=""/>
</p:tagLst>
</file>

<file path=ppt/tags/tag790.xml><?xml version="1.0" encoding="utf-8"?>
<p:tagLst xmlns:p="http://schemas.openxmlformats.org/presentationml/2006/main">
  <p:tag name="KSO_WM_BEAUTIFY_FLAG" val=""/>
</p:tagLst>
</file>

<file path=ppt/tags/tag791.xml><?xml version="1.0" encoding="utf-8"?>
<p:tagLst xmlns:p="http://schemas.openxmlformats.org/presentationml/2006/main">
  <p:tag name="KSO_WM_BEAUTIFY_FLAG" val=""/>
</p:tagLst>
</file>

<file path=ppt/tags/tag792.xml><?xml version="1.0" encoding="utf-8"?>
<p:tagLst xmlns:p="http://schemas.openxmlformats.org/presentationml/2006/main">
  <p:tag name="KSO_WM_BEAUTIFY_FLAG" val=""/>
</p:tagLst>
</file>

<file path=ppt/tags/tag793.xml><?xml version="1.0" encoding="utf-8"?>
<p:tagLst xmlns:p="http://schemas.openxmlformats.org/presentationml/2006/main">
  <p:tag name="KSO_WM_BEAUTIFY_FLAG" val=""/>
</p:tagLst>
</file>

<file path=ppt/tags/tag794.xml><?xml version="1.0" encoding="utf-8"?>
<p:tagLst xmlns:p="http://schemas.openxmlformats.org/presentationml/2006/main">
  <p:tag name="KSO_WM_BEAUTIFY_FLAG" val=""/>
</p:tagLst>
</file>

<file path=ppt/tags/tag795.xml><?xml version="1.0" encoding="utf-8"?>
<p:tagLst xmlns:p="http://schemas.openxmlformats.org/presentationml/2006/main">
  <p:tag name="KSO_WM_BEAUTIFY_FLAG" val=""/>
</p:tagLst>
</file>

<file path=ppt/tags/tag796.xml><?xml version="1.0" encoding="utf-8"?>
<p:tagLst xmlns:p="http://schemas.openxmlformats.org/presentationml/2006/main">
  <p:tag name="KSO_WM_BEAUTIFY_FLAG" val=""/>
</p:tagLst>
</file>

<file path=ppt/tags/tag797.xml><?xml version="1.0" encoding="utf-8"?>
<p:tagLst xmlns:p="http://schemas.openxmlformats.org/presentationml/2006/main">
  <p:tag name="KSO_WM_BEAUTIFY_FLAG" val=""/>
</p:tagLst>
</file>

<file path=ppt/tags/tag798.xml><?xml version="1.0" encoding="utf-8"?>
<p:tagLst xmlns:p="http://schemas.openxmlformats.org/presentationml/2006/main">
  <p:tag name="KSO_WM_BEAUTIFY_FLAG" val=""/>
</p:tagLst>
</file>

<file path=ppt/tags/tag799.xml><?xml version="1.0" encoding="utf-8"?>
<p:tagLst xmlns:p="http://schemas.openxmlformats.org/presentationml/2006/main">
  <p:tag name="KSO_WM_BEAUTIFY_FLAG" val=""/>
</p:tagLst>
</file>

<file path=ppt/tags/tag800.xml><?xml version="1.0" encoding="utf-8"?>
<p:tagLst xmlns:p="http://schemas.openxmlformats.org/presentationml/2006/main">
  <p:tag name="KSO_WM_BEAUTIFY_FLAG" val=""/>
</p:tagLst>
</file>

<file path=ppt/tags/tag801.xml><?xml version="1.0" encoding="utf-8"?>
<p:tagLst xmlns:p="http://schemas.openxmlformats.org/presentationml/2006/main">
  <p:tag name="KSO_WM_BEAUTIFY_FLAG" val=""/>
</p:tagLst>
</file>

<file path=ppt/tags/tag802.xml><?xml version="1.0" encoding="utf-8"?>
<p:tagLst xmlns:p="http://schemas.openxmlformats.org/presentationml/2006/main">
  <p:tag name="KSO_WM_BEAUTIFY_FLAG" val=""/>
</p:tagLst>
</file>

<file path=ppt/tags/tag803.xml><?xml version="1.0" encoding="utf-8"?>
<p:tagLst xmlns:p="http://schemas.openxmlformats.org/presentationml/2006/main">
  <p:tag name="KSO_WM_BEAUTIFY_FLAG" val=""/>
</p:tagLst>
</file>

<file path=ppt/tags/tag804.xml><?xml version="1.0" encoding="utf-8"?>
<p:tagLst xmlns:p="http://schemas.openxmlformats.org/presentationml/2006/main">
  <p:tag name="KSO_WM_BEAUTIFY_FLAG" val=""/>
</p:tagLst>
</file>

<file path=ppt/tags/tag805.xml><?xml version="1.0" encoding="utf-8"?>
<p:tagLst xmlns:p="http://schemas.openxmlformats.org/presentationml/2006/main">
  <p:tag name="KSO_WM_BEAUTIFY_FLAG" val=""/>
</p:tagLst>
</file>

<file path=ppt/tags/tag806.xml><?xml version="1.0" encoding="utf-8"?>
<p:tagLst xmlns:p="http://schemas.openxmlformats.org/presentationml/2006/main">
  <p:tag name="KSO_WM_BEAUTIFY_FLAG" val=""/>
</p:tagLst>
</file>

<file path=ppt/tags/tag807.xml><?xml version="1.0" encoding="utf-8"?>
<p:tagLst xmlns:p="http://schemas.openxmlformats.org/presentationml/2006/main">
  <p:tag name="KSO_WM_BEAUTIFY_FLAG" val=""/>
</p:tagLst>
</file>

<file path=ppt/tags/tag808.xml><?xml version="1.0" encoding="utf-8"?>
<p:tagLst xmlns:p="http://schemas.openxmlformats.org/presentationml/2006/main">
  <p:tag name="KSO_WM_BEAUTIFY_FLAG" val=""/>
</p:tagLst>
</file>

<file path=ppt/tags/tag809.xml><?xml version="1.0" encoding="utf-8"?>
<p:tagLst xmlns:p="http://schemas.openxmlformats.org/presentationml/2006/main">
  <p:tag name="KSO_WM_BEAUTIFY_FLAG" val=""/>
</p:tagLst>
</file>

<file path=ppt/tags/tag810.xml><?xml version="1.0" encoding="utf-8"?>
<p:tagLst xmlns:p="http://schemas.openxmlformats.org/presentationml/2006/main">
  <p:tag name="KSO_WM_BEAUTIFY_FLAG" val=""/>
</p:tagLst>
</file>

<file path=ppt/tags/tag811.xml><?xml version="1.0" encoding="utf-8"?>
<p:tagLst xmlns:p="http://schemas.openxmlformats.org/presentationml/2006/main">
  <p:tag name="KSO_WM_BEAUTIFY_FLAG" val=""/>
</p:tagLst>
</file>

<file path=ppt/tags/tag812.xml><?xml version="1.0" encoding="utf-8"?>
<p:tagLst xmlns:p="http://schemas.openxmlformats.org/presentationml/2006/main">
  <p:tag name="KSO_WM_BEAUTIFY_FLAG" val=""/>
</p:tagLst>
</file>

<file path=ppt/tags/tag813.xml><?xml version="1.0" encoding="utf-8"?>
<p:tagLst xmlns:p="http://schemas.openxmlformats.org/presentationml/2006/main">
  <p:tag name="KSO_WM_BEAUTIFY_FLAG" val=""/>
</p:tagLst>
</file>

<file path=ppt/tags/tag814.xml><?xml version="1.0" encoding="utf-8"?>
<p:tagLst xmlns:p="http://schemas.openxmlformats.org/presentationml/2006/main">
  <p:tag name="KSO_WM_BEAUTIFY_FLAG" val=""/>
</p:tagLst>
</file>

<file path=ppt/tags/tag815.xml><?xml version="1.0" encoding="utf-8"?>
<p:tagLst xmlns:p="http://schemas.openxmlformats.org/presentationml/2006/main">
  <p:tag name="KSO_WM_BEAUTIFY_FLAG" val=""/>
</p:tagLst>
</file>

<file path=ppt/tags/tag816.xml><?xml version="1.0" encoding="utf-8"?>
<p:tagLst xmlns:p="http://schemas.openxmlformats.org/presentationml/2006/main">
  <p:tag name="KSO_WM_BEAUTIFY_FLAG" val=""/>
</p:tagLst>
</file>

<file path=ppt/tags/tag817.xml><?xml version="1.0" encoding="utf-8"?>
<p:tagLst xmlns:p="http://schemas.openxmlformats.org/presentationml/2006/main">
  <p:tag name="KSO_WM_BEAUTIFY_FLAG" val=""/>
</p:tagLst>
</file>

<file path=ppt/tags/tag818.xml><?xml version="1.0" encoding="utf-8"?>
<p:tagLst xmlns:p="http://schemas.openxmlformats.org/presentationml/2006/main">
  <p:tag name="KSO_WM_BEAUTIFY_FLAG" val=""/>
</p:tagLst>
</file>

<file path=ppt/tags/tag819.xml><?xml version="1.0" encoding="utf-8"?>
<p:tagLst xmlns:p="http://schemas.openxmlformats.org/presentationml/2006/main">
  <p:tag name="KSO_WM_BEAUTIFY_FLAG" val=""/>
</p:tagLst>
</file>

<file path=ppt/tags/tag820.xml><?xml version="1.0" encoding="utf-8"?>
<p:tagLst xmlns:p="http://schemas.openxmlformats.org/presentationml/2006/main">
  <p:tag name="KSO_WM_BEAUTIFY_FLAG" val=""/>
</p:tagLst>
</file>

<file path=ppt/tags/tag821.xml><?xml version="1.0" encoding="utf-8"?>
<p:tagLst xmlns:p="http://schemas.openxmlformats.org/presentationml/2006/main">
  <p:tag name="KSO_WM_BEAUTIFY_FLAG" val=""/>
</p:tagLst>
</file>

<file path=ppt/tags/tag822.xml><?xml version="1.0" encoding="utf-8"?>
<p:tagLst xmlns:p="http://schemas.openxmlformats.org/presentationml/2006/main">
  <p:tag name="KSO_WM_BEAUTIFY_FLAG" val=""/>
</p:tagLst>
</file>

<file path=ppt/tags/tag823.xml><?xml version="1.0" encoding="utf-8"?>
<p:tagLst xmlns:p="http://schemas.openxmlformats.org/presentationml/2006/main">
  <p:tag name="KSO_WM_BEAUTIFY_FLAG" val=""/>
</p:tagLst>
</file>

<file path=ppt/tags/tag824.xml><?xml version="1.0" encoding="utf-8"?>
<p:tagLst xmlns:p="http://schemas.openxmlformats.org/presentationml/2006/main">
  <p:tag name="KSO_WM_BEAUTIFY_FLAG" val=""/>
</p:tagLst>
</file>

<file path=ppt/tags/tag825.xml><?xml version="1.0" encoding="utf-8"?>
<p:tagLst xmlns:p="http://schemas.openxmlformats.org/presentationml/2006/main">
  <p:tag name="KSO_WM_BEAUTIFY_FLAG" val=""/>
</p:tagLst>
</file>

<file path=ppt/tags/tag826.xml><?xml version="1.0" encoding="utf-8"?>
<p:tagLst xmlns:p="http://schemas.openxmlformats.org/presentationml/2006/main">
  <p:tag name="KSO_WM_BEAUTIFY_FLAG" val=""/>
</p:tagLst>
</file>

<file path=ppt/tags/tag827.xml><?xml version="1.0" encoding="utf-8"?>
<p:tagLst xmlns:p="http://schemas.openxmlformats.org/presentationml/2006/main">
  <p:tag name="KSO_WM_BEAUTIFY_FLAG" val=""/>
</p:tagLst>
</file>

<file path=ppt/tags/tag828.xml><?xml version="1.0" encoding="utf-8"?>
<p:tagLst xmlns:p="http://schemas.openxmlformats.org/presentationml/2006/main">
  <p:tag name="KSO_WM_BEAUTIFY_FLAG" val=""/>
</p:tagLst>
</file>

<file path=ppt/tags/tag829.xml><?xml version="1.0" encoding="utf-8"?>
<p:tagLst xmlns:p="http://schemas.openxmlformats.org/presentationml/2006/main">
  <p:tag name="KSO_WM_BEAUTIFY_FLAG" val=""/>
</p:tagLst>
</file>

<file path=ppt/tags/tag830.xml><?xml version="1.0" encoding="utf-8"?>
<p:tagLst xmlns:p="http://schemas.openxmlformats.org/presentationml/2006/main">
  <p:tag name="KSO_WM_BEAUTIFY_FLAG" val=""/>
</p:tagLst>
</file>

<file path=ppt/tags/tag831.xml><?xml version="1.0" encoding="utf-8"?>
<p:tagLst xmlns:p="http://schemas.openxmlformats.org/presentationml/2006/main">
  <p:tag name="KSO_WM_BEAUTIFY_FLAG" val=""/>
</p:tagLst>
</file>

<file path=ppt/tags/tag832.xml><?xml version="1.0" encoding="utf-8"?>
<p:tagLst xmlns:p="http://schemas.openxmlformats.org/presentationml/2006/main">
  <p:tag name="KSO_WM_BEAUTIFY_FLAG" val=""/>
</p:tagLst>
</file>

<file path=ppt/tags/tag833.xml><?xml version="1.0" encoding="utf-8"?>
<p:tagLst xmlns:p="http://schemas.openxmlformats.org/presentationml/2006/main">
  <p:tag name="KSO_WM_BEAUTIFY_FLAG" val=""/>
</p:tagLst>
</file>

<file path=ppt/tags/tag834.xml><?xml version="1.0" encoding="utf-8"?>
<p:tagLst xmlns:p="http://schemas.openxmlformats.org/presentationml/2006/main">
  <p:tag name="KSO_WM_BEAUTIFY_FLAG" val=""/>
</p:tagLst>
</file>

<file path=ppt/tags/tag835.xml><?xml version="1.0" encoding="utf-8"?>
<p:tagLst xmlns:p="http://schemas.openxmlformats.org/presentationml/2006/main">
  <p:tag name="KSO_WM_BEAUTIFY_FLAG" val=""/>
</p:tagLst>
</file>

<file path=ppt/tags/tag836.xml><?xml version="1.0" encoding="utf-8"?>
<p:tagLst xmlns:p="http://schemas.openxmlformats.org/presentationml/2006/main">
  <p:tag name="KSO_WM_BEAUTIFY_FLAG" val=""/>
</p:tagLst>
</file>

<file path=ppt/tags/tag837.xml><?xml version="1.0" encoding="utf-8"?>
<p:tagLst xmlns:p="http://schemas.openxmlformats.org/presentationml/2006/main">
  <p:tag name="KSO_WM_BEAUTIFY_FLAG" val=""/>
</p:tagLst>
</file>

<file path=ppt/tags/tag838.xml><?xml version="1.0" encoding="utf-8"?>
<p:tagLst xmlns:p="http://schemas.openxmlformats.org/presentationml/2006/main">
  <p:tag name="KSO_WM_BEAUTIFY_FLAG" val=""/>
</p:tagLst>
</file>

<file path=ppt/tags/tag839.xml><?xml version="1.0" encoding="utf-8"?>
<p:tagLst xmlns:p="http://schemas.openxmlformats.org/presentationml/2006/main">
  <p:tag name="KSO_WM_BEAUTIFY_FLAG" val=""/>
</p:tagLst>
</file>

<file path=ppt/tags/tag840.xml><?xml version="1.0" encoding="utf-8"?>
<p:tagLst xmlns:p="http://schemas.openxmlformats.org/presentationml/2006/main">
  <p:tag name="KSO_WM_BEAUTIFY_FLAG" val=""/>
</p:tagLst>
</file>

<file path=ppt/tags/tag841.xml><?xml version="1.0" encoding="utf-8"?>
<p:tagLst xmlns:p="http://schemas.openxmlformats.org/presentationml/2006/main">
  <p:tag name="KSO_WM_BEAUTIFY_FLAG" val=""/>
</p:tagLst>
</file>

<file path=ppt/tags/tag842.xml><?xml version="1.0" encoding="utf-8"?>
<p:tagLst xmlns:p="http://schemas.openxmlformats.org/presentationml/2006/main">
  <p:tag name="KSO_WM_BEAUTIFY_FLAG" val=""/>
</p:tagLst>
</file>

<file path=ppt/tags/tag843.xml><?xml version="1.0" encoding="utf-8"?>
<p:tagLst xmlns:p="http://schemas.openxmlformats.org/presentationml/2006/main">
  <p:tag name="KSO_WM_BEAUTIFY_FLAG" val=""/>
</p:tagLst>
</file>

<file path=ppt/tags/tag844.xml><?xml version="1.0" encoding="utf-8"?>
<p:tagLst xmlns:p="http://schemas.openxmlformats.org/presentationml/2006/main">
  <p:tag name="KSO_WM_BEAUTIFY_FLAG" val=""/>
</p:tagLst>
</file>

<file path=ppt/tags/tag845.xml><?xml version="1.0" encoding="utf-8"?>
<p:tagLst xmlns:p="http://schemas.openxmlformats.org/presentationml/2006/main">
  <p:tag name="KSO_WM_BEAUTIFY_FLAG" val=""/>
</p:tagLst>
</file>

<file path=ppt/tags/tag846.xml><?xml version="1.0" encoding="utf-8"?>
<p:tagLst xmlns:p="http://schemas.openxmlformats.org/presentationml/2006/main">
  <p:tag name="KSO_WM_BEAUTIFY_FLAG" val=""/>
</p:tagLst>
</file>

<file path=ppt/tags/tag847.xml><?xml version="1.0" encoding="utf-8"?>
<p:tagLst xmlns:p="http://schemas.openxmlformats.org/presentationml/2006/main">
  <p:tag name="KSO_WM_BEAUTIFY_FLAG" val=""/>
</p:tagLst>
</file>

<file path=ppt/tags/tag848.xml><?xml version="1.0" encoding="utf-8"?>
<p:tagLst xmlns:p="http://schemas.openxmlformats.org/presentationml/2006/main">
  <p:tag name="KSO_WM_BEAUTIFY_FLAG" val=""/>
</p:tagLst>
</file>

<file path=ppt/tags/tag849.xml><?xml version="1.0" encoding="utf-8"?>
<p:tagLst xmlns:p="http://schemas.openxmlformats.org/presentationml/2006/main">
  <p:tag name="KSO_WM_BEAUTIFY_FLAG" val=""/>
</p:tagLst>
</file>

<file path=ppt/tags/tag850.xml><?xml version="1.0" encoding="utf-8"?>
<p:tagLst xmlns:p="http://schemas.openxmlformats.org/presentationml/2006/main">
  <p:tag name="KSO_WM_BEAUTIFY_FLAG" val=""/>
</p:tagLst>
</file>

<file path=ppt/tags/tag851.xml><?xml version="1.0" encoding="utf-8"?>
<p:tagLst xmlns:p="http://schemas.openxmlformats.org/presentationml/2006/main">
  <p:tag name="KSO_WM_BEAUTIFY_FLAG" val=""/>
</p:tagLst>
</file>

<file path=ppt/tags/tag852.xml><?xml version="1.0" encoding="utf-8"?>
<p:tagLst xmlns:p="http://schemas.openxmlformats.org/presentationml/2006/main">
  <p:tag name="KSO_WM_BEAUTIFY_FLAG" val=""/>
</p:tagLst>
</file>

<file path=ppt/tags/tag853.xml><?xml version="1.0" encoding="utf-8"?>
<p:tagLst xmlns:p="http://schemas.openxmlformats.org/presentationml/2006/main">
  <p:tag name="KSO_WM_BEAUTIFY_FLAG" val=""/>
</p:tagLst>
</file>

<file path=ppt/tags/tag854.xml><?xml version="1.0" encoding="utf-8"?>
<p:tagLst xmlns:p="http://schemas.openxmlformats.org/presentationml/2006/main">
  <p:tag name="KSO_WM_BEAUTIFY_FLAG" val=""/>
</p:tagLst>
</file>

<file path=ppt/tags/tag855.xml><?xml version="1.0" encoding="utf-8"?>
<p:tagLst xmlns:p="http://schemas.openxmlformats.org/presentationml/2006/main">
  <p:tag name="KSO_WM_BEAUTIFY_FLAG" val=""/>
</p:tagLst>
</file>

<file path=ppt/tags/tag856.xml><?xml version="1.0" encoding="utf-8"?>
<p:tagLst xmlns:p="http://schemas.openxmlformats.org/presentationml/2006/main">
  <p:tag name="KSO_WM_BEAUTIFY_FLAG" val=""/>
</p:tagLst>
</file>

<file path=ppt/tags/tag857.xml><?xml version="1.0" encoding="utf-8"?>
<p:tagLst xmlns:p="http://schemas.openxmlformats.org/presentationml/2006/main">
  <p:tag name="KSO_WM_BEAUTIFY_FLAG" val=""/>
</p:tagLst>
</file>

<file path=ppt/tags/tag858.xml><?xml version="1.0" encoding="utf-8"?>
<p:tagLst xmlns:p="http://schemas.openxmlformats.org/presentationml/2006/main">
  <p:tag name="KSO_WM_BEAUTIFY_FLAG" val=""/>
</p:tagLst>
</file>

<file path=ppt/tags/tag859.xml><?xml version="1.0" encoding="utf-8"?>
<p:tagLst xmlns:p="http://schemas.openxmlformats.org/presentationml/2006/main">
  <p:tag name="KSO_WM_BEAUTIFY_FLAG" val=""/>
</p:tagLst>
</file>

<file path=ppt/tags/tag860.xml><?xml version="1.0" encoding="utf-8"?>
<p:tagLst xmlns:p="http://schemas.openxmlformats.org/presentationml/2006/main">
  <p:tag name="KSO_WM_BEAUTIFY_FLAG" val=""/>
</p:tagLst>
</file>

<file path=ppt/tags/tag861.xml><?xml version="1.0" encoding="utf-8"?>
<p:tagLst xmlns:p="http://schemas.openxmlformats.org/presentationml/2006/main">
  <p:tag name="KSO_WM_BEAUTIFY_FLAG" val=""/>
</p:tagLst>
</file>

<file path=ppt/tags/tag862.xml><?xml version="1.0" encoding="utf-8"?>
<p:tagLst xmlns:p="http://schemas.openxmlformats.org/presentationml/2006/main">
  <p:tag name="KSO_WM_BEAUTIFY_FLAG" val=""/>
</p:tagLst>
</file>

<file path=ppt/tags/tag863.xml><?xml version="1.0" encoding="utf-8"?>
<p:tagLst xmlns:p="http://schemas.openxmlformats.org/presentationml/2006/main">
  <p:tag name="KSO_WM_BEAUTIFY_FLAG" val=""/>
</p:tagLst>
</file>

<file path=ppt/tags/tag864.xml><?xml version="1.0" encoding="utf-8"?>
<p:tagLst xmlns:p="http://schemas.openxmlformats.org/presentationml/2006/main">
  <p:tag name="KSO_WM_BEAUTIFY_FLAG" val=""/>
</p:tagLst>
</file>

<file path=ppt/tags/tag865.xml><?xml version="1.0" encoding="utf-8"?>
<p:tagLst xmlns:p="http://schemas.openxmlformats.org/presentationml/2006/main">
  <p:tag name="KSO_WM_BEAUTIFY_FLAG" val=""/>
</p:tagLst>
</file>

<file path=ppt/tags/tag866.xml><?xml version="1.0" encoding="utf-8"?>
<p:tagLst xmlns:p="http://schemas.openxmlformats.org/presentationml/2006/main">
  <p:tag name="KSO_WM_BEAUTIFY_FLAG" val=""/>
</p:tagLst>
</file>

<file path=ppt/tags/tag867.xml><?xml version="1.0" encoding="utf-8"?>
<p:tagLst xmlns:p="http://schemas.openxmlformats.org/presentationml/2006/main">
  <p:tag name="KSO_WM_BEAUTIFY_FLAG" val=""/>
</p:tagLst>
</file>

<file path=ppt/tags/tag868.xml><?xml version="1.0" encoding="utf-8"?>
<p:tagLst xmlns:p="http://schemas.openxmlformats.org/presentationml/2006/main">
  <p:tag name="KSO_WM_BEAUTIFY_FLAG" val=""/>
</p:tagLst>
</file>

<file path=ppt/tags/tag869.xml><?xml version="1.0" encoding="utf-8"?>
<p:tagLst xmlns:p="http://schemas.openxmlformats.org/presentationml/2006/main">
  <p:tag name="KSO_WM_BEAUTIFY_FLAG" val=""/>
</p:tagLst>
</file>

<file path=ppt/tags/tag870.xml><?xml version="1.0" encoding="utf-8"?>
<p:tagLst xmlns:p="http://schemas.openxmlformats.org/presentationml/2006/main">
  <p:tag name="KSO_WM_BEAUTIFY_FLAG" val=""/>
</p:tagLst>
</file>

<file path=ppt/tags/tag871.xml><?xml version="1.0" encoding="utf-8"?>
<p:tagLst xmlns:p="http://schemas.openxmlformats.org/presentationml/2006/main">
  <p:tag name="KSO_WM_BEAUTIFY_FLAG" val=""/>
</p:tagLst>
</file>

<file path=ppt/tags/tag872.xml><?xml version="1.0" encoding="utf-8"?>
<p:tagLst xmlns:p="http://schemas.openxmlformats.org/presentationml/2006/main">
  <p:tag name="KSO_WM_BEAUTIFY_FLAG" val=""/>
</p:tagLst>
</file>

<file path=ppt/tags/tag873.xml><?xml version="1.0" encoding="utf-8"?>
<p:tagLst xmlns:p="http://schemas.openxmlformats.org/presentationml/2006/main">
  <p:tag name="KSO_WM_BEAUTIFY_FLAG" val=""/>
</p:tagLst>
</file>

<file path=ppt/tags/tag874.xml><?xml version="1.0" encoding="utf-8"?>
<p:tagLst xmlns:p="http://schemas.openxmlformats.org/presentationml/2006/main">
  <p:tag name="KSO_WM_BEAUTIFY_FLAG" val=""/>
</p:tagLst>
</file>

<file path=ppt/tags/tag875.xml><?xml version="1.0" encoding="utf-8"?>
<p:tagLst xmlns:p="http://schemas.openxmlformats.org/presentationml/2006/main">
  <p:tag name="KSO_WM_BEAUTIFY_FLAG" val=""/>
</p:tagLst>
</file>

<file path=ppt/tags/tag876.xml><?xml version="1.0" encoding="utf-8"?>
<p:tagLst xmlns:p="http://schemas.openxmlformats.org/presentationml/2006/main">
  <p:tag name="KSO_WM_BEAUTIFY_FLAG" val=""/>
</p:tagLst>
</file>

<file path=ppt/tags/tag877.xml><?xml version="1.0" encoding="utf-8"?>
<p:tagLst xmlns:p="http://schemas.openxmlformats.org/presentationml/2006/main">
  <p:tag name="KSO_WM_BEAUTIFY_FLAG" val=""/>
</p:tagLst>
</file>

<file path=ppt/tags/tag878.xml><?xml version="1.0" encoding="utf-8"?>
<p:tagLst xmlns:p="http://schemas.openxmlformats.org/presentationml/2006/main">
  <p:tag name="KSO_WM_BEAUTIFY_FLAG" val=""/>
</p:tagLst>
</file>

<file path=ppt/tags/tag879.xml><?xml version="1.0" encoding="utf-8"?>
<p:tagLst xmlns:p="http://schemas.openxmlformats.org/presentationml/2006/main">
  <p:tag name="KSO_WM_BEAUTIFY_FLAG" val=""/>
</p:tagLst>
</file>

<file path=ppt/tags/tag880.xml><?xml version="1.0" encoding="utf-8"?>
<p:tagLst xmlns:p="http://schemas.openxmlformats.org/presentationml/2006/main">
  <p:tag name="KSO_WM_BEAUTIFY_FLAG" val=""/>
</p:tagLst>
</file>

<file path=ppt/tags/tag881.xml><?xml version="1.0" encoding="utf-8"?>
<p:tagLst xmlns:p="http://schemas.openxmlformats.org/presentationml/2006/main">
  <p:tag name="KSO_WM_BEAUTIFY_FLAG" val=""/>
</p:tagLst>
</file>

<file path=ppt/tags/tag882.xml><?xml version="1.0" encoding="utf-8"?>
<p:tagLst xmlns:p="http://schemas.openxmlformats.org/presentationml/2006/main">
  <p:tag name="KSO_WM_BEAUTIFY_FLAG" val=""/>
</p:tagLst>
</file>

<file path=ppt/tags/tag883.xml><?xml version="1.0" encoding="utf-8"?>
<p:tagLst xmlns:p="http://schemas.openxmlformats.org/presentationml/2006/main">
  <p:tag name="KSO_WM_BEAUTIFY_FLAG" val=""/>
</p:tagLst>
</file>

<file path=ppt/tags/tag884.xml><?xml version="1.0" encoding="utf-8"?>
<p:tagLst xmlns:p="http://schemas.openxmlformats.org/presentationml/2006/main">
  <p:tag name="KSO_WM_BEAUTIFY_FLAG" val=""/>
</p:tagLst>
</file>

<file path=ppt/tags/tag885.xml><?xml version="1.0" encoding="utf-8"?>
<p:tagLst xmlns:p="http://schemas.openxmlformats.org/presentationml/2006/main">
  <p:tag name="KSO_WM_BEAUTIFY_FLAG" val=""/>
</p:tagLst>
</file>

<file path=ppt/tags/tag886.xml><?xml version="1.0" encoding="utf-8"?>
<p:tagLst xmlns:p="http://schemas.openxmlformats.org/presentationml/2006/main">
  <p:tag name="KSO_WM_BEAUTIFY_FLAG" val=""/>
</p:tagLst>
</file>

<file path=ppt/tags/tag887.xml><?xml version="1.0" encoding="utf-8"?>
<p:tagLst xmlns:p="http://schemas.openxmlformats.org/presentationml/2006/main">
  <p:tag name="KSO_WM_BEAUTIFY_FLAG" val=""/>
</p:tagLst>
</file>

<file path=ppt/tags/tag888.xml><?xml version="1.0" encoding="utf-8"?>
<p:tagLst xmlns:p="http://schemas.openxmlformats.org/presentationml/2006/main">
  <p:tag name="KSO_WM_BEAUTIFY_FLAG" val=""/>
</p:tagLst>
</file>

<file path=ppt/tags/tag889.xml><?xml version="1.0" encoding="utf-8"?>
<p:tagLst xmlns:p="http://schemas.openxmlformats.org/presentationml/2006/main">
  <p:tag name="KSO_WM_BEAUTIFY_FLAG" val=""/>
</p:tagLst>
</file>

<file path=ppt/tags/tag890.xml><?xml version="1.0" encoding="utf-8"?>
<p:tagLst xmlns:p="http://schemas.openxmlformats.org/presentationml/2006/main">
  <p:tag name="KSO_WM_BEAUTIFY_FLAG" val=""/>
</p:tagLst>
</file>

<file path=ppt/tags/tag891.xml><?xml version="1.0" encoding="utf-8"?>
<p:tagLst xmlns:p="http://schemas.openxmlformats.org/presentationml/2006/main">
  <p:tag name="KSO_WM_BEAUTIFY_FLAG" val=""/>
</p:tagLst>
</file>

<file path=ppt/tags/tag892.xml><?xml version="1.0" encoding="utf-8"?>
<p:tagLst xmlns:p="http://schemas.openxmlformats.org/presentationml/2006/main">
  <p:tag name="KSO_WM_BEAUTIFY_FLAG" val=""/>
</p:tagLst>
</file>

<file path=ppt/tags/tag893.xml><?xml version="1.0" encoding="utf-8"?>
<p:tagLst xmlns:p="http://schemas.openxmlformats.org/presentationml/2006/main">
  <p:tag name="KSO_WM_BEAUTIFY_FLAG" val=""/>
</p:tagLst>
</file>

<file path=ppt/tags/tag894.xml><?xml version="1.0" encoding="utf-8"?>
<p:tagLst xmlns:p="http://schemas.openxmlformats.org/presentationml/2006/main">
  <p:tag name="KSO_WM_BEAUTIFY_FLAG" val=""/>
</p:tagLst>
</file>

<file path=ppt/tags/tag895.xml><?xml version="1.0" encoding="utf-8"?>
<p:tagLst xmlns:p="http://schemas.openxmlformats.org/presentationml/2006/main">
  <p:tag name="KSO_WM_BEAUTIFY_FLAG" val=""/>
</p:tagLst>
</file>

<file path=ppt/tags/tag896.xml><?xml version="1.0" encoding="utf-8"?>
<p:tagLst xmlns:p="http://schemas.openxmlformats.org/presentationml/2006/main">
  <p:tag name="KSO_WM_BEAUTIFY_FLAG" val=""/>
</p:tagLst>
</file>

<file path=ppt/tags/tag897.xml><?xml version="1.0" encoding="utf-8"?>
<p:tagLst xmlns:p="http://schemas.openxmlformats.org/presentationml/2006/main">
  <p:tag name="KSO_WM_BEAUTIFY_FLAG" val=""/>
</p:tagLst>
</file>

<file path=ppt/tags/tag898.xml><?xml version="1.0" encoding="utf-8"?>
<p:tagLst xmlns:p="http://schemas.openxmlformats.org/presentationml/2006/main">
  <p:tag name="KSO_WM_BEAUTIFY_FLAG" val=""/>
</p:tagLst>
</file>

<file path=ppt/tags/tag899.xml><?xml version="1.0" encoding="utf-8"?>
<p:tagLst xmlns:p="http://schemas.openxmlformats.org/presentationml/2006/main">
  <p:tag name="KSO_WM_BEAUTIFY_FLAG" val=""/>
</p:tagLst>
</file>

<file path=ppt/tags/tag900.xml><?xml version="1.0" encoding="utf-8"?>
<p:tagLst xmlns:p="http://schemas.openxmlformats.org/presentationml/2006/main">
  <p:tag name="KSO_WM_BEAUTIFY_FLAG" val=""/>
</p:tagLst>
</file>

<file path=ppt/tags/tag901.xml><?xml version="1.0" encoding="utf-8"?>
<p:tagLst xmlns:p="http://schemas.openxmlformats.org/presentationml/2006/main">
  <p:tag name="KSO_WM_BEAUTIFY_FLAG" val=""/>
</p:tagLst>
</file>

<file path=ppt/tags/tag902.xml><?xml version="1.0" encoding="utf-8"?>
<p:tagLst xmlns:p="http://schemas.openxmlformats.org/presentationml/2006/main">
  <p:tag name="KSO_WM_BEAUTIFY_FLAG" val=""/>
</p:tagLst>
</file>

<file path=ppt/tags/tag903.xml><?xml version="1.0" encoding="utf-8"?>
<p:tagLst xmlns:p="http://schemas.openxmlformats.org/presentationml/2006/main">
  <p:tag name="KSO_WM_BEAUTIFY_FLAG" val=""/>
</p:tagLst>
</file>

<file path=ppt/tags/tag904.xml><?xml version="1.0" encoding="utf-8"?>
<p:tagLst xmlns:p="http://schemas.openxmlformats.org/presentationml/2006/main">
  <p:tag name="KSO_WM_BEAUTIFY_FLAG" val=""/>
</p:tagLst>
</file>

<file path=ppt/tags/tag905.xml><?xml version="1.0" encoding="utf-8"?>
<p:tagLst xmlns:p="http://schemas.openxmlformats.org/presentationml/2006/main">
  <p:tag name="KSO_WM_BEAUTIFY_FLAG" val=""/>
</p:tagLst>
</file>

<file path=ppt/tags/tag906.xml><?xml version="1.0" encoding="utf-8"?>
<p:tagLst xmlns:p="http://schemas.openxmlformats.org/presentationml/2006/main">
  <p:tag name="KSO_WM_BEAUTIFY_FLAG" val=""/>
</p:tagLst>
</file>

<file path=ppt/tags/tag907.xml><?xml version="1.0" encoding="utf-8"?>
<p:tagLst xmlns:p="http://schemas.openxmlformats.org/presentationml/2006/main">
  <p:tag name="KSO_WM_BEAUTIFY_FLAG" val=""/>
</p:tagLst>
</file>

<file path=ppt/tags/tag908.xml><?xml version="1.0" encoding="utf-8"?>
<p:tagLst xmlns:p="http://schemas.openxmlformats.org/presentationml/2006/main">
  <p:tag name="KSO_WM_BEAUTIFY_FLAG" val=""/>
</p:tagLst>
</file>

<file path=ppt/tags/tag909.xml><?xml version="1.0" encoding="utf-8"?>
<p:tagLst xmlns:p="http://schemas.openxmlformats.org/presentationml/2006/main">
  <p:tag name="KSO_WM_BEAUTIFY_FLAG" val=""/>
</p:tagLst>
</file>

<file path=ppt/tags/tag910.xml><?xml version="1.0" encoding="utf-8"?>
<p:tagLst xmlns:p="http://schemas.openxmlformats.org/presentationml/2006/main">
  <p:tag name="KSO_WM_BEAUTIFY_FLAG" val=""/>
</p:tagLst>
</file>

<file path=ppt/tags/tag911.xml><?xml version="1.0" encoding="utf-8"?>
<p:tagLst xmlns:p="http://schemas.openxmlformats.org/presentationml/2006/main">
  <p:tag name="KSO_WM_BEAUTIFY_FLAG" val=""/>
</p:tagLst>
</file>

<file path=ppt/tags/tag912.xml><?xml version="1.0" encoding="utf-8"?>
<p:tagLst xmlns:p="http://schemas.openxmlformats.org/presentationml/2006/main">
  <p:tag name="KSO_WM_BEAUTIFY_FLAG" val=""/>
</p:tagLst>
</file>

<file path=ppt/tags/tag913.xml><?xml version="1.0" encoding="utf-8"?>
<p:tagLst xmlns:p="http://schemas.openxmlformats.org/presentationml/2006/main">
  <p:tag name="KSO_WM_BEAUTIFY_FLAG" val=""/>
</p:tagLst>
</file>

<file path=ppt/tags/tag914.xml><?xml version="1.0" encoding="utf-8"?>
<p:tagLst xmlns:p="http://schemas.openxmlformats.org/presentationml/2006/main">
  <p:tag name="KSO_WM_BEAUTIFY_FLAG" val=""/>
</p:tagLst>
</file>

<file path=ppt/tags/tag915.xml><?xml version="1.0" encoding="utf-8"?>
<p:tagLst xmlns:p="http://schemas.openxmlformats.org/presentationml/2006/main">
  <p:tag name="KSO_WM_BEAUTIFY_FLAG" val=""/>
</p:tagLst>
</file>

<file path=ppt/tags/tag916.xml><?xml version="1.0" encoding="utf-8"?>
<p:tagLst xmlns:p="http://schemas.openxmlformats.org/presentationml/2006/main">
  <p:tag name="KSO_WM_BEAUTIFY_FLAG" val=""/>
</p:tagLst>
</file>

<file path=ppt/tags/tag917.xml><?xml version="1.0" encoding="utf-8"?>
<p:tagLst xmlns:p="http://schemas.openxmlformats.org/presentationml/2006/main">
  <p:tag name="KSO_WM_BEAUTIFY_FLAG" val=""/>
</p:tagLst>
</file>

<file path=ppt/tags/tag918.xml><?xml version="1.0" encoding="utf-8"?>
<p:tagLst xmlns:p="http://schemas.openxmlformats.org/presentationml/2006/main">
  <p:tag name="KSO_WM_BEAUTIFY_FLAG" val=""/>
</p:tagLst>
</file>

<file path=ppt/tags/tag919.xml><?xml version="1.0" encoding="utf-8"?>
<p:tagLst xmlns:p="http://schemas.openxmlformats.org/presentationml/2006/main">
  <p:tag name="KSO_WM_BEAUTIFY_FLAG" val=""/>
</p:tagLst>
</file>

<file path=ppt/tags/tag920.xml><?xml version="1.0" encoding="utf-8"?>
<p:tagLst xmlns:p="http://schemas.openxmlformats.org/presentationml/2006/main">
  <p:tag name="KSO_WM_BEAUTIFY_FLAG" val=""/>
</p:tagLst>
</file>

<file path=ppt/tags/tag921.xml><?xml version="1.0" encoding="utf-8"?>
<p:tagLst xmlns:p="http://schemas.openxmlformats.org/presentationml/2006/main">
  <p:tag name="KSO_WM_BEAUTIFY_FLAG" val=""/>
</p:tagLst>
</file>

<file path=ppt/tags/tag922.xml><?xml version="1.0" encoding="utf-8"?>
<p:tagLst xmlns:p="http://schemas.openxmlformats.org/presentationml/2006/main">
  <p:tag name="KSO_WM_BEAUTIFY_FLAG" val=""/>
</p:tagLst>
</file>

<file path=ppt/tags/tag923.xml><?xml version="1.0" encoding="utf-8"?>
<p:tagLst xmlns:p="http://schemas.openxmlformats.org/presentationml/2006/main">
  <p:tag name="KSO_WM_BEAUTIFY_FLAG" val=""/>
</p:tagLst>
</file>

<file path=ppt/tags/tag924.xml><?xml version="1.0" encoding="utf-8"?>
<p:tagLst xmlns:p="http://schemas.openxmlformats.org/presentationml/2006/main">
  <p:tag name="KSO_WM_BEAUTIFY_FLAG" val=""/>
</p:tagLst>
</file>

<file path=ppt/tags/tag925.xml><?xml version="1.0" encoding="utf-8"?>
<p:tagLst xmlns:p="http://schemas.openxmlformats.org/presentationml/2006/main">
  <p:tag name="KSO_WM_BEAUTIFY_FLAG" val=""/>
</p:tagLst>
</file>

<file path=ppt/tags/tag926.xml><?xml version="1.0" encoding="utf-8"?>
<p:tagLst xmlns:p="http://schemas.openxmlformats.org/presentationml/2006/main">
  <p:tag name="KSO_WM_BEAUTIFY_FLAG" val=""/>
</p:tagLst>
</file>

<file path=ppt/tags/tag927.xml><?xml version="1.0" encoding="utf-8"?>
<p:tagLst xmlns:p="http://schemas.openxmlformats.org/presentationml/2006/main">
  <p:tag name="KSO_WM_BEAUTIFY_FLAG" val=""/>
</p:tagLst>
</file>

<file path=ppt/tags/tag928.xml><?xml version="1.0" encoding="utf-8"?>
<p:tagLst xmlns:p="http://schemas.openxmlformats.org/presentationml/2006/main">
  <p:tag name="KSO_WM_BEAUTIFY_FLAG" val=""/>
</p:tagLst>
</file>

<file path=ppt/tags/tag929.xml><?xml version="1.0" encoding="utf-8"?>
<p:tagLst xmlns:p="http://schemas.openxmlformats.org/presentationml/2006/main">
  <p:tag name="KSO_WM_BEAUTIFY_FLAG" val=""/>
</p:tagLst>
</file>

<file path=ppt/tags/tag930.xml><?xml version="1.0" encoding="utf-8"?>
<p:tagLst xmlns:p="http://schemas.openxmlformats.org/presentationml/2006/main">
  <p:tag name="KSO_WM_BEAUTIFY_FLAG" val=""/>
</p:tagLst>
</file>

<file path=ppt/tags/tag931.xml><?xml version="1.0" encoding="utf-8"?>
<p:tagLst xmlns:p="http://schemas.openxmlformats.org/presentationml/2006/main">
  <p:tag name="KSO_WM_BEAUTIFY_FLAG" val=""/>
</p:tagLst>
</file>

<file path=ppt/tags/tag932.xml><?xml version="1.0" encoding="utf-8"?>
<p:tagLst xmlns:p="http://schemas.openxmlformats.org/presentationml/2006/main">
  <p:tag name="KSO_WM_BEAUTIFY_FLAG" val=""/>
</p:tagLst>
</file>

<file path=ppt/tags/tag933.xml><?xml version="1.0" encoding="utf-8"?>
<p:tagLst xmlns:p="http://schemas.openxmlformats.org/presentationml/2006/main">
  <p:tag name="KSO_WM_BEAUTIFY_FLAG" val=""/>
</p:tagLst>
</file>

<file path=ppt/tags/tag934.xml><?xml version="1.0" encoding="utf-8"?>
<p:tagLst xmlns:p="http://schemas.openxmlformats.org/presentationml/2006/main">
  <p:tag name="KSO_WM_BEAUTIFY_FLAG" val=""/>
</p:tagLst>
</file>

<file path=ppt/tags/tag935.xml><?xml version="1.0" encoding="utf-8"?>
<p:tagLst xmlns:p="http://schemas.openxmlformats.org/presentationml/2006/main">
  <p:tag name="KSO_WM_BEAUTIFY_FLAG" val=""/>
</p:tagLst>
</file>

<file path=ppt/tags/tag936.xml><?xml version="1.0" encoding="utf-8"?>
<p:tagLst xmlns:p="http://schemas.openxmlformats.org/presentationml/2006/main">
  <p:tag name="KSO_WM_BEAUTIFY_FLAG" val=""/>
</p:tagLst>
</file>

<file path=ppt/tags/tag937.xml><?xml version="1.0" encoding="utf-8"?>
<p:tagLst xmlns:p="http://schemas.openxmlformats.org/presentationml/2006/main">
  <p:tag name="KSO_WM_BEAUTIFY_FLAG" val=""/>
</p:tagLst>
</file>

<file path=ppt/tags/tag938.xml><?xml version="1.0" encoding="utf-8"?>
<p:tagLst xmlns:p="http://schemas.openxmlformats.org/presentationml/2006/main">
  <p:tag name="KSO_WM_BEAUTIFY_FLAG" val=""/>
</p:tagLst>
</file>

<file path=ppt/tags/tag939.xml><?xml version="1.0" encoding="utf-8"?>
<p:tagLst xmlns:p="http://schemas.openxmlformats.org/presentationml/2006/main">
  <p:tag name="KSO_WM_BEAUTIFY_FLAG" val=""/>
</p:tagLst>
</file>

<file path=ppt/tags/tag940.xml><?xml version="1.0" encoding="utf-8"?>
<p:tagLst xmlns:p="http://schemas.openxmlformats.org/presentationml/2006/main">
  <p:tag name="KSO_WM_BEAUTIFY_FLAG" val=""/>
</p:tagLst>
</file>

<file path=ppt/tags/tag941.xml><?xml version="1.0" encoding="utf-8"?>
<p:tagLst xmlns:p="http://schemas.openxmlformats.org/presentationml/2006/main">
  <p:tag name="KSO_WM_BEAUTIFY_FLAG" val=""/>
</p:tagLst>
</file>

<file path=ppt/tags/tag942.xml><?xml version="1.0" encoding="utf-8"?>
<p:tagLst xmlns:p="http://schemas.openxmlformats.org/presentationml/2006/main">
  <p:tag name="KSO_WM_BEAUTIFY_FLAG" val=""/>
</p:tagLst>
</file>

<file path=ppt/tags/tag943.xml><?xml version="1.0" encoding="utf-8"?>
<p:tagLst xmlns:p="http://schemas.openxmlformats.org/presentationml/2006/main">
  <p:tag name="KSO_WM_BEAUTIFY_FLAG" val=""/>
</p:tagLst>
</file>

<file path=ppt/tags/tag944.xml><?xml version="1.0" encoding="utf-8"?>
<p:tagLst xmlns:p="http://schemas.openxmlformats.org/presentationml/2006/main">
  <p:tag name="KSO_WM_BEAUTIFY_FLAG" val=""/>
</p:tagLst>
</file>

<file path=ppt/tags/tag945.xml><?xml version="1.0" encoding="utf-8"?>
<p:tagLst xmlns:p="http://schemas.openxmlformats.org/presentationml/2006/main">
  <p:tag name="KSO_WM_BEAUTIFY_FLAG" val=""/>
</p:tagLst>
</file>

<file path=ppt/tags/tag946.xml><?xml version="1.0" encoding="utf-8"?>
<p:tagLst xmlns:p="http://schemas.openxmlformats.org/presentationml/2006/main">
  <p:tag name="KSO_WM_BEAUTIFY_FLAG" val=""/>
</p:tagLst>
</file>

<file path=ppt/tags/tag947.xml><?xml version="1.0" encoding="utf-8"?>
<p:tagLst xmlns:p="http://schemas.openxmlformats.org/presentationml/2006/main">
  <p:tag name="KSO_WM_BEAUTIFY_FLAG" val=""/>
</p:tagLst>
</file>

<file path=ppt/tags/tag948.xml><?xml version="1.0" encoding="utf-8"?>
<p:tagLst xmlns:p="http://schemas.openxmlformats.org/presentationml/2006/main">
  <p:tag name="KSO_WM_BEAUTIFY_FLAG" val=""/>
</p:tagLst>
</file>

<file path=ppt/tags/tag949.xml><?xml version="1.0" encoding="utf-8"?>
<p:tagLst xmlns:p="http://schemas.openxmlformats.org/presentationml/2006/main">
  <p:tag name="KSO_WM_BEAUTIFY_FLAG" val=""/>
</p:tagLst>
</file>

<file path=ppt/tags/tag950.xml><?xml version="1.0" encoding="utf-8"?>
<p:tagLst xmlns:p="http://schemas.openxmlformats.org/presentationml/2006/main">
  <p:tag name="KSO_WM_BEAUTIFY_FLAG" val=""/>
</p:tagLst>
</file>

<file path=ppt/tags/tag951.xml><?xml version="1.0" encoding="utf-8"?>
<p:tagLst xmlns:p="http://schemas.openxmlformats.org/presentationml/2006/main">
  <p:tag name="KSO_WM_BEAUTIFY_FLAG" val=""/>
</p:tagLst>
</file>

<file path=ppt/tags/tag952.xml><?xml version="1.0" encoding="utf-8"?>
<p:tagLst xmlns:p="http://schemas.openxmlformats.org/presentationml/2006/main">
  <p:tag name="KSO_WM_BEAUTIFY_FLAG" val=""/>
</p:tagLst>
</file>

<file path=ppt/tags/tag953.xml><?xml version="1.0" encoding="utf-8"?>
<p:tagLst xmlns:p="http://schemas.openxmlformats.org/presentationml/2006/main">
  <p:tag name="KSO_WM_BEAUTIFY_FLAG" val=""/>
</p:tagLst>
</file>

<file path=ppt/tags/tag954.xml><?xml version="1.0" encoding="utf-8"?>
<p:tagLst xmlns:p="http://schemas.openxmlformats.org/presentationml/2006/main">
  <p:tag name="KSO_WM_BEAUTIFY_FLAG" val=""/>
</p:tagLst>
</file>

<file path=ppt/tags/tag955.xml><?xml version="1.0" encoding="utf-8"?>
<p:tagLst xmlns:p="http://schemas.openxmlformats.org/presentationml/2006/main">
  <p:tag name="KSO_WM_BEAUTIFY_FLAG" val=""/>
</p:tagLst>
</file>

<file path=ppt/tags/tag956.xml><?xml version="1.0" encoding="utf-8"?>
<p:tagLst xmlns:p="http://schemas.openxmlformats.org/presentationml/2006/main">
  <p:tag name="KSO_WM_BEAUTIFY_FLAG" val=""/>
</p:tagLst>
</file>

<file path=ppt/tags/tag957.xml><?xml version="1.0" encoding="utf-8"?>
<p:tagLst xmlns:p="http://schemas.openxmlformats.org/presentationml/2006/main">
  <p:tag name="KSO_WM_BEAUTIFY_FLAG" val=""/>
</p:tagLst>
</file>

<file path=ppt/tags/tag958.xml><?xml version="1.0" encoding="utf-8"?>
<p:tagLst xmlns:p="http://schemas.openxmlformats.org/presentationml/2006/main">
  <p:tag name="KSO_WM_BEAUTIFY_FLAG" val=""/>
</p:tagLst>
</file>

<file path=ppt/tags/tag959.xml><?xml version="1.0" encoding="utf-8"?>
<p:tagLst xmlns:p="http://schemas.openxmlformats.org/presentationml/2006/main">
  <p:tag name="KSO_WM_BEAUTIFY_FLAG" val=""/>
</p:tagLst>
</file>

<file path=ppt/tags/tag960.xml><?xml version="1.0" encoding="utf-8"?>
<p:tagLst xmlns:p="http://schemas.openxmlformats.org/presentationml/2006/main">
  <p:tag name="KSO_WM_BEAUTIFY_FLAG" val=""/>
</p:tagLst>
</file>

<file path=ppt/tags/tag961.xml><?xml version="1.0" encoding="utf-8"?>
<p:tagLst xmlns:p="http://schemas.openxmlformats.org/presentationml/2006/main">
  <p:tag name="KSO_WM_BEAUTIFY_FLAG" val=""/>
</p:tagLst>
</file>

<file path=ppt/tags/tag962.xml><?xml version="1.0" encoding="utf-8"?>
<p:tagLst xmlns:p="http://schemas.openxmlformats.org/presentationml/2006/main">
  <p:tag name="KSO_WM_BEAUTIFY_FLAG" val=""/>
</p:tagLst>
</file>

<file path=ppt/tags/tag963.xml><?xml version="1.0" encoding="utf-8"?>
<p:tagLst xmlns:p="http://schemas.openxmlformats.org/presentationml/2006/main">
  <p:tag name="KSO_WM_BEAUTIFY_FLAG" val=""/>
</p:tagLst>
</file>

<file path=ppt/tags/tag964.xml><?xml version="1.0" encoding="utf-8"?>
<p:tagLst xmlns:p="http://schemas.openxmlformats.org/presentationml/2006/main">
  <p:tag name="KSO_WM_BEAUTIFY_FLAG" val=""/>
</p:tagLst>
</file>

<file path=ppt/tags/tag965.xml><?xml version="1.0" encoding="utf-8"?>
<p:tagLst xmlns:p="http://schemas.openxmlformats.org/presentationml/2006/main">
  <p:tag name="KSO_WM_BEAUTIFY_FLAG" val=""/>
</p:tagLst>
</file>

<file path=ppt/tags/tag966.xml><?xml version="1.0" encoding="utf-8"?>
<p:tagLst xmlns:p="http://schemas.openxmlformats.org/presentationml/2006/main">
  <p:tag name="KSO_WM_BEAUTIFY_FLAG" val=""/>
</p:tagLst>
</file>

<file path=ppt/tags/tag967.xml><?xml version="1.0" encoding="utf-8"?>
<p:tagLst xmlns:p="http://schemas.openxmlformats.org/presentationml/2006/main">
  <p:tag name="KSO_WM_BEAUTIFY_FLAG" val=""/>
</p:tagLst>
</file>

<file path=ppt/tags/tag968.xml><?xml version="1.0" encoding="utf-8"?>
<p:tagLst xmlns:p="http://schemas.openxmlformats.org/presentationml/2006/main">
  <p:tag name="KSO_WM_BEAUTIFY_FLAG" val=""/>
</p:tagLst>
</file>

<file path=ppt/tags/tag969.xml><?xml version="1.0" encoding="utf-8"?>
<p:tagLst xmlns:p="http://schemas.openxmlformats.org/presentationml/2006/main">
  <p:tag name="KSO_WM_BEAUTIFY_FLAG" val=""/>
</p:tagLst>
</file>

<file path=ppt/tags/tag970.xml><?xml version="1.0" encoding="utf-8"?>
<p:tagLst xmlns:p="http://schemas.openxmlformats.org/presentationml/2006/main">
  <p:tag name="KSO_WM_BEAUTIFY_FLAG" val=""/>
</p:tagLst>
</file>

<file path=ppt/tags/tag971.xml><?xml version="1.0" encoding="utf-8"?>
<p:tagLst xmlns:p="http://schemas.openxmlformats.org/presentationml/2006/main">
  <p:tag name="KSO_WM_BEAUTIFY_FLAG" val=""/>
</p:tagLst>
</file>

<file path=ppt/tags/tag972.xml><?xml version="1.0" encoding="utf-8"?>
<p:tagLst xmlns:p="http://schemas.openxmlformats.org/presentationml/2006/main">
  <p:tag name="KSO_WM_BEAUTIFY_FLAG" val=""/>
</p:tagLst>
</file>

<file path=ppt/tags/tag973.xml><?xml version="1.0" encoding="utf-8"?>
<p:tagLst xmlns:p="http://schemas.openxmlformats.org/presentationml/2006/main">
  <p:tag name="KSO_WM_BEAUTIFY_FLAG" val=""/>
</p:tagLst>
</file>

<file path=ppt/tags/tag974.xml><?xml version="1.0" encoding="utf-8"?>
<p:tagLst xmlns:p="http://schemas.openxmlformats.org/presentationml/2006/main">
  <p:tag name="KSO_WM_BEAUTIFY_FLAG" val=""/>
</p:tagLst>
</file>

<file path=ppt/tags/tag975.xml><?xml version="1.0" encoding="utf-8"?>
<p:tagLst xmlns:p="http://schemas.openxmlformats.org/presentationml/2006/main">
  <p:tag name="KSO_WM_BEAUTIFY_FLAG" val=""/>
</p:tagLst>
</file>

<file path=ppt/tags/tag976.xml><?xml version="1.0" encoding="utf-8"?>
<p:tagLst xmlns:p="http://schemas.openxmlformats.org/presentationml/2006/main">
  <p:tag name="KSO_WM_BEAUTIFY_FLAG" val=""/>
</p:tagLst>
</file>

<file path=ppt/tags/tag977.xml><?xml version="1.0" encoding="utf-8"?>
<p:tagLst xmlns:p="http://schemas.openxmlformats.org/presentationml/2006/main">
  <p:tag name="KSO_WM_BEAUTIFY_FLAG" val=""/>
</p:tagLst>
</file>

<file path=ppt/tags/tag978.xml><?xml version="1.0" encoding="utf-8"?>
<p:tagLst xmlns:p="http://schemas.openxmlformats.org/presentationml/2006/main">
  <p:tag name="KSO_WM_BEAUTIFY_FLAG" val=""/>
</p:tagLst>
</file>

<file path=ppt/tags/tag979.xml><?xml version="1.0" encoding="utf-8"?>
<p:tagLst xmlns:p="http://schemas.openxmlformats.org/presentationml/2006/main">
  <p:tag name="KSO_WM_BEAUTIFY_FLAG" val=""/>
</p:tagLst>
</file>

<file path=ppt/tags/tag980.xml><?xml version="1.0" encoding="utf-8"?>
<p:tagLst xmlns:p="http://schemas.openxmlformats.org/presentationml/2006/main">
  <p:tag name="KSO_WM_BEAUTIFY_FLAG" val=""/>
</p:tagLst>
</file>

<file path=ppt/tags/tag981.xml><?xml version="1.0" encoding="utf-8"?>
<p:tagLst xmlns:p="http://schemas.openxmlformats.org/presentationml/2006/main">
  <p:tag name="KSO_WM_BEAUTIFY_FLAG" val=""/>
</p:tagLst>
</file>

<file path=ppt/tags/tag982.xml><?xml version="1.0" encoding="utf-8"?>
<p:tagLst xmlns:p="http://schemas.openxmlformats.org/presentationml/2006/main">
  <p:tag name="KSO_WM_BEAUTIFY_FLAG" val=""/>
</p:tagLst>
</file>

<file path=ppt/tags/tag983.xml><?xml version="1.0" encoding="utf-8"?>
<p:tagLst xmlns:p="http://schemas.openxmlformats.org/presentationml/2006/main">
  <p:tag name="KSO_WM_BEAUTIFY_FLAG" val=""/>
</p:tagLst>
</file>

<file path=ppt/tags/tag984.xml><?xml version="1.0" encoding="utf-8"?>
<p:tagLst xmlns:p="http://schemas.openxmlformats.org/presentationml/2006/main">
  <p:tag name="KSO_WM_BEAUTIFY_FLAG" val=""/>
</p:tagLst>
</file>

<file path=ppt/tags/tag985.xml><?xml version="1.0" encoding="utf-8"?>
<p:tagLst xmlns:p="http://schemas.openxmlformats.org/presentationml/2006/main">
  <p:tag name="KSO_WM_BEAUTIFY_FLAG" val=""/>
</p:tagLst>
</file>

<file path=ppt/tags/tag986.xml><?xml version="1.0" encoding="utf-8"?>
<p:tagLst xmlns:p="http://schemas.openxmlformats.org/presentationml/2006/main">
  <p:tag name="KSO_WM_BEAUTIFY_FLAG" val=""/>
</p:tagLst>
</file>

<file path=ppt/tags/tag987.xml><?xml version="1.0" encoding="utf-8"?>
<p:tagLst xmlns:p="http://schemas.openxmlformats.org/presentationml/2006/main">
  <p:tag name="KSO_WM_BEAUTIFY_FLAG" val=""/>
</p:tagLst>
</file>

<file path=ppt/tags/tag988.xml><?xml version="1.0" encoding="utf-8"?>
<p:tagLst xmlns:p="http://schemas.openxmlformats.org/presentationml/2006/main">
  <p:tag name="KSO_WM_BEAUTIFY_FLAG" val=""/>
</p:tagLst>
</file>

<file path=ppt/tags/tag989.xml><?xml version="1.0" encoding="utf-8"?>
<p:tagLst xmlns:p="http://schemas.openxmlformats.org/presentationml/2006/main">
  <p:tag name="KSO_WM_BEAUTIFY_FLAG" val=""/>
</p:tagLst>
</file>

<file path=ppt/tags/tag990.xml><?xml version="1.0" encoding="utf-8"?>
<p:tagLst xmlns:p="http://schemas.openxmlformats.org/presentationml/2006/main">
  <p:tag name="KSO_WM_BEAUTIFY_FLAG" val=""/>
</p:tagLst>
</file>

<file path=ppt/tags/tag991.xml><?xml version="1.0" encoding="utf-8"?>
<p:tagLst xmlns:p="http://schemas.openxmlformats.org/presentationml/2006/main">
  <p:tag name="KSO_WM_BEAUTIFY_FLAG" val=""/>
</p:tagLst>
</file>

<file path=ppt/tags/tag992.xml><?xml version="1.0" encoding="utf-8"?>
<p:tagLst xmlns:p="http://schemas.openxmlformats.org/presentationml/2006/main">
  <p:tag name="KSO_WM_BEAUTIFY_FLAG" val=""/>
</p:tagLst>
</file>

<file path=ppt/tags/tag993.xml><?xml version="1.0" encoding="utf-8"?>
<p:tagLst xmlns:p="http://schemas.openxmlformats.org/presentationml/2006/main">
  <p:tag name="KSO_WM_BEAUTIFY_FLAG" val=""/>
</p:tagLst>
</file>

<file path=ppt/tags/tag994.xml><?xml version="1.0" encoding="utf-8"?>
<p:tagLst xmlns:p="http://schemas.openxmlformats.org/presentationml/2006/main">
  <p:tag name="KSO_WM_BEAUTIFY_FLAG" val=""/>
</p:tagLst>
</file>

<file path=ppt/tags/tag995.xml><?xml version="1.0" encoding="utf-8"?>
<p:tagLst xmlns:p="http://schemas.openxmlformats.org/presentationml/2006/main">
  <p:tag name="KSO_WM_BEAUTIFY_FLAG" val=""/>
</p:tagLst>
</file>

<file path=ppt/tags/tag996.xml><?xml version="1.0" encoding="utf-8"?>
<p:tagLst xmlns:p="http://schemas.openxmlformats.org/presentationml/2006/main">
  <p:tag name="KSO_WM_BEAUTIFY_FLAG" val=""/>
</p:tagLst>
</file>

<file path=ppt/tags/tag997.xml><?xml version="1.0" encoding="utf-8"?>
<p:tagLst xmlns:p="http://schemas.openxmlformats.org/presentationml/2006/main">
  <p:tag name="KSO_WM_BEAUTIFY_FLAG" val=""/>
</p:tagLst>
</file>

<file path=ppt/tags/tag998.xml><?xml version="1.0" encoding="utf-8"?>
<p:tagLst xmlns:p="http://schemas.openxmlformats.org/presentationml/2006/main">
  <p:tag name="KSO_WM_BEAUTIFY_FLAG" val=""/>
</p:tagLst>
</file>

<file path=ppt/tags/tag999.xml><?xml version="1.0" encoding="utf-8"?>
<p:tagLst xmlns:p="http://schemas.openxmlformats.org/presentationml/2006/main">
  <p:tag name="KSO_WM_BEAUTIFY_FLAG" val=""/>
</p:tagLst>
</file>

<file path=ppt/tags/tag1000.xml><?xml version="1.0" encoding="utf-8"?>
<p:tagLst xmlns:p="http://schemas.openxmlformats.org/presentationml/2006/main">
  <p:tag name="KSO_WM_BEAUTIFY_FLAG" val=""/>
</p:tagLst>
</file>

<file path=ppt/tags/tag1001.xml><?xml version="1.0" encoding="utf-8"?>
<p:tagLst xmlns:p="http://schemas.openxmlformats.org/presentationml/2006/main">
  <p:tag name="KSO_WM_BEAUTIFY_FLAG" val=""/>
</p:tagLst>
</file>

<file path=ppt/tags/tag1002.xml><?xml version="1.0" encoding="utf-8"?>
<p:tagLst xmlns:p="http://schemas.openxmlformats.org/presentationml/2006/main">
  <p:tag name="KSO_WM_BEAUTIFY_FLAG" val=""/>
</p:tagLst>
</file>

<file path=ppt/tags/tag1003.xml><?xml version="1.0" encoding="utf-8"?>
<p:tagLst xmlns:p="http://schemas.openxmlformats.org/presentationml/2006/main">
  <p:tag name="KSO_WM_BEAUTIFY_FLAG" val=""/>
</p:tagLst>
</file>

<file path=ppt/tags/tag1004.xml><?xml version="1.0" encoding="utf-8"?>
<p:tagLst xmlns:p="http://schemas.openxmlformats.org/presentationml/2006/main">
  <p:tag name="KSO_WM_BEAUTIFY_FLAG" val=""/>
</p:tagLst>
</file>

<file path=ppt/tags/tag1005.xml><?xml version="1.0" encoding="utf-8"?>
<p:tagLst xmlns:p="http://schemas.openxmlformats.org/presentationml/2006/main">
  <p:tag name="KSO_WM_BEAUTIFY_FLAG" val=""/>
</p:tagLst>
</file>

<file path=ppt/tags/tag1006.xml><?xml version="1.0" encoding="utf-8"?>
<p:tagLst xmlns:p="http://schemas.openxmlformats.org/presentationml/2006/main">
  <p:tag name="KSO_WM_BEAUTIFY_FLAG" val=""/>
</p:tagLst>
</file>

<file path=ppt/tags/tag1007.xml><?xml version="1.0" encoding="utf-8"?>
<p:tagLst xmlns:p="http://schemas.openxmlformats.org/presentationml/2006/main">
  <p:tag name="KSO_WM_BEAUTIFY_FLAG" val=""/>
</p:tagLst>
</file>

<file path=ppt/tags/tag1008.xml><?xml version="1.0" encoding="utf-8"?>
<p:tagLst xmlns:p="http://schemas.openxmlformats.org/presentationml/2006/main">
  <p:tag name="KSO_WM_BEAUTIFY_FLAG" val=""/>
</p:tagLst>
</file>

<file path=ppt/tags/tag1009.xml><?xml version="1.0" encoding="utf-8"?>
<p:tagLst xmlns:p="http://schemas.openxmlformats.org/presentationml/2006/main">
  <p:tag name="KSO_WM_BEAUTIFY_FLAG" val=""/>
</p:tagLst>
</file>

<file path=ppt/tags/tag1010.xml><?xml version="1.0" encoding="utf-8"?>
<p:tagLst xmlns:p="http://schemas.openxmlformats.org/presentationml/2006/main">
  <p:tag name="KSO_WM_BEAUTIFY_FLAG" val=""/>
</p:tagLst>
</file>

<file path=ppt/tags/tag1011.xml><?xml version="1.0" encoding="utf-8"?>
<p:tagLst xmlns:p="http://schemas.openxmlformats.org/presentationml/2006/main">
  <p:tag name="KSO_WM_BEAUTIFY_FLAG" val=""/>
</p:tagLst>
</file>

<file path=ppt/tags/tag1012.xml><?xml version="1.0" encoding="utf-8"?>
<p:tagLst xmlns:p="http://schemas.openxmlformats.org/presentationml/2006/main">
  <p:tag name="KSO_WM_BEAUTIFY_FLAG" val=""/>
</p:tagLst>
</file>

<file path=ppt/tags/tag1013.xml><?xml version="1.0" encoding="utf-8"?>
<p:tagLst xmlns:p="http://schemas.openxmlformats.org/presentationml/2006/main">
  <p:tag name="KSO_WM_BEAUTIFY_FLAG" val=""/>
</p:tagLst>
</file>

<file path=ppt/tags/tag1014.xml><?xml version="1.0" encoding="utf-8"?>
<p:tagLst xmlns:p="http://schemas.openxmlformats.org/presentationml/2006/main">
  <p:tag name="KSO_WM_BEAUTIFY_FLAG" val=""/>
</p:tagLst>
</file>

<file path=ppt/tags/tag1015.xml><?xml version="1.0" encoding="utf-8"?>
<p:tagLst xmlns:p="http://schemas.openxmlformats.org/presentationml/2006/main">
  <p:tag name="KSO_WM_BEAUTIFY_FLAG" val=""/>
</p:tagLst>
</file>

<file path=ppt/tags/tag1016.xml><?xml version="1.0" encoding="utf-8"?>
<p:tagLst xmlns:p="http://schemas.openxmlformats.org/presentationml/2006/main">
  <p:tag name="KSO_WM_BEAUTIFY_FLAG" val=""/>
</p:tagLst>
</file>

<file path=ppt/tags/tag1017.xml><?xml version="1.0" encoding="utf-8"?>
<p:tagLst xmlns:p="http://schemas.openxmlformats.org/presentationml/2006/main">
  <p:tag name="KSO_WM_BEAUTIFY_FLAG" val=""/>
</p:tagLst>
</file>

<file path=ppt/tags/tag1018.xml><?xml version="1.0" encoding="utf-8"?>
<p:tagLst xmlns:p="http://schemas.openxmlformats.org/presentationml/2006/main">
  <p:tag name="KSO_WM_BEAUTIFY_FLAG" val=""/>
</p:tagLst>
</file>

<file path=ppt/tags/tag1019.xml><?xml version="1.0" encoding="utf-8"?>
<p:tagLst xmlns:p="http://schemas.openxmlformats.org/presentationml/2006/main">
  <p:tag name="KSO_WM_BEAUTIFY_FLAG" val=""/>
</p:tagLst>
</file>

<file path=ppt/tags/tag1020.xml><?xml version="1.0" encoding="utf-8"?>
<p:tagLst xmlns:p="http://schemas.openxmlformats.org/presentationml/2006/main">
  <p:tag name="KSO_WM_BEAUTIFY_FLAG" val=""/>
</p:tagLst>
</file>

<file path=ppt/tags/tag1021.xml><?xml version="1.0" encoding="utf-8"?>
<p:tagLst xmlns:p="http://schemas.openxmlformats.org/presentationml/2006/main">
  <p:tag name="KSO_WM_BEAUTIFY_FLAG" val=""/>
</p:tagLst>
</file>

<file path=ppt/tags/tag1022.xml><?xml version="1.0" encoding="utf-8"?>
<p:tagLst xmlns:p="http://schemas.openxmlformats.org/presentationml/2006/main">
  <p:tag name="KSO_WM_BEAUTIFY_FLAG" val=""/>
</p:tagLst>
</file>

<file path=ppt/tags/tag1023.xml><?xml version="1.0" encoding="utf-8"?>
<p:tagLst xmlns:p="http://schemas.openxmlformats.org/presentationml/2006/main">
  <p:tag name="KSO_WM_BEAUTIFY_FLAG" val=""/>
</p:tagLst>
</file>

<file path=ppt/tags/tag1024.xml><?xml version="1.0" encoding="utf-8"?>
<p:tagLst xmlns:p="http://schemas.openxmlformats.org/presentationml/2006/main">
  <p:tag name="KSO_WM_BEAUTIFY_FLAG" val=""/>
</p:tagLst>
</file>

<file path=ppt/tags/tag1025.xml><?xml version="1.0" encoding="utf-8"?>
<p:tagLst xmlns:p="http://schemas.openxmlformats.org/presentationml/2006/main">
  <p:tag name="KSO_WM_BEAUTIFY_FLAG" val=""/>
</p:tagLst>
</file>

<file path=ppt/tags/tag1026.xml><?xml version="1.0" encoding="utf-8"?>
<p:tagLst xmlns:p="http://schemas.openxmlformats.org/presentationml/2006/main">
  <p:tag name="KSO_WM_BEAUTIFY_FLAG" val=""/>
</p:tagLst>
</file>

<file path=ppt/tags/tag1027.xml><?xml version="1.0" encoding="utf-8"?>
<p:tagLst xmlns:p="http://schemas.openxmlformats.org/presentationml/2006/main">
  <p:tag name="KSO_WM_BEAUTIFY_FLAG" val=""/>
</p:tagLst>
</file>

<file path=ppt/tags/tag1028.xml><?xml version="1.0" encoding="utf-8"?>
<p:tagLst xmlns:p="http://schemas.openxmlformats.org/presentationml/2006/main">
  <p:tag name="KSO_WM_BEAUTIFY_FLAG" val=""/>
</p:tagLst>
</file>

<file path=ppt/tags/tag1029.xml><?xml version="1.0" encoding="utf-8"?>
<p:tagLst xmlns:p="http://schemas.openxmlformats.org/presentationml/2006/main">
  <p:tag name="KSO_WM_BEAUTIFY_FLAG" val=""/>
</p:tagLst>
</file>

<file path=ppt/tags/tag1030.xml><?xml version="1.0" encoding="utf-8"?>
<p:tagLst xmlns:p="http://schemas.openxmlformats.org/presentationml/2006/main">
  <p:tag name="KSO_WM_BEAUTIFY_FLAG" val=""/>
</p:tagLst>
</file>

<file path=ppt/tags/tag1031.xml><?xml version="1.0" encoding="utf-8"?>
<p:tagLst xmlns:p="http://schemas.openxmlformats.org/presentationml/2006/main">
  <p:tag name="KSO_WM_BEAUTIFY_FLAG" val=""/>
</p:tagLst>
</file>

<file path=ppt/tags/tag1032.xml><?xml version="1.0" encoding="utf-8"?>
<p:tagLst xmlns:p="http://schemas.openxmlformats.org/presentationml/2006/main">
  <p:tag name="KSO_WM_BEAUTIFY_FLAG" val=""/>
</p:tagLst>
</file>

<file path=ppt/tags/tag1033.xml><?xml version="1.0" encoding="utf-8"?>
<p:tagLst xmlns:p="http://schemas.openxmlformats.org/presentationml/2006/main">
  <p:tag name="KSO_WM_BEAUTIFY_FLAG" val=""/>
</p:tagLst>
</file>

<file path=ppt/tags/tag1034.xml><?xml version="1.0" encoding="utf-8"?>
<p:tagLst xmlns:p="http://schemas.openxmlformats.org/presentationml/2006/main">
  <p:tag name="KSO_WM_BEAUTIFY_FLAG" val=""/>
</p:tagLst>
</file>

<file path=ppt/tags/tag1035.xml><?xml version="1.0" encoding="utf-8"?>
<p:tagLst xmlns:p="http://schemas.openxmlformats.org/presentationml/2006/main">
  <p:tag name="KSO_WM_BEAUTIFY_FLAG" val=""/>
</p:tagLst>
</file>

<file path=ppt/tags/tag1036.xml><?xml version="1.0" encoding="utf-8"?>
<p:tagLst xmlns:p="http://schemas.openxmlformats.org/presentationml/2006/main">
  <p:tag name="KSO_WM_BEAUTIFY_FLAG" val=""/>
</p:tagLst>
</file>

<file path=ppt/tags/tag1037.xml><?xml version="1.0" encoding="utf-8"?>
<p:tagLst xmlns:p="http://schemas.openxmlformats.org/presentationml/2006/main">
  <p:tag name="KSO_WM_BEAUTIFY_FLAG" val=""/>
</p:tagLst>
</file>

<file path=ppt/tags/tag1038.xml><?xml version="1.0" encoding="utf-8"?>
<p:tagLst xmlns:p="http://schemas.openxmlformats.org/presentationml/2006/main">
  <p:tag name="KSO_WM_BEAUTIFY_FLAG" val=""/>
</p:tagLst>
</file>

<file path=ppt/tags/tag1039.xml><?xml version="1.0" encoding="utf-8"?>
<p:tagLst xmlns:p="http://schemas.openxmlformats.org/presentationml/2006/main">
  <p:tag name="KSO_WM_BEAUTIFY_FLAG" val=""/>
</p:tagLst>
</file>

<file path=ppt/tags/tag1040.xml><?xml version="1.0" encoding="utf-8"?>
<p:tagLst xmlns:p="http://schemas.openxmlformats.org/presentationml/2006/main">
  <p:tag name="KSO_WM_BEAUTIFY_FLAG" val=""/>
</p:tagLst>
</file>

<file path=ppt/tags/tag1041.xml><?xml version="1.0" encoding="utf-8"?>
<p:tagLst xmlns:p="http://schemas.openxmlformats.org/presentationml/2006/main">
  <p:tag name="KSO_WM_BEAUTIFY_FLAG" val=""/>
</p:tagLst>
</file>

<file path=ppt/tags/tag1042.xml><?xml version="1.0" encoding="utf-8"?>
<p:tagLst xmlns:p="http://schemas.openxmlformats.org/presentationml/2006/main">
  <p:tag name="KSO_WM_BEAUTIFY_FLAG" val=""/>
</p:tagLst>
</file>

<file path=ppt/tags/tag1043.xml><?xml version="1.0" encoding="utf-8"?>
<p:tagLst xmlns:p="http://schemas.openxmlformats.org/presentationml/2006/main">
  <p:tag name="KSO_WM_BEAUTIFY_FLAG" val=""/>
</p:tagLst>
</file>

<file path=ppt/tags/tag1044.xml><?xml version="1.0" encoding="utf-8"?>
<p:tagLst xmlns:p="http://schemas.openxmlformats.org/presentationml/2006/main">
  <p:tag name="KSO_WM_BEAUTIFY_FLAG" val=""/>
</p:tagLst>
</file>

<file path=ppt/tags/tag1045.xml><?xml version="1.0" encoding="utf-8"?>
<p:tagLst xmlns:p="http://schemas.openxmlformats.org/presentationml/2006/main">
  <p:tag name="KSO_WM_BEAUTIFY_FLAG" val=""/>
</p:tagLst>
</file>

<file path=ppt/tags/tag1046.xml><?xml version="1.0" encoding="utf-8"?>
<p:tagLst xmlns:p="http://schemas.openxmlformats.org/presentationml/2006/main">
  <p:tag name="KSO_WM_BEAUTIFY_FLAG" val=""/>
</p:tagLst>
</file>

<file path=ppt/tags/tag1047.xml><?xml version="1.0" encoding="utf-8"?>
<p:tagLst xmlns:p="http://schemas.openxmlformats.org/presentationml/2006/main">
  <p:tag name="KSO_WM_BEAUTIFY_FLAG" val=""/>
</p:tagLst>
</file>

<file path=ppt/tags/tag1048.xml><?xml version="1.0" encoding="utf-8"?>
<p:tagLst xmlns:p="http://schemas.openxmlformats.org/presentationml/2006/main">
  <p:tag name="KSO_WM_BEAUTIFY_FLAG" val=""/>
</p:tagLst>
</file>

<file path=ppt/tags/tag1049.xml><?xml version="1.0" encoding="utf-8"?>
<p:tagLst xmlns:p="http://schemas.openxmlformats.org/presentationml/2006/main">
  <p:tag name="KSO_WM_BEAUTIFY_FLAG" val=""/>
</p:tagLst>
</file>

<file path=ppt/tags/tag1050.xml><?xml version="1.0" encoding="utf-8"?>
<p:tagLst xmlns:p="http://schemas.openxmlformats.org/presentationml/2006/main">
  <p:tag name="KSO_WM_BEAUTIFY_FLAG" val=""/>
</p:tagLst>
</file>

<file path=ppt/tags/tag1051.xml><?xml version="1.0" encoding="utf-8"?>
<p:tagLst xmlns:p="http://schemas.openxmlformats.org/presentationml/2006/main">
  <p:tag name="KSO_WM_BEAUTIFY_FLAG" val=""/>
</p:tagLst>
</file>

<file path=ppt/tags/tag1052.xml><?xml version="1.0" encoding="utf-8"?>
<p:tagLst xmlns:p="http://schemas.openxmlformats.org/presentationml/2006/main">
  <p:tag name="KSO_WM_BEAUTIFY_FLAG" val=""/>
</p:tagLst>
</file>

<file path=ppt/tags/tag1053.xml><?xml version="1.0" encoding="utf-8"?>
<p:tagLst xmlns:p="http://schemas.openxmlformats.org/presentationml/2006/main">
  <p:tag name="KSO_WM_BEAUTIFY_FLAG" val=""/>
</p:tagLst>
</file>

<file path=ppt/tags/tag1054.xml><?xml version="1.0" encoding="utf-8"?>
<p:tagLst xmlns:p="http://schemas.openxmlformats.org/presentationml/2006/main">
  <p:tag name="KSO_WM_BEAUTIFY_FLAG" val=""/>
</p:tagLst>
</file>

<file path=ppt/tags/tag1055.xml><?xml version="1.0" encoding="utf-8"?>
<p:tagLst xmlns:p="http://schemas.openxmlformats.org/presentationml/2006/main">
  <p:tag name="KSO_WM_BEAUTIFY_FLAG" val=""/>
</p:tagLst>
</file>

<file path=ppt/tags/tag1056.xml><?xml version="1.0" encoding="utf-8"?>
<p:tagLst xmlns:p="http://schemas.openxmlformats.org/presentationml/2006/main">
  <p:tag name="KSO_WM_BEAUTIFY_FLAG" val=""/>
</p:tagLst>
</file>

<file path=ppt/tags/tag1057.xml><?xml version="1.0" encoding="utf-8"?>
<p:tagLst xmlns:p="http://schemas.openxmlformats.org/presentationml/2006/main">
  <p:tag name="KSO_WM_BEAUTIFY_FLAG" val=""/>
</p:tagLst>
</file>

<file path=ppt/tags/tag1058.xml><?xml version="1.0" encoding="utf-8"?>
<p:tagLst xmlns:p="http://schemas.openxmlformats.org/presentationml/2006/main">
  <p:tag name="KSO_WM_BEAUTIFY_FLAG" val=""/>
</p:tagLst>
</file>

<file path=ppt/tags/tag1059.xml><?xml version="1.0" encoding="utf-8"?>
<p:tagLst xmlns:p="http://schemas.openxmlformats.org/presentationml/2006/main">
  <p:tag name="KSO_WM_BEAUTIFY_FLAG" val=""/>
</p:tagLst>
</file>

<file path=ppt/tags/tag1060.xml><?xml version="1.0" encoding="utf-8"?>
<p:tagLst xmlns:p="http://schemas.openxmlformats.org/presentationml/2006/main">
  <p:tag name="KSO_WM_BEAUTIFY_FLAG" val=""/>
</p:tagLst>
</file>

<file path=ppt/tags/tag1061.xml><?xml version="1.0" encoding="utf-8"?>
<p:tagLst xmlns:p="http://schemas.openxmlformats.org/presentationml/2006/main">
  <p:tag name="KSO_WM_BEAUTIFY_FLAG" val=""/>
</p:tagLst>
</file>

<file path=ppt/tags/tag1062.xml><?xml version="1.0" encoding="utf-8"?>
<p:tagLst xmlns:p="http://schemas.openxmlformats.org/presentationml/2006/main">
  <p:tag name="KSO_WM_BEAUTIFY_FLAG" val=""/>
</p:tagLst>
</file>

<file path=ppt/tags/tag1063.xml><?xml version="1.0" encoding="utf-8"?>
<p:tagLst xmlns:p="http://schemas.openxmlformats.org/presentationml/2006/main">
  <p:tag name="KSO_WM_BEAUTIFY_FLAG" val=""/>
</p:tagLst>
</file>

<file path=ppt/tags/tag1064.xml><?xml version="1.0" encoding="utf-8"?>
<p:tagLst xmlns:p="http://schemas.openxmlformats.org/presentationml/2006/main">
  <p:tag name="KSO_WM_BEAUTIFY_FLAG" val=""/>
</p:tagLst>
</file>

<file path=ppt/tags/tag1065.xml><?xml version="1.0" encoding="utf-8"?>
<p:tagLst xmlns:p="http://schemas.openxmlformats.org/presentationml/2006/main">
  <p:tag name="KSO_WM_BEAUTIFY_FLAG" val=""/>
</p:tagLst>
</file>

<file path=ppt/tags/tag1066.xml><?xml version="1.0" encoding="utf-8"?>
<p:tagLst xmlns:p="http://schemas.openxmlformats.org/presentationml/2006/main">
  <p:tag name="KSO_WM_BEAUTIFY_FLAG" val=""/>
</p:tagLst>
</file>

<file path=ppt/tags/tag1067.xml><?xml version="1.0" encoding="utf-8"?>
<p:tagLst xmlns:p="http://schemas.openxmlformats.org/presentationml/2006/main">
  <p:tag name="KSO_WM_BEAUTIFY_FLAG" val=""/>
</p:tagLst>
</file>

<file path=ppt/tags/tag1068.xml><?xml version="1.0" encoding="utf-8"?>
<p:tagLst xmlns:p="http://schemas.openxmlformats.org/presentationml/2006/main">
  <p:tag name="KSO_WM_BEAUTIFY_FLAG" val=""/>
</p:tagLst>
</file>

<file path=ppt/tags/tag1069.xml><?xml version="1.0" encoding="utf-8"?>
<p:tagLst xmlns:p="http://schemas.openxmlformats.org/presentationml/2006/main">
  <p:tag name="KSO_WM_BEAUTIFY_FLAG" val=""/>
</p:tagLst>
</file>

<file path=ppt/tags/tag1070.xml><?xml version="1.0" encoding="utf-8"?>
<p:tagLst xmlns:p="http://schemas.openxmlformats.org/presentationml/2006/main">
  <p:tag name="KSO_WM_BEAUTIFY_FLAG" val=""/>
</p:tagLst>
</file>

<file path=ppt/tags/tag1071.xml><?xml version="1.0" encoding="utf-8"?>
<p:tagLst xmlns:p="http://schemas.openxmlformats.org/presentationml/2006/main">
  <p:tag name="KSO_WM_BEAUTIFY_FLAG" val=""/>
</p:tagLst>
</file>

<file path=ppt/tags/tag1072.xml><?xml version="1.0" encoding="utf-8"?>
<p:tagLst xmlns:p="http://schemas.openxmlformats.org/presentationml/2006/main">
  <p:tag name="KSO_WM_BEAUTIFY_FLAG" val=""/>
</p:tagLst>
</file>

<file path=ppt/tags/tag1073.xml><?xml version="1.0" encoding="utf-8"?>
<p:tagLst xmlns:p="http://schemas.openxmlformats.org/presentationml/2006/main">
  <p:tag name="KSO_WM_BEAUTIFY_FLAG" val=""/>
</p:tagLst>
</file>

<file path=ppt/tags/tag1074.xml><?xml version="1.0" encoding="utf-8"?>
<p:tagLst xmlns:p="http://schemas.openxmlformats.org/presentationml/2006/main">
  <p:tag name="KSO_WM_BEAUTIFY_FLAG" val=""/>
</p:tagLst>
</file>

<file path=ppt/tags/tag1075.xml><?xml version="1.0" encoding="utf-8"?>
<p:tagLst xmlns:p="http://schemas.openxmlformats.org/presentationml/2006/main">
  <p:tag name="KSO_WM_BEAUTIFY_FLAG" val=""/>
</p:tagLst>
</file>

<file path=ppt/tags/tag1076.xml><?xml version="1.0" encoding="utf-8"?>
<p:tagLst xmlns:p="http://schemas.openxmlformats.org/presentationml/2006/main">
  <p:tag name="KSO_WM_BEAUTIFY_FLAG" val=""/>
</p:tagLst>
</file>

<file path=ppt/tags/tag1077.xml><?xml version="1.0" encoding="utf-8"?>
<p:tagLst xmlns:p="http://schemas.openxmlformats.org/presentationml/2006/main">
  <p:tag name="KSO_WM_BEAUTIFY_FLAG" val=""/>
</p:tagLst>
</file>

<file path=ppt/tags/tag1078.xml><?xml version="1.0" encoding="utf-8"?>
<p:tagLst xmlns:p="http://schemas.openxmlformats.org/presentationml/2006/main">
  <p:tag name="KSO_WM_BEAUTIFY_FLAG" val=""/>
</p:tagLst>
</file>

<file path=ppt/tags/tag1079.xml><?xml version="1.0" encoding="utf-8"?>
<p:tagLst xmlns:p="http://schemas.openxmlformats.org/presentationml/2006/main">
  <p:tag name="KSO_WM_BEAUTIFY_FLAG" val=""/>
</p:tagLst>
</file>

<file path=ppt/tags/tag1080.xml><?xml version="1.0" encoding="utf-8"?>
<p:tagLst xmlns:p="http://schemas.openxmlformats.org/presentationml/2006/main">
  <p:tag name="KSO_WM_BEAUTIFY_FLAG" val=""/>
</p:tagLst>
</file>

<file path=ppt/tags/tag1081.xml><?xml version="1.0" encoding="utf-8"?>
<p:tagLst xmlns:p="http://schemas.openxmlformats.org/presentationml/2006/main">
  <p:tag name="KSO_WM_BEAUTIFY_FLAG" val=""/>
</p:tagLst>
</file>

<file path=ppt/tags/tag1082.xml><?xml version="1.0" encoding="utf-8"?>
<p:tagLst xmlns:p="http://schemas.openxmlformats.org/presentationml/2006/main">
  <p:tag name="KSO_WM_BEAUTIFY_FLAG" val=""/>
</p:tagLst>
</file>

<file path=ppt/tags/tag1083.xml><?xml version="1.0" encoding="utf-8"?>
<p:tagLst xmlns:p="http://schemas.openxmlformats.org/presentationml/2006/main">
  <p:tag name="KSO_WM_BEAUTIFY_FLAG" val=""/>
</p:tagLst>
</file>

<file path=ppt/tags/tag1084.xml><?xml version="1.0" encoding="utf-8"?>
<p:tagLst xmlns:p="http://schemas.openxmlformats.org/presentationml/2006/main">
  <p:tag name="KSO_WM_BEAUTIFY_FLAG" val=""/>
</p:tagLst>
</file>

<file path=ppt/tags/tag1085.xml><?xml version="1.0" encoding="utf-8"?>
<p:tagLst xmlns:p="http://schemas.openxmlformats.org/presentationml/2006/main">
  <p:tag name="KSO_WM_BEAUTIFY_FLAG" val=""/>
</p:tagLst>
</file>

<file path=ppt/tags/tag1086.xml><?xml version="1.0" encoding="utf-8"?>
<p:tagLst xmlns:p="http://schemas.openxmlformats.org/presentationml/2006/main">
  <p:tag name="KSO_WM_BEAUTIFY_FLAG" val=""/>
</p:tagLst>
</file>

<file path=ppt/tags/tag1087.xml><?xml version="1.0" encoding="utf-8"?>
<p:tagLst xmlns:p="http://schemas.openxmlformats.org/presentationml/2006/main">
  <p:tag name="KSO_WM_BEAUTIFY_FLAG" val=""/>
</p:tagLst>
</file>

<file path=ppt/tags/tag1088.xml><?xml version="1.0" encoding="utf-8"?>
<p:tagLst xmlns:p="http://schemas.openxmlformats.org/presentationml/2006/main">
  <p:tag name="KSO_WM_BEAUTIFY_FLAG" val=""/>
</p:tagLst>
</file>

<file path=ppt/tags/tag1089.xml><?xml version="1.0" encoding="utf-8"?>
<p:tagLst xmlns:p="http://schemas.openxmlformats.org/presentationml/2006/main">
  <p:tag name="KSO_WM_BEAUTIFY_FLAG" val=""/>
</p:tagLst>
</file>

<file path=ppt/tags/tag1090.xml><?xml version="1.0" encoding="utf-8"?>
<p:tagLst xmlns:p="http://schemas.openxmlformats.org/presentationml/2006/main">
  <p:tag name="KSO_WM_BEAUTIFY_FLAG" val=""/>
</p:tagLst>
</file>

<file path=ppt/tags/tag1091.xml><?xml version="1.0" encoding="utf-8"?>
<p:tagLst xmlns:p="http://schemas.openxmlformats.org/presentationml/2006/main">
  <p:tag name="KSO_WM_BEAUTIFY_FLAG" val=""/>
</p:tagLst>
</file>

<file path=ppt/tags/tag1092.xml><?xml version="1.0" encoding="utf-8"?>
<p:tagLst xmlns:p="http://schemas.openxmlformats.org/presentationml/2006/main">
  <p:tag name="KSO_WM_BEAUTIFY_FLAG" val=""/>
</p:tagLst>
</file>

<file path=ppt/tags/tag1093.xml><?xml version="1.0" encoding="utf-8"?>
<p:tagLst xmlns:p="http://schemas.openxmlformats.org/presentationml/2006/main">
  <p:tag name="KSO_WM_BEAUTIFY_FLAG" val=""/>
</p:tagLst>
</file>

<file path=ppt/tags/tag1094.xml><?xml version="1.0" encoding="utf-8"?>
<p:tagLst xmlns:p="http://schemas.openxmlformats.org/presentationml/2006/main">
  <p:tag name="KSO_WM_BEAUTIFY_FLAG" val=""/>
</p:tagLst>
</file>

<file path=ppt/tags/tag1095.xml><?xml version="1.0" encoding="utf-8"?>
<p:tagLst xmlns:p="http://schemas.openxmlformats.org/presentationml/2006/main">
  <p:tag name="KSO_WM_BEAUTIFY_FLAG" val=""/>
</p:tagLst>
</file>

<file path=ppt/tags/tag1096.xml><?xml version="1.0" encoding="utf-8"?>
<p:tagLst xmlns:p="http://schemas.openxmlformats.org/presentationml/2006/main">
  <p:tag name="KSO_WM_BEAUTIFY_FLAG" val=""/>
</p:tagLst>
</file>

<file path=ppt/tags/tag1097.xml><?xml version="1.0" encoding="utf-8"?>
<p:tagLst xmlns:p="http://schemas.openxmlformats.org/presentationml/2006/main">
  <p:tag name="KSO_WM_BEAUTIFY_FLAG" val=""/>
</p:tagLst>
</file>

<file path=ppt/tags/tag1098.xml><?xml version="1.0" encoding="utf-8"?>
<p:tagLst xmlns:p="http://schemas.openxmlformats.org/presentationml/2006/main">
  <p:tag name="KSO_WM_BEAUTIFY_FLAG" val=""/>
</p:tagLst>
</file>

<file path=ppt/tags/tag1099.xml><?xml version="1.0" encoding="utf-8"?>
<p:tagLst xmlns:p="http://schemas.openxmlformats.org/presentationml/2006/main">
  <p:tag name="KSO_WM_BEAUTIFY_FLAG" val=""/>
</p:tagLst>
</file>

<file path=ppt/tags/tag1100.xml><?xml version="1.0" encoding="utf-8"?>
<p:tagLst xmlns:p="http://schemas.openxmlformats.org/presentationml/2006/main">
  <p:tag name="KSO_WM_BEAUTIFY_FLAG" val=""/>
</p:tagLst>
</file>

<file path=ppt/tags/tag1101.xml><?xml version="1.0" encoding="utf-8"?>
<p:tagLst xmlns:p="http://schemas.openxmlformats.org/presentationml/2006/main">
  <p:tag name="KSO_WM_BEAUTIFY_FLAG" val=""/>
</p:tagLst>
</file>

<file path=ppt/tags/tag1102.xml><?xml version="1.0" encoding="utf-8"?>
<p:tagLst xmlns:p="http://schemas.openxmlformats.org/presentationml/2006/main">
  <p:tag name="KSO_WM_BEAUTIFY_FLAG" val=""/>
</p:tagLst>
</file>

<file path=ppt/tags/tag1103.xml><?xml version="1.0" encoding="utf-8"?>
<p:tagLst xmlns:p="http://schemas.openxmlformats.org/presentationml/2006/main">
  <p:tag name="KSO_WM_BEAUTIFY_FLAG" val=""/>
</p:tagLst>
</file>

<file path=ppt/tags/tag1104.xml><?xml version="1.0" encoding="utf-8"?>
<p:tagLst xmlns:p="http://schemas.openxmlformats.org/presentationml/2006/main">
  <p:tag name="KSO_WM_BEAUTIFY_FLAG" val=""/>
</p:tagLst>
</file>

<file path=ppt/tags/tag1105.xml><?xml version="1.0" encoding="utf-8"?>
<p:tagLst xmlns:p="http://schemas.openxmlformats.org/presentationml/2006/main">
  <p:tag name="KSO_WM_BEAUTIFY_FLAG" val=""/>
</p:tagLst>
</file>

<file path=ppt/tags/tag1106.xml><?xml version="1.0" encoding="utf-8"?>
<p:tagLst xmlns:p="http://schemas.openxmlformats.org/presentationml/2006/main">
  <p:tag name="KSO_WM_BEAUTIFY_FLAG" val=""/>
</p:tagLst>
</file>

<file path=ppt/tags/tag1107.xml><?xml version="1.0" encoding="utf-8"?>
<p:tagLst xmlns:p="http://schemas.openxmlformats.org/presentationml/2006/main">
  <p:tag name="KSO_WM_BEAUTIFY_FLAG" val=""/>
</p:tagLst>
</file>

<file path=ppt/tags/tag1108.xml><?xml version="1.0" encoding="utf-8"?>
<p:tagLst xmlns:p="http://schemas.openxmlformats.org/presentationml/2006/main">
  <p:tag name="KSO_WM_BEAUTIFY_FLAG" val=""/>
</p:tagLst>
</file>

<file path=ppt/tags/tag1109.xml><?xml version="1.0" encoding="utf-8"?>
<p:tagLst xmlns:p="http://schemas.openxmlformats.org/presentationml/2006/main">
  <p:tag name="KSO_WM_BEAUTIFY_FLAG" val=""/>
</p:tagLst>
</file>

<file path=ppt/tags/tag1110.xml><?xml version="1.0" encoding="utf-8"?>
<p:tagLst xmlns:p="http://schemas.openxmlformats.org/presentationml/2006/main">
  <p:tag name="KSO_WM_BEAUTIFY_FLAG" val=""/>
</p:tagLst>
</file>

<file path=ppt/tags/tag1111.xml><?xml version="1.0" encoding="utf-8"?>
<p:tagLst xmlns:p="http://schemas.openxmlformats.org/presentationml/2006/main">
  <p:tag name="KSO_WM_BEAUTIFY_FLAG" val=""/>
</p:tagLst>
</file>

<file path=ppt/tags/tag1112.xml><?xml version="1.0" encoding="utf-8"?>
<p:tagLst xmlns:p="http://schemas.openxmlformats.org/presentationml/2006/main">
  <p:tag name="KSO_WM_BEAUTIFY_FLAG" val=""/>
</p:tagLst>
</file>

<file path=ppt/tags/tag1113.xml><?xml version="1.0" encoding="utf-8"?>
<p:tagLst xmlns:p="http://schemas.openxmlformats.org/presentationml/2006/main">
  <p:tag name="KSO_WM_BEAUTIFY_FLAG" val=""/>
</p:tagLst>
</file>

<file path=ppt/tags/tag1114.xml><?xml version="1.0" encoding="utf-8"?>
<p:tagLst xmlns:p="http://schemas.openxmlformats.org/presentationml/2006/main">
  <p:tag name="KSO_WM_BEAUTIFY_FLAG" val=""/>
</p:tagLst>
</file>

<file path=ppt/tags/tag1115.xml><?xml version="1.0" encoding="utf-8"?>
<p:tagLst xmlns:p="http://schemas.openxmlformats.org/presentationml/2006/main">
  <p:tag name="KSO_WM_BEAUTIFY_FLAG" val=""/>
</p:tagLst>
</file>

<file path=ppt/tags/tag1116.xml><?xml version="1.0" encoding="utf-8"?>
<p:tagLst xmlns:p="http://schemas.openxmlformats.org/presentationml/2006/main">
  <p:tag name="KSO_WM_BEAUTIFY_FLAG" val=""/>
</p:tagLst>
</file>

<file path=ppt/tags/tag1117.xml><?xml version="1.0" encoding="utf-8"?>
<p:tagLst xmlns:p="http://schemas.openxmlformats.org/presentationml/2006/main">
  <p:tag name="KSO_WM_BEAUTIFY_FLAG" val=""/>
</p:tagLst>
</file>

<file path=ppt/tags/tag1118.xml><?xml version="1.0" encoding="utf-8"?>
<p:tagLst xmlns:p="http://schemas.openxmlformats.org/presentationml/2006/main">
  <p:tag name="KSO_WM_BEAUTIFY_FLAG" val=""/>
</p:tagLst>
</file>

<file path=ppt/tags/tag1119.xml><?xml version="1.0" encoding="utf-8"?>
<p:tagLst xmlns:p="http://schemas.openxmlformats.org/presentationml/2006/main">
  <p:tag name="KSO_WM_BEAUTIFY_FLAG" val=""/>
</p:tagLst>
</file>

<file path=ppt/tags/tag1120.xml><?xml version="1.0" encoding="utf-8"?>
<p:tagLst xmlns:p="http://schemas.openxmlformats.org/presentationml/2006/main">
  <p:tag name="KSO_WM_BEAUTIFY_FLAG" val=""/>
</p:tagLst>
</file>

<file path=ppt/tags/tag1121.xml><?xml version="1.0" encoding="utf-8"?>
<p:tagLst xmlns:p="http://schemas.openxmlformats.org/presentationml/2006/main">
  <p:tag name="KSO_WM_BEAUTIFY_FLAG" val=""/>
</p:tagLst>
</file>

<file path=ppt/tags/tag1122.xml><?xml version="1.0" encoding="utf-8"?>
<p:tagLst xmlns:p="http://schemas.openxmlformats.org/presentationml/2006/main">
  <p:tag name="KSO_WM_BEAUTIFY_FLAG" val=""/>
</p:tagLst>
</file>

<file path=ppt/tags/tag1123.xml><?xml version="1.0" encoding="utf-8"?>
<p:tagLst xmlns:p="http://schemas.openxmlformats.org/presentationml/2006/main">
  <p:tag name="KSO_WM_BEAUTIFY_FLAG" val=""/>
</p:tagLst>
</file>

<file path=ppt/tags/tag1124.xml><?xml version="1.0" encoding="utf-8"?>
<p:tagLst xmlns:p="http://schemas.openxmlformats.org/presentationml/2006/main">
  <p:tag name="KSO_WM_BEAUTIFY_FLAG" val=""/>
</p:tagLst>
</file>

<file path=ppt/tags/tag1125.xml><?xml version="1.0" encoding="utf-8"?>
<p:tagLst xmlns:p="http://schemas.openxmlformats.org/presentationml/2006/main">
  <p:tag name="KSO_WM_BEAUTIFY_FLAG" val=""/>
</p:tagLst>
</file>

<file path=ppt/tags/tag1126.xml><?xml version="1.0" encoding="utf-8"?>
<p:tagLst xmlns:p="http://schemas.openxmlformats.org/presentationml/2006/main">
  <p:tag name="KSO_WM_BEAUTIFY_FLAG" val=""/>
</p:tagLst>
</file>

<file path=ppt/tags/tag1127.xml><?xml version="1.0" encoding="utf-8"?>
<p:tagLst xmlns:p="http://schemas.openxmlformats.org/presentationml/2006/main">
  <p:tag name="KSO_WM_BEAUTIFY_FLAG" val=""/>
</p:tagLst>
</file>

<file path=ppt/tags/tag1128.xml><?xml version="1.0" encoding="utf-8"?>
<p:tagLst xmlns:p="http://schemas.openxmlformats.org/presentationml/2006/main">
  <p:tag name="KSO_WM_BEAUTIFY_FLAG" val=""/>
</p:tagLst>
</file>

<file path=ppt/tags/tag1129.xml><?xml version="1.0" encoding="utf-8"?>
<p:tagLst xmlns:p="http://schemas.openxmlformats.org/presentationml/2006/main">
  <p:tag name="KSO_WM_BEAUTIFY_FLAG" val=""/>
</p:tagLst>
</file>

<file path=ppt/tags/tag1130.xml><?xml version="1.0" encoding="utf-8"?>
<p:tagLst xmlns:p="http://schemas.openxmlformats.org/presentationml/2006/main">
  <p:tag name="KSO_WM_BEAUTIFY_FLAG" val=""/>
</p:tagLst>
</file>

<file path=ppt/tags/tag1131.xml><?xml version="1.0" encoding="utf-8"?>
<p:tagLst xmlns:p="http://schemas.openxmlformats.org/presentationml/2006/main">
  <p:tag name="KSO_WM_BEAUTIFY_FLAG" val=""/>
</p:tagLst>
</file>

<file path=ppt/tags/tag1132.xml><?xml version="1.0" encoding="utf-8"?>
<p:tagLst xmlns:p="http://schemas.openxmlformats.org/presentationml/2006/main">
  <p:tag name="KSO_WM_BEAUTIFY_FLAG" val=""/>
</p:tagLst>
</file>

<file path=ppt/tags/tag1133.xml><?xml version="1.0" encoding="utf-8"?>
<p:tagLst xmlns:p="http://schemas.openxmlformats.org/presentationml/2006/main">
  <p:tag name="KSO_WM_BEAUTIFY_FLAG" val=""/>
</p:tagLst>
</file>

<file path=ppt/tags/tag1134.xml><?xml version="1.0" encoding="utf-8"?>
<p:tagLst xmlns:p="http://schemas.openxmlformats.org/presentationml/2006/main">
  <p:tag name="KSO_WM_BEAUTIFY_FLAG" val=""/>
</p:tagLst>
</file>

<file path=ppt/tags/tag1135.xml><?xml version="1.0" encoding="utf-8"?>
<p:tagLst xmlns:p="http://schemas.openxmlformats.org/presentationml/2006/main">
  <p:tag name="KSO_WM_BEAUTIFY_FLAG" val=""/>
</p:tagLst>
</file>

<file path=ppt/tags/tag1136.xml><?xml version="1.0" encoding="utf-8"?>
<p:tagLst xmlns:p="http://schemas.openxmlformats.org/presentationml/2006/main">
  <p:tag name="KSO_WM_BEAUTIFY_FLAG" val=""/>
</p:tagLst>
</file>

<file path=ppt/tags/tag1137.xml><?xml version="1.0" encoding="utf-8"?>
<p:tagLst xmlns:p="http://schemas.openxmlformats.org/presentationml/2006/main">
  <p:tag name="KSO_WM_BEAUTIFY_FLAG" val=""/>
</p:tagLst>
</file>

<file path=ppt/tags/tag1138.xml><?xml version="1.0" encoding="utf-8"?>
<p:tagLst xmlns:p="http://schemas.openxmlformats.org/presentationml/2006/main">
  <p:tag name="KSO_WM_BEAUTIFY_FLAG" val=""/>
</p:tagLst>
</file>

<file path=ppt/tags/tag1139.xml><?xml version="1.0" encoding="utf-8"?>
<p:tagLst xmlns:p="http://schemas.openxmlformats.org/presentationml/2006/main">
  <p:tag name="KSO_WM_BEAUTIFY_FLAG" val=""/>
</p:tagLst>
</file>

<file path=ppt/tags/tag1140.xml><?xml version="1.0" encoding="utf-8"?>
<p:tagLst xmlns:p="http://schemas.openxmlformats.org/presentationml/2006/main">
  <p:tag name="KSO_WM_BEAUTIFY_FLAG" val=""/>
</p:tagLst>
</file>

<file path=ppt/tags/tag1141.xml><?xml version="1.0" encoding="utf-8"?>
<p:tagLst xmlns:p="http://schemas.openxmlformats.org/presentationml/2006/main">
  <p:tag name="KSO_WM_BEAUTIFY_FLAG" val=""/>
</p:tagLst>
</file>

<file path=ppt/tags/tag1142.xml><?xml version="1.0" encoding="utf-8"?>
<p:tagLst xmlns:p="http://schemas.openxmlformats.org/presentationml/2006/main">
  <p:tag name="KSO_WM_BEAUTIFY_FLAG" val=""/>
</p:tagLst>
</file>

<file path=ppt/tags/tag1143.xml><?xml version="1.0" encoding="utf-8"?>
<p:tagLst xmlns:p="http://schemas.openxmlformats.org/presentationml/2006/main">
  <p:tag name="KSO_WM_BEAUTIFY_FLAG" val=""/>
</p:tagLst>
</file>

<file path=ppt/tags/tag1144.xml><?xml version="1.0" encoding="utf-8"?>
<p:tagLst xmlns:p="http://schemas.openxmlformats.org/presentationml/2006/main">
  <p:tag name="KSO_WM_BEAUTIFY_FLAG" val=""/>
</p:tagLst>
</file>

<file path=ppt/tags/tag1145.xml><?xml version="1.0" encoding="utf-8"?>
<p:tagLst xmlns:p="http://schemas.openxmlformats.org/presentationml/2006/main">
  <p:tag name="KSO_WM_BEAUTIFY_FLAG" val=""/>
</p:tagLst>
</file>

<file path=ppt/tags/tag1146.xml><?xml version="1.0" encoding="utf-8"?>
<p:tagLst xmlns:p="http://schemas.openxmlformats.org/presentationml/2006/main">
  <p:tag name="KSO_WM_BEAUTIFY_FLAG" val=""/>
</p:tagLst>
</file>

<file path=ppt/tags/tag1147.xml><?xml version="1.0" encoding="utf-8"?>
<p:tagLst xmlns:p="http://schemas.openxmlformats.org/presentationml/2006/main">
  <p:tag name="KSO_WM_BEAUTIFY_FLAG" val=""/>
</p:tagLst>
</file>

<file path=ppt/tags/tag1148.xml><?xml version="1.0" encoding="utf-8"?>
<p:tagLst xmlns:p="http://schemas.openxmlformats.org/presentationml/2006/main">
  <p:tag name="KSO_WM_BEAUTIFY_FLAG" val=""/>
</p:tagLst>
</file>

<file path=ppt/tags/tag1149.xml><?xml version="1.0" encoding="utf-8"?>
<p:tagLst xmlns:p="http://schemas.openxmlformats.org/presentationml/2006/main">
  <p:tag name="KSO_WM_BEAUTIFY_FLAG" val=""/>
</p:tagLst>
</file>

<file path=ppt/tags/tag1150.xml><?xml version="1.0" encoding="utf-8"?>
<p:tagLst xmlns:p="http://schemas.openxmlformats.org/presentationml/2006/main">
  <p:tag name="KSO_WM_BEAUTIFY_FLAG" val=""/>
</p:tagLst>
</file>

<file path=ppt/tags/tag1151.xml><?xml version="1.0" encoding="utf-8"?>
<p:tagLst xmlns:p="http://schemas.openxmlformats.org/presentationml/2006/main">
  <p:tag name="KSO_WM_BEAUTIFY_FLAG" val=""/>
</p:tagLst>
</file>

<file path=ppt/tags/tag1152.xml><?xml version="1.0" encoding="utf-8"?>
<p:tagLst xmlns:p="http://schemas.openxmlformats.org/presentationml/2006/main">
  <p:tag name="KSO_WM_BEAUTIFY_FLAG" val=""/>
</p:tagLst>
</file>

<file path=ppt/tags/tag1153.xml><?xml version="1.0" encoding="utf-8"?>
<p:tagLst xmlns:p="http://schemas.openxmlformats.org/presentationml/2006/main">
  <p:tag name="KSO_WM_BEAUTIFY_FLAG" val=""/>
</p:tagLst>
</file>

<file path=ppt/tags/tag1154.xml><?xml version="1.0" encoding="utf-8"?>
<p:tagLst xmlns:p="http://schemas.openxmlformats.org/presentationml/2006/main">
  <p:tag name="KSO_WM_BEAUTIFY_FLAG" val=""/>
</p:tagLst>
</file>

<file path=ppt/tags/tag1155.xml><?xml version="1.0" encoding="utf-8"?>
<p:tagLst xmlns:p="http://schemas.openxmlformats.org/presentationml/2006/main">
  <p:tag name="KSO_WM_BEAUTIFY_FLAG" val=""/>
</p:tagLst>
</file>

<file path=ppt/tags/tag1156.xml><?xml version="1.0" encoding="utf-8"?>
<p:tagLst xmlns:p="http://schemas.openxmlformats.org/presentationml/2006/main">
  <p:tag name="KSO_WM_BEAUTIFY_FLAG" val=""/>
</p:tagLst>
</file>

<file path=ppt/tags/tag1157.xml><?xml version="1.0" encoding="utf-8"?>
<p:tagLst xmlns:p="http://schemas.openxmlformats.org/presentationml/2006/main">
  <p:tag name="KSO_WM_BEAUTIFY_FLAG" val=""/>
</p:tagLst>
</file>

<file path=ppt/tags/tag1158.xml><?xml version="1.0" encoding="utf-8"?>
<p:tagLst xmlns:p="http://schemas.openxmlformats.org/presentationml/2006/main">
  <p:tag name="KSO_WM_BEAUTIFY_FLAG" val=""/>
</p:tagLst>
</file>

<file path=ppt/tags/tag1159.xml><?xml version="1.0" encoding="utf-8"?>
<p:tagLst xmlns:p="http://schemas.openxmlformats.org/presentationml/2006/main">
  <p:tag name="KSO_WM_BEAUTIFY_FLAG" val=""/>
</p:tagLst>
</file>

<file path=ppt/tags/tag1160.xml><?xml version="1.0" encoding="utf-8"?>
<p:tagLst xmlns:p="http://schemas.openxmlformats.org/presentationml/2006/main">
  <p:tag name="KSO_WM_BEAUTIFY_FLAG" val=""/>
</p:tagLst>
</file>

<file path=ppt/tags/tag1161.xml><?xml version="1.0" encoding="utf-8"?>
<p:tagLst xmlns:p="http://schemas.openxmlformats.org/presentationml/2006/main">
  <p:tag name="KSO_WM_BEAUTIFY_FLAG" val=""/>
</p:tagLst>
</file>

<file path=ppt/tags/tag1162.xml><?xml version="1.0" encoding="utf-8"?>
<p:tagLst xmlns:p="http://schemas.openxmlformats.org/presentationml/2006/main">
  <p:tag name="KSO_WM_BEAUTIFY_FLAG" val=""/>
</p:tagLst>
</file>

<file path=ppt/tags/tag1163.xml><?xml version="1.0" encoding="utf-8"?>
<p:tagLst xmlns:p="http://schemas.openxmlformats.org/presentationml/2006/main">
  <p:tag name="KSO_WM_BEAUTIFY_FLAG" val=""/>
</p:tagLst>
</file>

<file path=ppt/tags/tag1164.xml><?xml version="1.0" encoding="utf-8"?>
<p:tagLst xmlns:p="http://schemas.openxmlformats.org/presentationml/2006/main">
  <p:tag name="KSO_WM_BEAUTIFY_FLAG" val=""/>
</p:tagLst>
</file>

<file path=ppt/tags/tag1165.xml><?xml version="1.0" encoding="utf-8"?>
<p:tagLst xmlns:p="http://schemas.openxmlformats.org/presentationml/2006/main">
  <p:tag name="KSO_WM_BEAUTIFY_FLAG" val=""/>
</p:tagLst>
</file>

<file path=ppt/tags/tag1166.xml><?xml version="1.0" encoding="utf-8"?>
<p:tagLst xmlns:p="http://schemas.openxmlformats.org/presentationml/2006/main">
  <p:tag name="KSO_WM_BEAUTIFY_FLAG" val=""/>
</p:tagLst>
</file>

<file path=ppt/tags/tag1167.xml><?xml version="1.0" encoding="utf-8"?>
<p:tagLst xmlns:p="http://schemas.openxmlformats.org/presentationml/2006/main">
  <p:tag name="KSO_WM_BEAUTIFY_FLAG" val=""/>
</p:tagLst>
</file>

<file path=ppt/tags/tag1168.xml><?xml version="1.0" encoding="utf-8"?>
<p:tagLst xmlns:p="http://schemas.openxmlformats.org/presentationml/2006/main">
  <p:tag name="KSO_WM_BEAUTIFY_FLAG" val=""/>
</p:tagLst>
</file>

<file path=ppt/tags/tag1169.xml><?xml version="1.0" encoding="utf-8"?>
<p:tagLst xmlns:p="http://schemas.openxmlformats.org/presentationml/2006/main">
  <p:tag name="KSO_WM_BEAUTIFY_FLAG" val=""/>
</p:tagLst>
</file>

<file path=ppt/tags/tag1170.xml><?xml version="1.0" encoding="utf-8"?>
<p:tagLst xmlns:p="http://schemas.openxmlformats.org/presentationml/2006/main">
  <p:tag name="KSO_WM_BEAUTIFY_FLAG" val=""/>
</p:tagLst>
</file>

<file path=ppt/tags/tag1171.xml><?xml version="1.0" encoding="utf-8"?>
<p:tagLst xmlns:p="http://schemas.openxmlformats.org/presentationml/2006/main">
  <p:tag name="KSO_WM_BEAUTIFY_FLAG" val=""/>
</p:tagLst>
</file>

<file path=ppt/tags/tag1172.xml><?xml version="1.0" encoding="utf-8"?>
<p:tagLst xmlns:p="http://schemas.openxmlformats.org/presentationml/2006/main">
  <p:tag name="KSO_WM_BEAUTIFY_FLAG" val=""/>
</p:tagLst>
</file>

<file path=ppt/tags/tag1173.xml><?xml version="1.0" encoding="utf-8"?>
<p:tagLst xmlns:p="http://schemas.openxmlformats.org/presentationml/2006/main">
  <p:tag name="KSO_WM_BEAUTIFY_FLAG" val=""/>
</p:tagLst>
</file>

<file path=ppt/tags/tag1174.xml><?xml version="1.0" encoding="utf-8"?>
<p:tagLst xmlns:p="http://schemas.openxmlformats.org/presentationml/2006/main">
  <p:tag name="KSO_WM_BEAUTIFY_FLAG" val=""/>
</p:tagLst>
</file>

<file path=ppt/tags/tag1175.xml><?xml version="1.0" encoding="utf-8"?>
<p:tagLst xmlns:p="http://schemas.openxmlformats.org/presentationml/2006/main">
  <p:tag name="KSO_WM_BEAUTIFY_FLAG" val=""/>
</p:tagLst>
</file>

<file path=ppt/tags/tag1176.xml><?xml version="1.0" encoding="utf-8"?>
<p:tagLst xmlns:p="http://schemas.openxmlformats.org/presentationml/2006/main">
  <p:tag name="KSO_WM_BEAUTIFY_FLAG" val=""/>
</p:tagLst>
</file>

<file path=ppt/tags/tag1177.xml><?xml version="1.0" encoding="utf-8"?>
<p:tagLst xmlns:p="http://schemas.openxmlformats.org/presentationml/2006/main">
  <p:tag name="KSO_WM_BEAUTIFY_FLAG" val=""/>
</p:tagLst>
</file>

<file path=ppt/tags/tag1178.xml><?xml version="1.0" encoding="utf-8"?>
<p:tagLst xmlns:p="http://schemas.openxmlformats.org/presentationml/2006/main">
  <p:tag name="KSO_WM_BEAUTIFY_FLAG" val=""/>
</p:tagLst>
</file>

<file path=ppt/tags/tag1179.xml><?xml version="1.0" encoding="utf-8"?>
<p:tagLst xmlns:p="http://schemas.openxmlformats.org/presentationml/2006/main">
  <p:tag name="KSO_WM_BEAUTIFY_FLAG" val=""/>
</p:tagLst>
</file>

<file path=ppt/tags/tag1180.xml><?xml version="1.0" encoding="utf-8"?>
<p:tagLst xmlns:p="http://schemas.openxmlformats.org/presentationml/2006/main">
  <p:tag name="KSO_WM_BEAUTIFY_FLAG" val=""/>
</p:tagLst>
</file>

<file path=ppt/tags/tag1181.xml><?xml version="1.0" encoding="utf-8"?>
<p:tagLst xmlns:p="http://schemas.openxmlformats.org/presentationml/2006/main">
  <p:tag name="KSO_WM_BEAUTIFY_FLAG" val=""/>
</p:tagLst>
</file>

<file path=ppt/tags/tag1182.xml><?xml version="1.0" encoding="utf-8"?>
<p:tagLst xmlns:p="http://schemas.openxmlformats.org/presentationml/2006/main">
  <p:tag name="KSO_WM_BEAUTIFY_FLAG" val=""/>
</p:tagLst>
</file>

<file path=ppt/tags/tag1183.xml><?xml version="1.0" encoding="utf-8"?>
<p:tagLst xmlns:p="http://schemas.openxmlformats.org/presentationml/2006/main">
  <p:tag name="KSO_WM_BEAUTIFY_FLAG" val=""/>
</p:tagLst>
</file>

<file path=ppt/tags/tag1184.xml><?xml version="1.0" encoding="utf-8"?>
<p:tagLst xmlns:p="http://schemas.openxmlformats.org/presentationml/2006/main">
  <p:tag name="KSO_WM_BEAUTIFY_FLAG" val=""/>
</p:tagLst>
</file>

<file path=ppt/tags/tag1185.xml><?xml version="1.0" encoding="utf-8"?>
<p:tagLst xmlns:p="http://schemas.openxmlformats.org/presentationml/2006/main">
  <p:tag name="KSO_WM_BEAUTIFY_FLAG" val=""/>
</p:tagLst>
</file>

<file path=ppt/tags/tag1186.xml><?xml version="1.0" encoding="utf-8"?>
<p:tagLst xmlns:p="http://schemas.openxmlformats.org/presentationml/2006/main">
  <p:tag name="KSO_WM_BEAUTIFY_FLAG" val=""/>
</p:tagLst>
</file>

<file path=ppt/tags/tag1187.xml><?xml version="1.0" encoding="utf-8"?>
<p:tagLst xmlns:p="http://schemas.openxmlformats.org/presentationml/2006/main">
  <p:tag name="KSO_WM_BEAUTIFY_FLAG" val=""/>
</p:tagLst>
</file>

<file path=ppt/tags/tag1188.xml><?xml version="1.0" encoding="utf-8"?>
<p:tagLst xmlns:p="http://schemas.openxmlformats.org/presentationml/2006/main">
  <p:tag name="KSO_WM_BEAUTIFY_FLAG" val=""/>
</p:tagLst>
</file>

<file path=ppt/tags/tag1189.xml><?xml version="1.0" encoding="utf-8"?>
<p:tagLst xmlns:p="http://schemas.openxmlformats.org/presentationml/2006/main">
  <p:tag name="KSO_WM_BEAUTIFY_FLAG" val=""/>
</p:tagLst>
</file>

<file path=ppt/tags/tag1190.xml><?xml version="1.0" encoding="utf-8"?>
<p:tagLst xmlns:p="http://schemas.openxmlformats.org/presentationml/2006/main">
  <p:tag name="KSO_WM_BEAUTIFY_FLAG" val=""/>
</p:tagLst>
</file>

<file path=ppt/tags/tag1191.xml><?xml version="1.0" encoding="utf-8"?>
<p:tagLst xmlns:p="http://schemas.openxmlformats.org/presentationml/2006/main">
  <p:tag name="KSO_WM_BEAUTIFY_FLAG" val=""/>
</p:tagLst>
</file>

<file path=ppt/tags/tag1192.xml><?xml version="1.0" encoding="utf-8"?>
<p:tagLst xmlns:p="http://schemas.openxmlformats.org/presentationml/2006/main">
  <p:tag name="KSO_WM_BEAUTIFY_FLAG" val=""/>
</p:tagLst>
</file>

<file path=ppt/tags/tag1193.xml><?xml version="1.0" encoding="utf-8"?>
<p:tagLst xmlns:p="http://schemas.openxmlformats.org/presentationml/2006/main">
  <p:tag name="KSO_WM_BEAUTIFY_FLAG" val=""/>
</p:tagLst>
</file>

<file path=ppt/tags/tag1194.xml><?xml version="1.0" encoding="utf-8"?>
<p:tagLst xmlns:p="http://schemas.openxmlformats.org/presentationml/2006/main">
  <p:tag name="KSO_WM_BEAUTIFY_FLAG" val=""/>
</p:tagLst>
</file>

<file path=ppt/tags/tag1195.xml><?xml version="1.0" encoding="utf-8"?>
<p:tagLst xmlns:p="http://schemas.openxmlformats.org/presentationml/2006/main">
  <p:tag name="KSO_WM_BEAUTIFY_FLAG" val=""/>
</p:tagLst>
</file>

<file path=ppt/tags/tag1196.xml><?xml version="1.0" encoding="utf-8"?>
<p:tagLst xmlns:p="http://schemas.openxmlformats.org/presentationml/2006/main">
  <p:tag name="KSO_WM_BEAUTIFY_FLAG" val=""/>
</p:tagLst>
</file>

<file path=ppt/tags/tag1197.xml><?xml version="1.0" encoding="utf-8"?>
<p:tagLst xmlns:p="http://schemas.openxmlformats.org/presentationml/2006/main">
  <p:tag name="KSO_WM_BEAUTIFY_FLAG" val=""/>
</p:tagLst>
</file>

<file path=ppt/tags/tag1198.xml><?xml version="1.0" encoding="utf-8"?>
<p:tagLst xmlns:p="http://schemas.openxmlformats.org/presentationml/2006/main">
  <p:tag name="KSO_WM_BEAUTIFY_FLAG" val=""/>
</p:tagLst>
</file>

<file path=ppt/tags/tag1199.xml><?xml version="1.0" encoding="utf-8"?>
<p:tagLst xmlns:p="http://schemas.openxmlformats.org/presentationml/2006/main">
  <p:tag name="KSO_WM_BEAUTIFY_FLAG" val=""/>
</p:tagLst>
</file>

<file path=ppt/tags/tag1200.xml><?xml version="1.0" encoding="utf-8"?>
<p:tagLst xmlns:p="http://schemas.openxmlformats.org/presentationml/2006/main">
  <p:tag name="KSO_WM_BEAUTIFY_FLAG" val=""/>
</p:tagLst>
</file>

<file path=ppt/tags/tag1201.xml><?xml version="1.0" encoding="utf-8"?>
<p:tagLst xmlns:p="http://schemas.openxmlformats.org/presentationml/2006/main">
  <p:tag name="KSO_WM_BEAUTIFY_FLAG" val=""/>
</p:tagLst>
</file>

<file path=ppt/tags/tag1202.xml><?xml version="1.0" encoding="utf-8"?>
<p:tagLst xmlns:p="http://schemas.openxmlformats.org/presentationml/2006/main">
  <p:tag name="KSO_WM_BEAUTIFY_FLAG" val=""/>
</p:tagLst>
</file>

<file path=ppt/tags/tag1203.xml><?xml version="1.0" encoding="utf-8"?>
<p:tagLst xmlns:p="http://schemas.openxmlformats.org/presentationml/2006/main">
  <p:tag name="KSO_WM_BEAUTIFY_FLAG" val=""/>
</p:tagLst>
</file>

<file path=ppt/tags/tag1204.xml><?xml version="1.0" encoding="utf-8"?>
<p:tagLst xmlns:p="http://schemas.openxmlformats.org/presentationml/2006/main">
  <p:tag name="KSO_WM_BEAUTIFY_FLAG" val=""/>
</p:tagLst>
</file>

<file path=ppt/tags/tag1205.xml><?xml version="1.0" encoding="utf-8"?>
<p:tagLst xmlns:p="http://schemas.openxmlformats.org/presentationml/2006/main">
  <p:tag name="KSO_WM_BEAUTIFY_FLAG" val=""/>
</p:tagLst>
</file>

<file path=ppt/tags/tag1206.xml><?xml version="1.0" encoding="utf-8"?>
<p:tagLst xmlns:p="http://schemas.openxmlformats.org/presentationml/2006/main">
  <p:tag name="KSO_WM_BEAUTIFY_FLAG" val=""/>
</p:tagLst>
</file>

<file path=ppt/tags/tag1207.xml><?xml version="1.0" encoding="utf-8"?>
<p:tagLst xmlns:p="http://schemas.openxmlformats.org/presentationml/2006/main">
  <p:tag name="KSO_WM_BEAUTIFY_FLAG" val=""/>
</p:tagLst>
</file>

<file path=ppt/tags/tag1208.xml><?xml version="1.0" encoding="utf-8"?>
<p:tagLst xmlns:p="http://schemas.openxmlformats.org/presentationml/2006/main">
  <p:tag name="KSO_WM_BEAUTIFY_FLAG" val=""/>
</p:tagLst>
</file>

<file path=ppt/tags/tag1209.xml><?xml version="1.0" encoding="utf-8"?>
<p:tagLst xmlns:p="http://schemas.openxmlformats.org/presentationml/2006/main">
  <p:tag name="KSO_WM_BEAUTIFY_FLAG" val=""/>
</p:tagLst>
</file>

<file path=ppt/tags/tag1210.xml><?xml version="1.0" encoding="utf-8"?>
<p:tagLst xmlns:p="http://schemas.openxmlformats.org/presentationml/2006/main">
  <p:tag name="KSO_WM_BEAUTIFY_FLAG" val=""/>
</p:tagLst>
</file>

<file path=ppt/tags/tag1211.xml><?xml version="1.0" encoding="utf-8"?>
<p:tagLst xmlns:p="http://schemas.openxmlformats.org/presentationml/2006/main">
  <p:tag name="KSO_WM_BEAUTIFY_FLAG" val=""/>
</p:tagLst>
</file>

<file path=ppt/tags/tag1212.xml><?xml version="1.0" encoding="utf-8"?>
<p:tagLst xmlns:p="http://schemas.openxmlformats.org/presentationml/2006/main">
  <p:tag name="KSO_WM_BEAUTIFY_FLAG" val=""/>
</p:tagLst>
</file>

<file path=ppt/tags/tag1213.xml><?xml version="1.0" encoding="utf-8"?>
<p:tagLst xmlns:p="http://schemas.openxmlformats.org/presentationml/2006/main">
  <p:tag name="KSO_WM_BEAUTIFY_FLAG" val=""/>
</p:tagLst>
</file>

<file path=ppt/tags/tag1214.xml><?xml version="1.0" encoding="utf-8"?>
<p:tagLst xmlns:p="http://schemas.openxmlformats.org/presentationml/2006/main">
  <p:tag name="KSO_WM_BEAUTIFY_FLAG" val=""/>
</p:tagLst>
</file>

<file path=ppt/tags/tag1215.xml><?xml version="1.0" encoding="utf-8"?>
<p:tagLst xmlns:p="http://schemas.openxmlformats.org/presentationml/2006/main">
  <p:tag name="KSO_WM_BEAUTIFY_FLAG" val=""/>
</p:tagLst>
</file>

<file path=ppt/tags/tag1216.xml><?xml version="1.0" encoding="utf-8"?>
<p:tagLst xmlns:p="http://schemas.openxmlformats.org/presentationml/2006/main">
  <p:tag name="KSO_WM_BEAUTIFY_FLAG" val=""/>
</p:tagLst>
</file>

<file path=ppt/tags/tag1217.xml><?xml version="1.0" encoding="utf-8"?>
<p:tagLst xmlns:p="http://schemas.openxmlformats.org/presentationml/2006/main">
  <p:tag name="KSO_WM_BEAUTIFY_FLAG" val=""/>
</p:tagLst>
</file>

<file path=ppt/tags/tag1218.xml><?xml version="1.0" encoding="utf-8"?>
<p:tagLst xmlns:p="http://schemas.openxmlformats.org/presentationml/2006/main">
  <p:tag name="KSO_WM_BEAUTIFY_FLAG" val=""/>
</p:tagLst>
</file>

<file path=ppt/tags/tag1219.xml><?xml version="1.0" encoding="utf-8"?>
<p:tagLst xmlns:p="http://schemas.openxmlformats.org/presentationml/2006/main">
  <p:tag name="KSO_WM_BEAUTIFY_FLAG" val=""/>
</p:tagLst>
</file>

<file path=ppt/tags/tag1220.xml><?xml version="1.0" encoding="utf-8"?>
<p:tagLst xmlns:p="http://schemas.openxmlformats.org/presentationml/2006/main">
  <p:tag name="KSO_WM_BEAUTIFY_FLAG" val=""/>
</p:tagLst>
</file>

<file path=ppt/tags/tag1221.xml><?xml version="1.0" encoding="utf-8"?>
<p:tagLst xmlns:p="http://schemas.openxmlformats.org/presentationml/2006/main">
  <p:tag name="KSO_WM_BEAUTIFY_FLAG" val=""/>
</p:tagLst>
</file>

<file path=ppt/tags/tag1222.xml><?xml version="1.0" encoding="utf-8"?>
<p:tagLst xmlns:p="http://schemas.openxmlformats.org/presentationml/2006/main">
  <p:tag name="COMMONDATA" val="eyJoZGlkIjoiY2ZiYjY4MjU5YzBkYmJmZjUyNGJiOWY1ZTc3NzM1MGY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2336800" marR="0" indent="-2336800" algn="l" defTabSz="914400" rtl="0" eaLnBrk="1" fontAlgn="base" latinLnBrk="0" hangingPunct="1">
          <a:lnSpc>
            <a:spcPct val="12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2336800" marR="0" indent="-2336800" algn="l" defTabSz="914400" rtl="0" eaLnBrk="1" fontAlgn="base" latinLnBrk="0" hangingPunct="1">
          <a:lnSpc>
            <a:spcPct val="12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7716</Words>
  <Application>WPS 演示</Application>
  <PresentationFormat>全屏显示(4:3)</PresentationFormat>
  <Paragraphs>1114</Paragraphs>
  <Slides>20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宋体</vt:lpstr>
      <vt:lpstr>Wingdings</vt:lpstr>
      <vt:lpstr>Times New Roman</vt:lpstr>
      <vt:lpstr>MS Gothic</vt:lpstr>
      <vt:lpstr>黑体</vt:lpstr>
      <vt:lpstr>微软雅黑</vt:lpstr>
      <vt:lpstr>Arial Unicode MS</vt:lpstr>
      <vt:lpstr>Times New Roman</vt:lpstr>
      <vt:lpstr>Symbol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692</cp:revision>
</cp:coreProperties>
</file>

<file path=docProps/custom.xml><?xml version="1.0" encoding="utf-8"?>
<Properties xmlns="http://schemas.openxmlformats.org/officeDocument/2006/custom-properties"/>
</file>