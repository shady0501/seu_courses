
<file path=[Content_Types].xml><?xml version="1.0" encoding="utf-8"?>
<Types xmlns="http://schemas.openxmlformats.org/package/2006/content-types">
  <Default Extension="png" ContentType="image/png"/>
  <Default Extension="emf" ContentType="image/x-em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8" r:id="rId3"/>
  </p:sldMasterIdLst>
  <p:notesMasterIdLst>
    <p:notesMasterId r:id="rId5"/>
  </p:notesMasterIdLst>
  <p:handoutMasterIdLst>
    <p:handoutMasterId r:id="rId31"/>
  </p:handoutMasterIdLst>
  <p:sldIdLst>
    <p:sldId id="523" r:id="rId4"/>
    <p:sldId id="304" r:id="rId6"/>
    <p:sldId id="323" r:id="rId7"/>
    <p:sldId id="603" r:id="rId8"/>
    <p:sldId id="528" r:id="rId9"/>
    <p:sldId id="602" r:id="rId10"/>
    <p:sldId id="529" r:id="rId11"/>
    <p:sldId id="604" r:id="rId12"/>
    <p:sldId id="605" r:id="rId13"/>
    <p:sldId id="606" r:id="rId14"/>
    <p:sldId id="607" r:id="rId15"/>
    <p:sldId id="615" r:id="rId16"/>
    <p:sldId id="616" r:id="rId17"/>
    <p:sldId id="530" r:id="rId18"/>
    <p:sldId id="608" r:id="rId19"/>
    <p:sldId id="609" r:id="rId20"/>
    <p:sldId id="610" r:id="rId21"/>
    <p:sldId id="611" r:id="rId22"/>
    <p:sldId id="531" r:id="rId23"/>
    <p:sldId id="612" r:id="rId24"/>
    <p:sldId id="613" r:id="rId25"/>
    <p:sldId id="614" r:id="rId26"/>
    <p:sldId id="532" r:id="rId27"/>
    <p:sldId id="417" r:id="rId28"/>
    <p:sldId id="516" r:id="rId29"/>
    <p:sldId id="527" r:id="rId30"/>
  </p:sldIdLst>
  <p:sldSz cx="12192000" cy="6858000"/>
  <p:notesSz cx="6858000" cy="9144000"/>
  <p:custDataLst>
    <p:tags r:id="rId3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模板封面" id="{BD7EDEDA-3131-7949-8239-8CA971DCFB00}">
          <p14:sldIdLst>
            <p14:sldId id="523"/>
          </p14:sldIdLst>
        </p14:section>
        <p14:section name="目录页-短标题" id="{6239882C-1867-5044-9C33-A342B749DC88}">
          <p14:sldIdLst>
            <p14:sldId id="304"/>
          </p14:sldIdLst>
        </p14:section>
        <p14:section name="转场页-短标题" id="{4CAC141F-35A1-2145-BCFC-86B67474C327}">
          <p14:sldIdLst>
            <p14:sldId id="323"/>
            <p14:sldId id="603"/>
            <p14:sldId id="528"/>
            <p14:sldId id="602"/>
            <p14:sldId id="529"/>
            <p14:sldId id="604"/>
            <p14:sldId id="605"/>
            <p14:sldId id="606"/>
            <p14:sldId id="607"/>
            <p14:sldId id="615"/>
            <p14:sldId id="616"/>
            <p14:sldId id="530"/>
            <p14:sldId id="608"/>
            <p14:sldId id="609"/>
            <p14:sldId id="610"/>
            <p14:sldId id="611"/>
            <p14:sldId id="531"/>
            <p14:sldId id="612"/>
            <p14:sldId id="613"/>
            <p14:sldId id="614"/>
            <p14:sldId id="532"/>
            <p14:sldId id="417"/>
            <p14:sldId id="516"/>
            <p14:sldId id="527"/>
          </p14:sldIdLst>
        </p14:section>
      </p14:sectionLst>
    </p:ext>
    <p:ext uri="{EFAFB233-063F-42B5-8137-9DF3F51BA10A}">
      <p15:sldGuideLst xmlns:p15="http://schemas.microsoft.com/office/powerpoint/2012/main">
        <p15:guide id="1" orient="horz" pos="2256" userDrawn="1">
          <p15:clr>
            <a:srgbClr val="A4A3A4"/>
          </p15:clr>
        </p15:guide>
        <p15:guide id="2" pos="3840" userDrawn="1">
          <p15:clr>
            <a:srgbClr val="A4A3A4"/>
          </p15:clr>
        </p15:guide>
        <p15:guide id="3" pos="1074" userDrawn="1">
          <p15:clr>
            <a:srgbClr val="A4A3A4"/>
          </p15:clr>
        </p15:guide>
        <p15:guide id="4" pos="6613" userDrawn="1">
          <p15:clr>
            <a:srgbClr val="A4A3A4"/>
          </p15:clr>
        </p15:guide>
        <p15:guide id="5" orient="horz" pos="648" userDrawn="1">
          <p15:clr>
            <a:srgbClr val="A4A3A4"/>
          </p15:clr>
        </p15:guide>
        <p15:guide id="6" orient="horz" pos="731" userDrawn="1">
          <p15:clr>
            <a:srgbClr val="A4A3A4"/>
          </p15:clr>
        </p15:guide>
        <p15:guide id="7" orient="horz" pos="3950" userDrawn="1">
          <p15:clr>
            <a:srgbClr val="A4A3A4"/>
          </p15:clr>
        </p15:guide>
        <p15:guide id="8" orient="horz" pos="3838" userDrawn="1">
          <p15:clr>
            <a:srgbClr val="A4A3A4"/>
          </p15:clr>
        </p15:guide>
      </p15:sldGuideLst>
    </p:ext>
  </p:extLst>
</p:presentation>
</file>

<file path=ppt/commentAuthors.xml><?xml version="1.0" encoding="utf-8"?>
<p:cmAuthorLst xmlns:p="http://schemas.openxmlformats.org/presentationml/2006/main">
  <p:cmAuthor id="1" name=""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AB908"/>
    <a:srgbClr val="817222"/>
    <a:srgbClr val="515223"/>
    <a:srgbClr val="4B7D2B"/>
    <a:srgbClr val="FECD54"/>
    <a:srgbClr val="9A8B3D"/>
    <a:srgbClr val="141213"/>
    <a:srgbClr val="D3D1D2"/>
    <a:srgbClr val="565656"/>
    <a:srgbClr val="99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659" autoAdjust="0"/>
    <p:restoredTop sz="85165" autoAdjust="0"/>
  </p:normalViewPr>
  <p:slideViewPr>
    <p:cSldViewPr snapToGrid="0" showGuides="1">
      <p:cViewPr varScale="1">
        <p:scale>
          <a:sx n="92" d="100"/>
          <a:sy n="92" d="100"/>
        </p:scale>
        <p:origin x="856" y="192"/>
      </p:cViewPr>
      <p:guideLst>
        <p:guide orient="horz" pos="2256"/>
        <p:guide pos="3840"/>
        <p:guide pos="1074"/>
        <p:guide pos="6613"/>
        <p:guide orient="horz" pos="648"/>
        <p:guide orient="horz" pos="731"/>
        <p:guide orient="horz" pos="3950"/>
        <p:guide orient="horz" pos="3838"/>
      </p:guideLst>
    </p:cSldViewPr>
  </p:slideViewPr>
  <p:outlineViewPr>
    <p:cViewPr>
      <p:scale>
        <a:sx n="33" d="100"/>
        <a:sy n="33" d="100"/>
      </p:scale>
      <p:origin x="0" y="0"/>
    </p:cViewPr>
  </p:outlineViewPr>
  <p:notesTextViewPr>
    <p:cViewPr>
      <p:scale>
        <a:sx n="1" d="1"/>
        <a:sy n="1" d="1"/>
      </p:scale>
      <p:origin x="0" y="0"/>
    </p:cViewPr>
  </p:notesTextViewPr>
  <p:sorterViewPr>
    <p:cViewPr>
      <p:scale>
        <a:sx n="122" d="100"/>
        <a:sy n="122" d="100"/>
      </p:scale>
      <p:origin x="0" y="-1392"/>
    </p:cViewPr>
  </p:sorterViewPr>
  <p:notesViewPr>
    <p:cSldViewPr snapToGrid="0">
      <p:cViewPr varScale="1">
        <p:scale>
          <a:sx n="84" d="100"/>
          <a:sy n="84" d="100"/>
        </p:scale>
        <p:origin x="3960" y="192"/>
      </p:cViewPr>
      <p:guideLst/>
    </p:cSldViewPr>
  </p:notesViewPr>
  <p:gridSpacing cx="46800" cy="468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6" Type="http://schemas.openxmlformats.org/officeDocument/2006/relationships/tags" Target="tags/tag66.xml"/><Relationship Id="rId35" Type="http://schemas.openxmlformats.org/officeDocument/2006/relationships/commentAuthors" Target="commentAuthors.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handoutMaster" Target="handoutMasters/handoutMaster1.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2DD2892F-C0CF-4910-B7BC-693B14AF3594}" type="doc">
      <dgm:prSet loTypeId="urn:microsoft.com/office/officeart/2005/8/layout/bProcess4" loCatId="process" qsTypeId="urn:microsoft.com/office/officeart/2005/8/quickstyle/simple1" qsCatId="simple" csTypeId="urn:microsoft.com/office/officeart/2005/8/colors/accent1_2" csCatId="accent1" phldr="1"/>
      <dgm:spPr/>
      <dgm:t>
        <a:bodyPr/>
        <a:lstStyle/>
        <a:p>
          <a:endParaRPr lang="zh-CN" altLang="en-US"/>
        </a:p>
      </dgm:t>
    </dgm:pt>
    <dgm:pt modelId="{0ED0E6E0-A685-4BAE-9107-EB4FEDC57C2F}">
      <dgm:prSet phldrT="[文本]" custT="1"/>
      <dgm:spPr>
        <a:solidFill>
          <a:schemeClr val="bg1">
            <a:lumMod val="95000"/>
          </a:schemeClr>
        </a:solidFill>
        <a:effectLst>
          <a:outerShdw blurRad="63500" algn="ctr" rotWithShape="0">
            <a:prstClr val="black">
              <a:alpha val="40000"/>
            </a:prstClr>
          </a:outerShdw>
        </a:effectLst>
      </dgm:spPr>
      <dgm:t>
        <a:bodyPr/>
        <a:lstStyle/>
        <a:p>
          <a:pPr algn="just">
            <a:lnSpc>
              <a:spcPct val="100000"/>
            </a:lnSpc>
            <a:spcBef>
              <a:spcPts val="0"/>
            </a:spcBef>
            <a:spcAft>
              <a:spcPts val="0"/>
            </a:spcAft>
          </a:pPr>
          <a:r>
            <a:rPr lang="zh-CN" altLang="en-US" sz="2000" dirty="0">
              <a:solidFill>
                <a:schemeClr val="tx1"/>
              </a:solidFill>
              <a:latin typeface="+mn-lt"/>
              <a:ea typeface="+mn-ea"/>
              <a:cs typeface="+mn-ea"/>
              <a:sym typeface="+mn-lt"/>
            </a:rPr>
            <a:t>步骤</a:t>
          </a:r>
          <a:r>
            <a:rPr lang="en-US" altLang="zh-CN" sz="2000" dirty="0">
              <a:solidFill>
                <a:schemeClr val="tx1"/>
              </a:solidFill>
              <a:latin typeface="+mn-lt"/>
              <a:ea typeface="+mn-ea"/>
              <a:cs typeface="+mn-ea"/>
              <a:sym typeface="+mn-lt"/>
            </a:rPr>
            <a:t>1</a:t>
          </a:r>
          <a:r>
            <a:rPr lang="zh-CN" altLang="en-US" sz="2000" dirty="0">
              <a:solidFill>
                <a:schemeClr val="tx1"/>
              </a:solidFill>
              <a:latin typeface="+mn-lt"/>
              <a:ea typeface="+mn-ea"/>
              <a:cs typeface="+mn-ea"/>
              <a:sym typeface="+mn-lt"/>
            </a:rPr>
            <a:t>，请输入你的流程内容，至多</a:t>
          </a:r>
          <a:r>
            <a:rPr lang="en-US" altLang="zh-CN" sz="2000" dirty="0">
              <a:solidFill>
                <a:schemeClr val="tx1"/>
              </a:solidFill>
              <a:latin typeface="+mn-lt"/>
              <a:ea typeface="+mn-ea"/>
              <a:cs typeface="+mn-ea"/>
              <a:sym typeface="+mn-lt"/>
            </a:rPr>
            <a:t>3</a:t>
          </a:r>
          <a:r>
            <a:rPr lang="zh-CN" altLang="en-US" sz="2000" dirty="0">
              <a:solidFill>
                <a:schemeClr val="tx1"/>
              </a:solidFill>
              <a:latin typeface="+mn-lt"/>
              <a:ea typeface="+mn-ea"/>
              <a:cs typeface="+mn-ea"/>
              <a:sym typeface="+mn-lt"/>
            </a:rPr>
            <a:t>行文字为宜</a:t>
          </a:r>
        </a:p>
      </dgm:t>
    </dgm:pt>
    <dgm:pt modelId="{60877D77-18AE-448D-A1D0-FAA9F161885E}" cxnId="{30B059B1-3AEE-4735-AC90-14BA75ED4415}" type="parTrans">
      <dgm:prSet/>
      <dgm:spPr/>
      <dgm:t>
        <a:bodyPr/>
        <a:lstStyle/>
        <a:p>
          <a:pPr algn="just">
            <a:lnSpc>
              <a:spcPct val="100000"/>
            </a:lnSpc>
          </a:pPr>
          <a:endParaRPr lang="zh-CN" altLang="en-US" sz="1800"/>
        </a:p>
      </dgm:t>
    </dgm:pt>
    <dgm:pt modelId="{D85B52DA-03CE-4FD6-BC76-E06D81B1192A}" cxnId="{30B059B1-3AEE-4735-AC90-14BA75ED4415}" type="sibTrans">
      <dgm:prSet/>
      <dgm:spPr>
        <a:solidFill>
          <a:schemeClr val="accent1"/>
        </a:solidFill>
      </dgm:spPr>
      <dgm:t>
        <a:bodyPr/>
        <a:lstStyle/>
        <a:p>
          <a:pPr algn="just">
            <a:lnSpc>
              <a:spcPct val="100000"/>
            </a:lnSpc>
          </a:pPr>
          <a:endParaRPr lang="zh-CN" altLang="en-US" sz="1800"/>
        </a:p>
      </dgm:t>
    </dgm:pt>
    <dgm:pt modelId="{B87E4C95-F17F-4621-93F6-8BC5ADB35A0C}">
      <dgm:prSet phldrT="[文本]" custT="1"/>
      <dgm:spPr>
        <a:solidFill>
          <a:schemeClr val="bg1">
            <a:lumMod val="95000"/>
          </a:schemeClr>
        </a:solidFill>
        <a:effectLst>
          <a:outerShdw blurRad="63500" algn="ctr" rotWithShape="0">
            <a:prstClr val="black">
              <a:alpha val="40000"/>
            </a:prstClr>
          </a:outerShdw>
        </a:effectLst>
      </dgm:spPr>
      <dgm:t>
        <a:bodyPr/>
        <a:lstStyle/>
        <a:p>
          <a:pPr algn="just">
            <a:lnSpc>
              <a:spcPct val="100000"/>
            </a:lnSpc>
            <a:spcBef>
              <a:spcPts val="0"/>
            </a:spcBef>
            <a:spcAft>
              <a:spcPts val="0"/>
            </a:spcAft>
          </a:pPr>
          <a:r>
            <a:rPr lang="zh-CN" altLang="en-US" sz="2000" dirty="0">
              <a:solidFill>
                <a:schemeClr val="tx1"/>
              </a:solidFill>
              <a:latin typeface="+mn-lt"/>
              <a:ea typeface="+mn-ea"/>
              <a:cs typeface="+mn-ea"/>
              <a:sym typeface="+mn-lt"/>
            </a:rPr>
            <a:t>步骤</a:t>
          </a:r>
          <a:r>
            <a:rPr lang="en-US" altLang="zh-CN" sz="2000" dirty="0">
              <a:solidFill>
                <a:schemeClr val="tx1"/>
              </a:solidFill>
              <a:latin typeface="+mn-lt"/>
              <a:ea typeface="+mn-ea"/>
              <a:cs typeface="+mn-ea"/>
              <a:sym typeface="+mn-lt"/>
            </a:rPr>
            <a:t>2</a:t>
          </a:r>
          <a:r>
            <a:rPr lang="zh-CN" altLang="en-US" sz="2000" dirty="0">
              <a:solidFill>
                <a:schemeClr val="tx1"/>
              </a:solidFill>
              <a:latin typeface="+mn-lt"/>
              <a:ea typeface="+mn-ea"/>
              <a:cs typeface="+mn-ea"/>
              <a:sym typeface="+mn-lt"/>
            </a:rPr>
            <a:t>，若字体较多缩排后，大屏幕展示效果较差</a:t>
          </a:r>
        </a:p>
      </dgm:t>
    </dgm:pt>
    <dgm:pt modelId="{575F1D21-880C-4A71-85D2-481D91D802AF}" cxnId="{C5F7CB3E-9713-45AA-B9D1-58483D4C4AF7}" type="parTrans">
      <dgm:prSet/>
      <dgm:spPr/>
      <dgm:t>
        <a:bodyPr/>
        <a:lstStyle/>
        <a:p>
          <a:pPr algn="just">
            <a:lnSpc>
              <a:spcPct val="100000"/>
            </a:lnSpc>
          </a:pPr>
          <a:endParaRPr lang="zh-CN" altLang="en-US" sz="1800"/>
        </a:p>
      </dgm:t>
    </dgm:pt>
    <dgm:pt modelId="{E8F65F10-8C8B-43E6-AFD5-BCEB162F6722}" cxnId="{C5F7CB3E-9713-45AA-B9D1-58483D4C4AF7}" type="sibTrans">
      <dgm:prSet/>
      <dgm:spPr>
        <a:solidFill>
          <a:schemeClr val="accent1"/>
        </a:solidFill>
      </dgm:spPr>
      <dgm:t>
        <a:bodyPr/>
        <a:lstStyle/>
        <a:p>
          <a:pPr algn="just">
            <a:lnSpc>
              <a:spcPct val="100000"/>
            </a:lnSpc>
          </a:pPr>
          <a:endParaRPr lang="zh-CN" altLang="en-US" sz="1800"/>
        </a:p>
      </dgm:t>
    </dgm:pt>
    <dgm:pt modelId="{2DED8BE6-BB8E-4348-9C1A-521C41C7B396}">
      <dgm:prSet phldrT="[文本]" custT="1"/>
      <dgm:spPr>
        <a:solidFill>
          <a:schemeClr val="bg1">
            <a:lumMod val="95000"/>
          </a:schemeClr>
        </a:solidFill>
        <a:effectLst>
          <a:outerShdw blurRad="63500" algn="ctr" rotWithShape="0">
            <a:prstClr val="black">
              <a:alpha val="40000"/>
            </a:prstClr>
          </a:outerShdw>
        </a:effectLst>
      </dgm:spPr>
      <dgm:t>
        <a:bodyPr/>
        <a:lstStyle/>
        <a:p>
          <a:pPr algn="just">
            <a:lnSpc>
              <a:spcPct val="100000"/>
            </a:lnSpc>
            <a:spcBef>
              <a:spcPts val="0"/>
            </a:spcBef>
            <a:spcAft>
              <a:spcPts val="0"/>
            </a:spcAft>
          </a:pPr>
          <a:r>
            <a:rPr lang="zh-CN" altLang="en-US" sz="2000" dirty="0">
              <a:solidFill>
                <a:schemeClr val="tx1"/>
              </a:solidFill>
              <a:latin typeface="+mn-lt"/>
              <a:ea typeface="+mn-ea"/>
              <a:cs typeface="+mn-ea"/>
              <a:sym typeface="+mn-lt"/>
            </a:rPr>
            <a:t>步骤</a:t>
          </a:r>
          <a:r>
            <a:rPr lang="en-US" altLang="zh-CN" sz="2000" dirty="0">
              <a:solidFill>
                <a:schemeClr val="tx1"/>
              </a:solidFill>
              <a:latin typeface="+mn-lt"/>
              <a:ea typeface="+mn-ea"/>
              <a:cs typeface="+mn-ea"/>
              <a:sym typeface="+mn-lt"/>
            </a:rPr>
            <a:t>3</a:t>
          </a:r>
          <a:r>
            <a:rPr lang="zh-CN" altLang="en-US" sz="2000" dirty="0">
              <a:solidFill>
                <a:schemeClr val="tx1"/>
              </a:solidFill>
              <a:latin typeface="+mn-lt"/>
              <a:ea typeface="+mn-ea"/>
              <a:cs typeface="+mn-ea"/>
              <a:sym typeface="+mn-lt"/>
            </a:rPr>
            <a:t>，</a:t>
          </a:r>
          <a:r>
            <a:rPr lang="en-US" altLang="zh-CN" sz="2000" dirty="0">
              <a:solidFill>
                <a:schemeClr val="tx1"/>
              </a:solidFill>
              <a:latin typeface="Arial" panose="020B0604020202020204" pitchFamily="34" charset="0"/>
              <a:ea typeface="+mn-ea"/>
              <a:cs typeface="Arial" panose="020B0604020202020204" pitchFamily="34" charset="0"/>
              <a:sym typeface="+mn-lt"/>
            </a:rPr>
            <a:t>SmartArt</a:t>
          </a:r>
          <a:r>
            <a:rPr lang="zh-CN" altLang="en-US" sz="2000" dirty="0">
              <a:solidFill>
                <a:schemeClr val="tx1"/>
              </a:solidFill>
              <a:latin typeface="+mn-lt"/>
              <a:ea typeface="+mn-ea"/>
              <a:cs typeface="+mn-ea"/>
              <a:sym typeface="+mn-lt"/>
            </a:rPr>
            <a:t>图形，点击后左侧出现文本框</a:t>
          </a:r>
        </a:p>
      </dgm:t>
    </dgm:pt>
    <dgm:pt modelId="{AF2AEB83-863B-4EB0-B34D-C6B66E717364}" cxnId="{CE3E92CE-7801-41A4-9C9F-7F308A65C999}" type="parTrans">
      <dgm:prSet/>
      <dgm:spPr/>
      <dgm:t>
        <a:bodyPr/>
        <a:lstStyle/>
        <a:p>
          <a:pPr algn="just">
            <a:lnSpc>
              <a:spcPct val="100000"/>
            </a:lnSpc>
          </a:pPr>
          <a:endParaRPr lang="zh-CN" altLang="en-US" sz="1800"/>
        </a:p>
      </dgm:t>
    </dgm:pt>
    <dgm:pt modelId="{12FE7E26-120D-4A29-BD1B-B6E301D0B88A}" cxnId="{CE3E92CE-7801-41A4-9C9F-7F308A65C999}" type="sibTrans">
      <dgm:prSet/>
      <dgm:spPr>
        <a:solidFill>
          <a:schemeClr val="accent1"/>
        </a:solidFill>
      </dgm:spPr>
      <dgm:t>
        <a:bodyPr/>
        <a:lstStyle/>
        <a:p>
          <a:pPr algn="just">
            <a:lnSpc>
              <a:spcPct val="100000"/>
            </a:lnSpc>
          </a:pPr>
          <a:endParaRPr lang="zh-CN" altLang="en-US" sz="1800"/>
        </a:p>
      </dgm:t>
    </dgm:pt>
    <dgm:pt modelId="{51DD231E-920E-4F86-B11E-AAF849A5A813}">
      <dgm:prSet phldrT="[文本]" custT="1"/>
      <dgm:spPr>
        <a:solidFill>
          <a:schemeClr val="bg1">
            <a:lumMod val="95000"/>
          </a:schemeClr>
        </a:solidFill>
        <a:effectLst>
          <a:outerShdw blurRad="63500" algn="ctr" rotWithShape="0">
            <a:prstClr val="black">
              <a:alpha val="40000"/>
            </a:prstClr>
          </a:outerShdw>
        </a:effectLst>
      </dgm:spPr>
      <dgm:t>
        <a:bodyPr/>
        <a:lstStyle/>
        <a:p>
          <a:pPr algn="just">
            <a:lnSpc>
              <a:spcPct val="100000"/>
            </a:lnSpc>
            <a:spcBef>
              <a:spcPts val="0"/>
            </a:spcBef>
            <a:spcAft>
              <a:spcPts val="0"/>
            </a:spcAft>
          </a:pPr>
          <a:r>
            <a:rPr lang="zh-CN" altLang="en-US" sz="2000" dirty="0">
              <a:solidFill>
                <a:schemeClr val="tx1"/>
              </a:solidFill>
              <a:latin typeface="+mn-lt"/>
              <a:ea typeface="+mn-ea"/>
              <a:cs typeface="+mn-ea"/>
              <a:sym typeface="+mn-lt"/>
            </a:rPr>
            <a:t>请输入步骤</a:t>
          </a:r>
          <a:r>
            <a:rPr lang="en-US" altLang="zh-CN" sz="2000" dirty="0">
              <a:solidFill>
                <a:schemeClr val="tx1"/>
              </a:solidFill>
              <a:latin typeface="+mn-lt"/>
              <a:ea typeface="+mn-ea"/>
              <a:cs typeface="+mn-ea"/>
              <a:sym typeface="+mn-lt"/>
            </a:rPr>
            <a:t>4</a:t>
          </a:r>
          <a:r>
            <a:rPr lang="zh-CN" altLang="en-US" sz="2000" dirty="0">
              <a:solidFill>
                <a:schemeClr val="tx1"/>
              </a:solidFill>
              <a:latin typeface="+mn-lt"/>
              <a:ea typeface="+mn-ea"/>
              <a:cs typeface="+mn-ea"/>
              <a:sym typeface="+mn-lt"/>
            </a:rPr>
            <a:t>的内容</a:t>
          </a:r>
        </a:p>
      </dgm:t>
    </dgm:pt>
    <dgm:pt modelId="{ABD41E5A-421E-4980-A88C-3189BCDB34CD}" cxnId="{F8A789EF-3C1C-4A85-AAEA-A961FB05DA5F}" type="parTrans">
      <dgm:prSet/>
      <dgm:spPr/>
      <dgm:t>
        <a:bodyPr/>
        <a:lstStyle/>
        <a:p>
          <a:pPr algn="just">
            <a:lnSpc>
              <a:spcPct val="100000"/>
            </a:lnSpc>
          </a:pPr>
          <a:endParaRPr lang="zh-CN" altLang="en-US" sz="1800"/>
        </a:p>
      </dgm:t>
    </dgm:pt>
    <dgm:pt modelId="{BE7C7A43-6290-4E1A-B125-6148B6091F31}" cxnId="{F8A789EF-3C1C-4A85-AAEA-A961FB05DA5F}" type="sibTrans">
      <dgm:prSet/>
      <dgm:spPr>
        <a:solidFill>
          <a:schemeClr val="accent1"/>
        </a:solidFill>
      </dgm:spPr>
      <dgm:t>
        <a:bodyPr/>
        <a:lstStyle/>
        <a:p>
          <a:pPr algn="just">
            <a:lnSpc>
              <a:spcPct val="100000"/>
            </a:lnSpc>
          </a:pPr>
          <a:endParaRPr lang="zh-CN" altLang="en-US" sz="1800"/>
        </a:p>
      </dgm:t>
    </dgm:pt>
    <dgm:pt modelId="{4E6BB664-B88B-495A-B24B-610DC4A14911}">
      <dgm:prSet phldrT="[文本]" custT="1"/>
      <dgm:spPr>
        <a:solidFill>
          <a:schemeClr val="bg1">
            <a:lumMod val="95000"/>
          </a:schemeClr>
        </a:solidFill>
        <a:effectLst>
          <a:outerShdw blurRad="63500" algn="ctr" rotWithShape="0">
            <a:prstClr val="black">
              <a:alpha val="40000"/>
            </a:prstClr>
          </a:outerShdw>
        </a:effectLst>
      </dgm:spPr>
      <dgm:t>
        <a:bodyPr/>
        <a:lstStyle/>
        <a:p>
          <a:pPr algn="just">
            <a:lnSpc>
              <a:spcPct val="100000"/>
            </a:lnSpc>
            <a:spcBef>
              <a:spcPts val="0"/>
            </a:spcBef>
            <a:spcAft>
              <a:spcPts val="0"/>
            </a:spcAft>
          </a:pPr>
          <a:r>
            <a:rPr lang="zh-CN" altLang="en-US" sz="2000" dirty="0">
              <a:solidFill>
                <a:schemeClr val="tx1"/>
              </a:solidFill>
              <a:latin typeface="+mn-lt"/>
              <a:ea typeface="+mn-ea"/>
              <a:cs typeface="+mn-ea"/>
              <a:sym typeface="+mn-lt"/>
            </a:rPr>
            <a:t>步骤</a:t>
          </a:r>
          <a:r>
            <a:rPr lang="en-US" altLang="zh-CN" sz="2000" dirty="0">
              <a:solidFill>
                <a:schemeClr val="tx1"/>
              </a:solidFill>
              <a:latin typeface="+mn-lt"/>
              <a:ea typeface="+mn-ea"/>
              <a:cs typeface="+mn-ea"/>
              <a:sym typeface="+mn-lt"/>
            </a:rPr>
            <a:t>5</a:t>
          </a:r>
          <a:r>
            <a:rPr lang="zh-CN" altLang="en-US" sz="2000" dirty="0">
              <a:solidFill>
                <a:schemeClr val="tx1"/>
              </a:solidFill>
              <a:latin typeface="+mn-lt"/>
              <a:ea typeface="+mn-ea"/>
              <a:cs typeface="+mn-ea"/>
              <a:sym typeface="+mn-lt"/>
            </a:rPr>
            <a:t>，若需删除，左侧删除行，或直接删除流程框</a:t>
          </a:r>
        </a:p>
      </dgm:t>
    </dgm:pt>
    <dgm:pt modelId="{4F077C53-6605-4672-9FAF-907015A0EF2E}" cxnId="{2106C284-DAA6-4160-8D1C-28B3C8D2E17F}" type="parTrans">
      <dgm:prSet/>
      <dgm:spPr/>
      <dgm:t>
        <a:bodyPr/>
        <a:lstStyle/>
        <a:p>
          <a:pPr algn="just">
            <a:lnSpc>
              <a:spcPct val="100000"/>
            </a:lnSpc>
          </a:pPr>
          <a:endParaRPr lang="zh-CN" altLang="en-US" sz="1800"/>
        </a:p>
      </dgm:t>
    </dgm:pt>
    <dgm:pt modelId="{E1B09B71-B4F6-422E-8C12-89FBD45B922E}" cxnId="{2106C284-DAA6-4160-8D1C-28B3C8D2E17F}" type="sibTrans">
      <dgm:prSet/>
      <dgm:spPr>
        <a:solidFill>
          <a:schemeClr val="accent1"/>
        </a:solidFill>
      </dgm:spPr>
      <dgm:t>
        <a:bodyPr/>
        <a:lstStyle/>
        <a:p>
          <a:pPr algn="just">
            <a:lnSpc>
              <a:spcPct val="100000"/>
            </a:lnSpc>
          </a:pPr>
          <a:endParaRPr lang="zh-CN" altLang="en-US" sz="1800"/>
        </a:p>
      </dgm:t>
    </dgm:pt>
    <dgm:pt modelId="{5C1C5FA6-7CDF-4E5E-84F4-F645B8B2745B}">
      <dgm:prSet phldrT="[文本]" custT="1"/>
      <dgm:spPr>
        <a:solidFill>
          <a:schemeClr val="bg1">
            <a:lumMod val="95000"/>
          </a:schemeClr>
        </a:solidFill>
        <a:effectLst>
          <a:outerShdw blurRad="63500" algn="ctr" rotWithShape="0">
            <a:prstClr val="black">
              <a:alpha val="40000"/>
            </a:prstClr>
          </a:outerShdw>
        </a:effectLst>
      </dgm:spPr>
      <dgm:t>
        <a:bodyPr/>
        <a:lstStyle/>
        <a:p>
          <a:pPr algn="just">
            <a:lnSpc>
              <a:spcPct val="100000"/>
            </a:lnSpc>
            <a:spcBef>
              <a:spcPts val="0"/>
            </a:spcBef>
            <a:spcAft>
              <a:spcPts val="0"/>
            </a:spcAft>
          </a:pPr>
          <a:r>
            <a:rPr lang="zh-CN" altLang="en-US" sz="2000" dirty="0">
              <a:solidFill>
                <a:schemeClr val="tx1"/>
              </a:solidFill>
              <a:latin typeface="+mn-lt"/>
              <a:ea typeface="+mn-ea"/>
              <a:cs typeface="+mn-ea"/>
              <a:sym typeface="+mn-lt"/>
            </a:rPr>
            <a:t>步骤</a:t>
          </a:r>
          <a:r>
            <a:rPr lang="en-US" altLang="zh-CN" sz="2000" dirty="0">
              <a:solidFill>
                <a:schemeClr val="tx1"/>
              </a:solidFill>
              <a:latin typeface="+mn-lt"/>
              <a:ea typeface="+mn-ea"/>
              <a:cs typeface="+mn-ea"/>
              <a:sym typeface="+mn-lt"/>
            </a:rPr>
            <a:t>6</a:t>
          </a:r>
          <a:r>
            <a:rPr lang="zh-CN" altLang="en-US" sz="2000" dirty="0">
              <a:solidFill>
                <a:schemeClr val="tx1"/>
              </a:solidFill>
              <a:latin typeface="+mn-lt"/>
              <a:ea typeface="+mn-ea"/>
              <a:cs typeface="+mn-ea"/>
              <a:sym typeface="+mn-lt"/>
            </a:rPr>
            <a:t>，若需增加，鼠标置于左侧任一行，按</a:t>
          </a:r>
          <a:r>
            <a:rPr lang="zh-CN" altLang="en-US" sz="2000" dirty="0">
              <a:solidFill>
                <a:schemeClr val="tx1"/>
              </a:solidFill>
              <a:latin typeface="Arial" panose="020B0604020202020204" pitchFamily="34" charset="0"/>
              <a:ea typeface="+mn-ea"/>
              <a:cs typeface="Arial" panose="020B0604020202020204" pitchFamily="34" charset="0"/>
              <a:sym typeface="+mn-lt"/>
            </a:rPr>
            <a:t>“</a:t>
          </a:r>
          <a:r>
            <a:rPr lang="en-US" altLang="zh-CN" sz="2000" dirty="0">
              <a:solidFill>
                <a:schemeClr val="tx1"/>
              </a:solidFill>
              <a:latin typeface="Arial" panose="020B0604020202020204" pitchFamily="34" charset="0"/>
              <a:ea typeface="+mn-ea"/>
              <a:cs typeface="Arial" panose="020B0604020202020204" pitchFamily="34" charset="0"/>
              <a:sym typeface="+mn-lt"/>
            </a:rPr>
            <a:t>enter</a:t>
          </a:r>
          <a:r>
            <a:rPr lang="zh-CN" altLang="en-US" sz="2000" dirty="0">
              <a:solidFill>
                <a:schemeClr val="tx1"/>
              </a:solidFill>
              <a:latin typeface="Arial" panose="020B0604020202020204" pitchFamily="34" charset="0"/>
              <a:ea typeface="+mn-ea"/>
              <a:cs typeface="Arial" panose="020B0604020202020204" pitchFamily="34" charset="0"/>
              <a:sym typeface="+mn-lt"/>
            </a:rPr>
            <a:t>”</a:t>
          </a:r>
        </a:p>
      </dgm:t>
    </dgm:pt>
    <dgm:pt modelId="{229BBCEE-49D6-4CEF-B6A4-5511406AD2F8}" cxnId="{C478BA9F-CE46-4D78-AA46-60C0E3C5F9D7}" type="parTrans">
      <dgm:prSet/>
      <dgm:spPr/>
      <dgm:t>
        <a:bodyPr/>
        <a:lstStyle/>
        <a:p>
          <a:pPr algn="just">
            <a:lnSpc>
              <a:spcPct val="100000"/>
            </a:lnSpc>
          </a:pPr>
          <a:endParaRPr lang="zh-CN" altLang="en-US" sz="1800"/>
        </a:p>
      </dgm:t>
    </dgm:pt>
    <dgm:pt modelId="{671C2FB1-BFC3-4CE0-9B98-4CF437ACFB83}" cxnId="{C478BA9F-CE46-4D78-AA46-60C0E3C5F9D7}" type="sibTrans">
      <dgm:prSet/>
      <dgm:spPr>
        <a:solidFill>
          <a:schemeClr val="accent1"/>
        </a:solidFill>
      </dgm:spPr>
      <dgm:t>
        <a:bodyPr/>
        <a:lstStyle/>
        <a:p>
          <a:pPr algn="just">
            <a:lnSpc>
              <a:spcPct val="100000"/>
            </a:lnSpc>
          </a:pPr>
          <a:endParaRPr lang="zh-CN" altLang="en-US" sz="1800"/>
        </a:p>
      </dgm:t>
    </dgm:pt>
    <dgm:pt modelId="{54D3473B-70BC-40A4-BF20-02F8DC2FB6D4}">
      <dgm:prSet phldrT="[文本]" custT="1"/>
      <dgm:spPr>
        <a:solidFill>
          <a:schemeClr val="bg1">
            <a:lumMod val="95000"/>
          </a:schemeClr>
        </a:solidFill>
        <a:effectLst>
          <a:outerShdw blurRad="63500" algn="ctr" rotWithShape="0">
            <a:prstClr val="black">
              <a:alpha val="40000"/>
            </a:prstClr>
          </a:outerShdw>
        </a:effectLst>
      </dgm:spPr>
      <dgm:t>
        <a:bodyPr/>
        <a:lstStyle/>
        <a:p>
          <a:pPr algn="just">
            <a:lnSpc>
              <a:spcPct val="100000"/>
            </a:lnSpc>
            <a:spcBef>
              <a:spcPts val="0"/>
            </a:spcBef>
            <a:spcAft>
              <a:spcPts val="0"/>
            </a:spcAft>
          </a:pPr>
          <a:r>
            <a:rPr lang="zh-CN" altLang="en-US" sz="2000" dirty="0">
              <a:solidFill>
                <a:schemeClr val="tx1"/>
              </a:solidFill>
              <a:latin typeface="+mn-lt"/>
              <a:ea typeface="+mn-ea"/>
              <a:cs typeface="+mn-ea"/>
              <a:sym typeface="+mn-lt"/>
            </a:rPr>
            <a:t>请输入步骤</a:t>
          </a:r>
          <a:r>
            <a:rPr lang="en-US" altLang="zh-CN" sz="2000" dirty="0">
              <a:solidFill>
                <a:schemeClr val="tx1"/>
              </a:solidFill>
              <a:latin typeface="+mn-lt"/>
              <a:ea typeface="+mn-ea"/>
              <a:cs typeface="+mn-ea"/>
              <a:sym typeface="+mn-lt"/>
            </a:rPr>
            <a:t>7</a:t>
          </a:r>
          <a:r>
            <a:rPr lang="zh-CN" altLang="en-US" sz="2000" dirty="0">
              <a:solidFill>
                <a:schemeClr val="tx1"/>
              </a:solidFill>
              <a:latin typeface="+mn-lt"/>
              <a:ea typeface="+mn-ea"/>
              <a:cs typeface="+mn-ea"/>
              <a:sym typeface="+mn-lt"/>
            </a:rPr>
            <a:t>的内容</a:t>
          </a:r>
        </a:p>
      </dgm:t>
    </dgm:pt>
    <dgm:pt modelId="{B316DF32-CABD-47DA-A399-723FA6E92948}" cxnId="{8B1F5718-6720-4EFD-A711-869DE7365342}" type="parTrans">
      <dgm:prSet/>
      <dgm:spPr/>
      <dgm:t>
        <a:bodyPr/>
        <a:lstStyle/>
        <a:p>
          <a:pPr algn="just">
            <a:lnSpc>
              <a:spcPct val="100000"/>
            </a:lnSpc>
          </a:pPr>
          <a:endParaRPr lang="zh-CN" altLang="en-US" sz="1800"/>
        </a:p>
      </dgm:t>
    </dgm:pt>
    <dgm:pt modelId="{31AD1F26-E47A-4E75-BE13-747950497DE4}" cxnId="{8B1F5718-6720-4EFD-A711-869DE7365342}" type="sibTrans">
      <dgm:prSet/>
      <dgm:spPr>
        <a:solidFill>
          <a:schemeClr val="accent1"/>
        </a:solidFill>
      </dgm:spPr>
      <dgm:t>
        <a:bodyPr/>
        <a:lstStyle/>
        <a:p>
          <a:pPr algn="just">
            <a:lnSpc>
              <a:spcPct val="100000"/>
            </a:lnSpc>
          </a:pPr>
          <a:endParaRPr lang="zh-CN" altLang="en-US" sz="1800"/>
        </a:p>
      </dgm:t>
    </dgm:pt>
    <dgm:pt modelId="{615F7276-D9BE-4176-8FE1-1D9C6CB5F5CB}">
      <dgm:prSet phldrT="[文本]" custT="1"/>
      <dgm:spPr>
        <a:solidFill>
          <a:schemeClr val="bg1">
            <a:lumMod val="95000"/>
          </a:schemeClr>
        </a:solidFill>
        <a:effectLst>
          <a:outerShdw blurRad="63500" algn="ctr" rotWithShape="0">
            <a:prstClr val="black">
              <a:alpha val="40000"/>
            </a:prstClr>
          </a:outerShdw>
        </a:effectLst>
      </dgm:spPr>
      <dgm:t>
        <a:bodyPr/>
        <a:lstStyle/>
        <a:p>
          <a:pPr algn="just">
            <a:lnSpc>
              <a:spcPct val="100000"/>
            </a:lnSpc>
            <a:spcBef>
              <a:spcPts val="0"/>
            </a:spcBef>
            <a:spcAft>
              <a:spcPts val="0"/>
            </a:spcAft>
          </a:pPr>
          <a:r>
            <a:rPr lang="zh-CN" altLang="en-US" sz="2000" dirty="0">
              <a:solidFill>
                <a:schemeClr val="tx1"/>
              </a:solidFill>
              <a:latin typeface="+mn-lt"/>
              <a:ea typeface="+mn-ea"/>
              <a:cs typeface="+mn-ea"/>
              <a:sym typeface="+mn-lt"/>
            </a:rPr>
            <a:t>请输入步骤</a:t>
          </a:r>
          <a:r>
            <a:rPr lang="en-US" altLang="zh-CN" sz="2000" dirty="0">
              <a:solidFill>
                <a:schemeClr val="tx1"/>
              </a:solidFill>
              <a:latin typeface="+mn-lt"/>
              <a:ea typeface="+mn-ea"/>
              <a:cs typeface="+mn-ea"/>
              <a:sym typeface="+mn-lt"/>
            </a:rPr>
            <a:t>8</a:t>
          </a:r>
          <a:r>
            <a:rPr lang="zh-CN" altLang="en-US" sz="2000" dirty="0">
              <a:solidFill>
                <a:schemeClr val="tx1"/>
              </a:solidFill>
              <a:latin typeface="+mn-lt"/>
              <a:ea typeface="+mn-ea"/>
              <a:cs typeface="+mn-ea"/>
              <a:sym typeface="+mn-lt"/>
            </a:rPr>
            <a:t>的内容</a:t>
          </a:r>
        </a:p>
      </dgm:t>
    </dgm:pt>
    <dgm:pt modelId="{E6F5A385-E26D-49E3-90E6-D2AAC2B4FD32}" cxnId="{84B8E105-188C-4C93-82A8-158E333B6EA5}" type="sibTrans">
      <dgm:prSet/>
      <dgm:spPr>
        <a:solidFill>
          <a:schemeClr val="accent1"/>
        </a:solidFill>
      </dgm:spPr>
      <dgm:t>
        <a:bodyPr/>
        <a:lstStyle/>
        <a:p>
          <a:pPr algn="just">
            <a:lnSpc>
              <a:spcPct val="100000"/>
            </a:lnSpc>
          </a:pPr>
          <a:endParaRPr lang="zh-CN" altLang="en-US" sz="1800"/>
        </a:p>
      </dgm:t>
    </dgm:pt>
    <dgm:pt modelId="{F7C5ACC8-E2AC-4E77-9084-26ED7D1670B6}" cxnId="{84B8E105-188C-4C93-82A8-158E333B6EA5}" type="parTrans">
      <dgm:prSet/>
      <dgm:spPr/>
      <dgm:t>
        <a:bodyPr/>
        <a:lstStyle/>
        <a:p>
          <a:pPr algn="just">
            <a:lnSpc>
              <a:spcPct val="100000"/>
            </a:lnSpc>
          </a:pPr>
          <a:endParaRPr lang="zh-CN" altLang="en-US" sz="1800"/>
        </a:p>
      </dgm:t>
    </dgm:pt>
    <dgm:pt modelId="{862C683B-DCF5-4793-AD36-FDA304A89F74}">
      <dgm:prSet phldrT="[文本]" custT="1"/>
      <dgm:spPr>
        <a:solidFill>
          <a:schemeClr val="bg1">
            <a:lumMod val="95000"/>
          </a:schemeClr>
        </a:solidFill>
        <a:effectLst>
          <a:outerShdw blurRad="63500" algn="ctr" rotWithShape="0">
            <a:prstClr val="black">
              <a:alpha val="40000"/>
            </a:prstClr>
          </a:outerShdw>
        </a:effectLst>
      </dgm:spPr>
      <dgm:t>
        <a:bodyPr/>
        <a:lstStyle/>
        <a:p>
          <a:pPr algn="just">
            <a:lnSpc>
              <a:spcPct val="100000"/>
            </a:lnSpc>
            <a:spcBef>
              <a:spcPts val="0"/>
            </a:spcBef>
            <a:spcAft>
              <a:spcPts val="0"/>
            </a:spcAft>
          </a:pPr>
          <a:r>
            <a:rPr lang="zh-CN" altLang="en-US" sz="2000" dirty="0">
              <a:solidFill>
                <a:schemeClr val="tx1"/>
              </a:solidFill>
              <a:latin typeface="+mn-lt"/>
              <a:ea typeface="+mn-ea"/>
              <a:cs typeface="+mn-ea"/>
              <a:sym typeface="+mn-lt"/>
            </a:rPr>
            <a:t>请输入步骤</a:t>
          </a:r>
          <a:r>
            <a:rPr lang="en-US" altLang="zh-CN" sz="2000" dirty="0">
              <a:solidFill>
                <a:schemeClr val="tx1"/>
              </a:solidFill>
              <a:latin typeface="+mn-lt"/>
              <a:ea typeface="+mn-ea"/>
              <a:cs typeface="+mn-ea"/>
              <a:sym typeface="+mn-lt"/>
            </a:rPr>
            <a:t>9</a:t>
          </a:r>
          <a:r>
            <a:rPr lang="zh-CN" altLang="en-US" sz="2000" dirty="0">
              <a:solidFill>
                <a:schemeClr val="tx1"/>
              </a:solidFill>
              <a:latin typeface="+mn-lt"/>
              <a:ea typeface="+mn-ea"/>
              <a:cs typeface="+mn-ea"/>
              <a:sym typeface="+mn-lt"/>
            </a:rPr>
            <a:t>的内容</a:t>
          </a:r>
        </a:p>
      </dgm:t>
    </dgm:pt>
    <dgm:pt modelId="{B89F9D95-E8B0-49FA-81D3-6DAA279F7E60}" cxnId="{82ECAF8A-C34B-40A5-9509-05365703E6EE}" type="sibTrans">
      <dgm:prSet/>
      <dgm:spPr/>
      <dgm:t>
        <a:bodyPr/>
        <a:lstStyle/>
        <a:p>
          <a:pPr algn="just">
            <a:lnSpc>
              <a:spcPct val="100000"/>
            </a:lnSpc>
          </a:pPr>
          <a:endParaRPr lang="zh-CN" altLang="en-US" sz="1800"/>
        </a:p>
      </dgm:t>
    </dgm:pt>
    <dgm:pt modelId="{E650541B-C198-4798-B284-E81F793C8293}" cxnId="{82ECAF8A-C34B-40A5-9509-05365703E6EE}" type="parTrans">
      <dgm:prSet/>
      <dgm:spPr/>
      <dgm:t>
        <a:bodyPr/>
        <a:lstStyle/>
        <a:p>
          <a:pPr algn="just">
            <a:lnSpc>
              <a:spcPct val="100000"/>
            </a:lnSpc>
          </a:pPr>
          <a:endParaRPr lang="zh-CN" altLang="en-US" sz="1800"/>
        </a:p>
      </dgm:t>
    </dgm:pt>
    <dgm:pt modelId="{FAC68E21-90AB-4A37-AC75-C77B42BD29B7}" type="pres">
      <dgm:prSet presAssocID="{2DD2892F-C0CF-4910-B7BC-693B14AF3594}" presName="Name0" presStyleCnt="0">
        <dgm:presLayoutVars>
          <dgm:dir/>
          <dgm:resizeHandles/>
        </dgm:presLayoutVars>
      </dgm:prSet>
      <dgm:spPr/>
    </dgm:pt>
    <dgm:pt modelId="{9EDECAF6-3B0F-4278-A8DF-745B6A291367}" type="pres">
      <dgm:prSet presAssocID="{0ED0E6E0-A685-4BAE-9107-EB4FEDC57C2F}" presName="compNode" presStyleCnt="0"/>
      <dgm:spPr/>
    </dgm:pt>
    <dgm:pt modelId="{137EBE6A-DA74-406D-9A13-567960A02986}" type="pres">
      <dgm:prSet presAssocID="{0ED0E6E0-A685-4BAE-9107-EB4FEDC57C2F}" presName="dummyConnPt" presStyleCnt="0"/>
      <dgm:spPr/>
    </dgm:pt>
    <dgm:pt modelId="{62CBAF06-6EB0-4A34-9154-1C00830D876A}" type="pres">
      <dgm:prSet presAssocID="{0ED0E6E0-A685-4BAE-9107-EB4FEDC57C2F}" presName="node" presStyleLbl="node1" presStyleIdx="0" presStyleCnt="9">
        <dgm:presLayoutVars>
          <dgm:bulletEnabled val="1"/>
        </dgm:presLayoutVars>
      </dgm:prSet>
      <dgm:spPr/>
    </dgm:pt>
    <dgm:pt modelId="{2DFCA483-0C80-4EFF-BD85-60EFB4AF0E24}" type="pres">
      <dgm:prSet presAssocID="{D85B52DA-03CE-4FD6-BC76-E06D81B1192A}" presName="sibTrans" presStyleLbl="bgSibTrans2D1" presStyleIdx="0" presStyleCnt="8"/>
      <dgm:spPr/>
    </dgm:pt>
    <dgm:pt modelId="{AA913E0D-358C-44BB-966A-4713AE93D87C}" type="pres">
      <dgm:prSet presAssocID="{B87E4C95-F17F-4621-93F6-8BC5ADB35A0C}" presName="compNode" presStyleCnt="0"/>
      <dgm:spPr/>
    </dgm:pt>
    <dgm:pt modelId="{D0690F44-195A-4E0D-978F-6B6FBFB8313F}" type="pres">
      <dgm:prSet presAssocID="{B87E4C95-F17F-4621-93F6-8BC5ADB35A0C}" presName="dummyConnPt" presStyleCnt="0"/>
      <dgm:spPr/>
    </dgm:pt>
    <dgm:pt modelId="{2399F32E-6786-4624-A24E-4493A547599D}" type="pres">
      <dgm:prSet presAssocID="{B87E4C95-F17F-4621-93F6-8BC5ADB35A0C}" presName="node" presStyleLbl="node1" presStyleIdx="1" presStyleCnt="9">
        <dgm:presLayoutVars>
          <dgm:bulletEnabled val="1"/>
        </dgm:presLayoutVars>
      </dgm:prSet>
      <dgm:spPr/>
    </dgm:pt>
    <dgm:pt modelId="{74478D35-DBD3-42AF-809C-1325F2549255}" type="pres">
      <dgm:prSet presAssocID="{E8F65F10-8C8B-43E6-AFD5-BCEB162F6722}" presName="sibTrans" presStyleLbl="bgSibTrans2D1" presStyleIdx="1" presStyleCnt="8"/>
      <dgm:spPr/>
    </dgm:pt>
    <dgm:pt modelId="{777AE380-B460-4CBC-9B4A-2A8257863F91}" type="pres">
      <dgm:prSet presAssocID="{2DED8BE6-BB8E-4348-9C1A-521C41C7B396}" presName="compNode" presStyleCnt="0"/>
      <dgm:spPr/>
    </dgm:pt>
    <dgm:pt modelId="{38FA3ACD-DD4E-4228-9DBA-7405E3A18DDF}" type="pres">
      <dgm:prSet presAssocID="{2DED8BE6-BB8E-4348-9C1A-521C41C7B396}" presName="dummyConnPt" presStyleCnt="0"/>
      <dgm:spPr/>
    </dgm:pt>
    <dgm:pt modelId="{EBC84309-78C8-4BD7-8C50-334A16306FE7}" type="pres">
      <dgm:prSet presAssocID="{2DED8BE6-BB8E-4348-9C1A-521C41C7B396}" presName="node" presStyleLbl="node1" presStyleIdx="2" presStyleCnt="9">
        <dgm:presLayoutVars>
          <dgm:bulletEnabled val="1"/>
        </dgm:presLayoutVars>
      </dgm:prSet>
      <dgm:spPr/>
    </dgm:pt>
    <dgm:pt modelId="{653C0707-C728-462A-9C0F-79088D544E7D}" type="pres">
      <dgm:prSet presAssocID="{12FE7E26-120D-4A29-BD1B-B6E301D0B88A}" presName="sibTrans" presStyleLbl="bgSibTrans2D1" presStyleIdx="2" presStyleCnt="8"/>
      <dgm:spPr/>
    </dgm:pt>
    <dgm:pt modelId="{1155480A-92FA-483F-BE77-58FA4FF0176F}" type="pres">
      <dgm:prSet presAssocID="{51DD231E-920E-4F86-B11E-AAF849A5A813}" presName="compNode" presStyleCnt="0"/>
      <dgm:spPr/>
    </dgm:pt>
    <dgm:pt modelId="{8BBD918C-EAD8-41BD-AA4F-728FF67E35B4}" type="pres">
      <dgm:prSet presAssocID="{51DD231E-920E-4F86-B11E-AAF849A5A813}" presName="dummyConnPt" presStyleCnt="0"/>
      <dgm:spPr/>
    </dgm:pt>
    <dgm:pt modelId="{E31ECF94-8E76-4C7D-841D-D2845AD5D6FC}" type="pres">
      <dgm:prSet presAssocID="{51DD231E-920E-4F86-B11E-AAF849A5A813}" presName="node" presStyleLbl="node1" presStyleIdx="3" presStyleCnt="9">
        <dgm:presLayoutVars>
          <dgm:bulletEnabled val="1"/>
        </dgm:presLayoutVars>
      </dgm:prSet>
      <dgm:spPr/>
    </dgm:pt>
    <dgm:pt modelId="{AC63EFCD-D7E7-4D34-9D44-E27A2E8665CF}" type="pres">
      <dgm:prSet presAssocID="{BE7C7A43-6290-4E1A-B125-6148B6091F31}" presName="sibTrans" presStyleLbl="bgSibTrans2D1" presStyleIdx="3" presStyleCnt="8"/>
      <dgm:spPr/>
    </dgm:pt>
    <dgm:pt modelId="{A2B78EA5-4E72-431C-B129-BF6ED6777025}" type="pres">
      <dgm:prSet presAssocID="{4E6BB664-B88B-495A-B24B-610DC4A14911}" presName="compNode" presStyleCnt="0"/>
      <dgm:spPr/>
    </dgm:pt>
    <dgm:pt modelId="{B2F546A4-667E-4EF6-9956-AECEEE722914}" type="pres">
      <dgm:prSet presAssocID="{4E6BB664-B88B-495A-B24B-610DC4A14911}" presName="dummyConnPt" presStyleCnt="0"/>
      <dgm:spPr/>
    </dgm:pt>
    <dgm:pt modelId="{2D552DA8-44E7-4ED2-A391-95A6BC8D4FD9}" type="pres">
      <dgm:prSet presAssocID="{4E6BB664-B88B-495A-B24B-610DC4A14911}" presName="node" presStyleLbl="node1" presStyleIdx="4" presStyleCnt="9">
        <dgm:presLayoutVars>
          <dgm:bulletEnabled val="1"/>
        </dgm:presLayoutVars>
      </dgm:prSet>
      <dgm:spPr/>
    </dgm:pt>
    <dgm:pt modelId="{94889750-4250-4728-AB2C-58851961ED75}" type="pres">
      <dgm:prSet presAssocID="{E1B09B71-B4F6-422E-8C12-89FBD45B922E}" presName="sibTrans" presStyleLbl="bgSibTrans2D1" presStyleIdx="4" presStyleCnt="8"/>
      <dgm:spPr/>
    </dgm:pt>
    <dgm:pt modelId="{29DF5C85-4E0F-469F-A27D-84E6DDB29402}" type="pres">
      <dgm:prSet presAssocID="{5C1C5FA6-7CDF-4E5E-84F4-F645B8B2745B}" presName="compNode" presStyleCnt="0"/>
      <dgm:spPr/>
    </dgm:pt>
    <dgm:pt modelId="{22436BB8-7BDC-43A2-B10A-4CAA72B56EDB}" type="pres">
      <dgm:prSet presAssocID="{5C1C5FA6-7CDF-4E5E-84F4-F645B8B2745B}" presName="dummyConnPt" presStyleCnt="0"/>
      <dgm:spPr/>
    </dgm:pt>
    <dgm:pt modelId="{3A91BC9A-91EA-4B0C-9830-AD8621ED9845}" type="pres">
      <dgm:prSet presAssocID="{5C1C5FA6-7CDF-4E5E-84F4-F645B8B2745B}" presName="node" presStyleLbl="node1" presStyleIdx="5" presStyleCnt="9">
        <dgm:presLayoutVars>
          <dgm:bulletEnabled val="1"/>
        </dgm:presLayoutVars>
      </dgm:prSet>
      <dgm:spPr/>
    </dgm:pt>
    <dgm:pt modelId="{A01E1E2D-1219-4159-8B43-C059C0EFB7D5}" type="pres">
      <dgm:prSet presAssocID="{671C2FB1-BFC3-4CE0-9B98-4CF437ACFB83}" presName="sibTrans" presStyleLbl="bgSibTrans2D1" presStyleIdx="5" presStyleCnt="8"/>
      <dgm:spPr/>
    </dgm:pt>
    <dgm:pt modelId="{6C724B47-7E43-4D33-8997-7C1F919EE848}" type="pres">
      <dgm:prSet presAssocID="{54D3473B-70BC-40A4-BF20-02F8DC2FB6D4}" presName="compNode" presStyleCnt="0"/>
      <dgm:spPr/>
    </dgm:pt>
    <dgm:pt modelId="{88C00453-40EA-44D1-B16F-2EF9B68F033D}" type="pres">
      <dgm:prSet presAssocID="{54D3473B-70BC-40A4-BF20-02F8DC2FB6D4}" presName="dummyConnPt" presStyleCnt="0"/>
      <dgm:spPr/>
    </dgm:pt>
    <dgm:pt modelId="{779B481F-5BDF-496C-8B4E-2646981F1CEA}" type="pres">
      <dgm:prSet presAssocID="{54D3473B-70BC-40A4-BF20-02F8DC2FB6D4}" presName="node" presStyleLbl="node1" presStyleIdx="6" presStyleCnt="9">
        <dgm:presLayoutVars>
          <dgm:bulletEnabled val="1"/>
        </dgm:presLayoutVars>
      </dgm:prSet>
      <dgm:spPr/>
    </dgm:pt>
    <dgm:pt modelId="{D39062AD-1311-4277-AF2A-6EB20C791F87}" type="pres">
      <dgm:prSet presAssocID="{31AD1F26-E47A-4E75-BE13-747950497DE4}" presName="sibTrans" presStyleLbl="bgSibTrans2D1" presStyleIdx="6" presStyleCnt="8"/>
      <dgm:spPr/>
    </dgm:pt>
    <dgm:pt modelId="{ABDBAE4C-7117-4428-A0E8-761EF462C472}" type="pres">
      <dgm:prSet presAssocID="{615F7276-D9BE-4176-8FE1-1D9C6CB5F5CB}" presName="compNode" presStyleCnt="0"/>
      <dgm:spPr/>
    </dgm:pt>
    <dgm:pt modelId="{58F2A995-CFCF-43D2-84D5-93FFE47F6DD3}" type="pres">
      <dgm:prSet presAssocID="{615F7276-D9BE-4176-8FE1-1D9C6CB5F5CB}" presName="dummyConnPt" presStyleCnt="0"/>
      <dgm:spPr/>
    </dgm:pt>
    <dgm:pt modelId="{EE8B3478-CB79-4137-AB7C-6910DA7626C8}" type="pres">
      <dgm:prSet presAssocID="{615F7276-D9BE-4176-8FE1-1D9C6CB5F5CB}" presName="node" presStyleLbl="node1" presStyleIdx="7" presStyleCnt="9">
        <dgm:presLayoutVars>
          <dgm:bulletEnabled val="1"/>
        </dgm:presLayoutVars>
      </dgm:prSet>
      <dgm:spPr/>
    </dgm:pt>
    <dgm:pt modelId="{936D9708-EE5B-44BB-B91D-A400661169F2}" type="pres">
      <dgm:prSet presAssocID="{E6F5A385-E26D-49E3-90E6-D2AAC2B4FD32}" presName="sibTrans" presStyleLbl="bgSibTrans2D1" presStyleIdx="7" presStyleCnt="8"/>
      <dgm:spPr/>
    </dgm:pt>
    <dgm:pt modelId="{E83F21A5-B071-4176-9FE7-1D64884655BA}" type="pres">
      <dgm:prSet presAssocID="{862C683B-DCF5-4793-AD36-FDA304A89F74}" presName="compNode" presStyleCnt="0"/>
      <dgm:spPr/>
    </dgm:pt>
    <dgm:pt modelId="{6F234BFD-5A78-43F2-9560-1AFD9C5BA8F9}" type="pres">
      <dgm:prSet presAssocID="{862C683B-DCF5-4793-AD36-FDA304A89F74}" presName="dummyConnPt" presStyleCnt="0"/>
      <dgm:spPr/>
    </dgm:pt>
    <dgm:pt modelId="{BF010448-D5CA-4BAC-BE27-68150A711F99}" type="pres">
      <dgm:prSet presAssocID="{862C683B-DCF5-4793-AD36-FDA304A89F74}" presName="node" presStyleLbl="node1" presStyleIdx="8" presStyleCnt="9">
        <dgm:presLayoutVars>
          <dgm:bulletEnabled val="1"/>
        </dgm:presLayoutVars>
      </dgm:prSet>
      <dgm:spPr/>
    </dgm:pt>
  </dgm:ptLst>
  <dgm:cxnLst>
    <dgm:cxn modelId="{84B8E105-188C-4C93-82A8-158E333B6EA5}" srcId="{2DD2892F-C0CF-4910-B7BC-693B14AF3594}" destId="{615F7276-D9BE-4176-8FE1-1D9C6CB5F5CB}" srcOrd="7" destOrd="0" parTransId="{F7C5ACC8-E2AC-4E77-9084-26ED7D1670B6}" sibTransId="{E6F5A385-E26D-49E3-90E6-D2AAC2B4FD32}"/>
    <dgm:cxn modelId="{3B45AE0D-99EF-4479-9B82-A831FA4FCDA6}" type="presOf" srcId="{671C2FB1-BFC3-4CE0-9B98-4CF437ACFB83}" destId="{A01E1E2D-1219-4159-8B43-C059C0EFB7D5}" srcOrd="0" destOrd="0" presId="urn:microsoft.com/office/officeart/2005/8/layout/bProcess4"/>
    <dgm:cxn modelId="{8B1F5718-6720-4EFD-A711-869DE7365342}" srcId="{2DD2892F-C0CF-4910-B7BC-693B14AF3594}" destId="{54D3473B-70BC-40A4-BF20-02F8DC2FB6D4}" srcOrd="6" destOrd="0" parTransId="{B316DF32-CABD-47DA-A399-723FA6E92948}" sibTransId="{31AD1F26-E47A-4E75-BE13-747950497DE4}"/>
    <dgm:cxn modelId="{E213CB21-C16F-4FFA-931A-C06A334CE7EA}" type="presOf" srcId="{0ED0E6E0-A685-4BAE-9107-EB4FEDC57C2F}" destId="{62CBAF06-6EB0-4A34-9154-1C00830D876A}" srcOrd="0" destOrd="0" presId="urn:microsoft.com/office/officeart/2005/8/layout/bProcess4"/>
    <dgm:cxn modelId="{C5F7CB3E-9713-45AA-B9D1-58483D4C4AF7}" srcId="{2DD2892F-C0CF-4910-B7BC-693B14AF3594}" destId="{B87E4C95-F17F-4621-93F6-8BC5ADB35A0C}" srcOrd="1" destOrd="0" parTransId="{575F1D21-880C-4A71-85D2-481D91D802AF}" sibTransId="{E8F65F10-8C8B-43E6-AFD5-BCEB162F6722}"/>
    <dgm:cxn modelId="{37249B43-5B47-4C10-8840-4F2EB467241E}" type="presOf" srcId="{B87E4C95-F17F-4621-93F6-8BC5ADB35A0C}" destId="{2399F32E-6786-4624-A24E-4493A547599D}" srcOrd="0" destOrd="0" presId="urn:microsoft.com/office/officeart/2005/8/layout/bProcess4"/>
    <dgm:cxn modelId="{F1AD7B6B-1379-4EFE-8EDF-C6739AD1909D}" type="presOf" srcId="{5C1C5FA6-7CDF-4E5E-84F4-F645B8B2745B}" destId="{3A91BC9A-91EA-4B0C-9830-AD8621ED9845}" srcOrd="0" destOrd="0" presId="urn:microsoft.com/office/officeart/2005/8/layout/bProcess4"/>
    <dgm:cxn modelId="{2106C284-DAA6-4160-8D1C-28B3C8D2E17F}" srcId="{2DD2892F-C0CF-4910-B7BC-693B14AF3594}" destId="{4E6BB664-B88B-495A-B24B-610DC4A14911}" srcOrd="4" destOrd="0" parTransId="{4F077C53-6605-4672-9FAF-907015A0EF2E}" sibTransId="{E1B09B71-B4F6-422E-8C12-89FBD45B922E}"/>
    <dgm:cxn modelId="{82ECAF8A-C34B-40A5-9509-05365703E6EE}" srcId="{2DD2892F-C0CF-4910-B7BC-693B14AF3594}" destId="{862C683B-DCF5-4793-AD36-FDA304A89F74}" srcOrd="8" destOrd="0" parTransId="{E650541B-C198-4798-B284-E81F793C8293}" sibTransId="{B89F9D95-E8B0-49FA-81D3-6DAA279F7E60}"/>
    <dgm:cxn modelId="{04F1028E-188D-4DD2-81E4-DCC85FDE99E9}" type="presOf" srcId="{51DD231E-920E-4F86-B11E-AAF849A5A813}" destId="{E31ECF94-8E76-4C7D-841D-D2845AD5D6FC}" srcOrd="0" destOrd="0" presId="urn:microsoft.com/office/officeart/2005/8/layout/bProcess4"/>
    <dgm:cxn modelId="{BAFC009E-C33B-4B78-806E-468B437DE89C}" type="presOf" srcId="{862C683B-DCF5-4793-AD36-FDA304A89F74}" destId="{BF010448-D5CA-4BAC-BE27-68150A711F99}" srcOrd="0" destOrd="0" presId="urn:microsoft.com/office/officeart/2005/8/layout/bProcess4"/>
    <dgm:cxn modelId="{C478BA9F-CE46-4D78-AA46-60C0E3C5F9D7}" srcId="{2DD2892F-C0CF-4910-B7BC-693B14AF3594}" destId="{5C1C5FA6-7CDF-4E5E-84F4-F645B8B2745B}" srcOrd="5" destOrd="0" parTransId="{229BBCEE-49D6-4CEF-B6A4-5511406AD2F8}" sibTransId="{671C2FB1-BFC3-4CE0-9B98-4CF437ACFB83}"/>
    <dgm:cxn modelId="{30B059B1-3AEE-4735-AC90-14BA75ED4415}" srcId="{2DD2892F-C0CF-4910-B7BC-693B14AF3594}" destId="{0ED0E6E0-A685-4BAE-9107-EB4FEDC57C2F}" srcOrd="0" destOrd="0" parTransId="{60877D77-18AE-448D-A1D0-FAA9F161885E}" sibTransId="{D85B52DA-03CE-4FD6-BC76-E06D81B1192A}"/>
    <dgm:cxn modelId="{596B07BA-7AA5-4085-A562-3C703F140842}" type="presOf" srcId="{E6F5A385-E26D-49E3-90E6-D2AAC2B4FD32}" destId="{936D9708-EE5B-44BB-B91D-A400661169F2}" srcOrd="0" destOrd="0" presId="urn:microsoft.com/office/officeart/2005/8/layout/bProcess4"/>
    <dgm:cxn modelId="{D6D026C5-C873-4D9C-92B5-D413F079ABC9}" type="presOf" srcId="{4E6BB664-B88B-495A-B24B-610DC4A14911}" destId="{2D552DA8-44E7-4ED2-A391-95A6BC8D4FD9}" srcOrd="0" destOrd="0" presId="urn:microsoft.com/office/officeart/2005/8/layout/bProcess4"/>
    <dgm:cxn modelId="{CCE8D6C8-C5B2-42AC-8572-C0CF6F55DB6C}" type="presOf" srcId="{54D3473B-70BC-40A4-BF20-02F8DC2FB6D4}" destId="{779B481F-5BDF-496C-8B4E-2646981F1CEA}" srcOrd="0" destOrd="0" presId="urn:microsoft.com/office/officeart/2005/8/layout/bProcess4"/>
    <dgm:cxn modelId="{A91E6FCB-2079-470D-86C2-F1AEDAA17849}" type="presOf" srcId="{BE7C7A43-6290-4E1A-B125-6148B6091F31}" destId="{AC63EFCD-D7E7-4D34-9D44-E27A2E8665CF}" srcOrd="0" destOrd="0" presId="urn:microsoft.com/office/officeart/2005/8/layout/bProcess4"/>
    <dgm:cxn modelId="{659E50CE-2BD5-4142-A94F-4198ACDF18FD}" type="presOf" srcId="{E1B09B71-B4F6-422E-8C12-89FBD45B922E}" destId="{94889750-4250-4728-AB2C-58851961ED75}" srcOrd="0" destOrd="0" presId="urn:microsoft.com/office/officeart/2005/8/layout/bProcess4"/>
    <dgm:cxn modelId="{CE3E92CE-7801-41A4-9C9F-7F308A65C999}" srcId="{2DD2892F-C0CF-4910-B7BC-693B14AF3594}" destId="{2DED8BE6-BB8E-4348-9C1A-521C41C7B396}" srcOrd="2" destOrd="0" parTransId="{AF2AEB83-863B-4EB0-B34D-C6B66E717364}" sibTransId="{12FE7E26-120D-4A29-BD1B-B6E301D0B88A}"/>
    <dgm:cxn modelId="{8D5176D4-65D4-4D53-A1BF-131E39B5B9A9}" type="presOf" srcId="{615F7276-D9BE-4176-8FE1-1D9C6CB5F5CB}" destId="{EE8B3478-CB79-4137-AB7C-6910DA7626C8}" srcOrd="0" destOrd="0" presId="urn:microsoft.com/office/officeart/2005/8/layout/bProcess4"/>
    <dgm:cxn modelId="{B133F3DE-8749-4A7B-96F7-0A048C80C299}" type="presOf" srcId="{E8F65F10-8C8B-43E6-AFD5-BCEB162F6722}" destId="{74478D35-DBD3-42AF-809C-1325F2549255}" srcOrd="0" destOrd="0" presId="urn:microsoft.com/office/officeart/2005/8/layout/bProcess4"/>
    <dgm:cxn modelId="{F8A789EF-3C1C-4A85-AAEA-A961FB05DA5F}" srcId="{2DD2892F-C0CF-4910-B7BC-693B14AF3594}" destId="{51DD231E-920E-4F86-B11E-AAF849A5A813}" srcOrd="3" destOrd="0" parTransId="{ABD41E5A-421E-4980-A88C-3189BCDB34CD}" sibTransId="{BE7C7A43-6290-4E1A-B125-6148B6091F31}"/>
    <dgm:cxn modelId="{ACBE0CF4-7CB6-4F50-A39B-E6D579E9A306}" type="presOf" srcId="{D85B52DA-03CE-4FD6-BC76-E06D81B1192A}" destId="{2DFCA483-0C80-4EFF-BD85-60EFB4AF0E24}" srcOrd="0" destOrd="0" presId="urn:microsoft.com/office/officeart/2005/8/layout/bProcess4"/>
    <dgm:cxn modelId="{9EA17BF4-9699-4E09-97E1-17BA6E48CBF9}" type="presOf" srcId="{2DED8BE6-BB8E-4348-9C1A-521C41C7B396}" destId="{EBC84309-78C8-4BD7-8C50-334A16306FE7}" srcOrd="0" destOrd="0" presId="urn:microsoft.com/office/officeart/2005/8/layout/bProcess4"/>
    <dgm:cxn modelId="{65FA85FD-8C13-443F-9917-0B4E200D9588}" type="presOf" srcId="{2DD2892F-C0CF-4910-B7BC-693B14AF3594}" destId="{FAC68E21-90AB-4A37-AC75-C77B42BD29B7}" srcOrd="0" destOrd="0" presId="urn:microsoft.com/office/officeart/2005/8/layout/bProcess4"/>
    <dgm:cxn modelId="{78381AFE-FACE-46F7-B2D4-C2EE47AF2CB2}" type="presOf" srcId="{12FE7E26-120D-4A29-BD1B-B6E301D0B88A}" destId="{653C0707-C728-462A-9C0F-79088D544E7D}" srcOrd="0" destOrd="0" presId="urn:microsoft.com/office/officeart/2005/8/layout/bProcess4"/>
    <dgm:cxn modelId="{A920CCFE-2731-43F7-9C4F-FEE6E49DB236}" type="presOf" srcId="{31AD1F26-E47A-4E75-BE13-747950497DE4}" destId="{D39062AD-1311-4277-AF2A-6EB20C791F87}" srcOrd="0" destOrd="0" presId="urn:microsoft.com/office/officeart/2005/8/layout/bProcess4"/>
    <dgm:cxn modelId="{229ED01F-397C-40C9-93E8-36AD30568E30}" type="presParOf" srcId="{FAC68E21-90AB-4A37-AC75-C77B42BD29B7}" destId="{9EDECAF6-3B0F-4278-A8DF-745B6A291367}" srcOrd="0" destOrd="0" presId="urn:microsoft.com/office/officeart/2005/8/layout/bProcess4"/>
    <dgm:cxn modelId="{95BBE3D2-5027-441E-B4C8-CD48218DE19B}" type="presParOf" srcId="{9EDECAF6-3B0F-4278-A8DF-745B6A291367}" destId="{137EBE6A-DA74-406D-9A13-567960A02986}" srcOrd="0" destOrd="0" presId="urn:microsoft.com/office/officeart/2005/8/layout/bProcess4"/>
    <dgm:cxn modelId="{868D6BE5-375E-4F85-811A-A5E408BC2DF0}" type="presParOf" srcId="{9EDECAF6-3B0F-4278-A8DF-745B6A291367}" destId="{62CBAF06-6EB0-4A34-9154-1C00830D876A}" srcOrd="1" destOrd="0" presId="urn:microsoft.com/office/officeart/2005/8/layout/bProcess4"/>
    <dgm:cxn modelId="{58B6D948-AC44-4631-9585-B860C0F6F7AA}" type="presParOf" srcId="{FAC68E21-90AB-4A37-AC75-C77B42BD29B7}" destId="{2DFCA483-0C80-4EFF-BD85-60EFB4AF0E24}" srcOrd="1" destOrd="0" presId="urn:microsoft.com/office/officeart/2005/8/layout/bProcess4"/>
    <dgm:cxn modelId="{5291E863-4F79-4BD6-B6CE-BB5F9A963C36}" type="presParOf" srcId="{FAC68E21-90AB-4A37-AC75-C77B42BD29B7}" destId="{AA913E0D-358C-44BB-966A-4713AE93D87C}" srcOrd="2" destOrd="0" presId="urn:microsoft.com/office/officeart/2005/8/layout/bProcess4"/>
    <dgm:cxn modelId="{F0980474-B490-47BB-8201-2DBC16AC6162}" type="presParOf" srcId="{AA913E0D-358C-44BB-966A-4713AE93D87C}" destId="{D0690F44-195A-4E0D-978F-6B6FBFB8313F}" srcOrd="0" destOrd="0" presId="urn:microsoft.com/office/officeart/2005/8/layout/bProcess4"/>
    <dgm:cxn modelId="{2E83D3DC-7AA0-4518-B8BB-716EA6E7F9F1}" type="presParOf" srcId="{AA913E0D-358C-44BB-966A-4713AE93D87C}" destId="{2399F32E-6786-4624-A24E-4493A547599D}" srcOrd="1" destOrd="0" presId="urn:microsoft.com/office/officeart/2005/8/layout/bProcess4"/>
    <dgm:cxn modelId="{77F13503-E3DC-4DD1-8656-43689EC9C38B}" type="presParOf" srcId="{FAC68E21-90AB-4A37-AC75-C77B42BD29B7}" destId="{74478D35-DBD3-42AF-809C-1325F2549255}" srcOrd="3" destOrd="0" presId="urn:microsoft.com/office/officeart/2005/8/layout/bProcess4"/>
    <dgm:cxn modelId="{981C9178-A5DE-4DA1-A3B1-E5CB6BF22C06}" type="presParOf" srcId="{FAC68E21-90AB-4A37-AC75-C77B42BD29B7}" destId="{777AE380-B460-4CBC-9B4A-2A8257863F91}" srcOrd="4" destOrd="0" presId="urn:microsoft.com/office/officeart/2005/8/layout/bProcess4"/>
    <dgm:cxn modelId="{E786B0DC-BC97-4117-861B-A236E1FE22F3}" type="presParOf" srcId="{777AE380-B460-4CBC-9B4A-2A8257863F91}" destId="{38FA3ACD-DD4E-4228-9DBA-7405E3A18DDF}" srcOrd="0" destOrd="0" presId="urn:microsoft.com/office/officeart/2005/8/layout/bProcess4"/>
    <dgm:cxn modelId="{8946764F-BAC1-4393-BBCC-695C08A852C9}" type="presParOf" srcId="{777AE380-B460-4CBC-9B4A-2A8257863F91}" destId="{EBC84309-78C8-4BD7-8C50-334A16306FE7}" srcOrd="1" destOrd="0" presId="urn:microsoft.com/office/officeart/2005/8/layout/bProcess4"/>
    <dgm:cxn modelId="{55E4F6EC-97D3-4164-982A-1F3193FA2EFB}" type="presParOf" srcId="{FAC68E21-90AB-4A37-AC75-C77B42BD29B7}" destId="{653C0707-C728-462A-9C0F-79088D544E7D}" srcOrd="5" destOrd="0" presId="urn:microsoft.com/office/officeart/2005/8/layout/bProcess4"/>
    <dgm:cxn modelId="{9EAF0EA4-B173-438F-913D-C44E769EE2E6}" type="presParOf" srcId="{FAC68E21-90AB-4A37-AC75-C77B42BD29B7}" destId="{1155480A-92FA-483F-BE77-58FA4FF0176F}" srcOrd="6" destOrd="0" presId="urn:microsoft.com/office/officeart/2005/8/layout/bProcess4"/>
    <dgm:cxn modelId="{715487A2-D9E3-43E6-A991-58A5A9FD90E4}" type="presParOf" srcId="{1155480A-92FA-483F-BE77-58FA4FF0176F}" destId="{8BBD918C-EAD8-41BD-AA4F-728FF67E35B4}" srcOrd="0" destOrd="0" presId="urn:microsoft.com/office/officeart/2005/8/layout/bProcess4"/>
    <dgm:cxn modelId="{FF3BCC12-E1EF-41B9-ABA5-BD85313238B5}" type="presParOf" srcId="{1155480A-92FA-483F-BE77-58FA4FF0176F}" destId="{E31ECF94-8E76-4C7D-841D-D2845AD5D6FC}" srcOrd="1" destOrd="0" presId="urn:microsoft.com/office/officeart/2005/8/layout/bProcess4"/>
    <dgm:cxn modelId="{8BA221A1-5D97-4EB6-9094-EB2F7B369030}" type="presParOf" srcId="{FAC68E21-90AB-4A37-AC75-C77B42BD29B7}" destId="{AC63EFCD-D7E7-4D34-9D44-E27A2E8665CF}" srcOrd="7" destOrd="0" presId="urn:microsoft.com/office/officeart/2005/8/layout/bProcess4"/>
    <dgm:cxn modelId="{B83D300B-2629-4803-9EBE-A026AF8AC024}" type="presParOf" srcId="{FAC68E21-90AB-4A37-AC75-C77B42BD29B7}" destId="{A2B78EA5-4E72-431C-B129-BF6ED6777025}" srcOrd="8" destOrd="0" presId="urn:microsoft.com/office/officeart/2005/8/layout/bProcess4"/>
    <dgm:cxn modelId="{898689A7-EC76-4D6F-B13B-EA45D68F3E20}" type="presParOf" srcId="{A2B78EA5-4E72-431C-B129-BF6ED6777025}" destId="{B2F546A4-667E-4EF6-9956-AECEEE722914}" srcOrd="0" destOrd="0" presId="urn:microsoft.com/office/officeart/2005/8/layout/bProcess4"/>
    <dgm:cxn modelId="{A6429BC1-D739-4D77-AEE3-9208FE1662E1}" type="presParOf" srcId="{A2B78EA5-4E72-431C-B129-BF6ED6777025}" destId="{2D552DA8-44E7-4ED2-A391-95A6BC8D4FD9}" srcOrd="1" destOrd="0" presId="urn:microsoft.com/office/officeart/2005/8/layout/bProcess4"/>
    <dgm:cxn modelId="{D4896044-D879-4643-85C7-1974C610541B}" type="presParOf" srcId="{FAC68E21-90AB-4A37-AC75-C77B42BD29B7}" destId="{94889750-4250-4728-AB2C-58851961ED75}" srcOrd="9" destOrd="0" presId="urn:microsoft.com/office/officeart/2005/8/layout/bProcess4"/>
    <dgm:cxn modelId="{477639E5-7708-4DF8-9093-1FEC30B84037}" type="presParOf" srcId="{FAC68E21-90AB-4A37-AC75-C77B42BD29B7}" destId="{29DF5C85-4E0F-469F-A27D-84E6DDB29402}" srcOrd="10" destOrd="0" presId="urn:microsoft.com/office/officeart/2005/8/layout/bProcess4"/>
    <dgm:cxn modelId="{3493940A-2A01-4A70-8DC0-4B8037B70908}" type="presParOf" srcId="{29DF5C85-4E0F-469F-A27D-84E6DDB29402}" destId="{22436BB8-7BDC-43A2-B10A-4CAA72B56EDB}" srcOrd="0" destOrd="0" presId="urn:microsoft.com/office/officeart/2005/8/layout/bProcess4"/>
    <dgm:cxn modelId="{49101BD8-A1B8-48F5-9325-CF862F940A56}" type="presParOf" srcId="{29DF5C85-4E0F-469F-A27D-84E6DDB29402}" destId="{3A91BC9A-91EA-4B0C-9830-AD8621ED9845}" srcOrd="1" destOrd="0" presId="urn:microsoft.com/office/officeart/2005/8/layout/bProcess4"/>
    <dgm:cxn modelId="{0C8F5435-31A4-4AA5-88CC-A2AAF8D2BE49}" type="presParOf" srcId="{FAC68E21-90AB-4A37-AC75-C77B42BD29B7}" destId="{A01E1E2D-1219-4159-8B43-C059C0EFB7D5}" srcOrd="11" destOrd="0" presId="urn:microsoft.com/office/officeart/2005/8/layout/bProcess4"/>
    <dgm:cxn modelId="{41D2FA9E-999E-4506-BCD9-578DDD940BC7}" type="presParOf" srcId="{FAC68E21-90AB-4A37-AC75-C77B42BD29B7}" destId="{6C724B47-7E43-4D33-8997-7C1F919EE848}" srcOrd="12" destOrd="0" presId="urn:microsoft.com/office/officeart/2005/8/layout/bProcess4"/>
    <dgm:cxn modelId="{9A1C2560-B638-4549-B8B5-89413654BC7F}" type="presParOf" srcId="{6C724B47-7E43-4D33-8997-7C1F919EE848}" destId="{88C00453-40EA-44D1-B16F-2EF9B68F033D}" srcOrd="0" destOrd="0" presId="urn:microsoft.com/office/officeart/2005/8/layout/bProcess4"/>
    <dgm:cxn modelId="{C2883BB7-52E9-4F0D-8055-295BBAC6074B}" type="presParOf" srcId="{6C724B47-7E43-4D33-8997-7C1F919EE848}" destId="{779B481F-5BDF-496C-8B4E-2646981F1CEA}" srcOrd="1" destOrd="0" presId="urn:microsoft.com/office/officeart/2005/8/layout/bProcess4"/>
    <dgm:cxn modelId="{D4413536-2A01-444C-ADD8-EDB64BF10022}" type="presParOf" srcId="{FAC68E21-90AB-4A37-AC75-C77B42BD29B7}" destId="{D39062AD-1311-4277-AF2A-6EB20C791F87}" srcOrd="13" destOrd="0" presId="urn:microsoft.com/office/officeart/2005/8/layout/bProcess4"/>
    <dgm:cxn modelId="{B665234E-5219-40EF-AC9C-E28BFD777F6C}" type="presParOf" srcId="{FAC68E21-90AB-4A37-AC75-C77B42BD29B7}" destId="{ABDBAE4C-7117-4428-A0E8-761EF462C472}" srcOrd="14" destOrd="0" presId="urn:microsoft.com/office/officeart/2005/8/layout/bProcess4"/>
    <dgm:cxn modelId="{F7738516-FCE5-4E67-BD99-071DD81BB93A}" type="presParOf" srcId="{ABDBAE4C-7117-4428-A0E8-761EF462C472}" destId="{58F2A995-CFCF-43D2-84D5-93FFE47F6DD3}" srcOrd="0" destOrd="0" presId="urn:microsoft.com/office/officeart/2005/8/layout/bProcess4"/>
    <dgm:cxn modelId="{EBA2EA1D-9234-46AA-93AD-5F6E87FE4611}" type="presParOf" srcId="{ABDBAE4C-7117-4428-A0E8-761EF462C472}" destId="{EE8B3478-CB79-4137-AB7C-6910DA7626C8}" srcOrd="1" destOrd="0" presId="urn:microsoft.com/office/officeart/2005/8/layout/bProcess4"/>
    <dgm:cxn modelId="{1DA0714D-CFEF-40AB-8B24-EBFCB650F7DC}" type="presParOf" srcId="{FAC68E21-90AB-4A37-AC75-C77B42BD29B7}" destId="{936D9708-EE5B-44BB-B91D-A400661169F2}" srcOrd="15" destOrd="0" presId="urn:microsoft.com/office/officeart/2005/8/layout/bProcess4"/>
    <dgm:cxn modelId="{31118E43-C502-4A41-BFCC-2D2E8AF188E4}" type="presParOf" srcId="{FAC68E21-90AB-4A37-AC75-C77B42BD29B7}" destId="{E83F21A5-B071-4176-9FE7-1D64884655BA}" srcOrd="16" destOrd="0" presId="urn:microsoft.com/office/officeart/2005/8/layout/bProcess4"/>
    <dgm:cxn modelId="{6375D274-DBF2-4623-983E-84FF7A7948C4}" type="presParOf" srcId="{E83F21A5-B071-4176-9FE7-1D64884655BA}" destId="{6F234BFD-5A78-43F2-9560-1AFD9C5BA8F9}" srcOrd="0" destOrd="0" presId="urn:microsoft.com/office/officeart/2005/8/layout/bProcess4"/>
    <dgm:cxn modelId="{B47018D2-6BA3-42ED-890D-F6BAD3CEB397}" type="presParOf" srcId="{E83F21A5-B071-4176-9FE7-1D64884655BA}" destId="{BF010448-D5CA-4BAC-BE27-68150A711F99}" srcOrd="1" destOrd="0" presId="urn:microsoft.com/office/officeart/2005/8/layout/bProcess4"/>
  </dgm:cxnLst>
  <dgm:bg>
    <a:noFill/>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128000" cy="5418667"/>
        <a:chOff x="0" y="0"/>
        <a:chExt cx="8128000" cy="5418667"/>
      </a:xfrm>
    </dsp:grpSpPr>
    <dsp:sp modelId="{2DFCA483-0C80-4EFF-BD85-60EFB4AF0E24}">
      <dsp:nvSpPr>
        <dsp:cNvPr id="4" name="矩形 3"/>
        <dsp:cNvSpPr/>
      </dsp:nvSpPr>
      <dsp:spPr bwMode="white">
        <a:xfrm rot="5399999">
          <a:off x="-388634" y="1383771"/>
          <a:ext cx="1701574" cy="333115"/>
        </a:xfrm>
        <a:prstGeom prst="rect">
          <a:avLst/>
        </a:prstGeom>
        <a:solidFill>
          <a:schemeClr val="accent1"/>
        </a:solidFill>
      </dsp:spPr>
      <dsp:style>
        <a:lnRef idx="0">
          <a:schemeClr val="accent1">
            <a:tint val="60000"/>
          </a:schemeClr>
        </a:lnRef>
        <a:fillRef idx="1">
          <a:schemeClr val="accent1">
            <a:tint val="60000"/>
          </a:schemeClr>
        </a:fillRef>
        <a:effectRef idx="0">
          <a:scrgbClr r="0" g="0" b="0"/>
        </a:effectRef>
        <a:fontRef idx="minor">
          <a:schemeClr val="lt1"/>
        </a:fontRef>
      </dsp:style>
      <dsp:txXfrm rot="5399999">
        <a:off x="-388634" y="1383771"/>
        <a:ext cx="1701574" cy="333115"/>
      </dsp:txXfrm>
    </dsp:sp>
    <dsp:sp modelId="{62CBAF06-6EB0-4A34-9154-1C00830D876A}">
      <dsp:nvSpPr>
        <dsp:cNvPr id="3" name="圆角矩形 2"/>
        <dsp:cNvSpPr/>
      </dsp:nvSpPr>
      <dsp:spPr bwMode="white">
        <a:xfrm>
          <a:off x="0" y="377530"/>
          <a:ext cx="2220765" cy="1332459"/>
        </a:xfrm>
        <a:prstGeom prst="roundRect">
          <a:avLst>
            <a:gd name="adj" fmla="val 10000"/>
          </a:avLst>
        </a:prstGeom>
        <a:solidFill>
          <a:schemeClr val="bg1">
            <a:lumMod val="95000"/>
          </a:schemeClr>
        </a:solidFill>
        <a:effectLst>
          <a:outerShdw blurRad="63500" algn="ctr" rotWithShape="0">
            <a:prstClr val="black">
              <a:alpha val="40000"/>
            </a:prstClr>
          </a:outerShdw>
        </a:effectLst>
      </dsp:spPr>
      <dsp:style>
        <a:lnRef idx="2">
          <a:schemeClr val="lt1"/>
        </a:lnRef>
        <a:fillRef idx="1">
          <a:schemeClr val="accent1"/>
        </a:fillRef>
        <a:effectRef idx="0">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just">
            <a:lnSpc>
              <a:spcPct val="100000"/>
            </a:lnSpc>
            <a:spcBef>
              <a:spcPts val="0"/>
            </a:spcBef>
            <a:spcAft>
              <a:spcPts val="0"/>
            </a:spcAft>
          </a:pPr>
          <a:r>
            <a:rPr lang="zh-CN" altLang="en-US" sz="2000" dirty="0">
              <a:solidFill>
                <a:schemeClr val="tx1"/>
              </a:solidFill>
              <a:latin typeface="+mn-lt"/>
              <a:ea typeface="+mn-ea"/>
              <a:cs typeface="+mn-ea"/>
              <a:sym typeface="+mn-lt"/>
            </a:rPr>
            <a:t>步骤</a:t>
          </a:r>
          <a:r>
            <a:rPr lang="en-US" altLang="zh-CN" sz="2000" dirty="0">
              <a:solidFill>
                <a:schemeClr val="tx1"/>
              </a:solidFill>
              <a:latin typeface="+mn-lt"/>
              <a:ea typeface="+mn-ea"/>
              <a:cs typeface="+mn-ea"/>
              <a:sym typeface="+mn-lt"/>
            </a:rPr>
            <a:t>1</a:t>
          </a:r>
          <a:r>
            <a:rPr lang="zh-CN" altLang="en-US" sz="2000" dirty="0">
              <a:solidFill>
                <a:schemeClr val="tx1"/>
              </a:solidFill>
              <a:latin typeface="+mn-lt"/>
              <a:ea typeface="+mn-ea"/>
              <a:cs typeface="+mn-ea"/>
              <a:sym typeface="+mn-lt"/>
            </a:rPr>
            <a:t>，请输入你的流程内容，至多</a:t>
          </a:r>
          <a:r>
            <a:rPr lang="en-US" altLang="zh-CN" sz="2000" dirty="0">
              <a:solidFill>
                <a:schemeClr val="tx1"/>
              </a:solidFill>
              <a:latin typeface="+mn-lt"/>
              <a:ea typeface="+mn-ea"/>
              <a:cs typeface="+mn-ea"/>
              <a:sym typeface="+mn-lt"/>
            </a:rPr>
            <a:t>3</a:t>
          </a:r>
          <a:r>
            <a:rPr lang="zh-CN" altLang="en-US" sz="2000" dirty="0">
              <a:solidFill>
                <a:schemeClr val="tx1"/>
              </a:solidFill>
              <a:latin typeface="+mn-lt"/>
              <a:ea typeface="+mn-ea"/>
              <a:cs typeface="+mn-ea"/>
              <a:sym typeface="+mn-lt"/>
            </a:rPr>
            <a:t>行文字为宜</a:t>
          </a:r>
        </a:p>
      </dsp:txBody>
      <dsp:txXfrm>
        <a:off x="0" y="377530"/>
        <a:ext cx="2220765" cy="1332459"/>
      </dsp:txXfrm>
    </dsp:sp>
    <dsp:sp modelId="{74478D35-DBD3-42AF-809C-1325F2549255}">
      <dsp:nvSpPr>
        <dsp:cNvPr id="6" name="矩形 5"/>
        <dsp:cNvSpPr/>
      </dsp:nvSpPr>
      <dsp:spPr bwMode="white">
        <a:xfrm rot="5399999">
          <a:off x="-388634" y="3049344"/>
          <a:ext cx="1701574" cy="333115"/>
        </a:xfrm>
        <a:prstGeom prst="rect">
          <a:avLst/>
        </a:prstGeom>
        <a:solidFill>
          <a:schemeClr val="accent1"/>
        </a:solidFill>
      </dsp:spPr>
      <dsp:style>
        <a:lnRef idx="0">
          <a:schemeClr val="accent1">
            <a:tint val="60000"/>
          </a:schemeClr>
        </a:lnRef>
        <a:fillRef idx="1">
          <a:schemeClr val="accent1">
            <a:tint val="60000"/>
          </a:schemeClr>
        </a:fillRef>
        <a:effectRef idx="0">
          <a:scrgbClr r="0" g="0" b="0"/>
        </a:effectRef>
        <a:fontRef idx="minor">
          <a:schemeClr val="lt1"/>
        </a:fontRef>
      </dsp:style>
      <dsp:txXfrm rot="5399999">
        <a:off x="-388634" y="3049344"/>
        <a:ext cx="1701574" cy="333115"/>
      </dsp:txXfrm>
    </dsp:sp>
    <dsp:sp modelId="{2399F32E-6786-4624-A24E-4493A547599D}">
      <dsp:nvSpPr>
        <dsp:cNvPr id="5" name="圆角矩形 4"/>
        <dsp:cNvSpPr/>
      </dsp:nvSpPr>
      <dsp:spPr bwMode="white">
        <a:xfrm>
          <a:off x="0" y="2043104"/>
          <a:ext cx="2220765" cy="1332459"/>
        </a:xfrm>
        <a:prstGeom prst="roundRect">
          <a:avLst>
            <a:gd name="adj" fmla="val 10000"/>
          </a:avLst>
        </a:prstGeom>
        <a:solidFill>
          <a:schemeClr val="bg1">
            <a:lumMod val="95000"/>
          </a:schemeClr>
        </a:solidFill>
        <a:effectLst>
          <a:outerShdw blurRad="63500" algn="ctr" rotWithShape="0">
            <a:prstClr val="black">
              <a:alpha val="40000"/>
            </a:prstClr>
          </a:outerShdw>
        </a:effectLst>
      </dsp:spPr>
      <dsp:style>
        <a:lnRef idx="2">
          <a:schemeClr val="lt1"/>
        </a:lnRef>
        <a:fillRef idx="1">
          <a:schemeClr val="accent1"/>
        </a:fillRef>
        <a:effectRef idx="0">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just">
            <a:lnSpc>
              <a:spcPct val="100000"/>
            </a:lnSpc>
            <a:spcBef>
              <a:spcPts val="0"/>
            </a:spcBef>
            <a:spcAft>
              <a:spcPts val="0"/>
            </a:spcAft>
          </a:pPr>
          <a:r>
            <a:rPr lang="zh-CN" altLang="en-US" sz="2000" dirty="0">
              <a:solidFill>
                <a:schemeClr val="tx1"/>
              </a:solidFill>
              <a:latin typeface="+mn-lt"/>
              <a:ea typeface="+mn-ea"/>
              <a:cs typeface="+mn-ea"/>
              <a:sym typeface="+mn-lt"/>
            </a:rPr>
            <a:t>步骤</a:t>
          </a:r>
          <a:r>
            <a:rPr lang="en-US" altLang="zh-CN" sz="2000" dirty="0">
              <a:solidFill>
                <a:schemeClr val="tx1"/>
              </a:solidFill>
              <a:latin typeface="+mn-lt"/>
              <a:ea typeface="+mn-ea"/>
              <a:cs typeface="+mn-ea"/>
              <a:sym typeface="+mn-lt"/>
            </a:rPr>
            <a:t>2</a:t>
          </a:r>
          <a:r>
            <a:rPr lang="zh-CN" altLang="en-US" sz="2000" dirty="0">
              <a:solidFill>
                <a:schemeClr val="tx1"/>
              </a:solidFill>
              <a:latin typeface="+mn-lt"/>
              <a:ea typeface="+mn-ea"/>
              <a:cs typeface="+mn-ea"/>
              <a:sym typeface="+mn-lt"/>
            </a:rPr>
            <a:t>，若字体较多缩排后，大屏幕展示效果较差</a:t>
          </a:r>
        </a:p>
      </dsp:txBody>
      <dsp:txXfrm>
        <a:off x="0" y="2043104"/>
        <a:ext cx="2220765" cy="1332459"/>
      </dsp:txXfrm>
    </dsp:sp>
    <dsp:sp modelId="{653C0707-C728-462A-9C0F-79088D544E7D}">
      <dsp:nvSpPr>
        <dsp:cNvPr id="8" name="矩形 7"/>
        <dsp:cNvSpPr/>
      </dsp:nvSpPr>
      <dsp:spPr bwMode="white">
        <a:xfrm rot="41898">
          <a:off x="462043" y="3882131"/>
          <a:ext cx="2953837" cy="333115"/>
        </a:xfrm>
        <a:prstGeom prst="rect">
          <a:avLst/>
        </a:prstGeom>
        <a:solidFill>
          <a:schemeClr val="accent1"/>
        </a:solidFill>
      </dsp:spPr>
      <dsp:style>
        <a:lnRef idx="0">
          <a:schemeClr val="accent1">
            <a:tint val="60000"/>
          </a:schemeClr>
        </a:lnRef>
        <a:fillRef idx="1">
          <a:schemeClr val="accent1">
            <a:tint val="60000"/>
          </a:schemeClr>
        </a:fillRef>
        <a:effectRef idx="0">
          <a:scrgbClr r="0" g="0" b="0"/>
        </a:effectRef>
        <a:fontRef idx="minor">
          <a:schemeClr val="lt1"/>
        </a:fontRef>
      </dsp:style>
      <dsp:txXfrm rot="41898">
        <a:off x="462043" y="3882131"/>
        <a:ext cx="2953837" cy="333115"/>
      </dsp:txXfrm>
    </dsp:sp>
    <dsp:sp modelId="{EBC84309-78C8-4BD7-8C50-334A16306FE7}">
      <dsp:nvSpPr>
        <dsp:cNvPr id="7" name="圆角矩形 6"/>
        <dsp:cNvSpPr/>
      </dsp:nvSpPr>
      <dsp:spPr bwMode="white">
        <a:xfrm>
          <a:off x="0" y="3708678"/>
          <a:ext cx="2220765" cy="1332459"/>
        </a:xfrm>
        <a:prstGeom prst="roundRect">
          <a:avLst>
            <a:gd name="adj" fmla="val 10000"/>
          </a:avLst>
        </a:prstGeom>
        <a:solidFill>
          <a:schemeClr val="bg1">
            <a:lumMod val="95000"/>
          </a:schemeClr>
        </a:solidFill>
        <a:effectLst>
          <a:outerShdw blurRad="63500" algn="ctr" rotWithShape="0">
            <a:prstClr val="black">
              <a:alpha val="40000"/>
            </a:prstClr>
          </a:outerShdw>
        </a:effectLst>
      </dsp:spPr>
      <dsp:style>
        <a:lnRef idx="2">
          <a:schemeClr val="lt1"/>
        </a:lnRef>
        <a:fillRef idx="1">
          <a:schemeClr val="accent1"/>
        </a:fillRef>
        <a:effectRef idx="0">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just">
            <a:lnSpc>
              <a:spcPct val="100000"/>
            </a:lnSpc>
            <a:spcBef>
              <a:spcPts val="0"/>
            </a:spcBef>
            <a:spcAft>
              <a:spcPts val="0"/>
            </a:spcAft>
          </a:pPr>
          <a:r>
            <a:rPr lang="zh-CN" altLang="en-US" sz="2000" dirty="0">
              <a:solidFill>
                <a:schemeClr val="tx1"/>
              </a:solidFill>
              <a:latin typeface="+mn-lt"/>
              <a:ea typeface="+mn-ea"/>
              <a:cs typeface="+mn-ea"/>
              <a:sym typeface="+mn-lt"/>
            </a:rPr>
            <a:t>步骤</a:t>
          </a:r>
          <a:r>
            <a:rPr lang="en-US" altLang="zh-CN" sz="2000" dirty="0">
              <a:solidFill>
                <a:schemeClr val="tx1"/>
              </a:solidFill>
              <a:latin typeface="+mn-lt"/>
              <a:ea typeface="+mn-ea"/>
              <a:cs typeface="+mn-ea"/>
              <a:sym typeface="+mn-lt"/>
            </a:rPr>
            <a:t>3</a:t>
          </a:r>
          <a:r>
            <a:rPr lang="zh-CN" altLang="en-US" sz="2000" dirty="0">
              <a:solidFill>
                <a:schemeClr val="tx1"/>
              </a:solidFill>
              <a:latin typeface="+mn-lt"/>
              <a:ea typeface="+mn-ea"/>
              <a:cs typeface="+mn-ea"/>
              <a:sym typeface="+mn-lt"/>
            </a:rPr>
            <a:t>，</a:t>
          </a:r>
          <a:r>
            <a:rPr lang="en-US" altLang="zh-CN" sz="2000" dirty="0">
              <a:solidFill>
                <a:schemeClr val="tx1"/>
              </a:solidFill>
              <a:latin typeface="Arial" panose="020B0604020202020204" pitchFamily="34" charset="0"/>
              <a:ea typeface="+mn-ea"/>
              <a:cs typeface="Arial" panose="020B0604020202020204" pitchFamily="34" charset="0"/>
              <a:sym typeface="+mn-lt"/>
            </a:rPr>
            <a:t>SmartArt</a:t>
          </a:r>
          <a:r>
            <a:rPr lang="zh-CN" altLang="en-US" sz="2000" dirty="0">
              <a:solidFill>
                <a:schemeClr val="tx1"/>
              </a:solidFill>
              <a:latin typeface="+mn-lt"/>
              <a:ea typeface="+mn-ea"/>
              <a:cs typeface="+mn-ea"/>
              <a:sym typeface="+mn-lt"/>
            </a:rPr>
            <a:t>图形，点击后左侧出现文本框</a:t>
          </a:r>
        </a:p>
      </dsp:txBody>
      <dsp:txXfrm>
        <a:off x="0" y="3708678"/>
        <a:ext cx="2220765" cy="1332459"/>
      </dsp:txXfrm>
    </dsp:sp>
    <dsp:sp modelId="{AC63EFCD-D7E7-4D34-9D44-E27A2E8665CF}">
      <dsp:nvSpPr>
        <dsp:cNvPr id="10" name="矩形 9"/>
        <dsp:cNvSpPr/>
      </dsp:nvSpPr>
      <dsp:spPr bwMode="white">
        <a:xfrm rot="-5399999">
          <a:off x="2600984" y="3049344"/>
          <a:ext cx="1629574" cy="333115"/>
        </a:xfrm>
        <a:prstGeom prst="rect">
          <a:avLst/>
        </a:prstGeom>
        <a:solidFill>
          <a:schemeClr val="accent1"/>
        </a:solidFill>
      </dsp:spPr>
      <dsp:style>
        <a:lnRef idx="0">
          <a:schemeClr val="accent1">
            <a:tint val="60000"/>
          </a:schemeClr>
        </a:lnRef>
        <a:fillRef idx="1">
          <a:schemeClr val="accent1">
            <a:tint val="60000"/>
          </a:schemeClr>
        </a:fillRef>
        <a:effectRef idx="0">
          <a:scrgbClr r="0" g="0" b="0"/>
        </a:effectRef>
        <a:fontRef idx="minor">
          <a:schemeClr val="lt1"/>
        </a:fontRef>
      </dsp:style>
      <dsp:txXfrm rot="-5399999">
        <a:off x="2600984" y="3049344"/>
        <a:ext cx="1629574" cy="333115"/>
      </dsp:txXfrm>
    </dsp:sp>
    <dsp:sp modelId="{E31ECF94-8E76-4C7D-841D-D2845AD5D6FC}">
      <dsp:nvSpPr>
        <dsp:cNvPr id="9" name="圆角矩形 8"/>
        <dsp:cNvSpPr/>
      </dsp:nvSpPr>
      <dsp:spPr bwMode="white">
        <a:xfrm>
          <a:off x="2953617" y="3708678"/>
          <a:ext cx="2220765" cy="1332459"/>
        </a:xfrm>
        <a:prstGeom prst="roundRect">
          <a:avLst>
            <a:gd name="adj" fmla="val 10000"/>
          </a:avLst>
        </a:prstGeom>
        <a:solidFill>
          <a:schemeClr val="bg1">
            <a:lumMod val="95000"/>
          </a:schemeClr>
        </a:solidFill>
        <a:effectLst>
          <a:outerShdw blurRad="63500" algn="ctr" rotWithShape="0">
            <a:prstClr val="black">
              <a:alpha val="40000"/>
            </a:prstClr>
          </a:outerShdw>
        </a:effectLst>
      </dsp:spPr>
      <dsp:style>
        <a:lnRef idx="2">
          <a:schemeClr val="lt1"/>
        </a:lnRef>
        <a:fillRef idx="1">
          <a:schemeClr val="accent1"/>
        </a:fillRef>
        <a:effectRef idx="0">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just">
            <a:lnSpc>
              <a:spcPct val="100000"/>
            </a:lnSpc>
            <a:spcBef>
              <a:spcPts val="0"/>
            </a:spcBef>
            <a:spcAft>
              <a:spcPts val="0"/>
            </a:spcAft>
          </a:pPr>
          <a:r>
            <a:rPr lang="zh-CN" altLang="en-US" sz="2000" dirty="0">
              <a:solidFill>
                <a:schemeClr val="tx1"/>
              </a:solidFill>
              <a:latin typeface="+mn-lt"/>
              <a:ea typeface="+mn-ea"/>
              <a:cs typeface="+mn-ea"/>
              <a:sym typeface="+mn-lt"/>
            </a:rPr>
            <a:t>请输入步骤</a:t>
          </a:r>
          <a:r>
            <a:rPr lang="en-US" altLang="zh-CN" sz="2000" dirty="0">
              <a:solidFill>
                <a:schemeClr val="tx1"/>
              </a:solidFill>
              <a:latin typeface="+mn-lt"/>
              <a:ea typeface="+mn-ea"/>
              <a:cs typeface="+mn-ea"/>
              <a:sym typeface="+mn-lt"/>
            </a:rPr>
            <a:t>4</a:t>
          </a:r>
          <a:r>
            <a:rPr lang="zh-CN" altLang="en-US" sz="2000" dirty="0">
              <a:solidFill>
                <a:schemeClr val="tx1"/>
              </a:solidFill>
              <a:latin typeface="+mn-lt"/>
              <a:ea typeface="+mn-ea"/>
              <a:cs typeface="+mn-ea"/>
              <a:sym typeface="+mn-lt"/>
            </a:rPr>
            <a:t>的内容</a:t>
          </a:r>
        </a:p>
      </dsp:txBody>
      <dsp:txXfrm>
        <a:off x="2953617" y="3708678"/>
        <a:ext cx="2220765" cy="1332459"/>
      </dsp:txXfrm>
    </dsp:sp>
    <dsp:sp modelId="{94889750-4250-4728-AB2C-58851961ED75}">
      <dsp:nvSpPr>
        <dsp:cNvPr id="12" name="矩形 11"/>
        <dsp:cNvSpPr/>
      </dsp:nvSpPr>
      <dsp:spPr bwMode="white">
        <a:xfrm rot="-5399999">
          <a:off x="2600984" y="1383771"/>
          <a:ext cx="1629574" cy="333115"/>
        </a:xfrm>
        <a:prstGeom prst="rect">
          <a:avLst/>
        </a:prstGeom>
        <a:solidFill>
          <a:schemeClr val="accent1"/>
        </a:solidFill>
      </dsp:spPr>
      <dsp:style>
        <a:lnRef idx="0">
          <a:schemeClr val="accent1">
            <a:tint val="60000"/>
          </a:schemeClr>
        </a:lnRef>
        <a:fillRef idx="1">
          <a:schemeClr val="accent1">
            <a:tint val="60000"/>
          </a:schemeClr>
        </a:fillRef>
        <a:effectRef idx="0">
          <a:scrgbClr r="0" g="0" b="0"/>
        </a:effectRef>
        <a:fontRef idx="minor">
          <a:schemeClr val="lt1"/>
        </a:fontRef>
      </dsp:style>
      <dsp:txXfrm rot="-5399999">
        <a:off x="2600984" y="1383771"/>
        <a:ext cx="1629574" cy="333115"/>
      </dsp:txXfrm>
    </dsp:sp>
    <dsp:sp modelId="{2D552DA8-44E7-4ED2-A391-95A6BC8D4FD9}">
      <dsp:nvSpPr>
        <dsp:cNvPr id="11" name="圆角矩形 10"/>
        <dsp:cNvSpPr/>
      </dsp:nvSpPr>
      <dsp:spPr bwMode="white">
        <a:xfrm>
          <a:off x="2953617" y="2043104"/>
          <a:ext cx="2220765" cy="1332459"/>
        </a:xfrm>
        <a:prstGeom prst="roundRect">
          <a:avLst>
            <a:gd name="adj" fmla="val 10000"/>
          </a:avLst>
        </a:prstGeom>
        <a:solidFill>
          <a:schemeClr val="bg1">
            <a:lumMod val="95000"/>
          </a:schemeClr>
        </a:solidFill>
        <a:effectLst>
          <a:outerShdw blurRad="63500" algn="ctr" rotWithShape="0">
            <a:prstClr val="black">
              <a:alpha val="40000"/>
            </a:prstClr>
          </a:outerShdw>
        </a:effectLst>
      </dsp:spPr>
      <dsp:style>
        <a:lnRef idx="2">
          <a:schemeClr val="lt1"/>
        </a:lnRef>
        <a:fillRef idx="1">
          <a:schemeClr val="accent1"/>
        </a:fillRef>
        <a:effectRef idx="0">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just">
            <a:lnSpc>
              <a:spcPct val="100000"/>
            </a:lnSpc>
            <a:spcBef>
              <a:spcPts val="0"/>
            </a:spcBef>
            <a:spcAft>
              <a:spcPts val="0"/>
            </a:spcAft>
          </a:pPr>
          <a:r>
            <a:rPr lang="zh-CN" altLang="en-US" sz="2000" dirty="0">
              <a:solidFill>
                <a:schemeClr val="tx1"/>
              </a:solidFill>
              <a:latin typeface="+mn-lt"/>
              <a:ea typeface="+mn-ea"/>
              <a:cs typeface="+mn-ea"/>
              <a:sym typeface="+mn-lt"/>
            </a:rPr>
            <a:t>步骤</a:t>
          </a:r>
          <a:r>
            <a:rPr lang="en-US" altLang="zh-CN" sz="2000" dirty="0">
              <a:solidFill>
                <a:schemeClr val="tx1"/>
              </a:solidFill>
              <a:latin typeface="+mn-lt"/>
              <a:ea typeface="+mn-ea"/>
              <a:cs typeface="+mn-ea"/>
              <a:sym typeface="+mn-lt"/>
            </a:rPr>
            <a:t>5</a:t>
          </a:r>
          <a:r>
            <a:rPr lang="zh-CN" altLang="en-US" sz="2000" dirty="0">
              <a:solidFill>
                <a:schemeClr val="tx1"/>
              </a:solidFill>
              <a:latin typeface="+mn-lt"/>
              <a:ea typeface="+mn-ea"/>
              <a:cs typeface="+mn-ea"/>
              <a:sym typeface="+mn-lt"/>
            </a:rPr>
            <a:t>，若需删除，左侧删除行，或直接删除流程框</a:t>
          </a:r>
        </a:p>
      </dsp:txBody>
      <dsp:txXfrm>
        <a:off x="2953617" y="2043104"/>
        <a:ext cx="2220765" cy="1332459"/>
      </dsp:txXfrm>
    </dsp:sp>
    <dsp:sp modelId="{A01E1E2D-1219-4159-8B43-C059C0EFB7D5}">
      <dsp:nvSpPr>
        <dsp:cNvPr id="14" name="矩形 13"/>
        <dsp:cNvSpPr/>
      </dsp:nvSpPr>
      <dsp:spPr bwMode="white">
        <a:xfrm rot="41898">
          <a:off x="3415661" y="550984"/>
          <a:ext cx="2953837" cy="333115"/>
        </a:xfrm>
        <a:prstGeom prst="rect">
          <a:avLst/>
        </a:prstGeom>
        <a:solidFill>
          <a:schemeClr val="accent1"/>
        </a:solidFill>
      </dsp:spPr>
      <dsp:style>
        <a:lnRef idx="0">
          <a:schemeClr val="accent1">
            <a:tint val="60000"/>
          </a:schemeClr>
        </a:lnRef>
        <a:fillRef idx="1">
          <a:schemeClr val="accent1">
            <a:tint val="60000"/>
          </a:schemeClr>
        </a:fillRef>
        <a:effectRef idx="0">
          <a:scrgbClr r="0" g="0" b="0"/>
        </a:effectRef>
        <a:fontRef idx="minor">
          <a:schemeClr val="lt1"/>
        </a:fontRef>
      </dsp:style>
      <dsp:txXfrm rot="41898">
        <a:off x="3415661" y="550984"/>
        <a:ext cx="2953837" cy="333115"/>
      </dsp:txXfrm>
    </dsp:sp>
    <dsp:sp modelId="{3A91BC9A-91EA-4B0C-9830-AD8621ED9845}">
      <dsp:nvSpPr>
        <dsp:cNvPr id="13" name="圆角矩形 12"/>
        <dsp:cNvSpPr/>
      </dsp:nvSpPr>
      <dsp:spPr bwMode="white">
        <a:xfrm>
          <a:off x="2953617" y="377530"/>
          <a:ext cx="2220765" cy="1332459"/>
        </a:xfrm>
        <a:prstGeom prst="roundRect">
          <a:avLst>
            <a:gd name="adj" fmla="val 10000"/>
          </a:avLst>
        </a:prstGeom>
        <a:solidFill>
          <a:schemeClr val="bg1">
            <a:lumMod val="95000"/>
          </a:schemeClr>
        </a:solidFill>
        <a:effectLst>
          <a:outerShdw blurRad="63500" algn="ctr" rotWithShape="0">
            <a:prstClr val="black">
              <a:alpha val="40000"/>
            </a:prstClr>
          </a:outerShdw>
        </a:effectLst>
      </dsp:spPr>
      <dsp:style>
        <a:lnRef idx="2">
          <a:schemeClr val="lt1"/>
        </a:lnRef>
        <a:fillRef idx="1">
          <a:schemeClr val="accent1"/>
        </a:fillRef>
        <a:effectRef idx="0">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just">
            <a:lnSpc>
              <a:spcPct val="100000"/>
            </a:lnSpc>
            <a:spcBef>
              <a:spcPts val="0"/>
            </a:spcBef>
            <a:spcAft>
              <a:spcPts val="0"/>
            </a:spcAft>
          </a:pPr>
          <a:r>
            <a:rPr lang="zh-CN" altLang="en-US" sz="2000" dirty="0">
              <a:solidFill>
                <a:schemeClr val="tx1"/>
              </a:solidFill>
              <a:latin typeface="+mn-lt"/>
              <a:ea typeface="+mn-ea"/>
              <a:cs typeface="+mn-ea"/>
              <a:sym typeface="+mn-lt"/>
            </a:rPr>
            <a:t>步骤</a:t>
          </a:r>
          <a:r>
            <a:rPr lang="en-US" altLang="zh-CN" sz="2000" dirty="0">
              <a:solidFill>
                <a:schemeClr val="tx1"/>
              </a:solidFill>
              <a:latin typeface="+mn-lt"/>
              <a:ea typeface="+mn-ea"/>
              <a:cs typeface="+mn-ea"/>
              <a:sym typeface="+mn-lt"/>
            </a:rPr>
            <a:t>6</a:t>
          </a:r>
          <a:r>
            <a:rPr lang="zh-CN" altLang="en-US" sz="2000" dirty="0">
              <a:solidFill>
                <a:schemeClr val="tx1"/>
              </a:solidFill>
              <a:latin typeface="+mn-lt"/>
              <a:ea typeface="+mn-ea"/>
              <a:cs typeface="+mn-ea"/>
              <a:sym typeface="+mn-lt"/>
            </a:rPr>
            <a:t>，若需增加，鼠标置于左侧任一行，按</a:t>
          </a:r>
          <a:r>
            <a:rPr lang="zh-CN" altLang="en-US" sz="2000" dirty="0">
              <a:solidFill>
                <a:schemeClr val="tx1"/>
              </a:solidFill>
              <a:latin typeface="Arial" panose="020B0604020202020204" pitchFamily="34" charset="0"/>
              <a:ea typeface="+mn-ea"/>
              <a:cs typeface="Arial" panose="020B0604020202020204" pitchFamily="34" charset="0"/>
              <a:sym typeface="+mn-lt"/>
            </a:rPr>
            <a:t>“</a:t>
          </a:r>
          <a:r>
            <a:rPr lang="en-US" altLang="zh-CN" sz="2000" dirty="0">
              <a:solidFill>
                <a:schemeClr val="tx1"/>
              </a:solidFill>
              <a:latin typeface="Arial" panose="020B0604020202020204" pitchFamily="34" charset="0"/>
              <a:ea typeface="+mn-ea"/>
              <a:cs typeface="Arial" panose="020B0604020202020204" pitchFamily="34" charset="0"/>
              <a:sym typeface="+mn-lt"/>
            </a:rPr>
            <a:t>enter</a:t>
          </a:r>
          <a:r>
            <a:rPr lang="zh-CN" altLang="en-US" sz="2000" dirty="0">
              <a:solidFill>
                <a:schemeClr val="tx1"/>
              </a:solidFill>
              <a:latin typeface="Arial" panose="020B0604020202020204" pitchFamily="34" charset="0"/>
              <a:ea typeface="+mn-ea"/>
              <a:cs typeface="Arial" panose="020B0604020202020204" pitchFamily="34" charset="0"/>
              <a:sym typeface="+mn-lt"/>
            </a:rPr>
            <a:t>”</a:t>
          </a:r>
        </a:p>
      </dsp:txBody>
      <dsp:txXfrm>
        <a:off x="2953617" y="377530"/>
        <a:ext cx="2220765" cy="1332459"/>
      </dsp:txXfrm>
    </dsp:sp>
    <dsp:sp modelId="{D39062AD-1311-4277-AF2A-6EB20C791F87}">
      <dsp:nvSpPr>
        <dsp:cNvPr id="16" name="矩形 15"/>
        <dsp:cNvSpPr/>
      </dsp:nvSpPr>
      <dsp:spPr bwMode="white">
        <a:xfrm rot="5399999">
          <a:off x="5518601" y="1383771"/>
          <a:ext cx="1701574" cy="333115"/>
        </a:xfrm>
        <a:prstGeom prst="rect">
          <a:avLst/>
        </a:prstGeom>
        <a:solidFill>
          <a:schemeClr val="accent1"/>
        </a:solidFill>
      </dsp:spPr>
      <dsp:style>
        <a:lnRef idx="0">
          <a:schemeClr val="accent1">
            <a:tint val="60000"/>
          </a:schemeClr>
        </a:lnRef>
        <a:fillRef idx="1">
          <a:schemeClr val="accent1">
            <a:tint val="60000"/>
          </a:schemeClr>
        </a:fillRef>
        <a:effectRef idx="0">
          <a:scrgbClr r="0" g="0" b="0"/>
        </a:effectRef>
        <a:fontRef idx="minor">
          <a:schemeClr val="lt1"/>
        </a:fontRef>
      </dsp:style>
      <dsp:txXfrm rot="5399999">
        <a:off x="5518601" y="1383771"/>
        <a:ext cx="1701574" cy="333115"/>
      </dsp:txXfrm>
    </dsp:sp>
    <dsp:sp modelId="{779B481F-5BDF-496C-8B4E-2646981F1CEA}">
      <dsp:nvSpPr>
        <dsp:cNvPr id="15" name="圆角矩形 14"/>
        <dsp:cNvSpPr/>
      </dsp:nvSpPr>
      <dsp:spPr bwMode="white">
        <a:xfrm>
          <a:off x="5907235" y="377530"/>
          <a:ext cx="2220765" cy="1332459"/>
        </a:xfrm>
        <a:prstGeom prst="roundRect">
          <a:avLst>
            <a:gd name="adj" fmla="val 10000"/>
          </a:avLst>
        </a:prstGeom>
        <a:solidFill>
          <a:schemeClr val="bg1">
            <a:lumMod val="95000"/>
          </a:schemeClr>
        </a:solidFill>
        <a:effectLst>
          <a:outerShdw blurRad="63500" algn="ctr" rotWithShape="0">
            <a:prstClr val="black">
              <a:alpha val="40000"/>
            </a:prstClr>
          </a:outerShdw>
        </a:effectLst>
      </dsp:spPr>
      <dsp:style>
        <a:lnRef idx="2">
          <a:schemeClr val="lt1"/>
        </a:lnRef>
        <a:fillRef idx="1">
          <a:schemeClr val="accent1"/>
        </a:fillRef>
        <a:effectRef idx="0">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just">
            <a:lnSpc>
              <a:spcPct val="100000"/>
            </a:lnSpc>
            <a:spcBef>
              <a:spcPts val="0"/>
            </a:spcBef>
            <a:spcAft>
              <a:spcPts val="0"/>
            </a:spcAft>
          </a:pPr>
          <a:r>
            <a:rPr lang="zh-CN" altLang="en-US" sz="2000" dirty="0">
              <a:solidFill>
                <a:schemeClr val="tx1"/>
              </a:solidFill>
              <a:latin typeface="+mn-lt"/>
              <a:ea typeface="+mn-ea"/>
              <a:cs typeface="+mn-ea"/>
              <a:sym typeface="+mn-lt"/>
            </a:rPr>
            <a:t>请输入步骤</a:t>
          </a:r>
          <a:r>
            <a:rPr lang="en-US" altLang="zh-CN" sz="2000" dirty="0">
              <a:solidFill>
                <a:schemeClr val="tx1"/>
              </a:solidFill>
              <a:latin typeface="+mn-lt"/>
              <a:ea typeface="+mn-ea"/>
              <a:cs typeface="+mn-ea"/>
              <a:sym typeface="+mn-lt"/>
            </a:rPr>
            <a:t>7</a:t>
          </a:r>
          <a:r>
            <a:rPr lang="zh-CN" altLang="en-US" sz="2000" dirty="0">
              <a:solidFill>
                <a:schemeClr val="tx1"/>
              </a:solidFill>
              <a:latin typeface="+mn-lt"/>
              <a:ea typeface="+mn-ea"/>
              <a:cs typeface="+mn-ea"/>
              <a:sym typeface="+mn-lt"/>
            </a:rPr>
            <a:t>的内容</a:t>
          </a:r>
        </a:p>
      </dsp:txBody>
      <dsp:txXfrm>
        <a:off x="5907235" y="377530"/>
        <a:ext cx="2220765" cy="1332459"/>
      </dsp:txXfrm>
    </dsp:sp>
    <dsp:sp modelId="{936D9708-EE5B-44BB-B91D-A400661169F2}">
      <dsp:nvSpPr>
        <dsp:cNvPr id="18" name="矩形 17"/>
        <dsp:cNvSpPr/>
      </dsp:nvSpPr>
      <dsp:spPr bwMode="white">
        <a:xfrm rot="5399999">
          <a:off x="5518601" y="3049344"/>
          <a:ext cx="1701574" cy="333115"/>
        </a:xfrm>
        <a:prstGeom prst="rect">
          <a:avLst/>
        </a:prstGeom>
        <a:solidFill>
          <a:schemeClr val="accent1"/>
        </a:solidFill>
      </dsp:spPr>
      <dsp:style>
        <a:lnRef idx="0">
          <a:schemeClr val="accent1">
            <a:tint val="60000"/>
          </a:schemeClr>
        </a:lnRef>
        <a:fillRef idx="1">
          <a:schemeClr val="accent1">
            <a:tint val="60000"/>
          </a:schemeClr>
        </a:fillRef>
        <a:effectRef idx="0">
          <a:scrgbClr r="0" g="0" b="0"/>
        </a:effectRef>
        <a:fontRef idx="minor">
          <a:schemeClr val="lt1"/>
        </a:fontRef>
      </dsp:style>
      <dsp:txXfrm rot="5399999">
        <a:off x="5518601" y="3049344"/>
        <a:ext cx="1701574" cy="333115"/>
      </dsp:txXfrm>
    </dsp:sp>
    <dsp:sp modelId="{EE8B3478-CB79-4137-AB7C-6910DA7626C8}">
      <dsp:nvSpPr>
        <dsp:cNvPr id="17" name="圆角矩形 16"/>
        <dsp:cNvSpPr/>
      </dsp:nvSpPr>
      <dsp:spPr bwMode="white">
        <a:xfrm>
          <a:off x="5907235" y="2043104"/>
          <a:ext cx="2220765" cy="1332459"/>
        </a:xfrm>
        <a:prstGeom prst="roundRect">
          <a:avLst>
            <a:gd name="adj" fmla="val 10000"/>
          </a:avLst>
        </a:prstGeom>
        <a:solidFill>
          <a:schemeClr val="bg1">
            <a:lumMod val="95000"/>
          </a:schemeClr>
        </a:solidFill>
        <a:effectLst>
          <a:outerShdw blurRad="63500" algn="ctr" rotWithShape="0">
            <a:prstClr val="black">
              <a:alpha val="40000"/>
            </a:prstClr>
          </a:outerShdw>
        </a:effectLst>
      </dsp:spPr>
      <dsp:style>
        <a:lnRef idx="2">
          <a:schemeClr val="lt1"/>
        </a:lnRef>
        <a:fillRef idx="1">
          <a:schemeClr val="accent1"/>
        </a:fillRef>
        <a:effectRef idx="0">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just">
            <a:lnSpc>
              <a:spcPct val="100000"/>
            </a:lnSpc>
            <a:spcBef>
              <a:spcPts val="0"/>
            </a:spcBef>
            <a:spcAft>
              <a:spcPts val="0"/>
            </a:spcAft>
          </a:pPr>
          <a:r>
            <a:rPr lang="zh-CN" altLang="en-US" sz="2000" dirty="0">
              <a:solidFill>
                <a:schemeClr val="tx1"/>
              </a:solidFill>
              <a:latin typeface="+mn-lt"/>
              <a:ea typeface="+mn-ea"/>
              <a:cs typeface="+mn-ea"/>
              <a:sym typeface="+mn-lt"/>
            </a:rPr>
            <a:t>请输入步骤</a:t>
          </a:r>
          <a:r>
            <a:rPr lang="en-US" altLang="zh-CN" sz="2000" dirty="0">
              <a:solidFill>
                <a:schemeClr val="tx1"/>
              </a:solidFill>
              <a:latin typeface="+mn-lt"/>
              <a:ea typeface="+mn-ea"/>
              <a:cs typeface="+mn-ea"/>
              <a:sym typeface="+mn-lt"/>
            </a:rPr>
            <a:t>8</a:t>
          </a:r>
          <a:r>
            <a:rPr lang="zh-CN" altLang="en-US" sz="2000" dirty="0">
              <a:solidFill>
                <a:schemeClr val="tx1"/>
              </a:solidFill>
              <a:latin typeface="+mn-lt"/>
              <a:ea typeface="+mn-ea"/>
              <a:cs typeface="+mn-ea"/>
              <a:sym typeface="+mn-lt"/>
            </a:rPr>
            <a:t>的内容</a:t>
          </a:r>
        </a:p>
      </dsp:txBody>
      <dsp:txXfrm>
        <a:off x="5907235" y="2043104"/>
        <a:ext cx="2220765" cy="1332459"/>
      </dsp:txXfrm>
    </dsp:sp>
    <dsp:sp modelId="{BF010448-D5CA-4BAC-BE27-68150A711F99}">
      <dsp:nvSpPr>
        <dsp:cNvPr id="19" name="圆角矩形 18"/>
        <dsp:cNvSpPr/>
      </dsp:nvSpPr>
      <dsp:spPr bwMode="white">
        <a:xfrm>
          <a:off x="5907235" y="3708678"/>
          <a:ext cx="2220765" cy="1332459"/>
        </a:xfrm>
        <a:prstGeom prst="roundRect">
          <a:avLst>
            <a:gd name="adj" fmla="val 10000"/>
          </a:avLst>
        </a:prstGeom>
        <a:solidFill>
          <a:schemeClr val="bg1">
            <a:lumMod val="95000"/>
          </a:schemeClr>
        </a:solidFill>
        <a:effectLst>
          <a:outerShdw blurRad="63500" algn="ctr" rotWithShape="0">
            <a:prstClr val="black">
              <a:alpha val="40000"/>
            </a:prstClr>
          </a:outerShdw>
        </a:effectLst>
      </dsp:spPr>
      <dsp:style>
        <a:lnRef idx="2">
          <a:schemeClr val="lt1"/>
        </a:lnRef>
        <a:fillRef idx="1">
          <a:schemeClr val="accent1"/>
        </a:fillRef>
        <a:effectRef idx="0">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just">
            <a:lnSpc>
              <a:spcPct val="100000"/>
            </a:lnSpc>
            <a:spcBef>
              <a:spcPts val="0"/>
            </a:spcBef>
            <a:spcAft>
              <a:spcPts val="0"/>
            </a:spcAft>
          </a:pPr>
          <a:r>
            <a:rPr lang="zh-CN" altLang="en-US" sz="2000" dirty="0">
              <a:solidFill>
                <a:schemeClr val="tx1"/>
              </a:solidFill>
              <a:latin typeface="+mn-lt"/>
              <a:ea typeface="+mn-ea"/>
              <a:cs typeface="+mn-ea"/>
              <a:sym typeface="+mn-lt"/>
            </a:rPr>
            <a:t>请输入步骤</a:t>
          </a:r>
          <a:r>
            <a:rPr lang="en-US" altLang="zh-CN" sz="2000" dirty="0">
              <a:solidFill>
                <a:schemeClr val="tx1"/>
              </a:solidFill>
              <a:latin typeface="+mn-lt"/>
              <a:ea typeface="+mn-ea"/>
              <a:cs typeface="+mn-ea"/>
              <a:sym typeface="+mn-lt"/>
            </a:rPr>
            <a:t>9</a:t>
          </a:r>
          <a:r>
            <a:rPr lang="zh-CN" altLang="en-US" sz="2000" dirty="0">
              <a:solidFill>
                <a:schemeClr val="tx1"/>
              </a:solidFill>
              <a:latin typeface="+mn-lt"/>
              <a:ea typeface="+mn-ea"/>
              <a:cs typeface="+mn-ea"/>
              <a:sym typeface="+mn-lt"/>
            </a:rPr>
            <a:t>的内容</a:t>
          </a:r>
        </a:p>
      </dsp:txBody>
      <dsp:txXfrm>
        <a:off x="5907235" y="3708678"/>
        <a:ext cx="2220765" cy="1332459"/>
      </dsp:txXfrm>
    </dsp:sp>
  </dsp:spTree>
</dsp:drawing>
</file>

<file path=ppt/diagrams/layout1.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bkpt" val="bal"/>
          <dgm:param type="contDir" val="revDir"/>
          <dgm:param type="grDir" val="tL"/>
          <dgm:param type="flowDir" val="col"/>
        </dgm:alg>
      </dgm:if>
      <dgm:else name="Name3">
        <dgm:alg type="snake">
          <dgm:param type="bkpt" val="bal"/>
          <dgm:param type="contDir" val="revDir"/>
          <dgm:param type="grDir" val="tR"/>
          <dgm:param type="flowDir" val="co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Sty" val="noArr"/>
                <dgm:param type="endSty" val="noArr"/>
                <dgm:param type="begPts" val="auto auto tCtr"/>
                <dgm:param type="endPts" val="auto auto bCtr"/>
              </dgm:alg>
            </dgm:if>
            <dgm:else name="Name9">
              <dgm:alg type="conn">
                <dgm:param type="srcNode" val="dummyConnPt"/>
                <dgm:param type="dstNode" val="dummyConnPt"/>
                <dgm:param type="begSty" val="noArr"/>
                <dgm:param type="endSty" val="noArr"/>
                <dgm:param type="begPts" val="auto auto tCtr"/>
                <dgm:param type="endPts" val="auto auto bCt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201325C-51CE-41A1-8630-1A52C13085BB}"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E7E3C29-C726-4695-AB77-50247DBF3DA6}"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3B8505-E7BC-4327-812D-12C5E82484F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71B729-817F-448C-AF52-5327A956947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7" Type="http://schemas.openxmlformats.org/officeDocument/2006/relationships/hyperlink" Target="https://zhuanlan.zhihu.com/p/335298500" TargetMode="External"/><Relationship Id="rId6" Type="http://schemas.openxmlformats.org/officeDocument/2006/relationships/hyperlink" Target="https://weibo.com/p/1005052284144087/photos?type=photo" TargetMode="External"/><Relationship Id="rId5" Type="http://schemas.openxmlformats.org/officeDocument/2006/relationships/hyperlink" Target="https://www.seu.edu.cn/bsxtwxw/main.htm" TargetMode="External"/><Relationship Id="rId4" Type="http://schemas.openxmlformats.org/officeDocument/2006/relationships/hyperlink" Target="https://mp.weixin.qq.com/mp/profile_ext?action=home&amp;__biz=MzA4MzM3Mzc3Ng==&amp;scene=124#wechat_redirect" TargetMode="External"/><Relationship Id="rId3" Type="http://schemas.openxmlformats.org/officeDocument/2006/relationships/hyperlink" Target="http://www.officeplus.cn/p/51/102751.shtml" TargetMode="External"/><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5750" indent="-285750">
              <a:lnSpc>
                <a:spcPct val="150000"/>
              </a:lnSpc>
              <a:buFont typeface="Arial" panose="020B0604020202020204" pitchFamily="34" charset="0"/>
              <a:buChar char="•"/>
            </a:pPr>
            <a:r>
              <a:rPr lang="zh-CN" altLang="en-US" dirty="0">
                <a:cs typeface="+mn-ea"/>
                <a:sym typeface="+mn-lt"/>
              </a:rPr>
              <a:t>本模板基于“</a:t>
            </a:r>
            <a:r>
              <a:rPr lang="zh-CN" altLang="en-US" dirty="0">
                <a:hlinkClick r:id="rId3"/>
              </a:rPr>
              <a:t>中国科学院大学</a:t>
            </a:r>
            <a:r>
              <a:rPr lang="en-US" altLang="zh-CN" dirty="0">
                <a:hlinkClick r:id="rId3"/>
              </a:rPr>
              <a:t>-</a:t>
            </a:r>
            <a:r>
              <a:rPr lang="zh-CN" altLang="en-US" dirty="0">
                <a:hlinkClick r:id="rId3"/>
              </a:rPr>
              <a:t>路人丁</a:t>
            </a:r>
            <a:r>
              <a:rPr lang="en-US" altLang="zh-CN" dirty="0">
                <a:hlinkClick r:id="rId3"/>
              </a:rPr>
              <a:t>-PPT</a:t>
            </a:r>
            <a:r>
              <a:rPr lang="zh-CN" altLang="en-US" dirty="0">
                <a:hlinkClick r:id="rId3"/>
              </a:rPr>
              <a:t>模板</a:t>
            </a:r>
            <a:r>
              <a:rPr lang="zh-CN" altLang="en-US" dirty="0"/>
              <a:t>”魔改而成，著作权归该作者所有。</a:t>
            </a:r>
            <a:endParaRPr lang="en-US" altLang="zh-CN" dirty="0"/>
          </a:p>
          <a:p>
            <a:pPr marL="285750" indent="-285750">
              <a:lnSpc>
                <a:spcPct val="150000"/>
              </a:lnSpc>
              <a:buFont typeface="Arial" panose="020B0604020202020204" pitchFamily="34" charset="0"/>
              <a:buChar char="•"/>
            </a:pPr>
            <a:r>
              <a:rPr lang="zh-CN" altLang="en-US" dirty="0"/>
              <a:t>本模板中使用的东南大学校徽、校标文字组合、校训文字等素材来自于微信公众号“</a:t>
            </a:r>
            <a:r>
              <a:rPr lang="zh-CN" altLang="en-US" dirty="0">
                <a:hlinkClick r:id="rId4"/>
              </a:rPr>
              <a:t>金木屋</a:t>
            </a:r>
            <a:r>
              <a:rPr lang="zh-CN" altLang="en-US" dirty="0"/>
              <a:t>”。</a:t>
            </a:r>
            <a:endParaRPr lang="en-US" altLang="zh-CN" dirty="0"/>
          </a:p>
          <a:p>
            <a:pPr marL="285750" indent="-285750">
              <a:lnSpc>
                <a:spcPct val="150000"/>
              </a:lnSpc>
              <a:buFont typeface="Arial" panose="020B0604020202020204" pitchFamily="34" charset="0"/>
              <a:buChar char="•"/>
            </a:pPr>
            <a:r>
              <a:rPr lang="zh-CN" altLang="en-US" dirty="0"/>
              <a:t>本模板的视觉设计参考了“</a:t>
            </a:r>
            <a:r>
              <a:rPr lang="zh-CN" altLang="en-US" dirty="0">
                <a:hlinkClick r:id="rId5"/>
              </a:rPr>
              <a:t>东南大学视觉识别系统</a:t>
            </a:r>
            <a:r>
              <a:rPr lang="zh-CN" altLang="en-US" dirty="0"/>
              <a:t>”。</a:t>
            </a:r>
            <a:endParaRPr lang="en-US" altLang="zh-CN" dirty="0"/>
          </a:p>
          <a:p>
            <a:pPr marL="285750" indent="-285750">
              <a:lnSpc>
                <a:spcPct val="150000"/>
              </a:lnSpc>
              <a:buFont typeface="Arial" panose="020B0604020202020204" pitchFamily="34" charset="0"/>
              <a:buChar char="•"/>
            </a:pPr>
            <a:r>
              <a:rPr lang="zh-CN" altLang="en-US" dirty="0"/>
              <a:t>人物介绍页头像素材来自 </a:t>
            </a:r>
            <a:r>
              <a:rPr lang="zh-CN" altLang="en-US" dirty="0">
                <a:hlinkClick r:id="rId6"/>
              </a:rPr>
              <a:t>小肥柴</a:t>
            </a:r>
            <a:r>
              <a:rPr lang="zh-CN" altLang="en-US" dirty="0"/>
              <a:t>。</a:t>
            </a:r>
            <a:endParaRPr lang="en-US" altLang="zh-CN" dirty="0"/>
          </a:p>
          <a:p>
            <a:pPr marL="285750" indent="-285750">
              <a:lnSpc>
                <a:spcPct val="150000"/>
              </a:lnSpc>
              <a:buFont typeface="Arial" panose="020B0604020202020204" pitchFamily="34" charset="0"/>
              <a:buChar char="•"/>
            </a:pPr>
            <a:endParaRPr lang="en-US" altLang="zh-CN" sz="800" dirty="0"/>
          </a:p>
          <a:p>
            <a:pPr marL="285750" indent="-285750">
              <a:lnSpc>
                <a:spcPct val="150000"/>
              </a:lnSpc>
              <a:buFont typeface="Arial" panose="020B0604020202020204" pitchFamily="34" charset="0"/>
              <a:buChar char="•"/>
            </a:pPr>
            <a:r>
              <a:rPr lang="zh-CN" altLang="en-US" dirty="0"/>
              <a:t>本模板力求简洁，布局合理，主次分明。以学术风为设计理念，适用于学术报告与论文答辩等相关应用场景。模板未使用任何动画效果。</a:t>
            </a:r>
            <a:endParaRPr lang="en-US" altLang="zh-CN" dirty="0"/>
          </a:p>
          <a:p>
            <a:pPr marL="285750" indent="-285750">
              <a:lnSpc>
                <a:spcPct val="150000"/>
              </a:lnSpc>
              <a:buFont typeface="Arial" panose="020B0604020202020204" pitchFamily="34" charset="0"/>
              <a:buChar char="•"/>
            </a:pPr>
            <a:r>
              <a:rPr lang="zh-CN" altLang="en-US" dirty="0"/>
              <a:t>您仅可以以个人非商业用途使用本</a:t>
            </a:r>
            <a:r>
              <a:rPr lang="en-US" altLang="zh-CN" dirty="0"/>
              <a:t>PPT</a:t>
            </a:r>
            <a:r>
              <a:rPr lang="zh-CN" altLang="en-US" dirty="0"/>
              <a:t>模板，不可将信息内容的全部或部分用以出售，或以出租、出借、转让、分销、发布等其他任何方式供其他人使用。</a:t>
            </a:r>
            <a:endParaRPr lang="en-US" altLang="zh-CN" dirty="0"/>
          </a:p>
          <a:p>
            <a:pPr marL="285750" indent="-285750">
              <a:lnSpc>
                <a:spcPct val="150000"/>
              </a:lnSpc>
              <a:buFont typeface="Arial" panose="020B0604020202020204" pitchFamily="34" charset="0"/>
              <a:buChar char="•"/>
            </a:pPr>
            <a:endParaRPr lang="en-US" altLang="zh-CN" sz="800" dirty="0"/>
          </a:p>
          <a:p>
            <a:pPr marL="285750" indent="-285750">
              <a:lnSpc>
                <a:spcPct val="150000"/>
              </a:lnSpc>
              <a:buFont typeface="Arial" panose="020B0604020202020204" pitchFamily="34" charset="0"/>
              <a:buChar char="•"/>
            </a:pPr>
            <a:r>
              <a:rPr lang="zh-CN" altLang="en-US" dirty="0"/>
              <a:t>欢迎 </a:t>
            </a:r>
            <a:r>
              <a:rPr lang="zh-CN" altLang="en-US" dirty="0">
                <a:hlinkClick r:id="rId7"/>
              </a:rPr>
              <a:t>持续关注东南大学止于至善学术风</a:t>
            </a:r>
            <a:r>
              <a:rPr lang="en-US" altLang="zh-CN" dirty="0">
                <a:hlinkClick r:id="rId7"/>
              </a:rPr>
              <a:t> PPT </a:t>
            </a:r>
            <a:r>
              <a:rPr lang="zh-CN" altLang="en-US" dirty="0">
                <a:hlinkClick r:id="rId7"/>
              </a:rPr>
              <a:t>模板</a:t>
            </a:r>
            <a:r>
              <a:rPr lang="zh-CN" altLang="en-US" dirty="0"/>
              <a:t> （</a:t>
            </a:r>
            <a:r>
              <a:rPr lang="en-US" altLang="zh-CN" sz="1200" b="0" i="0" kern="1200" dirty="0">
                <a:solidFill>
                  <a:schemeClr val="tx1"/>
                </a:solidFill>
                <a:effectLst/>
                <a:latin typeface="+mn-lt"/>
                <a:ea typeface="+mn-ea"/>
                <a:cs typeface="+mn-cs"/>
              </a:rPr>
              <a:t>https://</a:t>
            </a:r>
            <a:r>
              <a:rPr lang="en-US" altLang="zh-CN" sz="1200" b="0" i="0" kern="1200" dirty="0" err="1">
                <a:solidFill>
                  <a:schemeClr val="tx1"/>
                </a:solidFill>
                <a:effectLst/>
                <a:latin typeface="+mn-lt"/>
                <a:ea typeface="+mn-ea"/>
                <a:cs typeface="+mn-cs"/>
              </a:rPr>
              <a:t>zhuanlan.zhihu.com</a:t>
            </a:r>
            <a:r>
              <a:rPr lang="en-US" altLang="zh-CN" sz="1200" b="0" i="0" kern="1200" dirty="0">
                <a:solidFill>
                  <a:schemeClr val="tx1"/>
                </a:solidFill>
                <a:effectLst/>
                <a:latin typeface="+mn-lt"/>
                <a:ea typeface="+mn-ea"/>
                <a:cs typeface="+mn-cs"/>
              </a:rPr>
              <a:t>/p/335298500</a:t>
            </a:r>
            <a:r>
              <a:rPr lang="zh-CN" altLang="en-US" dirty="0"/>
              <a:t>）后续的功能优化及多语言更新版本。</a:t>
            </a:r>
            <a:endParaRPr lang="en-US" altLang="zh-CN" dirty="0"/>
          </a:p>
          <a:p>
            <a:pPr marL="285750" indent="-285750">
              <a:lnSpc>
                <a:spcPct val="150000"/>
              </a:lnSpc>
              <a:buFont typeface="Arial" panose="020B0604020202020204" pitchFamily="34" charset="0"/>
              <a:buChar char="•"/>
            </a:pPr>
            <a:r>
              <a:rPr lang="zh-CN" altLang="en-US" dirty="0"/>
              <a:t>最后，祝汇报顺利，马到成功！</a:t>
            </a:r>
            <a:endParaRPr lang="en-US" altLang="zh-CN" dirty="0"/>
          </a:p>
          <a:p>
            <a:pPr marL="285750" indent="-285750">
              <a:lnSpc>
                <a:spcPct val="150000"/>
              </a:lnSpc>
              <a:buFont typeface="Arial" panose="020B0604020202020204" pitchFamily="34" charset="0"/>
              <a:buChar char="•"/>
            </a:pPr>
            <a:endParaRPr lang="en-US" altLang="zh-CN" dirty="0"/>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1" lang="en-US" altLang="zh-CN" dirty="0">
                <a:latin typeface="+mn-ea"/>
                <a:cs typeface="Arial" panose="020B0604020202020204" pitchFamily="34" charset="0"/>
              </a:rPr>
              <a:t>Version:</a:t>
            </a:r>
            <a:r>
              <a:rPr kumimoji="1" lang="zh-CN" altLang="en-US" dirty="0">
                <a:latin typeface="+mn-ea"/>
                <a:cs typeface="Arial" panose="020B0604020202020204" pitchFamily="34" charset="0"/>
              </a:rPr>
              <a:t> </a:t>
            </a:r>
            <a:r>
              <a:rPr kumimoji="1" lang="en-US" altLang="zh-CN" dirty="0">
                <a:latin typeface="+mn-ea"/>
                <a:cs typeface="Arial" panose="020B0604020202020204" pitchFamily="34" charset="0"/>
              </a:rPr>
              <a:t>(2021) v1.5-cn.</a:t>
            </a:r>
            <a:endParaRPr kumimoji="1" lang="zh-CN" altLang="en-US" dirty="0">
              <a:latin typeface="+mn-ea"/>
              <a:cs typeface="Arial" panose="020B0604020202020204" pitchFamily="34" charset="0"/>
            </a:endParaRPr>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框改斜线</a:t>
            </a:r>
            <a:endParaRPr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幻灯片1">
    <p:bg>
      <p:bgPr>
        <a:solidFill>
          <a:schemeClr val="bg1"/>
        </a:solidFill>
        <a:effectLst/>
      </p:bgPr>
    </p:bg>
    <p:spTree>
      <p:nvGrpSpPr>
        <p:cNvPr id="1" name=""/>
        <p:cNvGrpSpPr/>
        <p:nvPr/>
      </p:nvGrpSpPr>
      <p:grpSpPr>
        <a:xfrm>
          <a:off x="0" y="0"/>
          <a:ext cx="0" cy="0"/>
          <a:chOff x="0" y="0"/>
          <a:chExt cx="0" cy="0"/>
        </a:xfrm>
      </p:grpSpPr>
      <p:sp>
        <p:nvSpPr>
          <p:cNvPr id="47" name="箭头: 五边形 46"/>
          <p:cNvSpPr/>
          <p:nvPr userDrawn="1"/>
        </p:nvSpPr>
        <p:spPr>
          <a:xfrm rot="5400000">
            <a:off x="-1070579" y="2025798"/>
            <a:ext cx="6858002" cy="2806406"/>
          </a:xfrm>
          <a:prstGeom prst="homePlate">
            <a:avLst>
              <a:gd name="adj" fmla="val 32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solidFill>
            </a:endParaRPr>
          </a:p>
        </p:txBody>
      </p:sp>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93142" y="2263721"/>
            <a:ext cx="2330560" cy="233056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版式">
    <p:bg>
      <p:bgPr>
        <a:solidFill>
          <a:schemeClr val="bg1"/>
        </a:solidFill>
        <a:effectLst/>
      </p:bgPr>
    </p:bg>
    <p:spTree>
      <p:nvGrpSpPr>
        <p:cNvPr id="1" name=""/>
        <p:cNvGrpSpPr/>
        <p:nvPr/>
      </p:nvGrpSpPr>
      <p:grpSpPr>
        <a:xfrm>
          <a:off x="0" y="0"/>
          <a:ext cx="0" cy="0"/>
          <a:chOff x="0" y="0"/>
          <a:chExt cx="0" cy="0"/>
        </a:xfrm>
      </p:grpSpPr>
      <p:sp>
        <p:nvSpPr>
          <p:cNvPr id="85" name="任意多边形: 形状 84"/>
          <p:cNvSpPr/>
          <p:nvPr userDrawn="1"/>
        </p:nvSpPr>
        <p:spPr bwMode="auto">
          <a:xfrm rot="5400000">
            <a:off x="4539448" y="-380490"/>
            <a:ext cx="3113105" cy="2609911"/>
          </a:xfrm>
          <a:custGeom>
            <a:avLst/>
            <a:gdLst>
              <a:gd name="connsiteX0" fmla="*/ 0 w 3113105"/>
              <a:gd name="connsiteY0" fmla="*/ 2609911 h 2609911"/>
              <a:gd name="connsiteX1" fmla="*/ 0 w 3113105"/>
              <a:gd name="connsiteY1" fmla="*/ 0 h 2609911"/>
              <a:gd name="connsiteX2" fmla="*/ 2301594 w 3113105"/>
              <a:gd name="connsiteY2" fmla="*/ 0 h 2609911"/>
              <a:gd name="connsiteX3" fmla="*/ 3113105 w 3113105"/>
              <a:gd name="connsiteY3" fmla="*/ 1304956 h 2609911"/>
              <a:gd name="connsiteX4" fmla="*/ 2301594 w 3113105"/>
              <a:gd name="connsiteY4" fmla="*/ 2609910 h 2609911"/>
              <a:gd name="connsiteX5" fmla="*/ 2301594 w 3113105"/>
              <a:gd name="connsiteY5" fmla="*/ 2609911 h 260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13105" h="2609911">
                <a:moveTo>
                  <a:pt x="0" y="2609911"/>
                </a:moveTo>
                <a:lnTo>
                  <a:pt x="0" y="0"/>
                </a:lnTo>
                <a:lnTo>
                  <a:pt x="2301594" y="0"/>
                </a:lnTo>
                <a:lnTo>
                  <a:pt x="3113105" y="1304956"/>
                </a:lnTo>
                <a:lnTo>
                  <a:pt x="2301594" y="2609910"/>
                </a:lnTo>
                <a:lnTo>
                  <a:pt x="2301594" y="2609911"/>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dirty="0">
              <a:solidFill>
                <a:schemeClr val="bg1"/>
              </a:solidFill>
              <a:cs typeface="+mn-ea"/>
              <a:sym typeface="+mn-lt"/>
            </a:endParaRPr>
          </a:p>
        </p:txBody>
      </p:sp>
      <p:sp>
        <p:nvSpPr>
          <p:cNvPr id="86" name="文本框 85"/>
          <p:cNvSpPr txBox="1"/>
          <p:nvPr userDrawn="1"/>
        </p:nvSpPr>
        <p:spPr>
          <a:xfrm>
            <a:off x="5127626" y="543216"/>
            <a:ext cx="1936749" cy="1174168"/>
          </a:xfrm>
          <a:prstGeom prst="rect">
            <a:avLst/>
          </a:prstGeom>
          <a:noFill/>
        </p:spPr>
        <p:txBody>
          <a:bodyPr wrap="none" rtlCol="0">
            <a:spAutoFit/>
          </a:bodyPr>
          <a:lstStyle/>
          <a:p>
            <a:pPr>
              <a:lnSpc>
                <a:spcPct val="130000"/>
              </a:lnSpc>
            </a:pPr>
            <a:r>
              <a:rPr lang="zh-CN" altLang="en-US" sz="6000" dirty="0">
                <a:solidFill>
                  <a:schemeClr val="bg1"/>
                </a:solidFill>
                <a:cs typeface="+mn-ea"/>
                <a:sym typeface="+mn-lt"/>
              </a:rPr>
              <a:t>目 录</a:t>
            </a:r>
            <a:endParaRPr lang="zh-CN" altLang="en-US" sz="6000" dirty="0">
              <a:solidFill>
                <a:schemeClr val="bg1"/>
              </a:solidFill>
              <a:cs typeface="+mn-ea"/>
              <a:sym typeface="+mn-lt"/>
            </a:endParaRPr>
          </a:p>
        </p:txBody>
      </p:sp>
      <p:sp>
        <p:nvSpPr>
          <p:cNvPr id="87" name="任意多边形: 形状 86"/>
          <p:cNvSpPr/>
          <p:nvPr userDrawn="1"/>
        </p:nvSpPr>
        <p:spPr bwMode="auto">
          <a:xfrm rot="5400000">
            <a:off x="4384812" y="-485285"/>
            <a:ext cx="3422377" cy="3128773"/>
          </a:xfrm>
          <a:custGeom>
            <a:avLst/>
            <a:gdLst>
              <a:gd name="connsiteX0" fmla="*/ 0 w 3422377"/>
              <a:gd name="connsiteY0" fmla="*/ 3128773 h 3128773"/>
              <a:gd name="connsiteX1" fmla="*/ 0 w 3422377"/>
              <a:gd name="connsiteY1" fmla="*/ 0 h 3128773"/>
              <a:gd name="connsiteX2" fmla="*/ 2449535 w 3422377"/>
              <a:gd name="connsiteY2" fmla="*/ 0 h 3128773"/>
              <a:gd name="connsiteX3" fmla="*/ 3422377 w 3422377"/>
              <a:gd name="connsiteY3" fmla="*/ 1564387 h 3128773"/>
              <a:gd name="connsiteX4" fmla="*/ 2449535 w 3422377"/>
              <a:gd name="connsiteY4" fmla="*/ 3128772 h 3128773"/>
              <a:gd name="connsiteX5" fmla="*/ 2449535 w 3422377"/>
              <a:gd name="connsiteY5" fmla="*/ 3128773 h 3128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2377" h="3128773">
                <a:moveTo>
                  <a:pt x="0" y="3128773"/>
                </a:moveTo>
                <a:lnTo>
                  <a:pt x="0" y="0"/>
                </a:lnTo>
                <a:lnTo>
                  <a:pt x="2449535" y="0"/>
                </a:lnTo>
                <a:lnTo>
                  <a:pt x="3422377" y="1564387"/>
                </a:lnTo>
                <a:lnTo>
                  <a:pt x="2449535" y="3128772"/>
                </a:lnTo>
                <a:lnTo>
                  <a:pt x="2449535" y="3128773"/>
                </a:lnTo>
                <a:close/>
              </a:path>
            </a:pathLst>
          </a:custGeom>
          <a:noFill/>
          <a:ln w="12700">
            <a:solidFill>
              <a:schemeClr val="accent1"/>
            </a:solidFill>
            <a:prstDash val="lgDash"/>
          </a:ln>
          <a:effectLst/>
        </p:spPr>
        <p:txBody>
          <a:bodyPr vert="horz" wrap="square" lIns="91440" tIns="45720" rIns="91440" bIns="45720" numCol="1" anchor="ctr" anchorCtr="0" compatLnSpc="1">
            <a:noAutofit/>
          </a:bodyPr>
          <a:lstStyle/>
          <a:p>
            <a:pPr algn="ctr">
              <a:lnSpc>
                <a:spcPct val="130000"/>
              </a:lnSpc>
            </a:pPr>
            <a:endParaRPr lang="en-US" sz="4000" dirty="0">
              <a:solidFill>
                <a:schemeClr val="bg1"/>
              </a:solidFill>
              <a:cs typeface="+mn-ea"/>
              <a:sym typeface="+mn-lt"/>
            </a:endParaRPr>
          </a:p>
        </p:txBody>
      </p:sp>
      <p:pic>
        <p:nvPicPr>
          <p:cNvPr id="89" name="图片 88"/>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3429000" y="0"/>
            <a:ext cx="6858000" cy="6858000"/>
          </a:xfrm>
          <a:prstGeom prst="rect">
            <a:avLst/>
          </a:prstGeom>
        </p:spPr>
      </p:pic>
      <p:pic>
        <p:nvPicPr>
          <p:cNvPr id="90" name="图片 89"/>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8763000" y="0"/>
            <a:ext cx="6858000" cy="6858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转场-短标题1">
    <p:spTree>
      <p:nvGrpSpPr>
        <p:cNvPr id="1" name=""/>
        <p:cNvGrpSpPr/>
        <p:nvPr/>
      </p:nvGrpSpPr>
      <p:grpSpPr>
        <a:xfrm>
          <a:off x="0" y="0"/>
          <a:ext cx="0" cy="0"/>
          <a:chOff x="0" y="0"/>
          <a:chExt cx="0" cy="0"/>
        </a:xfrm>
      </p:grpSpPr>
      <p:sp>
        <p:nvSpPr>
          <p:cNvPr id="6" name="椭圆 5"/>
          <p:cNvSpPr/>
          <p:nvPr userDrawn="1"/>
        </p:nvSpPr>
        <p:spPr>
          <a:xfrm>
            <a:off x="3997387" y="1330387"/>
            <a:ext cx="4197226" cy="419722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文本框 6"/>
          <p:cNvSpPr txBox="1"/>
          <p:nvPr userDrawn="1"/>
        </p:nvSpPr>
        <p:spPr>
          <a:xfrm>
            <a:off x="5093161" y="3044279"/>
            <a:ext cx="2005677" cy="769441"/>
          </a:xfrm>
          <a:prstGeom prst="rect">
            <a:avLst/>
          </a:prstGeom>
          <a:noFill/>
        </p:spPr>
        <p:txBody>
          <a:bodyPr wrap="none" rtlCol="0">
            <a:spAutoFit/>
          </a:bodyPr>
          <a:lstStyle/>
          <a:p>
            <a:r>
              <a:rPr lang="en-US" altLang="zh-CN" sz="4400" dirty="0">
                <a:solidFill>
                  <a:schemeClr val="bg1"/>
                </a:solidFill>
                <a:latin typeface="Arial" panose="020B0604020202020204" pitchFamily="34" charset="0"/>
                <a:cs typeface="Arial" panose="020B0604020202020204" pitchFamily="34" charset="0"/>
              </a:rPr>
              <a:t>Part 01</a:t>
            </a:r>
            <a:endParaRPr lang="zh-CN" altLang="en-US" sz="4400" dirty="0">
              <a:solidFill>
                <a:schemeClr val="bg1"/>
              </a:solidFill>
              <a:latin typeface="Arial" panose="020B0604020202020204" pitchFamily="34" charset="0"/>
              <a:cs typeface="Arial" panose="020B0604020202020204" pitchFamily="34" charset="0"/>
            </a:endParaRPr>
          </a:p>
        </p:txBody>
      </p:sp>
      <p:cxnSp>
        <p:nvCxnSpPr>
          <p:cNvPr id="8" name="直接连接符 7"/>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椭圆 9"/>
          <p:cNvSpPr/>
          <p:nvPr userDrawn="1"/>
        </p:nvSpPr>
        <p:spPr>
          <a:xfrm>
            <a:off x="3775702" y="1108702"/>
            <a:ext cx="4640596" cy="4640596"/>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userDrawn="1"/>
        </p:nvSpPr>
        <p:spPr>
          <a:xfrm>
            <a:off x="9613900" y="5273613"/>
            <a:ext cx="764381" cy="76438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userDrawn="1"/>
        </p:nvSpPr>
        <p:spPr>
          <a:xfrm>
            <a:off x="2209800" y="6134100"/>
            <a:ext cx="1130300" cy="11303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10818188" y="-911691"/>
            <a:ext cx="2092326" cy="2092326"/>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1048048" y="-250249"/>
            <a:ext cx="2861767" cy="286176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占位符 16"/>
          <p:cNvSpPr>
            <a:spLocks noGrp="1"/>
          </p:cNvSpPr>
          <p:nvPr>
            <p:ph type="body" sz="quarter" idx="10" hasCustomPrompt="1"/>
          </p:nvPr>
        </p:nvSpPr>
        <p:spPr>
          <a:xfrm>
            <a:off x="4098000" y="3951320"/>
            <a:ext cx="3996000" cy="914400"/>
          </a:xfrm>
        </p:spPr>
        <p:txBody>
          <a:bodyPr anchor="ctr" anchorCtr="0">
            <a:normAutofit/>
          </a:bodyPr>
          <a:lstStyle>
            <a:lvl1pPr marL="0" indent="0" algn="ctr">
              <a:buNone/>
              <a:defRPr sz="2800">
                <a:solidFill>
                  <a:schemeClr val="bg1"/>
                </a:solidFill>
              </a:defRPr>
            </a:lvl1pPr>
          </a:lstStyle>
          <a:p>
            <a:pPr lvl="0"/>
            <a:r>
              <a:rPr lang="zh-CN" altLang="en-US" dirty="0"/>
              <a:t>编辑母版文本样式</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转场-短标题2">
    <p:spTree>
      <p:nvGrpSpPr>
        <p:cNvPr id="1" name=""/>
        <p:cNvGrpSpPr/>
        <p:nvPr/>
      </p:nvGrpSpPr>
      <p:grpSpPr>
        <a:xfrm>
          <a:off x="0" y="0"/>
          <a:ext cx="0" cy="0"/>
          <a:chOff x="0" y="0"/>
          <a:chExt cx="0" cy="0"/>
        </a:xfrm>
      </p:grpSpPr>
      <p:sp>
        <p:nvSpPr>
          <p:cNvPr id="6" name="等腰三角形 5"/>
          <p:cNvSpPr/>
          <p:nvPr userDrawn="1"/>
        </p:nvSpPr>
        <p:spPr>
          <a:xfrm>
            <a:off x="4000500" y="1050677"/>
            <a:ext cx="4191000" cy="409786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userDrawn="1"/>
        </p:nvSpPr>
        <p:spPr>
          <a:xfrm>
            <a:off x="5093162" y="3044279"/>
            <a:ext cx="2005677" cy="769441"/>
          </a:xfrm>
          <a:prstGeom prst="rect">
            <a:avLst/>
          </a:prstGeom>
          <a:noFill/>
        </p:spPr>
        <p:txBody>
          <a:bodyPr wrap="none" rtlCol="0">
            <a:spAutoFit/>
          </a:bodyPr>
          <a:lstStyle/>
          <a:p>
            <a:r>
              <a:rPr lang="en-US" altLang="zh-CN" sz="4400" dirty="0">
                <a:solidFill>
                  <a:schemeClr val="bg1"/>
                </a:solidFill>
                <a:latin typeface="+mj-lt"/>
                <a:cs typeface="Segoe UI" panose="020B0502040204020203" pitchFamily="34" charset="0"/>
              </a:rPr>
              <a:t>Part 02</a:t>
            </a:r>
            <a:endParaRPr lang="zh-CN" altLang="en-US" sz="4400" dirty="0">
              <a:solidFill>
                <a:schemeClr val="bg1"/>
              </a:solidFill>
              <a:latin typeface="+mj-lt"/>
              <a:cs typeface="Segoe UI" panose="020B0502040204020203" pitchFamily="34" charset="0"/>
            </a:endParaRPr>
          </a:p>
        </p:txBody>
      </p:sp>
      <p:cxnSp>
        <p:nvCxnSpPr>
          <p:cNvPr id="8" name="直接连接符 7"/>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等腰三角形 8"/>
          <p:cNvSpPr/>
          <p:nvPr userDrawn="1"/>
        </p:nvSpPr>
        <p:spPr>
          <a:xfrm>
            <a:off x="3564087" y="505131"/>
            <a:ext cx="5063826" cy="4951296"/>
          </a:xfrm>
          <a:prstGeom prst="triangle">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rot="10800000">
            <a:off x="1390650" y="6496115"/>
            <a:ext cx="1493560" cy="1460370"/>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11153775" y="1013971"/>
            <a:ext cx="2076450" cy="2030307"/>
          </a:xfrm>
          <a:prstGeom prs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等腰三角形 11"/>
          <p:cNvSpPr/>
          <p:nvPr userDrawn="1"/>
        </p:nvSpPr>
        <p:spPr>
          <a:xfrm rot="10800000">
            <a:off x="-414337" y="-187450"/>
            <a:ext cx="2386788" cy="2333749"/>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userDrawn="1"/>
        </p:nvSpPr>
        <p:spPr>
          <a:xfrm rot="5400000">
            <a:off x="9449232" y="5270665"/>
            <a:ext cx="883117" cy="863492"/>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占位符 17"/>
          <p:cNvSpPr>
            <a:spLocks noGrp="1"/>
          </p:cNvSpPr>
          <p:nvPr>
            <p:ph type="body" sz="quarter" idx="11" hasCustomPrompt="1"/>
          </p:nvPr>
        </p:nvSpPr>
        <p:spPr>
          <a:xfrm>
            <a:off x="4098000" y="3959372"/>
            <a:ext cx="3996000" cy="914400"/>
          </a:xfrm>
        </p:spPr>
        <p:txBody>
          <a:bodyPr anchor="ctr" anchorCtr="0"/>
          <a:lstStyle>
            <a:lvl1pPr marL="0" indent="0" algn="ctr">
              <a:buNone/>
              <a:defRPr>
                <a:solidFill>
                  <a:schemeClr val="bg1"/>
                </a:solidFill>
              </a:defRPr>
            </a:lvl1pPr>
            <a:lvl3pPr marL="914400" indent="0">
              <a:buNone/>
              <a:defRPr/>
            </a:lvl3pPr>
          </a:lstStyle>
          <a:p>
            <a:pPr lvl="0"/>
            <a:r>
              <a:rPr lang="zh-CN" altLang="en-US" dirty="0"/>
              <a:t>编辑母版文本样式</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转场-短标题3">
    <p:spTree>
      <p:nvGrpSpPr>
        <p:cNvPr id="1" name=""/>
        <p:cNvGrpSpPr/>
        <p:nvPr/>
      </p:nvGrpSpPr>
      <p:grpSpPr>
        <a:xfrm>
          <a:off x="0" y="0"/>
          <a:ext cx="0" cy="0"/>
          <a:chOff x="0" y="0"/>
          <a:chExt cx="0" cy="0"/>
        </a:xfrm>
      </p:grpSpPr>
      <p:sp>
        <p:nvSpPr>
          <p:cNvPr id="6" name="矩形 5"/>
          <p:cNvSpPr/>
          <p:nvPr userDrawn="1"/>
        </p:nvSpPr>
        <p:spPr>
          <a:xfrm rot="18893364">
            <a:off x="4380710" y="1706822"/>
            <a:ext cx="3444573" cy="34445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userDrawn="1"/>
        </p:nvSpPr>
        <p:spPr>
          <a:xfrm rot="18893364">
            <a:off x="4161891" y="1495013"/>
            <a:ext cx="3868219" cy="3868219"/>
          </a:xfrm>
          <a:prstGeom prst="rect">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userDrawn="1"/>
        </p:nvSpPr>
        <p:spPr>
          <a:xfrm>
            <a:off x="5093162" y="3044279"/>
            <a:ext cx="2005677" cy="769441"/>
          </a:xfrm>
          <a:prstGeom prst="rect">
            <a:avLst/>
          </a:prstGeom>
          <a:noFill/>
        </p:spPr>
        <p:txBody>
          <a:bodyPr wrap="none" rtlCol="0">
            <a:spAutoFit/>
          </a:bodyPr>
          <a:lstStyle/>
          <a:p>
            <a:r>
              <a:rPr lang="en-US" altLang="zh-CN" sz="4400" dirty="0">
                <a:solidFill>
                  <a:schemeClr val="bg1"/>
                </a:solidFill>
                <a:latin typeface="+mj-lt"/>
                <a:cs typeface="Segoe UI" panose="020B0502040204020203" pitchFamily="34" charset="0"/>
              </a:rPr>
              <a:t>Part 03</a:t>
            </a:r>
            <a:endParaRPr lang="zh-CN" altLang="en-US" sz="4400" dirty="0">
              <a:solidFill>
                <a:schemeClr val="bg1"/>
              </a:solidFill>
              <a:latin typeface="+mj-lt"/>
              <a:cs typeface="Segoe UI" panose="020B0502040204020203" pitchFamily="34" charset="0"/>
            </a:endParaRPr>
          </a:p>
        </p:txBody>
      </p:sp>
      <p:cxnSp>
        <p:nvCxnSpPr>
          <p:cNvPr id="9" name="直接连接符 8"/>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矩形 9"/>
          <p:cNvSpPr/>
          <p:nvPr userDrawn="1"/>
        </p:nvSpPr>
        <p:spPr>
          <a:xfrm rot="18893364">
            <a:off x="-897505" y="-513190"/>
            <a:ext cx="2663805" cy="2663805"/>
          </a:xfrm>
          <a:prstGeom prst="rect">
            <a:avLst/>
          </a:prstGeom>
          <a:solidFill>
            <a:srgbClr val="A4A8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nvSpPr>
        <p:spPr>
          <a:xfrm rot="18893364">
            <a:off x="725976" y="6497388"/>
            <a:ext cx="1300124" cy="1300124"/>
          </a:xfrm>
          <a:prstGeom prst="rect">
            <a:avLst/>
          </a:prstGeom>
          <a:solidFill>
            <a:srgbClr val="C3C7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nvSpPr>
        <p:spPr>
          <a:xfrm rot="18893364">
            <a:off x="11407699" y="1261300"/>
            <a:ext cx="1568601" cy="1568601"/>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nvSpPr>
        <p:spPr>
          <a:xfrm rot="18893364">
            <a:off x="9270159" y="5188596"/>
            <a:ext cx="861175" cy="861175"/>
          </a:xfrm>
          <a:prstGeom prst="rect">
            <a:avLst/>
          </a:prstGeom>
          <a:solidFill>
            <a:srgbClr val="8589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占位符 16"/>
          <p:cNvSpPr>
            <a:spLocks noGrp="1"/>
          </p:cNvSpPr>
          <p:nvPr userDrawn="1">
            <p:ph type="body" sz="quarter" idx="10" hasCustomPrompt="1"/>
          </p:nvPr>
        </p:nvSpPr>
        <p:spPr>
          <a:xfrm>
            <a:off x="4098000" y="3947897"/>
            <a:ext cx="3996000" cy="914400"/>
          </a:xfrm>
        </p:spPr>
        <p:txBody>
          <a:bodyPr anchor="ctr" anchorCtr="0"/>
          <a:lstStyle>
            <a:lvl1pPr marL="0" indent="0" algn="ctr">
              <a:buNone/>
              <a:defRPr>
                <a:solidFill>
                  <a:schemeClr val="bg1"/>
                </a:solidFill>
              </a:defRPr>
            </a:lvl1pPr>
            <a:lvl2pPr marL="457200" indent="0">
              <a:buNone/>
              <a:defRPr/>
            </a:lvl2pPr>
          </a:lstStyle>
          <a:p>
            <a:pPr lvl="0"/>
            <a:r>
              <a:rPr lang="zh-CN" altLang="en-US" dirty="0"/>
              <a:t>编辑母版文本样式</a:t>
            </a:r>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转场-短标题4">
    <p:spTree>
      <p:nvGrpSpPr>
        <p:cNvPr id="1" name=""/>
        <p:cNvGrpSpPr/>
        <p:nvPr/>
      </p:nvGrpSpPr>
      <p:grpSpPr>
        <a:xfrm>
          <a:off x="0" y="0"/>
          <a:ext cx="0" cy="0"/>
          <a:chOff x="0" y="0"/>
          <a:chExt cx="0" cy="0"/>
        </a:xfrm>
      </p:grpSpPr>
      <p:sp>
        <p:nvSpPr>
          <p:cNvPr id="6" name="五边形 5"/>
          <p:cNvSpPr>
            <a:spLocks noChangeAspect="1"/>
          </p:cNvSpPr>
          <p:nvPr userDrawn="1"/>
        </p:nvSpPr>
        <p:spPr>
          <a:xfrm>
            <a:off x="3870642" y="1106412"/>
            <a:ext cx="4450715" cy="4238776"/>
          </a:xfrm>
          <a:prstGeom prst="pen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userDrawn="1"/>
        </p:nvSpPr>
        <p:spPr>
          <a:xfrm>
            <a:off x="5093162" y="3044279"/>
            <a:ext cx="2005677" cy="769441"/>
          </a:xfrm>
          <a:prstGeom prst="rect">
            <a:avLst/>
          </a:prstGeom>
          <a:noFill/>
        </p:spPr>
        <p:txBody>
          <a:bodyPr wrap="none" rtlCol="0">
            <a:spAutoFit/>
          </a:bodyPr>
          <a:lstStyle/>
          <a:p>
            <a:r>
              <a:rPr lang="en-US" altLang="zh-CN" sz="4400" dirty="0">
                <a:solidFill>
                  <a:schemeClr val="bg1"/>
                </a:solidFill>
                <a:latin typeface="+mj-lt"/>
                <a:cs typeface="Segoe UI" panose="020B0502040204020203" pitchFamily="34" charset="0"/>
              </a:rPr>
              <a:t>Part 04</a:t>
            </a:r>
            <a:endParaRPr lang="zh-CN" altLang="en-US" sz="4400" dirty="0">
              <a:solidFill>
                <a:schemeClr val="bg1"/>
              </a:solidFill>
              <a:latin typeface="+mj-lt"/>
              <a:cs typeface="Segoe UI" panose="020B0502040204020203" pitchFamily="34" charset="0"/>
            </a:endParaRPr>
          </a:p>
        </p:txBody>
      </p:sp>
      <p:cxnSp>
        <p:nvCxnSpPr>
          <p:cNvPr id="8" name="直接连接符 7"/>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五边形 8"/>
          <p:cNvSpPr>
            <a:spLocks noChangeAspect="1"/>
          </p:cNvSpPr>
          <p:nvPr userDrawn="1"/>
        </p:nvSpPr>
        <p:spPr>
          <a:xfrm>
            <a:off x="3575685" y="806045"/>
            <a:ext cx="5040628" cy="4800598"/>
          </a:xfrm>
          <a:prstGeom prst="pentagon">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五边形 9"/>
          <p:cNvSpPr>
            <a:spLocks noChangeAspect="1"/>
          </p:cNvSpPr>
          <p:nvPr userDrawn="1"/>
        </p:nvSpPr>
        <p:spPr>
          <a:xfrm rot="18978551">
            <a:off x="1199607" y="5189314"/>
            <a:ext cx="1114961" cy="1061868"/>
          </a:xfrm>
          <a:prstGeom prst="pentagon">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五边形 10"/>
          <p:cNvSpPr>
            <a:spLocks noChangeAspect="1"/>
          </p:cNvSpPr>
          <p:nvPr userDrawn="1"/>
        </p:nvSpPr>
        <p:spPr>
          <a:xfrm>
            <a:off x="-1122630" y="516786"/>
            <a:ext cx="2245259" cy="2138343"/>
          </a:xfrm>
          <a:prstGeom prst="pentagon">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五边形 11"/>
          <p:cNvSpPr>
            <a:spLocks noChangeAspect="1"/>
          </p:cNvSpPr>
          <p:nvPr userDrawn="1"/>
        </p:nvSpPr>
        <p:spPr>
          <a:xfrm rot="6589711">
            <a:off x="10153440" y="4944146"/>
            <a:ext cx="2774574" cy="2642453"/>
          </a:xfrm>
          <a:prstGeom prst="pentagon">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五边形 12"/>
          <p:cNvSpPr>
            <a:spLocks noChangeAspect="1"/>
          </p:cNvSpPr>
          <p:nvPr userDrawn="1"/>
        </p:nvSpPr>
        <p:spPr>
          <a:xfrm rot="10800000">
            <a:off x="9654125" y="-530934"/>
            <a:ext cx="1114961" cy="1061868"/>
          </a:xfrm>
          <a:prstGeom prst="pentagon">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占位符 16"/>
          <p:cNvSpPr>
            <a:spLocks noGrp="1"/>
          </p:cNvSpPr>
          <p:nvPr>
            <p:ph type="body" sz="quarter" idx="10" hasCustomPrompt="1"/>
          </p:nvPr>
        </p:nvSpPr>
        <p:spPr>
          <a:xfrm>
            <a:off x="4098000" y="3947897"/>
            <a:ext cx="3996000" cy="914400"/>
          </a:xfrm>
        </p:spPr>
        <p:txBody>
          <a:bodyPr anchor="ctr" anchorCtr="0"/>
          <a:lstStyle>
            <a:lvl1pPr marL="0" indent="0" algn="ctr">
              <a:buNone/>
              <a:defRPr>
                <a:solidFill>
                  <a:schemeClr val="bg1"/>
                </a:solidFill>
              </a:defRPr>
            </a:lvl1pPr>
          </a:lstStyle>
          <a:p>
            <a:pPr lvl="0"/>
            <a:r>
              <a:rPr lang="zh-CN" altLang="en-US" dirty="0"/>
              <a:t>编辑母版文本样式</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转场-短标题5">
    <p:spTree>
      <p:nvGrpSpPr>
        <p:cNvPr id="1" name=""/>
        <p:cNvGrpSpPr/>
        <p:nvPr/>
      </p:nvGrpSpPr>
      <p:grpSpPr>
        <a:xfrm>
          <a:off x="0" y="0"/>
          <a:ext cx="0" cy="0"/>
          <a:chOff x="0" y="0"/>
          <a:chExt cx="0" cy="0"/>
        </a:xfrm>
      </p:grpSpPr>
      <p:sp>
        <p:nvSpPr>
          <p:cNvPr id="6" name="六边形 5"/>
          <p:cNvSpPr>
            <a:spLocks noChangeAspect="1"/>
          </p:cNvSpPr>
          <p:nvPr userDrawn="1"/>
        </p:nvSpPr>
        <p:spPr>
          <a:xfrm rot="16200000">
            <a:off x="3978962" y="1603967"/>
            <a:ext cx="4234076" cy="365006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userDrawn="1"/>
        </p:nvSpPr>
        <p:spPr>
          <a:xfrm>
            <a:off x="5093162" y="3044279"/>
            <a:ext cx="2005677" cy="769441"/>
          </a:xfrm>
          <a:prstGeom prst="rect">
            <a:avLst/>
          </a:prstGeom>
          <a:noFill/>
        </p:spPr>
        <p:txBody>
          <a:bodyPr wrap="none" rtlCol="0">
            <a:spAutoFit/>
          </a:bodyPr>
          <a:lstStyle/>
          <a:p>
            <a:r>
              <a:rPr lang="en-US" altLang="zh-CN" sz="4400" dirty="0">
                <a:solidFill>
                  <a:schemeClr val="bg1"/>
                </a:solidFill>
                <a:latin typeface="+mj-lt"/>
                <a:cs typeface="Segoe UI" panose="020B0502040204020203" pitchFamily="34" charset="0"/>
              </a:rPr>
              <a:t>Part 05</a:t>
            </a:r>
            <a:endParaRPr lang="zh-CN" altLang="en-US" sz="4400" dirty="0">
              <a:solidFill>
                <a:schemeClr val="bg1"/>
              </a:solidFill>
              <a:latin typeface="+mj-lt"/>
              <a:cs typeface="Segoe UI" panose="020B0502040204020203" pitchFamily="34" charset="0"/>
            </a:endParaRPr>
          </a:p>
        </p:txBody>
      </p:sp>
      <p:cxnSp>
        <p:nvCxnSpPr>
          <p:cNvPr id="9" name="直接连接符 8"/>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六边形 9"/>
          <p:cNvSpPr/>
          <p:nvPr userDrawn="1"/>
        </p:nvSpPr>
        <p:spPr>
          <a:xfrm rot="16200000">
            <a:off x="3695701" y="1359776"/>
            <a:ext cx="4800598" cy="4138446"/>
          </a:xfrm>
          <a:prstGeom prst="hex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六边形 10"/>
          <p:cNvSpPr>
            <a:spLocks noChangeAspect="1"/>
          </p:cNvSpPr>
          <p:nvPr userDrawn="1"/>
        </p:nvSpPr>
        <p:spPr>
          <a:xfrm rot="16200000">
            <a:off x="-687663" y="4872077"/>
            <a:ext cx="2798353" cy="2412373"/>
          </a:xfrm>
          <a:prstGeom prst="hexagon">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六边形 11"/>
          <p:cNvSpPr>
            <a:spLocks noChangeAspect="1"/>
          </p:cNvSpPr>
          <p:nvPr userDrawn="1"/>
        </p:nvSpPr>
        <p:spPr>
          <a:xfrm rot="16200000">
            <a:off x="9480973" y="5159003"/>
            <a:ext cx="1015781" cy="875673"/>
          </a:xfrm>
          <a:prstGeom prst="hexagon">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六边形 12"/>
          <p:cNvSpPr>
            <a:spLocks noChangeAspect="1"/>
          </p:cNvSpPr>
          <p:nvPr userDrawn="1"/>
        </p:nvSpPr>
        <p:spPr>
          <a:xfrm rot="16200000">
            <a:off x="11493500" y="210644"/>
            <a:ext cx="1397000" cy="1204310"/>
          </a:xfrm>
          <a:prstGeom prst="hexagon">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六边形 13"/>
          <p:cNvSpPr>
            <a:spLocks noChangeAspect="1"/>
          </p:cNvSpPr>
          <p:nvPr userDrawn="1"/>
        </p:nvSpPr>
        <p:spPr>
          <a:xfrm rot="16200000">
            <a:off x="641459" y="-437837"/>
            <a:ext cx="1015781" cy="875673"/>
          </a:xfrm>
          <a:prstGeom prst="hexagon">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占位符 16"/>
          <p:cNvSpPr>
            <a:spLocks noGrp="1"/>
          </p:cNvSpPr>
          <p:nvPr>
            <p:ph type="body" sz="quarter" idx="10" hasCustomPrompt="1"/>
          </p:nvPr>
        </p:nvSpPr>
        <p:spPr>
          <a:xfrm>
            <a:off x="4098000" y="3947897"/>
            <a:ext cx="3996000" cy="914400"/>
          </a:xfrm>
        </p:spPr>
        <p:txBody>
          <a:bodyPr anchor="ctr" anchorCtr="0"/>
          <a:lstStyle>
            <a:lvl1pPr marL="0" indent="0" algn="ctr">
              <a:buNone/>
              <a:defRPr>
                <a:solidFill>
                  <a:schemeClr val="bg1"/>
                </a:solidFill>
              </a:defRPr>
            </a:lvl1pPr>
          </a:lstStyle>
          <a:p>
            <a:pPr lvl="0"/>
            <a:r>
              <a:rPr lang="zh-CN" altLang="en-US" dirty="0"/>
              <a:t>编辑母版文本样式</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转场-短标题6">
    <p:spTree>
      <p:nvGrpSpPr>
        <p:cNvPr id="1" name=""/>
        <p:cNvGrpSpPr/>
        <p:nvPr/>
      </p:nvGrpSpPr>
      <p:grpSpPr>
        <a:xfrm>
          <a:off x="0" y="0"/>
          <a:ext cx="0" cy="0"/>
          <a:chOff x="0" y="0"/>
          <a:chExt cx="0" cy="0"/>
        </a:xfrm>
      </p:grpSpPr>
      <p:sp>
        <p:nvSpPr>
          <p:cNvPr id="6" name="七边形 5"/>
          <p:cNvSpPr>
            <a:spLocks noChangeAspect="1"/>
          </p:cNvSpPr>
          <p:nvPr userDrawn="1"/>
        </p:nvSpPr>
        <p:spPr>
          <a:xfrm>
            <a:off x="3972000" y="1047224"/>
            <a:ext cx="4248000" cy="4248000"/>
          </a:xfrm>
          <a:prstGeom prst="hep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userDrawn="1"/>
        </p:nvSpPr>
        <p:spPr>
          <a:xfrm>
            <a:off x="5093161" y="3044279"/>
            <a:ext cx="2005677" cy="769441"/>
          </a:xfrm>
          <a:prstGeom prst="rect">
            <a:avLst/>
          </a:prstGeom>
          <a:noFill/>
        </p:spPr>
        <p:txBody>
          <a:bodyPr wrap="none" rtlCol="0">
            <a:spAutoFit/>
          </a:bodyPr>
          <a:lstStyle/>
          <a:p>
            <a:r>
              <a:rPr lang="en-US" altLang="zh-CN" sz="4400" dirty="0">
                <a:solidFill>
                  <a:schemeClr val="bg1"/>
                </a:solidFill>
                <a:latin typeface="+mj-lt"/>
                <a:cs typeface="Segoe UI" panose="020B0502040204020203" pitchFamily="34" charset="0"/>
              </a:rPr>
              <a:t>Part 06</a:t>
            </a:r>
            <a:endParaRPr lang="zh-CN" altLang="en-US" sz="4400" dirty="0">
              <a:solidFill>
                <a:schemeClr val="bg1"/>
              </a:solidFill>
              <a:latin typeface="+mj-lt"/>
              <a:cs typeface="Segoe UI" panose="020B0502040204020203" pitchFamily="34" charset="0"/>
            </a:endParaRPr>
          </a:p>
        </p:txBody>
      </p:sp>
      <p:cxnSp>
        <p:nvCxnSpPr>
          <p:cNvPr id="9" name="直接连接符 8"/>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七边形 9"/>
          <p:cNvSpPr/>
          <p:nvPr userDrawn="1"/>
        </p:nvSpPr>
        <p:spPr>
          <a:xfrm rot="1563509">
            <a:off x="10682028" y="-776191"/>
            <a:ext cx="3268663" cy="3268663"/>
          </a:xfrm>
          <a:prstGeom prst="heptagon">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七边形 10"/>
          <p:cNvSpPr/>
          <p:nvPr userDrawn="1"/>
        </p:nvSpPr>
        <p:spPr>
          <a:xfrm>
            <a:off x="1384129" y="5078241"/>
            <a:ext cx="1047921" cy="1047921"/>
          </a:xfrm>
          <a:prstGeom prst="heptagon">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七边形 11"/>
          <p:cNvSpPr/>
          <p:nvPr userDrawn="1"/>
        </p:nvSpPr>
        <p:spPr>
          <a:xfrm rot="20151602">
            <a:off x="-1111336" y="360448"/>
            <a:ext cx="2222671" cy="2222671"/>
          </a:xfrm>
          <a:prstGeom prst="heptagon">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七边形 12"/>
          <p:cNvSpPr/>
          <p:nvPr userDrawn="1"/>
        </p:nvSpPr>
        <p:spPr>
          <a:xfrm rot="20592885">
            <a:off x="8879510" y="6235700"/>
            <a:ext cx="2222671" cy="2222671"/>
          </a:xfrm>
          <a:prstGeom prst="heptagon">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七边形 13"/>
          <p:cNvSpPr>
            <a:spLocks noChangeAspect="1"/>
          </p:cNvSpPr>
          <p:nvPr userDrawn="1"/>
        </p:nvSpPr>
        <p:spPr>
          <a:xfrm>
            <a:off x="3683000" y="774700"/>
            <a:ext cx="4826000" cy="4826000"/>
          </a:xfrm>
          <a:prstGeom prst="hept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占位符 16"/>
          <p:cNvSpPr>
            <a:spLocks noGrp="1"/>
          </p:cNvSpPr>
          <p:nvPr>
            <p:ph type="body" sz="quarter" idx="10" hasCustomPrompt="1"/>
          </p:nvPr>
        </p:nvSpPr>
        <p:spPr>
          <a:xfrm>
            <a:off x="4098000" y="3966909"/>
            <a:ext cx="3996000" cy="914400"/>
          </a:xfrm>
        </p:spPr>
        <p:txBody>
          <a:bodyPr anchor="ctr" anchorCtr="0"/>
          <a:lstStyle>
            <a:lvl1pPr marL="0" indent="0" algn="ctr">
              <a:buNone/>
              <a:defRPr>
                <a:solidFill>
                  <a:schemeClr val="bg1"/>
                </a:solidFill>
              </a:defRPr>
            </a:lvl1pPr>
          </a:lstStyle>
          <a:p>
            <a:pPr lvl="0"/>
            <a:r>
              <a:rPr lang="zh-CN" altLang="en-US" dirty="0"/>
              <a:t>编辑母版文本样式</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目录页-长标题">
    <p:bg>
      <p:bgPr>
        <a:solidFill>
          <a:schemeClr val="bg1"/>
        </a:solidFill>
        <a:effectLst/>
      </p:bgPr>
    </p:bg>
    <p:spTree>
      <p:nvGrpSpPr>
        <p:cNvPr id="1" name=""/>
        <p:cNvGrpSpPr/>
        <p:nvPr/>
      </p:nvGrpSpPr>
      <p:grpSpPr>
        <a:xfrm>
          <a:off x="0" y="0"/>
          <a:ext cx="0" cy="0"/>
          <a:chOff x="0" y="0"/>
          <a:chExt cx="0" cy="0"/>
        </a:xfrm>
      </p:grpSpPr>
      <p:sp>
        <p:nvSpPr>
          <p:cNvPr id="6" name="箭头: 五边形 5"/>
          <p:cNvSpPr/>
          <p:nvPr userDrawn="1"/>
        </p:nvSpPr>
        <p:spPr>
          <a:xfrm>
            <a:off x="2" y="0"/>
            <a:ext cx="2835871" cy="6858000"/>
          </a:xfrm>
          <a:prstGeom prst="homePlate">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矩形 53"/>
          <p:cNvSpPr/>
          <p:nvPr/>
        </p:nvSpPr>
        <p:spPr>
          <a:xfrm>
            <a:off x="609314" y="1962606"/>
            <a:ext cx="1617246" cy="2932788"/>
          </a:xfrm>
          <a:prstGeom prst="rect">
            <a:avLst/>
          </a:prstGeom>
          <a:no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2" name="矩形 1"/>
          <p:cNvSpPr/>
          <p:nvPr userDrawn="1"/>
        </p:nvSpPr>
        <p:spPr>
          <a:xfrm>
            <a:off x="2782511" y="612708"/>
            <a:ext cx="8695230" cy="5632585"/>
          </a:xfrm>
          <a:prstGeom prst="rect">
            <a:avLst/>
          </a:pr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730724" y="2258512"/>
            <a:ext cx="1374427" cy="2340976"/>
          </a:xfrm>
          <a:prstGeom prst="rect">
            <a:avLst/>
          </a:prstGeom>
          <a:noFill/>
        </p:spPr>
        <p:txBody>
          <a:bodyPr wrap="square" lIns="0" tIns="0" rIns="0" bIns="0" rtlCol="0" anchor="ctr" anchorCtr="0">
            <a:normAutofit lnSpcReduction="10000"/>
          </a:bodyPr>
          <a:lstStyle/>
          <a:p>
            <a:pPr algn="ctr"/>
            <a:r>
              <a:rPr lang="zh-CN" altLang="en-US" sz="5400" b="1" dirty="0">
                <a:solidFill>
                  <a:schemeClr val="bg1"/>
                </a:solidFill>
                <a:latin typeface="+mj-ea"/>
                <a:ea typeface="+mj-ea"/>
              </a:rPr>
              <a:t>目</a:t>
            </a:r>
            <a:endParaRPr lang="en-US" altLang="zh-CN" sz="5400" b="1" dirty="0">
              <a:solidFill>
                <a:schemeClr val="bg1"/>
              </a:solidFill>
              <a:latin typeface="+mj-ea"/>
              <a:ea typeface="+mj-ea"/>
            </a:endParaRPr>
          </a:p>
          <a:p>
            <a:pPr algn="ctr"/>
            <a:endParaRPr lang="en-US" altLang="zh-CN" sz="5400" b="1" dirty="0">
              <a:solidFill>
                <a:schemeClr val="bg1"/>
              </a:solidFill>
              <a:latin typeface="+mj-ea"/>
              <a:ea typeface="+mj-ea"/>
            </a:endParaRPr>
          </a:p>
          <a:p>
            <a:pPr algn="ctr"/>
            <a:r>
              <a:rPr lang="zh-CN" altLang="en-US" sz="5400" b="1" dirty="0">
                <a:solidFill>
                  <a:schemeClr val="bg1"/>
                </a:solidFill>
                <a:latin typeface="+mj-ea"/>
                <a:ea typeface="+mj-ea"/>
              </a:rPr>
              <a:t>录</a:t>
            </a:r>
            <a:endParaRPr lang="zh-CN" altLang="en-US" sz="4800" b="1" dirty="0">
              <a:solidFill>
                <a:schemeClr val="bg1"/>
              </a:solidFill>
              <a:latin typeface="+mj-ea"/>
              <a:ea typeface="+mj-ea"/>
            </a:endParaRPr>
          </a:p>
        </p:txBody>
      </p:sp>
      <p:pic>
        <p:nvPicPr>
          <p:cNvPr id="47" name="图片 46"/>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5334000" y="0"/>
            <a:ext cx="6858000" cy="685800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转场-长标题">
    <p:spTree>
      <p:nvGrpSpPr>
        <p:cNvPr id="1" name=""/>
        <p:cNvGrpSpPr/>
        <p:nvPr/>
      </p:nvGrpSpPr>
      <p:grpSpPr>
        <a:xfrm>
          <a:off x="0" y="0"/>
          <a:ext cx="0" cy="0"/>
          <a:chOff x="0" y="0"/>
          <a:chExt cx="0" cy="0"/>
        </a:xfrm>
      </p:grpSpPr>
      <p:sp>
        <p:nvSpPr>
          <p:cNvPr id="7" name="箭头: 五边形 6"/>
          <p:cNvSpPr/>
          <p:nvPr userDrawn="1"/>
        </p:nvSpPr>
        <p:spPr>
          <a:xfrm rot="19659736">
            <a:off x="-59387" y="6355211"/>
            <a:ext cx="1593667" cy="240022"/>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箭头: 五边形 24"/>
          <p:cNvSpPr/>
          <p:nvPr userDrawn="1"/>
        </p:nvSpPr>
        <p:spPr>
          <a:xfrm rot="19659736">
            <a:off x="501875" y="5626509"/>
            <a:ext cx="1198809" cy="202681"/>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箭头: 五边形 25"/>
          <p:cNvSpPr/>
          <p:nvPr userDrawn="1"/>
        </p:nvSpPr>
        <p:spPr>
          <a:xfrm rot="19659736">
            <a:off x="11343042" y="442070"/>
            <a:ext cx="869215" cy="124045"/>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箭头: 五边形 26"/>
          <p:cNvSpPr/>
          <p:nvPr userDrawn="1"/>
        </p:nvSpPr>
        <p:spPr>
          <a:xfrm rot="19659736">
            <a:off x="10829985" y="427917"/>
            <a:ext cx="542830" cy="99029"/>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12" name="任意多边形: 形状 11"/>
          <p:cNvSpPr/>
          <p:nvPr/>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dirty="0">
              <a:solidFill>
                <a:schemeClr val="accent3"/>
              </a:solidFill>
              <a:cs typeface="+mn-ea"/>
              <a:sym typeface="+mn-lt"/>
            </a:endParaRPr>
          </a:p>
        </p:txBody>
      </p: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pic>
        <p:nvPicPr>
          <p:cNvPr id="6" name="图片 5"/>
          <p:cNvPicPr>
            <a:picLocks noChangeAspect="1"/>
          </p:cNvPicPr>
          <p:nvPr userDrawn="1"/>
        </p:nvPicPr>
        <p:blipFill>
          <a:blip r:embed="rId2"/>
          <a:stretch>
            <a:fillRect/>
          </a:stretch>
        </p:blipFill>
        <p:spPr>
          <a:xfrm>
            <a:off x="744128" y="6420492"/>
            <a:ext cx="958362" cy="236837"/>
          </a:xfrm>
          <a:prstGeom prst="rect">
            <a:avLst/>
          </a:prstGeom>
        </p:spPr>
      </p:pic>
      <p:pic>
        <p:nvPicPr>
          <p:cNvPr id="11" name="图片 10"/>
          <p:cNvPicPr>
            <a:picLocks noChangeAspect="1"/>
          </p:cNvPicPr>
          <p:nvPr userDrawn="1"/>
        </p:nvPicPr>
        <p:blipFill>
          <a:blip r:embed="rId3"/>
          <a:stretch>
            <a:fillRect/>
          </a:stretch>
        </p:blipFill>
        <p:spPr>
          <a:xfrm>
            <a:off x="9966201" y="381027"/>
            <a:ext cx="1552699" cy="494974"/>
          </a:xfrm>
          <a:prstGeom prst="rect">
            <a:avLst/>
          </a:prstGeom>
        </p:spPr>
      </p:pic>
      <p:sp>
        <p:nvSpPr>
          <p:cNvPr id="8" name="标题 1"/>
          <p:cNvSpPr>
            <a:spLocks noGrp="1"/>
          </p:cNvSpPr>
          <p:nvPr>
            <p:ph type="title"/>
          </p:nvPr>
        </p:nvSpPr>
        <p:spPr>
          <a:xfrm>
            <a:off x="1091255" y="237834"/>
            <a:ext cx="8168208" cy="790865"/>
          </a:xfrm>
        </p:spPr>
        <p:txBody>
          <a:bodyPr wrap="square" lIns="0" tIns="0" rIns="0" bIns="0">
            <a:normAutofit/>
          </a:bodyPr>
          <a:lstStyle>
            <a:lvl1pPr>
              <a:defRPr sz="3600" b="1">
                <a:solidFill>
                  <a:schemeClr val="accent1"/>
                </a:solidFill>
              </a:defRPr>
            </a:lvl1pPr>
          </a:lstStyle>
          <a:p>
            <a:r>
              <a:rPr lang="zh-CN" altLang="en-US" dirty="0"/>
              <a:t>单击此处编辑母版标题样式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横向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1" name="图片占位符 90"/>
          <p:cNvSpPr>
            <a:spLocks noGrp="1" noChangeAspect="1"/>
          </p:cNvSpPr>
          <p:nvPr>
            <p:ph type="pic" sz="quarter" idx="13"/>
          </p:nvPr>
        </p:nvSpPr>
        <p:spPr>
          <a:xfrm>
            <a:off x="862171" y="1825888"/>
            <a:ext cx="4826535" cy="2736000"/>
          </a:xfrm>
          <a:custGeom>
            <a:avLst/>
            <a:gdLst>
              <a:gd name="connsiteX0" fmla="*/ 0 w 4241800"/>
              <a:gd name="connsiteY0" fmla="*/ 0 h 2404533"/>
              <a:gd name="connsiteX1" fmla="*/ 4241800 w 4241800"/>
              <a:gd name="connsiteY1" fmla="*/ 0 h 2404533"/>
              <a:gd name="connsiteX2" fmla="*/ 4241800 w 4241800"/>
              <a:gd name="connsiteY2" fmla="*/ 2404533 h 2404533"/>
              <a:gd name="connsiteX3" fmla="*/ 0 w 4241800"/>
              <a:gd name="connsiteY3" fmla="*/ 2404533 h 2404533"/>
            </a:gdLst>
            <a:ahLst/>
            <a:cxnLst>
              <a:cxn ang="0">
                <a:pos x="connsiteX0" y="connsiteY0"/>
              </a:cxn>
              <a:cxn ang="0">
                <a:pos x="connsiteX1" y="connsiteY1"/>
              </a:cxn>
              <a:cxn ang="0">
                <a:pos x="connsiteX2" y="connsiteY2"/>
              </a:cxn>
              <a:cxn ang="0">
                <a:pos x="connsiteX3" y="connsiteY3"/>
              </a:cxn>
            </a:cxnLst>
            <a:rect l="l" t="t" r="r" b="b"/>
            <a:pathLst>
              <a:path w="4241800" h="2404533">
                <a:moveTo>
                  <a:pt x="0" y="0"/>
                </a:moveTo>
                <a:lnTo>
                  <a:pt x="4241800" y="0"/>
                </a:lnTo>
                <a:lnTo>
                  <a:pt x="4241800" y="2404533"/>
                </a:lnTo>
                <a:lnTo>
                  <a:pt x="0" y="2404533"/>
                </a:lnTo>
                <a:close/>
              </a:path>
            </a:pathLst>
          </a:custGeom>
        </p:spPr>
        <p:txBody>
          <a:bodyPr wrap="square">
            <a:noAutofit/>
          </a:bodyPr>
          <a:lstStyle/>
          <a:p>
            <a:endParaRPr lang="zh-CN" altLang="en-US"/>
          </a:p>
        </p:txBody>
      </p:sp>
      <p:sp>
        <p:nvSpPr>
          <p:cNvPr id="90" name="任意多边形: 形状 89"/>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dirty="0">
              <a:solidFill>
                <a:schemeClr val="accent3"/>
              </a:solidFill>
              <a:cs typeface="+mn-ea"/>
              <a:sym typeface="+mn-lt"/>
            </a:endParaRPr>
          </a:p>
        </p:txBody>
      </p:sp>
      <p:sp>
        <p:nvSpPr>
          <p:cNvPr id="92" name="标题 1"/>
          <p:cNvSpPr>
            <a:spLocks noGrp="1"/>
          </p:cNvSpPr>
          <p:nvPr>
            <p:ph type="title"/>
          </p:nvPr>
        </p:nvSpPr>
        <p:spPr>
          <a:xfrm>
            <a:off x="1091255" y="237834"/>
            <a:ext cx="8168208" cy="790865"/>
          </a:xfrm>
        </p:spPr>
        <p:txBody>
          <a:bodyPr wrap="square" lIns="0" tIns="0" rIns="0" bIns="0">
            <a:normAutofit/>
          </a:bodyPr>
          <a:lstStyle>
            <a:lvl1pPr>
              <a:defRPr sz="3600" b="1">
                <a:solidFill>
                  <a:schemeClr val="accent1"/>
                </a:solidFill>
              </a:defRPr>
            </a:lvl1pPr>
          </a:lstStyle>
          <a:p>
            <a:r>
              <a:rPr lang="zh-CN" altLang="en-US" dirty="0"/>
              <a:t>单击此处编辑母版标题样式</a:t>
            </a:r>
            <a:endParaRPr lang="zh-CN" altLang="en-US" dirty="0"/>
          </a:p>
        </p:txBody>
      </p:sp>
      <p:pic>
        <p:nvPicPr>
          <p:cNvPr id="93" name="图片 92"/>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0" name="图片占位符 6"/>
          <p:cNvSpPr>
            <a:spLocks noGrp="1" noChangeAspect="1"/>
          </p:cNvSpPr>
          <p:nvPr>
            <p:ph type="pic" sz="quarter" idx="10"/>
          </p:nvPr>
        </p:nvSpPr>
        <p:spPr>
          <a:xfrm>
            <a:off x="1692274" y="1541374"/>
            <a:ext cx="3238088" cy="4320000"/>
          </a:xfrm>
        </p:spPr>
        <p:txBody>
          <a:bodyPr/>
          <a:lstStyle/>
          <a:p>
            <a:endParaRPr lang="zh-CN" altLang="en-US" dirty="0"/>
          </a:p>
        </p:txBody>
      </p:sp>
      <p:sp>
        <p:nvSpPr>
          <p:cNvPr id="91" name="任意多边形: 形状 90"/>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dirty="0">
              <a:solidFill>
                <a:schemeClr val="accent3"/>
              </a:solidFill>
              <a:cs typeface="+mn-ea"/>
              <a:sym typeface="+mn-lt"/>
            </a:endParaRPr>
          </a:p>
        </p:txBody>
      </p:sp>
      <p:sp>
        <p:nvSpPr>
          <p:cNvPr id="92" name="标题 1"/>
          <p:cNvSpPr>
            <a:spLocks noGrp="1"/>
          </p:cNvSpPr>
          <p:nvPr>
            <p:ph type="title"/>
          </p:nvPr>
        </p:nvSpPr>
        <p:spPr>
          <a:xfrm>
            <a:off x="1091255" y="237834"/>
            <a:ext cx="8168208" cy="790865"/>
          </a:xfrm>
        </p:spPr>
        <p:txBody>
          <a:bodyPr wrap="square" lIns="0" tIns="0" rIns="0" bIns="0">
            <a:normAutofit/>
          </a:bodyPr>
          <a:lstStyle>
            <a:lvl1pPr>
              <a:defRPr sz="3600" b="1">
                <a:solidFill>
                  <a:schemeClr val="accent1"/>
                </a:solidFill>
              </a:defRPr>
            </a:lvl1pPr>
          </a:lstStyle>
          <a:p>
            <a:r>
              <a:rPr lang="zh-CN" altLang="en-US" dirty="0"/>
              <a:t>单击此处编辑母版标题样式</a:t>
            </a:r>
            <a:endParaRPr lang="zh-CN" altLang="en-US" dirty="0"/>
          </a:p>
        </p:txBody>
      </p:sp>
      <p:pic>
        <p:nvPicPr>
          <p:cNvPr id="93" name="图片 92"/>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图片-圆形">
    <p:spTree>
      <p:nvGrpSpPr>
        <p:cNvPr id="1" name=""/>
        <p:cNvGrpSpPr/>
        <p:nvPr/>
      </p:nvGrpSpPr>
      <p:grpSpPr>
        <a:xfrm>
          <a:off x="0" y="0"/>
          <a:ext cx="0" cy="0"/>
          <a:chOff x="0" y="0"/>
          <a:chExt cx="0" cy="0"/>
        </a:xfrm>
      </p:grpSpPr>
      <p:sp>
        <p:nvSpPr>
          <p:cNvPr id="93" name="任意多边形: 形状 92"/>
          <p:cNvSpPr/>
          <p:nvPr userDrawn="1"/>
        </p:nvSpPr>
        <p:spPr>
          <a:xfrm>
            <a:off x="660400" y="1531871"/>
            <a:ext cx="10858500" cy="4491875"/>
          </a:xfrm>
          <a:custGeom>
            <a:avLst/>
            <a:gdLst>
              <a:gd name="connsiteX0" fmla="*/ 2682382 w 10858500"/>
              <a:gd name="connsiteY0" fmla="*/ 0 h 4491875"/>
              <a:gd name="connsiteX1" fmla="*/ 4661514 w 10858500"/>
              <a:gd name="connsiteY1" fmla="*/ 1979131 h 4491875"/>
              <a:gd name="connsiteX2" fmla="*/ 4081840 w 10858500"/>
              <a:gd name="connsiteY2" fmla="*/ 3378588 h 4491875"/>
              <a:gd name="connsiteX3" fmla="*/ 3948253 w 10858500"/>
              <a:gd name="connsiteY3" fmla="*/ 3500000 h 4491875"/>
              <a:gd name="connsiteX4" fmla="*/ 10858500 w 10858500"/>
              <a:gd name="connsiteY4" fmla="*/ 3500000 h 4491875"/>
              <a:gd name="connsiteX5" fmla="*/ 10858500 w 10858500"/>
              <a:gd name="connsiteY5" fmla="*/ 4491875 h 4491875"/>
              <a:gd name="connsiteX6" fmla="*/ 0 w 10858500"/>
              <a:gd name="connsiteY6" fmla="*/ 4491875 h 4491875"/>
              <a:gd name="connsiteX7" fmla="*/ 0 w 10858500"/>
              <a:gd name="connsiteY7" fmla="*/ 3500000 h 4491875"/>
              <a:gd name="connsiteX8" fmla="*/ 1416512 w 10858500"/>
              <a:gd name="connsiteY8" fmla="*/ 3500000 h 4491875"/>
              <a:gd name="connsiteX9" fmla="*/ 1282925 w 10858500"/>
              <a:gd name="connsiteY9" fmla="*/ 3378588 h 4491875"/>
              <a:gd name="connsiteX10" fmla="*/ 703250 w 10858500"/>
              <a:gd name="connsiteY10" fmla="*/ 1979131 h 4491875"/>
              <a:gd name="connsiteX11" fmla="*/ 2682382 w 10858500"/>
              <a:gd name="connsiteY11" fmla="*/ 0 h 449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858500" h="4491875">
                <a:moveTo>
                  <a:pt x="2682382" y="0"/>
                </a:moveTo>
                <a:cubicBezTo>
                  <a:pt x="3775426" y="0"/>
                  <a:pt x="4661514" y="886087"/>
                  <a:pt x="4661514" y="1979131"/>
                </a:cubicBezTo>
                <a:cubicBezTo>
                  <a:pt x="4661514" y="2525653"/>
                  <a:pt x="4439992" y="3020436"/>
                  <a:pt x="4081840" y="3378588"/>
                </a:cubicBezTo>
                <a:lnTo>
                  <a:pt x="3948253" y="3500000"/>
                </a:lnTo>
                <a:lnTo>
                  <a:pt x="10858500" y="3500000"/>
                </a:lnTo>
                <a:lnTo>
                  <a:pt x="10858500" y="4491875"/>
                </a:lnTo>
                <a:lnTo>
                  <a:pt x="0" y="4491875"/>
                </a:lnTo>
                <a:lnTo>
                  <a:pt x="0" y="3500000"/>
                </a:lnTo>
                <a:lnTo>
                  <a:pt x="1416512" y="3500000"/>
                </a:lnTo>
                <a:lnTo>
                  <a:pt x="1282925" y="3378588"/>
                </a:lnTo>
                <a:cubicBezTo>
                  <a:pt x="924772" y="3020436"/>
                  <a:pt x="703250" y="2525653"/>
                  <a:pt x="703250" y="1979131"/>
                </a:cubicBezTo>
                <a:cubicBezTo>
                  <a:pt x="703250" y="886087"/>
                  <a:pt x="1589338" y="0"/>
                  <a:pt x="2682382" y="0"/>
                </a:cubicBezTo>
                <a:close/>
              </a:path>
            </a:pathLst>
          </a:custGeom>
          <a:solidFill>
            <a:schemeClr val="accent1"/>
          </a:solidFill>
          <a:ln w="19050">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1" name="任意多边形: 形状 90"/>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dirty="0">
              <a:solidFill>
                <a:schemeClr val="accent3"/>
              </a:solidFill>
              <a:cs typeface="+mn-ea"/>
              <a:sym typeface="+mn-lt"/>
            </a:endParaRPr>
          </a:p>
        </p:txBody>
      </p:sp>
      <p:sp>
        <p:nvSpPr>
          <p:cNvPr id="92" name="图片占位符 91"/>
          <p:cNvSpPr>
            <a:spLocks noGrp="1" noChangeAspect="1"/>
          </p:cNvSpPr>
          <p:nvPr>
            <p:ph type="pic" sz="quarter" idx="13"/>
          </p:nvPr>
        </p:nvSpPr>
        <p:spPr>
          <a:xfrm>
            <a:off x="1451524" y="1608975"/>
            <a:ext cx="3780000" cy="3780000"/>
          </a:xfrm>
          <a:custGeom>
            <a:avLst/>
            <a:gdLst>
              <a:gd name="connsiteX0" fmla="*/ 1657350 w 3314700"/>
              <a:gd name="connsiteY0" fmla="*/ 0 h 3314700"/>
              <a:gd name="connsiteX1" fmla="*/ 3314700 w 3314700"/>
              <a:gd name="connsiteY1" fmla="*/ 1657350 h 3314700"/>
              <a:gd name="connsiteX2" fmla="*/ 1657350 w 3314700"/>
              <a:gd name="connsiteY2" fmla="*/ 3314700 h 3314700"/>
              <a:gd name="connsiteX3" fmla="*/ 0 w 3314700"/>
              <a:gd name="connsiteY3" fmla="*/ 1657350 h 3314700"/>
              <a:gd name="connsiteX4" fmla="*/ 1657350 w 3314700"/>
              <a:gd name="connsiteY4" fmla="*/ 0 h 331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700" h="3314700">
                <a:moveTo>
                  <a:pt x="1657350" y="0"/>
                </a:moveTo>
                <a:cubicBezTo>
                  <a:pt x="2572679" y="0"/>
                  <a:pt x="3314700" y="742021"/>
                  <a:pt x="3314700" y="1657350"/>
                </a:cubicBezTo>
                <a:cubicBezTo>
                  <a:pt x="3314700" y="2572679"/>
                  <a:pt x="2572679" y="3314700"/>
                  <a:pt x="1657350" y="3314700"/>
                </a:cubicBezTo>
                <a:cubicBezTo>
                  <a:pt x="742021" y="3314700"/>
                  <a:pt x="0" y="2572679"/>
                  <a:pt x="0" y="1657350"/>
                </a:cubicBezTo>
                <a:cubicBezTo>
                  <a:pt x="0" y="742021"/>
                  <a:pt x="742021" y="0"/>
                  <a:pt x="1657350" y="0"/>
                </a:cubicBezTo>
                <a:close/>
              </a:path>
            </a:pathLst>
          </a:custGeom>
        </p:spPr>
        <p:txBody>
          <a:bodyPr wrap="square" anchor="ctr" anchorCtr="0">
            <a:noAutofit/>
          </a:bodyPr>
          <a:lstStyle/>
          <a:p>
            <a:endParaRPr lang="zh-CN" altLang="en-US" dirty="0"/>
          </a:p>
        </p:txBody>
      </p:sp>
      <p:sp>
        <p:nvSpPr>
          <p:cNvPr id="90" name="标题 1"/>
          <p:cNvSpPr>
            <a:spLocks noGrp="1"/>
          </p:cNvSpPr>
          <p:nvPr>
            <p:ph type="title"/>
          </p:nvPr>
        </p:nvSpPr>
        <p:spPr>
          <a:xfrm>
            <a:off x="1091255" y="237834"/>
            <a:ext cx="8168208" cy="790865"/>
          </a:xfrm>
        </p:spPr>
        <p:txBody>
          <a:bodyPr wrap="square" lIns="0" tIns="0" rIns="0" bIns="0">
            <a:normAutofit/>
          </a:bodyPr>
          <a:lstStyle>
            <a:lvl1pPr>
              <a:defRPr sz="3600" b="1">
                <a:solidFill>
                  <a:schemeClr val="accent1"/>
                </a:solidFill>
              </a:defRPr>
            </a:lvl1pPr>
          </a:lstStyle>
          <a:p>
            <a:r>
              <a:rPr lang="zh-CN" altLang="en-US" dirty="0"/>
              <a:t>单击此处编辑母版标题样式</a:t>
            </a:r>
            <a:endParaRPr lang="zh-CN" altLang="en-US" dirty="0"/>
          </a:p>
        </p:txBody>
      </p:sp>
      <p:pic>
        <p:nvPicPr>
          <p:cNvPr id="94" name="图片 93"/>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0" name="图片占位符 6"/>
          <p:cNvSpPr>
            <a:spLocks noGrp="1" noChangeAspect="1"/>
          </p:cNvSpPr>
          <p:nvPr>
            <p:ph type="pic" sz="quarter" idx="10"/>
          </p:nvPr>
        </p:nvSpPr>
        <p:spPr>
          <a:xfrm>
            <a:off x="1114722" y="1132945"/>
            <a:ext cx="1735608" cy="2315510"/>
          </a:xfrm>
        </p:spPr>
        <p:txBody>
          <a:bodyPr/>
          <a:lstStyle/>
          <a:p>
            <a:endParaRPr lang="zh-CN" altLang="en-US" dirty="0"/>
          </a:p>
        </p:txBody>
      </p:sp>
      <p:sp>
        <p:nvSpPr>
          <p:cNvPr id="91" name="图片占位符 6"/>
          <p:cNvSpPr>
            <a:spLocks noGrp="1" noChangeAspect="1"/>
          </p:cNvSpPr>
          <p:nvPr>
            <p:ph type="pic" sz="quarter" idx="13"/>
          </p:nvPr>
        </p:nvSpPr>
        <p:spPr>
          <a:xfrm>
            <a:off x="9351363" y="3674135"/>
            <a:ext cx="1755000" cy="2341381"/>
          </a:xfrm>
        </p:spPr>
        <p:txBody>
          <a:bodyPr/>
          <a:lstStyle/>
          <a:p>
            <a:endParaRPr lang="zh-CN" altLang="en-US" dirty="0"/>
          </a:p>
        </p:txBody>
      </p:sp>
      <p:sp>
        <p:nvSpPr>
          <p:cNvPr id="92" name="任意多边形: 形状 91"/>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dirty="0">
              <a:solidFill>
                <a:schemeClr val="accent3"/>
              </a:solidFill>
              <a:cs typeface="+mn-ea"/>
              <a:sym typeface="+mn-lt"/>
            </a:endParaRPr>
          </a:p>
        </p:txBody>
      </p:sp>
      <p:sp>
        <p:nvSpPr>
          <p:cNvPr id="93" name="标题 1"/>
          <p:cNvSpPr>
            <a:spLocks noGrp="1"/>
          </p:cNvSpPr>
          <p:nvPr>
            <p:ph type="title"/>
          </p:nvPr>
        </p:nvSpPr>
        <p:spPr>
          <a:xfrm>
            <a:off x="1091255" y="237834"/>
            <a:ext cx="8168208" cy="790865"/>
          </a:xfrm>
        </p:spPr>
        <p:txBody>
          <a:bodyPr wrap="square" lIns="0" tIns="0" rIns="0" bIns="0">
            <a:normAutofit/>
          </a:bodyPr>
          <a:lstStyle>
            <a:lvl1pPr>
              <a:defRPr sz="3600" b="1">
                <a:solidFill>
                  <a:schemeClr val="accent1"/>
                </a:solidFill>
              </a:defRPr>
            </a:lvl1pPr>
          </a:lstStyle>
          <a:p>
            <a:r>
              <a:rPr lang="zh-CN" altLang="en-US" dirty="0"/>
              <a:t>单击此处编辑母版标题样式</a:t>
            </a:r>
            <a:endParaRPr lang="zh-CN" altLang="en-US" dirty="0"/>
          </a:p>
        </p:txBody>
      </p:sp>
      <p:pic>
        <p:nvPicPr>
          <p:cNvPr id="94" name="图片 93"/>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1" name="图片占位符 90"/>
          <p:cNvSpPr>
            <a:spLocks noGrp="1"/>
          </p:cNvSpPr>
          <p:nvPr>
            <p:ph type="pic" sz="quarter" idx="13"/>
          </p:nvPr>
        </p:nvSpPr>
        <p:spPr>
          <a:xfrm>
            <a:off x="1219984"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5" name="图片占位符 94"/>
          <p:cNvSpPr>
            <a:spLocks noGrp="1"/>
          </p:cNvSpPr>
          <p:nvPr>
            <p:ph type="pic" sz="quarter" idx="14"/>
          </p:nvPr>
        </p:nvSpPr>
        <p:spPr>
          <a:xfrm>
            <a:off x="9369946"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8" name="图片占位符 97"/>
          <p:cNvSpPr>
            <a:spLocks noGrp="1"/>
          </p:cNvSpPr>
          <p:nvPr>
            <p:ph type="pic" sz="quarter" idx="15"/>
          </p:nvPr>
        </p:nvSpPr>
        <p:spPr>
          <a:xfrm>
            <a:off x="3936638"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9" name="图片占位符 98"/>
          <p:cNvSpPr>
            <a:spLocks noGrp="1"/>
          </p:cNvSpPr>
          <p:nvPr>
            <p:ph type="pic" sz="quarter" idx="16"/>
          </p:nvPr>
        </p:nvSpPr>
        <p:spPr>
          <a:xfrm>
            <a:off x="6653292"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0" name="任意多边形: 形状 89"/>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dirty="0">
              <a:solidFill>
                <a:schemeClr val="accent3"/>
              </a:solidFill>
              <a:cs typeface="+mn-ea"/>
              <a:sym typeface="+mn-lt"/>
            </a:endParaRPr>
          </a:p>
        </p:txBody>
      </p:sp>
      <p:sp>
        <p:nvSpPr>
          <p:cNvPr id="92" name="标题 1"/>
          <p:cNvSpPr>
            <a:spLocks noGrp="1"/>
          </p:cNvSpPr>
          <p:nvPr>
            <p:ph type="title"/>
          </p:nvPr>
        </p:nvSpPr>
        <p:spPr>
          <a:xfrm>
            <a:off x="1091255" y="237834"/>
            <a:ext cx="8168208" cy="790865"/>
          </a:xfrm>
        </p:spPr>
        <p:txBody>
          <a:bodyPr wrap="square" lIns="0" tIns="0" rIns="0" bIns="0">
            <a:normAutofit/>
          </a:bodyPr>
          <a:lstStyle>
            <a:lvl1pPr>
              <a:defRPr sz="3600" b="1">
                <a:solidFill>
                  <a:schemeClr val="accent1"/>
                </a:solidFill>
              </a:defRPr>
            </a:lvl1pPr>
          </a:lstStyle>
          <a:p>
            <a:r>
              <a:rPr lang="zh-CN" altLang="en-US" dirty="0"/>
              <a:t>单击此处编辑母版标题样式</a:t>
            </a:r>
            <a:endParaRPr lang="zh-CN" altLang="en-US" dirty="0"/>
          </a:p>
        </p:txBody>
      </p:sp>
      <p:pic>
        <p:nvPicPr>
          <p:cNvPr id="93" name="图片 92"/>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空白版式">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结束页 幻灯片">
    <p:bg>
      <p:bgPr>
        <a:solidFill>
          <a:schemeClr val="bg1"/>
        </a:solidFill>
        <a:effectLst/>
      </p:bgPr>
    </p:bg>
    <p:spTree>
      <p:nvGrpSpPr>
        <p:cNvPr id="1" name=""/>
        <p:cNvGrpSpPr/>
        <p:nvPr/>
      </p:nvGrpSpPr>
      <p:grpSpPr>
        <a:xfrm>
          <a:off x="0" y="0"/>
          <a:ext cx="0" cy="0"/>
          <a:chOff x="0" y="0"/>
          <a:chExt cx="0" cy="0"/>
        </a:xfrm>
      </p:grpSpPr>
      <p:sp>
        <p:nvSpPr>
          <p:cNvPr id="7" name="文本占位符 6"/>
          <p:cNvSpPr>
            <a:spLocks noGrp="1"/>
          </p:cNvSpPr>
          <p:nvPr>
            <p:ph type="body" sz="quarter" idx="10" hasCustomPrompt="1"/>
          </p:nvPr>
        </p:nvSpPr>
        <p:spPr>
          <a:xfrm>
            <a:off x="3735420" y="2971800"/>
            <a:ext cx="7783479" cy="914400"/>
          </a:xfrm>
        </p:spPr>
        <p:txBody>
          <a:bodyPr anchor="ctr" anchorCtr="0">
            <a:normAutofit/>
          </a:bodyPr>
          <a:lstStyle>
            <a:lvl1pPr marL="0" indent="0" algn="ctr">
              <a:buNone/>
              <a:defRPr sz="5400">
                <a:solidFill>
                  <a:schemeClr val="accent1"/>
                </a:solidFill>
              </a:defRPr>
            </a:lvl1pPr>
          </a:lstStyle>
          <a:p>
            <a:pPr lvl="0"/>
            <a:r>
              <a:rPr lang="zh-CN" altLang="en-US" dirty="0"/>
              <a:t>编辑母版文本样式</a:t>
            </a:r>
            <a:endParaRPr lang="zh-CN" altLang="en-US" dirty="0"/>
          </a:p>
        </p:txBody>
      </p:sp>
      <p:sp>
        <p:nvSpPr>
          <p:cNvPr id="6" name="箭头: 五边形 5"/>
          <p:cNvSpPr/>
          <p:nvPr userDrawn="1"/>
        </p:nvSpPr>
        <p:spPr>
          <a:xfrm rot="16200000">
            <a:off x="10605854" y="5156200"/>
            <a:ext cx="2879387" cy="3403600"/>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箭头: 五边形 7"/>
          <p:cNvSpPr/>
          <p:nvPr userDrawn="1"/>
        </p:nvSpPr>
        <p:spPr>
          <a:xfrm>
            <a:off x="-2680781" y="0"/>
            <a:ext cx="5753100" cy="9620654"/>
          </a:xfrm>
          <a:prstGeom prst="homePlate">
            <a:avLst>
              <a:gd name="adj" fmla="val 5086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箭头: 五边形 4"/>
          <p:cNvSpPr/>
          <p:nvPr userDrawn="1"/>
        </p:nvSpPr>
        <p:spPr>
          <a:xfrm rot="5400000">
            <a:off x="7310335" y="-1872573"/>
            <a:ext cx="2616740" cy="4241259"/>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结束页2">
    <p:spTree>
      <p:nvGrpSpPr>
        <p:cNvPr id="1" name=""/>
        <p:cNvGrpSpPr/>
        <p:nvPr/>
      </p:nvGrpSpPr>
      <p:grpSpPr>
        <a:xfrm>
          <a:off x="0" y="0"/>
          <a:ext cx="0" cy="0"/>
          <a:chOff x="0" y="0"/>
          <a:chExt cx="0" cy="0"/>
        </a:xfrm>
      </p:grpSpPr>
      <p:sp>
        <p:nvSpPr>
          <p:cNvPr id="6" name="椭圆 5"/>
          <p:cNvSpPr/>
          <p:nvPr userDrawn="1"/>
        </p:nvSpPr>
        <p:spPr>
          <a:xfrm>
            <a:off x="-2319371" y="4211980"/>
            <a:ext cx="5113371" cy="51133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p:cNvSpPr/>
          <p:nvPr userDrawn="1"/>
        </p:nvSpPr>
        <p:spPr>
          <a:xfrm>
            <a:off x="10560051" y="-2647819"/>
            <a:ext cx="4418254" cy="44182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0400" y="217487"/>
            <a:ext cx="10858500" cy="811213"/>
          </a:xfrm>
          <a:prstGeom prst="rect">
            <a:avLst/>
          </a:prstGeom>
        </p:spPr>
        <p:txBody>
          <a:bodyPr vert="horz" lIns="0" tIns="0" rIns="0" bIns="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6604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75700" y="6356349"/>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15AB8F-1C56-49E9-90C8-78D22B0C1B97}" type="slidenum">
              <a:rPr lang="zh-CN" altLang="en-US" smtClean="0"/>
            </a:fld>
            <a:endParaRPr lang="zh-CN" altLang="en-US"/>
          </a:p>
        </p:txBody>
      </p:sp>
      <p:sp>
        <p:nvSpPr>
          <p:cNvPr id="7" name="椭圆 6"/>
          <p:cNvSpPr/>
          <p:nvPr userDrawn="1"/>
        </p:nvSpPr>
        <p:spPr>
          <a:xfrm>
            <a:off x="4749800" y="-45720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userDrawn="1"/>
        </p:nvSpPr>
        <p:spPr>
          <a:xfrm>
            <a:off x="4572000" y="90932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ftr="0" dt="0"/>
  <p:txStyles>
    <p:title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0" Type="http://schemas.openxmlformats.org/officeDocument/2006/relationships/notesSlide" Target="../notesSlides/notesSlide2.xml"/><Relationship Id="rId2" Type="http://schemas.openxmlformats.org/officeDocument/2006/relationships/tags" Target="../tags/tag2.xml"/><Relationship Id="rId19" Type="http://schemas.openxmlformats.org/officeDocument/2006/relationships/slideLayout" Target="../slideLayouts/slideLayout2.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6" Type="http://schemas.openxmlformats.org/officeDocument/2006/relationships/slideLayout" Target="../slideLayouts/slideLayout16.xml"/><Relationship Id="rId15" Type="http://schemas.openxmlformats.org/officeDocument/2006/relationships/image" Target="../media/image8.jpeg"/><Relationship Id="rId14" Type="http://schemas.openxmlformats.org/officeDocument/2006/relationships/image" Target="../media/image7.jpeg"/><Relationship Id="rId13" Type="http://schemas.openxmlformats.org/officeDocument/2006/relationships/image" Target="../media/image6.jpeg"/><Relationship Id="rId12" Type="http://schemas.openxmlformats.org/officeDocument/2006/relationships/image" Target="../media/image5.jpeg"/><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tags" Target="../tags/tag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10.png"/><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11.xml"/><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11.xml"/><Relationship Id="rId7" Type="http://schemas.openxmlformats.org/officeDocument/2006/relationships/image" Target="../media/image22.png"/><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4.png"/><Relationship Id="rId1" Type="http://schemas.openxmlformats.org/officeDocument/2006/relationships/image" Target="../media/image23.png"/></Relationships>
</file>

<file path=ppt/slides/_rels/slide13.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3" Type="http://schemas.openxmlformats.org/officeDocument/2006/relationships/notesSlide" Target="../notesSlides/notesSlide5.xml"/><Relationship Id="rId12" Type="http://schemas.openxmlformats.org/officeDocument/2006/relationships/slideLayout" Target="../slideLayouts/slideLayout11.xml"/><Relationship Id="rId11" Type="http://schemas.openxmlformats.org/officeDocument/2006/relationships/image" Target="../media/image25.png"/><Relationship Id="rId10" Type="http://schemas.openxmlformats.org/officeDocument/2006/relationships/tags" Target="../tags/tag39.xml"/><Relationship Id="rId1" Type="http://schemas.openxmlformats.org/officeDocument/2006/relationships/tags" Target="../tags/tag3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9" Type="http://schemas.openxmlformats.org/officeDocument/2006/relationships/tags" Target="../tags/tag48.xml"/><Relationship Id="rId8" Type="http://schemas.openxmlformats.org/officeDocument/2006/relationships/tags" Target="../tags/tag47.xml"/><Relationship Id="rId7" Type="http://schemas.openxmlformats.org/officeDocument/2006/relationships/tags" Target="../tags/tag46.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tags" Target="../tags/tag41.xml"/><Relationship Id="rId16" Type="http://schemas.openxmlformats.org/officeDocument/2006/relationships/slideLayout" Target="../slideLayouts/slideLayout11.xml"/><Relationship Id="rId15" Type="http://schemas.openxmlformats.org/officeDocument/2006/relationships/image" Target="../media/image28.png"/><Relationship Id="rId14" Type="http://schemas.openxmlformats.org/officeDocument/2006/relationships/tags" Target="../tags/tag51.xml"/><Relationship Id="rId13" Type="http://schemas.openxmlformats.org/officeDocument/2006/relationships/image" Target="../media/image27.png"/><Relationship Id="rId12" Type="http://schemas.openxmlformats.org/officeDocument/2006/relationships/tags" Target="../tags/tag50.xml"/><Relationship Id="rId11" Type="http://schemas.openxmlformats.org/officeDocument/2006/relationships/image" Target="../media/image26.png"/><Relationship Id="rId10" Type="http://schemas.openxmlformats.org/officeDocument/2006/relationships/tags" Target="../tags/tag49.xml"/><Relationship Id="rId1" Type="http://schemas.openxmlformats.org/officeDocument/2006/relationships/tags" Target="../tags/tag40.xml"/></Relationships>
</file>

<file path=ppt/slides/_rels/slide16.xml.rels><?xml version="1.0" encoding="UTF-8" standalone="yes"?>
<Relationships xmlns="http://schemas.openxmlformats.org/package/2006/relationships"><Relationship Id="rId8" Type="http://schemas.openxmlformats.org/officeDocument/2006/relationships/slideLayout" Target="../slideLayouts/slideLayout11.xml"/><Relationship Id="rId7" Type="http://schemas.openxmlformats.org/officeDocument/2006/relationships/image" Target="../media/image31.png"/><Relationship Id="rId6" Type="http://schemas.openxmlformats.org/officeDocument/2006/relationships/tags" Target="../tags/tag55.xml"/><Relationship Id="rId5" Type="http://schemas.openxmlformats.org/officeDocument/2006/relationships/image" Target="../media/image30.png"/><Relationship Id="rId4" Type="http://schemas.openxmlformats.org/officeDocument/2006/relationships/tags" Target="../tags/tag54.xml"/><Relationship Id="rId3" Type="http://schemas.openxmlformats.org/officeDocument/2006/relationships/image" Target="../media/image29.png"/><Relationship Id="rId2" Type="http://schemas.openxmlformats.org/officeDocument/2006/relationships/tags" Target="../tags/tag53.xml"/><Relationship Id="rId1" Type="http://schemas.openxmlformats.org/officeDocument/2006/relationships/tags" Target="../tags/tag52.xml"/></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11.xml"/><Relationship Id="rId7" Type="http://schemas.openxmlformats.org/officeDocument/2006/relationships/image" Target="../media/image34.png"/><Relationship Id="rId6" Type="http://schemas.openxmlformats.org/officeDocument/2006/relationships/tags" Target="../tags/tag59.xml"/><Relationship Id="rId5" Type="http://schemas.openxmlformats.org/officeDocument/2006/relationships/image" Target="../media/image33.png"/><Relationship Id="rId4" Type="http://schemas.openxmlformats.org/officeDocument/2006/relationships/tags" Target="../tags/tag58.xml"/><Relationship Id="rId3" Type="http://schemas.openxmlformats.org/officeDocument/2006/relationships/image" Target="../media/image32.png"/><Relationship Id="rId2" Type="http://schemas.openxmlformats.org/officeDocument/2006/relationships/tags" Target="../tags/tag57.xml"/><Relationship Id="rId1" Type="http://schemas.openxmlformats.org/officeDocument/2006/relationships/tags" Target="../tags/tag56.xml"/></Relationships>
</file>

<file path=ppt/slides/_rels/slide18.xml.rels><?xml version="1.0" encoding="UTF-8" standalone="yes"?>
<Relationships xmlns="http://schemas.openxmlformats.org/package/2006/relationships"><Relationship Id="rId8" Type="http://schemas.openxmlformats.org/officeDocument/2006/relationships/slideLayout" Target="../slideLayouts/slideLayout11.xml"/><Relationship Id="rId7" Type="http://schemas.openxmlformats.org/officeDocument/2006/relationships/image" Target="../media/image37.png"/><Relationship Id="rId6" Type="http://schemas.openxmlformats.org/officeDocument/2006/relationships/tags" Target="../tags/tag63.xml"/><Relationship Id="rId5" Type="http://schemas.openxmlformats.org/officeDocument/2006/relationships/image" Target="../media/image36.png"/><Relationship Id="rId4" Type="http://schemas.openxmlformats.org/officeDocument/2006/relationships/tags" Target="../tags/tag62.xml"/><Relationship Id="rId3" Type="http://schemas.openxmlformats.org/officeDocument/2006/relationships/image" Target="../media/image35.png"/><Relationship Id="rId2" Type="http://schemas.openxmlformats.org/officeDocument/2006/relationships/tags" Target="../tags/tag61.xml"/><Relationship Id="rId1" Type="http://schemas.openxmlformats.org/officeDocument/2006/relationships/tags" Target="../tags/tag6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2.xml"/><Relationship Id="rId2" Type="http://schemas.openxmlformats.org/officeDocument/2006/relationships/image" Target="../media/image39.png"/><Relationship Id="rId1" Type="http://schemas.openxmlformats.org/officeDocument/2006/relationships/image" Target="../media/image38.pn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2.xml"/><Relationship Id="rId3" Type="http://schemas.openxmlformats.org/officeDocument/2006/relationships/image" Target="../media/image41.png"/><Relationship Id="rId2" Type="http://schemas.openxmlformats.org/officeDocument/2006/relationships/tags" Target="../tags/tag64.xml"/><Relationship Id="rId1" Type="http://schemas.openxmlformats.org/officeDocument/2006/relationships/image" Target="../media/image40.pn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2.xml"/><Relationship Id="rId3" Type="http://schemas.openxmlformats.org/officeDocument/2006/relationships/image" Target="../media/image43.png"/><Relationship Id="rId2" Type="http://schemas.openxmlformats.org/officeDocument/2006/relationships/tags" Target="../tags/tag65.xml"/><Relationship Id="rId1" Type="http://schemas.openxmlformats.org/officeDocument/2006/relationships/image" Target="../media/image4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11.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1"/>
          <p:cNvSpPr txBox="1"/>
          <p:nvPr/>
        </p:nvSpPr>
        <p:spPr>
          <a:xfrm>
            <a:off x="4253894" y="1391526"/>
            <a:ext cx="7021811" cy="2189795"/>
          </a:xfrm>
          <a:prstGeom prst="rect">
            <a:avLst/>
          </a:prstGeom>
        </p:spPr>
        <p:txBody>
          <a:bodyPr lIns="0" rIns="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buNone/>
            </a:pPr>
            <a:r>
              <a:rPr lang="zh-CN" altLang="en-US" sz="4800" b="1" dirty="0">
                <a:solidFill>
                  <a:schemeClr val="accent1"/>
                </a:solidFill>
                <a:cs typeface="+mn-ea"/>
                <a:sym typeface="+mn-lt"/>
              </a:rPr>
              <a:t>跨模态图像文本检索</a:t>
            </a:r>
            <a:endParaRPr lang="zh-CN" altLang="en-US" sz="4800" b="1" dirty="0">
              <a:solidFill>
                <a:schemeClr val="accent1"/>
              </a:solidFill>
              <a:cs typeface="+mn-ea"/>
              <a:sym typeface="+mn-lt"/>
            </a:endParaRPr>
          </a:p>
          <a:p>
            <a:pPr marL="0" indent="0" algn="r">
              <a:lnSpc>
                <a:spcPct val="100000"/>
              </a:lnSpc>
              <a:buNone/>
            </a:pPr>
            <a:r>
              <a:rPr lang="en-US" altLang="zh-CN" sz="4800" b="1" dirty="0">
                <a:solidFill>
                  <a:schemeClr val="accent1"/>
                </a:solidFill>
                <a:cs typeface="+mn-ea"/>
                <a:sym typeface="+mn-lt"/>
              </a:rPr>
              <a:t>——</a:t>
            </a:r>
            <a:r>
              <a:rPr lang="zh-CN" altLang="en-US" sz="4800" b="1" dirty="0">
                <a:solidFill>
                  <a:schemeClr val="accent1"/>
                </a:solidFill>
                <a:cs typeface="+mn-ea"/>
                <a:sym typeface="+mn-lt"/>
              </a:rPr>
              <a:t>图灵不灵</a:t>
            </a:r>
            <a:r>
              <a:rPr lang="zh-CN" altLang="en-US" sz="4800" b="1" dirty="0">
                <a:solidFill>
                  <a:schemeClr val="accent1"/>
                </a:solidFill>
                <a:cs typeface="+mn-ea"/>
                <a:sym typeface="+mn-lt"/>
              </a:rPr>
              <a:t>组</a:t>
            </a:r>
            <a:endParaRPr lang="zh-CN" altLang="en-US" sz="4800" b="1" dirty="0">
              <a:solidFill>
                <a:schemeClr val="accent1"/>
              </a:solidFill>
              <a:cs typeface="+mn-ea"/>
              <a:sym typeface="+mn-lt"/>
            </a:endParaRPr>
          </a:p>
        </p:txBody>
      </p:sp>
      <p:sp>
        <p:nvSpPr>
          <p:cNvPr id="64" name="矩形 63"/>
          <p:cNvSpPr/>
          <p:nvPr/>
        </p:nvSpPr>
        <p:spPr>
          <a:xfrm>
            <a:off x="8043723" y="4756230"/>
            <a:ext cx="3003067" cy="650875"/>
          </a:xfrm>
          <a:prstGeom prst="rect">
            <a:avLst/>
          </a:prstGeom>
        </p:spPr>
        <p:txBody>
          <a:bodyPr wrap="square" lIns="0" rIns="0">
            <a:spAutoFit/>
          </a:bodyPr>
          <a:lstStyle/>
          <a:p>
            <a:pPr algn="r">
              <a:lnSpc>
                <a:spcPct val="130000"/>
              </a:lnSpc>
            </a:pPr>
            <a:r>
              <a:rPr lang="en-US" altLang="zh-CN" sz="2800" dirty="0">
                <a:solidFill>
                  <a:schemeClr val="accent1"/>
                </a:solidFill>
                <a:cs typeface="+mn-ea"/>
                <a:sym typeface="+mn-lt"/>
              </a:rPr>
              <a:t>2024/9/6</a:t>
            </a:r>
            <a:endParaRPr lang="zh-CN" altLang="en-US" sz="2800" dirty="0">
              <a:solidFill>
                <a:schemeClr val="accent1"/>
              </a:solidFill>
              <a:cs typeface="+mn-ea"/>
              <a:sym typeface="+mn-lt"/>
            </a:endParaRPr>
          </a:p>
        </p:txBody>
      </p:sp>
      <p:grpSp>
        <p:nvGrpSpPr>
          <p:cNvPr id="65" name="组合 64"/>
          <p:cNvGrpSpPr/>
          <p:nvPr/>
        </p:nvGrpSpPr>
        <p:grpSpPr>
          <a:xfrm>
            <a:off x="7213600" y="4046220"/>
            <a:ext cx="3923665" cy="650875"/>
            <a:chOff x="4567377" y="3869996"/>
            <a:chExt cx="3093812" cy="650875"/>
          </a:xfrm>
        </p:grpSpPr>
        <p:sp>
          <p:nvSpPr>
            <p:cNvPr id="66" name="文本框 65"/>
            <p:cNvSpPr txBox="1"/>
            <p:nvPr/>
          </p:nvSpPr>
          <p:spPr>
            <a:xfrm>
              <a:off x="4567377" y="3869996"/>
              <a:ext cx="1159616" cy="650875"/>
            </a:xfrm>
            <a:prstGeom prst="rect">
              <a:avLst/>
            </a:prstGeom>
            <a:noFill/>
          </p:spPr>
          <p:txBody>
            <a:bodyPr wrap="square" lIns="0" rIns="0" rtlCol="0">
              <a:spAutoFit/>
            </a:bodyPr>
            <a:lstStyle/>
            <a:p>
              <a:pPr algn="dist">
                <a:lnSpc>
                  <a:spcPct val="130000"/>
                </a:lnSpc>
              </a:pPr>
              <a:r>
                <a:rPr lang="zh-CN" altLang="en-US" sz="2800" dirty="0">
                  <a:solidFill>
                    <a:schemeClr val="accent1"/>
                  </a:solidFill>
                  <a:cs typeface="+mn-ea"/>
                  <a:sym typeface="+mn-lt"/>
                </a:rPr>
                <a:t>答辩人   </a:t>
              </a:r>
              <a:endParaRPr lang="zh-CN" altLang="en-US" sz="2800" dirty="0">
                <a:solidFill>
                  <a:schemeClr val="accent1"/>
                </a:solidFill>
                <a:cs typeface="+mn-ea"/>
                <a:sym typeface="+mn-lt"/>
              </a:endParaRPr>
            </a:p>
          </p:txBody>
        </p:sp>
        <p:sp>
          <p:nvSpPr>
            <p:cNvPr id="67" name="矩形 66"/>
            <p:cNvSpPr/>
            <p:nvPr/>
          </p:nvSpPr>
          <p:spPr>
            <a:xfrm>
              <a:off x="6087996" y="3869996"/>
              <a:ext cx="1573193" cy="650875"/>
            </a:xfrm>
            <a:prstGeom prst="rect">
              <a:avLst/>
            </a:prstGeom>
          </p:spPr>
          <p:txBody>
            <a:bodyPr wrap="square">
              <a:spAutoFit/>
            </a:bodyPr>
            <a:lstStyle/>
            <a:p>
              <a:pPr algn="dist">
                <a:lnSpc>
                  <a:spcPct val="130000"/>
                </a:lnSpc>
              </a:pPr>
              <a:r>
                <a:rPr lang="en-US" altLang="zh-CN" sz="2800" dirty="0">
                  <a:solidFill>
                    <a:schemeClr val="accent1"/>
                  </a:solidFill>
                  <a:cs typeface="+mn-ea"/>
                  <a:sym typeface="+mn-lt"/>
                </a:rPr>
                <a:t>71122117</a:t>
              </a:r>
              <a:endParaRPr lang="en-US" altLang="zh-CN" sz="2800" dirty="0">
                <a:solidFill>
                  <a:schemeClr val="accent1"/>
                </a:solidFill>
                <a:cs typeface="+mn-ea"/>
                <a:sym typeface="+mn-lt"/>
              </a:endParaRPr>
            </a:p>
          </p:txBody>
        </p:sp>
        <p:sp>
          <p:nvSpPr>
            <p:cNvPr id="68" name="文本框 67"/>
            <p:cNvSpPr txBox="1"/>
            <p:nvPr/>
          </p:nvSpPr>
          <p:spPr>
            <a:xfrm>
              <a:off x="5819075" y="3906993"/>
              <a:ext cx="543739" cy="521970"/>
            </a:xfrm>
            <a:prstGeom prst="rect">
              <a:avLst/>
            </a:prstGeom>
            <a:noFill/>
          </p:spPr>
          <p:txBody>
            <a:bodyPr wrap="square" rtlCol="0">
              <a:spAutoFit/>
            </a:bodyPr>
            <a:lstStyle/>
            <a:p>
              <a:r>
                <a:rPr lang="zh-CN" altLang="en-US" sz="2800" dirty="0">
                  <a:solidFill>
                    <a:schemeClr val="accent1"/>
                  </a:solidFill>
                  <a:cs typeface="+mn-ea"/>
                  <a:sym typeface="+mn-lt"/>
                </a:rPr>
                <a:t>：</a:t>
              </a:r>
              <a:endParaRPr lang="zh-CN" altLang="en-US" sz="2800" dirty="0">
                <a:solidFill>
                  <a:schemeClr val="accent1"/>
                </a:solidFill>
                <a:cs typeface="+mn-ea"/>
                <a:sym typeface="+mn-lt"/>
              </a:endParaRPr>
            </a:p>
          </p:txBody>
        </p:sp>
      </p:grpSp>
      <p:cxnSp>
        <p:nvCxnSpPr>
          <p:cNvPr id="3" name="直接连接符 2"/>
          <p:cNvCxnSpPr/>
          <p:nvPr/>
        </p:nvCxnSpPr>
        <p:spPr>
          <a:xfrm>
            <a:off x="11226555" y="4069080"/>
            <a:ext cx="0" cy="1404000"/>
          </a:xfrm>
          <a:prstGeom prst="line">
            <a:avLst/>
          </a:prstGeom>
          <a:ln w="50800" cmpd="thickThi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custDataLst>
              <p:tags r:id="rId1"/>
            </p:custDataLst>
          </p:nvPr>
        </p:nvGrpSpPr>
        <p:grpSpPr>
          <a:xfrm>
            <a:off x="2049502" y="2868376"/>
            <a:ext cx="3797117" cy="730885"/>
            <a:chOff x="2049502" y="2868376"/>
            <a:chExt cx="3797117" cy="730885"/>
          </a:xfrm>
        </p:grpSpPr>
        <p:sp>
          <p:nvSpPr>
            <p:cNvPr id="14" name="文本框 13"/>
            <p:cNvSpPr txBox="1"/>
            <p:nvPr>
              <p:custDataLst>
                <p:tags r:id="rId2"/>
              </p:custDataLst>
            </p:nvPr>
          </p:nvSpPr>
          <p:spPr>
            <a:xfrm>
              <a:off x="2837417" y="2868376"/>
              <a:ext cx="3009202" cy="730885"/>
            </a:xfrm>
            <a:prstGeom prst="rect">
              <a:avLst/>
            </a:prstGeom>
            <a:noFill/>
          </p:spPr>
          <p:txBody>
            <a:bodyPr wrap="square" rtlCol="0">
              <a:spAutoFit/>
            </a:bodyPr>
            <a:lstStyle/>
            <a:p>
              <a:pPr>
                <a:lnSpc>
                  <a:spcPct val="130000"/>
                </a:lnSpc>
              </a:pPr>
              <a:r>
                <a:rPr lang="zh-CN" altLang="en-US" sz="3200" dirty="0">
                  <a:solidFill>
                    <a:schemeClr val="accent1"/>
                  </a:solidFill>
                  <a:cs typeface="+mn-ea"/>
                  <a:sym typeface="+mn-lt"/>
                </a:rPr>
                <a:t>团队成员</a:t>
              </a:r>
              <a:r>
                <a:rPr lang="zh-CN" altLang="en-US" sz="3200" dirty="0">
                  <a:solidFill>
                    <a:schemeClr val="accent1"/>
                  </a:solidFill>
                  <a:cs typeface="+mn-ea"/>
                  <a:sym typeface="+mn-lt"/>
                </a:rPr>
                <a:t>介绍</a:t>
              </a:r>
              <a:endParaRPr lang="zh-CN" altLang="en-US" sz="3200" dirty="0">
                <a:solidFill>
                  <a:schemeClr val="accent1"/>
                </a:solidFill>
                <a:cs typeface="+mn-ea"/>
                <a:sym typeface="+mn-lt"/>
              </a:endParaRPr>
            </a:p>
          </p:txBody>
        </p:sp>
        <p:sp>
          <p:nvSpPr>
            <p:cNvPr id="161" name="椭圆 160"/>
            <p:cNvSpPr/>
            <p:nvPr>
              <p:custDataLst>
                <p:tags r:id="rId3"/>
              </p:custDataLst>
            </p:nvPr>
          </p:nvSpPr>
          <p:spPr>
            <a:xfrm>
              <a:off x="2049502" y="2931272"/>
              <a:ext cx="607224" cy="6072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2400" dirty="0">
                  <a:solidFill>
                    <a:schemeClr val="bg1"/>
                  </a:solidFill>
                  <a:cs typeface="+mn-ea"/>
                  <a:sym typeface="+mn-lt"/>
                </a:rPr>
                <a:t>01</a:t>
              </a:r>
              <a:endParaRPr lang="zh-CN" altLang="en-US" sz="2400" dirty="0">
                <a:solidFill>
                  <a:schemeClr val="bg1"/>
                </a:solidFill>
                <a:cs typeface="+mn-ea"/>
                <a:sym typeface="+mn-lt"/>
              </a:endParaRPr>
            </a:p>
          </p:txBody>
        </p:sp>
      </p:grpSp>
      <p:grpSp>
        <p:nvGrpSpPr>
          <p:cNvPr id="22" name="组合 21"/>
          <p:cNvGrpSpPr/>
          <p:nvPr>
            <p:custDataLst>
              <p:tags r:id="rId4"/>
            </p:custDataLst>
          </p:nvPr>
        </p:nvGrpSpPr>
        <p:grpSpPr>
          <a:xfrm>
            <a:off x="2049502" y="4142995"/>
            <a:ext cx="3797117" cy="730885"/>
            <a:chOff x="2049502" y="2868376"/>
            <a:chExt cx="3797117" cy="730885"/>
          </a:xfrm>
        </p:grpSpPr>
        <p:sp>
          <p:nvSpPr>
            <p:cNvPr id="23" name="文本框 22"/>
            <p:cNvSpPr txBox="1"/>
            <p:nvPr>
              <p:custDataLst>
                <p:tags r:id="rId5"/>
              </p:custDataLst>
            </p:nvPr>
          </p:nvSpPr>
          <p:spPr>
            <a:xfrm>
              <a:off x="2837417" y="2868376"/>
              <a:ext cx="3009202" cy="730885"/>
            </a:xfrm>
            <a:prstGeom prst="rect">
              <a:avLst/>
            </a:prstGeom>
            <a:noFill/>
          </p:spPr>
          <p:txBody>
            <a:bodyPr wrap="square" rtlCol="0">
              <a:spAutoFit/>
            </a:bodyPr>
            <a:lstStyle/>
            <a:p>
              <a:pPr>
                <a:lnSpc>
                  <a:spcPct val="130000"/>
                </a:lnSpc>
              </a:pPr>
              <a:r>
                <a:rPr lang="zh-CN" altLang="en-US" sz="3200" dirty="0">
                  <a:solidFill>
                    <a:schemeClr val="accent1"/>
                  </a:solidFill>
                  <a:cs typeface="+mn-ea"/>
                  <a:sym typeface="+mn-lt"/>
                </a:rPr>
                <a:t>技术</a:t>
              </a:r>
              <a:r>
                <a:rPr lang="zh-CN" altLang="en-US" sz="3200" dirty="0">
                  <a:solidFill>
                    <a:schemeClr val="accent1"/>
                  </a:solidFill>
                  <a:cs typeface="+mn-ea"/>
                  <a:sym typeface="+mn-lt"/>
                </a:rPr>
                <a:t>及工具</a:t>
              </a:r>
              <a:endParaRPr lang="zh-CN" altLang="en-US" sz="3200" dirty="0">
                <a:solidFill>
                  <a:schemeClr val="accent1"/>
                </a:solidFill>
                <a:cs typeface="+mn-ea"/>
                <a:sym typeface="+mn-lt"/>
              </a:endParaRPr>
            </a:p>
          </p:txBody>
        </p:sp>
        <p:sp>
          <p:nvSpPr>
            <p:cNvPr id="25" name="椭圆 24"/>
            <p:cNvSpPr/>
            <p:nvPr>
              <p:custDataLst>
                <p:tags r:id="rId6"/>
              </p:custDataLst>
            </p:nvPr>
          </p:nvSpPr>
          <p:spPr>
            <a:xfrm>
              <a:off x="2049502" y="2931272"/>
              <a:ext cx="607224" cy="6072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2400" dirty="0">
                  <a:solidFill>
                    <a:schemeClr val="bg1"/>
                  </a:solidFill>
                  <a:cs typeface="+mn-ea"/>
                  <a:sym typeface="+mn-lt"/>
                </a:rPr>
                <a:t>03</a:t>
              </a:r>
              <a:endParaRPr lang="zh-CN" altLang="en-US" sz="2400" dirty="0">
                <a:solidFill>
                  <a:schemeClr val="bg1"/>
                </a:solidFill>
                <a:cs typeface="+mn-ea"/>
                <a:sym typeface="+mn-lt"/>
              </a:endParaRPr>
            </a:p>
          </p:txBody>
        </p:sp>
      </p:grpSp>
      <p:grpSp>
        <p:nvGrpSpPr>
          <p:cNvPr id="26" name="组合 25"/>
          <p:cNvGrpSpPr/>
          <p:nvPr>
            <p:custDataLst>
              <p:tags r:id="rId7"/>
            </p:custDataLst>
          </p:nvPr>
        </p:nvGrpSpPr>
        <p:grpSpPr>
          <a:xfrm>
            <a:off x="2049502" y="5417614"/>
            <a:ext cx="3797117" cy="730885"/>
            <a:chOff x="2049502" y="2868376"/>
            <a:chExt cx="3797117" cy="730885"/>
          </a:xfrm>
        </p:grpSpPr>
        <p:sp>
          <p:nvSpPr>
            <p:cNvPr id="27" name="文本框 26"/>
            <p:cNvSpPr txBox="1"/>
            <p:nvPr>
              <p:custDataLst>
                <p:tags r:id="rId8"/>
              </p:custDataLst>
            </p:nvPr>
          </p:nvSpPr>
          <p:spPr>
            <a:xfrm>
              <a:off x="2837417" y="2868376"/>
              <a:ext cx="3009202" cy="730885"/>
            </a:xfrm>
            <a:prstGeom prst="rect">
              <a:avLst/>
            </a:prstGeom>
            <a:noFill/>
          </p:spPr>
          <p:txBody>
            <a:bodyPr wrap="square" rtlCol="0">
              <a:spAutoFit/>
            </a:bodyPr>
            <a:lstStyle/>
            <a:p>
              <a:pPr>
                <a:lnSpc>
                  <a:spcPct val="130000"/>
                </a:lnSpc>
              </a:pPr>
              <a:r>
                <a:rPr lang="zh-CN" altLang="en-US" sz="3200" dirty="0">
                  <a:solidFill>
                    <a:schemeClr val="accent1"/>
                  </a:solidFill>
                  <a:cs typeface="+mn-ea"/>
                  <a:sym typeface="+mn-lt"/>
                </a:rPr>
                <a:t>项目功能</a:t>
              </a:r>
              <a:endParaRPr lang="zh-CN" altLang="en-US" sz="3200" dirty="0">
                <a:solidFill>
                  <a:schemeClr val="accent1"/>
                </a:solidFill>
                <a:cs typeface="+mn-ea"/>
                <a:sym typeface="+mn-lt"/>
              </a:endParaRPr>
            </a:p>
          </p:txBody>
        </p:sp>
        <p:sp>
          <p:nvSpPr>
            <p:cNvPr id="28" name="椭圆 27"/>
            <p:cNvSpPr/>
            <p:nvPr>
              <p:custDataLst>
                <p:tags r:id="rId9"/>
              </p:custDataLst>
            </p:nvPr>
          </p:nvSpPr>
          <p:spPr>
            <a:xfrm>
              <a:off x="2049502" y="2931272"/>
              <a:ext cx="607224" cy="6072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2400" dirty="0">
                  <a:solidFill>
                    <a:schemeClr val="bg1"/>
                  </a:solidFill>
                  <a:cs typeface="+mn-ea"/>
                  <a:sym typeface="+mn-lt"/>
                </a:rPr>
                <a:t>05</a:t>
              </a:r>
              <a:endParaRPr lang="zh-CN" altLang="en-US" sz="2400" dirty="0">
                <a:solidFill>
                  <a:schemeClr val="bg1"/>
                </a:solidFill>
                <a:cs typeface="+mn-ea"/>
                <a:sym typeface="+mn-lt"/>
              </a:endParaRPr>
            </a:p>
          </p:txBody>
        </p:sp>
      </p:grpSp>
      <p:grpSp>
        <p:nvGrpSpPr>
          <p:cNvPr id="29" name="组合 28"/>
          <p:cNvGrpSpPr/>
          <p:nvPr>
            <p:custDataLst>
              <p:tags r:id="rId10"/>
            </p:custDataLst>
          </p:nvPr>
        </p:nvGrpSpPr>
        <p:grpSpPr>
          <a:xfrm>
            <a:off x="7314229" y="2868376"/>
            <a:ext cx="4214495" cy="730885"/>
            <a:chOff x="2049502" y="2868376"/>
            <a:chExt cx="4214495" cy="730885"/>
          </a:xfrm>
        </p:grpSpPr>
        <p:sp>
          <p:nvSpPr>
            <p:cNvPr id="30" name="文本框 29"/>
            <p:cNvSpPr txBox="1"/>
            <p:nvPr>
              <p:custDataLst>
                <p:tags r:id="rId11"/>
              </p:custDataLst>
            </p:nvPr>
          </p:nvSpPr>
          <p:spPr>
            <a:xfrm>
              <a:off x="2837537" y="2868376"/>
              <a:ext cx="3426460" cy="730885"/>
            </a:xfrm>
            <a:prstGeom prst="rect">
              <a:avLst/>
            </a:prstGeom>
            <a:noFill/>
          </p:spPr>
          <p:txBody>
            <a:bodyPr wrap="square" rtlCol="0">
              <a:spAutoFit/>
            </a:bodyPr>
            <a:lstStyle/>
            <a:p>
              <a:pPr>
                <a:lnSpc>
                  <a:spcPct val="130000"/>
                </a:lnSpc>
              </a:pPr>
              <a:r>
                <a:rPr lang="zh-CN" altLang="en-US" sz="3200" dirty="0">
                  <a:solidFill>
                    <a:schemeClr val="accent1"/>
                  </a:solidFill>
                  <a:cs typeface="+mn-ea"/>
                  <a:sym typeface="+mn-lt"/>
                </a:rPr>
                <a:t>项目背景及</a:t>
              </a:r>
              <a:r>
                <a:rPr lang="zh-CN" altLang="en-US" sz="3200" dirty="0">
                  <a:solidFill>
                    <a:schemeClr val="accent1"/>
                  </a:solidFill>
                  <a:cs typeface="+mn-ea"/>
                  <a:sym typeface="+mn-lt"/>
                </a:rPr>
                <a:t>价值</a:t>
              </a:r>
              <a:endParaRPr lang="zh-CN" altLang="en-US" sz="3200" dirty="0">
                <a:solidFill>
                  <a:schemeClr val="accent1"/>
                </a:solidFill>
                <a:cs typeface="+mn-ea"/>
                <a:sym typeface="+mn-lt"/>
              </a:endParaRPr>
            </a:p>
          </p:txBody>
        </p:sp>
        <p:sp>
          <p:nvSpPr>
            <p:cNvPr id="31" name="椭圆 30"/>
            <p:cNvSpPr/>
            <p:nvPr>
              <p:custDataLst>
                <p:tags r:id="rId12"/>
              </p:custDataLst>
            </p:nvPr>
          </p:nvSpPr>
          <p:spPr>
            <a:xfrm>
              <a:off x="2049502" y="2931272"/>
              <a:ext cx="607224" cy="6072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2400" dirty="0">
                  <a:solidFill>
                    <a:schemeClr val="bg1"/>
                  </a:solidFill>
                  <a:cs typeface="+mn-ea"/>
                  <a:sym typeface="+mn-lt"/>
                </a:rPr>
                <a:t>02</a:t>
              </a:r>
              <a:endParaRPr lang="zh-CN" altLang="en-US" sz="2400" dirty="0">
                <a:solidFill>
                  <a:schemeClr val="bg1"/>
                </a:solidFill>
                <a:cs typeface="+mn-ea"/>
                <a:sym typeface="+mn-lt"/>
              </a:endParaRPr>
            </a:p>
          </p:txBody>
        </p:sp>
      </p:grpSp>
      <p:grpSp>
        <p:nvGrpSpPr>
          <p:cNvPr id="32" name="组合 31"/>
          <p:cNvGrpSpPr/>
          <p:nvPr>
            <p:custDataLst>
              <p:tags r:id="rId13"/>
            </p:custDataLst>
          </p:nvPr>
        </p:nvGrpSpPr>
        <p:grpSpPr>
          <a:xfrm>
            <a:off x="7314229" y="4142995"/>
            <a:ext cx="3797117" cy="730885"/>
            <a:chOff x="2049502" y="2868376"/>
            <a:chExt cx="3797117" cy="730885"/>
          </a:xfrm>
        </p:grpSpPr>
        <p:sp>
          <p:nvSpPr>
            <p:cNvPr id="33" name="文本框 32"/>
            <p:cNvSpPr txBox="1"/>
            <p:nvPr>
              <p:custDataLst>
                <p:tags r:id="rId14"/>
              </p:custDataLst>
            </p:nvPr>
          </p:nvSpPr>
          <p:spPr>
            <a:xfrm>
              <a:off x="2837417" y="2868376"/>
              <a:ext cx="3009202" cy="730885"/>
            </a:xfrm>
            <a:prstGeom prst="rect">
              <a:avLst/>
            </a:prstGeom>
            <a:noFill/>
          </p:spPr>
          <p:txBody>
            <a:bodyPr wrap="square" rtlCol="0">
              <a:spAutoFit/>
            </a:bodyPr>
            <a:lstStyle/>
            <a:p>
              <a:pPr>
                <a:lnSpc>
                  <a:spcPct val="130000"/>
                </a:lnSpc>
              </a:pPr>
              <a:r>
                <a:rPr lang="zh-CN" altLang="en-US" sz="3200" dirty="0">
                  <a:solidFill>
                    <a:schemeClr val="accent1"/>
                  </a:solidFill>
                  <a:cs typeface="+mn-ea"/>
                  <a:sym typeface="+mn-lt"/>
                </a:rPr>
                <a:t>项目</a:t>
              </a:r>
              <a:r>
                <a:rPr lang="zh-CN" altLang="en-US" sz="3200" dirty="0">
                  <a:solidFill>
                    <a:schemeClr val="accent1"/>
                  </a:solidFill>
                  <a:cs typeface="+mn-ea"/>
                  <a:sym typeface="+mn-lt"/>
                </a:rPr>
                <a:t>文档</a:t>
              </a:r>
              <a:endParaRPr lang="zh-CN" altLang="en-US" sz="3200" dirty="0">
                <a:solidFill>
                  <a:schemeClr val="accent1"/>
                </a:solidFill>
                <a:cs typeface="+mn-ea"/>
                <a:sym typeface="+mn-lt"/>
              </a:endParaRPr>
            </a:p>
          </p:txBody>
        </p:sp>
        <p:sp>
          <p:nvSpPr>
            <p:cNvPr id="34" name="椭圆 33"/>
            <p:cNvSpPr/>
            <p:nvPr>
              <p:custDataLst>
                <p:tags r:id="rId15"/>
              </p:custDataLst>
            </p:nvPr>
          </p:nvSpPr>
          <p:spPr>
            <a:xfrm>
              <a:off x="2049502" y="2931272"/>
              <a:ext cx="607224" cy="6072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2400" dirty="0">
                  <a:solidFill>
                    <a:schemeClr val="bg1"/>
                  </a:solidFill>
                  <a:cs typeface="+mn-ea"/>
                  <a:sym typeface="+mn-lt"/>
                </a:rPr>
                <a:t>04</a:t>
              </a:r>
              <a:endParaRPr lang="zh-CN" altLang="en-US" sz="2400" dirty="0">
                <a:solidFill>
                  <a:schemeClr val="bg1"/>
                </a:solidFill>
                <a:cs typeface="+mn-ea"/>
                <a:sym typeface="+mn-lt"/>
              </a:endParaRPr>
            </a:p>
          </p:txBody>
        </p:sp>
      </p:grpSp>
      <p:grpSp>
        <p:nvGrpSpPr>
          <p:cNvPr id="35" name="组合 34"/>
          <p:cNvGrpSpPr/>
          <p:nvPr>
            <p:custDataLst>
              <p:tags r:id="rId16"/>
            </p:custDataLst>
          </p:nvPr>
        </p:nvGrpSpPr>
        <p:grpSpPr>
          <a:xfrm>
            <a:off x="7314229" y="5417614"/>
            <a:ext cx="3797117" cy="730885"/>
            <a:chOff x="2049502" y="2868376"/>
            <a:chExt cx="3797117" cy="730885"/>
          </a:xfrm>
        </p:grpSpPr>
        <p:sp>
          <p:nvSpPr>
            <p:cNvPr id="36" name="文本框 35"/>
            <p:cNvSpPr txBox="1"/>
            <p:nvPr>
              <p:custDataLst>
                <p:tags r:id="rId17"/>
              </p:custDataLst>
            </p:nvPr>
          </p:nvSpPr>
          <p:spPr>
            <a:xfrm>
              <a:off x="2837417" y="2868376"/>
              <a:ext cx="3009202" cy="730885"/>
            </a:xfrm>
            <a:prstGeom prst="rect">
              <a:avLst/>
            </a:prstGeom>
            <a:noFill/>
          </p:spPr>
          <p:txBody>
            <a:bodyPr wrap="square" rtlCol="0">
              <a:spAutoFit/>
            </a:bodyPr>
            <a:lstStyle/>
            <a:p>
              <a:pPr>
                <a:lnSpc>
                  <a:spcPct val="130000"/>
                </a:lnSpc>
              </a:pPr>
              <a:r>
                <a:rPr lang="zh-CN" altLang="en-US" sz="3200" dirty="0">
                  <a:solidFill>
                    <a:schemeClr val="accent1"/>
                  </a:solidFill>
                  <a:cs typeface="+mn-ea"/>
                  <a:sym typeface="+mn-lt"/>
                </a:rPr>
                <a:t>总结</a:t>
              </a:r>
              <a:endParaRPr lang="zh-CN" altLang="en-US" sz="3200" dirty="0">
                <a:solidFill>
                  <a:schemeClr val="accent1"/>
                </a:solidFill>
                <a:cs typeface="+mn-ea"/>
                <a:sym typeface="+mn-lt"/>
              </a:endParaRPr>
            </a:p>
          </p:txBody>
        </p:sp>
        <p:sp>
          <p:nvSpPr>
            <p:cNvPr id="37" name="椭圆 36"/>
            <p:cNvSpPr/>
            <p:nvPr>
              <p:custDataLst>
                <p:tags r:id="rId18"/>
              </p:custDataLst>
            </p:nvPr>
          </p:nvSpPr>
          <p:spPr>
            <a:xfrm>
              <a:off x="2049502" y="2931272"/>
              <a:ext cx="607224" cy="6072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2400" dirty="0">
                  <a:solidFill>
                    <a:schemeClr val="bg1"/>
                  </a:solidFill>
                  <a:cs typeface="+mn-ea"/>
                  <a:sym typeface="+mn-lt"/>
                </a:rPr>
                <a:t>06</a:t>
              </a:r>
              <a:endParaRPr lang="zh-CN" altLang="en-US" sz="2400" dirty="0">
                <a:solidFill>
                  <a:schemeClr val="bg1"/>
                </a:solidFill>
                <a:cs typeface="+mn-ea"/>
                <a:sym typeface="+mn-lt"/>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zh-CN" altLang="en-US" dirty="0">
                <a:cs typeface="+mn-ea"/>
                <a:sym typeface="+mn-lt"/>
              </a:rPr>
              <a:t>团队成员</a:t>
            </a:r>
            <a:r>
              <a:rPr lang="zh-CN" altLang="en-US" dirty="0">
                <a:cs typeface="+mn-ea"/>
                <a:sym typeface="+mn-lt"/>
              </a:rPr>
              <a:t>介绍</a:t>
            </a:r>
            <a:endParaRPr lang="zh-CN" altLang="en-US" dirty="0">
              <a:cs typeface="+mn-ea"/>
              <a:sym typeface="+mn-lt"/>
            </a:endParaRPr>
          </a:p>
        </p:txBody>
      </p:sp>
      <p:sp>
        <p:nvSpPr>
          <p:cNvPr id="14" name="three-books_73757"/>
          <p:cNvSpPr/>
          <p:nvPr/>
        </p:nvSpPr>
        <p:spPr bwMode="auto">
          <a:xfrm>
            <a:off x="5628000" y="2068866"/>
            <a:ext cx="936000" cy="828000"/>
          </a:xfrm>
          <a:custGeom>
            <a:avLst/>
            <a:gdLst>
              <a:gd name="T0" fmla="*/ 2471 w 2903"/>
              <a:gd name="T1" fmla="*/ 1598 h 2261"/>
              <a:gd name="T2" fmla="*/ 2471 w 2903"/>
              <a:gd name="T3" fmla="*/ 2127 h 2261"/>
              <a:gd name="T4" fmla="*/ 2505 w 2903"/>
              <a:gd name="T5" fmla="*/ 2127 h 2261"/>
              <a:gd name="T6" fmla="*/ 2572 w 2903"/>
              <a:gd name="T7" fmla="*/ 2194 h 2261"/>
              <a:gd name="T8" fmla="*/ 2505 w 2903"/>
              <a:gd name="T9" fmla="*/ 2261 h 2261"/>
              <a:gd name="T10" fmla="*/ 2405 w 2903"/>
              <a:gd name="T11" fmla="*/ 2261 h 2261"/>
              <a:gd name="T12" fmla="*/ 2124 w 2903"/>
              <a:gd name="T13" fmla="*/ 2261 h 2261"/>
              <a:gd name="T14" fmla="*/ 398 w 2903"/>
              <a:gd name="T15" fmla="*/ 2261 h 2261"/>
              <a:gd name="T16" fmla="*/ 0 w 2903"/>
              <a:gd name="T17" fmla="*/ 1863 h 2261"/>
              <a:gd name="T18" fmla="*/ 398 w 2903"/>
              <a:gd name="T19" fmla="*/ 1465 h 2261"/>
              <a:gd name="T20" fmla="*/ 2124 w 2903"/>
              <a:gd name="T21" fmla="*/ 1465 h 2261"/>
              <a:gd name="T22" fmla="*/ 2405 w 2903"/>
              <a:gd name="T23" fmla="*/ 1465 h 2261"/>
              <a:gd name="T24" fmla="*/ 2505 w 2903"/>
              <a:gd name="T25" fmla="*/ 1465 h 2261"/>
              <a:gd name="T26" fmla="*/ 2572 w 2903"/>
              <a:gd name="T27" fmla="*/ 1532 h 2261"/>
              <a:gd name="T28" fmla="*/ 2505 w 2903"/>
              <a:gd name="T29" fmla="*/ 1598 h 2261"/>
              <a:gd name="T30" fmla="*/ 2471 w 2903"/>
              <a:gd name="T31" fmla="*/ 1598 h 2261"/>
              <a:gd name="T32" fmla="*/ 2836 w 2903"/>
              <a:gd name="T33" fmla="*/ 1195 h 2261"/>
              <a:gd name="T34" fmla="*/ 2786 w 2903"/>
              <a:gd name="T35" fmla="*/ 1195 h 2261"/>
              <a:gd name="T36" fmla="*/ 2786 w 2903"/>
              <a:gd name="T37" fmla="*/ 786 h 2261"/>
              <a:gd name="T38" fmla="*/ 2836 w 2903"/>
              <a:gd name="T39" fmla="*/ 786 h 2261"/>
              <a:gd name="T40" fmla="*/ 2903 w 2903"/>
              <a:gd name="T41" fmla="*/ 720 h 2261"/>
              <a:gd name="T42" fmla="*/ 2836 w 2903"/>
              <a:gd name="T43" fmla="*/ 653 h 2261"/>
              <a:gd name="T44" fmla="*/ 2720 w 2903"/>
              <a:gd name="T45" fmla="*/ 653 h 2261"/>
              <a:gd name="T46" fmla="*/ 2455 w 2903"/>
              <a:gd name="T47" fmla="*/ 653 h 2261"/>
              <a:gd name="T48" fmla="*/ 1005 w 2903"/>
              <a:gd name="T49" fmla="*/ 653 h 2261"/>
              <a:gd name="T50" fmla="*/ 668 w 2903"/>
              <a:gd name="T51" fmla="*/ 991 h 2261"/>
              <a:gd name="T52" fmla="*/ 1005 w 2903"/>
              <a:gd name="T53" fmla="*/ 1328 h 2261"/>
              <a:gd name="T54" fmla="*/ 2455 w 2903"/>
              <a:gd name="T55" fmla="*/ 1328 h 2261"/>
              <a:gd name="T56" fmla="*/ 2720 w 2903"/>
              <a:gd name="T57" fmla="*/ 1328 h 2261"/>
              <a:gd name="T58" fmla="*/ 2836 w 2903"/>
              <a:gd name="T59" fmla="*/ 1328 h 2261"/>
              <a:gd name="T60" fmla="*/ 2903 w 2903"/>
              <a:gd name="T61" fmla="*/ 1262 h 2261"/>
              <a:gd name="T62" fmla="*/ 2836 w 2903"/>
              <a:gd name="T63" fmla="*/ 1195 h 2261"/>
              <a:gd name="T64" fmla="*/ 226 w 2903"/>
              <a:gd name="T65" fmla="*/ 405 h 2261"/>
              <a:gd name="T66" fmla="*/ 159 w 2903"/>
              <a:gd name="T67" fmla="*/ 472 h 2261"/>
              <a:gd name="T68" fmla="*/ 226 w 2903"/>
              <a:gd name="T69" fmla="*/ 539 h 2261"/>
              <a:gd name="T70" fmla="*/ 323 w 2903"/>
              <a:gd name="T71" fmla="*/ 539 h 2261"/>
              <a:gd name="T72" fmla="*/ 671 w 2903"/>
              <a:gd name="T73" fmla="*/ 539 h 2261"/>
              <a:gd name="T74" fmla="*/ 2248 w 2903"/>
              <a:gd name="T75" fmla="*/ 539 h 2261"/>
              <a:gd name="T76" fmla="*/ 2517 w 2903"/>
              <a:gd name="T77" fmla="*/ 269 h 2261"/>
              <a:gd name="T78" fmla="*/ 2248 w 2903"/>
              <a:gd name="T79" fmla="*/ 0 h 2261"/>
              <a:gd name="T80" fmla="*/ 671 w 2903"/>
              <a:gd name="T81" fmla="*/ 0 h 2261"/>
              <a:gd name="T82" fmla="*/ 323 w 2903"/>
              <a:gd name="T83" fmla="*/ 0 h 2261"/>
              <a:gd name="T84" fmla="*/ 226 w 2903"/>
              <a:gd name="T85" fmla="*/ 0 h 2261"/>
              <a:gd name="T86" fmla="*/ 159 w 2903"/>
              <a:gd name="T87" fmla="*/ 66 h 2261"/>
              <a:gd name="T88" fmla="*/ 226 w 2903"/>
              <a:gd name="T89" fmla="*/ 133 h 2261"/>
              <a:gd name="T90" fmla="*/ 257 w 2903"/>
              <a:gd name="T91" fmla="*/ 133 h 2261"/>
              <a:gd name="T92" fmla="*/ 257 w 2903"/>
              <a:gd name="T93" fmla="*/ 405 h 2261"/>
              <a:gd name="T94" fmla="*/ 226 w 2903"/>
              <a:gd name="T95" fmla="*/ 405 h 2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903" h="2261">
                <a:moveTo>
                  <a:pt x="2471" y="1598"/>
                </a:moveTo>
                <a:lnTo>
                  <a:pt x="2471" y="2127"/>
                </a:lnTo>
                <a:lnTo>
                  <a:pt x="2505" y="2127"/>
                </a:lnTo>
                <a:cubicBezTo>
                  <a:pt x="2542" y="2127"/>
                  <a:pt x="2572" y="2157"/>
                  <a:pt x="2572" y="2194"/>
                </a:cubicBezTo>
                <a:cubicBezTo>
                  <a:pt x="2572" y="2231"/>
                  <a:pt x="2542" y="2261"/>
                  <a:pt x="2505" y="2261"/>
                </a:cubicBezTo>
                <a:lnTo>
                  <a:pt x="2405" y="2261"/>
                </a:lnTo>
                <a:lnTo>
                  <a:pt x="2124" y="2261"/>
                </a:lnTo>
                <a:lnTo>
                  <a:pt x="398" y="2261"/>
                </a:lnTo>
                <a:cubicBezTo>
                  <a:pt x="178" y="2261"/>
                  <a:pt x="0" y="2082"/>
                  <a:pt x="0" y="1863"/>
                </a:cubicBezTo>
                <a:cubicBezTo>
                  <a:pt x="0" y="1643"/>
                  <a:pt x="178" y="1465"/>
                  <a:pt x="398" y="1465"/>
                </a:cubicBezTo>
                <a:lnTo>
                  <a:pt x="2124" y="1465"/>
                </a:lnTo>
                <a:lnTo>
                  <a:pt x="2405" y="1465"/>
                </a:lnTo>
                <a:lnTo>
                  <a:pt x="2505" y="1465"/>
                </a:lnTo>
                <a:cubicBezTo>
                  <a:pt x="2542" y="1465"/>
                  <a:pt x="2572" y="1495"/>
                  <a:pt x="2572" y="1532"/>
                </a:cubicBezTo>
                <a:cubicBezTo>
                  <a:pt x="2572" y="1568"/>
                  <a:pt x="2542" y="1598"/>
                  <a:pt x="2505" y="1598"/>
                </a:cubicBezTo>
                <a:lnTo>
                  <a:pt x="2471" y="1598"/>
                </a:lnTo>
                <a:close/>
                <a:moveTo>
                  <a:pt x="2836" y="1195"/>
                </a:moveTo>
                <a:lnTo>
                  <a:pt x="2786" y="1195"/>
                </a:lnTo>
                <a:lnTo>
                  <a:pt x="2786" y="786"/>
                </a:lnTo>
                <a:lnTo>
                  <a:pt x="2836" y="786"/>
                </a:lnTo>
                <a:cubicBezTo>
                  <a:pt x="2873" y="786"/>
                  <a:pt x="2903" y="757"/>
                  <a:pt x="2903" y="720"/>
                </a:cubicBezTo>
                <a:cubicBezTo>
                  <a:pt x="2903" y="683"/>
                  <a:pt x="2873" y="653"/>
                  <a:pt x="2836" y="653"/>
                </a:cubicBezTo>
                <a:lnTo>
                  <a:pt x="2720" y="653"/>
                </a:lnTo>
                <a:lnTo>
                  <a:pt x="2455" y="653"/>
                </a:lnTo>
                <a:lnTo>
                  <a:pt x="1005" y="653"/>
                </a:lnTo>
                <a:cubicBezTo>
                  <a:pt x="819" y="653"/>
                  <a:pt x="668" y="805"/>
                  <a:pt x="668" y="991"/>
                </a:cubicBezTo>
                <a:cubicBezTo>
                  <a:pt x="668" y="1177"/>
                  <a:pt x="819" y="1328"/>
                  <a:pt x="1005" y="1328"/>
                </a:cubicBezTo>
                <a:lnTo>
                  <a:pt x="2455" y="1328"/>
                </a:lnTo>
                <a:lnTo>
                  <a:pt x="2720" y="1328"/>
                </a:lnTo>
                <a:lnTo>
                  <a:pt x="2836" y="1328"/>
                </a:lnTo>
                <a:cubicBezTo>
                  <a:pt x="2873" y="1328"/>
                  <a:pt x="2903" y="1299"/>
                  <a:pt x="2903" y="1262"/>
                </a:cubicBezTo>
                <a:cubicBezTo>
                  <a:pt x="2903" y="1225"/>
                  <a:pt x="2873" y="1195"/>
                  <a:pt x="2836" y="1195"/>
                </a:cubicBezTo>
                <a:close/>
                <a:moveTo>
                  <a:pt x="226" y="405"/>
                </a:moveTo>
                <a:cubicBezTo>
                  <a:pt x="189" y="405"/>
                  <a:pt x="159" y="435"/>
                  <a:pt x="159" y="472"/>
                </a:cubicBezTo>
                <a:cubicBezTo>
                  <a:pt x="159" y="509"/>
                  <a:pt x="189" y="539"/>
                  <a:pt x="226" y="539"/>
                </a:cubicBezTo>
                <a:lnTo>
                  <a:pt x="323" y="539"/>
                </a:lnTo>
                <a:lnTo>
                  <a:pt x="671" y="539"/>
                </a:lnTo>
                <a:lnTo>
                  <a:pt x="2248" y="539"/>
                </a:lnTo>
                <a:cubicBezTo>
                  <a:pt x="2396" y="539"/>
                  <a:pt x="2517" y="418"/>
                  <a:pt x="2517" y="269"/>
                </a:cubicBezTo>
                <a:cubicBezTo>
                  <a:pt x="2517" y="121"/>
                  <a:pt x="2396" y="0"/>
                  <a:pt x="2248" y="0"/>
                </a:cubicBezTo>
                <a:lnTo>
                  <a:pt x="671" y="0"/>
                </a:lnTo>
                <a:lnTo>
                  <a:pt x="323" y="0"/>
                </a:lnTo>
                <a:lnTo>
                  <a:pt x="226" y="0"/>
                </a:lnTo>
                <a:cubicBezTo>
                  <a:pt x="189" y="0"/>
                  <a:pt x="159" y="30"/>
                  <a:pt x="159" y="66"/>
                </a:cubicBezTo>
                <a:cubicBezTo>
                  <a:pt x="159" y="103"/>
                  <a:pt x="189" y="133"/>
                  <a:pt x="226" y="133"/>
                </a:cubicBezTo>
                <a:lnTo>
                  <a:pt x="257" y="133"/>
                </a:lnTo>
                <a:lnTo>
                  <a:pt x="257" y="405"/>
                </a:lnTo>
                <a:lnTo>
                  <a:pt x="226" y="405"/>
                </a:lnTo>
                <a:close/>
              </a:path>
            </a:pathLst>
          </a:custGeom>
          <a:solidFill>
            <a:schemeClr val="bg1"/>
          </a:solidFill>
          <a:ln>
            <a:noFill/>
          </a:ln>
        </p:spPr>
        <p:txBody>
          <a:bodyPr/>
          <a:lstStyle/>
          <a:p>
            <a:endParaRPr lang="zh-CN" altLang="en-US">
              <a:cs typeface="+mn-ea"/>
              <a:sym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2515AB8F-1C56-49E9-90C8-78D22B0C1B97}" type="slidenum">
              <a:rPr lang="zh-CN" altLang="en-US" smtClean="0">
                <a:sym typeface="+mn-lt"/>
              </a:rPr>
            </a:fld>
            <a:endParaRPr lang="zh-CN" altLang="en-US" dirty="0">
              <a:sym typeface="+mn-lt"/>
            </a:endParaRPr>
          </a:p>
        </p:txBody>
      </p:sp>
      <p:sp>
        <p:nvSpPr>
          <p:cNvPr id="2" name="标题 1"/>
          <p:cNvSpPr>
            <a:spLocks noGrp="1"/>
          </p:cNvSpPr>
          <p:nvPr>
            <p:ph type="title"/>
          </p:nvPr>
        </p:nvSpPr>
        <p:spPr/>
        <p:txBody>
          <a:bodyPr/>
          <a:lstStyle/>
          <a:p>
            <a:r>
              <a:rPr lang="zh-CN" altLang="en-US" dirty="0">
                <a:sym typeface="+mn-lt"/>
              </a:rPr>
              <a:t>学术报告系列</a:t>
            </a:r>
            <a:r>
              <a:rPr lang="en-US" altLang="zh-CN" dirty="0">
                <a:sym typeface="+mn-lt"/>
              </a:rPr>
              <a:t>-</a:t>
            </a:r>
            <a:r>
              <a:rPr lang="zh-CN" altLang="en-US" dirty="0">
                <a:sym typeface="+mn-lt"/>
              </a:rPr>
              <a:t>团队介绍页</a:t>
            </a:r>
            <a:endParaRPr lang="zh-CN" altLang="en-US" dirty="0">
              <a:sym typeface="+mn-lt"/>
            </a:endParaRPr>
          </a:p>
        </p:txBody>
      </p:sp>
      <p:sp>
        <p:nvSpPr>
          <p:cNvPr id="11" name="文本框 10"/>
          <p:cNvSpPr txBox="1"/>
          <p:nvPr>
            <p:custDataLst>
              <p:tags r:id="rId1"/>
            </p:custDataLst>
          </p:nvPr>
        </p:nvSpPr>
        <p:spPr>
          <a:xfrm>
            <a:off x="1219984" y="3599271"/>
            <a:ext cx="1710667" cy="460375"/>
          </a:xfrm>
          <a:prstGeom prst="rect">
            <a:avLst/>
          </a:prstGeom>
          <a:noFill/>
        </p:spPr>
        <p:txBody>
          <a:bodyPr wrap="square" rtlCol="0">
            <a:spAutoFit/>
          </a:bodyPr>
          <a:lstStyle/>
          <a:p>
            <a:pPr algn="ctr"/>
            <a:r>
              <a:rPr lang="en-US" altLang="zh-CN" sz="2400" b="1" dirty="0">
                <a:solidFill>
                  <a:schemeClr val="accent1"/>
                </a:solidFill>
                <a:cs typeface="+mn-ea"/>
                <a:sym typeface="+mn-lt"/>
              </a:rPr>
              <a:t>71122117</a:t>
            </a:r>
            <a:endParaRPr lang="en-US" altLang="zh-CN" sz="2400" b="1" dirty="0">
              <a:solidFill>
                <a:schemeClr val="accent1"/>
              </a:solidFill>
              <a:cs typeface="+mn-ea"/>
              <a:sym typeface="+mn-lt"/>
            </a:endParaRPr>
          </a:p>
        </p:txBody>
      </p:sp>
      <p:sp>
        <p:nvSpPr>
          <p:cNvPr id="12" name="文本框 11"/>
          <p:cNvSpPr txBox="1"/>
          <p:nvPr>
            <p:custDataLst>
              <p:tags r:id="rId2"/>
            </p:custDataLst>
          </p:nvPr>
        </p:nvSpPr>
        <p:spPr>
          <a:xfrm>
            <a:off x="1175656" y="4103837"/>
            <a:ext cx="1755001" cy="1653273"/>
          </a:xfrm>
          <a:prstGeom prst="rect">
            <a:avLst/>
          </a:prstGeom>
          <a:noFill/>
        </p:spPr>
        <p:txBody>
          <a:bodyPr wrap="square" lIns="0" rIns="0" rtlCol="0">
            <a:normAutofit/>
          </a:bodyPr>
          <a:lstStyle/>
          <a:p>
            <a:pPr algn="ctr">
              <a:lnSpc>
                <a:spcPct val="130000"/>
              </a:lnSpc>
            </a:pPr>
            <a:r>
              <a:rPr lang="zh-CN" altLang="en-US" sz="2000" dirty="0">
                <a:cs typeface="+mn-ea"/>
                <a:sym typeface="+mn-lt"/>
              </a:rPr>
              <a:t>负责</a:t>
            </a:r>
            <a:r>
              <a:rPr lang="zh-CN" altLang="en-US" sz="2000" dirty="0">
                <a:cs typeface="+mn-ea"/>
                <a:sym typeface="+mn-lt"/>
              </a:rPr>
              <a:t>大模型</a:t>
            </a:r>
            <a:endParaRPr lang="zh-CN" altLang="en-US" sz="2000" dirty="0">
              <a:cs typeface="+mn-ea"/>
              <a:sym typeface="+mn-lt"/>
            </a:endParaRPr>
          </a:p>
          <a:p>
            <a:pPr algn="ctr">
              <a:lnSpc>
                <a:spcPct val="130000"/>
              </a:lnSpc>
            </a:pPr>
            <a:r>
              <a:rPr lang="zh-CN" altLang="en-US" sz="2000" dirty="0">
                <a:cs typeface="+mn-ea"/>
                <a:sym typeface="+mn-lt"/>
              </a:rPr>
              <a:t>及前端</a:t>
            </a:r>
            <a:r>
              <a:rPr lang="zh-CN" altLang="en-US" sz="2000" dirty="0">
                <a:cs typeface="+mn-ea"/>
                <a:sym typeface="+mn-lt"/>
              </a:rPr>
              <a:t>样式</a:t>
            </a:r>
            <a:endParaRPr lang="zh-CN" altLang="en-US" sz="2000" dirty="0">
              <a:cs typeface="+mn-ea"/>
              <a:sym typeface="+mn-lt"/>
            </a:endParaRPr>
          </a:p>
        </p:txBody>
      </p:sp>
      <p:cxnSp>
        <p:nvCxnSpPr>
          <p:cNvPr id="13" name="直接连接符 12"/>
          <p:cNvCxnSpPr/>
          <p:nvPr>
            <p:custDataLst>
              <p:tags r:id="rId3"/>
            </p:custDataLst>
          </p:nvPr>
        </p:nvCxnSpPr>
        <p:spPr>
          <a:xfrm rot="16200000">
            <a:off x="2219224" y="4531695"/>
            <a:ext cx="2298429" cy="0"/>
          </a:xfrm>
          <a:prstGeom prst="line">
            <a:avLst/>
          </a:prstGeom>
          <a:ln w="12700" cap="rnd">
            <a:gradFill flip="none" rotWithShape="1">
              <a:gsLst>
                <a:gs pos="0">
                  <a:schemeClr val="bg1"/>
                </a:gs>
                <a:gs pos="100000">
                  <a:schemeClr val="bg1">
                    <a:lumMod val="50000"/>
                  </a:schemeClr>
                </a:gs>
              </a:gsLst>
              <a:lin ang="10800000" scaled="1"/>
              <a:tileRect/>
            </a:gradFill>
            <a:round/>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custDataLst>
              <p:tags r:id="rId4"/>
            </p:custDataLst>
          </p:nvPr>
        </p:nvCxnSpPr>
        <p:spPr>
          <a:xfrm rot="16200000">
            <a:off x="4940199" y="4531695"/>
            <a:ext cx="2298429" cy="0"/>
          </a:xfrm>
          <a:prstGeom prst="line">
            <a:avLst/>
          </a:prstGeom>
          <a:ln w="12700" cap="rnd">
            <a:gradFill flip="none" rotWithShape="1">
              <a:gsLst>
                <a:gs pos="0">
                  <a:schemeClr val="bg1"/>
                </a:gs>
                <a:gs pos="100000">
                  <a:schemeClr val="bg1">
                    <a:lumMod val="50000"/>
                  </a:schemeClr>
                </a:gs>
              </a:gsLst>
              <a:lin ang="10800000" scaled="1"/>
              <a:tileRect/>
            </a:gradFill>
            <a:round/>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custDataLst>
              <p:tags r:id="rId5"/>
            </p:custDataLst>
          </p:nvPr>
        </p:nvCxnSpPr>
        <p:spPr>
          <a:xfrm rot="16200000">
            <a:off x="7661174" y="4531695"/>
            <a:ext cx="2298429" cy="0"/>
          </a:xfrm>
          <a:prstGeom prst="line">
            <a:avLst/>
          </a:prstGeom>
          <a:ln w="12700" cap="rnd">
            <a:gradFill flip="none" rotWithShape="1">
              <a:gsLst>
                <a:gs pos="0">
                  <a:schemeClr val="bg1"/>
                </a:gs>
                <a:gs pos="100000">
                  <a:schemeClr val="bg1">
                    <a:lumMod val="50000"/>
                  </a:schemeClr>
                </a:gs>
              </a:gsLst>
              <a:lin ang="10800000" scaled="1"/>
              <a:tileRect/>
            </a:gradFill>
            <a:round/>
          </a:ln>
        </p:spPr>
        <p:style>
          <a:lnRef idx="1">
            <a:schemeClr val="accent1"/>
          </a:lnRef>
          <a:fillRef idx="0">
            <a:schemeClr val="accent1"/>
          </a:fillRef>
          <a:effectRef idx="0">
            <a:schemeClr val="accent1"/>
          </a:effectRef>
          <a:fontRef idx="minor">
            <a:schemeClr val="tx1"/>
          </a:fontRef>
        </p:style>
      </p:cxnSp>
      <p:sp>
        <p:nvSpPr>
          <p:cNvPr id="25" name="文本框 24"/>
          <p:cNvSpPr txBox="1"/>
          <p:nvPr>
            <p:custDataLst>
              <p:tags r:id="rId6"/>
            </p:custDataLst>
          </p:nvPr>
        </p:nvSpPr>
        <p:spPr>
          <a:xfrm>
            <a:off x="9370010" y="3599271"/>
            <a:ext cx="1754997" cy="460375"/>
          </a:xfrm>
          <a:prstGeom prst="rect">
            <a:avLst/>
          </a:prstGeom>
          <a:noFill/>
        </p:spPr>
        <p:txBody>
          <a:bodyPr wrap="square" rtlCol="0">
            <a:spAutoFit/>
          </a:bodyPr>
          <a:lstStyle/>
          <a:p>
            <a:pPr algn="ctr"/>
            <a:r>
              <a:rPr lang="en-US" altLang="zh-CN" sz="2400" b="1" dirty="0">
                <a:solidFill>
                  <a:schemeClr val="accent1"/>
                </a:solidFill>
                <a:cs typeface="+mn-ea"/>
                <a:sym typeface="+mn-lt"/>
              </a:rPr>
              <a:t>71122109</a:t>
            </a:r>
            <a:endParaRPr lang="en-US" altLang="zh-CN" sz="2400" b="1" dirty="0">
              <a:solidFill>
                <a:schemeClr val="accent1"/>
              </a:solidFill>
              <a:cs typeface="+mn-ea"/>
              <a:sym typeface="+mn-lt"/>
            </a:endParaRPr>
          </a:p>
        </p:txBody>
      </p:sp>
      <p:sp>
        <p:nvSpPr>
          <p:cNvPr id="26" name="文本框 25"/>
          <p:cNvSpPr txBox="1"/>
          <p:nvPr>
            <p:custDataLst>
              <p:tags r:id="rId7"/>
            </p:custDataLst>
          </p:nvPr>
        </p:nvSpPr>
        <p:spPr>
          <a:xfrm>
            <a:off x="9370010" y="4103837"/>
            <a:ext cx="1755001" cy="1653273"/>
          </a:xfrm>
          <a:prstGeom prst="rect">
            <a:avLst/>
          </a:prstGeom>
          <a:noFill/>
        </p:spPr>
        <p:txBody>
          <a:bodyPr wrap="square" lIns="0" rIns="0" rtlCol="0">
            <a:normAutofit/>
          </a:bodyPr>
          <a:lstStyle/>
          <a:p>
            <a:pPr algn="ctr">
              <a:lnSpc>
                <a:spcPct val="130000"/>
              </a:lnSpc>
            </a:pPr>
            <a:r>
              <a:rPr lang="zh-CN" altLang="en-US" sz="2000" dirty="0">
                <a:cs typeface="+mn-ea"/>
                <a:sym typeface="+mn-lt"/>
              </a:rPr>
              <a:t>负责</a:t>
            </a:r>
            <a:r>
              <a:rPr lang="zh-CN" altLang="en-US" sz="2000" dirty="0">
                <a:cs typeface="+mn-ea"/>
                <a:sym typeface="+mn-lt"/>
              </a:rPr>
              <a:t>前端</a:t>
            </a:r>
            <a:endParaRPr lang="zh-CN" altLang="en-US" sz="2000" dirty="0">
              <a:cs typeface="+mn-ea"/>
              <a:sym typeface="+mn-lt"/>
            </a:endParaRPr>
          </a:p>
        </p:txBody>
      </p:sp>
      <p:sp>
        <p:nvSpPr>
          <p:cNvPr id="29" name="文本框 28"/>
          <p:cNvSpPr txBox="1"/>
          <p:nvPr>
            <p:custDataLst>
              <p:tags r:id="rId8"/>
            </p:custDataLst>
          </p:nvPr>
        </p:nvSpPr>
        <p:spPr>
          <a:xfrm>
            <a:off x="6623909" y="3599271"/>
            <a:ext cx="1729681" cy="460375"/>
          </a:xfrm>
          <a:prstGeom prst="rect">
            <a:avLst/>
          </a:prstGeom>
          <a:noFill/>
        </p:spPr>
        <p:txBody>
          <a:bodyPr wrap="square" rtlCol="0">
            <a:spAutoFit/>
          </a:bodyPr>
          <a:lstStyle/>
          <a:p>
            <a:pPr algn="ctr"/>
            <a:r>
              <a:rPr lang="en-US" altLang="zh-CN" sz="2400" b="1" dirty="0">
                <a:solidFill>
                  <a:schemeClr val="accent1"/>
                </a:solidFill>
                <a:cs typeface="+mn-ea"/>
                <a:sym typeface="+mn-lt"/>
              </a:rPr>
              <a:t>71122122</a:t>
            </a:r>
            <a:endParaRPr lang="en-US" altLang="zh-CN" sz="2400" b="1" dirty="0">
              <a:solidFill>
                <a:schemeClr val="accent1"/>
              </a:solidFill>
              <a:cs typeface="+mn-ea"/>
              <a:sym typeface="+mn-lt"/>
            </a:endParaRPr>
          </a:p>
        </p:txBody>
      </p:sp>
      <p:sp>
        <p:nvSpPr>
          <p:cNvPr id="30" name="文本框 29"/>
          <p:cNvSpPr txBox="1"/>
          <p:nvPr>
            <p:custDataLst>
              <p:tags r:id="rId9"/>
            </p:custDataLst>
          </p:nvPr>
        </p:nvSpPr>
        <p:spPr>
          <a:xfrm>
            <a:off x="6623909" y="4103837"/>
            <a:ext cx="1755001" cy="1653273"/>
          </a:xfrm>
          <a:prstGeom prst="rect">
            <a:avLst/>
          </a:prstGeom>
          <a:noFill/>
        </p:spPr>
        <p:txBody>
          <a:bodyPr wrap="square" lIns="0" rIns="0" rtlCol="0">
            <a:normAutofit/>
          </a:bodyPr>
          <a:lstStyle/>
          <a:p>
            <a:pPr algn="ctr">
              <a:lnSpc>
                <a:spcPct val="130000"/>
              </a:lnSpc>
            </a:pPr>
            <a:r>
              <a:rPr lang="zh-CN" altLang="en-US" sz="2000" dirty="0">
                <a:cs typeface="+mn-ea"/>
                <a:sym typeface="+mn-lt"/>
              </a:rPr>
              <a:t>负责后端</a:t>
            </a:r>
            <a:endParaRPr lang="zh-CN" altLang="en-US" sz="2000" dirty="0">
              <a:cs typeface="+mn-ea"/>
              <a:sym typeface="+mn-lt"/>
            </a:endParaRPr>
          </a:p>
          <a:p>
            <a:pPr algn="ctr">
              <a:lnSpc>
                <a:spcPct val="130000"/>
              </a:lnSpc>
            </a:pPr>
            <a:r>
              <a:rPr lang="zh-CN" altLang="en-US" sz="2000" dirty="0">
                <a:cs typeface="+mn-ea"/>
                <a:sym typeface="+mn-lt"/>
              </a:rPr>
              <a:t>及接口文档</a:t>
            </a:r>
            <a:endParaRPr lang="zh-CN" altLang="en-US" sz="2000" dirty="0">
              <a:cs typeface="+mn-ea"/>
              <a:sym typeface="+mn-lt"/>
            </a:endParaRPr>
          </a:p>
        </p:txBody>
      </p:sp>
      <p:sp>
        <p:nvSpPr>
          <p:cNvPr id="33" name="文本框 32"/>
          <p:cNvSpPr txBox="1"/>
          <p:nvPr>
            <p:custDataLst>
              <p:tags r:id="rId10"/>
            </p:custDataLst>
          </p:nvPr>
        </p:nvSpPr>
        <p:spPr>
          <a:xfrm>
            <a:off x="3936638" y="3599271"/>
            <a:ext cx="1695981" cy="460375"/>
          </a:xfrm>
          <a:prstGeom prst="rect">
            <a:avLst/>
          </a:prstGeom>
          <a:noFill/>
        </p:spPr>
        <p:txBody>
          <a:bodyPr wrap="square" rtlCol="0">
            <a:spAutoFit/>
          </a:bodyPr>
          <a:lstStyle/>
          <a:p>
            <a:pPr algn="ctr"/>
            <a:r>
              <a:rPr lang="en-US" altLang="zh-CN" sz="2400" b="1" dirty="0">
                <a:solidFill>
                  <a:schemeClr val="accent1"/>
                </a:solidFill>
                <a:cs typeface="+mn-ea"/>
                <a:sym typeface="+mn-lt"/>
              </a:rPr>
              <a:t>71122135</a:t>
            </a:r>
            <a:endParaRPr lang="en-US" altLang="zh-CN" sz="2400" b="1" dirty="0">
              <a:solidFill>
                <a:schemeClr val="accent1"/>
              </a:solidFill>
              <a:cs typeface="+mn-ea"/>
              <a:sym typeface="+mn-lt"/>
            </a:endParaRPr>
          </a:p>
        </p:txBody>
      </p:sp>
      <p:sp>
        <p:nvSpPr>
          <p:cNvPr id="34" name="文本框 33"/>
          <p:cNvSpPr txBox="1"/>
          <p:nvPr>
            <p:custDataLst>
              <p:tags r:id="rId11"/>
            </p:custDataLst>
          </p:nvPr>
        </p:nvSpPr>
        <p:spPr>
          <a:xfrm>
            <a:off x="3877619" y="4103837"/>
            <a:ext cx="1755001" cy="1653273"/>
          </a:xfrm>
          <a:prstGeom prst="rect">
            <a:avLst/>
          </a:prstGeom>
          <a:noFill/>
        </p:spPr>
        <p:txBody>
          <a:bodyPr wrap="square" lIns="0" rIns="0" rtlCol="0">
            <a:normAutofit lnSpcReduction="10000"/>
          </a:bodyPr>
          <a:lstStyle/>
          <a:p>
            <a:pPr algn="ctr">
              <a:lnSpc>
                <a:spcPct val="130000"/>
              </a:lnSpc>
            </a:pPr>
            <a:r>
              <a:rPr lang="zh-CN" altLang="en-US" sz="2000" dirty="0">
                <a:cs typeface="+mn-ea"/>
                <a:sym typeface="+mn-lt"/>
              </a:rPr>
              <a:t>负责</a:t>
            </a:r>
            <a:r>
              <a:rPr lang="zh-CN" altLang="en-US" sz="2000" dirty="0">
                <a:cs typeface="+mn-ea"/>
                <a:sym typeface="+mn-lt"/>
              </a:rPr>
              <a:t>后端</a:t>
            </a:r>
            <a:endParaRPr lang="zh-CN" altLang="en-US" sz="2000" dirty="0">
              <a:cs typeface="+mn-ea"/>
              <a:sym typeface="+mn-lt"/>
            </a:endParaRPr>
          </a:p>
          <a:p>
            <a:pPr algn="ctr">
              <a:lnSpc>
                <a:spcPct val="130000"/>
              </a:lnSpc>
            </a:pPr>
            <a:r>
              <a:rPr lang="zh-CN" altLang="en-US" sz="2000" dirty="0">
                <a:cs typeface="+mn-ea"/>
                <a:sym typeface="+mn-lt"/>
              </a:rPr>
              <a:t>及</a:t>
            </a:r>
            <a:r>
              <a:rPr lang="zh-CN" altLang="en-US" sz="2000" dirty="0">
                <a:cs typeface="+mn-ea"/>
                <a:sym typeface="+mn-lt"/>
              </a:rPr>
              <a:t>接口文档</a:t>
            </a:r>
            <a:endParaRPr lang="zh-CN" altLang="en-US" sz="2000" dirty="0">
              <a:cs typeface="+mn-ea"/>
              <a:sym typeface="+mn-lt"/>
            </a:endParaRPr>
          </a:p>
        </p:txBody>
      </p:sp>
      <p:pic>
        <p:nvPicPr>
          <p:cNvPr id="44" name="图片占位符 43"/>
          <p:cNvPicPr>
            <a:picLocks noGrp="1" noChangeAspect="1"/>
          </p:cNvPicPr>
          <p:nvPr>
            <p:ph type="pic" sz="quarter" idx="13"/>
          </p:nvPr>
        </p:nvPicPr>
        <p:blipFill>
          <a:blip r:embed="rId12">
            <a:extLst>
              <a:ext uri="{28A0092B-C50C-407E-A947-70E740481C1C}">
                <a14:useLocalDpi xmlns:a14="http://schemas.microsoft.com/office/drawing/2010/main" val="0"/>
              </a:ext>
            </a:extLst>
          </a:blip>
          <a:srcRect t="45" b="45"/>
          <a:stretch>
            <a:fillRect/>
          </a:stretch>
        </p:blipFill>
        <p:spPr/>
      </p:pic>
      <p:pic>
        <p:nvPicPr>
          <p:cNvPr id="46" name="图片占位符 45"/>
          <p:cNvPicPr>
            <a:picLocks noGrp="1" noChangeAspect="1"/>
          </p:cNvPicPr>
          <p:nvPr>
            <p:ph type="pic" sz="quarter" idx="15"/>
          </p:nvPr>
        </p:nvPicPr>
        <p:blipFill>
          <a:blip r:embed="rId13">
            <a:extLst>
              <a:ext uri="{28A0092B-C50C-407E-A947-70E740481C1C}">
                <a14:useLocalDpi xmlns:a14="http://schemas.microsoft.com/office/drawing/2010/main" val="0"/>
              </a:ext>
            </a:extLst>
          </a:blip>
          <a:srcRect/>
          <a:stretch>
            <a:fillRect/>
          </a:stretch>
        </p:blipFill>
        <p:spPr/>
      </p:pic>
      <p:pic>
        <p:nvPicPr>
          <p:cNvPr id="50" name="图片占位符 49"/>
          <p:cNvPicPr>
            <a:picLocks noGrp="1" noChangeAspect="1"/>
          </p:cNvPicPr>
          <p:nvPr>
            <p:ph type="pic" sz="quarter" idx="16"/>
          </p:nvPr>
        </p:nvPicPr>
        <p:blipFill>
          <a:blip r:embed="rId14">
            <a:extLst>
              <a:ext uri="{28A0092B-C50C-407E-A947-70E740481C1C}">
                <a14:useLocalDpi xmlns:a14="http://schemas.microsoft.com/office/drawing/2010/main" val="0"/>
              </a:ext>
            </a:extLst>
          </a:blip>
          <a:srcRect t="3147" b="3147"/>
          <a:stretch>
            <a:fillRect/>
          </a:stretch>
        </p:blipFill>
        <p:spPr/>
      </p:pic>
      <p:pic>
        <p:nvPicPr>
          <p:cNvPr id="52" name="图片占位符 51"/>
          <p:cNvPicPr>
            <a:picLocks noGrp="1" noChangeAspect="1"/>
          </p:cNvPicPr>
          <p:nvPr>
            <p:ph type="pic" sz="quarter" idx="14"/>
          </p:nvPr>
        </p:nvPicPr>
        <p:blipFill>
          <a:blip r:embed="rId15">
            <a:extLst>
              <a:ext uri="{28A0092B-C50C-407E-A947-70E740481C1C}">
                <a14:useLocalDpi xmlns:a14="http://schemas.microsoft.com/office/drawing/2010/main" val="0"/>
              </a:ext>
            </a:extLst>
          </a:blip>
          <a:srcRect t="836" b="836"/>
          <a:stretch>
            <a:fillRect/>
          </a:stretch>
        </p:blip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r>
              <a:rPr lang="zh-CN" altLang="en-US" dirty="0"/>
              <a:t>项目背景及</a:t>
            </a:r>
            <a:r>
              <a:rPr lang="zh-CN" altLang="en-US" dirty="0"/>
              <a:t>价值</a:t>
            </a:r>
            <a:endParaRPr lang="zh-CN" altLang="en-US" dirty="0"/>
          </a:p>
        </p:txBody>
      </p:sp>
      <p:sp>
        <p:nvSpPr>
          <p:cNvPr id="3" name="black-text-page_20158"/>
          <p:cNvSpPr>
            <a:spLocks noChangeAspect="1"/>
          </p:cNvSpPr>
          <p:nvPr/>
        </p:nvSpPr>
        <p:spPr bwMode="auto">
          <a:xfrm>
            <a:off x="5719589" y="2084337"/>
            <a:ext cx="752821" cy="769441"/>
          </a:xfrm>
          <a:custGeom>
            <a:avLst/>
            <a:gdLst>
              <a:gd name="connsiteX0" fmla="*/ 161282 w 594584"/>
              <a:gd name="connsiteY0" fmla="*/ 498228 h 607710"/>
              <a:gd name="connsiteX1" fmla="*/ 161282 w 594584"/>
              <a:gd name="connsiteY1" fmla="*/ 517026 h 607710"/>
              <a:gd name="connsiteX2" fmla="*/ 524261 w 594584"/>
              <a:gd name="connsiteY2" fmla="*/ 517026 h 607710"/>
              <a:gd name="connsiteX3" fmla="*/ 524261 w 594584"/>
              <a:gd name="connsiteY3" fmla="*/ 498228 h 607710"/>
              <a:gd name="connsiteX4" fmla="*/ 161282 w 594584"/>
              <a:gd name="connsiteY4" fmla="*/ 422914 h 607710"/>
              <a:gd name="connsiteX5" fmla="*/ 161282 w 594584"/>
              <a:gd name="connsiteY5" fmla="*/ 441713 h 607710"/>
              <a:gd name="connsiteX6" fmla="*/ 524261 w 594584"/>
              <a:gd name="connsiteY6" fmla="*/ 441713 h 607710"/>
              <a:gd name="connsiteX7" fmla="*/ 524261 w 594584"/>
              <a:gd name="connsiteY7" fmla="*/ 422914 h 607710"/>
              <a:gd name="connsiteX8" fmla="*/ 161282 w 594584"/>
              <a:gd name="connsiteY8" fmla="*/ 347719 h 607710"/>
              <a:gd name="connsiteX9" fmla="*/ 161282 w 594584"/>
              <a:gd name="connsiteY9" fmla="*/ 366518 h 607710"/>
              <a:gd name="connsiteX10" fmla="*/ 524261 w 594584"/>
              <a:gd name="connsiteY10" fmla="*/ 366518 h 607710"/>
              <a:gd name="connsiteX11" fmla="*/ 524261 w 594584"/>
              <a:gd name="connsiteY11" fmla="*/ 347719 h 607710"/>
              <a:gd name="connsiteX12" fmla="*/ 161282 w 594584"/>
              <a:gd name="connsiteY12" fmla="*/ 272405 h 607710"/>
              <a:gd name="connsiteX13" fmla="*/ 161282 w 594584"/>
              <a:gd name="connsiteY13" fmla="*/ 291204 h 607710"/>
              <a:gd name="connsiteX14" fmla="*/ 524261 w 594584"/>
              <a:gd name="connsiteY14" fmla="*/ 291204 h 607710"/>
              <a:gd name="connsiteX15" fmla="*/ 524261 w 594584"/>
              <a:gd name="connsiteY15" fmla="*/ 272405 h 607710"/>
              <a:gd name="connsiteX16" fmla="*/ 161282 w 594584"/>
              <a:gd name="connsiteY16" fmla="*/ 197210 h 607710"/>
              <a:gd name="connsiteX17" fmla="*/ 161282 w 594584"/>
              <a:gd name="connsiteY17" fmla="*/ 216009 h 607710"/>
              <a:gd name="connsiteX18" fmla="*/ 524261 w 594584"/>
              <a:gd name="connsiteY18" fmla="*/ 216009 h 607710"/>
              <a:gd name="connsiteX19" fmla="*/ 524261 w 594584"/>
              <a:gd name="connsiteY19" fmla="*/ 197210 h 607710"/>
              <a:gd name="connsiteX20" fmla="*/ 0 w 594584"/>
              <a:gd name="connsiteY20" fmla="*/ 140778 h 607710"/>
              <a:gd name="connsiteX21" fmla="*/ 72118 w 594584"/>
              <a:gd name="connsiteY21" fmla="*/ 140778 h 607710"/>
              <a:gd name="connsiteX22" fmla="*/ 72118 w 594584"/>
              <a:gd name="connsiteY22" fmla="*/ 607710 h 607710"/>
              <a:gd name="connsiteX23" fmla="*/ 0 w 594584"/>
              <a:gd name="connsiteY23" fmla="*/ 607710 h 607710"/>
              <a:gd name="connsiteX24" fmla="*/ 161282 w 594584"/>
              <a:gd name="connsiteY24" fmla="*/ 121897 h 607710"/>
              <a:gd name="connsiteX25" fmla="*/ 161282 w 594584"/>
              <a:gd name="connsiteY25" fmla="*/ 140814 h 607710"/>
              <a:gd name="connsiteX26" fmla="*/ 524261 w 594584"/>
              <a:gd name="connsiteY26" fmla="*/ 140814 h 607710"/>
              <a:gd name="connsiteX27" fmla="*/ 524261 w 594584"/>
              <a:gd name="connsiteY27" fmla="*/ 121897 h 607710"/>
              <a:gd name="connsiteX28" fmla="*/ 90959 w 594584"/>
              <a:gd name="connsiteY28" fmla="*/ 0 h 607710"/>
              <a:gd name="connsiteX29" fmla="*/ 594584 w 594584"/>
              <a:gd name="connsiteY29" fmla="*/ 0 h 607710"/>
              <a:gd name="connsiteX30" fmla="*/ 594584 w 594584"/>
              <a:gd name="connsiteY30" fmla="*/ 607710 h 607710"/>
              <a:gd name="connsiteX31" fmla="*/ 90959 w 594584"/>
              <a:gd name="connsiteY31" fmla="*/ 607710 h 607710"/>
              <a:gd name="connsiteX32" fmla="*/ 90959 w 594584"/>
              <a:gd name="connsiteY32" fmla="*/ 121897 h 607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94584" h="607710">
                <a:moveTo>
                  <a:pt x="161282" y="498228"/>
                </a:moveTo>
                <a:lnTo>
                  <a:pt x="161282" y="517026"/>
                </a:lnTo>
                <a:lnTo>
                  <a:pt x="524261" y="517026"/>
                </a:lnTo>
                <a:lnTo>
                  <a:pt x="524261" y="498228"/>
                </a:lnTo>
                <a:close/>
                <a:moveTo>
                  <a:pt x="161282" y="422914"/>
                </a:moveTo>
                <a:lnTo>
                  <a:pt x="161282" y="441713"/>
                </a:lnTo>
                <a:lnTo>
                  <a:pt x="524261" y="441713"/>
                </a:lnTo>
                <a:lnTo>
                  <a:pt x="524261" y="422914"/>
                </a:lnTo>
                <a:close/>
                <a:moveTo>
                  <a:pt x="161282" y="347719"/>
                </a:moveTo>
                <a:lnTo>
                  <a:pt x="161282" y="366518"/>
                </a:lnTo>
                <a:lnTo>
                  <a:pt x="524261" y="366518"/>
                </a:lnTo>
                <a:lnTo>
                  <a:pt x="524261" y="347719"/>
                </a:lnTo>
                <a:close/>
                <a:moveTo>
                  <a:pt x="161282" y="272405"/>
                </a:moveTo>
                <a:lnTo>
                  <a:pt x="161282" y="291204"/>
                </a:lnTo>
                <a:lnTo>
                  <a:pt x="524261" y="291204"/>
                </a:lnTo>
                <a:lnTo>
                  <a:pt x="524261" y="272405"/>
                </a:lnTo>
                <a:close/>
                <a:moveTo>
                  <a:pt x="161282" y="197210"/>
                </a:moveTo>
                <a:lnTo>
                  <a:pt x="161282" y="216009"/>
                </a:lnTo>
                <a:lnTo>
                  <a:pt x="524261" y="216009"/>
                </a:lnTo>
                <a:lnTo>
                  <a:pt x="524261" y="197210"/>
                </a:lnTo>
                <a:close/>
                <a:moveTo>
                  <a:pt x="0" y="140778"/>
                </a:moveTo>
                <a:lnTo>
                  <a:pt x="72118" y="140778"/>
                </a:lnTo>
                <a:lnTo>
                  <a:pt x="72118" y="607710"/>
                </a:lnTo>
                <a:lnTo>
                  <a:pt x="0" y="607710"/>
                </a:lnTo>
                <a:close/>
                <a:moveTo>
                  <a:pt x="161282" y="121897"/>
                </a:moveTo>
                <a:lnTo>
                  <a:pt x="161282" y="140814"/>
                </a:lnTo>
                <a:lnTo>
                  <a:pt x="524261" y="140814"/>
                </a:lnTo>
                <a:lnTo>
                  <a:pt x="524261" y="121897"/>
                </a:lnTo>
                <a:close/>
                <a:moveTo>
                  <a:pt x="90959" y="0"/>
                </a:moveTo>
                <a:lnTo>
                  <a:pt x="594584" y="0"/>
                </a:lnTo>
                <a:lnTo>
                  <a:pt x="594584" y="607710"/>
                </a:lnTo>
                <a:lnTo>
                  <a:pt x="90959" y="607710"/>
                </a:lnTo>
                <a:lnTo>
                  <a:pt x="90959" y="121897"/>
                </a:lnTo>
                <a:close/>
              </a:path>
            </a:pathLst>
          </a:custGeom>
          <a:solidFill>
            <a:schemeClr val="bg1"/>
          </a:solidFill>
          <a:ln>
            <a:no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255" y="237834"/>
            <a:ext cx="8168208" cy="790865"/>
          </a:xfrm>
        </p:spPr>
        <p:txBody>
          <a:bodyPr/>
          <a:lstStyle/>
          <a:p>
            <a:r>
              <a:rPr lang="zh-CN" altLang="en-US" dirty="0">
                <a:latin typeface="+mn-lt"/>
                <a:ea typeface="+mn-ea"/>
                <a:cs typeface="+mn-ea"/>
                <a:sym typeface="+mn-lt"/>
              </a:rPr>
              <a:t>项目背景及价值</a:t>
            </a:r>
            <a:endParaRPr lang="zh-CN" altLang="en-US" dirty="0">
              <a:latin typeface="+mn-lt"/>
              <a:ea typeface="+mn-ea"/>
              <a:cs typeface="+mn-ea"/>
              <a:sym typeface="+mn-lt"/>
            </a:endParaRPr>
          </a:p>
        </p:txBody>
      </p:sp>
      <p:sp>
        <p:nvSpPr>
          <p:cNvPr id="3" name="灯片编号占位符 2"/>
          <p:cNvSpPr>
            <a:spLocks noGrp="1"/>
          </p:cNvSpPr>
          <p:nvPr>
            <p:ph type="sldNum" sz="quarter" idx="12"/>
          </p:nvPr>
        </p:nvSpPr>
        <p:spPr/>
        <p:txBody>
          <a:bodyPr/>
          <a:lstStyle/>
          <a:p>
            <a:fld id="{2515AB8F-1C56-49E9-90C8-78D22B0C1B97}" type="slidenum">
              <a:rPr lang="zh-CN" altLang="en-US" smtClean="0">
                <a:cs typeface="+mn-ea"/>
                <a:sym typeface="+mn-lt"/>
              </a:rPr>
            </a:fld>
            <a:endParaRPr lang="zh-CN" altLang="en-US">
              <a:cs typeface="+mn-ea"/>
              <a:sym typeface="+mn-lt"/>
            </a:endParaRPr>
          </a:p>
        </p:txBody>
      </p:sp>
      <p:sp>
        <p:nvSpPr>
          <p:cNvPr id="4" name="文本框 3"/>
          <p:cNvSpPr txBox="1"/>
          <p:nvPr/>
        </p:nvSpPr>
        <p:spPr>
          <a:xfrm rot="5400000">
            <a:off x="10088296" y="893598"/>
            <a:ext cx="877163" cy="923330"/>
          </a:xfrm>
          <a:prstGeom prst="rect">
            <a:avLst/>
          </a:prstGeom>
          <a:noFill/>
        </p:spPr>
        <p:txBody>
          <a:bodyPr wrap="none" rtlCol="0">
            <a:spAutoFit/>
          </a:bodyPr>
          <a:lstStyle/>
          <a:p>
            <a:r>
              <a:rPr lang="zh-CN" altLang="en-US" sz="5400" dirty="0">
                <a:solidFill>
                  <a:schemeClr val="accent1"/>
                </a:solidFill>
                <a:cs typeface="+mn-ea"/>
                <a:sym typeface="+mn-lt"/>
              </a:rPr>
              <a:t>「</a:t>
            </a:r>
            <a:endParaRPr lang="zh-CN" altLang="en-US" sz="5400" dirty="0">
              <a:solidFill>
                <a:schemeClr val="accent1"/>
              </a:solidFill>
              <a:cs typeface="+mn-ea"/>
              <a:sym typeface="+mn-lt"/>
            </a:endParaRPr>
          </a:p>
        </p:txBody>
      </p:sp>
      <p:sp>
        <p:nvSpPr>
          <p:cNvPr id="5" name="文本框 4"/>
          <p:cNvSpPr txBox="1"/>
          <p:nvPr/>
        </p:nvSpPr>
        <p:spPr>
          <a:xfrm rot="5400000">
            <a:off x="1251940" y="5348154"/>
            <a:ext cx="877163" cy="923330"/>
          </a:xfrm>
          <a:prstGeom prst="rect">
            <a:avLst/>
          </a:prstGeom>
          <a:noFill/>
        </p:spPr>
        <p:txBody>
          <a:bodyPr wrap="none" rtlCol="0">
            <a:spAutoFit/>
          </a:bodyPr>
          <a:lstStyle/>
          <a:p>
            <a:r>
              <a:rPr lang="zh-CN" altLang="en-US" sz="5400" dirty="0">
                <a:solidFill>
                  <a:schemeClr val="accent1"/>
                </a:solidFill>
                <a:cs typeface="+mn-ea"/>
                <a:sym typeface="+mn-lt"/>
              </a:rPr>
              <a:t>」</a:t>
            </a:r>
            <a:endParaRPr lang="zh-CN" altLang="en-US" sz="5400" dirty="0">
              <a:solidFill>
                <a:schemeClr val="accent1"/>
              </a:solidFill>
              <a:cs typeface="+mn-ea"/>
              <a:sym typeface="+mn-lt"/>
            </a:endParaRPr>
          </a:p>
        </p:txBody>
      </p:sp>
      <p:sp>
        <p:nvSpPr>
          <p:cNvPr id="6" name="矩形 5"/>
          <p:cNvSpPr/>
          <p:nvPr/>
        </p:nvSpPr>
        <p:spPr>
          <a:xfrm>
            <a:off x="1830222" y="1726059"/>
            <a:ext cx="8531556" cy="3729518"/>
          </a:xfrm>
          <a:prstGeom prst="rect">
            <a:avLst/>
          </a:prstGeom>
          <a:solidFill>
            <a:schemeClr val="bg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216000" rIns="216000" rtlCol="0" anchor="ctr">
            <a:normAutofit fontScale="80000"/>
          </a:bodyPr>
          <a:lstStyle/>
          <a:p>
            <a:pPr indent="457200">
              <a:lnSpc>
                <a:spcPct val="130000"/>
              </a:lnSpc>
            </a:pPr>
            <a:r>
              <a:rPr sz="2000" dirty="0">
                <a:solidFill>
                  <a:schemeClr val="tx1"/>
                </a:solidFill>
                <a:cs typeface="+mn-ea"/>
                <a:sym typeface="+mn-lt"/>
              </a:rPr>
              <a:t>随着人工智能和大数据技术的迅猛发展，各行各业正在产生并积累大量的多模态数据，包括文本、图像、视频等。特别是在电商、媒体、教育、医疗等领域，图像与文本数据的关联性越来越强。然而，目前行业内的图像与文本数据的关联检索技术仍处于相对初级的阶段，通常只能进行单模态检索（如基于文本搜索文本或基于图像搜索图像）。</a:t>
            </a:r>
            <a:endParaRPr sz="2000" dirty="0">
              <a:solidFill>
                <a:schemeClr val="tx1"/>
              </a:solidFill>
              <a:cs typeface="+mn-ea"/>
              <a:sym typeface="+mn-lt"/>
            </a:endParaRPr>
          </a:p>
          <a:p>
            <a:pPr indent="457200">
              <a:lnSpc>
                <a:spcPct val="130000"/>
              </a:lnSpc>
            </a:pPr>
            <a:r>
              <a:rPr sz="2000" dirty="0">
                <a:solidFill>
                  <a:schemeClr val="tx1"/>
                </a:solidFill>
                <a:cs typeface="+mn-ea"/>
                <a:sym typeface="+mn-lt"/>
              </a:rPr>
              <a:t>面对海量的多模态数据，行业对能够高效处理和检索跨模态数据的软件需求日益迫切。传统的检索方法检索效率低，数据利用率也低，使得用户体验感较差，因此，开发能够实现图像与文本数据跨模态检索的软件，成为行业发展的迫切需求。</a:t>
            </a:r>
            <a:endParaRPr sz="2000" dirty="0">
              <a:solidFill>
                <a:schemeClr val="tx1"/>
              </a:solidFill>
              <a:cs typeface="+mn-ea"/>
              <a:sym typeface="+mn-lt"/>
            </a:endParaRPr>
          </a:p>
          <a:p>
            <a:pPr indent="457200">
              <a:lnSpc>
                <a:spcPct val="130000"/>
              </a:lnSpc>
            </a:pPr>
            <a:r>
              <a:rPr sz="2000" dirty="0">
                <a:solidFill>
                  <a:schemeClr val="tx1"/>
                </a:solidFill>
                <a:cs typeface="+mn-ea"/>
                <a:sym typeface="+mn-lt"/>
              </a:rPr>
              <a:t>跨模态图像文本检索软件的引入，能够提升信息获取效率以及增加数据分析能力，推动应用智能化的发展，为行业带来更高效的数据利用、更优质的用户服务，成为未来信息检索领域的重要工具。</a:t>
            </a:r>
            <a:endParaRPr lang="zh-CN" altLang="en-US" dirty="0">
              <a:cs typeface="+mn-ea"/>
              <a:sym typeface="+mn-lt"/>
            </a:endParaRPr>
          </a:p>
        </p:txBody>
      </p:sp>
      <p:sp>
        <p:nvSpPr>
          <p:cNvPr id="12" name="文本框 11"/>
          <p:cNvSpPr txBox="1"/>
          <p:nvPr/>
        </p:nvSpPr>
        <p:spPr>
          <a:xfrm rot="10800000">
            <a:off x="10498655" y="4936153"/>
            <a:ext cx="877163" cy="923330"/>
          </a:xfrm>
          <a:prstGeom prst="rect">
            <a:avLst/>
          </a:prstGeom>
          <a:noFill/>
        </p:spPr>
        <p:txBody>
          <a:bodyPr wrap="none" rtlCol="0">
            <a:spAutoFit/>
          </a:bodyPr>
          <a:lstStyle/>
          <a:p>
            <a:r>
              <a:rPr lang="zh-CN" altLang="en-US" sz="5400" dirty="0">
                <a:solidFill>
                  <a:schemeClr val="accent1"/>
                </a:solidFill>
                <a:cs typeface="+mn-ea"/>
                <a:sym typeface="+mn-lt"/>
              </a:rPr>
              <a:t>「</a:t>
            </a:r>
            <a:endParaRPr lang="zh-CN" altLang="en-US" sz="5400" dirty="0">
              <a:solidFill>
                <a:schemeClr val="accent1"/>
              </a:solidFill>
              <a:cs typeface="+mn-ea"/>
              <a:sym typeface="+mn-lt"/>
            </a:endParaRPr>
          </a:p>
        </p:txBody>
      </p:sp>
      <p:sp>
        <p:nvSpPr>
          <p:cNvPr id="13" name="文本框 12"/>
          <p:cNvSpPr txBox="1"/>
          <p:nvPr/>
        </p:nvSpPr>
        <p:spPr>
          <a:xfrm rot="10800000">
            <a:off x="828297" y="1328995"/>
            <a:ext cx="877163" cy="923330"/>
          </a:xfrm>
          <a:prstGeom prst="rect">
            <a:avLst/>
          </a:prstGeom>
          <a:noFill/>
        </p:spPr>
        <p:txBody>
          <a:bodyPr wrap="none" rtlCol="0">
            <a:spAutoFit/>
          </a:bodyPr>
          <a:lstStyle/>
          <a:p>
            <a:r>
              <a:rPr lang="zh-CN" altLang="en-US" sz="5400" dirty="0">
                <a:solidFill>
                  <a:schemeClr val="accent1"/>
                </a:solidFill>
                <a:cs typeface="+mn-ea"/>
                <a:sym typeface="+mn-lt"/>
              </a:rPr>
              <a:t>」</a:t>
            </a:r>
            <a:endParaRPr lang="zh-CN" altLang="en-US" sz="5400" dirty="0">
              <a:solidFill>
                <a:schemeClr val="accent1"/>
              </a:solidFill>
              <a:cs typeface="+mn-ea"/>
              <a:sym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a:t>技术及</a:t>
            </a:r>
            <a:r>
              <a:rPr lang="zh-CN" altLang="en-US" dirty="0"/>
              <a:t>工具</a:t>
            </a:r>
            <a:endParaRPr lang="zh-CN" altLang="en-US" dirty="0"/>
          </a:p>
        </p:txBody>
      </p:sp>
      <p:sp>
        <p:nvSpPr>
          <p:cNvPr id="4" name="laboratory-microscope_73379"/>
          <p:cNvSpPr>
            <a:spLocks noChangeAspect="1"/>
          </p:cNvSpPr>
          <p:nvPr/>
        </p:nvSpPr>
        <p:spPr bwMode="auto">
          <a:xfrm>
            <a:off x="5718000" y="1793118"/>
            <a:ext cx="756000" cy="1067096"/>
          </a:xfrm>
          <a:custGeom>
            <a:avLst/>
            <a:gdLst>
              <a:gd name="T0" fmla="*/ 1973 w 1985"/>
              <a:gd name="T1" fmla="*/ 439 h 2806"/>
              <a:gd name="T2" fmla="*/ 1546 w 1985"/>
              <a:gd name="T3" fmla="*/ 11 h 2806"/>
              <a:gd name="T4" fmla="*/ 1505 w 1985"/>
              <a:gd name="T5" fmla="*/ 11 h 2806"/>
              <a:gd name="T6" fmla="*/ 1480 w 1985"/>
              <a:gd name="T7" fmla="*/ 37 h 2806"/>
              <a:gd name="T8" fmla="*/ 1480 w 1985"/>
              <a:gd name="T9" fmla="*/ 78 h 2806"/>
              <a:gd name="T10" fmla="*/ 1507 w 1985"/>
              <a:gd name="T11" fmla="*/ 105 h 2806"/>
              <a:gd name="T12" fmla="*/ 653 w 1985"/>
              <a:gd name="T13" fmla="*/ 958 h 2806"/>
              <a:gd name="T14" fmla="*/ 626 w 1985"/>
              <a:gd name="T15" fmla="*/ 931 h 2806"/>
              <a:gd name="T16" fmla="*/ 586 w 1985"/>
              <a:gd name="T17" fmla="*/ 931 h 2806"/>
              <a:gd name="T18" fmla="*/ 560 w 1985"/>
              <a:gd name="T19" fmla="*/ 956 h 2806"/>
              <a:gd name="T20" fmla="*/ 560 w 1985"/>
              <a:gd name="T21" fmla="*/ 997 h 2806"/>
              <a:gd name="T22" fmla="*/ 988 w 1985"/>
              <a:gd name="T23" fmla="*/ 1425 h 2806"/>
              <a:gd name="T24" fmla="*/ 1028 w 1985"/>
              <a:gd name="T25" fmla="*/ 1425 h 2806"/>
              <a:gd name="T26" fmla="*/ 1054 w 1985"/>
              <a:gd name="T27" fmla="*/ 1399 h 2806"/>
              <a:gd name="T28" fmla="*/ 1054 w 1985"/>
              <a:gd name="T29" fmla="*/ 1358 h 2806"/>
              <a:gd name="T30" fmla="*/ 1029 w 1985"/>
              <a:gd name="T31" fmla="*/ 1333 h 2806"/>
              <a:gd name="T32" fmla="*/ 1217 w 1985"/>
              <a:gd name="T33" fmla="*/ 1144 h 2806"/>
              <a:gd name="T34" fmla="*/ 1479 w 1985"/>
              <a:gd name="T35" fmla="*/ 1263 h 2806"/>
              <a:gd name="T36" fmla="*/ 1666 w 1985"/>
              <a:gd name="T37" fmla="*/ 1208 h 2806"/>
              <a:gd name="T38" fmla="*/ 1709 w 1985"/>
              <a:gd name="T39" fmla="*/ 1432 h 2806"/>
              <a:gd name="T40" fmla="*/ 1097 w 1985"/>
              <a:gd name="T41" fmla="*/ 2044 h 2806"/>
              <a:gd name="T42" fmla="*/ 1096 w 1985"/>
              <a:gd name="T43" fmla="*/ 2044 h 2806"/>
              <a:gd name="T44" fmla="*/ 555 w 1985"/>
              <a:gd name="T45" fmla="*/ 1718 h 2806"/>
              <a:gd name="T46" fmla="*/ 848 w 1985"/>
              <a:gd name="T47" fmla="*/ 1718 h 2806"/>
              <a:gd name="T48" fmla="*/ 919 w 1985"/>
              <a:gd name="T49" fmla="*/ 1647 h 2806"/>
              <a:gd name="T50" fmla="*/ 919 w 1985"/>
              <a:gd name="T51" fmla="*/ 1592 h 2806"/>
              <a:gd name="T52" fmla="*/ 848 w 1985"/>
              <a:gd name="T53" fmla="*/ 1521 h 2806"/>
              <a:gd name="T54" fmla="*/ 71 w 1985"/>
              <a:gd name="T55" fmla="*/ 1521 h 2806"/>
              <a:gd name="T56" fmla="*/ 0 w 1985"/>
              <a:gd name="T57" fmla="*/ 1592 h 2806"/>
              <a:gd name="T58" fmla="*/ 0 w 1985"/>
              <a:gd name="T59" fmla="*/ 1647 h 2806"/>
              <a:gd name="T60" fmla="*/ 71 w 1985"/>
              <a:gd name="T61" fmla="*/ 1718 h 2806"/>
              <a:gd name="T62" fmla="*/ 408 w 1985"/>
              <a:gd name="T63" fmla="*/ 1718 h 2806"/>
              <a:gd name="T64" fmla="*/ 940 w 1985"/>
              <a:gd name="T65" fmla="*/ 2160 h 2806"/>
              <a:gd name="T66" fmla="*/ 940 w 1985"/>
              <a:gd name="T67" fmla="*/ 2391 h 2806"/>
              <a:gd name="T68" fmla="*/ 423 w 1985"/>
              <a:gd name="T69" fmla="*/ 2806 h 2806"/>
              <a:gd name="T70" fmla="*/ 1814 w 1985"/>
              <a:gd name="T71" fmla="*/ 2806 h 2806"/>
              <a:gd name="T72" fmla="*/ 1296 w 1985"/>
              <a:gd name="T73" fmla="*/ 2391 h 2806"/>
              <a:gd name="T74" fmla="*/ 1296 w 1985"/>
              <a:gd name="T75" fmla="*/ 2152 h 2806"/>
              <a:gd name="T76" fmla="*/ 1290 w 1985"/>
              <a:gd name="T77" fmla="*/ 2152 h 2806"/>
              <a:gd name="T78" fmla="*/ 1842 w 1985"/>
              <a:gd name="T79" fmla="*/ 1432 h 2806"/>
              <a:gd name="T80" fmla="*/ 1769 w 1985"/>
              <a:gd name="T81" fmla="*/ 1109 h 2806"/>
              <a:gd name="T82" fmla="*/ 1829 w 1985"/>
              <a:gd name="T83" fmla="*/ 913 h 2806"/>
              <a:gd name="T84" fmla="*/ 1711 w 1985"/>
              <a:gd name="T85" fmla="*/ 651 h 2806"/>
              <a:gd name="T86" fmla="*/ 1882 w 1985"/>
              <a:gd name="T87" fmla="*/ 480 h 2806"/>
              <a:gd name="T88" fmla="*/ 1907 w 1985"/>
              <a:gd name="T89" fmla="*/ 505 h 2806"/>
              <a:gd name="T90" fmla="*/ 1948 w 1985"/>
              <a:gd name="T91" fmla="*/ 505 h 2806"/>
              <a:gd name="T92" fmla="*/ 1973 w 1985"/>
              <a:gd name="T93" fmla="*/ 480 h 2806"/>
              <a:gd name="T94" fmla="*/ 1973 w 1985"/>
              <a:gd name="T95" fmla="*/ 439 h 2806"/>
              <a:gd name="T96" fmla="*/ 1479 w 1985"/>
              <a:gd name="T97" fmla="*/ 1129 h 2806"/>
              <a:gd name="T98" fmla="*/ 1263 w 1985"/>
              <a:gd name="T99" fmla="*/ 913 h 2806"/>
              <a:gd name="T100" fmla="*/ 1479 w 1985"/>
              <a:gd name="T101" fmla="*/ 696 h 2806"/>
              <a:gd name="T102" fmla="*/ 1696 w 1985"/>
              <a:gd name="T103" fmla="*/ 913 h 2806"/>
              <a:gd name="T104" fmla="*/ 1479 w 1985"/>
              <a:gd name="T105" fmla="*/ 1129 h 2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985" h="2806">
                <a:moveTo>
                  <a:pt x="1973" y="439"/>
                </a:moveTo>
                <a:lnTo>
                  <a:pt x="1546" y="11"/>
                </a:lnTo>
                <a:cubicBezTo>
                  <a:pt x="1535" y="0"/>
                  <a:pt x="1516" y="0"/>
                  <a:pt x="1505" y="11"/>
                </a:cubicBezTo>
                <a:lnTo>
                  <a:pt x="1480" y="37"/>
                </a:lnTo>
                <a:cubicBezTo>
                  <a:pt x="1468" y="48"/>
                  <a:pt x="1468" y="66"/>
                  <a:pt x="1480" y="78"/>
                </a:cubicBezTo>
                <a:lnTo>
                  <a:pt x="1507" y="105"/>
                </a:lnTo>
                <a:lnTo>
                  <a:pt x="653" y="958"/>
                </a:lnTo>
                <a:lnTo>
                  <a:pt x="626" y="931"/>
                </a:lnTo>
                <a:cubicBezTo>
                  <a:pt x="615" y="920"/>
                  <a:pt x="597" y="920"/>
                  <a:pt x="586" y="931"/>
                </a:cubicBezTo>
                <a:lnTo>
                  <a:pt x="560" y="956"/>
                </a:lnTo>
                <a:cubicBezTo>
                  <a:pt x="549" y="968"/>
                  <a:pt x="549" y="986"/>
                  <a:pt x="560" y="997"/>
                </a:cubicBezTo>
                <a:lnTo>
                  <a:pt x="988" y="1425"/>
                </a:lnTo>
                <a:cubicBezTo>
                  <a:pt x="999" y="1436"/>
                  <a:pt x="1017" y="1436"/>
                  <a:pt x="1028" y="1425"/>
                </a:cubicBezTo>
                <a:lnTo>
                  <a:pt x="1054" y="1399"/>
                </a:lnTo>
                <a:cubicBezTo>
                  <a:pt x="1065" y="1388"/>
                  <a:pt x="1065" y="1370"/>
                  <a:pt x="1054" y="1358"/>
                </a:cubicBezTo>
                <a:lnTo>
                  <a:pt x="1029" y="1333"/>
                </a:lnTo>
                <a:lnTo>
                  <a:pt x="1217" y="1144"/>
                </a:lnTo>
                <a:cubicBezTo>
                  <a:pt x="1281" y="1217"/>
                  <a:pt x="1375" y="1263"/>
                  <a:pt x="1479" y="1263"/>
                </a:cubicBezTo>
                <a:cubicBezTo>
                  <a:pt x="1548" y="1263"/>
                  <a:pt x="1612" y="1243"/>
                  <a:pt x="1666" y="1208"/>
                </a:cubicBezTo>
                <a:cubicBezTo>
                  <a:pt x="1694" y="1278"/>
                  <a:pt x="1709" y="1353"/>
                  <a:pt x="1709" y="1432"/>
                </a:cubicBezTo>
                <a:cubicBezTo>
                  <a:pt x="1709" y="1769"/>
                  <a:pt x="1435" y="2044"/>
                  <a:pt x="1097" y="2044"/>
                </a:cubicBezTo>
                <a:lnTo>
                  <a:pt x="1096" y="2044"/>
                </a:lnTo>
                <a:cubicBezTo>
                  <a:pt x="869" y="2044"/>
                  <a:pt x="660" y="1916"/>
                  <a:pt x="555" y="1718"/>
                </a:cubicBezTo>
                <a:lnTo>
                  <a:pt x="848" y="1718"/>
                </a:lnTo>
                <a:cubicBezTo>
                  <a:pt x="887" y="1718"/>
                  <a:pt x="919" y="1687"/>
                  <a:pt x="919" y="1647"/>
                </a:cubicBezTo>
                <a:lnTo>
                  <a:pt x="919" y="1592"/>
                </a:lnTo>
                <a:cubicBezTo>
                  <a:pt x="919" y="1553"/>
                  <a:pt x="887" y="1521"/>
                  <a:pt x="848" y="1521"/>
                </a:cubicBezTo>
                <a:lnTo>
                  <a:pt x="71" y="1521"/>
                </a:lnTo>
                <a:cubicBezTo>
                  <a:pt x="32" y="1521"/>
                  <a:pt x="0" y="1553"/>
                  <a:pt x="0" y="1592"/>
                </a:cubicBezTo>
                <a:lnTo>
                  <a:pt x="0" y="1647"/>
                </a:lnTo>
                <a:cubicBezTo>
                  <a:pt x="0" y="1687"/>
                  <a:pt x="32" y="1718"/>
                  <a:pt x="71" y="1718"/>
                </a:cubicBezTo>
                <a:lnTo>
                  <a:pt x="408" y="1718"/>
                </a:lnTo>
                <a:cubicBezTo>
                  <a:pt x="503" y="1945"/>
                  <a:pt x="704" y="2109"/>
                  <a:pt x="940" y="2160"/>
                </a:cubicBezTo>
                <a:lnTo>
                  <a:pt x="940" y="2391"/>
                </a:lnTo>
                <a:cubicBezTo>
                  <a:pt x="643" y="2439"/>
                  <a:pt x="423" y="2607"/>
                  <a:pt x="423" y="2806"/>
                </a:cubicBezTo>
                <a:lnTo>
                  <a:pt x="1814" y="2806"/>
                </a:lnTo>
                <a:cubicBezTo>
                  <a:pt x="1814" y="2607"/>
                  <a:pt x="1594" y="2439"/>
                  <a:pt x="1296" y="2391"/>
                </a:cubicBezTo>
                <a:lnTo>
                  <a:pt x="1296" y="2152"/>
                </a:lnTo>
                <a:lnTo>
                  <a:pt x="1290" y="2152"/>
                </a:lnTo>
                <a:cubicBezTo>
                  <a:pt x="1608" y="2067"/>
                  <a:pt x="1842" y="1776"/>
                  <a:pt x="1842" y="1432"/>
                </a:cubicBezTo>
                <a:cubicBezTo>
                  <a:pt x="1842" y="1316"/>
                  <a:pt x="1816" y="1207"/>
                  <a:pt x="1769" y="1109"/>
                </a:cubicBezTo>
                <a:cubicBezTo>
                  <a:pt x="1807" y="1053"/>
                  <a:pt x="1829" y="986"/>
                  <a:pt x="1829" y="913"/>
                </a:cubicBezTo>
                <a:cubicBezTo>
                  <a:pt x="1829" y="808"/>
                  <a:pt x="1783" y="715"/>
                  <a:pt x="1711" y="651"/>
                </a:cubicBezTo>
                <a:lnTo>
                  <a:pt x="1882" y="480"/>
                </a:lnTo>
                <a:lnTo>
                  <a:pt x="1907" y="505"/>
                </a:lnTo>
                <a:cubicBezTo>
                  <a:pt x="1918" y="517"/>
                  <a:pt x="1937" y="517"/>
                  <a:pt x="1948" y="505"/>
                </a:cubicBezTo>
                <a:lnTo>
                  <a:pt x="1973" y="480"/>
                </a:lnTo>
                <a:cubicBezTo>
                  <a:pt x="1985" y="469"/>
                  <a:pt x="1985" y="450"/>
                  <a:pt x="1973" y="439"/>
                </a:cubicBezTo>
                <a:close/>
                <a:moveTo>
                  <a:pt x="1479" y="1129"/>
                </a:moveTo>
                <a:cubicBezTo>
                  <a:pt x="1360" y="1129"/>
                  <a:pt x="1263" y="1032"/>
                  <a:pt x="1263" y="913"/>
                </a:cubicBezTo>
                <a:cubicBezTo>
                  <a:pt x="1263" y="793"/>
                  <a:pt x="1360" y="696"/>
                  <a:pt x="1479" y="696"/>
                </a:cubicBezTo>
                <a:cubicBezTo>
                  <a:pt x="1599" y="696"/>
                  <a:pt x="1696" y="793"/>
                  <a:pt x="1696" y="913"/>
                </a:cubicBezTo>
                <a:cubicBezTo>
                  <a:pt x="1696" y="1032"/>
                  <a:pt x="1599" y="1129"/>
                  <a:pt x="1479" y="1129"/>
                </a:cubicBezTo>
                <a:close/>
              </a:path>
            </a:pathLst>
          </a:custGeom>
          <a:solidFill>
            <a:schemeClr val="bg1"/>
          </a:solidFill>
          <a:ln>
            <a:no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圆角 34"/>
          <p:cNvSpPr/>
          <p:nvPr/>
        </p:nvSpPr>
        <p:spPr>
          <a:xfrm>
            <a:off x="695960" y="1522597"/>
            <a:ext cx="10615930" cy="3841786"/>
          </a:xfrm>
          <a:prstGeom prst="roundRect">
            <a:avLst>
              <a:gd name="adj" fmla="val 5956"/>
            </a:avLst>
          </a:prstGeom>
          <a:solidFill>
            <a:schemeClr val="bg1"/>
          </a:solidFill>
          <a:ln>
            <a:noFill/>
          </a:ln>
          <a:effectLst>
            <a:outerShdw blurRad="1905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圆角 33"/>
          <p:cNvSpPr/>
          <p:nvPr/>
        </p:nvSpPr>
        <p:spPr>
          <a:xfrm>
            <a:off x="880110" y="1737360"/>
            <a:ext cx="10638790" cy="3956086"/>
          </a:xfrm>
          <a:prstGeom prst="roundRect">
            <a:avLst>
              <a:gd name="adj" fmla="val 4468"/>
            </a:avLst>
          </a:prstGeom>
          <a:solidFill>
            <a:schemeClr val="bg1"/>
          </a:solidFill>
          <a:ln>
            <a:noFill/>
          </a:ln>
          <a:effectLst>
            <a:outerShdw blurRad="1905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a:xfrm>
            <a:off x="1091255" y="237834"/>
            <a:ext cx="8168208" cy="790865"/>
          </a:xfrm>
        </p:spPr>
        <p:txBody>
          <a:bodyPr/>
          <a:lstStyle/>
          <a:p>
            <a:r>
              <a:rPr lang="zh-CN" altLang="en-US" dirty="0">
                <a:sym typeface="+mn-lt"/>
              </a:rPr>
              <a:t>技术原理</a:t>
            </a:r>
            <a:endParaRPr lang="zh-CN" altLang="en-US" dirty="0">
              <a:sym typeface="+mn-lt"/>
            </a:endParaRPr>
          </a:p>
        </p:txBody>
      </p:sp>
      <p:sp>
        <p:nvSpPr>
          <p:cNvPr id="3" name="灯片编号占位符 2"/>
          <p:cNvSpPr>
            <a:spLocks noGrp="1"/>
          </p:cNvSpPr>
          <p:nvPr>
            <p:ph type="sldNum" sz="quarter" idx="12"/>
          </p:nvPr>
        </p:nvSpPr>
        <p:spPr/>
        <p:txBody>
          <a:bodyPr/>
          <a:lstStyle/>
          <a:p>
            <a:fld id="{2515AB8F-1C56-49E9-90C8-78D22B0C1B97}" type="slidenum">
              <a:rPr lang="zh-CN" altLang="en-US" smtClean="0">
                <a:sym typeface="+mn-lt"/>
              </a:rPr>
            </a:fld>
            <a:endParaRPr lang="zh-CN" altLang="en-US" dirty="0">
              <a:sym typeface="+mn-lt"/>
            </a:endParaRPr>
          </a:p>
        </p:txBody>
      </p:sp>
      <p:cxnSp>
        <p:nvCxnSpPr>
          <p:cNvPr id="17" name="直接连接符 16"/>
          <p:cNvCxnSpPr/>
          <p:nvPr/>
        </p:nvCxnSpPr>
        <p:spPr>
          <a:xfrm flipH="1">
            <a:off x="6339370" y="2232317"/>
            <a:ext cx="7262" cy="2880145"/>
          </a:xfrm>
          <a:prstGeom prst="line">
            <a:avLst/>
          </a:prstGeom>
          <a:ln w="19050">
            <a:gradFill>
              <a:gsLst>
                <a:gs pos="0">
                  <a:schemeClr val="accent1">
                    <a:alpha val="0"/>
                  </a:schemeClr>
                </a:gs>
                <a:gs pos="5000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grpSp>
        <p:nvGrpSpPr>
          <p:cNvPr id="32" name="组合 31"/>
          <p:cNvGrpSpPr/>
          <p:nvPr/>
        </p:nvGrpSpPr>
        <p:grpSpPr>
          <a:xfrm>
            <a:off x="1715165" y="2023269"/>
            <a:ext cx="3528000" cy="3298240"/>
            <a:chOff x="1492571" y="2023269"/>
            <a:chExt cx="3528000" cy="3298240"/>
          </a:xfrm>
        </p:grpSpPr>
        <p:sp>
          <p:nvSpPr>
            <p:cNvPr id="16" name="文本框 15"/>
            <p:cNvSpPr txBox="1"/>
            <p:nvPr/>
          </p:nvSpPr>
          <p:spPr>
            <a:xfrm>
              <a:off x="2412794" y="2023269"/>
              <a:ext cx="1729961" cy="1200329"/>
            </a:xfrm>
            <a:prstGeom prst="rect">
              <a:avLst/>
            </a:prstGeom>
            <a:noFill/>
          </p:spPr>
          <p:txBody>
            <a:bodyPr wrap="none" rtlCol="0">
              <a:spAutoFit/>
            </a:bodyPr>
            <a:lstStyle/>
            <a:p>
              <a:r>
                <a:rPr lang="en-US" altLang="zh-CN" sz="7200" dirty="0">
                  <a:solidFill>
                    <a:schemeClr val="accent1"/>
                  </a:solidFill>
                  <a:cs typeface="+mn-ea"/>
                  <a:sym typeface="+mn-lt"/>
                </a:rPr>
                <a:t>56</a:t>
              </a:r>
              <a:r>
                <a:rPr lang="zh-CN" altLang="en-US" sz="3600" dirty="0">
                  <a:solidFill>
                    <a:schemeClr val="accent1"/>
                  </a:solidFill>
                  <a:cs typeface="+mn-ea"/>
                  <a:sym typeface="+mn-lt"/>
                </a:rPr>
                <a:t>次</a:t>
              </a:r>
              <a:endParaRPr lang="zh-CN" altLang="en-US" sz="4800" dirty="0">
                <a:solidFill>
                  <a:schemeClr val="accent1"/>
                </a:solidFill>
                <a:cs typeface="+mn-ea"/>
                <a:sym typeface="+mn-lt"/>
              </a:endParaRPr>
            </a:p>
          </p:txBody>
        </p:sp>
        <p:sp>
          <p:nvSpPr>
            <p:cNvPr id="19" name="íŝļiḓè"/>
            <p:cNvSpPr/>
            <p:nvPr/>
          </p:nvSpPr>
          <p:spPr bwMode="auto">
            <a:xfrm>
              <a:off x="1492571" y="3037950"/>
              <a:ext cx="3528000" cy="2283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45720" rIns="0" bIns="45720" anchor="ctr"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lvl="0" algn="ctr">
                <a:lnSpc>
                  <a:spcPct val="130000"/>
                </a:lnSpc>
                <a:spcBef>
                  <a:spcPct val="0"/>
                </a:spcBef>
                <a:spcAft>
                  <a:spcPct val="0"/>
                </a:spcAft>
                <a:defRPr/>
              </a:pPr>
              <a:r>
                <a:rPr kumimoji="0" lang="zh-CN" altLang="en-US" sz="2400" b="1" i="0" u="none" strike="noStrike" kern="1200" cap="none" spc="0" normalizeH="0" baseline="0" noProof="0" dirty="0">
                  <a:ln>
                    <a:noFill/>
                  </a:ln>
                  <a:solidFill>
                    <a:schemeClr val="accent1"/>
                  </a:solidFill>
                  <a:effectLst/>
                  <a:uLnTx/>
                  <a:uFillTx/>
                  <a:cs typeface="+mn-ea"/>
                  <a:sym typeface="+mn-lt"/>
                </a:rPr>
                <a:t>小标题</a:t>
              </a:r>
              <a:endParaRPr kumimoji="0" lang="en-US" altLang="zh-CN" sz="2400" b="1" i="0" u="none" strike="noStrike" kern="1200" cap="none" spc="0" normalizeH="0" baseline="0" noProof="0" dirty="0">
                <a:ln>
                  <a:noFill/>
                </a:ln>
                <a:solidFill>
                  <a:schemeClr val="accent1"/>
                </a:solidFill>
                <a:effectLst/>
                <a:uLnTx/>
                <a:uFillTx/>
                <a:cs typeface="+mn-ea"/>
                <a:sym typeface="+mn-lt"/>
              </a:endParaRPr>
            </a:p>
            <a:p>
              <a:pPr marL="171450" lvl="0" indent="-171450" algn="just">
                <a:lnSpc>
                  <a:spcPct val="130000"/>
                </a:lnSpc>
                <a:spcBef>
                  <a:spcPct val="0"/>
                </a:spcBef>
                <a:spcAft>
                  <a:spcPct val="0"/>
                </a:spcAft>
                <a:buFont typeface="Arial" panose="020B0604020202020204" pitchFamily="34" charset="0"/>
                <a:buChar char="•"/>
                <a:defRPr/>
              </a:pPr>
              <a:r>
                <a:rPr lang="zh-CN" altLang="en-US" sz="2000" dirty="0">
                  <a:solidFill>
                    <a:srgbClr val="000000"/>
                  </a:solidFill>
                  <a:cs typeface="+mn-ea"/>
                  <a:sym typeface="+mn-lt"/>
                </a:rPr>
                <a:t>请输人</a:t>
              </a:r>
              <a:r>
                <a:rPr kumimoji="0" lang="zh-CN" altLang="en-US" sz="2000" b="0" i="0" u="none" strike="noStrike" kern="1200" cap="none" spc="0" normalizeH="0" baseline="0" noProof="0" dirty="0">
                  <a:ln>
                    <a:noFill/>
                  </a:ln>
                  <a:solidFill>
                    <a:srgbClr val="000000"/>
                  </a:solidFill>
                  <a:effectLst/>
                  <a:uLnTx/>
                  <a:uFillTx/>
                  <a:cs typeface="+mn-ea"/>
                  <a:sym typeface="+mn-lt"/>
                </a:rPr>
                <a:t>数据分析，默认字体为</a:t>
              </a:r>
              <a:r>
                <a:rPr kumimoji="0" lang="en-US" altLang="zh-CN" sz="2000" b="0" i="0" u="none" strike="noStrike" kern="1200" cap="none" spc="0" normalizeH="0" baseline="0" noProof="0" dirty="0">
                  <a:ln>
                    <a:noFill/>
                  </a:ln>
                  <a:solidFill>
                    <a:srgbClr val="000000"/>
                  </a:solidFill>
                  <a:effectLst/>
                  <a:uLnTx/>
                  <a:uFillTx/>
                  <a:cs typeface="+mn-ea"/>
                  <a:sym typeface="+mn-lt"/>
                </a:rPr>
                <a:t>20</a:t>
              </a:r>
              <a:r>
                <a:rPr kumimoji="0" lang="zh-CN" altLang="en-US" sz="2000" b="0" i="0" u="none" strike="noStrike" kern="1200" cap="none" spc="0" normalizeH="0" baseline="0" noProof="0" dirty="0">
                  <a:ln>
                    <a:noFill/>
                  </a:ln>
                  <a:solidFill>
                    <a:srgbClr val="000000"/>
                  </a:solidFill>
                  <a:effectLst/>
                  <a:uLnTx/>
                  <a:uFillTx/>
                  <a:cs typeface="+mn-ea"/>
                  <a:sym typeface="+mn-lt"/>
                </a:rPr>
                <a:t>号，字体较多时会缩排</a:t>
              </a:r>
              <a:endParaRPr kumimoji="0" lang="en-US" altLang="zh-CN" sz="2000" b="0" i="0" u="none" strike="noStrike" kern="1200" cap="none" spc="0" normalizeH="0" baseline="0" noProof="0" dirty="0">
                <a:ln>
                  <a:noFill/>
                </a:ln>
                <a:solidFill>
                  <a:srgbClr val="000000"/>
                </a:solidFill>
                <a:effectLst/>
                <a:uLnTx/>
                <a:uFillTx/>
                <a:cs typeface="+mn-ea"/>
                <a:sym typeface="+mn-lt"/>
              </a:endParaRPr>
            </a:p>
            <a:p>
              <a:pPr marL="171450" indent="-171450" algn="just">
                <a:lnSpc>
                  <a:spcPct val="130000"/>
                </a:lnSpc>
                <a:spcBef>
                  <a:spcPct val="0"/>
                </a:spcBef>
                <a:spcAft>
                  <a:spcPct val="0"/>
                </a:spcAft>
                <a:buFont typeface="Arial" panose="020B0604020202020204" pitchFamily="34" charset="0"/>
                <a:buChar char="•"/>
                <a:defRPr/>
              </a:pPr>
              <a:r>
                <a:rPr lang="zh-CN" altLang="en-US" sz="2000" dirty="0">
                  <a:solidFill>
                    <a:srgbClr val="000000"/>
                  </a:solidFill>
                  <a:cs typeface="+mn-ea"/>
                  <a:sym typeface="+mn-lt"/>
                </a:rPr>
                <a:t>请输入数据内容，默认字体为</a:t>
              </a:r>
              <a:r>
                <a:rPr lang="en-US" altLang="zh-CN" sz="2000" dirty="0">
                  <a:solidFill>
                    <a:srgbClr val="000000"/>
                  </a:solidFill>
                  <a:cs typeface="+mn-ea"/>
                  <a:sym typeface="+mn-lt"/>
                </a:rPr>
                <a:t>20</a:t>
              </a:r>
              <a:r>
                <a:rPr lang="zh-CN" altLang="en-US" sz="2000" dirty="0">
                  <a:solidFill>
                    <a:srgbClr val="000000"/>
                  </a:solidFill>
                  <a:cs typeface="+mn-ea"/>
                  <a:sym typeface="+mn-lt"/>
                </a:rPr>
                <a:t>号，字体较多时会缩排</a:t>
              </a:r>
              <a:endParaRPr lang="en-US" altLang="zh-CN" sz="2000" dirty="0">
                <a:solidFill>
                  <a:srgbClr val="000000"/>
                </a:solidFill>
                <a:cs typeface="+mn-ea"/>
                <a:sym typeface="+mn-lt"/>
              </a:endParaRPr>
            </a:p>
          </p:txBody>
        </p:sp>
      </p:grpSp>
      <p:grpSp>
        <p:nvGrpSpPr>
          <p:cNvPr id="33" name="组合 32"/>
          <p:cNvGrpSpPr/>
          <p:nvPr/>
        </p:nvGrpSpPr>
        <p:grpSpPr>
          <a:xfrm>
            <a:off x="7155846" y="2043665"/>
            <a:ext cx="3528000" cy="3257448"/>
            <a:chOff x="7150422" y="2043665"/>
            <a:chExt cx="3528000" cy="3257448"/>
          </a:xfrm>
        </p:grpSpPr>
        <p:sp>
          <p:nvSpPr>
            <p:cNvPr id="15" name="文本框 14"/>
            <p:cNvSpPr txBox="1"/>
            <p:nvPr/>
          </p:nvSpPr>
          <p:spPr>
            <a:xfrm>
              <a:off x="8103944" y="2043665"/>
              <a:ext cx="1678665" cy="1200329"/>
            </a:xfrm>
            <a:prstGeom prst="rect">
              <a:avLst/>
            </a:prstGeom>
            <a:noFill/>
          </p:spPr>
          <p:txBody>
            <a:bodyPr wrap="none" rtlCol="0">
              <a:spAutoFit/>
            </a:bodyPr>
            <a:lstStyle/>
            <a:p>
              <a:r>
                <a:rPr lang="en-US" altLang="zh-CN" sz="7200" dirty="0">
                  <a:solidFill>
                    <a:srgbClr val="EAB908"/>
                  </a:solidFill>
                  <a:cs typeface="+mn-ea"/>
                  <a:sym typeface="+mn-lt"/>
                </a:rPr>
                <a:t>98</a:t>
              </a:r>
              <a:r>
                <a:rPr lang="en-US" altLang="zh-CN" sz="3600" dirty="0">
                  <a:solidFill>
                    <a:srgbClr val="EAB908"/>
                  </a:solidFill>
                  <a:cs typeface="+mn-ea"/>
                  <a:sym typeface="+mn-lt"/>
                </a:rPr>
                <a:t>%</a:t>
              </a:r>
              <a:endParaRPr lang="zh-CN" altLang="en-US" sz="3600" dirty="0">
                <a:solidFill>
                  <a:srgbClr val="EAB908"/>
                </a:solidFill>
                <a:cs typeface="+mn-ea"/>
                <a:sym typeface="+mn-lt"/>
              </a:endParaRPr>
            </a:p>
          </p:txBody>
        </p:sp>
        <p:sp>
          <p:nvSpPr>
            <p:cNvPr id="18" name="íŝļiḓè"/>
            <p:cNvSpPr/>
            <p:nvPr/>
          </p:nvSpPr>
          <p:spPr bwMode="auto">
            <a:xfrm>
              <a:off x="7150422" y="3017554"/>
              <a:ext cx="3528000" cy="2283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45720" rIns="0" bIns="45720" anchor="ctr"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lvl="0" algn="ctr">
                <a:lnSpc>
                  <a:spcPct val="130000"/>
                </a:lnSpc>
                <a:spcBef>
                  <a:spcPct val="0"/>
                </a:spcBef>
                <a:spcAft>
                  <a:spcPct val="0"/>
                </a:spcAft>
                <a:defRPr/>
              </a:pPr>
              <a:r>
                <a:rPr kumimoji="0" lang="zh-CN" altLang="en-US" sz="2400" b="1" i="0" u="none" strike="noStrike" kern="1200" cap="none" spc="0" normalizeH="0" baseline="0" noProof="0" dirty="0">
                  <a:ln>
                    <a:noFill/>
                  </a:ln>
                  <a:solidFill>
                    <a:srgbClr val="EAB908"/>
                  </a:solidFill>
                  <a:effectLst/>
                  <a:uLnTx/>
                  <a:uFillTx/>
                  <a:cs typeface="+mn-ea"/>
                  <a:sym typeface="+mn-lt"/>
                </a:rPr>
                <a:t>小标题</a:t>
              </a:r>
              <a:endParaRPr kumimoji="0" lang="en-US" altLang="zh-CN" sz="2400" b="1" i="0" u="none" strike="noStrike" kern="1200" cap="none" spc="0" normalizeH="0" baseline="0" noProof="0" dirty="0">
                <a:ln>
                  <a:noFill/>
                </a:ln>
                <a:solidFill>
                  <a:srgbClr val="EAB908"/>
                </a:solidFill>
                <a:effectLst/>
                <a:uLnTx/>
                <a:uFillTx/>
                <a:cs typeface="+mn-ea"/>
                <a:sym typeface="+mn-lt"/>
              </a:endParaRPr>
            </a:p>
            <a:p>
              <a:pPr marL="171450" lvl="0" indent="-171450" algn="just">
                <a:lnSpc>
                  <a:spcPct val="130000"/>
                </a:lnSpc>
                <a:spcBef>
                  <a:spcPct val="0"/>
                </a:spcBef>
                <a:spcAft>
                  <a:spcPct val="0"/>
                </a:spcAft>
                <a:buFont typeface="Arial" panose="020B0604020202020204" pitchFamily="34" charset="0"/>
                <a:buChar char="•"/>
                <a:defRPr/>
              </a:pPr>
              <a:r>
                <a:rPr kumimoji="0" lang="zh-CN" altLang="en-US" sz="2000" b="0" i="0" u="none" strike="noStrike" kern="1200" cap="none" spc="0" normalizeH="0" baseline="0" noProof="0" dirty="0">
                  <a:ln>
                    <a:noFill/>
                  </a:ln>
                  <a:solidFill>
                    <a:srgbClr val="000000"/>
                  </a:solidFill>
                  <a:effectLst/>
                  <a:uLnTx/>
                  <a:uFillTx/>
                  <a:cs typeface="+mn-ea"/>
                  <a:sym typeface="+mn-lt"/>
                </a:rPr>
                <a:t>请输入数据分析，默认字体为</a:t>
              </a:r>
              <a:r>
                <a:rPr kumimoji="0" lang="en-US" altLang="zh-CN" sz="2000" b="0" i="0" u="none" strike="noStrike" kern="1200" cap="none" spc="0" normalizeH="0" baseline="0" noProof="0" dirty="0">
                  <a:ln>
                    <a:noFill/>
                  </a:ln>
                  <a:solidFill>
                    <a:srgbClr val="000000"/>
                  </a:solidFill>
                  <a:effectLst/>
                  <a:uLnTx/>
                  <a:uFillTx/>
                  <a:cs typeface="+mn-ea"/>
                  <a:sym typeface="+mn-lt"/>
                </a:rPr>
                <a:t>20</a:t>
              </a:r>
              <a:r>
                <a:rPr kumimoji="0" lang="zh-CN" altLang="en-US" sz="2000" b="0" i="0" u="none" strike="noStrike" kern="1200" cap="none" spc="0" normalizeH="0" baseline="0" noProof="0" dirty="0">
                  <a:ln>
                    <a:noFill/>
                  </a:ln>
                  <a:solidFill>
                    <a:srgbClr val="000000"/>
                  </a:solidFill>
                  <a:effectLst/>
                  <a:uLnTx/>
                  <a:uFillTx/>
                  <a:cs typeface="+mn-ea"/>
                  <a:sym typeface="+mn-lt"/>
                </a:rPr>
                <a:t>号，字体较多时会缩排</a:t>
              </a:r>
              <a:endParaRPr kumimoji="0" lang="en-US" altLang="zh-CN" sz="2000" b="0" i="0" u="none" strike="noStrike" kern="1200" cap="none" spc="0" normalizeH="0" baseline="0" noProof="0" dirty="0">
                <a:ln>
                  <a:noFill/>
                </a:ln>
                <a:solidFill>
                  <a:srgbClr val="000000"/>
                </a:solidFill>
                <a:effectLst/>
                <a:uLnTx/>
                <a:uFillTx/>
                <a:cs typeface="+mn-ea"/>
                <a:sym typeface="+mn-lt"/>
              </a:endParaRPr>
            </a:p>
            <a:p>
              <a:pPr marL="171450" indent="-171450" algn="just">
                <a:lnSpc>
                  <a:spcPct val="130000"/>
                </a:lnSpc>
                <a:spcBef>
                  <a:spcPct val="0"/>
                </a:spcBef>
                <a:spcAft>
                  <a:spcPct val="0"/>
                </a:spcAft>
                <a:buFont typeface="Arial" panose="020B0604020202020204" pitchFamily="34" charset="0"/>
                <a:buChar char="•"/>
                <a:defRPr/>
              </a:pPr>
              <a:r>
                <a:rPr lang="zh-CN" altLang="en-US" sz="2000" dirty="0">
                  <a:solidFill>
                    <a:srgbClr val="000000"/>
                  </a:solidFill>
                  <a:cs typeface="+mn-ea"/>
                  <a:sym typeface="+mn-lt"/>
                </a:rPr>
                <a:t>请输入数据内容，默认字体为</a:t>
              </a:r>
              <a:r>
                <a:rPr lang="en-US" altLang="zh-CN" sz="2000" dirty="0">
                  <a:solidFill>
                    <a:srgbClr val="000000"/>
                  </a:solidFill>
                  <a:cs typeface="+mn-ea"/>
                  <a:sym typeface="+mn-lt"/>
                </a:rPr>
                <a:t>20</a:t>
              </a:r>
              <a:r>
                <a:rPr lang="zh-CN" altLang="en-US" sz="2000" dirty="0">
                  <a:solidFill>
                    <a:srgbClr val="000000"/>
                  </a:solidFill>
                  <a:cs typeface="+mn-ea"/>
                  <a:sym typeface="+mn-lt"/>
                </a:rPr>
                <a:t>号，字体较多时会缩排</a:t>
              </a:r>
              <a:endParaRPr lang="en-US" altLang="zh-CN" sz="2000" dirty="0">
                <a:solidFill>
                  <a:srgbClr val="000000"/>
                </a:solidFill>
                <a:cs typeface="+mn-ea"/>
                <a:sym typeface="+mn-lt"/>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255" y="237834"/>
            <a:ext cx="8168208" cy="790865"/>
          </a:xfrm>
        </p:spPr>
        <p:txBody>
          <a:bodyPr/>
          <a:lstStyle/>
          <a:p>
            <a:r>
              <a:rPr lang="zh-CN" altLang="en-US" dirty="0">
                <a:sym typeface="+mn-lt"/>
              </a:rPr>
              <a:t>技术原理</a:t>
            </a:r>
            <a:endParaRPr lang="zh-CN" altLang="en-US" dirty="0">
              <a:sym typeface="+mn-lt"/>
            </a:endParaRPr>
          </a:p>
        </p:txBody>
      </p:sp>
      <p:sp>
        <p:nvSpPr>
          <p:cNvPr id="3" name="灯片编号占位符 2"/>
          <p:cNvSpPr>
            <a:spLocks noGrp="1"/>
          </p:cNvSpPr>
          <p:nvPr>
            <p:ph type="sldNum" sz="quarter" idx="12"/>
          </p:nvPr>
        </p:nvSpPr>
        <p:spPr/>
        <p:txBody>
          <a:bodyPr/>
          <a:lstStyle/>
          <a:p>
            <a:fld id="{2515AB8F-1C56-49E9-90C8-78D22B0C1B97}" type="slidenum">
              <a:rPr lang="zh-CN" altLang="en-US" smtClean="0">
                <a:sym typeface="+mn-lt"/>
              </a:rPr>
            </a:fld>
            <a:endParaRPr lang="zh-CN" altLang="en-US">
              <a:sym typeface="+mn-lt"/>
            </a:endParaRPr>
          </a:p>
        </p:txBody>
      </p:sp>
      <p:sp>
        <p:nvSpPr>
          <p:cNvPr id="7" name="文本框 6"/>
          <p:cNvSpPr txBox="1"/>
          <p:nvPr/>
        </p:nvSpPr>
        <p:spPr>
          <a:xfrm>
            <a:off x="571500" y="3252580"/>
            <a:ext cx="3211135" cy="400110"/>
          </a:xfrm>
          <a:prstGeom prst="rect">
            <a:avLst/>
          </a:prstGeom>
          <a:noFill/>
        </p:spPr>
        <p:txBody>
          <a:bodyPr wrap="none" rtlCol="0">
            <a:spAutoFit/>
          </a:bodyPr>
          <a:lstStyle/>
          <a:p>
            <a:pPr marL="457200" indent="-457200">
              <a:buSzPct val="75000"/>
              <a:buFont typeface="Wingdings" panose="05000000000000000000" pitchFamily="2" charset="2"/>
              <a:buChar char="Ø"/>
            </a:pPr>
            <a:r>
              <a:rPr lang="zh-CN" altLang="en-US" sz="2000" dirty="0">
                <a:cs typeface="+mn-ea"/>
                <a:sym typeface="+mn-lt"/>
              </a:rPr>
              <a:t>请输入你的公式名称：</a:t>
            </a:r>
            <a:endParaRPr lang="zh-CN" altLang="en-US" sz="2000" dirty="0">
              <a:cs typeface="+mn-ea"/>
              <a:sym typeface="+mn-lt"/>
            </a:endParaRPr>
          </a:p>
        </p:txBody>
      </p:sp>
      <mc:AlternateContent xmlns:mc="http://schemas.openxmlformats.org/markup-compatibility/2006">
        <mc:Choice xmlns:a14="http://schemas.microsoft.com/office/drawing/2010/main" Requires="a14">
          <p:sp>
            <p:nvSpPr>
              <p:cNvPr id="8" name="文本框 7"/>
              <p:cNvSpPr txBox="1"/>
              <p:nvPr/>
            </p:nvSpPr>
            <p:spPr>
              <a:xfrm>
                <a:off x="1038225" y="4631573"/>
                <a:ext cx="2842188" cy="797654"/>
              </a:xfrm>
              <a:prstGeom prst="rect">
                <a:avLst/>
              </a:prstGeom>
              <a:noFill/>
            </p:spPr>
            <p:txBody>
              <a:bodyPr wrap="none" rtlCol="0">
                <a:spAutoFit/>
              </a:bodyPr>
              <a:lstStyle/>
              <a:p>
                <a:pPr marL="457200" indent="-457200">
                  <a:spcBef>
                    <a:spcPts val="700"/>
                  </a:spcBef>
                  <a:buClr>
                    <a:srgbClr val="02020E"/>
                  </a:buClr>
                  <a:buSzPct val="100000"/>
                  <a:buFont typeface="等线" panose="02010600030101010101" charset="-122"/>
                  <a:buChar char="-"/>
                  <a:defRPr sz="2100">
                    <a:latin typeface="Arial" panose="020B0604020202020204"/>
                    <a:ea typeface="Arial" panose="020B0604020202020204"/>
                    <a:cs typeface="Arial" panose="020B0604020202020204"/>
                    <a:sym typeface="Arial" panose="020B0604020202020204"/>
                  </a:defRPr>
                </a:pPr>
                <a:r>
                  <a:rPr lang="zh-CN" altLang="en-US" sz="2000" dirty="0">
                    <a:solidFill>
                      <a:schemeClr val="bg1">
                        <a:lumMod val="50000"/>
                      </a:schemeClr>
                    </a:solidFill>
                    <a:cs typeface="+mn-ea"/>
                    <a:sym typeface="+mn-lt"/>
                  </a:rPr>
                  <a:t>公式中参数</a:t>
                </a:r>
                <a14:m>
                  <m:oMath xmlns:m="http://schemas.openxmlformats.org/officeDocument/2006/math">
                    <m:r>
                      <a:rPr lang="en-US" altLang="zh-CN" sz="2000" i="1" dirty="0" smtClean="0">
                        <a:solidFill>
                          <a:schemeClr val="bg1">
                            <a:lumMod val="50000"/>
                          </a:schemeClr>
                        </a:solidFill>
                        <a:latin typeface="Cambria Math" panose="02040503050406030204" pitchFamily="18" charset="0"/>
                        <a:cs typeface="+mn-ea"/>
                        <a:sym typeface="+mn-lt"/>
                      </a:rPr>
                      <m:t>𝑥</m:t>
                    </m:r>
                  </m:oMath>
                </a14:m>
                <a:r>
                  <a:rPr lang="zh-CN" altLang="en-US" sz="2000" dirty="0">
                    <a:solidFill>
                      <a:schemeClr val="bg1">
                        <a:lumMod val="50000"/>
                      </a:schemeClr>
                    </a:solidFill>
                    <a:cs typeface="+mn-ea"/>
                    <a:sym typeface="+mn-lt"/>
                  </a:rPr>
                  <a:t>的含义</a:t>
                </a:r>
                <a:endParaRPr lang="en-US" altLang="zh-CN" sz="2000" dirty="0">
                  <a:solidFill>
                    <a:schemeClr val="bg1">
                      <a:lumMod val="50000"/>
                    </a:schemeClr>
                  </a:solidFill>
                  <a:cs typeface="+mn-ea"/>
                  <a:sym typeface="+mn-lt"/>
                </a:endParaRPr>
              </a:p>
              <a:p>
                <a:pPr marL="457200" indent="-457200">
                  <a:spcBef>
                    <a:spcPts val="700"/>
                  </a:spcBef>
                  <a:buClr>
                    <a:srgbClr val="02020E"/>
                  </a:buClr>
                  <a:buSzPct val="100000"/>
                  <a:buFont typeface="等线" panose="02010600030101010101" charset="-122"/>
                  <a:buChar char="-"/>
                  <a:defRPr sz="2100">
                    <a:latin typeface="Arial" panose="020B0604020202020204"/>
                    <a:ea typeface="Arial" panose="020B0604020202020204"/>
                    <a:cs typeface="Arial" panose="020B0604020202020204"/>
                    <a:sym typeface="Arial" panose="020B0604020202020204"/>
                  </a:defRPr>
                </a:pPr>
                <a:r>
                  <a:rPr lang="zh-CN" altLang="en-US" sz="2000" dirty="0">
                    <a:solidFill>
                      <a:schemeClr val="bg1">
                        <a:lumMod val="50000"/>
                      </a:schemeClr>
                    </a:solidFill>
                    <a:cs typeface="+mn-ea"/>
                    <a:sym typeface="+mn-lt"/>
                  </a:rPr>
                  <a:t>公式中参数</a:t>
                </a:r>
                <a14:m>
                  <m:oMath xmlns:m="http://schemas.openxmlformats.org/officeDocument/2006/math">
                    <m:r>
                      <a:rPr lang="zh-CN" altLang="en-US" sz="2000" i="1" smtClean="0">
                        <a:solidFill>
                          <a:schemeClr val="bg1">
                            <a:lumMod val="50000"/>
                          </a:schemeClr>
                        </a:solidFill>
                        <a:latin typeface="Cambria Math" panose="02040503050406030204" pitchFamily="18" charset="0"/>
                        <a:cs typeface="+mn-ea"/>
                        <a:sym typeface="+mn-lt"/>
                      </a:rPr>
                      <m:t>𝐿</m:t>
                    </m:r>
                  </m:oMath>
                </a14:m>
                <a:r>
                  <a:rPr lang="zh-CN" altLang="en-US" sz="2000" dirty="0">
                    <a:solidFill>
                      <a:schemeClr val="bg1">
                        <a:lumMod val="50000"/>
                      </a:schemeClr>
                    </a:solidFill>
                    <a:cs typeface="+mn-ea"/>
                    <a:sym typeface="+mn-lt"/>
                  </a:rPr>
                  <a:t>的含义</a:t>
                </a:r>
                <a:endParaRPr lang="zh-CN" altLang="en-US" sz="2000" dirty="0">
                  <a:solidFill>
                    <a:schemeClr val="bg1">
                      <a:lumMod val="50000"/>
                    </a:schemeClr>
                  </a:solidFill>
                  <a:cs typeface="+mn-ea"/>
                  <a:sym typeface="+mn-lt"/>
                </a:endParaRPr>
              </a:p>
            </p:txBody>
          </p:sp>
        </mc:Choice>
        <mc:Fallback>
          <p:sp>
            <p:nvSpPr>
              <p:cNvPr id="8" name="文本框 7"/>
              <p:cNvSpPr txBox="1">
                <a:spLocks noRot="1" noChangeAspect="1" noMove="1" noResize="1" noEditPoints="1" noAdjustHandles="1" noChangeArrowheads="1" noChangeShapeType="1" noTextEdit="1"/>
              </p:cNvSpPr>
              <p:nvPr/>
            </p:nvSpPr>
            <p:spPr>
              <a:xfrm>
                <a:off x="1038225" y="4631573"/>
                <a:ext cx="2842188" cy="797654"/>
              </a:xfrm>
              <a:prstGeom prst="rect">
                <a:avLst/>
              </a:prstGeom>
              <a:blipFill rotWithShape="1">
                <a:blip r:embed="rId1"/>
                <a:stretch>
                  <a:fillRect t="-65" r="20" b="77"/>
                </a:stretch>
              </a:blipFill>
            </p:spPr>
            <p:txBody>
              <a:bodyPr/>
              <a:lstStyle/>
              <a:p>
                <a:r>
                  <a:rPr lang="zh-CN" altLang="en-US">
                    <a:noFill/>
                  </a:rPr>
                  <a:t> </a:t>
                </a:r>
              </a:p>
            </p:txBody>
          </p:sp>
        </mc:Fallback>
      </mc:AlternateContent>
      <p:sp>
        <p:nvSpPr>
          <p:cNvPr id="14" name="文本框 13"/>
          <p:cNvSpPr txBox="1"/>
          <p:nvPr/>
        </p:nvSpPr>
        <p:spPr>
          <a:xfrm>
            <a:off x="660400" y="1196975"/>
            <a:ext cx="10872788" cy="1787525"/>
          </a:xfrm>
          <a:prstGeom prst="rect">
            <a:avLst/>
          </a:prstGeom>
          <a:noFill/>
        </p:spPr>
        <p:txBody>
          <a:bodyPr wrap="square" lIns="0" rIns="0" rtlCol="0">
            <a:normAutofit/>
          </a:bodyPr>
          <a:lstStyle/>
          <a:p>
            <a:pPr algn="just">
              <a:lnSpc>
                <a:spcPct val="130000"/>
              </a:lnSpc>
            </a:pPr>
            <a:r>
              <a:rPr lang="zh-CN" altLang="en-US" sz="2000" dirty="0">
                <a:cs typeface="+mn-ea"/>
                <a:sym typeface="+mn-lt"/>
              </a:rPr>
              <a:t>请输入你的相关介绍请输入你的相关介绍请输入你的相关介绍请输入你的相关介绍请输入你的相关介绍请输入你的相关介绍请输入你的相关介绍请输入你的相关介绍</a:t>
            </a:r>
            <a:endParaRPr lang="zh-CN" altLang="en-US" sz="2000" dirty="0">
              <a:cs typeface="+mn-ea"/>
              <a:sym typeface="+mn-lt"/>
            </a:endParaRPr>
          </a:p>
          <a:p>
            <a:pPr algn="just">
              <a:lnSpc>
                <a:spcPct val="130000"/>
              </a:lnSpc>
            </a:pPr>
            <a:r>
              <a:rPr lang="zh-CN" altLang="en-US" sz="2000" dirty="0">
                <a:cs typeface="+mn-ea"/>
                <a:sym typeface="+mn-lt"/>
              </a:rPr>
              <a:t>请输入你的相关介绍请输入你的相关介绍请输入你的相关介绍请输入你的相关介绍请输入你的相关介绍请输入你的相关介绍请输入你的相关介绍请输入你的相关介绍，公式如下</a:t>
            </a:r>
            <a:endParaRPr lang="zh-CN" altLang="en-US" sz="2000" dirty="0">
              <a:cs typeface="+mn-ea"/>
              <a:sym typeface="+mn-lt"/>
            </a:endParaRPr>
          </a:p>
        </p:txBody>
      </p:sp>
      <mc:AlternateContent xmlns:mc="http://schemas.openxmlformats.org/markup-compatibility/2006">
        <mc:Choice xmlns:a14="http://schemas.microsoft.com/office/drawing/2010/main" Requires="a14">
          <p:sp>
            <p:nvSpPr>
              <p:cNvPr id="4" name="文本框 3"/>
              <p:cNvSpPr txBox="1"/>
              <p:nvPr/>
            </p:nvSpPr>
            <p:spPr>
              <a:xfrm>
                <a:off x="3256273" y="3689408"/>
                <a:ext cx="5681042" cy="100700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pt-BR" altLang="zh-CN" sz="2400" i="1" smtClean="0">
                          <a:latin typeface="Cambria Math" panose="02040503050406030204" pitchFamily="18" charset="0"/>
                          <a:cs typeface="+mn-ea"/>
                          <a:sym typeface="+mn-lt"/>
                        </a:rPr>
                        <m:t>𝑓</m:t>
                      </m:r>
                      <m:d>
                        <m:dPr>
                          <m:ctrlPr>
                            <a:rPr lang="pt-BR" altLang="zh-CN" sz="2400" i="1" smtClean="0">
                              <a:latin typeface="Cambria Math" panose="02040503050406030204" pitchFamily="18" charset="0"/>
                              <a:cs typeface="+mn-ea"/>
                              <a:sym typeface="+mn-lt"/>
                            </a:rPr>
                          </m:ctrlPr>
                        </m:dPr>
                        <m:e>
                          <m:r>
                            <a:rPr lang="pt-BR" altLang="zh-CN" sz="2400" i="1" smtClean="0">
                              <a:latin typeface="Cambria Math" panose="02040503050406030204" pitchFamily="18" charset="0"/>
                              <a:cs typeface="+mn-ea"/>
                              <a:sym typeface="+mn-lt"/>
                            </a:rPr>
                            <m:t>𝑥</m:t>
                          </m:r>
                        </m:e>
                      </m:d>
                      <m:r>
                        <a:rPr lang="pt-BR" altLang="zh-CN" sz="2400" i="1" smtClean="0">
                          <a:latin typeface="Cambria Math" panose="02040503050406030204" pitchFamily="18" charset="0"/>
                          <a:cs typeface="+mn-ea"/>
                          <a:sym typeface="+mn-lt"/>
                        </a:rPr>
                        <m:t>=</m:t>
                      </m:r>
                      <m:sSub>
                        <m:sSubPr>
                          <m:ctrlPr>
                            <a:rPr lang="pt-BR" altLang="zh-CN" sz="2400" i="1" smtClean="0">
                              <a:latin typeface="Cambria Math" panose="02040503050406030204" pitchFamily="18" charset="0"/>
                              <a:cs typeface="+mn-ea"/>
                              <a:sym typeface="+mn-lt"/>
                            </a:rPr>
                          </m:ctrlPr>
                        </m:sSubPr>
                        <m:e>
                          <m:r>
                            <a:rPr lang="pt-BR" altLang="zh-CN" sz="2400" i="1" smtClean="0">
                              <a:latin typeface="Cambria Math" panose="02040503050406030204" pitchFamily="18" charset="0"/>
                              <a:cs typeface="+mn-ea"/>
                              <a:sym typeface="+mn-lt"/>
                            </a:rPr>
                            <m:t>𝑎</m:t>
                          </m:r>
                        </m:e>
                        <m:sub>
                          <m:r>
                            <a:rPr lang="pt-BR" altLang="zh-CN" sz="2400" i="1" smtClean="0">
                              <a:latin typeface="Cambria Math" panose="02040503050406030204" pitchFamily="18" charset="0"/>
                              <a:cs typeface="+mn-ea"/>
                              <a:sym typeface="+mn-lt"/>
                            </a:rPr>
                            <m:t>0</m:t>
                          </m:r>
                        </m:sub>
                      </m:sSub>
                      <m:r>
                        <a:rPr lang="pt-BR" altLang="zh-CN" sz="2400" i="1" smtClean="0">
                          <a:latin typeface="Cambria Math" panose="02040503050406030204" pitchFamily="18" charset="0"/>
                          <a:cs typeface="+mn-ea"/>
                          <a:sym typeface="+mn-lt"/>
                        </a:rPr>
                        <m:t>+</m:t>
                      </m:r>
                      <m:nary>
                        <m:naryPr>
                          <m:chr m:val="∑"/>
                          <m:ctrlPr>
                            <a:rPr lang="pt-BR" altLang="zh-CN" sz="2400" i="1" smtClean="0">
                              <a:latin typeface="Cambria Math" panose="02040503050406030204" pitchFamily="18" charset="0"/>
                              <a:cs typeface="+mn-ea"/>
                              <a:sym typeface="+mn-lt"/>
                            </a:rPr>
                          </m:ctrlPr>
                        </m:naryPr>
                        <m:sub>
                          <m:r>
                            <a:rPr lang="pt-BR" altLang="zh-CN" sz="2400" i="1" smtClean="0">
                              <a:latin typeface="Cambria Math" panose="02040503050406030204" pitchFamily="18" charset="0"/>
                              <a:cs typeface="+mn-ea"/>
                              <a:sym typeface="+mn-lt"/>
                            </a:rPr>
                            <m:t>𝑛</m:t>
                          </m:r>
                          <m:r>
                            <a:rPr lang="pt-BR" altLang="zh-CN" sz="2400" i="1" smtClean="0">
                              <a:latin typeface="Cambria Math" panose="02040503050406030204" pitchFamily="18" charset="0"/>
                              <a:cs typeface="+mn-ea"/>
                              <a:sym typeface="+mn-lt"/>
                            </a:rPr>
                            <m:t>=</m:t>
                          </m:r>
                          <m:r>
                            <a:rPr lang="pt-BR" altLang="zh-CN" sz="2400" i="1" smtClean="0">
                              <a:latin typeface="Cambria Math" panose="02040503050406030204" pitchFamily="18" charset="0"/>
                              <a:cs typeface="+mn-ea"/>
                              <a:sym typeface="+mn-lt"/>
                            </a:rPr>
                            <m:t>1</m:t>
                          </m:r>
                        </m:sub>
                        <m:sup>
                          <m:r>
                            <a:rPr lang="pt-BR" altLang="zh-CN" sz="2400" i="1" smtClean="0">
                              <a:latin typeface="Cambria Math" panose="02040503050406030204" pitchFamily="18" charset="0"/>
                              <a:cs typeface="+mn-ea"/>
                              <a:sym typeface="+mn-lt"/>
                            </a:rPr>
                            <m:t>∞</m:t>
                          </m:r>
                        </m:sup>
                        <m:e>
                          <m:d>
                            <m:dPr>
                              <m:ctrlPr>
                                <a:rPr lang="pt-BR" altLang="zh-CN" sz="2400" i="1" smtClean="0">
                                  <a:latin typeface="Cambria Math" panose="02040503050406030204" pitchFamily="18" charset="0"/>
                                  <a:cs typeface="+mn-ea"/>
                                  <a:sym typeface="+mn-lt"/>
                                </a:rPr>
                              </m:ctrlPr>
                            </m:dPr>
                            <m:e>
                              <m:sSub>
                                <m:sSubPr>
                                  <m:ctrlPr>
                                    <a:rPr lang="pt-BR" altLang="zh-CN" sz="2400" i="1" smtClean="0">
                                      <a:latin typeface="Cambria Math" panose="02040503050406030204" pitchFamily="18" charset="0"/>
                                      <a:cs typeface="+mn-ea"/>
                                      <a:sym typeface="+mn-lt"/>
                                    </a:rPr>
                                  </m:ctrlPr>
                                </m:sSubPr>
                                <m:e>
                                  <m:r>
                                    <a:rPr lang="pt-BR" altLang="zh-CN" sz="2400" i="1" smtClean="0">
                                      <a:latin typeface="Cambria Math" panose="02040503050406030204" pitchFamily="18" charset="0"/>
                                      <a:cs typeface="+mn-ea"/>
                                      <a:sym typeface="+mn-lt"/>
                                    </a:rPr>
                                    <m:t>𝑎</m:t>
                                  </m:r>
                                </m:e>
                                <m:sub>
                                  <m:r>
                                    <a:rPr lang="pt-BR" altLang="zh-CN" sz="2400" i="1" smtClean="0">
                                      <a:latin typeface="Cambria Math" panose="02040503050406030204" pitchFamily="18" charset="0"/>
                                      <a:cs typeface="+mn-ea"/>
                                      <a:sym typeface="+mn-lt"/>
                                    </a:rPr>
                                    <m:t>𝑛</m:t>
                                  </m:r>
                                </m:sub>
                              </m:sSub>
                              <m:func>
                                <m:funcPr>
                                  <m:ctrlPr>
                                    <a:rPr lang="pt-BR" altLang="zh-CN" sz="2400" i="1" smtClean="0">
                                      <a:latin typeface="Cambria Math" panose="02040503050406030204" pitchFamily="18" charset="0"/>
                                      <a:cs typeface="+mn-ea"/>
                                      <a:sym typeface="+mn-lt"/>
                                    </a:rPr>
                                  </m:ctrlPr>
                                </m:funcPr>
                                <m:fName>
                                  <m:r>
                                    <m:rPr>
                                      <m:sty m:val="p"/>
                                    </m:rPr>
                                    <a:rPr lang="pt-BR" altLang="zh-CN" sz="2400" i="0" smtClean="0">
                                      <a:latin typeface="Cambria Math" panose="02040503050406030204" pitchFamily="18" charset="0"/>
                                      <a:cs typeface="+mn-ea"/>
                                      <a:sym typeface="+mn-lt"/>
                                    </a:rPr>
                                    <m:t>cos</m:t>
                                  </m:r>
                                </m:fName>
                                <m:e>
                                  <m:f>
                                    <m:fPr>
                                      <m:ctrlPr>
                                        <a:rPr lang="pt-BR" altLang="zh-CN" sz="2400" i="1" smtClean="0">
                                          <a:latin typeface="Cambria Math" panose="02040503050406030204" pitchFamily="18" charset="0"/>
                                          <a:cs typeface="+mn-ea"/>
                                          <a:sym typeface="+mn-lt"/>
                                        </a:rPr>
                                      </m:ctrlPr>
                                    </m:fPr>
                                    <m:num>
                                      <m:r>
                                        <a:rPr lang="pt-BR" altLang="zh-CN" sz="2400" i="1" smtClean="0">
                                          <a:latin typeface="Cambria Math" panose="02040503050406030204" pitchFamily="18" charset="0"/>
                                          <a:cs typeface="+mn-ea"/>
                                          <a:sym typeface="+mn-lt"/>
                                        </a:rPr>
                                        <m:t>𝑛</m:t>
                                      </m:r>
                                      <m:r>
                                        <a:rPr lang="pt-BR" altLang="zh-CN" sz="2400" i="1" smtClean="0">
                                          <a:latin typeface="Cambria Math" panose="02040503050406030204" pitchFamily="18" charset="0"/>
                                          <a:cs typeface="+mn-ea"/>
                                          <a:sym typeface="+mn-lt"/>
                                        </a:rPr>
                                        <m:t>𝜋</m:t>
                                      </m:r>
                                      <m:r>
                                        <a:rPr lang="pt-BR" altLang="zh-CN" sz="2400" i="1" smtClean="0">
                                          <a:latin typeface="Cambria Math" panose="02040503050406030204" pitchFamily="18" charset="0"/>
                                          <a:cs typeface="+mn-ea"/>
                                          <a:sym typeface="+mn-lt"/>
                                        </a:rPr>
                                        <m:t>𝑥</m:t>
                                      </m:r>
                                    </m:num>
                                    <m:den>
                                      <m:r>
                                        <a:rPr lang="pt-BR" altLang="zh-CN" sz="2400" i="1" smtClean="0">
                                          <a:latin typeface="Cambria Math" panose="02040503050406030204" pitchFamily="18" charset="0"/>
                                          <a:cs typeface="+mn-ea"/>
                                          <a:sym typeface="+mn-lt"/>
                                        </a:rPr>
                                        <m:t>𝐿</m:t>
                                      </m:r>
                                    </m:den>
                                  </m:f>
                                </m:e>
                              </m:func>
                              <m:r>
                                <a:rPr lang="pt-BR" altLang="zh-CN" sz="2400" i="1" smtClean="0">
                                  <a:latin typeface="Cambria Math" panose="02040503050406030204" pitchFamily="18" charset="0"/>
                                  <a:cs typeface="+mn-ea"/>
                                  <a:sym typeface="+mn-lt"/>
                                </a:rPr>
                                <m:t>+</m:t>
                              </m:r>
                              <m:sSub>
                                <m:sSubPr>
                                  <m:ctrlPr>
                                    <a:rPr lang="pt-BR" altLang="zh-CN" sz="2400" i="1" smtClean="0">
                                      <a:latin typeface="Cambria Math" panose="02040503050406030204" pitchFamily="18" charset="0"/>
                                      <a:cs typeface="+mn-ea"/>
                                      <a:sym typeface="+mn-lt"/>
                                    </a:rPr>
                                  </m:ctrlPr>
                                </m:sSubPr>
                                <m:e>
                                  <m:r>
                                    <a:rPr lang="pt-BR" altLang="zh-CN" sz="2400" i="1" smtClean="0">
                                      <a:latin typeface="Cambria Math" panose="02040503050406030204" pitchFamily="18" charset="0"/>
                                      <a:cs typeface="+mn-ea"/>
                                      <a:sym typeface="+mn-lt"/>
                                    </a:rPr>
                                    <m:t>𝑏</m:t>
                                  </m:r>
                                </m:e>
                                <m:sub>
                                  <m:r>
                                    <a:rPr lang="pt-BR" altLang="zh-CN" sz="2400" i="1" smtClean="0">
                                      <a:latin typeface="Cambria Math" panose="02040503050406030204" pitchFamily="18" charset="0"/>
                                      <a:cs typeface="+mn-ea"/>
                                      <a:sym typeface="+mn-lt"/>
                                    </a:rPr>
                                    <m:t>𝑛</m:t>
                                  </m:r>
                                </m:sub>
                              </m:sSub>
                              <m:func>
                                <m:funcPr>
                                  <m:ctrlPr>
                                    <a:rPr lang="pt-BR" altLang="zh-CN" sz="2400" i="1" smtClean="0">
                                      <a:latin typeface="Cambria Math" panose="02040503050406030204" pitchFamily="18" charset="0"/>
                                      <a:cs typeface="+mn-ea"/>
                                      <a:sym typeface="+mn-lt"/>
                                    </a:rPr>
                                  </m:ctrlPr>
                                </m:funcPr>
                                <m:fName>
                                  <m:r>
                                    <m:rPr>
                                      <m:sty m:val="p"/>
                                    </m:rPr>
                                    <a:rPr lang="pt-BR" altLang="zh-CN" sz="2400" i="0" smtClean="0">
                                      <a:latin typeface="Cambria Math" panose="02040503050406030204" pitchFamily="18" charset="0"/>
                                      <a:cs typeface="+mn-ea"/>
                                      <a:sym typeface="+mn-lt"/>
                                    </a:rPr>
                                    <m:t>sin</m:t>
                                  </m:r>
                                </m:fName>
                                <m:e>
                                  <m:f>
                                    <m:fPr>
                                      <m:ctrlPr>
                                        <a:rPr lang="pt-BR" altLang="zh-CN" sz="2400" i="1" smtClean="0">
                                          <a:latin typeface="Cambria Math" panose="02040503050406030204" pitchFamily="18" charset="0"/>
                                          <a:cs typeface="+mn-ea"/>
                                          <a:sym typeface="+mn-lt"/>
                                        </a:rPr>
                                      </m:ctrlPr>
                                    </m:fPr>
                                    <m:num>
                                      <m:r>
                                        <a:rPr lang="pt-BR" altLang="zh-CN" sz="2400" i="1" smtClean="0">
                                          <a:latin typeface="Cambria Math" panose="02040503050406030204" pitchFamily="18" charset="0"/>
                                          <a:cs typeface="+mn-ea"/>
                                          <a:sym typeface="+mn-lt"/>
                                        </a:rPr>
                                        <m:t>𝑛</m:t>
                                      </m:r>
                                      <m:r>
                                        <a:rPr lang="pt-BR" altLang="zh-CN" sz="2400" i="1" smtClean="0">
                                          <a:latin typeface="Cambria Math" panose="02040503050406030204" pitchFamily="18" charset="0"/>
                                          <a:cs typeface="+mn-ea"/>
                                          <a:sym typeface="+mn-lt"/>
                                        </a:rPr>
                                        <m:t>𝜋</m:t>
                                      </m:r>
                                      <m:r>
                                        <a:rPr lang="pt-BR" altLang="zh-CN" sz="2400" i="1" smtClean="0">
                                          <a:latin typeface="Cambria Math" panose="02040503050406030204" pitchFamily="18" charset="0"/>
                                          <a:cs typeface="+mn-ea"/>
                                          <a:sym typeface="+mn-lt"/>
                                        </a:rPr>
                                        <m:t>𝑥</m:t>
                                      </m:r>
                                    </m:num>
                                    <m:den>
                                      <m:r>
                                        <a:rPr lang="pt-BR" altLang="zh-CN" sz="2400" i="1" smtClean="0">
                                          <a:latin typeface="Cambria Math" panose="02040503050406030204" pitchFamily="18" charset="0"/>
                                          <a:cs typeface="+mn-ea"/>
                                          <a:sym typeface="+mn-lt"/>
                                        </a:rPr>
                                        <m:t>𝐿</m:t>
                                      </m:r>
                                    </m:den>
                                  </m:f>
                                </m:e>
                              </m:func>
                            </m:e>
                          </m:d>
                        </m:e>
                      </m:nary>
                    </m:oMath>
                  </m:oMathPara>
                </a14:m>
                <a:endParaRPr lang="zh-CN" altLang="en-US" sz="2400" dirty="0">
                  <a:cs typeface="+mn-ea"/>
                  <a:sym typeface="+mn-lt"/>
                </a:endParaRPr>
              </a:p>
            </p:txBody>
          </p:sp>
        </mc:Choice>
        <mc:Fallback>
          <p:sp>
            <p:nvSpPr>
              <p:cNvPr id="4" name="文本框 3"/>
              <p:cNvSpPr txBox="1">
                <a:spLocks noRot="1" noChangeAspect="1" noMove="1" noResize="1" noEditPoints="1" noAdjustHandles="1" noChangeArrowheads="1" noChangeShapeType="1" noTextEdit="1"/>
              </p:cNvSpPr>
              <p:nvPr/>
            </p:nvSpPr>
            <p:spPr>
              <a:xfrm>
                <a:off x="3256273" y="3689408"/>
                <a:ext cx="5681042" cy="1007007"/>
              </a:xfrm>
              <a:prstGeom prst="rect">
                <a:avLst/>
              </a:prstGeom>
              <a:blipFill rotWithShape="1">
                <a:blip r:embed="rId2"/>
                <a:stretch>
                  <a:fillRect l="-11" t="-6" r="-497" b="59"/>
                </a:stretch>
              </a:blipFill>
            </p:spPr>
            <p:txBody>
              <a:bodyPr/>
              <a:lstStyle/>
              <a:p>
                <a:r>
                  <a:rPr lang="zh-CN" alt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p:cNvSpPr/>
          <p:nvPr/>
        </p:nvSpPr>
        <p:spPr>
          <a:xfrm>
            <a:off x="660400" y="2789946"/>
            <a:ext cx="5435600" cy="3065464"/>
          </a:xfrm>
          <a:prstGeom prst="roundRect">
            <a:avLst>
              <a:gd name="adj" fmla="val 3536"/>
            </a:avLst>
          </a:prstGeom>
          <a:solidFill>
            <a:schemeClr val="bg1"/>
          </a:solidFill>
          <a:ln>
            <a:noFill/>
          </a:ln>
          <a:effectLst>
            <a:outerShdw blurRad="1905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a:xfrm>
            <a:off x="1091255" y="237834"/>
            <a:ext cx="8168208" cy="790865"/>
          </a:xfrm>
        </p:spPr>
        <p:txBody>
          <a:bodyPr/>
          <a:lstStyle/>
          <a:p>
            <a:r>
              <a:rPr lang="zh-CN" altLang="en-US" dirty="0">
                <a:latin typeface="+mn-lt"/>
                <a:ea typeface="+mn-ea"/>
                <a:cs typeface="+mn-ea"/>
                <a:sym typeface="+mn-lt"/>
              </a:rPr>
              <a:t>技术原理</a:t>
            </a:r>
            <a:endParaRPr lang="zh-CN" altLang="en-US" dirty="0">
              <a:latin typeface="+mn-lt"/>
              <a:ea typeface="+mn-ea"/>
              <a:cs typeface="+mn-ea"/>
              <a:sym typeface="+mn-lt"/>
            </a:endParaRPr>
          </a:p>
        </p:txBody>
      </p:sp>
      <p:sp>
        <p:nvSpPr>
          <p:cNvPr id="3" name="灯片编号占位符 2"/>
          <p:cNvSpPr>
            <a:spLocks noGrp="1"/>
          </p:cNvSpPr>
          <p:nvPr>
            <p:ph type="sldNum" sz="quarter" idx="12"/>
          </p:nvPr>
        </p:nvSpPr>
        <p:spPr/>
        <p:txBody>
          <a:bodyPr/>
          <a:lstStyle/>
          <a:p>
            <a:fld id="{2515AB8F-1C56-49E9-90C8-78D22B0C1B97}" type="slidenum">
              <a:rPr lang="zh-CN" altLang="en-US" smtClean="0">
                <a:cs typeface="+mn-ea"/>
                <a:sym typeface="+mn-lt"/>
              </a:rPr>
            </a:fld>
            <a:endParaRPr lang="zh-CN" altLang="en-US" dirty="0">
              <a:cs typeface="+mn-ea"/>
              <a:sym typeface="+mn-lt"/>
            </a:endParaRPr>
          </a:p>
        </p:txBody>
      </p:sp>
      <p:sp>
        <p:nvSpPr>
          <p:cNvPr id="5" name="文本框 4"/>
          <p:cNvSpPr txBox="1"/>
          <p:nvPr/>
        </p:nvSpPr>
        <p:spPr>
          <a:xfrm>
            <a:off x="901581" y="3156118"/>
            <a:ext cx="5080237" cy="400110"/>
          </a:xfrm>
          <a:prstGeom prst="rect">
            <a:avLst/>
          </a:prstGeom>
          <a:noFill/>
        </p:spPr>
        <p:txBody>
          <a:bodyPr wrap="none" rtlCol="0">
            <a:spAutoFit/>
          </a:bodyPr>
          <a:lstStyle/>
          <a:p>
            <a:pPr>
              <a:buSzPct val="75000"/>
            </a:pPr>
            <a:r>
              <a:rPr lang="zh-CN" altLang="en-US" sz="2000" dirty="0">
                <a:cs typeface="+mn-ea"/>
                <a:sym typeface="+mn-lt"/>
              </a:rPr>
              <a:t>请输入你的公式名称请输入你的公式名称：</a:t>
            </a:r>
            <a:endParaRPr lang="zh-CN" altLang="en-US" sz="2000" dirty="0">
              <a:cs typeface="+mn-ea"/>
              <a:sym typeface="+mn-lt"/>
            </a:endParaRPr>
          </a:p>
        </p:txBody>
      </p:sp>
      <mc:AlternateContent xmlns:mc="http://schemas.openxmlformats.org/markup-compatibility/2006">
        <mc:Choice xmlns:a14="http://schemas.microsoft.com/office/drawing/2010/main" Requires="a14">
          <p:sp>
            <p:nvSpPr>
              <p:cNvPr id="6" name="文本框 5"/>
              <p:cNvSpPr txBox="1"/>
              <p:nvPr/>
            </p:nvSpPr>
            <p:spPr>
              <a:xfrm>
                <a:off x="987425" y="4732219"/>
                <a:ext cx="4759358" cy="828432"/>
              </a:xfrm>
              <a:prstGeom prst="rect">
                <a:avLst/>
              </a:prstGeom>
              <a:noFill/>
            </p:spPr>
            <p:txBody>
              <a:bodyPr wrap="square" lIns="0" rIns="0" rtlCol="0">
                <a:normAutofit/>
              </a:bodyPr>
              <a:lstStyle/>
              <a:p>
                <a:pPr marL="457200" indent="-457200">
                  <a:spcBef>
                    <a:spcPts val="700"/>
                  </a:spcBef>
                  <a:buClr>
                    <a:srgbClr val="02020E"/>
                  </a:buClr>
                  <a:buSzPct val="100000"/>
                  <a:buFont typeface="等线" panose="02010600030101010101" charset="-122"/>
                  <a:buChar char="-"/>
                  <a:defRPr sz="2100">
                    <a:latin typeface="Arial" panose="020B0604020202020204"/>
                    <a:ea typeface="Arial" panose="020B0604020202020204"/>
                    <a:cs typeface="Arial" panose="020B0604020202020204"/>
                    <a:sym typeface="Arial" panose="020B0604020202020204"/>
                  </a:defRPr>
                </a:pPr>
                <a:r>
                  <a:rPr lang="zh-CN" altLang="en-US" sz="2000" dirty="0">
                    <a:cs typeface="+mn-ea"/>
                    <a:sym typeface="+mn-lt"/>
                  </a:rPr>
                  <a:t>公式中参数</a:t>
                </a:r>
                <a14:m>
                  <m:oMath xmlns:m="http://schemas.openxmlformats.org/officeDocument/2006/math">
                    <m:r>
                      <a:rPr lang="en-US" altLang="zh-CN" sz="2000" i="1" dirty="0" smtClean="0">
                        <a:latin typeface="Cambria Math" panose="02040503050406030204" pitchFamily="18" charset="0"/>
                        <a:cs typeface="+mn-ea"/>
                        <a:sym typeface="+mn-lt"/>
                      </a:rPr>
                      <m:t>𝑎</m:t>
                    </m:r>
                  </m:oMath>
                </a14:m>
                <a:r>
                  <a:rPr lang="zh-CN" altLang="en-US" sz="2000" dirty="0">
                    <a:cs typeface="+mn-ea"/>
                    <a:sym typeface="+mn-lt"/>
                  </a:rPr>
                  <a:t>的含义</a:t>
                </a:r>
                <a:endParaRPr lang="zh-CN" altLang="en-US" sz="2000" dirty="0">
                  <a:cs typeface="+mn-ea"/>
                  <a:sym typeface="+mn-lt"/>
                </a:endParaRPr>
              </a:p>
              <a:p>
                <a:pPr marL="457200" indent="-457200">
                  <a:spcBef>
                    <a:spcPts val="700"/>
                  </a:spcBef>
                  <a:buClr>
                    <a:srgbClr val="02020E"/>
                  </a:buClr>
                  <a:buSzPct val="100000"/>
                  <a:buFont typeface="等线" panose="02010600030101010101" charset="-122"/>
                  <a:buChar char="-"/>
                  <a:defRPr sz="2100">
                    <a:latin typeface="Arial" panose="020B0604020202020204"/>
                    <a:ea typeface="Arial" panose="020B0604020202020204"/>
                    <a:cs typeface="Arial" panose="020B0604020202020204"/>
                    <a:sym typeface="Arial" panose="020B0604020202020204"/>
                  </a:defRPr>
                </a:pPr>
                <a:r>
                  <a:rPr lang="zh-CN" altLang="en-US" sz="2000" dirty="0">
                    <a:cs typeface="+mn-ea"/>
                    <a:sym typeface="+mn-lt"/>
                  </a:rPr>
                  <a:t>公式中参数</a:t>
                </a:r>
                <a14:m>
                  <m:oMath xmlns:m="http://schemas.openxmlformats.org/officeDocument/2006/math">
                    <m:r>
                      <a:rPr lang="en-US" altLang="zh-CN" sz="2000" i="1" dirty="0" smtClean="0">
                        <a:latin typeface="Cambria Math" panose="02040503050406030204" pitchFamily="18" charset="0"/>
                        <a:cs typeface="+mn-ea"/>
                        <a:sym typeface="+mn-lt"/>
                      </a:rPr>
                      <m:t>𝑘</m:t>
                    </m:r>
                  </m:oMath>
                </a14:m>
                <a:r>
                  <a:rPr lang="zh-CN" altLang="en-US" sz="2000" dirty="0">
                    <a:cs typeface="+mn-ea"/>
                    <a:sym typeface="+mn-lt"/>
                  </a:rPr>
                  <a:t>的含义</a:t>
                </a:r>
                <a:endParaRPr lang="zh-CN" altLang="en-US" sz="2000" dirty="0">
                  <a:cs typeface="+mn-ea"/>
                  <a:sym typeface="+mn-lt"/>
                </a:endParaRPr>
              </a:p>
            </p:txBody>
          </p:sp>
        </mc:Choice>
        <mc:Fallback>
          <p:sp>
            <p:nvSpPr>
              <p:cNvPr id="6" name="文本框 5"/>
              <p:cNvSpPr txBox="1">
                <a:spLocks noRot="1" noChangeAspect="1" noMove="1" noResize="1" noEditPoints="1" noAdjustHandles="1" noChangeArrowheads="1" noChangeShapeType="1" noTextEdit="1"/>
              </p:cNvSpPr>
              <p:nvPr/>
            </p:nvSpPr>
            <p:spPr>
              <a:xfrm>
                <a:off x="987425" y="4732219"/>
                <a:ext cx="4759358" cy="828432"/>
              </a:xfrm>
              <a:prstGeom prst="rect">
                <a:avLst/>
              </a:prstGeom>
              <a:blipFill rotWithShape="1">
                <a:blip r:embed="rId1"/>
                <a:stretch>
                  <a:fillRect t="-24" r="1" b="71"/>
                </a:stretch>
              </a:blipFill>
            </p:spPr>
            <p:txBody>
              <a:bodyPr/>
              <a:lstStyle/>
              <a:p>
                <a:r>
                  <a:rPr lang="zh-CN" altLang="en-US">
                    <a:noFill/>
                  </a:rPr>
                  <a:t> </a:t>
                </a:r>
              </a:p>
            </p:txBody>
          </p:sp>
        </mc:Fallback>
      </mc:AlternateContent>
      <p:sp>
        <p:nvSpPr>
          <p:cNvPr id="8" name="文本框 7"/>
          <p:cNvSpPr txBox="1"/>
          <p:nvPr/>
        </p:nvSpPr>
        <p:spPr>
          <a:xfrm>
            <a:off x="660400" y="1139826"/>
            <a:ext cx="10872788" cy="1399634"/>
          </a:xfrm>
          <a:prstGeom prst="rect">
            <a:avLst/>
          </a:prstGeom>
          <a:noFill/>
        </p:spPr>
        <p:txBody>
          <a:bodyPr wrap="square" lIns="0" rIns="0" rtlCol="0">
            <a:normAutofit/>
          </a:bodyPr>
          <a:lstStyle/>
          <a:p>
            <a:pPr algn="just">
              <a:lnSpc>
                <a:spcPct val="130000"/>
              </a:lnSpc>
            </a:pPr>
            <a:r>
              <a:rPr lang="zh-CN" altLang="en-US" sz="2000" dirty="0">
                <a:cs typeface="+mn-ea"/>
                <a:sym typeface="+mn-lt"/>
              </a:rPr>
              <a:t>对于同一页面多个格式不统一的公式，可以分别给他们框框装起来，请输入你的相关介绍请输入你的相关介绍请输入你的相关介绍请输入你的相关介绍</a:t>
            </a:r>
            <a:endParaRPr lang="en-US" altLang="zh-CN" sz="2000" dirty="0">
              <a:cs typeface="+mn-ea"/>
              <a:sym typeface="+mn-lt"/>
            </a:endParaRPr>
          </a:p>
          <a:p>
            <a:pPr algn="just">
              <a:lnSpc>
                <a:spcPct val="130000"/>
              </a:lnSpc>
            </a:pPr>
            <a:r>
              <a:rPr lang="zh-CN" altLang="en-US" sz="2000" dirty="0">
                <a:cs typeface="+mn-ea"/>
                <a:sym typeface="+mn-lt"/>
              </a:rPr>
              <a:t>对于同一页面多个格式不统一的公式，可以分别给他们框框装起来，请输入你的相关介绍</a:t>
            </a:r>
            <a:endParaRPr lang="zh-CN" altLang="en-US" sz="2000" dirty="0">
              <a:cs typeface="+mn-ea"/>
              <a:sym typeface="+mn-lt"/>
            </a:endParaRPr>
          </a:p>
        </p:txBody>
      </p:sp>
      <p:sp>
        <p:nvSpPr>
          <p:cNvPr id="9" name="矩形: 圆角 8"/>
          <p:cNvSpPr/>
          <p:nvPr/>
        </p:nvSpPr>
        <p:spPr>
          <a:xfrm>
            <a:off x="6350000" y="2789078"/>
            <a:ext cx="5181600" cy="3067200"/>
          </a:xfrm>
          <a:prstGeom prst="roundRect">
            <a:avLst>
              <a:gd name="adj" fmla="val 3536"/>
            </a:avLst>
          </a:prstGeom>
          <a:solidFill>
            <a:schemeClr val="bg1"/>
          </a:solidFill>
          <a:ln>
            <a:noFill/>
          </a:ln>
          <a:effectLst>
            <a:outerShdw blurRad="1905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文本框 9"/>
          <p:cNvSpPr txBox="1"/>
          <p:nvPr/>
        </p:nvSpPr>
        <p:spPr>
          <a:xfrm>
            <a:off x="6614259" y="3156118"/>
            <a:ext cx="2749471" cy="400110"/>
          </a:xfrm>
          <a:prstGeom prst="rect">
            <a:avLst/>
          </a:prstGeom>
          <a:noFill/>
        </p:spPr>
        <p:txBody>
          <a:bodyPr wrap="none" rtlCol="0">
            <a:spAutoFit/>
          </a:bodyPr>
          <a:lstStyle/>
          <a:p>
            <a:pPr>
              <a:buSzPct val="75000"/>
            </a:pPr>
            <a:r>
              <a:rPr lang="zh-CN" altLang="en-US" sz="2000" dirty="0">
                <a:cs typeface="+mn-ea"/>
                <a:sym typeface="+mn-lt"/>
              </a:rPr>
              <a:t>请输入你的公式名称：</a:t>
            </a:r>
            <a:endParaRPr lang="zh-CN" altLang="en-US" sz="2000" dirty="0">
              <a:cs typeface="+mn-ea"/>
              <a:sym typeface="+mn-lt"/>
            </a:endParaRPr>
          </a:p>
        </p:txBody>
      </p:sp>
      <mc:AlternateContent xmlns:mc="http://schemas.openxmlformats.org/markup-compatibility/2006">
        <mc:Choice xmlns:a14="http://schemas.microsoft.com/office/drawing/2010/main" Requires="a14">
          <p:sp>
            <p:nvSpPr>
              <p:cNvPr id="11" name="文本框 10"/>
              <p:cNvSpPr txBox="1"/>
              <p:nvPr/>
            </p:nvSpPr>
            <p:spPr>
              <a:xfrm>
                <a:off x="6687184" y="4749683"/>
                <a:ext cx="4522154" cy="828432"/>
              </a:xfrm>
              <a:prstGeom prst="rect">
                <a:avLst/>
              </a:prstGeom>
              <a:noFill/>
            </p:spPr>
            <p:txBody>
              <a:bodyPr wrap="square" lIns="0" rIns="0" rtlCol="0">
                <a:normAutofit/>
              </a:bodyPr>
              <a:lstStyle/>
              <a:p>
                <a:pPr marL="457200" indent="-457200">
                  <a:spcBef>
                    <a:spcPts val="700"/>
                  </a:spcBef>
                  <a:buClr>
                    <a:srgbClr val="02020E"/>
                  </a:buClr>
                  <a:buSzPct val="100000"/>
                  <a:buFont typeface="等线" panose="02010600030101010101" charset="-122"/>
                  <a:buChar char="-"/>
                  <a:defRPr sz="2100">
                    <a:latin typeface="Arial" panose="020B0604020202020204"/>
                    <a:ea typeface="Arial" panose="020B0604020202020204"/>
                    <a:cs typeface="Arial" panose="020B0604020202020204"/>
                    <a:sym typeface="Arial" panose="020B0604020202020204"/>
                  </a:defRPr>
                </a:pPr>
                <a:r>
                  <a:rPr lang="zh-CN" altLang="en-US" sz="2000" dirty="0">
                    <a:cs typeface="+mn-ea"/>
                    <a:sym typeface="+mn-lt"/>
                  </a:rPr>
                  <a:t>公式中参数</a:t>
                </a:r>
                <a14:m>
                  <m:oMath xmlns:m="http://schemas.openxmlformats.org/officeDocument/2006/math">
                    <m:r>
                      <a:rPr lang="en-US" altLang="zh-CN" sz="2000" i="1" dirty="0" smtClean="0">
                        <a:latin typeface="Cambria Math" panose="02040503050406030204" pitchFamily="18" charset="0"/>
                        <a:cs typeface="+mn-ea"/>
                        <a:sym typeface="+mn-lt"/>
                      </a:rPr>
                      <m:t>𝑟</m:t>
                    </m:r>
                  </m:oMath>
                </a14:m>
                <a:r>
                  <a:rPr lang="zh-CN" altLang="en-US" sz="2000" dirty="0">
                    <a:cs typeface="+mn-ea"/>
                    <a:sym typeface="+mn-lt"/>
                  </a:rPr>
                  <a:t>的含义</a:t>
                </a:r>
                <a:endParaRPr lang="zh-CN" altLang="en-US" sz="2000" dirty="0">
                  <a:cs typeface="+mn-ea"/>
                  <a:sym typeface="+mn-lt"/>
                </a:endParaRPr>
              </a:p>
              <a:p>
                <a:pPr marL="457200" indent="-457200">
                  <a:spcBef>
                    <a:spcPts val="700"/>
                  </a:spcBef>
                  <a:buClr>
                    <a:srgbClr val="02020E"/>
                  </a:buClr>
                  <a:buSzPct val="100000"/>
                  <a:buFont typeface="等线" panose="02010600030101010101" charset="-122"/>
                  <a:buChar char="-"/>
                  <a:defRPr sz="2100">
                    <a:latin typeface="Arial" panose="020B0604020202020204"/>
                    <a:ea typeface="Arial" panose="020B0604020202020204"/>
                    <a:cs typeface="Arial" panose="020B0604020202020204"/>
                    <a:sym typeface="Arial" panose="020B0604020202020204"/>
                  </a:defRPr>
                </a:pPr>
                <a:r>
                  <a:rPr lang="zh-CN" altLang="en-US" sz="2000" dirty="0">
                    <a:cs typeface="+mn-ea"/>
                    <a:sym typeface="+mn-lt"/>
                  </a:rPr>
                  <a:t>公式中参数</a:t>
                </a:r>
                <a14:m>
                  <m:oMath xmlns:m="http://schemas.openxmlformats.org/officeDocument/2006/math">
                    <m:r>
                      <a:rPr lang="en-US" altLang="zh-CN" sz="2000" i="1" dirty="0" smtClean="0">
                        <a:latin typeface="Cambria Math" panose="02040503050406030204" pitchFamily="18" charset="0"/>
                        <a:cs typeface="+mn-ea"/>
                        <a:sym typeface="+mn-lt"/>
                      </a:rPr>
                      <m:t>𝑎</m:t>
                    </m:r>
                  </m:oMath>
                </a14:m>
                <a:r>
                  <a:rPr lang="zh-CN" altLang="en-US" sz="2000" dirty="0">
                    <a:cs typeface="+mn-ea"/>
                    <a:sym typeface="+mn-lt"/>
                  </a:rPr>
                  <a:t>的含义</a:t>
                </a:r>
                <a:endParaRPr lang="zh-CN" altLang="en-US" sz="2000" dirty="0">
                  <a:cs typeface="+mn-ea"/>
                  <a:sym typeface="+mn-lt"/>
                </a:endParaRPr>
              </a:p>
            </p:txBody>
          </p:sp>
        </mc:Choice>
        <mc:Fallback>
          <p:sp>
            <p:nvSpPr>
              <p:cNvPr id="11" name="文本框 10"/>
              <p:cNvSpPr txBox="1">
                <a:spLocks noRot="1" noChangeAspect="1" noMove="1" noResize="1" noEditPoints="1" noAdjustHandles="1" noChangeArrowheads="1" noChangeShapeType="1" noTextEdit="1"/>
              </p:cNvSpPr>
              <p:nvPr/>
            </p:nvSpPr>
            <p:spPr>
              <a:xfrm>
                <a:off x="6687184" y="4749683"/>
                <a:ext cx="4522154" cy="828432"/>
              </a:xfrm>
              <a:prstGeom prst="rect">
                <a:avLst/>
              </a:prstGeom>
              <a:blipFill rotWithShape="1">
                <a:blip r:embed="rId2"/>
                <a:stretch>
                  <a:fillRect l="-14" t="-63" r="7" b="3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7498219" y="3808357"/>
                <a:ext cx="981551" cy="314766"/>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sz="2000" i="1" smtClean="0">
                          <a:latin typeface="Cambria Math" panose="02040503050406030204" pitchFamily="18" charset="0"/>
                          <a:cs typeface="+mn-ea"/>
                          <a:sym typeface="+mn-lt"/>
                        </a:rPr>
                        <m:t>𝐴</m:t>
                      </m:r>
                      <m:r>
                        <a:rPr lang="en-US" altLang="zh-CN" sz="2000" i="1" smtClean="0">
                          <a:latin typeface="Cambria Math" panose="02040503050406030204" pitchFamily="18" charset="0"/>
                          <a:cs typeface="+mn-ea"/>
                          <a:sym typeface="+mn-lt"/>
                        </a:rPr>
                        <m:t>=</m:t>
                      </m:r>
                      <m:r>
                        <a:rPr lang="el-GR" altLang="zh-CN" sz="2000" i="1" smtClean="0">
                          <a:latin typeface="Cambria Math" panose="02040503050406030204" pitchFamily="18" charset="0"/>
                          <a:cs typeface="+mn-ea"/>
                          <a:sym typeface="+mn-lt"/>
                        </a:rPr>
                        <m:t>𝜋</m:t>
                      </m:r>
                      <m:sSup>
                        <m:sSupPr>
                          <m:ctrlPr>
                            <a:rPr lang="en-US" altLang="zh-CN" sz="2000" i="1" smtClean="0">
                              <a:latin typeface="Cambria Math" panose="02040503050406030204" pitchFamily="18" charset="0"/>
                              <a:cs typeface="+mn-ea"/>
                              <a:sym typeface="+mn-lt"/>
                            </a:rPr>
                          </m:ctrlPr>
                        </m:sSupPr>
                        <m:e>
                          <m:r>
                            <a:rPr lang="en-US" altLang="zh-CN" sz="2000" i="1" smtClean="0">
                              <a:latin typeface="Cambria Math" panose="02040503050406030204" pitchFamily="18" charset="0"/>
                              <a:cs typeface="+mn-ea"/>
                              <a:sym typeface="+mn-lt"/>
                            </a:rPr>
                            <m:t>𝑟</m:t>
                          </m:r>
                        </m:e>
                        <m:sup>
                          <m:r>
                            <a:rPr lang="en-US" altLang="zh-CN" sz="2000" i="1" smtClean="0">
                              <a:latin typeface="Cambria Math" panose="02040503050406030204" pitchFamily="18" charset="0"/>
                              <a:cs typeface="+mn-ea"/>
                              <a:sym typeface="+mn-lt"/>
                            </a:rPr>
                            <m:t>2</m:t>
                          </m:r>
                        </m:sup>
                      </m:sSup>
                    </m:oMath>
                  </m:oMathPara>
                </a14:m>
                <a:endParaRPr lang="zh-CN" altLang="en-US" sz="2000" dirty="0">
                  <a:cs typeface="+mn-ea"/>
                  <a:sym typeface="+mn-lt"/>
                </a:endParaRPr>
              </a:p>
            </p:txBody>
          </p:sp>
        </mc:Choice>
        <mc:Fallback>
          <p:sp>
            <p:nvSpPr>
              <p:cNvPr id="13" name="文本框 12"/>
              <p:cNvSpPr txBox="1">
                <a:spLocks noRot="1" noChangeAspect="1" noMove="1" noResize="1" noEditPoints="1" noAdjustHandles="1" noChangeArrowheads="1" noChangeShapeType="1" noTextEdit="1"/>
              </p:cNvSpPr>
              <p:nvPr/>
            </p:nvSpPr>
            <p:spPr>
              <a:xfrm>
                <a:off x="7498219" y="3808357"/>
                <a:ext cx="981551" cy="314766"/>
              </a:xfrm>
              <a:prstGeom prst="rect">
                <a:avLst/>
              </a:prstGeom>
              <a:blipFill rotWithShape="1">
                <a:blip r:embed="rId3"/>
                <a:stretch>
                  <a:fillRect l="-14" t="-83" r="-7895" b="2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1927086" y="3695858"/>
                <a:ext cx="3029227" cy="84055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p>
                        <m:sSupPr>
                          <m:ctrlPr>
                            <a:rPr lang="pt-BR" altLang="zh-CN" sz="2000" i="1" smtClean="0">
                              <a:latin typeface="Cambria Math" panose="02040503050406030204" pitchFamily="18" charset="0"/>
                              <a:cs typeface="+mn-ea"/>
                              <a:sym typeface="+mn-lt"/>
                            </a:rPr>
                          </m:ctrlPr>
                        </m:sSupPr>
                        <m:e>
                          <m:d>
                            <m:dPr>
                              <m:ctrlPr>
                                <a:rPr lang="pt-BR" altLang="zh-CN" sz="2000" i="1" smtClean="0">
                                  <a:latin typeface="Cambria Math" panose="02040503050406030204" pitchFamily="18" charset="0"/>
                                  <a:cs typeface="+mn-ea"/>
                                  <a:sym typeface="+mn-lt"/>
                                </a:rPr>
                              </m:ctrlPr>
                            </m:dPr>
                            <m:e>
                              <m:r>
                                <a:rPr lang="pt-BR" altLang="zh-CN" sz="2000" i="1" smtClean="0">
                                  <a:latin typeface="Cambria Math" panose="02040503050406030204" pitchFamily="18" charset="0"/>
                                  <a:cs typeface="+mn-ea"/>
                                  <a:sym typeface="+mn-lt"/>
                                </a:rPr>
                                <m:t>𝑥</m:t>
                              </m:r>
                              <m:r>
                                <a:rPr lang="pt-BR" altLang="zh-CN" sz="2000" i="1" smtClean="0">
                                  <a:latin typeface="Cambria Math" panose="02040503050406030204" pitchFamily="18" charset="0"/>
                                  <a:cs typeface="+mn-ea"/>
                                  <a:sym typeface="+mn-lt"/>
                                </a:rPr>
                                <m:t>+</m:t>
                              </m:r>
                              <m:r>
                                <a:rPr lang="pt-BR" altLang="zh-CN" sz="2000" i="1" smtClean="0">
                                  <a:latin typeface="Cambria Math" panose="02040503050406030204" pitchFamily="18" charset="0"/>
                                  <a:cs typeface="+mn-ea"/>
                                  <a:sym typeface="+mn-lt"/>
                                </a:rPr>
                                <m:t>𝑎</m:t>
                              </m:r>
                            </m:e>
                          </m:d>
                        </m:e>
                        <m:sup>
                          <m:r>
                            <a:rPr lang="pt-BR" altLang="zh-CN" sz="2000" i="1" smtClean="0">
                              <a:latin typeface="Cambria Math" panose="02040503050406030204" pitchFamily="18" charset="0"/>
                              <a:cs typeface="+mn-ea"/>
                              <a:sym typeface="+mn-lt"/>
                            </a:rPr>
                            <m:t>𝑛</m:t>
                          </m:r>
                        </m:sup>
                      </m:sSup>
                      <m:r>
                        <a:rPr lang="pt-BR" altLang="zh-CN" sz="2000" i="1" smtClean="0">
                          <a:latin typeface="Cambria Math" panose="02040503050406030204" pitchFamily="18" charset="0"/>
                          <a:cs typeface="+mn-ea"/>
                          <a:sym typeface="+mn-lt"/>
                        </a:rPr>
                        <m:t>=</m:t>
                      </m:r>
                      <m:nary>
                        <m:naryPr>
                          <m:chr m:val="∑"/>
                          <m:ctrlPr>
                            <a:rPr lang="pt-BR" altLang="zh-CN" sz="2000" i="1" smtClean="0">
                              <a:latin typeface="Cambria Math" panose="02040503050406030204" pitchFamily="18" charset="0"/>
                              <a:cs typeface="+mn-ea"/>
                              <a:sym typeface="+mn-lt"/>
                            </a:rPr>
                          </m:ctrlPr>
                        </m:naryPr>
                        <m:sub>
                          <m:r>
                            <a:rPr lang="pt-BR" altLang="zh-CN" sz="2000" i="1" smtClean="0">
                              <a:latin typeface="Cambria Math" panose="02040503050406030204" pitchFamily="18" charset="0"/>
                              <a:cs typeface="+mn-ea"/>
                              <a:sym typeface="+mn-lt"/>
                            </a:rPr>
                            <m:t>𝑘</m:t>
                          </m:r>
                          <m:r>
                            <a:rPr lang="pt-BR" altLang="zh-CN" sz="2000" i="1" smtClean="0">
                              <a:latin typeface="Cambria Math" panose="02040503050406030204" pitchFamily="18" charset="0"/>
                              <a:cs typeface="+mn-ea"/>
                              <a:sym typeface="+mn-lt"/>
                            </a:rPr>
                            <m:t>=</m:t>
                          </m:r>
                          <m:r>
                            <a:rPr lang="pt-BR" altLang="zh-CN" sz="2000" i="1" smtClean="0">
                              <a:latin typeface="Cambria Math" panose="02040503050406030204" pitchFamily="18" charset="0"/>
                              <a:cs typeface="+mn-ea"/>
                              <a:sym typeface="+mn-lt"/>
                            </a:rPr>
                            <m:t>0</m:t>
                          </m:r>
                        </m:sub>
                        <m:sup>
                          <m:r>
                            <a:rPr lang="pt-BR" altLang="zh-CN" sz="2000" i="1" smtClean="0">
                              <a:latin typeface="Cambria Math" panose="02040503050406030204" pitchFamily="18" charset="0"/>
                              <a:cs typeface="+mn-ea"/>
                              <a:sym typeface="+mn-lt"/>
                            </a:rPr>
                            <m:t>𝑛</m:t>
                          </m:r>
                        </m:sup>
                        <m:e>
                          <m:d>
                            <m:dPr>
                              <m:ctrlPr>
                                <a:rPr lang="pt-BR" altLang="zh-CN" sz="2000" i="1" smtClean="0">
                                  <a:latin typeface="Cambria Math" panose="02040503050406030204" pitchFamily="18" charset="0"/>
                                  <a:cs typeface="+mn-ea"/>
                                  <a:sym typeface="+mn-lt"/>
                                </a:rPr>
                              </m:ctrlPr>
                            </m:dPr>
                            <m:e>
                              <m:f>
                                <m:fPr>
                                  <m:type m:val="noBar"/>
                                  <m:ctrlPr>
                                    <a:rPr lang="pt-BR" altLang="zh-CN" sz="2000" i="1" smtClean="0">
                                      <a:latin typeface="Cambria Math" panose="02040503050406030204" pitchFamily="18" charset="0"/>
                                      <a:cs typeface="+mn-ea"/>
                                      <a:sym typeface="+mn-lt"/>
                                    </a:rPr>
                                  </m:ctrlPr>
                                </m:fPr>
                                <m:num>
                                  <m:r>
                                    <a:rPr lang="pt-BR" altLang="zh-CN" sz="2000" i="1" smtClean="0">
                                      <a:latin typeface="Cambria Math" panose="02040503050406030204" pitchFamily="18" charset="0"/>
                                      <a:cs typeface="+mn-ea"/>
                                      <a:sym typeface="+mn-lt"/>
                                    </a:rPr>
                                    <m:t>𝑛</m:t>
                                  </m:r>
                                </m:num>
                                <m:den>
                                  <m:r>
                                    <a:rPr lang="pt-BR" altLang="zh-CN" sz="2000" i="1" smtClean="0">
                                      <a:latin typeface="Cambria Math" panose="02040503050406030204" pitchFamily="18" charset="0"/>
                                      <a:cs typeface="+mn-ea"/>
                                      <a:sym typeface="+mn-lt"/>
                                    </a:rPr>
                                    <m:t>𝑘</m:t>
                                  </m:r>
                                </m:den>
                              </m:f>
                            </m:e>
                          </m:d>
                          <m:sSup>
                            <m:sSupPr>
                              <m:ctrlPr>
                                <a:rPr lang="pt-BR" altLang="zh-CN" sz="2000" i="1" smtClean="0">
                                  <a:latin typeface="Cambria Math" panose="02040503050406030204" pitchFamily="18" charset="0"/>
                                  <a:cs typeface="+mn-ea"/>
                                  <a:sym typeface="+mn-lt"/>
                                </a:rPr>
                              </m:ctrlPr>
                            </m:sSupPr>
                            <m:e>
                              <m:r>
                                <a:rPr lang="pt-BR" altLang="zh-CN" sz="2000" i="1" smtClean="0">
                                  <a:latin typeface="Cambria Math" panose="02040503050406030204" pitchFamily="18" charset="0"/>
                                  <a:cs typeface="+mn-ea"/>
                                  <a:sym typeface="+mn-lt"/>
                                </a:rPr>
                                <m:t>𝑥</m:t>
                              </m:r>
                            </m:e>
                            <m:sup>
                              <m:r>
                                <a:rPr lang="pt-BR" altLang="zh-CN" sz="2000" i="1" smtClean="0">
                                  <a:latin typeface="Cambria Math" panose="02040503050406030204" pitchFamily="18" charset="0"/>
                                  <a:cs typeface="+mn-ea"/>
                                  <a:sym typeface="+mn-lt"/>
                                </a:rPr>
                                <m:t>𝑘</m:t>
                              </m:r>
                            </m:sup>
                          </m:sSup>
                          <m:sSup>
                            <m:sSupPr>
                              <m:ctrlPr>
                                <a:rPr lang="pt-BR" altLang="zh-CN" sz="2000" i="1" smtClean="0">
                                  <a:latin typeface="Cambria Math" panose="02040503050406030204" pitchFamily="18" charset="0"/>
                                  <a:cs typeface="+mn-ea"/>
                                  <a:sym typeface="+mn-lt"/>
                                </a:rPr>
                              </m:ctrlPr>
                            </m:sSupPr>
                            <m:e>
                              <m:r>
                                <a:rPr lang="pt-BR" altLang="zh-CN" sz="2000" i="1" smtClean="0">
                                  <a:latin typeface="Cambria Math" panose="02040503050406030204" pitchFamily="18" charset="0"/>
                                  <a:cs typeface="+mn-ea"/>
                                  <a:sym typeface="+mn-lt"/>
                                </a:rPr>
                                <m:t>𝑎</m:t>
                              </m:r>
                            </m:e>
                            <m:sup>
                              <m:r>
                                <a:rPr lang="pt-BR" altLang="zh-CN" sz="2000" i="1" smtClean="0">
                                  <a:latin typeface="Cambria Math" panose="02040503050406030204" pitchFamily="18" charset="0"/>
                                  <a:cs typeface="+mn-ea"/>
                                  <a:sym typeface="+mn-lt"/>
                                </a:rPr>
                                <m:t>𝑛</m:t>
                              </m:r>
                              <m:r>
                                <a:rPr lang="pt-BR" altLang="zh-CN" sz="2000" i="1" smtClean="0">
                                  <a:latin typeface="Cambria Math" panose="02040503050406030204" pitchFamily="18" charset="0"/>
                                  <a:cs typeface="+mn-ea"/>
                                  <a:sym typeface="+mn-lt"/>
                                </a:rPr>
                                <m:t>−</m:t>
                              </m:r>
                              <m:r>
                                <a:rPr lang="pt-BR" altLang="zh-CN" sz="2000" i="1" smtClean="0">
                                  <a:latin typeface="Cambria Math" panose="02040503050406030204" pitchFamily="18" charset="0"/>
                                  <a:cs typeface="+mn-ea"/>
                                  <a:sym typeface="+mn-lt"/>
                                </a:rPr>
                                <m:t>𝑘</m:t>
                              </m:r>
                            </m:sup>
                          </m:sSup>
                        </m:e>
                      </m:nary>
                    </m:oMath>
                  </m:oMathPara>
                </a14:m>
                <a:endParaRPr lang="zh-CN" altLang="en-US" sz="2000" dirty="0">
                  <a:cs typeface="+mn-ea"/>
                  <a:sym typeface="+mn-lt"/>
                </a:endParaRPr>
              </a:p>
            </p:txBody>
          </p:sp>
        </mc:Choice>
        <mc:Fallback>
          <p:sp>
            <p:nvSpPr>
              <p:cNvPr id="14" name="文本框 13"/>
              <p:cNvSpPr txBox="1">
                <a:spLocks noRot="1" noChangeAspect="1" noMove="1" noResize="1" noEditPoints="1" noAdjustHandles="1" noChangeArrowheads="1" noChangeShapeType="1" noTextEdit="1"/>
              </p:cNvSpPr>
              <p:nvPr/>
            </p:nvSpPr>
            <p:spPr>
              <a:xfrm>
                <a:off x="1927086" y="3695858"/>
                <a:ext cx="3029227" cy="840551"/>
              </a:xfrm>
              <a:prstGeom prst="rect">
                <a:avLst/>
              </a:prstGeom>
              <a:blipFill rotWithShape="1">
                <a:blip r:embed="rId4"/>
                <a:stretch>
                  <a:fillRect l="-16" t="-19" r="-1190" b="7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文本框 15"/>
              <p:cNvSpPr txBox="1"/>
              <p:nvPr/>
            </p:nvSpPr>
            <p:spPr>
              <a:xfrm>
                <a:off x="7322244" y="4270660"/>
                <a:ext cx="1336904" cy="28321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p>
                        <m:sSupPr>
                          <m:ctrlPr>
                            <a:rPr lang="pt-BR" altLang="zh-CN" i="1" smtClean="0">
                              <a:latin typeface="Cambria Math" panose="02040503050406030204" pitchFamily="18" charset="0"/>
                              <a:cs typeface="+mn-ea"/>
                              <a:sym typeface="+mn-lt"/>
                            </a:rPr>
                          </m:ctrlPr>
                        </m:sSupPr>
                        <m:e>
                          <m:r>
                            <a:rPr lang="pt-BR" altLang="zh-CN" i="1" smtClean="0">
                              <a:latin typeface="Cambria Math" panose="02040503050406030204" pitchFamily="18" charset="0"/>
                              <a:cs typeface="+mn-ea"/>
                              <a:sym typeface="+mn-lt"/>
                            </a:rPr>
                            <m:t>𝑎</m:t>
                          </m:r>
                        </m:e>
                        <m:sup>
                          <m:r>
                            <a:rPr lang="pt-BR" altLang="zh-CN" i="1" smtClean="0">
                              <a:latin typeface="Cambria Math" panose="02040503050406030204" pitchFamily="18" charset="0"/>
                              <a:cs typeface="+mn-ea"/>
                              <a:sym typeface="+mn-lt"/>
                            </a:rPr>
                            <m:t>2</m:t>
                          </m:r>
                        </m:sup>
                      </m:sSup>
                      <m:r>
                        <a:rPr lang="pt-BR" altLang="zh-CN" i="1" smtClean="0">
                          <a:latin typeface="Cambria Math" panose="02040503050406030204" pitchFamily="18" charset="0"/>
                          <a:cs typeface="+mn-ea"/>
                          <a:sym typeface="+mn-lt"/>
                        </a:rPr>
                        <m:t>+</m:t>
                      </m:r>
                      <m:sSup>
                        <m:sSupPr>
                          <m:ctrlPr>
                            <a:rPr lang="pt-BR" altLang="zh-CN" i="1" smtClean="0">
                              <a:latin typeface="Cambria Math" panose="02040503050406030204" pitchFamily="18" charset="0"/>
                              <a:cs typeface="+mn-ea"/>
                              <a:sym typeface="+mn-lt"/>
                            </a:rPr>
                          </m:ctrlPr>
                        </m:sSupPr>
                        <m:e>
                          <m:r>
                            <a:rPr lang="pt-BR" altLang="zh-CN" i="1" smtClean="0">
                              <a:latin typeface="Cambria Math" panose="02040503050406030204" pitchFamily="18" charset="0"/>
                              <a:cs typeface="+mn-ea"/>
                              <a:sym typeface="+mn-lt"/>
                            </a:rPr>
                            <m:t>𝑏</m:t>
                          </m:r>
                        </m:e>
                        <m:sup>
                          <m:r>
                            <a:rPr lang="pt-BR" altLang="zh-CN" i="1" smtClean="0">
                              <a:latin typeface="Cambria Math" panose="02040503050406030204" pitchFamily="18" charset="0"/>
                              <a:cs typeface="+mn-ea"/>
                              <a:sym typeface="+mn-lt"/>
                            </a:rPr>
                            <m:t>2</m:t>
                          </m:r>
                        </m:sup>
                      </m:sSup>
                      <m:r>
                        <a:rPr lang="pt-BR" altLang="zh-CN" i="1" smtClean="0">
                          <a:latin typeface="Cambria Math" panose="02040503050406030204" pitchFamily="18" charset="0"/>
                          <a:cs typeface="+mn-ea"/>
                          <a:sym typeface="+mn-lt"/>
                        </a:rPr>
                        <m:t>=</m:t>
                      </m:r>
                      <m:sSup>
                        <m:sSupPr>
                          <m:ctrlPr>
                            <a:rPr lang="pt-BR" altLang="zh-CN" i="1" smtClean="0">
                              <a:latin typeface="Cambria Math" panose="02040503050406030204" pitchFamily="18" charset="0"/>
                              <a:cs typeface="+mn-ea"/>
                              <a:sym typeface="+mn-lt"/>
                            </a:rPr>
                          </m:ctrlPr>
                        </m:sSupPr>
                        <m:e>
                          <m:r>
                            <a:rPr lang="pt-BR" altLang="zh-CN" i="1" smtClean="0">
                              <a:latin typeface="Cambria Math" panose="02040503050406030204" pitchFamily="18" charset="0"/>
                              <a:cs typeface="+mn-ea"/>
                              <a:sym typeface="+mn-lt"/>
                            </a:rPr>
                            <m:t>𝑐</m:t>
                          </m:r>
                        </m:e>
                        <m:sup>
                          <m:r>
                            <a:rPr lang="pt-BR" altLang="zh-CN" i="1" smtClean="0">
                              <a:latin typeface="Cambria Math" panose="02040503050406030204" pitchFamily="18" charset="0"/>
                              <a:cs typeface="+mn-ea"/>
                              <a:sym typeface="+mn-lt"/>
                            </a:rPr>
                            <m:t>2</m:t>
                          </m:r>
                        </m:sup>
                      </m:sSup>
                    </m:oMath>
                  </m:oMathPara>
                </a14:m>
                <a:endParaRPr lang="zh-CN" altLang="en-US" dirty="0">
                  <a:cs typeface="+mn-ea"/>
                  <a:sym typeface="+mn-lt"/>
                </a:endParaRPr>
              </a:p>
            </p:txBody>
          </p:sp>
        </mc:Choice>
        <mc:Fallback>
          <p:sp>
            <p:nvSpPr>
              <p:cNvPr id="16" name="文本框 15"/>
              <p:cNvSpPr txBox="1">
                <a:spLocks noRot="1" noChangeAspect="1" noMove="1" noResize="1" noEditPoints="1" noAdjustHandles="1" noChangeArrowheads="1" noChangeShapeType="1" noTextEdit="1"/>
              </p:cNvSpPr>
              <p:nvPr/>
            </p:nvSpPr>
            <p:spPr>
              <a:xfrm>
                <a:off x="7322244" y="4270660"/>
                <a:ext cx="1336904" cy="283219"/>
              </a:xfrm>
              <a:prstGeom prst="rect">
                <a:avLst/>
              </a:prstGeom>
              <a:blipFill rotWithShape="1">
                <a:blip r:embed="rId5"/>
                <a:stretch>
                  <a:fillRect l="-4" t="-101" r="-4966" b="-793"/>
                </a:stretch>
              </a:blipFill>
            </p:spPr>
            <p:txBody>
              <a:bodyPr/>
              <a:lstStyle/>
              <a:p>
                <a:r>
                  <a:rPr lang="zh-CN"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8746825" y="6356349"/>
            <a:ext cx="2743200" cy="365125"/>
          </a:xfrm>
        </p:spPr>
        <p:txBody>
          <a:bodyPr/>
          <a:lstStyle/>
          <a:p>
            <a:fld id="{2515AB8F-1C56-49E9-90C8-78D22B0C1B97}" type="slidenum">
              <a:rPr lang="zh-CN" altLang="en-US" smtClean="0">
                <a:latin typeface="Helvetica" pitchFamily="2" charset="0"/>
              </a:rPr>
            </a:fld>
            <a:endParaRPr lang="zh-CN" altLang="en-US" dirty="0">
              <a:latin typeface="Helvetica" pitchFamily="2" charset="0"/>
            </a:endParaRPr>
          </a:p>
        </p:txBody>
      </p:sp>
      <p:sp>
        <p:nvSpPr>
          <p:cNvPr id="3" name="标题 2"/>
          <p:cNvSpPr>
            <a:spLocks noGrp="1"/>
          </p:cNvSpPr>
          <p:nvPr>
            <p:ph type="title"/>
          </p:nvPr>
        </p:nvSpPr>
        <p:spPr/>
        <p:txBody>
          <a:bodyPr/>
          <a:lstStyle/>
          <a:p>
            <a:r>
              <a:rPr lang="zh-CN" altLang="en-US" dirty="0">
                <a:cs typeface="+mn-ea"/>
                <a:sym typeface="+mn-lt"/>
              </a:rPr>
              <a:t>技术原理</a:t>
            </a:r>
            <a:endParaRPr lang="zh-CN" altLang="en-US" dirty="0">
              <a:cs typeface="+mn-ea"/>
              <a:sym typeface="+mn-lt"/>
            </a:endParaRPr>
          </a:p>
        </p:txBody>
      </p:sp>
      <p:sp>
        <p:nvSpPr>
          <p:cNvPr id="4" name="文本框 3"/>
          <p:cNvSpPr txBox="1"/>
          <p:nvPr/>
        </p:nvSpPr>
        <p:spPr>
          <a:xfrm>
            <a:off x="1091255" y="1675928"/>
            <a:ext cx="10247305" cy="1005788"/>
          </a:xfrm>
          <a:prstGeom prst="rect">
            <a:avLst/>
          </a:prstGeom>
          <a:noFill/>
        </p:spPr>
        <p:txBody>
          <a:bodyPr wrap="square" rtlCol="0">
            <a:spAutoFit/>
          </a:bodyPr>
          <a:lstStyle/>
          <a:p>
            <a:pPr algn="just">
              <a:lnSpc>
                <a:spcPct val="130000"/>
              </a:lnSpc>
            </a:pPr>
            <a:r>
              <a:rPr lang="zh-CN" altLang="en-US" sz="2400" dirty="0">
                <a:cs typeface="+mn-ea"/>
                <a:sym typeface="+mn-lt"/>
              </a:rPr>
              <a:t>对于同一页面多个格式不统一的公式，可以分别给他们框框装起来，请输入你的相关介绍。</a:t>
            </a:r>
            <a:endParaRPr lang="en-US" altLang="zh-CN" sz="2400" dirty="0">
              <a:cs typeface="+mn-ea"/>
              <a:sym typeface="+mn-lt"/>
            </a:endParaRPr>
          </a:p>
        </p:txBody>
      </p:sp>
      <p:pic>
        <p:nvPicPr>
          <p:cNvPr id="5" name="图片 4"/>
          <p:cNvPicPr>
            <a:picLocks noChangeAspect="1"/>
          </p:cNvPicPr>
          <p:nvPr/>
        </p:nvPicPr>
        <p:blipFill>
          <a:blip r:embed="rId1"/>
          <a:stretch>
            <a:fillRect/>
          </a:stretch>
        </p:blipFill>
        <p:spPr>
          <a:xfrm>
            <a:off x="2599799" y="1182991"/>
            <a:ext cx="2575560" cy="404499"/>
          </a:xfrm>
          <a:prstGeom prst="rect">
            <a:avLst/>
          </a:prstGeom>
        </p:spPr>
      </p:pic>
      <p:pic>
        <p:nvPicPr>
          <p:cNvPr id="6" name="图片 5"/>
          <p:cNvPicPr>
            <a:picLocks noChangeAspect="1"/>
          </p:cNvPicPr>
          <p:nvPr/>
        </p:nvPicPr>
        <p:blipFill>
          <a:blip r:embed="rId2"/>
          <a:stretch>
            <a:fillRect/>
          </a:stretch>
        </p:blipFill>
        <p:spPr>
          <a:xfrm>
            <a:off x="4046220" y="2657973"/>
            <a:ext cx="4099560" cy="512445"/>
          </a:xfrm>
          <a:prstGeom prst="rect">
            <a:avLst/>
          </a:prstGeom>
        </p:spPr>
      </p:pic>
      <p:sp>
        <p:nvSpPr>
          <p:cNvPr id="7" name="文本框 6"/>
          <p:cNvSpPr txBox="1"/>
          <p:nvPr/>
        </p:nvSpPr>
        <p:spPr>
          <a:xfrm>
            <a:off x="9332793" y="2679723"/>
            <a:ext cx="1056700" cy="461665"/>
          </a:xfrm>
          <a:prstGeom prst="rect">
            <a:avLst/>
          </a:prstGeom>
          <a:noFill/>
        </p:spPr>
        <p:txBody>
          <a:bodyPr wrap="none" rtlCol="0">
            <a:spAutoFit/>
          </a:bodyPr>
          <a:lstStyle/>
          <a:p>
            <a:r>
              <a:rPr kumimoji="1" lang="zh-CN" altLang="en-US" sz="2400" b="1" dirty="0">
                <a:solidFill>
                  <a:srgbClr val="EAB905"/>
                </a:solidFill>
                <a:latin typeface="Helvetica" pitchFamily="2" charset="0"/>
                <a:cs typeface="Arial" panose="020B0604020202020204" pitchFamily="34" charset="0"/>
              </a:rPr>
              <a:t>公式 </a:t>
            </a:r>
            <a:r>
              <a:rPr kumimoji="1" lang="en-US" altLang="zh-CN" sz="2400" b="1" dirty="0">
                <a:solidFill>
                  <a:srgbClr val="EAB905"/>
                </a:solidFill>
                <a:latin typeface="Helvetica" pitchFamily="2" charset="0"/>
                <a:cs typeface="Arial" panose="020B0604020202020204" pitchFamily="34" charset="0"/>
              </a:rPr>
              <a:t>6</a:t>
            </a:r>
            <a:endParaRPr kumimoji="1" lang="zh-CN" altLang="en-US" sz="2400" b="1" dirty="0">
              <a:solidFill>
                <a:srgbClr val="EAB905"/>
              </a:solidFill>
              <a:latin typeface="Helvetica" pitchFamily="2" charset="0"/>
              <a:cs typeface="Arial" panose="020B0604020202020204" pitchFamily="34" charset="0"/>
            </a:endParaRPr>
          </a:p>
        </p:txBody>
      </p:sp>
      <p:sp>
        <p:nvSpPr>
          <p:cNvPr id="8" name="文本框 7"/>
          <p:cNvSpPr txBox="1"/>
          <p:nvPr/>
        </p:nvSpPr>
        <p:spPr>
          <a:xfrm>
            <a:off x="1091255" y="3413760"/>
            <a:ext cx="4185761" cy="461665"/>
          </a:xfrm>
          <a:prstGeom prst="rect">
            <a:avLst/>
          </a:prstGeom>
          <a:noFill/>
        </p:spPr>
        <p:txBody>
          <a:bodyPr wrap="none" rtlCol="0">
            <a:spAutoFit/>
          </a:bodyPr>
          <a:lstStyle/>
          <a:p>
            <a:r>
              <a:rPr lang="zh-CN" altLang="en-US" sz="2400" dirty="0">
                <a:cs typeface="+mn-ea"/>
                <a:sym typeface="+mn-lt"/>
              </a:rPr>
              <a:t>请输入你的相关介绍介绍介绍</a:t>
            </a:r>
            <a:endParaRPr kumimoji="1" lang="en-US" altLang="zh-CN" sz="2400" dirty="0">
              <a:latin typeface="Helvetica" pitchFamily="2" charset="0"/>
              <a:cs typeface="Arial" panose="020B0604020202020204" pitchFamily="34" charset="0"/>
            </a:endParaRPr>
          </a:p>
        </p:txBody>
      </p:sp>
      <p:pic>
        <p:nvPicPr>
          <p:cNvPr id="9" name="图片 8"/>
          <p:cNvPicPr>
            <a:picLocks noChangeAspect="1"/>
          </p:cNvPicPr>
          <p:nvPr/>
        </p:nvPicPr>
        <p:blipFill>
          <a:blip r:embed="rId3"/>
          <a:stretch>
            <a:fillRect/>
          </a:stretch>
        </p:blipFill>
        <p:spPr>
          <a:xfrm>
            <a:off x="5175359" y="3486315"/>
            <a:ext cx="1372957" cy="450665"/>
          </a:xfrm>
          <a:prstGeom prst="rect">
            <a:avLst/>
          </a:prstGeom>
        </p:spPr>
      </p:pic>
      <p:sp>
        <p:nvSpPr>
          <p:cNvPr id="10" name="文本框 9"/>
          <p:cNvSpPr txBox="1"/>
          <p:nvPr/>
        </p:nvSpPr>
        <p:spPr>
          <a:xfrm>
            <a:off x="6548316" y="3413760"/>
            <a:ext cx="1723549" cy="461665"/>
          </a:xfrm>
          <a:prstGeom prst="rect">
            <a:avLst/>
          </a:prstGeom>
          <a:noFill/>
        </p:spPr>
        <p:txBody>
          <a:bodyPr wrap="none" rtlCol="0">
            <a:spAutoFit/>
          </a:bodyPr>
          <a:lstStyle/>
          <a:p>
            <a:r>
              <a:rPr lang="zh-CN" altLang="en-US" sz="2400" dirty="0">
                <a:latin typeface="Helvetica" pitchFamily="2" charset="0"/>
                <a:cs typeface="Arial" panose="020B0604020202020204" pitchFamily="34" charset="0"/>
              </a:rPr>
              <a:t>被定义为：</a:t>
            </a:r>
            <a:endParaRPr lang="en-US" altLang="zh-CN" sz="2400" dirty="0">
              <a:latin typeface="Helvetica" pitchFamily="2" charset="0"/>
              <a:cs typeface="Arial" panose="020B0604020202020204" pitchFamily="34" charset="0"/>
            </a:endParaRPr>
          </a:p>
        </p:txBody>
      </p:sp>
      <p:pic>
        <p:nvPicPr>
          <p:cNvPr id="11" name="图片 10"/>
          <p:cNvPicPr>
            <a:picLocks noChangeAspect="1"/>
          </p:cNvPicPr>
          <p:nvPr/>
        </p:nvPicPr>
        <p:blipFill>
          <a:blip r:embed="rId4"/>
          <a:stretch>
            <a:fillRect/>
          </a:stretch>
        </p:blipFill>
        <p:spPr>
          <a:xfrm>
            <a:off x="3387090" y="3945615"/>
            <a:ext cx="5417820" cy="791032"/>
          </a:xfrm>
          <a:prstGeom prst="rect">
            <a:avLst/>
          </a:prstGeom>
        </p:spPr>
      </p:pic>
      <p:sp>
        <p:nvSpPr>
          <p:cNvPr id="12" name="文本框 11"/>
          <p:cNvSpPr txBox="1"/>
          <p:nvPr/>
        </p:nvSpPr>
        <p:spPr>
          <a:xfrm>
            <a:off x="9332793" y="4104805"/>
            <a:ext cx="1056700" cy="461665"/>
          </a:xfrm>
          <a:prstGeom prst="rect">
            <a:avLst/>
          </a:prstGeom>
          <a:noFill/>
        </p:spPr>
        <p:txBody>
          <a:bodyPr wrap="none" rtlCol="0">
            <a:spAutoFit/>
          </a:bodyPr>
          <a:lstStyle/>
          <a:p>
            <a:r>
              <a:rPr kumimoji="1" lang="zh-CN" altLang="en-US" sz="2400" b="1" dirty="0">
                <a:solidFill>
                  <a:srgbClr val="EAB905"/>
                </a:solidFill>
                <a:latin typeface="Helvetica" pitchFamily="2" charset="0"/>
                <a:cs typeface="Arial" panose="020B0604020202020204" pitchFamily="34" charset="0"/>
              </a:rPr>
              <a:t>公式 </a:t>
            </a:r>
            <a:r>
              <a:rPr kumimoji="1" lang="en-US" altLang="zh-CN" sz="2400" b="1" dirty="0">
                <a:solidFill>
                  <a:srgbClr val="EAB905"/>
                </a:solidFill>
                <a:latin typeface="Helvetica" pitchFamily="2" charset="0"/>
                <a:cs typeface="Arial" panose="020B0604020202020204" pitchFamily="34" charset="0"/>
              </a:rPr>
              <a:t>7</a:t>
            </a:r>
            <a:endParaRPr kumimoji="1" lang="zh-CN" altLang="en-US" sz="2400" b="1" dirty="0">
              <a:solidFill>
                <a:srgbClr val="EAB905"/>
              </a:solidFill>
              <a:latin typeface="Helvetica" pitchFamily="2" charset="0"/>
              <a:cs typeface="Arial" panose="020B0604020202020204" pitchFamily="34" charset="0"/>
            </a:endParaRPr>
          </a:p>
        </p:txBody>
      </p:sp>
      <p:pic>
        <p:nvPicPr>
          <p:cNvPr id="13" name="图片 12"/>
          <p:cNvPicPr>
            <a:picLocks noChangeAspect="1"/>
          </p:cNvPicPr>
          <p:nvPr/>
        </p:nvPicPr>
        <p:blipFill>
          <a:blip r:embed="rId5"/>
          <a:stretch>
            <a:fillRect/>
          </a:stretch>
        </p:blipFill>
        <p:spPr>
          <a:xfrm>
            <a:off x="1091255" y="4736647"/>
            <a:ext cx="596900" cy="673100"/>
          </a:xfrm>
          <a:prstGeom prst="rect">
            <a:avLst/>
          </a:prstGeom>
        </p:spPr>
      </p:pic>
      <mc:AlternateContent xmlns:mc="http://schemas.openxmlformats.org/markup-compatibility/2006">
        <mc:Choice xmlns:a14="http://schemas.microsoft.com/office/drawing/2010/main" Requires="a14">
          <p:sp>
            <p:nvSpPr>
              <p:cNvPr id="14" name="文本框 13"/>
              <p:cNvSpPr txBox="1"/>
              <p:nvPr/>
            </p:nvSpPr>
            <p:spPr>
              <a:xfrm>
                <a:off x="1730853" y="4865685"/>
                <a:ext cx="2416752" cy="461665"/>
              </a:xfrm>
              <a:prstGeom prst="rect">
                <a:avLst/>
              </a:prstGeom>
              <a:noFill/>
            </p:spPr>
            <p:txBody>
              <a:bodyPr wrap="none" rtlCol="0">
                <a:spAutoFit/>
              </a:bodyPr>
              <a:lstStyle/>
              <a:p>
                <a14:m>
                  <m:oMath xmlns:m="http://schemas.openxmlformats.org/officeDocument/2006/math">
                    <m:r>
                      <a:rPr lang="en-US" altLang="zh-CN" sz="2400" smtClean="0">
                        <a:latin typeface="Cambria Math" panose="02040503050406030204" pitchFamily="18" charset="0"/>
                        <a:cs typeface="Arial" panose="020B0604020202020204" pitchFamily="34" charset="0"/>
                      </a:rPr>
                      <m:t>𝑓</m:t>
                    </m:r>
                    <m:r>
                      <a:rPr lang="en-US" altLang="zh-CN" sz="2400" smtClean="0">
                        <a:latin typeface="Cambria Math" panose="02040503050406030204" pitchFamily="18" charset="0"/>
                        <a:cs typeface="Arial" panose="020B0604020202020204" pitchFamily="34" charset="0"/>
                      </a:rPr>
                      <m:t>(</m:t>
                    </m:r>
                    <m:r>
                      <a:rPr lang="en-US" altLang="zh-CN" sz="2400" smtClean="0">
                        <a:latin typeface="Cambria Math" panose="02040503050406030204" pitchFamily="18" charset="0"/>
                        <a:cs typeface="Arial" panose="020B0604020202020204" pitchFamily="34" charset="0"/>
                      </a:rPr>
                      <m:t>𝑥</m:t>
                    </m:r>
                    <m:r>
                      <a:rPr lang="en-US" altLang="zh-CN" sz="2400" smtClean="0">
                        <a:latin typeface="Cambria Math" panose="02040503050406030204" pitchFamily="18" charset="0"/>
                        <a:cs typeface="Arial" panose="020B0604020202020204" pitchFamily="34" charset="0"/>
                      </a:rPr>
                      <m:t>)</m:t>
                    </m:r>
                  </m:oMath>
                </a14:m>
                <a:r>
                  <a:rPr lang="zh-CN" altLang="en-US" sz="2400" dirty="0">
                    <a:latin typeface="Helvetica" pitchFamily="2" charset="0"/>
                    <a:cs typeface="Arial" panose="020B0604020202020204" pitchFamily="34" charset="0"/>
                  </a:rPr>
                  <a:t> 的符号方差</a:t>
                </a:r>
                <a:endParaRPr lang="en-US" altLang="zh-CN" sz="2400" dirty="0">
                  <a:latin typeface="Helvetica" pitchFamily="2" charset="0"/>
                  <a:cs typeface="Arial" panose="020B0604020202020204" pitchFamily="34" charset="0"/>
                </a:endParaRPr>
              </a:p>
            </p:txBody>
          </p:sp>
        </mc:Choice>
        <mc:Fallback>
          <p:sp>
            <p:nvSpPr>
              <p:cNvPr id="14" name="文本框 13"/>
              <p:cNvSpPr txBox="1">
                <a:spLocks noRot="1" noChangeAspect="1" noMove="1" noResize="1" noEditPoints="1" noAdjustHandles="1" noChangeArrowheads="1" noChangeShapeType="1" noTextEdit="1"/>
              </p:cNvSpPr>
              <p:nvPr/>
            </p:nvSpPr>
            <p:spPr>
              <a:xfrm>
                <a:off x="1730853" y="4865685"/>
                <a:ext cx="2416752" cy="461665"/>
              </a:xfrm>
              <a:prstGeom prst="rect">
                <a:avLst/>
              </a:prstGeom>
              <a:blipFill rotWithShape="1">
                <a:blip r:embed="rId6"/>
                <a:stretch>
                  <a:fillRect l="-20" t="-68" r="17" b="73"/>
                </a:stretch>
              </a:blipFill>
            </p:spPr>
            <p:txBody>
              <a:bodyPr/>
              <a:lstStyle/>
              <a:p>
                <a:r>
                  <a:rPr lang="zh-CN" altLang="en-US">
                    <a:noFill/>
                  </a:rPr>
                  <a:t> </a:t>
                </a:r>
              </a:p>
            </p:txBody>
          </p:sp>
        </mc:Fallback>
      </mc:AlternateContent>
      <p:pic>
        <p:nvPicPr>
          <p:cNvPr id="15" name="图片 14"/>
          <p:cNvPicPr>
            <a:picLocks noChangeAspect="1"/>
          </p:cNvPicPr>
          <p:nvPr/>
        </p:nvPicPr>
        <p:blipFill>
          <a:blip r:embed="rId7"/>
          <a:stretch>
            <a:fillRect/>
          </a:stretch>
        </p:blipFill>
        <p:spPr>
          <a:xfrm>
            <a:off x="1121735" y="5542674"/>
            <a:ext cx="474655" cy="474655"/>
          </a:xfrm>
          <a:prstGeom prst="rect">
            <a:avLst/>
          </a:prstGeom>
        </p:spPr>
      </p:pic>
      <p:sp>
        <p:nvSpPr>
          <p:cNvPr id="16" name="文本框 15"/>
          <p:cNvSpPr txBox="1"/>
          <p:nvPr/>
        </p:nvSpPr>
        <p:spPr>
          <a:xfrm>
            <a:off x="1730853" y="5547793"/>
            <a:ext cx="2954655" cy="461665"/>
          </a:xfrm>
          <a:prstGeom prst="rect">
            <a:avLst/>
          </a:prstGeom>
          <a:noFill/>
        </p:spPr>
        <p:txBody>
          <a:bodyPr wrap="none" rtlCol="0">
            <a:spAutoFit/>
          </a:bodyPr>
          <a:lstStyle/>
          <a:p>
            <a:r>
              <a:rPr lang="zh-CN" altLang="en-US" sz="2400" dirty="0">
                <a:cs typeface="+mn-ea"/>
                <a:sym typeface="+mn-lt"/>
              </a:rPr>
              <a:t>请输入你的相关介绍</a:t>
            </a:r>
            <a:endParaRPr lang="en-US" altLang="zh-CN" sz="2400" dirty="0">
              <a:latin typeface="Helvetica" pitchFamily="2" charset="0"/>
              <a:cs typeface="Arial" panose="020B0604020202020204" pitchFamily="34" charset="0"/>
            </a:endParaRPr>
          </a:p>
        </p:txBody>
      </p:sp>
      <p:sp>
        <p:nvSpPr>
          <p:cNvPr id="17" name="矩形 16"/>
          <p:cNvSpPr/>
          <p:nvPr/>
        </p:nvSpPr>
        <p:spPr>
          <a:xfrm>
            <a:off x="944880" y="1096638"/>
            <a:ext cx="10993120" cy="2123856"/>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Helvetica" pitchFamily="2" charset="0"/>
            </a:endParaRPr>
          </a:p>
        </p:txBody>
      </p:sp>
      <p:sp>
        <p:nvSpPr>
          <p:cNvPr id="18" name="矩形 17"/>
          <p:cNvSpPr/>
          <p:nvPr/>
        </p:nvSpPr>
        <p:spPr>
          <a:xfrm>
            <a:off x="944880" y="3368012"/>
            <a:ext cx="10993120" cy="2778787"/>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Helvetica" pitchFamily="2"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8746825" y="6356349"/>
            <a:ext cx="2743200" cy="365125"/>
          </a:xfrm>
        </p:spPr>
        <p:txBody>
          <a:bodyPr/>
          <a:lstStyle/>
          <a:p>
            <a:fld id="{2515AB8F-1C56-49E9-90C8-78D22B0C1B97}" type="slidenum">
              <a:rPr lang="zh-CN" altLang="en-US" smtClean="0">
                <a:latin typeface="Helvetica" pitchFamily="2" charset="0"/>
              </a:rPr>
            </a:fld>
            <a:endParaRPr lang="zh-CN" altLang="en-US" dirty="0">
              <a:latin typeface="Helvetica" pitchFamily="2" charset="0"/>
            </a:endParaRPr>
          </a:p>
        </p:txBody>
      </p:sp>
      <p:sp>
        <p:nvSpPr>
          <p:cNvPr id="3" name="标题 2"/>
          <p:cNvSpPr>
            <a:spLocks noGrp="1"/>
          </p:cNvSpPr>
          <p:nvPr>
            <p:ph type="title"/>
          </p:nvPr>
        </p:nvSpPr>
        <p:spPr/>
        <p:txBody>
          <a:bodyPr/>
          <a:lstStyle/>
          <a:p>
            <a:r>
              <a:rPr lang="zh-CN" altLang="en-US" dirty="0">
                <a:cs typeface="+mn-ea"/>
                <a:sym typeface="+mn-lt"/>
              </a:rPr>
              <a:t>版本管理工具</a:t>
            </a:r>
            <a:endParaRPr lang="en-US" altLang="zh-CN" dirty="0">
              <a:cs typeface="+mn-ea"/>
              <a:sym typeface="+mn-lt"/>
            </a:endParaRPr>
          </a:p>
        </p:txBody>
      </p:sp>
      <p:pic>
        <p:nvPicPr>
          <p:cNvPr id="103" name="图片 102"/>
          <p:cNvPicPr/>
          <p:nvPr/>
        </p:nvPicPr>
        <p:blipFill>
          <a:blip r:embed="rId1"/>
          <a:stretch>
            <a:fillRect/>
          </a:stretch>
        </p:blipFill>
        <p:spPr>
          <a:xfrm>
            <a:off x="1549400" y="2309495"/>
            <a:ext cx="8167370" cy="3610610"/>
          </a:xfrm>
          <a:prstGeom prst="rect">
            <a:avLst/>
          </a:prstGeom>
          <a:noFill/>
          <a:ln w="9525">
            <a:noFill/>
          </a:ln>
        </p:spPr>
      </p:pic>
      <p:pic>
        <p:nvPicPr>
          <p:cNvPr id="105" name="图片 104"/>
          <p:cNvPicPr/>
          <p:nvPr/>
        </p:nvPicPr>
        <p:blipFill>
          <a:blip r:embed="rId2"/>
          <a:stretch>
            <a:fillRect/>
          </a:stretch>
        </p:blipFill>
        <p:spPr>
          <a:xfrm>
            <a:off x="1353185" y="1119505"/>
            <a:ext cx="2129790" cy="753110"/>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8746825" y="6356349"/>
            <a:ext cx="2743200" cy="365125"/>
          </a:xfrm>
        </p:spPr>
        <p:txBody>
          <a:bodyPr/>
          <a:lstStyle/>
          <a:p>
            <a:fld id="{2515AB8F-1C56-49E9-90C8-78D22B0C1B97}" type="slidenum">
              <a:rPr lang="zh-CN" altLang="en-US" smtClean="0">
                <a:latin typeface="Helvetica" pitchFamily="2" charset="0"/>
              </a:rPr>
            </a:fld>
            <a:endParaRPr lang="zh-CN" altLang="en-US" dirty="0">
              <a:latin typeface="Helvetica" pitchFamily="2" charset="0"/>
            </a:endParaRPr>
          </a:p>
        </p:txBody>
      </p:sp>
      <p:sp>
        <p:nvSpPr>
          <p:cNvPr id="3" name="标题 2"/>
          <p:cNvSpPr>
            <a:spLocks noGrp="1"/>
          </p:cNvSpPr>
          <p:nvPr>
            <p:ph type="title"/>
          </p:nvPr>
        </p:nvSpPr>
        <p:spPr/>
        <p:txBody>
          <a:bodyPr/>
          <a:lstStyle/>
          <a:p>
            <a:r>
              <a:rPr lang="zh-CN" altLang="en-US" dirty="0">
                <a:cs typeface="+mn-ea"/>
                <a:sym typeface="+mn-lt"/>
              </a:rPr>
              <a:t>版本管理工具</a:t>
            </a:r>
            <a:endParaRPr lang="en-US" altLang="zh-CN" dirty="0">
              <a:cs typeface="+mn-ea"/>
              <a:sym typeface="+mn-lt"/>
            </a:endParaRPr>
          </a:p>
        </p:txBody>
      </p:sp>
      <p:sp>
        <p:nvSpPr>
          <p:cNvPr id="9" name="矩形 8"/>
          <p:cNvSpPr/>
          <p:nvPr>
            <p:custDataLst>
              <p:tags r:id="rId1"/>
            </p:custDataLst>
          </p:nvPr>
        </p:nvSpPr>
        <p:spPr>
          <a:xfrm>
            <a:off x="7903845" y="1028700"/>
            <a:ext cx="3599815" cy="5057775"/>
          </a:xfrm>
          <a:prstGeom prst="rect">
            <a:avLst/>
          </a:prstGeom>
          <a:noFill/>
          <a:ln>
            <a:solidFill>
              <a:schemeClr val="accent1"/>
            </a:solidFill>
          </a:ln>
          <a:effectLst>
            <a:outerShdw blurRad="127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iṥ1íďe"/>
          <p:cNvSpPr/>
          <p:nvPr>
            <p:custDataLst>
              <p:tags r:id="rId2"/>
            </p:custDataLst>
          </p:nvPr>
        </p:nvSpPr>
        <p:spPr>
          <a:xfrm flipH="1">
            <a:off x="1333737" y="1727224"/>
            <a:ext cx="2289573" cy="560065"/>
          </a:xfrm>
          <a:prstGeom prst="rect">
            <a:avLst/>
          </a:prstGeom>
          <a:scene3d>
            <a:camera prst="perspectiveLeft">
              <a:rot lat="0" lon="0" rev="0"/>
            </a:camera>
            <a:lightRig rig="threePt" dir="t"/>
          </a:scene3d>
        </p:spPr>
        <p:txBody>
          <a:bodyPr wrap="square" lIns="91440" tIns="45720" rIns="91440" bIns="45720" anchor="ctr">
            <a:normAutofit fontScale="9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30000"/>
              </a:lnSpc>
            </a:pPr>
            <a:r>
              <a:rPr lang="zh-CN" altLang="en-US" sz="2400" b="1" dirty="0">
                <a:cs typeface="+mn-ea"/>
                <a:sym typeface="+mn-lt"/>
              </a:rPr>
              <a:t>前端</a:t>
            </a:r>
            <a:r>
              <a:rPr lang="zh-CN" altLang="en-US" sz="2400" b="1" dirty="0">
                <a:cs typeface="+mn-ea"/>
                <a:sym typeface="+mn-lt"/>
              </a:rPr>
              <a:t>代码仓</a:t>
            </a:r>
            <a:endParaRPr lang="zh-CN" altLang="en-US" sz="2400" b="1" dirty="0">
              <a:cs typeface="+mn-ea"/>
              <a:sym typeface="+mn-lt"/>
            </a:endParaRPr>
          </a:p>
        </p:txBody>
      </p:sp>
      <p:sp>
        <p:nvSpPr>
          <p:cNvPr id="22" name="light-bulb_62830"/>
          <p:cNvSpPr>
            <a:spLocks noChangeAspect="1"/>
          </p:cNvSpPr>
          <p:nvPr>
            <p:custDataLst>
              <p:tags r:id="rId3"/>
            </p:custDataLst>
          </p:nvPr>
        </p:nvSpPr>
        <p:spPr bwMode="auto">
          <a:xfrm>
            <a:off x="5846397" y="1225501"/>
            <a:ext cx="504163" cy="504000"/>
          </a:xfrm>
          <a:custGeom>
            <a:avLst/>
            <a:gdLst>
              <a:gd name="connsiteX0" fmla="*/ 291327 w 608430"/>
              <a:gd name="connsiteY0" fmla="*/ 232337 h 608239"/>
              <a:gd name="connsiteX1" fmla="*/ 296219 w 608430"/>
              <a:gd name="connsiteY1" fmla="*/ 235039 h 608239"/>
              <a:gd name="connsiteX2" fmla="*/ 304232 w 608430"/>
              <a:gd name="connsiteY2" fmla="*/ 238780 h 608239"/>
              <a:gd name="connsiteX3" fmla="*/ 312246 w 608430"/>
              <a:gd name="connsiteY3" fmla="*/ 235039 h 608239"/>
              <a:gd name="connsiteX4" fmla="*/ 317241 w 608430"/>
              <a:gd name="connsiteY4" fmla="*/ 232337 h 608239"/>
              <a:gd name="connsiteX5" fmla="*/ 323173 w 608430"/>
              <a:gd name="connsiteY5" fmla="*/ 235454 h 608239"/>
              <a:gd name="connsiteX6" fmla="*/ 325359 w 608430"/>
              <a:gd name="connsiteY6" fmla="*/ 242936 h 608239"/>
              <a:gd name="connsiteX7" fmla="*/ 304232 w 608430"/>
              <a:gd name="connsiteY7" fmla="*/ 363165 h 608239"/>
              <a:gd name="connsiteX8" fmla="*/ 283106 w 608430"/>
              <a:gd name="connsiteY8" fmla="*/ 243040 h 608239"/>
              <a:gd name="connsiteX9" fmla="*/ 285499 w 608430"/>
              <a:gd name="connsiteY9" fmla="*/ 235454 h 608239"/>
              <a:gd name="connsiteX10" fmla="*/ 291327 w 608430"/>
              <a:gd name="connsiteY10" fmla="*/ 232337 h 608239"/>
              <a:gd name="connsiteX11" fmla="*/ 304233 w 608430"/>
              <a:gd name="connsiteY11" fmla="*/ 124019 h 608239"/>
              <a:gd name="connsiteX12" fmla="*/ 408192 w 608430"/>
              <a:gd name="connsiteY12" fmla="*/ 220890 h 608239"/>
              <a:gd name="connsiteX13" fmla="*/ 375724 w 608430"/>
              <a:gd name="connsiteY13" fmla="*/ 308406 h 608239"/>
              <a:gd name="connsiteX14" fmla="*/ 338366 w 608430"/>
              <a:gd name="connsiteY14" fmla="*/ 389063 h 608239"/>
              <a:gd name="connsiteX15" fmla="*/ 320779 w 608430"/>
              <a:gd name="connsiteY15" fmla="*/ 389063 h 608239"/>
              <a:gd name="connsiteX16" fmla="*/ 345858 w 608430"/>
              <a:gd name="connsiteY16" fmla="*/ 246459 h 608239"/>
              <a:gd name="connsiteX17" fmla="*/ 345962 w 608430"/>
              <a:gd name="connsiteY17" fmla="*/ 246147 h 608239"/>
              <a:gd name="connsiteX18" fmla="*/ 338990 w 608430"/>
              <a:gd name="connsiteY18" fmla="*/ 221825 h 608239"/>
              <a:gd name="connsiteX19" fmla="*/ 317241 w 608430"/>
              <a:gd name="connsiteY19" fmla="*/ 211535 h 608239"/>
              <a:gd name="connsiteX20" fmla="*/ 304233 w 608430"/>
              <a:gd name="connsiteY20" fmla="*/ 214965 h 608239"/>
              <a:gd name="connsiteX21" fmla="*/ 291329 w 608430"/>
              <a:gd name="connsiteY21" fmla="*/ 211535 h 608239"/>
              <a:gd name="connsiteX22" fmla="*/ 269788 w 608430"/>
              <a:gd name="connsiteY22" fmla="*/ 221929 h 608239"/>
              <a:gd name="connsiteX23" fmla="*/ 262503 w 608430"/>
              <a:gd name="connsiteY23" fmla="*/ 246147 h 608239"/>
              <a:gd name="connsiteX24" fmla="*/ 262607 w 608430"/>
              <a:gd name="connsiteY24" fmla="*/ 246459 h 608239"/>
              <a:gd name="connsiteX25" fmla="*/ 287687 w 608430"/>
              <a:gd name="connsiteY25" fmla="*/ 389063 h 608239"/>
              <a:gd name="connsiteX26" fmla="*/ 270204 w 608430"/>
              <a:gd name="connsiteY26" fmla="*/ 389063 h 608239"/>
              <a:gd name="connsiteX27" fmla="*/ 232845 w 608430"/>
              <a:gd name="connsiteY27" fmla="*/ 308303 h 608239"/>
              <a:gd name="connsiteX28" fmla="*/ 200377 w 608430"/>
              <a:gd name="connsiteY28" fmla="*/ 220890 h 608239"/>
              <a:gd name="connsiteX29" fmla="*/ 304233 w 608430"/>
              <a:gd name="connsiteY29" fmla="*/ 124019 h 608239"/>
              <a:gd name="connsiteX30" fmla="*/ 304195 w 608430"/>
              <a:gd name="connsiteY30" fmla="*/ 89961 h 608239"/>
              <a:gd name="connsiteX31" fmla="*/ 166184 w 608430"/>
              <a:gd name="connsiteY31" fmla="*/ 220907 h 608239"/>
              <a:gd name="connsiteX32" fmla="*/ 204590 w 608430"/>
              <a:gd name="connsiteY32" fmla="*/ 327535 h 608239"/>
              <a:gd name="connsiteX33" fmla="*/ 237688 w 608430"/>
              <a:gd name="connsiteY33" fmla="*/ 406623 h 608239"/>
              <a:gd name="connsiteX34" fmla="*/ 251114 w 608430"/>
              <a:gd name="connsiteY34" fmla="*/ 422731 h 608239"/>
              <a:gd name="connsiteX35" fmla="*/ 239041 w 608430"/>
              <a:gd name="connsiteY35" fmla="*/ 438944 h 608239"/>
              <a:gd name="connsiteX36" fmla="*/ 248720 w 608430"/>
              <a:gd name="connsiteY36" fmla="*/ 454325 h 608239"/>
              <a:gd name="connsiteX37" fmla="*/ 239041 w 608430"/>
              <a:gd name="connsiteY37" fmla="*/ 469602 h 608239"/>
              <a:gd name="connsiteX38" fmla="*/ 256110 w 608430"/>
              <a:gd name="connsiteY38" fmla="*/ 486646 h 608239"/>
              <a:gd name="connsiteX39" fmla="*/ 266518 w 608430"/>
              <a:gd name="connsiteY39" fmla="*/ 486646 h 608239"/>
              <a:gd name="connsiteX40" fmla="*/ 304195 w 608430"/>
              <a:gd name="connsiteY40" fmla="*/ 518135 h 608239"/>
              <a:gd name="connsiteX41" fmla="*/ 341977 w 608430"/>
              <a:gd name="connsiteY41" fmla="*/ 486646 h 608239"/>
              <a:gd name="connsiteX42" fmla="*/ 352385 w 608430"/>
              <a:gd name="connsiteY42" fmla="*/ 486646 h 608239"/>
              <a:gd name="connsiteX43" fmla="*/ 369454 w 608430"/>
              <a:gd name="connsiteY43" fmla="*/ 469602 h 608239"/>
              <a:gd name="connsiteX44" fmla="*/ 359774 w 608430"/>
              <a:gd name="connsiteY44" fmla="*/ 454325 h 608239"/>
              <a:gd name="connsiteX45" fmla="*/ 369454 w 608430"/>
              <a:gd name="connsiteY45" fmla="*/ 438944 h 608239"/>
              <a:gd name="connsiteX46" fmla="*/ 357485 w 608430"/>
              <a:gd name="connsiteY46" fmla="*/ 422731 h 608239"/>
              <a:gd name="connsiteX47" fmla="*/ 370911 w 608430"/>
              <a:gd name="connsiteY47" fmla="*/ 406623 h 608239"/>
              <a:gd name="connsiteX48" fmla="*/ 403905 w 608430"/>
              <a:gd name="connsiteY48" fmla="*/ 327535 h 608239"/>
              <a:gd name="connsiteX49" fmla="*/ 442206 w 608430"/>
              <a:gd name="connsiteY49" fmla="*/ 220907 h 608239"/>
              <a:gd name="connsiteX50" fmla="*/ 304195 w 608430"/>
              <a:gd name="connsiteY50" fmla="*/ 89961 h 608239"/>
              <a:gd name="connsiteX51" fmla="*/ 341872 w 608430"/>
              <a:gd name="connsiteY51" fmla="*/ 65 h 608239"/>
              <a:gd name="connsiteX52" fmla="*/ 347077 w 608430"/>
              <a:gd name="connsiteY52" fmla="*/ 3598 h 608239"/>
              <a:gd name="connsiteX53" fmla="*/ 401719 w 608430"/>
              <a:gd name="connsiteY53" fmla="*/ 46416 h 608239"/>
              <a:gd name="connsiteX54" fmla="*/ 443351 w 608430"/>
              <a:gd name="connsiteY54" fmla="*/ 34776 h 608239"/>
              <a:gd name="connsiteX55" fmla="*/ 449700 w 608430"/>
              <a:gd name="connsiteY55" fmla="*/ 34984 h 608239"/>
              <a:gd name="connsiteX56" fmla="*/ 453239 w 608430"/>
              <a:gd name="connsiteY56" fmla="*/ 40284 h 608239"/>
              <a:gd name="connsiteX57" fmla="*/ 515479 w 608430"/>
              <a:gd name="connsiteY57" fmla="*/ 103471 h 608239"/>
              <a:gd name="connsiteX58" fmla="*/ 529946 w 608430"/>
              <a:gd name="connsiteY58" fmla="*/ 102744 h 608239"/>
              <a:gd name="connsiteX59" fmla="*/ 535879 w 608430"/>
              <a:gd name="connsiteY59" fmla="*/ 105134 h 608239"/>
              <a:gd name="connsiteX60" fmla="*/ 537336 w 608430"/>
              <a:gd name="connsiteY60" fmla="*/ 111369 h 608239"/>
              <a:gd name="connsiteX61" fmla="*/ 539314 w 608430"/>
              <a:gd name="connsiteY61" fmla="*/ 167905 h 608239"/>
              <a:gd name="connsiteX62" fmla="*/ 587191 w 608430"/>
              <a:gd name="connsiteY62" fmla="*/ 198251 h 608239"/>
              <a:gd name="connsiteX63" fmla="*/ 591770 w 608430"/>
              <a:gd name="connsiteY63" fmla="*/ 202616 h 608239"/>
              <a:gd name="connsiteX64" fmla="*/ 590938 w 608430"/>
              <a:gd name="connsiteY64" fmla="*/ 208852 h 608239"/>
              <a:gd name="connsiteX65" fmla="*/ 605821 w 608430"/>
              <a:gd name="connsiteY65" fmla="*/ 310076 h 608239"/>
              <a:gd name="connsiteX66" fmla="*/ 608423 w 608430"/>
              <a:gd name="connsiteY66" fmla="*/ 315896 h 608239"/>
              <a:gd name="connsiteX67" fmla="*/ 605301 w 608430"/>
              <a:gd name="connsiteY67" fmla="*/ 321300 h 608239"/>
              <a:gd name="connsiteX68" fmla="*/ 582403 w 608430"/>
              <a:gd name="connsiteY68" fmla="*/ 420029 h 608239"/>
              <a:gd name="connsiteX69" fmla="*/ 582715 w 608430"/>
              <a:gd name="connsiteY69" fmla="*/ 426369 h 608239"/>
              <a:gd name="connsiteX70" fmla="*/ 577719 w 608430"/>
              <a:gd name="connsiteY70" fmla="*/ 430318 h 608239"/>
              <a:gd name="connsiteX71" fmla="*/ 527865 w 608430"/>
              <a:gd name="connsiteY71" fmla="*/ 456507 h 608239"/>
              <a:gd name="connsiteX72" fmla="*/ 521412 w 608430"/>
              <a:gd name="connsiteY72" fmla="*/ 511796 h 608239"/>
              <a:gd name="connsiteX73" fmla="*/ 521620 w 608430"/>
              <a:gd name="connsiteY73" fmla="*/ 513666 h 608239"/>
              <a:gd name="connsiteX74" fmla="*/ 514751 w 608430"/>
              <a:gd name="connsiteY74" fmla="*/ 520526 h 608239"/>
              <a:gd name="connsiteX75" fmla="*/ 513502 w 608430"/>
              <a:gd name="connsiteY75" fmla="*/ 520422 h 608239"/>
              <a:gd name="connsiteX76" fmla="*/ 490396 w 608430"/>
              <a:gd name="connsiteY76" fmla="*/ 518239 h 608239"/>
              <a:gd name="connsiteX77" fmla="*/ 432110 w 608430"/>
              <a:gd name="connsiteY77" fmla="*/ 576749 h 608239"/>
              <a:gd name="connsiteX78" fmla="*/ 428155 w 608430"/>
              <a:gd name="connsiteY78" fmla="*/ 581738 h 608239"/>
              <a:gd name="connsiteX79" fmla="*/ 421806 w 608430"/>
              <a:gd name="connsiteY79" fmla="*/ 581426 h 608239"/>
              <a:gd name="connsiteX80" fmla="*/ 377052 w 608430"/>
              <a:gd name="connsiteY80" fmla="*/ 566461 h 608239"/>
              <a:gd name="connsiteX81" fmla="*/ 323242 w 608430"/>
              <a:gd name="connsiteY81" fmla="*/ 605017 h 608239"/>
              <a:gd name="connsiteX82" fmla="*/ 321889 w 608430"/>
              <a:gd name="connsiteY82" fmla="*/ 606576 h 608239"/>
              <a:gd name="connsiteX83" fmla="*/ 320120 w 608430"/>
              <a:gd name="connsiteY83" fmla="*/ 607615 h 608239"/>
              <a:gd name="connsiteX84" fmla="*/ 320016 w 608430"/>
              <a:gd name="connsiteY84" fmla="*/ 607719 h 608239"/>
              <a:gd name="connsiteX85" fmla="*/ 319703 w 608430"/>
              <a:gd name="connsiteY85" fmla="*/ 607823 h 608239"/>
              <a:gd name="connsiteX86" fmla="*/ 317830 w 608430"/>
              <a:gd name="connsiteY86" fmla="*/ 608135 h 608239"/>
              <a:gd name="connsiteX87" fmla="*/ 317414 w 608430"/>
              <a:gd name="connsiteY87" fmla="*/ 608239 h 608239"/>
              <a:gd name="connsiteX88" fmla="*/ 315852 w 608430"/>
              <a:gd name="connsiteY88" fmla="*/ 608031 h 608239"/>
              <a:gd name="connsiteX89" fmla="*/ 315124 w 608430"/>
              <a:gd name="connsiteY89" fmla="*/ 607823 h 608239"/>
              <a:gd name="connsiteX90" fmla="*/ 313771 w 608430"/>
              <a:gd name="connsiteY90" fmla="*/ 607096 h 608239"/>
              <a:gd name="connsiteX91" fmla="*/ 313667 w 608430"/>
              <a:gd name="connsiteY91" fmla="*/ 607096 h 608239"/>
              <a:gd name="connsiteX92" fmla="*/ 311897 w 608430"/>
              <a:gd name="connsiteY92" fmla="*/ 605537 h 608239"/>
              <a:gd name="connsiteX93" fmla="*/ 261210 w 608430"/>
              <a:gd name="connsiteY93" fmla="*/ 572488 h 608239"/>
              <a:gd name="connsiteX94" fmla="*/ 214374 w 608430"/>
              <a:gd name="connsiteY94" fmla="*/ 592546 h 608239"/>
              <a:gd name="connsiteX95" fmla="*/ 208025 w 608430"/>
              <a:gd name="connsiteY95" fmla="*/ 593585 h 608239"/>
              <a:gd name="connsiteX96" fmla="*/ 203549 w 608430"/>
              <a:gd name="connsiteY96" fmla="*/ 589117 h 608239"/>
              <a:gd name="connsiteX97" fmla="*/ 146825 w 608430"/>
              <a:gd name="connsiteY97" fmla="*/ 536114 h 608239"/>
              <a:gd name="connsiteX98" fmla="*/ 115497 w 608430"/>
              <a:gd name="connsiteY98" fmla="*/ 540999 h 608239"/>
              <a:gd name="connsiteX99" fmla="*/ 109252 w 608430"/>
              <a:gd name="connsiteY99" fmla="*/ 539752 h 608239"/>
              <a:gd name="connsiteX100" fmla="*/ 106754 w 608430"/>
              <a:gd name="connsiteY100" fmla="*/ 533828 h 608239"/>
              <a:gd name="connsiteX101" fmla="*/ 94889 w 608430"/>
              <a:gd name="connsiteY101" fmla="*/ 479163 h 608239"/>
              <a:gd name="connsiteX102" fmla="*/ 42745 w 608430"/>
              <a:gd name="connsiteY102" fmla="*/ 458586 h 608239"/>
              <a:gd name="connsiteX103" fmla="*/ 37332 w 608430"/>
              <a:gd name="connsiteY103" fmla="*/ 455260 h 608239"/>
              <a:gd name="connsiteX104" fmla="*/ 37020 w 608430"/>
              <a:gd name="connsiteY104" fmla="*/ 448817 h 608239"/>
              <a:gd name="connsiteX105" fmla="*/ 45243 w 608430"/>
              <a:gd name="connsiteY105" fmla="*/ 392489 h 608239"/>
              <a:gd name="connsiteX106" fmla="*/ 3818 w 608430"/>
              <a:gd name="connsiteY106" fmla="*/ 353309 h 608239"/>
              <a:gd name="connsiteX107" fmla="*/ 71 w 608430"/>
              <a:gd name="connsiteY107" fmla="*/ 348113 h 608239"/>
              <a:gd name="connsiteX108" fmla="*/ 2153 w 608430"/>
              <a:gd name="connsiteY108" fmla="*/ 342189 h 608239"/>
              <a:gd name="connsiteX109" fmla="*/ 30359 w 608430"/>
              <a:gd name="connsiteY109" fmla="*/ 292304 h 608239"/>
              <a:gd name="connsiteX110" fmla="*/ 6108 w 608430"/>
              <a:gd name="connsiteY110" fmla="*/ 240341 h 608239"/>
              <a:gd name="connsiteX111" fmla="*/ 4547 w 608430"/>
              <a:gd name="connsiteY111" fmla="*/ 234210 h 608239"/>
              <a:gd name="connsiteX112" fmla="*/ 8710 w 608430"/>
              <a:gd name="connsiteY112" fmla="*/ 229325 h 608239"/>
              <a:gd name="connsiteX113" fmla="*/ 52944 w 608430"/>
              <a:gd name="connsiteY113" fmla="*/ 193887 h 608239"/>
              <a:gd name="connsiteX114" fmla="*/ 48989 w 608430"/>
              <a:gd name="connsiteY114" fmla="*/ 137351 h 608239"/>
              <a:gd name="connsiteX115" fmla="*/ 49822 w 608430"/>
              <a:gd name="connsiteY115" fmla="*/ 131011 h 608239"/>
              <a:gd name="connsiteX116" fmla="*/ 55442 w 608430"/>
              <a:gd name="connsiteY116" fmla="*/ 127998 h 608239"/>
              <a:gd name="connsiteX117" fmla="*/ 124656 w 608430"/>
              <a:gd name="connsiteY117" fmla="*/ 58159 h 608239"/>
              <a:gd name="connsiteX118" fmla="*/ 127674 w 608430"/>
              <a:gd name="connsiteY118" fmla="*/ 52443 h 608239"/>
              <a:gd name="connsiteX119" fmla="*/ 133919 w 608430"/>
              <a:gd name="connsiteY119" fmla="*/ 51612 h 608239"/>
              <a:gd name="connsiteX120" fmla="*/ 170139 w 608430"/>
              <a:gd name="connsiteY120" fmla="*/ 58991 h 608239"/>
              <a:gd name="connsiteX121" fmla="*/ 225614 w 608430"/>
              <a:gd name="connsiteY121" fmla="*/ 10250 h 608239"/>
              <a:gd name="connsiteX122" fmla="*/ 230402 w 608430"/>
              <a:gd name="connsiteY122" fmla="*/ 6092 h 608239"/>
              <a:gd name="connsiteX123" fmla="*/ 236543 w 608430"/>
              <a:gd name="connsiteY123" fmla="*/ 7651 h 608239"/>
              <a:gd name="connsiteX124" fmla="*/ 285357 w 608430"/>
              <a:gd name="connsiteY124" fmla="*/ 31346 h 608239"/>
              <a:gd name="connsiteX125" fmla="*/ 335836 w 608430"/>
              <a:gd name="connsiteY125" fmla="*/ 2247 h 608239"/>
              <a:gd name="connsiteX126" fmla="*/ 341872 w 608430"/>
              <a:gd name="connsiteY126" fmla="*/ 65 h 608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608430" h="608239">
                <a:moveTo>
                  <a:pt x="291327" y="232337"/>
                </a:moveTo>
                <a:cubicBezTo>
                  <a:pt x="293617" y="232337"/>
                  <a:pt x="295386" y="234000"/>
                  <a:pt x="296219" y="235039"/>
                </a:cubicBezTo>
                <a:cubicBezTo>
                  <a:pt x="298196" y="237429"/>
                  <a:pt x="301110" y="238780"/>
                  <a:pt x="304232" y="238780"/>
                </a:cubicBezTo>
                <a:cubicBezTo>
                  <a:pt x="307354" y="238780"/>
                  <a:pt x="310268" y="237429"/>
                  <a:pt x="312246" y="235039"/>
                </a:cubicBezTo>
                <a:cubicBezTo>
                  <a:pt x="313078" y="234000"/>
                  <a:pt x="314848" y="232337"/>
                  <a:pt x="317241" y="232337"/>
                </a:cubicBezTo>
                <a:cubicBezTo>
                  <a:pt x="319219" y="232337"/>
                  <a:pt x="321508" y="233480"/>
                  <a:pt x="323173" y="235454"/>
                </a:cubicBezTo>
                <a:cubicBezTo>
                  <a:pt x="324214" y="236701"/>
                  <a:pt x="325983" y="239299"/>
                  <a:pt x="325359" y="242936"/>
                </a:cubicBezTo>
                <a:lnTo>
                  <a:pt x="304232" y="363165"/>
                </a:lnTo>
                <a:lnTo>
                  <a:pt x="283106" y="243040"/>
                </a:lnTo>
                <a:cubicBezTo>
                  <a:pt x="282585" y="239299"/>
                  <a:pt x="284667" y="236494"/>
                  <a:pt x="285499" y="235454"/>
                </a:cubicBezTo>
                <a:cubicBezTo>
                  <a:pt x="287164" y="233584"/>
                  <a:pt x="289454" y="232337"/>
                  <a:pt x="291327" y="232337"/>
                </a:cubicBezTo>
                <a:close/>
                <a:moveTo>
                  <a:pt x="304233" y="124019"/>
                </a:moveTo>
                <a:cubicBezTo>
                  <a:pt x="361572" y="124019"/>
                  <a:pt x="408192" y="167465"/>
                  <a:pt x="408192" y="220890"/>
                </a:cubicBezTo>
                <a:cubicBezTo>
                  <a:pt x="408192" y="260802"/>
                  <a:pt x="393103" y="282838"/>
                  <a:pt x="375724" y="308406"/>
                </a:cubicBezTo>
                <a:cubicBezTo>
                  <a:pt x="361260" y="329610"/>
                  <a:pt x="343673" y="355283"/>
                  <a:pt x="338366" y="389063"/>
                </a:cubicBezTo>
                <a:lnTo>
                  <a:pt x="320779" y="389063"/>
                </a:lnTo>
                <a:lnTo>
                  <a:pt x="345858" y="246459"/>
                </a:lnTo>
                <a:cubicBezTo>
                  <a:pt x="345962" y="246355"/>
                  <a:pt x="345962" y="246251"/>
                  <a:pt x="345962" y="246147"/>
                </a:cubicBezTo>
                <a:cubicBezTo>
                  <a:pt x="347315" y="237416"/>
                  <a:pt x="344713" y="228581"/>
                  <a:pt x="338990" y="221825"/>
                </a:cubicBezTo>
                <a:cubicBezTo>
                  <a:pt x="333371" y="215381"/>
                  <a:pt x="325254" y="211535"/>
                  <a:pt x="317241" y="211535"/>
                </a:cubicBezTo>
                <a:cubicBezTo>
                  <a:pt x="312662" y="211535"/>
                  <a:pt x="308187" y="212783"/>
                  <a:pt x="304233" y="214965"/>
                </a:cubicBezTo>
                <a:cubicBezTo>
                  <a:pt x="300278" y="212783"/>
                  <a:pt x="295804" y="211535"/>
                  <a:pt x="291329" y="211535"/>
                </a:cubicBezTo>
                <a:cubicBezTo>
                  <a:pt x="283316" y="211535"/>
                  <a:pt x="275511" y="215277"/>
                  <a:pt x="269788" y="221929"/>
                </a:cubicBezTo>
                <a:cubicBezTo>
                  <a:pt x="263856" y="228685"/>
                  <a:pt x="261254" y="237520"/>
                  <a:pt x="262503" y="246147"/>
                </a:cubicBezTo>
                <a:cubicBezTo>
                  <a:pt x="262607" y="246251"/>
                  <a:pt x="262607" y="246355"/>
                  <a:pt x="262607" y="246459"/>
                </a:cubicBezTo>
                <a:lnTo>
                  <a:pt x="287687" y="389063"/>
                </a:lnTo>
                <a:lnTo>
                  <a:pt x="270204" y="389063"/>
                </a:lnTo>
                <a:cubicBezTo>
                  <a:pt x="264897" y="355283"/>
                  <a:pt x="247310" y="329506"/>
                  <a:pt x="232845" y="308303"/>
                </a:cubicBezTo>
                <a:cubicBezTo>
                  <a:pt x="215362" y="282838"/>
                  <a:pt x="200377" y="260802"/>
                  <a:pt x="200377" y="220890"/>
                </a:cubicBezTo>
                <a:cubicBezTo>
                  <a:pt x="200377" y="167465"/>
                  <a:pt x="246998" y="124019"/>
                  <a:pt x="304233" y="124019"/>
                </a:cubicBezTo>
                <a:close/>
                <a:moveTo>
                  <a:pt x="304195" y="89961"/>
                </a:moveTo>
                <a:cubicBezTo>
                  <a:pt x="228112" y="89961"/>
                  <a:pt x="166184" y="148783"/>
                  <a:pt x="166184" y="220907"/>
                </a:cubicBezTo>
                <a:cubicBezTo>
                  <a:pt x="166184" y="271311"/>
                  <a:pt x="185751" y="299891"/>
                  <a:pt x="204590" y="327535"/>
                </a:cubicBezTo>
                <a:cubicBezTo>
                  <a:pt x="220410" y="350503"/>
                  <a:pt x="236647" y="374406"/>
                  <a:pt x="237688" y="406623"/>
                </a:cubicBezTo>
                <a:cubicBezTo>
                  <a:pt x="237896" y="414521"/>
                  <a:pt x="243620" y="421068"/>
                  <a:pt x="251114" y="422731"/>
                </a:cubicBezTo>
                <a:cubicBezTo>
                  <a:pt x="244141" y="424810"/>
                  <a:pt x="239041" y="431357"/>
                  <a:pt x="239041" y="438944"/>
                </a:cubicBezTo>
                <a:cubicBezTo>
                  <a:pt x="239041" y="445699"/>
                  <a:pt x="242996" y="451519"/>
                  <a:pt x="248720" y="454325"/>
                </a:cubicBezTo>
                <a:cubicBezTo>
                  <a:pt x="242996" y="457027"/>
                  <a:pt x="239041" y="462847"/>
                  <a:pt x="239041" y="469602"/>
                </a:cubicBezTo>
                <a:cubicBezTo>
                  <a:pt x="239041" y="479059"/>
                  <a:pt x="246639" y="486646"/>
                  <a:pt x="256110" y="486646"/>
                </a:cubicBezTo>
                <a:lnTo>
                  <a:pt x="266518" y="486646"/>
                </a:lnTo>
                <a:cubicBezTo>
                  <a:pt x="269745" y="504521"/>
                  <a:pt x="285357" y="518135"/>
                  <a:pt x="304195" y="518135"/>
                </a:cubicBezTo>
                <a:cubicBezTo>
                  <a:pt x="323034" y="518135"/>
                  <a:pt x="338750" y="504521"/>
                  <a:pt x="341977" y="486646"/>
                </a:cubicBezTo>
                <a:lnTo>
                  <a:pt x="352385" y="486646"/>
                </a:lnTo>
                <a:cubicBezTo>
                  <a:pt x="361752" y="486646"/>
                  <a:pt x="369454" y="479059"/>
                  <a:pt x="369454" y="469602"/>
                </a:cubicBezTo>
                <a:cubicBezTo>
                  <a:pt x="369454" y="462847"/>
                  <a:pt x="365499" y="457027"/>
                  <a:pt x="359774" y="454325"/>
                </a:cubicBezTo>
                <a:cubicBezTo>
                  <a:pt x="365499" y="451519"/>
                  <a:pt x="369454" y="445699"/>
                  <a:pt x="369454" y="438944"/>
                </a:cubicBezTo>
                <a:cubicBezTo>
                  <a:pt x="369454" y="431357"/>
                  <a:pt x="364354" y="424914"/>
                  <a:pt x="357485" y="422731"/>
                </a:cubicBezTo>
                <a:cubicBezTo>
                  <a:pt x="364978" y="421172"/>
                  <a:pt x="370599" y="414625"/>
                  <a:pt x="370911" y="406623"/>
                </a:cubicBezTo>
                <a:cubicBezTo>
                  <a:pt x="371848" y="374406"/>
                  <a:pt x="388084" y="350607"/>
                  <a:pt x="403905" y="327535"/>
                </a:cubicBezTo>
                <a:cubicBezTo>
                  <a:pt x="422743" y="299891"/>
                  <a:pt x="442206" y="271311"/>
                  <a:pt x="442206" y="220907"/>
                </a:cubicBezTo>
                <a:cubicBezTo>
                  <a:pt x="442206" y="148783"/>
                  <a:pt x="380278" y="89961"/>
                  <a:pt x="304195" y="89961"/>
                </a:cubicBezTo>
                <a:close/>
                <a:moveTo>
                  <a:pt x="341872" y="65"/>
                </a:moveTo>
                <a:cubicBezTo>
                  <a:pt x="344058" y="273"/>
                  <a:pt x="346036" y="1624"/>
                  <a:pt x="347077" y="3598"/>
                </a:cubicBezTo>
                <a:cubicBezTo>
                  <a:pt x="363001" y="33217"/>
                  <a:pt x="379862" y="46416"/>
                  <a:pt x="401719" y="46416"/>
                </a:cubicBezTo>
                <a:cubicBezTo>
                  <a:pt x="413480" y="46416"/>
                  <a:pt x="427115" y="42674"/>
                  <a:pt x="443351" y="34776"/>
                </a:cubicBezTo>
                <a:cubicBezTo>
                  <a:pt x="445329" y="33841"/>
                  <a:pt x="447723" y="33945"/>
                  <a:pt x="449700" y="34984"/>
                </a:cubicBezTo>
                <a:cubicBezTo>
                  <a:pt x="451678" y="36127"/>
                  <a:pt x="453031" y="38102"/>
                  <a:pt x="453239" y="40284"/>
                </a:cubicBezTo>
                <a:cubicBezTo>
                  <a:pt x="458131" y="85180"/>
                  <a:pt x="476241" y="103471"/>
                  <a:pt x="515479" y="103471"/>
                </a:cubicBezTo>
                <a:cubicBezTo>
                  <a:pt x="519955" y="103471"/>
                  <a:pt x="524846" y="103263"/>
                  <a:pt x="529946" y="102744"/>
                </a:cubicBezTo>
                <a:cubicBezTo>
                  <a:pt x="532132" y="102536"/>
                  <a:pt x="534422" y="103471"/>
                  <a:pt x="535879" y="105134"/>
                </a:cubicBezTo>
                <a:cubicBezTo>
                  <a:pt x="537336" y="106901"/>
                  <a:pt x="537856" y="109187"/>
                  <a:pt x="537336" y="111369"/>
                </a:cubicBezTo>
                <a:cubicBezTo>
                  <a:pt x="530883" y="136416"/>
                  <a:pt x="531508" y="154291"/>
                  <a:pt x="539314" y="167905"/>
                </a:cubicBezTo>
                <a:cubicBezTo>
                  <a:pt x="547120" y="181415"/>
                  <a:pt x="562315" y="190977"/>
                  <a:pt x="587191" y="198251"/>
                </a:cubicBezTo>
                <a:cubicBezTo>
                  <a:pt x="589272" y="198875"/>
                  <a:pt x="591042" y="200434"/>
                  <a:pt x="591770" y="202616"/>
                </a:cubicBezTo>
                <a:cubicBezTo>
                  <a:pt x="592499" y="204695"/>
                  <a:pt x="592187" y="206981"/>
                  <a:pt x="590938" y="208852"/>
                </a:cubicBezTo>
                <a:cubicBezTo>
                  <a:pt x="561483" y="251046"/>
                  <a:pt x="565542" y="278482"/>
                  <a:pt x="605821" y="310076"/>
                </a:cubicBezTo>
                <a:cubicBezTo>
                  <a:pt x="607486" y="311531"/>
                  <a:pt x="608527" y="313609"/>
                  <a:pt x="608423" y="315896"/>
                </a:cubicBezTo>
                <a:cubicBezTo>
                  <a:pt x="608319" y="318078"/>
                  <a:pt x="607174" y="320156"/>
                  <a:pt x="605301" y="321300"/>
                </a:cubicBezTo>
                <a:cubicBezTo>
                  <a:pt x="563044" y="349048"/>
                  <a:pt x="556591" y="376692"/>
                  <a:pt x="582403" y="420029"/>
                </a:cubicBezTo>
                <a:cubicBezTo>
                  <a:pt x="583548" y="421900"/>
                  <a:pt x="583652" y="424290"/>
                  <a:pt x="582715" y="426369"/>
                </a:cubicBezTo>
                <a:cubicBezTo>
                  <a:pt x="581778" y="428343"/>
                  <a:pt x="580009" y="429902"/>
                  <a:pt x="577719" y="430318"/>
                </a:cubicBezTo>
                <a:cubicBezTo>
                  <a:pt x="552428" y="435410"/>
                  <a:pt x="536607" y="443724"/>
                  <a:pt x="527865" y="456507"/>
                </a:cubicBezTo>
                <a:cubicBezTo>
                  <a:pt x="519122" y="469186"/>
                  <a:pt x="517144" y="486750"/>
                  <a:pt x="521412" y="511796"/>
                </a:cubicBezTo>
                <a:cubicBezTo>
                  <a:pt x="521620" y="512419"/>
                  <a:pt x="521620" y="513043"/>
                  <a:pt x="521620" y="513666"/>
                </a:cubicBezTo>
                <a:cubicBezTo>
                  <a:pt x="521620" y="517512"/>
                  <a:pt x="518602" y="520526"/>
                  <a:pt x="514751" y="520526"/>
                </a:cubicBezTo>
                <a:cubicBezTo>
                  <a:pt x="514334" y="520526"/>
                  <a:pt x="513918" y="520526"/>
                  <a:pt x="513502" y="520422"/>
                </a:cubicBezTo>
                <a:cubicBezTo>
                  <a:pt x="505071" y="518967"/>
                  <a:pt x="497265" y="518239"/>
                  <a:pt x="490396" y="518239"/>
                </a:cubicBezTo>
                <a:cubicBezTo>
                  <a:pt x="456986" y="518239"/>
                  <a:pt x="440125" y="535179"/>
                  <a:pt x="432110" y="576749"/>
                </a:cubicBezTo>
                <a:cubicBezTo>
                  <a:pt x="431694" y="578932"/>
                  <a:pt x="430237" y="580803"/>
                  <a:pt x="428155" y="581738"/>
                </a:cubicBezTo>
                <a:cubicBezTo>
                  <a:pt x="426178" y="582673"/>
                  <a:pt x="423784" y="582569"/>
                  <a:pt x="421806" y="581426"/>
                </a:cubicBezTo>
                <a:cubicBezTo>
                  <a:pt x="404425" y="571345"/>
                  <a:pt x="389854" y="566461"/>
                  <a:pt x="377052" y="566461"/>
                </a:cubicBezTo>
                <a:cubicBezTo>
                  <a:pt x="357381" y="566461"/>
                  <a:pt x="340311" y="578724"/>
                  <a:pt x="323242" y="605017"/>
                </a:cubicBezTo>
                <a:cubicBezTo>
                  <a:pt x="322826" y="605641"/>
                  <a:pt x="322409" y="606160"/>
                  <a:pt x="321889" y="606576"/>
                </a:cubicBezTo>
                <a:cubicBezTo>
                  <a:pt x="321369" y="606992"/>
                  <a:pt x="320744" y="607408"/>
                  <a:pt x="320120" y="607615"/>
                </a:cubicBezTo>
                <a:cubicBezTo>
                  <a:pt x="320016" y="607719"/>
                  <a:pt x="320016" y="607719"/>
                  <a:pt x="320016" y="607719"/>
                </a:cubicBezTo>
                <a:cubicBezTo>
                  <a:pt x="319911" y="607719"/>
                  <a:pt x="319807" y="607719"/>
                  <a:pt x="319703" y="607823"/>
                </a:cubicBezTo>
                <a:cubicBezTo>
                  <a:pt x="319079" y="608031"/>
                  <a:pt x="318454" y="608135"/>
                  <a:pt x="317830" y="608135"/>
                </a:cubicBezTo>
                <a:cubicBezTo>
                  <a:pt x="317622" y="608239"/>
                  <a:pt x="317518" y="608239"/>
                  <a:pt x="317414" y="608239"/>
                </a:cubicBezTo>
                <a:cubicBezTo>
                  <a:pt x="316893" y="608239"/>
                  <a:pt x="316373" y="608135"/>
                  <a:pt x="315852" y="608031"/>
                </a:cubicBezTo>
                <a:cubicBezTo>
                  <a:pt x="315540" y="607927"/>
                  <a:pt x="315332" y="607927"/>
                  <a:pt x="315124" y="607823"/>
                </a:cubicBezTo>
                <a:cubicBezTo>
                  <a:pt x="314603" y="607615"/>
                  <a:pt x="314187" y="607408"/>
                  <a:pt x="313771" y="607096"/>
                </a:cubicBezTo>
                <a:cubicBezTo>
                  <a:pt x="313771" y="607096"/>
                  <a:pt x="313667" y="607096"/>
                  <a:pt x="313667" y="607096"/>
                </a:cubicBezTo>
                <a:cubicBezTo>
                  <a:pt x="313042" y="606680"/>
                  <a:pt x="312418" y="606160"/>
                  <a:pt x="311897" y="605537"/>
                </a:cubicBezTo>
                <a:cubicBezTo>
                  <a:pt x="294516" y="582985"/>
                  <a:pt x="278383" y="572488"/>
                  <a:pt x="261210" y="572488"/>
                </a:cubicBezTo>
                <a:cubicBezTo>
                  <a:pt x="247575" y="572488"/>
                  <a:pt x="232276" y="579036"/>
                  <a:pt x="214374" y="592546"/>
                </a:cubicBezTo>
                <a:cubicBezTo>
                  <a:pt x="212604" y="593897"/>
                  <a:pt x="210210" y="594313"/>
                  <a:pt x="208025" y="593585"/>
                </a:cubicBezTo>
                <a:cubicBezTo>
                  <a:pt x="205943" y="592962"/>
                  <a:pt x="204278" y="591195"/>
                  <a:pt x="203549" y="589117"/>
                </a:cubicBezTo>
                <a:cubicBezTo>
                  <a:pt x="191996" y="552015"/>
                  <a:pt x="175031" y="536114"/>
                  <a:pt x="146825" y="536114"/>
                </a:cubicBezTo>
                <a:cubicBezTo>
                  <a:pt x="137666" y="536114"/>
                  <a:pt x="127466" y="537777"/>
                  <a:pt x="115497" y="540999"/>
                </a:cubicBezTo>
                <a:cubicBezTo>
                  <a:pt x="113311" y="541622"/>
                  <a:pt x="111022" y="541103"/>
                  <a:pt x="109252" y="539752"/>
                </a:cubicBezTo>
                <a:cubicBezTo>
                  <a:pt x="107483" y="538297"/>
                  <a:pt x="106546" y="536114"/>
                  <a:pt x="106754" y="533828"/>
                </a:cubicBezTo>
                <a:cubicBezTo>
                  <a:pt x="108628" y="508262"/>
                  <a:pt x="104881" y="490803"/>
                  <a:pt x="94889" y="479163"/>
                </a:cubicBezTo>
                <a:cubicBezTo>
                  <a:pt x="85001" y="467419"/>
                  <a:pt x="68348" y="460872"/>
                  <a:pt x="42745" y="458586"/>
                </a:cubicBezTo>
                <a:cubicBezTo>
                  <a:pt x="40455" y="458482"/>
                  <a:pt x="38477" y="457131"/>
                  <a:pt x="37332" y="455260"/>
                </a:cubicBezTo>
                <a:cubicBezTo>
                  <a:pt x="36187" y="453286"/>
                  <a:pt x="36083" y="450895"/>
                  <a:pt x="37020" y="448817"/>
                </a:cubicBezTo>
                <a:cubicBezTo>
                  <a:pt x="47845" y="425226"/>
                  <a:pt x="50447" y="407350"/>
                  <a:pt x="45243" y="392489"/>
                </a:cubicBezTo>
                <a:cubicBezTo>
                  <a:pt x="40038" y="377524"/>
                  <a:pt x="26924" y="365052"/>
                  <a:pt x="3818" y="353309"/>
                </a:cubicBezTo>
                <a:cubicBezTo>
                  <a:pt x="1841" y="352270"/>
                  <a:pt x="384" y="350399"/>
                  <a:pt x="71" y="348113"/>
                </a:cubicBezTo>
                <a:cubicBezTo>
                  <a:pt x="-241" y="345930"/>
                  <a:pt x="488" y="343748"/>
                  <a:pt x="2153" y="342189"/>
                </a:cubicBezTo>
                <a:cubicBezTo>
                  <a:pt x="20784" y="324002"/>
                  <a:pt x="29734" y="308205"/>
                  <a:pt x="30359" y="292304"/>
                </a:cubicBezTo>
                <a:cubicBezTo>
                  <a:pt x="30983" y="276404"/>
                  <a:pt x="23281" y="259879"/>
                  <a:pt x="6108" y="240341"/>
                </a:cubicBezTo>
                <a:cubicBezTo>
                  <a:pt x="4651" y="238679"/>
                  <a:pt x="4027" y="236392"/>
                  <a:pt x="4547" y="234210"/>
                </a:cubicBezTo>
                <a:cubicBezTo>
                  <a:pt x="5067" y="232027"/>
                  <a:pt x="6629" y="230261"/>
                  <a:pt x="8710" y="229325"/>
                </a:cubicBezTo>
                <a:cubicBezTo>
                  <a:pt x="32649" y="219556"/>
                  <a:pt x="46700" y="208228"/>
                  <a:pt x="52944" y="193887"/>
                </a:cubicBezTo>
                <a:cubicBezTo>
                  <a:pt x="59293" y="179545"/>
                  <a:pt x="58044" y="161566"/>
                  <a:pt x="48989" y="137351"/>
                </a:cubicBezTo>
                <a:cubicBezTo>
                  <a:pt x="48261" y="135272"/>
                  <a:pt x="48573" y="132882"/>
                  <a:pt x="49822" y="131011"/>
                </a:cubicBezTo>
                <a:cubicBezTo>
                  <a:pt x="51071" y="129141"/>
                  <a:pt x="53153" y="128101"/>
                  <a:pt x="55442" y="127998"/>
                </a:cubicBezTo>
                <a:cubicBezTo>
                  <a:pt x="105922" y="127478"/>
                  <a:pt x="124656" y="108563"/>
                  <a:pt x="124656" y="58159"/>
                </a:cubicBezTo>
                <a:cubicBezTo>
                  <a:pt x="124656" y="55873"/>
                  <a:pt x="125801" y="53794"/>
                  <a:pt x="127674" y="52443"/>
                </a:cubicBezTo>
                <a:cubicBezTo>
                  <a:pt x="129444" y="51196"/>
                  <a:pt x="131838" y="50885"/>
                  <a:pt x="133919" y="51612"/>
                </a:cubicBezTo>
                <a:cubicBezTo>
                  <a:pt x="147970" y="56600"/>
                  <a:pt x="159731" y="58991"/>
                  <a:pt x="170139" y="58991"/>
                </a:cubicBezTo>
                <a:cubicBezTo>
                  <a:pt x="195015" y="58991"/>
                  <a:pt x="212084" y="44025"/>
                  <a:pt x="225614" y="10250"/>
                </a:cubicBezTo>
                <a:cubicBezTo>
                  <a:pt x="226447" y="8171"/>
                  <a:pt x="228216" y="6612"/>
                  <a:pt x="230402" y="6092"/>
                </a:cubicBezTo>
                <a:cubicBezTo>
                  <a:pt x="232588" y="5573"/>
                  <a:pt x="234878" y="6196"/>
                  <a:pt x="236543" y="7651"/>
                </a:cubicBezTo>
                <a:cubicBezTo>
                  <a:pt x="254861" y="23656"/>
                  <a:pt x="270785" y="31346"/>
                  <a:pt x="285357" y="31346"/>
                </a:cubicBezTo>
                <a:cubicBezTo>
                  <a:pt x="301593" y="31346"/>
                  <a:pt x="317622" y="22097"/>
                  <a:pt x="335836" y="2247"/>
                </a:cubicBezTo>
                <a:cubicBezTo>
                  <a:pt x="337397" y="584"/>
                  <a:pt x="339687" y="-247"/>
                  <a:pt x="341872" y="65"/>
                </a:cubicBezTo>
                <a:close/>
              </a:path>
            </a:pathLst>
          </a:custGeom>
          <a:solidFill>
            <a:srgbClr val="EAB908"/>
          </a:solidFill>
          <a:ln>
            <a:noFill/>
          </a:ln>
          <a:scene3d>
            <a:camera prst="perspectiveRight">
              <a:rot lat="0" lon="21594000" rev="0"/>
            </a:camera>
            <a:lightRig rig="threePt" dir="t"/>
          </a:scene3d>
        </p:spPr>
        <p:txBody>
          <a:bodyPr>
            <a:normAutofit/>
          </a:bodyPr>
          <a:lstStyle/>
          <a:p>
            <a:pPr>
              <a:lnSpc>
                <a:spcPct val="130000"/>
              </a:lnSpc>
            </a:pPr>
            <a:endParaRPr lang="zh-CN" altLang="en-US">
              <a:cs typeface="+mn-ea"/>
              <a:sym typeface="+mn-lt"/>
            </a:endParaRPr>
          </a:p>
        </p:txBody>
      </p:sp>
      <p:sp>
        <p:nvSpPr>
          <p:cNvPr id="26" name="iṥ1íďe"/>
          <p:cNvSpPr/>
          <p:nvPr>
            <p:custDataLst>
              <p:tags r:id="rId4"/>
            </p:custDataLst>
          </p:nvPr>
        </p:nvSpPr>
        <p:spPr>
          <a:xfrm flipH="1">
            <a:off x="4953692" y="1676424"/>
            <a:ext cx="2289573" cy="560065"/>
          </a:xfrm>
          <a:prstGeom prst="rect">
            <a:avLst/>
          </a:prstGeom>
          <a:scene3d>
            <a:camera prst="perspectiveRight">
              <a:rot lat="0" lon="21594000" rev="0"/>
            </a:camera>
            <a:lightRig rig="threePt" dir="t"/>
          </a:scene3d>
        </p:spPr>
        <p:txBody>
          <a:bodyPr wrap="square" lIns="91440" tIns="45720" rIns="91440" bIns="45720" anchor="ctr">
            <a:normAutofit fontScale="9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30000"/>
              </a:lnSpc>
            </a:pPr>
            <a:r>
              <a:rPr lang="zh-CN" altLang="en-US" sz="2400" b="1" dirty="0">
                <a:cs typeface="+mn-ea"/>
                <a:sym typeface="+mn-lt"/>
              </a:rPr>
              <a:t>后端</a:t>
            </a:r>
            <a:r>
              <a:rPr lang="zh-CN" altLang="en-US" sz="2400" b="1" dirty="0">
                <a:cs typeface="+mn-ea"/>
                <a:sym typeface="+mn-lt"/>
              </a:rPr>
              <a:t>代码仓</a:t>
            </a:r>
            <a:endParaRPr lang="zh-CN" altLang="en-US" sz="2400" b="1" dirty="0">
              <a:cs typeface="+mn-ea"/>
              <a:sym typeface="+mn-lt"/>
            </a:endParaRPr>
          </a:p>
        </p:txBody>
      </p:sp>
      <p:sp>
        <p:nvSpPr>
          <p:cNvPr id="20" name="have-an-idea_65779"/>
          <p:cNvSpPr>
            <a:spLocks noChangeAspect="1"/>
          </p:cNvSpPr>
          <p:nvPr>
            <p:custDataLst>
              <p:tags r:id="rId5"/>
            </p:custDataLst>
          </p:nvPr>
        </p:nvSpPr>
        <p:spPr bwMode="auto">
          <a:xfrm>
            <a:off x="9461057" y="1225501"/>
            <a:ext cx="484991" cy="504000"/>
          </a:xfrm>
          <a:custGeom>
            <a:avLst/>
            <a:gdLst>
              <a:gd name="T0" fmla="*/ 295 w 589"/>
              <a:gd name="T1" fmla="*/ 0 h 613"/>
              <a:gd name="T2" fmla="*/ 295 w 589"/>
              <a:gd name="T3" fmla="*/ 0 h 613"/>
              <a:gd name="T4" fmla="*/ 0 w 589"/>
              <a:gd name="T5" fmla="*/ 295 h 613"/>
              <a:gd name="T6" fmla="*/ 139 w 589"/>
              <a:gd name="T7" fmla="*/ 545 h 613"/>
              <a:gd name="T8" fmla="*/ 125 w 589"/>
              <a:gd name="T9" fmla="*/ 571 h 613"/>
              <a:gd name="T10" fmla="*/ 125 w 589"/>
              <a:gd name="T11" fmla="*/ 599 h 613"/>
              <a:gd name="T12" fmla="*/ 149 w 589"/>
              <a:gd name="T13" fmla="*/ 613 h 613"/>
              <a:gd name="T14" fmla="*/ 383 w 589"/>
              <a:gd name="T15" fmla="*/ 613 h 613"/>
              <a:gd name="T16" fmla="*/ 408 w 589"/>
              <a:gd name="T17" fmla="*/ 599 h 613"/>
              <a:gd name="T18" fmla="*/ 432 w 589"/>
              <a:gd name="T19" fmla="*/ 555 h 613"/>
              <a:gd name="T20" fmla="*/ 511 w 589"/>
              <a:gd name="T21" fmla="*/ 494 h 613"/>
              <a:gd name="T22" fmla="*/ 519 w 589"/>
              <a:gd name="T23" fmla="*/ 475 h 613"/>
              <a:gd name="T24" fmla="*/ 519 w 589"/>
              <a:gd name="T25" fmla="*/ 387 h 613"/>
              <a:gd name="T26" fmla="*/ 553 w 589"/>
              <a:gd name="T27" fmla="*/ 387 h 613"/>
              <a:gd name="T28" fmla="*/ 581 w 589"/>
              <a:gd name="T29" fmla="*/ 365 h 613"/>
              <a:gd name="T30" fmla="*/ 589 w 589"/>
              <a:gd name="T31" fmla="*/ 295 h 613"/>
              <a:gd name="T32" fmla="*/ 295 w 589"/>
              <a:gd name="T33" fmla="*/ 0 h 613"/>
              <a:gd name="T34" fmla="*/ 419 w 589"/>
              <a:gd name="T35" fmla="*/ 284 h 613"/>
              <a:gd name="T36" fmla="*/ 380 w 589"/>
              <a:gd name="T37" fmla="*/ 284 h 613"/>
              <a:gd name="T38" fmla="*/ 342 w 589"/>
              <a:gd name="T39" fmla="*/ 349 h 613"/>
              <a:gd name="T40" fmla="*/ 342 w 589"/>
              <a:gd name="T41" fmla="*/ 359 h 613"/>
              <a:gd name="T42" fmla="*/ 323 w 589"/>
              <a:gd name="T43" fmla="*/ 394 h 613"/>
              <a:gd name="T44" fmla="*/ 323 w 589"/>
              <a:gd name="T45" fmla="*/ 434 h 613"/>
              <a:gd name="T46" fmla="*/ 302 w 589"/>
              <a:gd name="T47" fmla="*/ 455 h 613"/>
              <a:gd name="T48" fmla="*/ 234 w 589"/>
              <a:gd name="T49" fmla="*/ 455 h 613"/>
              <a:gd name="T50" fmla="*/ 213 w 589"/>
              <a:gd name="T51" fmla="*/ 434 h 613"/>
              <a:gd name="T52" fmla="*/ 213 w 589"/>
              <a:gd name="T53" fmla="*/ 394 h 613"/>
              <a:gd name="T54" fmla="*/ 194 w 589"/>
              <a:gd name="T55" fmla="*/ 359 h 613"/>
              <a:gd name="T56" fmla="*/ 194 w 589"/>
              <a:gd name="T57" fmla="*/ 349 h 613"/>
              <a:gd name="T58" fmla="*/ 156 w 589"/>
              <a:gd name="T59" fmla="*/ 284 h 613"/>
              <a:gd name="T60" fmla="*/ 117 w 589"/>
              <a:gd name="T61" fmla="*/ 284 h 613"/>
              <a:gd name="T62" fmla="*/ 96 w 589"/>
              <a:gd name="T63" fmla="*/ 263 h 613"/>
              <a:gd name="T64" fmla="*/ 117 w 589"/>
              <a:gd name="T65" fmla="*/ 242 h 613"/>
              <a:gd name="T66" fmla="*/ 156 w 589"/>
              <a:gd name="T67" fmla="*/ 242 h 613"/>
              <a:gd name="T68" fmla="*/ 174 w 589"/>
              <a:gd name="T69" fmla="*/ 199 h 613"/>
              <a:gd name="T70" fmla="*/ 147 w 589"/>
              <a:gd name="T71" fmla="*/ 171 h 613"/>
              <a:gd name="T72" fmla="*/ 147 w 589"/>
              <a:gd name="T73" fmla="*/ 142 h 613"/>
              <a:gd name="T74" fmla="*/ 176 w 589"/>
              <a:gd name="T75" fmla="*/ 142 h 613"/>
              <a:gd name="T76" fmla="*/ 204 w 589"/>
              <a:gd name="T77" fmla="*/ 170 h 613"/>
              <a:gd name="T78" fmla="*/ 247 w 589"/>
              <a:gd name="T79" fmla="*/ 152 h 613"/>
              <a:gd name="T80" fmla="*/ 247 w 589"/>
              <a:gd name="T81" fmla="*/ 112 h 613"/>
              <a:gd name="T82" fmla="*/ 268 w 589"/>
              <a:gd name="T83" fmla="*/ 92 h 613"/>
              <a:gd name="T84" fmla="*/ 289 w 589"/>
              <a:gd name="T85" fmla="*/ 112 h 613"/>
              <a:gd name="T86" fmla="*/ 289 w 589"/>
              <a:gd name="T87" fmla="*/ 152 h 613"/>
              <a:gd name="T88" fmla="*/ 332 w 589"/>
              <a:gd name="T89" fmla="*/ 170 h 613"/>
              <a:gd name="T90" fmla="*/ 360 w 589"/>
              <a:gd name="T91" fmla="*/ 142 h 613"/>
              <a:gd name="T92" fmla="*/ 389 w 589"/>
              <a:gd name="T93" fmla="*/ 142 h 613"/>
              <a:gd name="T94" fmla="*/ 389 w 589"/>
              <a:gd name="T95" fmla="*/ 171 h 613"/>
              <a:gd name="T96" fmla="*/ 362 w 589"/>
              <a:gd name="T97" fmla="*/ 199 h 613"/>
              <a:gd name="T98" fmla="*/ 380 w 589"/>
              <a:gd name="T99" fmla="*/ 242 h 613"/>
              <a:gd name="T100" fmla="*/ 419 w 589"/>
              <a:gd name="T101" fmla="*/ 242 h 613"/>
              <a:gd name="T102" fmla="*/ 440 w 589"/>
              <a:gd name="T103" fmla="*/ 263 h 613"/>
              <a:gd name="T104" fmla="*/ 419 w 589"/>
              <a:gd name="T105" fmla="*/ 284 h 613"/>
              <a:gd name="T106" fmla="*/ 340 w 589"/>
              <a:gd name="T107" fmla="*/ 263 h 613"/>
              <a:gd name="T108" fmla="*/ 301 w 589"/>
              <a:gd name="T109" fmla="*/ 327 h 613"/>
              <a:gd name="T110" fmla="*/ 301 w 589"/>
              <a:gd name="T111" fmla="*/ 359 h 613"/>
              <a:gd name="T112" fmla="*/ 235 w 589"/>
              <a:gd name="T113" fmla="*/ 359 h 613"/>
              <a:gd name="T114" fmla="*/ 235 w 589"/>
              <a:gd name="T115" fmla="*/ 327 h 613"/>
              <a:gd name="T116" fmla="*/ 196 w 589"/>
              <a:gd name="T117" fmla="*/ 263 h 613"/>
              <a:gd name="T118" fmla="*/ 268 w 589"/>
              <a:gd name="T119" fmla="*/ 191 h 613"/>
              <a:gd name="T120" fmla="*/ 340 w 589"/>
              <a:gd name="T121" fmla="*/ 263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89" h="613">
                <a:moveTo>
                  <a:pt x="295" y="0"/>
                </a:moveTo>
                <a:lnTo>
                  <a:pt x="295" y="0"/>
                </a:lnTo>
                <a:cubicBezTo>
                  <a:pt x="132" y="0"/>
                  <a:pt x="0" y="132"/>
                  <a:pt x="0" y="295"/>
                </a:cubicBezTo>
                <a:cubicBezTo>
                  <a:pt x="0" y="398"/>
                  <a:pt x="53" y="491"/>
                  <a:pt x="139" y="545"/>
                </a:cubicBezTo>
                <a:lnTo>
                  <a:pt x="125" y="571"/>
                </a:lnTo>
                <a:cubicBezTo>
                  <a:pt x="120" y="580"/>
                  <a:pt x="120" y="591"/>
                  <a:pt x="125" y="599"/>
                </a:cubicBezTo>
                <a:cubicBezTo>
                  <a:pt x="130" y="608"/>
                  <a:pt x="139" y="613"/>
                  <a:pt x="149" y="613"/>
                </a:cubicBezTo>
                <a:lnTo>
                  <a:pt x="383" y="613"/>
                </a:lnTo>
                <a:cubicBezTo>
                  <a:pt x="393" y="613"/>
                  <a:pt x="403" y="608"/>
                  <a:pt x="408" y="599"/>
                </a:cubicBezTo>
                <a:lnTo>
                  <a:pt x="432" y="555"/>
                </a:lnTo>
                <a:cubicBezTo>
                  <a:pt x="462" y="540"/>
                  <a:pt x="488" y="519"/>
                  <a:pt x="511" y="494"/>
                </a:cubicBezTo>
                <a:cubicBezTo>
                  <a:pt x="516" y="489"/>
                  <a:pt x="519" y="482"/>
                  <a:pt x="519" y="475"/>
                </a:cubicBezTo>
                <a:lnTo>
                  <a:pt x="519" y="387"/>
                </a:lnTo>
                <a:lnTo>
                  <a:pt x="553" y="387"/>
                </a:lnTo>
                <a:cubicBezTo>
                  <a:pt x="566" y="387"/>
                  <a:pt x="578" y="378"/>
                  <a:pt x="581" y="365"/>
                </a:cubicBezTo>
                <a:cubicBezTo>
                  <a:pt x="587" y="342"/>
                  <a:pt x="589" y="318"/>
                  <a:pt x="589" y="295"/>
                </a:cubicBezTo>
                <a:cubicBezTo>
                  <a:pt x="589" y="132"/>
                  <a:pt x="457" y="0"/>
                  <a:pt x="295" y="0"/>
                </a:cubicBezTo>
                <a:close/>
                <a:moveTo>
                  <a:pt x="419" y="284"/>
                </a:moveTo>
                <a:lnTo>
                  <a:pt x="380" y="284"/>
                </a:lnTo>
                <a:cubicBezTo>
                  <a:pt x="375" y="310"/>
                  <a:pt x="362" y="333"/>
                  <a:pt x="342" y="349"/>
                </a:cubicBezTo>
                <a:lnTo>
                  <a:pt x="342" y="359"/>
                </a:lnTo>
                <a:cubicBezTo>
                  <a:pt x="342" y="374"/>
                  <a:pt x="334" y="387"/>
                  <a:pt x="323" y="394"/>
                </a:cubicBezTo>
                <a:lnTo>
                  <a:pt x="323" y="434"/>
                </a:lnTo>
                <a:cubicBezTo>
                  <a:pt x="323" y="446"/>
                  <a:pt x="313" y="455"/>
                  <a:pt x="302" y="455"/>
                </a:cubicBezTo>
                <a:lnTo>
                  <a:pt x="234" y="455"/>
                </a:lnTo>
                <a:cubicBezTo>
                  <a:pt x="223" y="455"/>
                  <a:pt x="213" y="446"/>
                  <a:pt x="213" y="434"/>
                </a:cubicBezTo>
                <a:lnTo>
                  <a:pt x="213" y="394"/>
                </a:lnTo>
                <a:cubicBezTo>
                  <a:pt x="202" y="387"/>
                  <a:pt x="194" y="374"/>
                  <a:pt x="194" y="359"/>
                </a:cubicBezTo>
                <a:lnTo>
                  <a:pt x="194" y="349"/>
                </a:lnTo>
                <a:cubicBezTo>
                  <a:pt x="174" y="333"/>
                  <a:pt x="161" y="310"/>
                  <a:pt x="156" y="284"/>
                </a:cubicBezTo>
                <a:lnTo>
                  <a:pt x="117" y="284"/>
                </a:lnTo>
                <a:cubicBezTo>
                  <a:pt x="106" y="284"/>
                  <a:pt x="96" y="275"/>
                  <a:pt x="96" y="263"/>
                </a:cubicBezTo>
                <a:cubicBezTo>
                  <a:pt x="96" y="252"/>
                  <a:pt x="106" y="242"/>
                  <a:pt x="117" y="242"/>
                </a:cubicBezTo>
                <a:lnTo>
                  <a:pt x="156" y="242"/>
                </a:lnTo>
                <a:cubicBezTo>
                  <a:pt x="159" y="226"/>
                  <a:pt x="166" y="212"/>
                  <a:pt x="174" y="199"/>
                </a:cubicBezTo>
                <a:lnTo>
                  <a:pt x="147" y="171"/>
                </a:lnTo>
                <a:cubicBezTo>
                  <a:pt x="139" y="163"/>
                  <a:pt x="139" y="150"/>
                  <a:pt x="147" y="142"/>
                </a:cubicBezTo>
                <a:cubicBezTo>
                  <a:pt x="155" y="134"/>
                  <a:pt x="168" y="134"/>
                  <a:pt x="176" y="142"/>
                </a:cubicBezTo>
                <a:lnTo>
                  <a:pt x="204" y="170"/>
                </a:lnTo>
                <a:cubicBezTo>
                  <a:pt x="217" y="161"/>
                  <a:pt x="231" y="155"/>
                  <a:pt x="247" y="152"/>
                </a:cubicBezTo>
                <a:lnTo>
                  <a:pt x="247" y="112"/>
                </a:lnTo>
                <a:cubicBezTo>
                  <a:pt x="247" y="101"/>
                  <a:pt x="257" y="92"/>
                  <a:pt x="268" y="92"/>
                </a:cubicBezTo>
                <a:cubicBezTo>
                  <a:pt x="280" y="92"/>
                  <a:pt x="289" y="101"/>
                  <a:pt x="289" y="112"/>
                </a:cubicBezTo>
                <a:lnTo>
                  <a:pt x="289" y="152"/>
                </a:lnTo>
                <a:cubicBezTo>
                  <a:pt x="305" y="155"/>
                  <a:pt x="319" y="161"/>
                  <a:pt x="332" y="170"/>
                </a:cubicBezTo>
                <a:lnTo>
                  <a:pt x="360" y="142"/>
                </a:lnTo>
                <a:cubicBezTo>
                  <a:pt x="368" y="134"/>
                  <a:pt x="381" y="134"/>
                  <a:pt x="389" y="142"/>
                </a:cubicBezTo>
                <a:cubicBezTo>
                  <a:pt x="398" y="150"/>
                  <a:pt x="398" y="163"/>
                  <a:pt x="389" y="171"/>
                </a:cubicBezTo>
                <a:lnTo>
                  <a:pt x="362" y="199"/>
                </a:lnTo>
                <a:cubicBezTo>
                  <a:pt x="371" y="212"/>
                  <a:pt x="377" y="226"/>
                  <a:pt x="380" y="242"/>
                </a:cubicBezTo>
                <a:lnTo>
                  <a:pt x="419" y="242"/>
                </a:lnTo>
                <a:cubicBezTo>
                  <a:pt x="430" y="242"/>
                  <a:pt x="440" y="252"/>
                  <a:pt x="440" y="263"/>
                </a:cubicBezTo>
                <a:cubicBezTo>
                  <a:pt x="440" y="275"/>
                  <a:pt x="430" y="284"/>
                  <a:pt x="419" y="284"/>
                </a:cubicBezTo>
                <a:close/>
                <a:moveTo>
                  <a:pt x="340" y="263"/>
                </a:moveTo>
                <a:cubicBezTo>
                  <a:pt x="340" y="291"/>
                  <a:pt x="324" y="316"/>
                  <a:pt x="301" y="327"/>
                </a:cubicBezTo>
                <a:lnTo>
                  <a:pt x="301" y="359"/>
                </a:lnTo>
                <a:lnTo>
                  <a:pt x="235" y="359"/>
                </a:lnTo>
                <a:lnTo>
                  <a:pt x="235" y="327"/>
                </a:lnTo>
                <a:cubicBezTo>
                  <a:pt x="212" y="316"/>
                  <a:pt x="196" y="291"/>
                  <a:pt x="196" y="263"/>
                </a:cubicBezTo>
                <a:cubicBezTo>
                  <a:pt x="196" y="224"/>
                  <a:pt x="228" y="191"/>
                  <a:pt x="268" y="191"/>
                </a:cubicBezTo>
                <a:cubicBezTo>
                  <a:pt x="308" y="191"/>
                  <a:pt x="340" y="224"/>
                  <a:pt x="340" y="263"/>
                </a:cubicBezTo>
                <a:close/>
              </a:path>
            </a:pathLst>
          </a:custGeom>
          <a:solidFill>
            <a:schemeClr val="accent3"/>
          </a:solidFill>
          <a:ln>
            <a:noFill/>
          </a:ln>
        </p:spPr>
        <p:txBody>
          <a:bodyPr/>
          <a:lstStyle/>
          <a:p>
            <a:pPr>
              <a:lnSpc>
                <a:spcPct val="130000"/>
              </a:lnSpc>
            </a:pPr>
            <a:endParaRPr lang="zh-CN" altLang="en-US">
              <a:cs typeface="+mn-ea"/>
              <a:sym typeface="+mn-lt"/>
            </a:endParaRPr>
          </a:p>
        </p:txBody>
      </p:sp>
      <p:sp>
        <p:nvSpPr>
          <p:cNvPr id="29" name="iṥ1íďe"/>
          <p:cNvSpPr/>
          <p:nvPr>
            <p:custDataLst>
              <p:tags r:id="rId6"/>
            </p:custDataLst>
          </p:nvPr>
        </p:nvSpPr>
        <p:spPr>
          <a:xfrm flipH="1">
            <a:off x="8558766" y="1676424"/>
            <a:ext cx="2289573" cy="560065"/>
          </a:xfrm>
          <a:prstGeom prst="rect">
            <a:avLst/>
          </a:prstGeom>
        </p:spPr>
        <p:txBody>
          <a:bodyPr wrap="square" lIns="91440" tIns="45720" rIns="91440" bIns="45720" anchor="ctr">
            <a:normAutofit fontScale="9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30000"/>
              </a:lnSpc>
            </a:pPr>
            <a:r>
              <a:rPr lang="zh-CN" altLang="en-US" sz="2400" b="1" dirty="0">
                <a:cs typeface="+mn-ea"/>
                <a:sym typeface="+mn-lt"/>
              </a:rPr>
              <a:t>大模型</a:t>
            </a:r>
            <a:r>
              <a:rPr lang="zh-CN" altLang="en-US" sz="2400" b="1" dirty="0">
                <a:cs typeface="+mn-ea"/>
                <a:sym typeface="+mn-lt"/>
              </a:rPr>
              <a:t>代码仓</a:t>
            </a:r>
            <a:endParaRPr lang="zh-CN" altLang="en-US" sz="2400" b="1" dirty="0">
              <a:cs typeface="+mn-ea"/>
              <a:sym typeface="+mn-lt"/>
            </a:endParaRPr>
          </a:p>
        </p:txBody>
      </p:sp>
      <p:sp>
        <p:nvSpPr>
          <p:cNvPr id="16" name="矩形 15"/>
          <p:cNvSpPr/>
          <p:nvPr>
            <p:custDataLst>
              <p:tags r:id="rId7"/>
            </p:custDataLst>
          </p:nvPr>
        </p:nvSpPr>
        <p:spPr>
          <a:xfrm>
            <a:off x="4298315" y="1028700"/>
            <a:ext cx="3599815" cy="5057775"/>
          </a:xfrm>
          <a:prstGeom prst="rect">
            <a:avLst/>
          </a:prstGeom>
          <a:noFill/>
          <a:ln>
            <a:solidFill>
              <a:schemeClr val="accent1"/>
            </a:solidFill>
          </a:ln>
          <a:effectLst>
            <a:outerShdw blurRad="508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矩形 16"/>
          <p:cNvSpPr/>
          <p:nvPr>
            <p:custDataLst>
              <p:tags r:id="rId8"/>
            </p:custDataLst>
          </p:nvPr>
        </p:nvSpPr>
        <p:spPr>
          <a:xfrm>
            <a:off x="660400" y="1028700"/>
            <a:ext cx="3636010" cy="5057775"/>
          </a:xfrm>
          <a:prstGeom prst="rect">
            <a:avLst/>
          </a:prstGeom>
          <a:noFill/>
          <a:ln>
            <a:solidFill>
              <a:schemeClr val="accent1"/>
            </a:solidFill>
          </a:ln>
          <a:effectLst>
            <a:outerShdw blurRad="508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light-bulb-inside-circle_62843"/>
          <p:cNvSpPr>
            <a:spLocks noChangeAspect="1"/>
          </p:cNvSpPr>
          <p:nvPr>
            <p:custDataLst>
              <p:tags r:id="rId9"/>
            </p:custDataLst>
          </p:nvPr>
        </p:nvSpPr>
        <p:spPr bwMode="auto">
          <a:xfrm>
            <a:off x="2226142" y="1225501"/>
            <a:ext cx="504762" cy="504000"/>
          </a:xfrm>
          <a:custGeom>
            <a:avLst/>
            <a:gdLst>
              <a:gd name="T0" fmla="*/ 472622 w 604011"/>
              <a:gd name="T1" fmla="*/ 472622 w 604011"/>
              <a:gd name="T2" fmla="*/ 472622 w 604011"/>
              <a:gd name="T3" fmla="*/ 472622 w 604011"/>
              <a:gd name="T4" fmla="*/ 472622 w 604011"/>
              <a:gd name="T5" fmla="*/ 472622 w 604011"/>
              <a:gd name="T6" fmla="*/ 472622 w 604011"/>
              <a:gd name="T7" fmla="*/ 472622 w 604011"/>
              <a:gd name="T8" fmla="*/ 472622 w 604011"/>
              <a:gd name="T9" fmla="*/ 472622 w 604011"/>
              <a:gd name="T10" fmla="*/ 472622 w 604011"/>
              <a:gd name="T11" fmla="*/ 472622 w 604011"/>
              <a:gd name="T12" fmla="*/ 472622 w 604011"/>
              <a:gd name="T13" fmla="*/ 472622 w 604011"/>
              <a:gd name="T14" fmla="*/ 472622 w 604011"/>
              <a:gd name="T15" fmla="*/ 472622 w 604011"/>
              <a:gd name="T16" fmla="*/ 472622 w 604011"/>
              <a:gd name="T17" fmla="*/ 472622 w 604011"/>
              <a:gd name="T18" fmla="*/ 472622 w 604011"/>
              <a:gd name="T19" fmla="*/ 472622 w 604011"/>
              <a:gd name="T20" fmla="*/ 472622 w 604011"/>
              <a:gd name="T21" fmla="*/ 472622 w 604011"/>
              <a:gd name="T22" fmla="*/ 472622 w 604011"/>
              <a:gd name="T23" fmla="*/ 472622 w 604011"/>
              <a:gd name="T24" fmla="*/ 472622 w 604011"/>
              <a:gd name="T25" fmla="*/ 472622 w 604011"/>
              <a:gd name="T26" fmla="*/ 472622 w 604011"/>
              <a:gd name="T27" fmla="*/ 472622 w 604011"/>
              <a:gd name="T28" fmla="*/ 472622 w 604011"/>
              <a:gd name="T29" fmla="*/ 472622 w 604011"/>
              <a:gd name="T30" fmla="*/ 472622 w 604011"/>
              <a:gd name="T31" fmla="*/ 472622 w 604011"/>
              <a:gd name="T32" fmla="*/ 472622 w 604011"/>
              <a:gd name="T33" fmla="*/ 472622 w 604011"/>
              <a:gd name="T34" fmla="*/ 472622 w 604011"/>
              <a:gd name="T35" fmla="*/ 472622 w 604011"/>
              <a:gd name="T36" fmla="*/ 472622 w 604011"/>
              <a:gd name="T37" fmla="*/ 472622 w 604011"/>
              <a:gd name="T38" fmla="*/ 472622 w 604011"/>
              <a:gd name="T39" fmla="*/ 472622 w 604011"/>
              <a:gd name="T40" fmla="*/ 472622 w 604011"/>
              <a:gd name="T41" fmla="*/ 472622 w 604011"/>
              <a:gd name="T42" fmla="*/ 472622 w 604011"/>
              <a:gd name="T43" fmla="*/ 472622 w 604011"/>
              <a:gd name="T44" fmla="*/ 472622 w 604011"/>
              <a:gd name="T45" fmla="*/ 472622 w 604011"/>
              <a:gd name="T46" fmla="*/ 472622 w 604011"/>
              <a:gd name="T47" fmla="*/ 472622 w 604011"/>
              <a:gd name="T48" fmla="*/ 472622 w 604011"/>
              <a:gd name="T49" fmla="*/ 472622 w 604011"/>
              <a:gd name="T50" fmla="*/ 472622 w 604011"/>
              <a:gd name="T51" fmla="*/ 472622 w 604011"/>
              <a:gd name="T52" fmla="*/ 472622 w 604011"/>
              <a:gd name="T53" fmla="*/ 472622 w 604011"/>
              <a:gd name="T54" fmla="*/ 472622 w 604011"/>
              <a:gd name="T55" fmla="*/ 472622 w 604011"/>
              <a:gd name="T56" fmla="*/ 472622 w 604011"/>
              <a:gd name="T57" fmla="*/ 472622 w 604011"/>
              <a:gd name="T58" fmla="*/ 472622 w 604011"/>
              <a:gd name="T59" fmla="*/ 472622 w 604011"/>
              <a:gd name="T60" fmla="*/ 472622 w 604011"/>
              <a:gd name="T61" fmla="*/ 472622 w 604011"/>
              <a:gd name="T62" fmla="*/ 472622 w 604011"/>
              <a:gd name="T63" fmla="*/ 472622 w 604011"/>
              <a:gd name="T64" fmla="*/ 472622 w 604011"/>
              <a:gd name="T65" fmla="*/ 472622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027" h="6027">
                <a:moveTo>
                  <a:pt x="3013" y="0"/>
                </a:moveTo>
                <a:cubicBezTo>
                  <a:pt x="1349" y="0"/>
                  <a:pt x="0" y="1349"/>
                  <a:pt x="0" y="3013"/>
                </a:cubicBezTo>
                <a:cubicBezTo>
                  <a:pt x="0" y="4678"/>
                  <a:pt x="1349" y="6027"/>
                  <a:pt x="3013" y="6027"/>
                </a:cubicBezTo>
                <a:cubicBezTo>
                  <a:pt x="4678" y="6027"/>
                  <a:pt x="6027" y="4678"/>
                  <a:pt x="6027" y="3013"/>
                </a:cubicBezTo>
                <a:cubicBezTo>
                  <a:pt x="6027" y="1349"/>
                  <a:pt x="4678" y="0"/>
                  <a:pt x="3013" y="0"/>
                </a:cubicBezTo>
                <a:close/>
                <a:moveTo>
                  <a:pt x="2873" y="1426"/>
                </a:moveTo>
                <a:lnTo>
                  <a:pt x="2873" y="1040"/>
                </a:lnTo>
                <a:cubicBezTo>
                  <a:pt x="2873" y="962"/>
                  <a:pt x="2936" y="899"/>
                  <a:pt x="3013" y="899"/>
                </a:cubicBezTo>
                <a:cubicBezTo>
                  <a:pt x="3091" y="899"/>
                  <a:pt x="3154" y="962"/>
                  <a:pt x="3154" y="1040"/>
                </a:cubicBezTo>
                <a:lnTo>
                  <a:pt x="3154" y="1426"/>
                </a:lnTo>
                <a:lnTo>
                  <a:pt x="3154" y="1426"/>
                </a:lnTo>
                <a:cubicBezTo>
                  <a:pt x="3154" y="1503"/>
                  <a:pt x="3091" y="1566"/>
                  <a:pt x="3013" y="1566"/>
                </a:cubicBezTo>
                <a:cubicBezTo>
                  <a:pt x="2936" y="1566"/>
                  <a:pt x="2873" y="1503"/>
                  <a:pt x="2873" y="1426"/>
                </a:cubicBezTo>
                <a:lnTo>
                  <a:pt x="2873" y="1426"/>
                </a:lnTo>
                <a:close/>
                <a:moveTo>
                  <a:pt x="1688" y="2678"/>
                </a:moveTo>
                <a:cubicBezTo>
                  <a:pt x="1676" y="2746"/>
                  <a:pt x="1617" y="2794"/>
                  <a:pt x="1550" y="2794"/>
                </a:cubicBezTo>
                <a:cubicBezTo>
                  <a:pt x="1542" y="2794"/>
                  <a:pt x="1534" y="2793"/>
                  <a:pt x="1525" y="2792"/>
                </a:cubicBezTo>
                <a:lnTo>
                  <a:pt x="1145" y="2725"/>
                </a:lnTo>
                <a:cubicBezTo>
                  <a:pt x="1069" y="2711"/>
                  <a:pt x="1018" y="2639"/>
                  <a:pt x="1031" y="2563"/>
                </a:cubicBezTo>
                <a:cubicBezTo>
                  <a:pt x="1045" y="2486"/>
                  <a:pt x="1117" y="2435"/>
                  <a:pt x="1194" y="2449"/>
                </a:cubicBezTo>
                <a:lnTo>
                  <a:pt x="1574" y="2516"/>
                </a:lnTo>
                <a:cubicBezTo>
                  <a:pt x="1650" y="2529"/>
                  <a:pt x="1701" y="2602"/>
                  <a:pt x="1688" y="2678"/>
                </a:cubicBezTo>
                <a:close/>
                <a:moveTo>
                  <a:pt x="1951" y="1864"/>
                </a:moveTo>
                <a:lnTo>
                  <a:pt x="1702" y="1568"/>
                </a:lnTo>
                <a:cubicBezTo>
                  <a:pt x="1653" y="1508"/>
                  <a:pt x="1660" y="1420"/>
                  <a:pt x="1720" y="1370"/>
                </a:cubicBezTo>
                <a:cubicBezTo>
                  <a:pt x="1779" y="1320"/>
                  <a:pt x="1867" y="1328"/>
                  <a:pt x="1917" y="1387"/>
                </a:cubicBezTo>
                <a:lnTo>
                  <a:pt x="2166" y="1683"/>
                </a:lnTo>
                <a:cubicBezTo>
                  <a:pt x="2215" y="1743"/>
                  <a:pt x="2208" y="1831"/>
                  <a:pt x="2148" y="1881"/>
                </a:cubicBezTo>
                <a:cubicBezTo>
                  <a:pt x="2122" y="1903"/>
                  <a:pt x="2090" y="1914"/>
                  <a:pt x="2058" y="1914"/>
                </a:cubicBezTo>
                <a:cubicBezTo>
                  <a:pt x="2018" y="1914"/>
                  <a:pt x="1978" y="1897"/>
                  <a:pt x="1951" y="1864"/>
                </a:cubicBezTo>
                <a:close/>
                <a:moveTo>
                  <a:pt x="3762" y="3693"/>
                </a:moveTo>
                <a:cubicBezTo>
                  <a:pt x="3644" y="3867"/>
                  <a:pt x="3522" y="4046"/>
                  <a:pt x="3514" y="4288"/>
                </a:cubicBezTo>
                <a:cubicBezTo>
                  <a:pt x="3512" y="4348"/>
                  <a:pt x="3470" y="4397"/>
                  <a:pt x="3413" y="4410"/>
                </a:cubicBezTo>
                <a:cubicBezTo>
                  <a:pt x="3466" y="4426"/>
                  <a:pt x="3503" y="4474"/>
                  <a:pt x="3503" y="4532"/>
                </a:cubicBezTo>
                <a:cubicBezTo>
                  <a:pt x="3503" y="4583"/>
                  <a:pt x="3474" y="4626"/>
                  <a:pt x="3431" y="4647"/>
                </a:cubicBezTo>
                <a:cubicBezTo>
                  <a:pt x="3474" y="4668"/>
                  <a:pt x="3503" y="4712"/>
                  <a:pt x="3503" y="4762"/>
                </a:cubicBezTo>
                <a:cubicBezTo>
                  <a:pt x="3503" y="4833"/>
                  <a:pt x="3446" y="4891"/>
                  <a:pt x="3375" y="4891"/>
                </a:cubicBezTo>
                <a:lnTo>
                  <a:pt x="3297" y="4891"/>
                </a:lnTo>
                <a:cubicBezTo>
                  <a:pt x="3273" y="5025"/>
                  <a:pt x="3155" y="5127"/>
                  <a:pt x="3013" y="5127"/>
                </a:cubicBezTo>
                <a:cubicBezTo>
                  <a:pt x="2872" y="5127"/>
                  <a:pt x="2754" y="5025"/>
                  <a:pt x="2730" y="4891"/>
                </a:cubicBezTo>
                <a:lnTo>
                  <a:pt x="2652" y="4891"/>
                </a:lnTo>
                <a:cubicBezTo>
                  <a:pt x="2581" y="4891"/>
                  <a:pt x="2523" y="4833"/>
                  <a:pt x="2523" y="4762"/>
                </a:cubicBezTo>
                <a:cubicBezTo>
                  <a:pt x="2523" y="4712"/>
                  <a:pt x="2553" y="4668"/>
                  <a:pt x="2596" y="4647"/>
                </a:cubicBezTo>
                <a:cubicBezTo>
                  <a:pt x="2553" y="4626"/>
                  <a:pt x="2523" y="4583"/>
                  <a:pt x="2523" y="4532"/>
                </a:cubicBezTo>
                <a:cubicBezTo>
                  <a:pt x="2523" y="4474"/>
                  <a:pt x="2562" y="4425"/>
                  <a:pt x="2614" y="4409"/>
                </a:cubicBezTo>
                <a:cubicBezTo>
                  <a:pt x="2558" y="4397"/>
                  <a:pt x="2515" y="4348"/>
                  <a:pt x="2513" y="4288"/>
                </a:cubicBezTo>
                <a:cubicBezTo>
                  <a:pt x="2506" y="4046"/>
                  <a:pt x="2383" y="3866"/>
                  <a:pt x="2265" y="3693"/>
                </a:cubicBezTo>
                <a:cubicBezTo>
                  <a:pt x="2123" y="3485"/>
                  <a:pt x="1976" y="3270"/>
                  <a:pt x="1976" y="2891"/>
                </a:cubicBezTo>
                <a:cubicBezTo>
                  <a:pt x="1976" y="2348"/>
                  <a:pt x="2442" y="1906"/>
                  <a:pt x="3013" y="1906"/>
                </a:cubicBezTo>
                <a:cubicBezTo>
                  <a:pt x="3585" y="1906"/>
                  <a:pt x="4050" y="2348"/>
                  <a:pt x="4050" y="2891"/>
                </a:cubicBezTo>
                <a:cubicBezTo>
                  <a:pt x="4050" y="3270"/>
                  <a:pt x="3904" y="3485"/>
                  <a:pt x="3762" y="3693"/>
                </a:cubicBezTo>
                <a:close/>
                <a:moveTo>
                  <a:pt x="4076" y="1864"/>
                </a:moveTo>
                <a:cubicBezTo>
                  <a:pt x="4048" y="1897"/>
                  <a:pt x="4009" y="1914"/>
                  <a:pt x="3969" y="1914"/>
                </a:cubicBezTo>
                <a:cubicBezTo>
                  <a:pt x="3937" y="1914"/>
                  <a:pt x="3905" y="1903"/>
                  <a:pt x="3879" y="1881"/>
                </a:cubicBezTo>
                <a:cubicBezTo>
                  <a:pt x="3819" y="1831"/>
                  <a:pt x="3812" y="1743"/>
                  <a:pt x="3861" y="1683"/>
                </a:cubicBezTo>
                <a:lnTo>
                  <a:pt x="4110" y="1387"/>
                </a:lnTo>
                <a:cubicBezTo>
                  <a:pt x="4159" y="1328"/>
                  <a:pt x="4248" y="1320"/>
                  <a:pt x="4307" y="1370"/>
                </a:cubicBezTo>
                <a:cubicBezTo>
                  <a:pt x="4366" y="1420"/>
                  <a:pt x="4374" y="1508"/>
                  <a:pt x="4324" y="1568"/>
                </a:cubicBezTo>
                <a:lnTo>
                  <a:pt x="4076" y="1864"/>
                </a:lnTo>
                <a:close/>
                <a:moveTo>
                  <a:pt x="4882" y="2725"/>
                </a:moveTo>
                <a:lnTo>
                  <a:pt x="4501" y="2792"/>
                </a:lnTo>
                <a:cubicBezTo>
                  <a:pt x="4493" y="2793"/>
                  <a:pt x="4485" y="2794"/>
                  <a:pt x="4477" y="2794"/>
                </a:cubicBezTo>
                <a:cubicBezTo>
                  <a:pt x="4410" y="2794"/>
                  <a:pt x="4351" y="2746"/>
                  <a:pt x="4339" y="2678"/>
                </a:cubicBezTo>
                <a:cubicBezTo>
                  <a:pt x="4325" y="2602"/>
                  <a:pt x="4376" y="2529"/>
                  <a:pt x="4453" y="2516"/>
                </a:cubicBezTo>
                <a:lnTo>
                  <a:pt x="4833" y="2449"/>
                </a:lnTo>
                <a:cubicBezTo>
                  <a:pt x="4909" y="2435"/>
                  <a:pt x="4982" y="2486"/>
                  <a:pt x="4996" y="2563"/>
                </a:cubicBezTo>
                <a:cubicBezTo>
                  <a:pt x="5009" y="2639"/>
                  <a:pt x="4958" y="2711"/>
                  <a:pt x="4882" y="2725"/>
                </a:cubicBezTo>
                <a:close/>
              </a:path>
            </a:pathLst>
          </a:custGeom>
          <a:solidFill>
            <a:schemeClr val="accent1"/>
          </a:solidFill>
          <a:ln>
            <a:noFill/>
          </a:ln>
        </p:spPr>
        <p:txBody>
          <a:bodyPr/>
          <a:lstStyle/>
          <a:p>
            <a:endParaRPr lang="zh-CN" altLang="en-US">
              <a:cs typeface="+mn-ea"/>
              <a:sym typeface="+mn-lt"/>
            </a:endParaRPr>
          </a:p>
        </p:txBody>
      </p:sp>
      <p:pic>
        <p:nvPicPr>
          <p:cNvPr id="4" name="图片 3"/>
          <p:cNvPicPr/>
          <p:nvPr>
            <p:custDataLst>
              <p:tags r:id="rId10"/>
            </p:custDataLst>
          </p:nvPr>
        </p:nvPicPr>
        <p:blipFill>
          <a:blip r:embed="rId11"/>
          <a:srcRect r="26846" b="22985"/>
          <a:stretch>
            <a:fillRect/>
          </a:stretch>
        </p:blipFill>
        <p:spPr>
          <a:xfrm>
            <a:off x="4432300" y="2287270"/>
            <a:ext cx="3318510" cy="353758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a:t>项目文档</a:t>
            </a:r>
            <a:endParaRPr lang="zh-CN" altLang="en-US" dirty="0"/>
          </a:p>
        </p:txBody>
      </p:sp>
      <p:sp>
        <p:nvSpPr>
          <p:cNvPr id="4" name="pen-hand-draw-tool-with-text-lines_57224"/>
          <p:cNvSpPr>
            <a:spLocks noChangeAspect="1"/>
          </p:cNvSpPr>
          <p:nvPr/>
        </p:nvSpPr>
        <p:spPr bwMode="auto">
          <a:xfrm>
            <a:off x="5654081" y="2095499"/>
            <a:ext cx="883837" cy="775602"/>
          </a:xfrm>
          <a:custGeom>
            <a:avLst/>
            <a:gdLst>
              <a:gd name="connsiteX0" fmla="*/ 374524 w 598884"/>
              <a:gd name="connsiteY0" fmla="*/ 409215 h 525544"/>
              <a:gd name="connsiteX1" fmla="*/ 583467 w 598884"/>
              <a:gd name="connsiteY1" fmla="*/ 423358 h 525544"/>
              <a:gd name="connsiteX2" fmla="*/ 583467 w 598884"/>
              <a:gd name="connsiteY2" fmla="*/ 455583 h 525544"/>
              <a:gd name="connsiteX3" fmla="*/ 569366 w 598884"/>
              <a:gd name="connsiteY3" fmla="*/ 455822 h 525544"/>
              <a:gd name="connsiteX4" fmla="*/ 563631 w 598884"/>
              <a:gd name="connsiteY4" fmla="*/ 454390 h 525544"/>
              <a:gd name="connsiteX5" fmla="*/ 170241 w 598884"/>
              <a:gd name="connsiteY5" fmla="*/ 452480 h 525544"/>
              <a:gd name="connsiteX6" fmla="*/ 166656 w 598884"/>
              <a:gd name="connsiteY6" fmla="*/ 426939 h 525544"/>
              <a:gd name="connsiteX7" fmla="*/ 374524 w 598884"/>
              <a:gd name="connsiteY7" fmla="*/ 409215 h 525544"/>
              <a:gd name="connsiteX8" fmla="*/ 57662 w 598884"/>
              <a:gd name="connsiteY8" fmla="*/ 318387 h 525544"/>
              <a:gd name="connsiteX9" fmla="*/ 42366 w 598884"/>
              <a:gd name="connsiteY9" fmla="*/ 405262 h 525544"/>
              <a:gd name="connsiteX10" fmla="*/ 51448 w 598884"/>
              <a:gd name="connsiteY10" fmla="*/ 411228 h 525544"/>
              <a:gd name="connsiteX11" fmla="*/ 52165 w 598884"/>
              <a:gd name="connsiteY11" fmla="*/ 411706 h 525544"/>
              <a:gd name="connsiteX12" fmla="*/ 55511 w 598884"/>
              <a:gd name="connsiteY12" fmla="*/ 414092 h 525544"/>
              <a:gd name="connsiteX13" fmla="*/ 59096 w 598884"/>
              <a:gd name="connsiteY13" fmla="*/ 417434 h 525544"/>
              <a:gd name="connsiteX14" fmla="*/ 67939 w 598884"/>
              <a:gd name="connsiteY14" fmla="*/ 422446 h 525544"/>
              <a:gd name="connsiteX15" fmla="*/ 72719 w 598884"/>
              <a:gd name="connsiteY15" fmla="*/ 426026 h 525544"/>
              <a:gd name="connsiteX16" fmla="*/ 124104 w 598884"/>
              <a:gd name="connsiteY16" fmla="*/ 381395 h 525544"/>
              <a:gd name="connsiteX17" fmla="*/ 93034 w 598884"/>
              <a:gd name="connsiteY17" fmla="*/ 365882 h 525544"/>
              <a:gd name="connsiteX18" fmla="*/ 83235 w 598884"/>
              <a:gd name="connsiteY18" fmla="*/ 352755 h 525544"/>
              <a:gd name="connsiteX19" fmla="*/ 57662 w 598884"/>
              <a:gd name="connsiteY19" fmla="*/ 318387 h 525544"/>
              <a:gd name="connsiteX20" fmla="*/ 222811 w 598884"/>
              <a:gd name="connsiteY20" fmla="*/ 75426 h 525544"/>
              <a:gd name="connsiteX21" fmla="*/ 211339 w 598884"/>
              <a:gd name="connsiteY21" fmla="*/ 88552 h 525544"/>
              <a:gd name="connsiteX22" fmla="*/ 296184 w 598884"/>
              <a:gd name="connsiteY22" fmla="*/ 143923 h 525544"/>
              <a:gd name="connsiteX23" fmla="*/ 301442 w 598884"/>
              <a:gd name="connsiteY23" fmla="*/ 134615 h 525544"/>
              <a:gd name="connsiteX24" fmla="*/ 222811 w 598884"/>
              <a:gd name="connsiteY24" fmla="*/ 75426 h 525544"/>
              <a:gd name="connsiteX25" fmla="*/ 287299 w 598884"/>
              <a:gd name="connsiteY25" fmla="*/ 26037 h 525544"/>
              <a:gd name="connsiteX26" fmla="*/ 256510 w 598884"/>
              <a:gd name="connsiteY26" fmla="*/ 36523 h 525544"/>
              <a:gd name="connsiteX27" fmla="*/ 255315 w 598884"/>
              <a:gd name="connsiteY27" fmla="*/ 37001 h 525544"/>
              <a:gd name="connsiteX28" fmla="*/ 232371 w 598884"/>
              <a:gd name="connsiteY28" fmla="*/ 63970 h 525544"/>
              <a:gd name="connsiteX29" fmla="*/ 310046 w 598884"/>
              <a:gd name="connsiteY29" fmla="*/ 115760 h 525544"/>
              <a:gd name="connsiteX30" fmla="*/ 316977 w 598884"/>
              <a:gd name="connsiteY30" fmla="*/ 84972 h 525544"/>
              <a:gd name="connsiteX31" fmla="*/ 287299 w 598884"/>
              <a:gd name="connsiteY31" fmla="*/ 26037 h 525544"/>
              <a:gd name="connsiteX32" fmla="*/ 289820 w 598884"/>
              <a:gd name="connsiteY32" fmla="*/ 0 h 525544"/>
              <a:gd name="connsiteX33" fmla="*/ 340637 w 598884"/>
              <a:gd name="connsiteY33" fmla="*/ 96190 h 525544"/>
              <a:gd name="connsiteX34" fmla="*/ 270611 w 598884"/>
              <a:gd name="connsiteY34" fmla="*/ 234854 h 525544"/>
              <a:gd name="connsiteX35" fmla="*/ 152306 w 598884"/>
              <a:gd name="connsiteY35" fmla="*/ 391658 h 525544"/>
              <a:gd name="connsiteX36" fmla="*/ 40693 w 598884"/>
              <a:gd name="connsiteY36" fmla="*/ 482589 h 525544"/>
              <a:gd name="connsiteX37" fmla="*/ 451533 w 598884"/>
              <a:gd name="connsiteY37" fmla="*/ 489272 h 525544"/>
              <a:gd name="connsiteX38" fmla="*/ 567687 w 598884"/>
              <a:gd name="connsiteY38" fmla="*/ 516241 h 525544"/>
              <a:gd name="connsiteX39" fmla="*/ 544504 w 598884"/>
              <a:gd name="connsiteY39" fmla="*/ 519344 h 525544"/>
              <a:gd name="connsiteX40" fmla="*/ 345178 w 598884"/>
              <a:gd name="connsiteY40" fmla="*/ 522446 h 525544"/>
              <a:gd name="connsiteX41" fmla="*/ 12491 w 598884"/>
              <a:gd name="connsiteY41" fmla="*/ 507888 h 525544"/>
              <a:gd name="connsiteX42" fmla="*/ 780 w 598884"/>
              <a:gd name="connsiteY42" fmla="*/ 493568 h 525544"/>
              <a:gd name="connsiteX43" fmla="*/ 63 w 598884"/>
              <a:gd name="connsiteY43" fmla="*/ 488556 h 525544"/>
              <a:gd name="connsiteX44" fmla="*/ 44039 w 598884"/>
              <a:gd name="connsiteY44" fmla="*/ 290702 h 525544"/>
              <a:gd name="connsiteX45" fmla="*/ 48341 w 598884"/>
              <a:gd name="connsiteY45" fmla="*/ 285929 h 525544"/>
              <a:gd name="connsiteX46" fmla="*/ 138205 w 598884"/>
              <a:gd name="connsiteY46" fmla="*/ 137479 h 525544"/>
              <a:gd name="connsiteX47" fmla="*/ 241453 w 598884"/>
              <a:gd name="connsiteY47" fmla="*/ 20771 h 525544"/>
              <a:gd name="connsiteX48" fmla="*/ 245038 w 598884"/>
              <a:gd name="connsiteY48" fmla="*/ 16953 h 525544"/>
              <a:gd name="connsiteX49" fmla="*/ 289820 w 598884"/>
              <a:gd name="connsiteY49" fmla="*/ 0 h 525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598884" h="525544">
                <a:moveTo>
                  <a:pt x="374524" y="409215"/>
                </a:moveTo>
                <a:cubicBezTo>
                  <a:pt x="444849" y="410289"/>
                  <a:pt x="515353" y="416675"/>
                  <a:pt x="583467" y="423358"/>
                </a:cubicBezTo>
                <a:cubicBezTo>
                  <a:pt x="603543" y="425507"/>
                  <a:pt x="604499" y="455345"/>
                  <a:pt x="583467" y="455583"/>
                </a:cubicBezTo>
                <a:cubicBezTo>
                  <a:pt x="578687" y="455345"/>
                  <a:pt x="574146" y="455583"/>
                  <a:pt x="569366" y="455822"/>
                </a:cubicBezTo>
                <a:cubicBezTo>
                  <a:pt x="567215" y="455822"/>
                  <a:pt x="565304" y="455106"/>
                  <a:pt x="563631" y="454390"/>
                </a:cubicBezTo>
                <a:cubicBezTo>
                  <a:pt x="431465" y="446990"/>
                  <a:pt x="302645" y="442455"/>
                  <a:pt x="170241" y="452480"/>
                </a:cubicBezTo>
                <a:cubicBezTo>
                  <a:pt x="155423" y="453674"/>
                  <a:pt x="152316" y="430042"/>
                  <a:pt x="166656" y="426939"/>
                </a:cubicBezTo>
                <a:cubicBezTo>
                  <a:pt x="234053" y="412378"/>
                  <a:pt x="304199" y="408141"/>
                  <a:pt x="374524" y="409215"/>
                </a:cubicBezTo>
                <a:close/>
                <a:moveTo>
                  <a:pt x="57662" y="318387"/>
                </a:moveTo>
                <a:cubicBezTo>
                  <a:pt x="55989" y="347743"/>
                  <a:pt x="49536" y="376383"/>
                  <a:pt x="42366" y="405262"/>
                </a:cubicBezTo>
                <a:cubicBezTo>
                  <a:pt x="45712" y="405978"/>
                  <a:pt x="48341" y="408364"/>
                  <a:pt x="51448" y="411228"/>
                </a:cubicBezTo>
                <a:cubicBezTo>
                  <a:pt x="51687" y="411467"/>
                  <a:pt x="51926" y="411467"/>
                  <a:pt x="52165" y="411706"/>
                </a:cubicBezTo>
                <a:cubicBezTo>
                  <a:pt x="53360" y="412183"/>
                  <a:pt x="54555" y="412899"/>
                  <a:pt x="55511" y="414092"/>
                </a:cubicBezTo>
                <a:cubicBezTo>
                  <a:pt x="56706" y="415286"/>
                  <a:pt x="57901" y="416479"/>
                  <a:pt x="59096" y="417434"/>
                </a:cubicBezTo>
                <a:cubicBezTo>
                  <a:pt x="61725" y="419582"/>
                  <a:pt x="64593" y="421252"/>
                  <a:pt x="67939" y="422446"/>
                </a:cubicBezTo>
                <a:cubicBezTo>
                  <a:pt x="69851" y="423162"/>
                  <a:pt x="71524" y="424594"/>
                  <a:pt x="72719" y="426026"/>
                </a:cubicBezTo>
                <a:cubicBezTo>
                  <a:pt x="90644" y="412183"/>
                  <a:pt x="108091" y="397863"/>
                  <a:pt x="124104" y="381395"/>
                </a:cubicBezTo>
                <a:cubicBezTo>
                  <a:pt x="117412" y="369939"/>
                  <a:pt x="107135" y="366359"/>
                  <a:pt x="93034" y="365882"/>
                </a:cubicBezTo>
                <a:cubicBezTo>
                  <a:pt x="86581" y="365643"/>
                  <a:pt x="81084" y="359438"/>
                  <a:pt x="83235" y="352755"/>
                </a:cubicBezTo>
                <a:cubicBezTo>
                  <a:pt x="89449" y="332707"/>
                  <a:pt x="75587" y="320774"/>
                  <a:pt x="57662" y="318387"/>
                </a:cubicBezTo>
                <a:close/>
                <a:moveTo>
                  <a:pt x="222811" y="75426"/>
                </a:moveTo>
                <a:cubicBezTo>
                  <a:pt x="218987" y="79722"/>
                  <a:pt x="215163" y="84256"/>
                  <a:pt x="211339" y="88552"/>
                </a:cubicBezTo>
                <a:cubicBezTo>
                  <a:pt x="238107" y="110032"/>
                  <a:pt x="267743" y="124830"/>
                  <a:pt x="296184" y="143923"/>
                </a:cubicBezTo>
                <a:cubicBezTo>
                  <a:pt x="297857" y="140820"/>
                  <a:pt x="299769" y="137717"/>
                  <a:pt x="301442" y="134615"/>
                </a:cubicBezTo>
                <a:cubicBezTo>
                  <a:pt x="273718" y="116954"/>
                  <a:pt x="247667" y="96667"/>
                  <a:pt x="222811" y="75426"/>
                </a:cubicBezTo>
                <a:close/>
                <a:moveTo>
                  <a:pt x="287299" y="26037"/>
                </a:moveTo>
                <a:cubicBezTo>
                  <a:pt x="279140" y="25977"/>
                  <a:pt x="268997" y="29125"/>
                  <a:pt x="256510" y="36523"/>
                </a:cubicBezTo>
                <a:cubicBezTo>
                  <a:pt x="256032" y="36762"/>
                  <a:pt x="255793" y="36762"/>
                  <a:pt x="255315" y="37001"/>
                </a:cubicBezTo>
                <a:cubicBezTo>
                  <a:pt x="247667" y="46070"/>
                  <a:pt x="240019" y="55139"/>
                  <a:pt x="232371" y="63970"/>
                </a:cubicBezTo>
                <a:cubicBezTo>
                  <a:pt x="258422" y="81154"/>
                  <a:pt x="283995" y="98815"/>
                  <a:pt x="310046" y="115760"/>
                </a:cubicBezTo>
                <a:cubicBezTo>
                  <a:pt x="313631" y="106214"/>
                  <a:pt x="316260" y="95951"/>
                  <a:pt x="316977" y="84972"/>
                </a:cubicBezTo>
                <a:cubicBezTo>
                  <a:pt x="318411" y="55259"/>
                  <a:pt x="311778" y="26216"/>
                  <a:pt x="287299" y="26037"/>
                </a:cubicBezTo>
                <a:close/>
                <a:moveTo>
                  <a:pt x="289820" y="0"/>
                </a:moveTo>
                <a:cubicBezTo>
                  <a:pt x="328135" y="-22"/>
                  <a:pt x="346553" y="46070"/>
                  <a:pt x="340637" y="96190"/>
                </a:cubicBezTo>
                <a:cubicBezTo>
                  <a:pt x="334424" y="147503"/>
                  <a:pt x="296662" y="192372"/>
                  <a:pt x="270611" y="234854"/>
                </a:cubicBezTo>
                <a:cubicBezTo>
                  <a:pt x="236195" y="291418"/>
                  <a:pt x="202018" y="347504"/>
                  <a:pt x="152306" y="391658"/>
                </a:cubicBezTo>
                <a:cubicBezTo>
                  <a:pt x="132469" y="429128"/>
                  <a:pt x="77738" y="457529"/>
                  <a:pt x="40693" y="482589"/>
                </a:cubicBezTo>
                <a:cubicBezTo>
                  <a:pt x="177640" y="480441"/>
                  <a:pt x="314587" y="493807"/>
                  <a:pt x="451533" y="489272"/>
                </a:cubicBezTo>
                <a:cubicBezTo>
                  <a:pt x="469219" y="488795"/>
                  <a:pt x="581071" y="472565"/>
                  <a:pt x="567687" y="516241"/>
                </a:cubicBezTo>
                <a:cubicBezTo>
                  <a:pt x="564580" y="525788"/>
                  <a:pt x="549284" y="529845"/>
                  <a:pt x="544504" y="519344"/>
                </a:cubicBezTo>
                <a:cubicBezTo>
                  <a:pt x="541636" y="512900"/>
                  <a:pt x="357606" y="522446"/>
                  <a:pt x="345178" y="522446"/>
                </a:cubicBezTo>
                <a:cubicBezTo>
                  <a:pt x="234761" y="522446"/>
                  <a:pt x="122431" y="519582"/>
                  <a:pt x="12491" y="507888"/>
                </a:cubicBezTo>
                <a:cubicBezTo>
                  <a:pt x="4126" y="506933"/>
                  <a:pt x="63" y="499773"/>
                  <a:pt x="780" y="493568"/>
                </a:cubicBezTo>
                <a:cubicBezTo>
                  <a:pt x="302" y="492136"/>
                  <a:pt x="-176" y="490465"/>
                  <a:pt x="63" y="488556"/>
                </a:cubicBezTo>
                <a:cubicBezTo>
                  <a:pt x="8667" y="421491"/>
                  <a:pt x="29699" y="356574"/>
                  <a:pt x="44039" y="290702"/>
                </a:cubicBezTo>
                <a:cubicBezTo>
                  <a:pt x="44756" y="288077"/>
                  <a:pt x="46429" y="286406"/>
                  <a:pt x="48341" y="285929"/>
                </a:cubicBezTo>
                <a:cubicBezTo>
                  <a:pt x="69851" y="232945"/>
                  <a:pt x="105223" y="183780"/>
                  <a:pt x="138205" y="137479"/>
                </a:cubicBezTo>
                <a:cubicBezTo>
                  <a:pt x="166646" y="97860"/>
                  <a:pt x="198672" y="46309"/>
                  <a:pt x="241453" y="20771"/>
                </a:cubicBezTo>
                <a:cubicBezTo>
                  <a:pt x="242409" y="19339"/>
                  <a:pt x="243365" y="18146"/>
                  <a:pt x="245038" y="16953"/>
                </a:cubicBezTo>
                <a:cubicBezTo>
                  <a:pt x="262066" y="5139"/>
                  <a:pt x="277049" y="7"/>
                  <a:pt x="289820" y="0"/>
                </a:cubicBezTo>
                <a:close/>
              </a:path>
            </a:pathLst>
          </a:custGeom>
          <a:solidFill>
            <a:schemeClr val="bg1"/>
          </a:solidFill>
          <a:ln>
            <a:no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255" y="237834"/>
            <a:ext cx="8168208" cy="790865"/>
          </a:xfrm>
        </p:spPr>
        <p:txBody>
          <a:bodyPr/>
          <a:lstStyle/>
          <a:p>
            <a:r>
              <a:rPr lang="zh-CN" altLang="en-US" dirty="0">
                <a:latin typeface="+mn-lt"/>
                <a:ea typeface="+mn-ea"/>
                <a:cs typeface="+mn-ea"/>
                <a:sym typeface="+mn-lt"/>
              </a:rPr>
              <a:t>项目文档</a:t>
            </a:r>
            <a:endParaRPr lang="zh-CN" altLang="en-US" dirty="0">
              <a:latin typeface="+mn-lt"/>
              <a:ea typeface="+mn-ea"/>
              <a:cs typeface="+mn-ea"/>
              <a:sym typeface="+mn-lt"/>
            </a:endParaRPr>
          </a:p>
        </p:txBody>
      </p:sp>
      <p:sp>
        <p:nvSpPr>
          <p:cNvPr id="3" name="灯片编号占位符 2"/>
          <p:cNvSpPr>
            <a:spLocks noGrp="1"/>
          </p:cNvSpPr>
          <p:nvPr>
            <p:ph type="sldNum" sz="quarter" idx="12"/>
          </p:nvPr>
        </p:nvSpPr>
        <p:spPr/>
        <p:txBody>
          <a:bodyPr/>
          <a:lstStyle/>
          <a:p>
            <a:fld id="{2515AB8F-1C56-49E9-90C8-78D22B0C1B97}" type="slidenum">
              <a:rPr lang="zh-CN" altLang="en-US" smtClean="0">
                <a:cs typeface="+mn-ea"/>
                <a:sym typeface="+mn-lt"/>
              </a:rPr>
            </a:fld>
            <a:endParaRPr lang="zh-CN" altLang="en-US" dirty="0">
              <a:cs typeface="+mn-ea"/>
              <a:sym typeface="+mn-lt"/>
            </a:endParaRPr>
          </a:p>
        </p:txBody>
      </p:sp>
      <p:sp>
        <p:nvSpPr>
          <p:cNvPr id="9" name="矩形 8"/>
          <p:cNvSpPr/>
          <p:nvPr>
            <p:custDataLst>
              <p:tags r:id="rId1"/>
            </p:custDataLst>
          </p:nvPr>
        </p:nvSpPr>
        <p:spPr>
          <a:xfrm>
            <a:off x="7903845" y="1028700"/>
            <a:ext cx="3599815" cy="4695825"/>
          </a:xfrm>
          <a:prstGeom prst="rect">
            <a:avLst/>
          </a:prstGeom>
          <a:noFill/>
          <a:ln>
            <a:solidFill>
              <a:schemeClr val="accent1"/>
            </a:solidFill>
          </a:ln>
          <a:effectLst>
            <a:outerShdw blurRad="127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iṥ1íďe"/>
          <p:cNvSpPr/>
          <p:nvPr>
            <p:custDataLst>
              <p:tags r:id="rId2"/>
            </p:custDataLst>
          </p:nvPr>
        </p:nvSpPr>
        <p:spPr>
          <a:xfrm flipH="1">
            <a:off x="1333737" y="1727224"/>
            <a:ext cx="2289573" cy="560065"/>
          </a:xfrm>
          <a:prstGeom prst="rect">
            <a:avLst/>
          </a:prstGeom>
          <a:scene3d>
            <a:camera prst="perspectiveLeft">
              <a:rot lat="0" lon="0" rev="0"/>
            </a:camera>
            <a:lightRig rig="threePt" dir="t"/>
          </a:scene3d>
        </p:spPr>
        <p:txBody>
          <a:bodyPr wrap="square" lIns="91440" tIns="45720" rIns="91440" bIns="45720" anchor="ctr">
            <a:normAutofit fontScale="9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30000"/>
              </a:lnSpc>
            </a:pPr>
            <a:r>
              <a:rPr lang="zh-CN" altLang="en-US" sz="2400" b="1" dirty="0">
                <a:cs typeface="+mn-ea"/>
                <a:sym typeface="+mn-lt"/>
              </a:rPr>
              <a:t>需求说明书</a:t>
            </a:r>
            <a:endParaRPr lang="zh-CN" altLang="en-US" sz="2400" b="1" dirty="0">
              <a:cs typeface="+mn-ea"/>
              <a:sym typeface="+mn-lt"/>
            </a:endParaRPr>
          </a:p>
        </p:txBody>
      </p:sp>
      <p:sp>
        <p:nvSpPr>
          <p:cNvPr id="22" name="light-bulb_62830"/>
          <p:cNvSpPr>
            <a:spLocks noChangeAspect="1"/>
          </p:cNvSpPr>
          <p:nvPr>
            <p:custDataLst>
              <p:tags r:id="rId3"/>
            </p:custDataLst>
          </p:nvPr>
        </p:nvSpPr>
        <p:spPr bwMode="auto">
          <a:xfrm>
            <a:off x="5846397" y="1225501"/>
            <a:ext cx="504163" cy="504000"/>
          </a:xfrm>
          <a:custGeom>
            <a:avLst/>
            <a:gdLst>
              <a:gd name="connsiteX0" fmla="*/ 291327 w 608430"/>
              <a:gd name="connsiteY0" fmla="*/ 232337 h 608239"/>
              <a:gd name="connsiteX1" fmla="*/ 296219 w 608430"/>
              <a:gd name="connsiteY1" fmla="*/ 235039 h 608239"/>
              <a:gd name="connsiteX2" fmla="*/ 304232 w 608430"/>
              <a:gd name="connsiteY2" fmla="*/ 238780 h 608239"/>
              <a:gd name="connsiteX3" fmla="*/ 312246 w 608430"/>
              <a:gd name="connsiteY3" fmla="*/ 235039 h 608239"/>
              <a:gd name="connsiteX4" fmla="*/ 317241 w 608430"/>
              <a:gd name="connsiteY4" fmla="*/ 232337 h 608239"/>
              <a:gd name="connsiteX5" fmla="*/ 323173 w 608430"/>
              <a:gd name="connsiteY5" fmla="*/ 235454 h 608239"/>
              <a:gd name="connsiteX6" fmla="*/ 325359 w 608430"/>
              <a:gd name="connsiteY6" fmla="*/ 242936 h 608239"/>
              <a:gd name="connsiteX7" fmla="*/ 304232 w 608430"/>
              <a:gd name="connsiteY7" fmla="*/ 363165 h 608239"/>
              <a:gd name="connsiteX8" fmla="*/ 283106 w 608430"/>
              <a:gd name="connsiteY8" fmla="*/ 243040 h 608239"/>
              <a:gd name="connsiteX9" fmla="*/ 285499 w 608430"/>
              <a:gd name="connsiteY9" fmla="*/ 235454 h 608239"/>
              <a:gd name="connsiteX10" fmla="*/ 291327 w 608430"/>
              <a:gd name="connsiteY10" fmla="*/ 232337 h 608239"/>
              <a:gd name="connsiteX11" fmla="*/ 304233 w 608430"/>
              <a:gd name="connsiteY11" fmla="*/ 124019 h 608239"/>
              <a:gd name="connsiteX12" fmla="*/ 408192 w 608430"/>
              <a:gd name="connsiteY12" fmla="*/ 220890 h 608239"/>
              <a:gd name="connsiteX13" fmla="*/ 375724 w 608430"/>
              <a:gd name="connsiteY13" fmla="*/ 308406 h 608239"/>
              <a:gd name="connsiteX14" fmla="*/ 338366 w 608430"/>
              <a:gd name="connsiteY14" fmla="*/ 389063 h 608239"/>
              <a:gd name="connsiteX15" fmla="*/ 320779 w 608430"/>
              <a:gd name="connsiteY15" fmla="*/ 389063 h 608239"/>
              <a:gd name="connsiteX16" fmla="*/ 345858 w 608430"/>
              <a:gd name="connsiteY16" fmla="*/ 246459 h 608239"/>
              <a:gd name="connsiteX17" fmla="*/ 345962 w 608430"/>
              <a:gd name="connsiteY17" fmla="*/ 246147 h 608239"/>
              <a:gd name="connsiteX18" fmla="*/ 338990 w 608430"/>
              <a:gd name="connsiteY18" fmla="*/ 221825 h 608239"/>
              <a:gd name="connsiteX19" fmla="*/ 317241 w 608430"/>
              <a:gd name="connsiteY19" fmla="*/ 211535 h 608239"/>
              <a:gd name="connsiteX20" fmla="*/ 304233 w 608430"/>
              <a:gd name="connsiteY20" fmla="*/ 214965 h 608239"/>
              <a:gd name="connsiteX21" fmla="*/ 291329 w 608430"/>
              <a:gd name="connsiteY21" fmla="*/ 211535 h 608239"/>
              <a:gd name="connsiteX22" fmla="*/ 269788 w 608430"/>
              <a:gd name="connsiteY22" fmla="*/ 221929 h 608239"/>
              <a:gd name="connsiteX23" fmla="*/ 262503 w 608430"/>
              <a:gd name="connsiteY23" fmla="*/ 246147 h 608239"/>
              <a:gd name="connsiteX24" fmla="*/ 262607 w 608430"/>
              <a:gd name="connsiteY24" fmla="*/ 246459 h 608239"/>
              <a:gd name="connsiteX25" fmla="*/ 287687 w 608430"/>
              <a:gd name="connsiteY25" fmla="*/ 389063 h 608239"/>
              <a:gd name="connsiteX26" fmla="*/ 270204 w 608430"/>
              <a:gd name="connsiteY26" fmla="*/ 389063 h 608239"/>
              <a:gd name="connsiteX27" fmla="*/ 232845 w 608430"/>
              <a:gd name="connsiteY27" fmla="*/ 308303 h 608239"/>
              <a:gd name="connsiteX28" fmla="*/ 200377 w 608430"/>
              <a:gd name="connsiteY28" fmla="*/ 220890 h 608239"/>
              <a:gd name="connsiteX29" fmla="*/ 304233 w 608430"/>
              <a:gd name="connsiteY29" fmla="*/ 124019 h 608239"/>
              <a:gd name="connsiteX30" fmla="*/ 304195 w 608430"/>
              <a:gd name="connsiteY30" fmla="*/ 89961 h 608239"/>
              <a:gd name="connsiteX31" fmla="*/ 166184 w 608430"/>
              <a:gd name="connsiteY31" fmla="*/ 220907 h 608239"/>
              <a:gd name="connsiteX32" fmla="*/ 204590 w 608430"/>
              <a:gd name="connsiteY32" fmla="*/ 327535 h 608239"/>
              <a:gd name="connsiteX33" fmla="*/ 237688 w 608430"/>
              <a:gd name="connsiteY33" fmla="*/ 406623 h 608239"/>
              <a:gd name="connsiteX34" fmla="*/ 251114 w 608430"/>
              <a:gd name="connsiteY34" fmla="*/ 422731 h 608239"/>
              <a:gd name="connsiteX35" fmla="*/ 239041 w 608430"/>
              <a:gd name="connsiteY35" fmla="*/ 438944 h 608239"/>
              <a:gd name="connsiteX36" fmla="*/ 248720 w 608430"/>
              <a:gd name="connsiteY36" fmla="*/ 454325 h 608239"/>
              <a:gd name="connsiteX37" fmla="*/ 239041 w 608430"/>
              <a:gd name="connsiteY37" fmla="*/ 469602 h 608239"/>
              <a:gd name="connsiteX38" fmla="*/ 256110 w 608430"/>
              <a:gd name="connsiteY38" fmla="*/ 486646 h 608239"/>
              <a:gd name="connsiteX39" fmla="*/ 266518 w 608430"/>
              <a:gd name="connsiteY39" fmla="*/ 486646 h 608239"/>
              <a:gd name="connsiteX40" fmla="*/ 304195 w 608430"/>
              <a:gd name="connsiteY40" fmla="*/ 518135 h 608239"/>
              <a:gd name="connsiteX41" fmla="*/ 341977 w 608430"/>
              <a:gd name="connsiteY41" fmla="*/ 486646 h 608239"/>
              <a:gd name="connsiteX42" fmla="*/ 352385 w 608430"/>
              <a:gd name="connsiteY42" fmla="*/ 486646 h 608239"/>
              <a:gd name="connsiteX43" fmla="*/ 369454 w 608430"/>
              <a:gd name="connsiteY43" fmla="*/ 469602 h 608239"/>
              <a:gd name="connsiteX44" fmla="*/ 359774 w 608430"/>
              <a:gd name="connsiteY44" fmla="*/ 454325 h 608239"/>
              <a:gd name="connsiteX45" fmla="*/ 369454 w 608430"/>
              <a:gd name="connsiteY45" fmla="*/ 438944 h 608239"/>
              <a:gd name="connsiteX46" fmla="*/ 357485 w 608430"/>
              <a:gd name="connsiteY46" fmla="*/ 422731 h 608239"/>
              <a:gd name="connsiteX47" fmla="*/ 370911 w 608430"/>
              <a:gd name="connsiteY47" fmla="*/ 406623 h 608239"/>
              <a:gd name="connsiteX48" fmla="*/ 403905 w 608430"/>
              <a:gd name="connsiteY48" fmla="*/ 327535 h 608239"/>
              <a:gd name="connsiteX49" fmla="*/ 442206 w 608430"/>
              <a:gd name="connsiteY49" fmla="*/ 220907 h 608239"/>
              <a:gd name="connsiteX50" fmla="*/ 304195 w 608430"/>
              <a:gd name="connsiteY50" fmla="*/ 89961 h 608239"/>
              <a:gd name="connsiteX51" fmla="*/ 341872 w 608430"/>
              <a:gd name="connsiteY51" fmla="*/ 65 h 608239"/>
              <a:gd name="connsiteX52" fmla="*/ 347077 w 608430"/>
              <a:gd name="connsiteY52" fmla="*/ 3598 h 608239"/>
              <a:gd name="connsiteX53" fmla="*/ 401719 w 608430"/>
              <a:gd name="connsiteY53" fmla="*/ 46416 h 608239"/>
              <a:gd name="connsiteX54" fmla="*/ 443351 w 608430"/>
              <a:gd name="connsiteY54" fmla="*/ 34776 h 608239"/>
              <a:gd name="connsiteX55" fmla="*/ 449700 w 608430"/>
              <a:gd name="connsiteY55" fmla="*/ 34984 h 608239"/>
              <a:gd name="connsiteX56" fmla="*/ 453239 w 608430"/>
              <a:gd name="connsiteY56" fmla="*/ 40284 h 608239"/>
              <a:gd name="connsiteX57" fmla="*/ 515479 w 608430"/>
              <a:gd name="connsiteY57" fmla="*/ 103471 h 608239"/>
              <a:gd name="connsiteX58" fmla="*/ 529946 w 608430"/>
              <a:gd name="connsiteY58" fmla="*/ 102744 h 608239"/>
              <a:gd name="connsiteX59" fmla="*/ 535879 w 608430"/>
              <a:gd name="connsiteY59" fmla="*/ 105134 h 608239"/>
              <a:gd name="connsiteX60" fmla="*/ 537336 w 608430"/>
              <a:gd name="connsiteY60" fmla="*/ 111369 h 608239"/>
              <a:gd name="connsiteX61" fmla="*/ 539314 w 608430"/>
              <a:gd name="connsiteY61" fmla="*/ 167905 h 608239"/>
              <a:gd name="connsiteX62" fmla="*/ 587191 w 608430"/>
              <a:gd name="connsiteY62" fmla="*/ 198251 h 608239"/>
              <a:gd name="connsiteX63" fmla="*/ 591770 w 608430"/>
              <a:gd name="connsiteY63" fmla="*/ 202616 h 608239"/>
              <a:gd name="connsiteX64" fmla="*/ 590938 w 608430"/>
              <a:gd name="connsiteY64" fmla="*/ 208852 h 608239"/>
              <a:gd name="connsiteX65" fmla="*/ 605821 w 608430"/>
              <a:gd name="connsiteY65" fmla="*/ 310076 h 608239"/>
              <a:gd name="connsiteX66" fmla="*/ 608423 w 608430"/>
              <a:gd name="connsiteY66" fmla="*/ 315896 h 608239"/>
              <a:gd name="connsiteX67" fmla="*/ 605301 w 608430"/>
              <a:gd name="connsiteY67" fmla="*/ 321300 h 608239"/>
              <a:gd name="connsiteX68" fmla="*/ 582403 w 608430"/>
              <a:gd name="connsiteY68" fmla="*/ 420029 h 608239"/>
              <a:gd name="connsiteX69" fmla="*/ 582715 w 608430"/>
              <a:gd name="connsiteY69" fmla="*/ 426369 h 608239"/>
              <a:gd name="connsiteX70" fmla="*/ 577719 w 608430"/>
              <a:gd name="connsiteY70" fmla="*/ 430318 h 608239"/>
              <a:gd name="connsiteX71" fmla="*/ 527865 w 608430"/>
              <a:gd name="connsiteY71" fmla="*/ 456507 h 608239"/>
              <a:gd name="connsiteX72" fmla="*/ 521412 w 608430"/>
              <a:gd name="connsiteY72" fmla="*/ 511796 h 608239"/>
              <a:gd name="connsiteX73" fmla="*/ 521620 w 608430"/>
              <a:gd name="connsiteY73" fmla="*/ 513666 h 608239"/>
              <a:gd name="connsiteX74" fmla="*/ 514751 w 608430"/>
              <a:gd name="connsiteY74" fmla="*/ 520526 h 608239"/>
              <a:gd name="connsiteX75" fmla="*/ 513502 w 608430"/>
              <a:gd name="connsiteY75" fmla="*/ 520422 h 608239"/>
              <a:gd name="connsiteX76" fmla="*/ 490396 w 608430"/>
              <a:gd name="connsiteY76" fmla="*/ 518239 h 608239"/>
              <a:gd name="connsiteX77" fmla="*/ 432110 w 608430"/>
              <a:gd name="connsiteY77" fmla="*/ 576749 h 608239"/>
              <a:gd name="connsiteX78" fmla="*/ 428155 w 608430"/>
              <a:gd name="connsiteY78" fmla="*/ 581738 h 608239"/>
              <a:gd name="connsiteX79" fmla="*/ 421806 w 608430"/>
              <a:gd name="connsiteY79" fmla="*/ 581426 h 608239"/>
              <a:gd name="connsiteX80" fmla="*/ 377052 w 608430"/>
              <a:gd name="connsiteY80" fmla="*/ 566461 h 608239"/>
              <a:gd name="connsiteX81" fmla="*/ 323242 w 608430"/>
              <a:gd name="connsiteY81" fmla="*/ 605017 h 608239"/>
              <a:gd name="connsiteX82" fmla="*/ 321889 w 608430"/>
              <a:gd name="connsiteY82" fmla="*/ 606576 h 608239"/>
              <a:gd name="connsiteX83" fmla="*/ 320120 w 608430"/>
              <a:gd name="connsiteY83" fmla="*/ 607615 h 608239"/>
              <a:gd name="connsiteX84" fmla="*/ 320016 w 608430"/>
              <a:gd name="connsiteY84" fmla="*/ 607719 h 608239"/>
              <a:gd name="connsiteX85" fmla="*/ 319703 w 608430"/>
              <a:gd name="connsiteY85" fmla="*/ 607823 h 608239"/>
              <a:gd name="connsiteX86" fmla="*/ 317830 w 608430"/>
              <a:gd name="connsiteY86" fmla="*/ 608135 h 608239"/>
              <a:gd name="connsiteX87" fmla="*/ 317414 w 608430"/>
              <a:gd name="connsiteY87" fmla="*/ 608239 h 608239"/>
              <a:gd name="connsiteX88" fmla="*/ 315852 w 608430"/>
              <a:gd name="connsiteY88" fmla="*/ 608031 h 608239"/>
              <a:gd name="connsiteX89" fmla="*/ 315124 w 608430"/>
              <a:gd name="connsiteY89" fmla="*/ 607823 h 608239"/>
              <a:gd name="connsiteX90" fmla="*/ 313771 w 608430"/>
              <a:gd name="connsiteY90" fmla="*/ 607096 h 608239"/>
              <a:gd name="connsiteX91" fmla="*/ 313667 w 608430"/>
              <a:gd name="connsiteY91" fmla="*/ 607096 h 608239"/>
              <a:gd name="connsiteX92" fmla="*/ 311897 w 608430"/>
              <a:gd name="connsiteY92" fmla="*/ 605537 h 608239"/>
              <a:gd name="connsiteX93" fmla="*/ 261210 w 608430"/>
              <a:gd name="connsiteY93" fmla="*/ 572488 h 608239"/>
              <a:gd name="connsiteX94" fmla="*/ 214374 w 608430"/>
              <a:gd name="connsiteY94" fmla="*/ 592546 h 608239"/>
              <a:gd name="connsiteX95" fmla="*/ 208025 w 608430"/>
              <a:gd name="connsiteY95" fmla="*/ 593585 h 608239"/>
              <a:gd name="connsiteX96" fmla="*/ 203549 w 608430"/>
              <a:gd name="connsiteY96" fmla="*/ 589117 h 608239"/>
              <a:gd name="connsiteX97" fmla="*/ 146825 w 608430"/>
              <a:gd name="connsiteY97" fmla="*/ 536114 h 608239"/>
              <a:gd name="connsiteX98" fmla="*/ 115497 w 608430"/>
              <a:gd name="connsiteY98" fmla="*/ 540999 h 608239"/>
              <a:gd name="connsiteX99" fmla="*/ 109252 w 608430"/>
              <a:gd name="connsiteY99" fmla="*/ 539752 h 608239"/>
              <a:gd name="connsiteX100" fmla="*/ 106754 w 608430"/>
              <a:gd name="connsiteY100" fmla="*/ 533828 h 608239"/>
              <a:gd name="connsiteX101" fmla="*/ 94889 w 608430"/>
              <a:gd name="connsiteY101" fmla="*/ 479163 h 608239"/>
              <a:gd name="connsiteX102" fmla="*/ 42745 w 608430"/>
              <a:gd name="connsiteY102" fmla="*/ 458586 h 608239"/>
              <a:gd name="connsiteX103" fmla="*/ 37332 w 608430"/>
              <a:gd name="connsiteY103" fmla="*/ 455260 h 608239"/>
              <a:gd name="connsiteX104" fmla="*/ 37020 w 608430"/>
              <a:gd name="connsiteY104" fmla="*/ 448817 h 608239"/>
              <a:gd name="connsiteX105" fmla="*/ 45243 w 608430"/>
              <a:gd name="connsiteY105" fmla="*/ 392489 h 608239"/>
              <a:gd name="connsiteX106" fmla="*/ 3818 w 608430"/>
              <a:gd name="connsiteY106" fmla="*/ 353309 h 608239"/>
              <a:gd name="connsiteX107" fmla="*/ 71 w 608430"/>
              <a:gd name="connsiteY107" fmla="*/ 348113 h 608239"/>
              <a:gd name="connsiteX108" fmla="*/ 2153 w 608430"/>
              <a:gd name="connsiteY108" fmla="*/ 342189 h 608239"/>
              <a:gd name="connsiteX109" fmla="*/ 30359 w 608430"/>
              <a:gd name="connsiteY109" fmla="*/ 292304 h 608239"/>
              <a:gd name="connsiteX110" fmla="*/ 6108 w 608430"/>
              <a:gd name="connsiteY110" fmla="*/ 240341 h 608239"/>
              <a:gd name="connsiteX111" fmla="*/ 4547 w 608430"/>
              <a:gd name="connsiteY111" fmla="*/ 234210 h 608239"/>
              <a:gd name="connsiteX112" fmla="*/ 8710 w 608430"/>
              <a:gd name="connsiteY112" fmla="*/ 229325 h 608239"/>
              <a:gd name="connsiteX113" fmla="*/ 52944 w 608430"/>
              <a:gd name="connsiteY113" fmla="*/ 193887 h 608239"/>
              <a:gd name="connsiteX114" fmla="*/ 48989 w 608430"/>
              <a:gd name="connsiteY114" fmla="*/ 137351 h 608239"/>
              <a:gd name="connsiteX115" fmla="*/ 49822 w 608430"/>
              <a:gd name="connsiteY115" fmla="*/ 131011 h 608239"/>
              <a:gd name="connsiteX116" fmla="*/ 55442 w 608430"/>
              <a:gd name="connsiteY116" fmla="*/ 127998 h 608239"/>
              <a:gd name="connsiteX117" fmla="*/ 124656 w 608430"/>
              <a:gd name="connsiteY117" fmla="*/ 58159 h 608239"/>
              <a:gd name="connsiteX118" fmla="*/ 127674 w 608430"/>
              <a:gd name="connsiteY118" fmla="*/ 52443 h 608239"/>
              <a:gd name="connsiteX119" fmla="*/ 133919 w 608430"/>
              <a:gd name="connsiteY119" fmla="*/ 51612 h 608239"/>
              <a:gd name="connsiteX120" fmla="*/ 170139 w 608430"/>
              <a:gd name="connsiteY120" fmla="*/ 58991 h 608239"/>
              <a:gd name="connsiteX121" fmla="*/ 225614 w 608430"/>
              <a:gd name="connsiteY121" fmla="*/ 10250 h 608239"/>
              <a:gd name="connsiteX122" fmla="*/ 230402 w 608430"/>
              <a:gd name="connsiteY122" fmla="*/ 6092 h 608239"/>
              <a:gd name="connsiteX123" fmla="*/ 236543 w 608430"/>
              <a:gd name="connsiteY123" fmla="*/ 7651 h 608239"/>
              <a:gd name="connsiteX124" fmla="*/ 285357 w 608430"/>
              <a:gd name="connsiteY124" fmla="*/ 31346 h 608239"/>
              <a:gd name="connsiteX125" fmla="*/ 335836 w 608430"/>
              <a:gd name="connsiteY125" fmla="*/ 2247 h 608239"/>
              <a:gd name="connsiteX126" fmla="*/ 341872 w 608430"/>
              <a:gd name="connsiteY126" fmla="*/ 65 h 608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608430" h="608239">
                <a:moveTo>
                  <a:pt x="291327" y="232337"/>
                </a:moveTo>
                <a:cubicBezTo>
                  <a:pt x="293617" y="232337"/>
                  <a:pt x="295386" y="234000"/>
                  <a:pt x="296219" y="235039"/>
                </a:cubicBezTo>
                <a:cubicBezTo>
                  <a:pt x="298196" y="237429"/>
                  <a:pt x="301110" y="238780"/>
                  <a:pt x="304232" y="238780"/>
                </a:cubicBezTo>
                <a:cubicBezTo>
                  <a:pt x="307354" y="238780"/>
                  <a:pt x="310268" y="237429"/>
                  <a:pt x="312246" y="235039"/>
                </a:cubicBezTo>
                <a:cubicBezTo>
                  <a:pt x="313078" y="234000"/>
                  <a:pt x="314848" y="232337"/>
                  <a:pt x="317241" y="232337"/>
                </a:cubicBezTo>
                <a:cubicBezTo>
                  <a:pt x="319219" y="232337"/>
                  <a:pt x="321508" y="233480"/>
                  <a:pt x="323173" y="235454"/>
                </a:cubicBezTo>
                <a:cubicBezTo>
                  <a:pt x="324214" y="236701"/>
                  <a:pt x="325983" y="239299"/>
                  <a:pt x="325359" y="242936"/>
                </a:cubicBezTo>
                <a:lnTo>
                  <a:pt x="304232" y="363165"/>
                </a:lnTo>
                <a:lnTo>
                  <a:pt x="283106" y="243040"/>
                </a:lnTo>
                <a:cubicBezTo>
                  <a:pt x="282585" y="239299"/>
                  <a:pt x="284667" y="236494"/>
                  <a:pt x="285499" y="235454"/>
                </a:cubicBezTo>
                <a:cubicBezTo>
                  <a:pt x="287164" y="233584"/>
                  <a:pt x="289454" y="232337"/>
                  <a:pt x="291327" y="232337"/>
                </a:cubicBezTo>
                <a:close/>
                <a:moveTo>
                  <a:pt x="304233" y="124019"/>
                </a:moveTo>
                <a:cubicBezTo>
                  <a:pt x="361572" y="124019"/>
                  <a:pt x="408192" y="167465"/>
                  <a:pt x="408192" y="220890"/>
                </a:cubicBezTo>
                <a:cubicBezTo>
                  <a:pt x="408192" y="260802"/>
                  <a:pt x="393103" y="282838"/>
                  <a:pt x="375724" y="308406"/>
                </a:cubicBezTo>
                <a:cubicBezTo>
                  <a:pt x="361260" y="329610"/>
                  <a:pt x="343673" y="355283"/>
                  <a:pt x="338366" y="389063"/>
                </a:cubicBezTo>
                <a:lnTo>
                  <a:pt x="320779" y="389063"/>
                </a:lnTo>
                <a:lnTo>
                  <a:pt x="345858" y="246459"/>
                </a:lnTo>
                <a:cubicBezTo>
                  <a:pt x="345962" y="246355"/>
                  <a:pt x="345962" y="246251"/>
                  <a:pt x="345962" y="246147"/>
                </a:cubicBezTo>
                <a:cubicBezTo>
                  <a:pt x="347315" y="237416"/>
                  <a:pt x="344713" y="228581"/>
                  <a:pt x="338990" y="221825"/>
                </a:cubicBezTo>
                <a:cubicBezTo>
                  <a:pt x="333371" y="215381"/>
                  <a:pt x="325254" y="211535"/>
                  <a:pt x="317241" y="211535"/>
                </a:cubicBezTo>
                <a:cubicBezTo>
                  <a:pt x="312662" y="211535"/>
                  <a:pt x="308187" y="212783"/>
                  <a:pt x="304233" y="214965"/>
                </a:cubicBezTo>
                <a:cubicBezTo>
                  <a:pt x="300278" y="212783"/>
                  <a:pt x="295804" y="211535"/>
                  <a:pt x="291329" y="211535"/>
                </a:cubicBezTo>
                <a:cubicBezTo>
                  <a:pt x="283316" y="211535"/>
                  <a:pt x="275511" y="215277"/>
                  <a:pt x="269788" y="221929"/>
                </a:cubicBezTo>
                <a:cubicBezTo>
                  <a:pt x="263856" y="228685"/>
                  <a:pt x="261254" y="237520"/>
                  <a:pt x="262503" y="246147"/>
                </a:cubicBezTo>
                <a:cubicBezTo>
                  <a:pt x="262607" y="246251"/>
                  <a:pt x="262607" y="246355"/>
                  <a:pt x="262607" y="246459"/>
                </a:cubicBezTo>
                <a:lnTo>
                  <a:pt x="287687" y="389063"/>
                </a:lnTo>
                <a:lnTo>
                  <a:pt x="270204" y="389063"/>
                </a:lnTo>
                <a:cubicBezTo>
                  <a:pt x="264897" y="355283"/>
                  <a:pt x="247310" y="329506"/>
                  <a:pt x="232845" y="308303"/>
                </a:cubicBezTo>
                <a:cubicBezTo>
                  <a:pt x="215362" y="282838"/>
                  <a:pt x="200377" y="260802"/>
                  <a:pt x="200377" y="220890"/>
                </a:cubicBezTo>
                <a:cubicBezTo>
                  <a:pt x="200377" y="167465"/>
                  <a:pt x="246998" y="124019"/>
                  <a:pt x="304233" y="124019"/>
                </a:cubicBezTo>
                <a:close/>
                <a:moveTo>
                  <a:pt x="304195" y="89961"/>
                </a:moveTo>
                <a:cubicBezTo>
                  <a:pt x="228112" y="89961"/>
                  <a:pt x="166184" y="148783"/>
                  <a:pt x="166184" y="220907"/>
                </a:cubicBezTo>
                <a:cubicBezTo>
                  <a:pt x="166184" y="271311"/>
                  <a:pt x="185751" y="299891"/>
                  <a:pt x="204590" y="327535"/>
                </a:cubicBezTo>
                <a:cubicBezTo>
                  <a:pt x="220410" y="350503"/>
                  <a:pt x="236647" y="374406"/>
                  <a:pt x="237688" y="406623"/>
                </a:cubicBezTo>
                <a:cubicBezTo>
                  <a:pt x="237896" y="414521"/>
                  <a:pt x="243620" y="421068"/>
                  <a:pt x="251114" y="422731"/>
                </a:cubicBezTo>
                <a:cubicBezTo>
                  <a:pt x="244141" y="424810"/>
                  <a:pt x="239041" y="431357"/>
                  <a:pt x="239041" y="438944"/>
                </a:cubicBezTo>
                <a:cubicBezTo>
                  <a:pt x="239041" y="445699"/>
                  <a:pt x="242996" y="451519"/>
                  <a:pt x="248720" y="454325"/>
                </a:cubicBezTo>
                <a:cubicBezTo>
                  <a:pt x="242996" y="457027"/>
                  <a:pt x="239041" y="462847"/>
                  <a:pt x="239041" y="469602"/>
                </a:cubicBezTo>
                <a:cubicBezTo>
                  <a:pt x="239041" y="479059"/>
                  <a:pt x="246639" y="486646"/>
                  <a:pt x="256110" y="486646"/>
                </a:cubicBezTo>
                <a:lnTo>
                  <a:pt x="266518" y="486646"/>
                </a:lnTo>
                <a:cubicBezTo>
                  <a:pt x="269745" y="504521"/>
                  <a:pt x="285357" y="518135"/>
                  <a:pt x="304195" y="518135"/>
                </a:cubicBezTo>
                <a:cubicBezTo>
                  <a:pt x="323034" y="518135"/>
                  <a:pt x="338750" y="504521"/>
                  <a:pt x="341977" y="486646"/>
                </a:cubicBezTo>
                <a:lnTo>
                  <a:pt x="352385" y="486646"/>
                </a:lnTo>
                <a:cubicBezTo>
                  <a:pt x="361752" y="486646"/>
                  <a:pt x="369454" y="479059"/>
                  <a:pt x="369454" y="469602"/>
                </a:cubicBezTo>
                <a:cubicBezTo>
                  <a:pt x="369454" y="462847"/>
                  <a:pt x="365499" y="457027"/>
                  <a:pt x="359774" y="454325"/>
                </a:cubicBezTo>
                <a:cubicBezTo>
                  <a:pt x="365499" y="451519"/>
                  <a:pt x="369454" y="445699"/>
                  <a:pt x="369454" y="438944"/>
                </a:cubicBezTo>
                <a:cubicBezTo>
                  <a:pt x="369454" y="431357"/>
                  <a:pt x="364354" y="424914"/>
                  <a:pt x="357485" y="422731"/>
                </a:cubicBezTo>
                <a:cubicBezTo>
                  <a:pt x="364978" y="421172"/>
                  <a:pt x="370599" y="414625"/>
                  <a:pt x="370911" y="406623"/>
                </a:cubicBezTo>
                <a:cubicBezTo>
                  <a:pt x="371848" y="374406"/>
                  <a:pt x="388084" y="350607"/>
                  <a:pt x="403905" y="327535"/>
                </a:cubicBezTo>
                <a:cubicBezTo>
                  <a:pt x="422743" y="299891"/>
                  <a:pt x="442206" y="271311"/>
                  <a:pt x="442206" y="220907"/>
                </a:cubicBezTo>
                <a:cubicBezTo>
                  <a:pt x="442206" y="148783"/>
                  <a:pt x="380278" y="89961"/>
                  <a:pt x="304195" y="89961"/>
                </a:cubicBezTo>
                <a:close/>
                <a:moveTo>
                  <a:pt x="341872" y="65"/>
                </a:moveTo>
                <a:cubicBezTo>
                  <a:pt x="344058" y="273"/>
                  <a:pt x="346036" y="1624"/>
                  <a:pt x="347077" y="3598"/>
                </a:cubicBezTo>
                <a:cubicBezTo>
                  <a:pt x="363001" y="33217"/>
                  <a:pt x="379862" y="46416"/>
                  <a:pt x="401719" y="46416"/>
                </a:cubicBezTo>
                <a:cubicBezTo>
                  <a:pt x="413480" y="46416"/>
                  <a:pt x="427115" y="42674"/>
                  <a:pt x="443351" y="34776"/>
                </a:cubicBezTo>
                <a:cubicBezTo>
                  <a:pt x="445329" y="33841"/>
                  <a:pt x="447723" y="33945"/>
                  <a:pt x="449700" y="34984"/>
                </a:cubicBezTo>
                <a:cubicBezTo>
                  <a:pt x="451678" y="36127"/>
                  <a:pt x="453031" y="38102"/>
                  <a:pt x="453239" y="40284"/>
                </a:cubicBezTo>
                <a:cubicBezTo>
                  <a:pt x="458131" y="85180"/>
                  <a:pt x="476241" y="103471"/>
                  <a:pt x="515479" y="103471"/>
                </a:cubicBezTo>
                <a:cubicBezTo>
                  <a:pt x="519955" y="103471"/>
                  <a:pt x="524846" y="103263"/>
                  <a:pt x="529946" y="102744"/>
                </a:cubicBezTo>
                <a:cubicBezTo>
                  <a:pt x="532132" y="102536"/>
                  <a:pt x="534422" y="103471"/>
                  <a:pt x="535879" y="105134"/>
                </a:cubicBezTo>
                <a:cubicBezTo>
                  <a:pt x="537336" y="106901"/>
                  <a:pt x="537856" y="109187"/>
                  <a:pt x="537336" y="111369"/>
                </a:cubicBezTo>
                <a:cubicBezTo>
                  <a:pt x="530883" y="136416"/>
                  <a:pt x="531508" y="154291"/>
                  <a:pt x="539314" y="167905"/>
                </a:cubicBezTo>
                <a:cubicBezTo>
                  <a:pt x="547120" y="181415"/>
                  <a:pt x="562315" y="190977"/>
                  <a:pt x="587191" y="198251"/>
                </a:cubicBezTo>
                <a:cubicBezTo>
                  <a:pt x="589272" y="198875"/>
                  <a:pt x="591042" y="200434"/>
                  <a:pt x="591770" y="202616"/>
                </a:cubicBezTo>
                <a:cubicBezTo>
                  <a:pt x="592499" y="204695"/>
                  <a:pt x="592187" y="206981"/>
                  <a:pt x="590938" y="208852"/>
                </a:cubicBezTo>
                <a:cubicBezTo>
                  <a:pt x="561483" y="251046"/>
                  <a:pt x="565542" y="278482"/>
                  <a:pt x="605821" y="310076"/>
                </a:cubicBezTo>
                <a:cubicBezTo>
                  <a:pt x="607486" y="311531"/>
                  <a:pt x="608527" y="313609"/>
                  <a:pt x="608423" y="315896"/>
                </a:cubicBezTo>
                <a:cubicBezTo>
                  <a:pt x="608319" y="318078"/>
                  <a:pt x="607174" y="320156"/>
                  <a:pt x="605301" y="321300"/>
                </a:cubicBezTo>
                <a:cubicBezTo>
                  <a:pt x="563044" y="349048"/>
                  <a:pt x="556591" y="376692"/>
                  <a:pt x="582403" y="420029"/>
                </a:cubicBezTo>
                <a:cubicBezTo>
                  <a:pt x="583548" y="421900"/>
                  <a:pt x="583652" y="424290"/>
                  <a:pt x="582715" y="426369"/>
                </a:cubicBezTo>
                <a:cubicBezTo>
                  <a:pt x="581778" y="428343"/>
                  <a:pt x="580009" y="429902"/>
                  <a:pt x="577719" y="430318"/>
                </a:cubicBezTo>
                <a:cubicBezTo>
                  <a:pt x="552428" y="435410"/>
                  <a:pt x="536607" y="443724"/>
                  <a:pt x="527865" y="456507"/>
                </a:cubicBezTo>
                <a:cubicBezTo>
                  <a:pt x="519122" y="469186"/>
                  <a:pt x="517144" y="486750"/>
                  <a:pt x="521412" y="511796"/>
                </a:cubicBezTo>
                <a:cubicBezTo>
                  <a:pt x="521620" y="512419"/>
                  <a:pt x="521620" y="513043"/>
                  <a:pt x="521620" y="513666"/>
                </a:cubicBezTo>
                <a:cubicBezTo>
                  <a:pt x="521620" y="517512"/>
                  <a:pt x="518602" y="520526"/>
                  <a:pt x="514751" y="520526"/>
                </a:cubicBezTo>
                <a:cubicBezTo>
                  <a:pt x="514334" y="520526"/>
                  <a:pt x="513918" y="520526"/>
                  <a:pt x="513502" y="520422"/>
                </a:cubicBezTo>
                <a:cubicBezTo>
                  <a:pt x="505071" y="518967"/>
                  <a:pt x="497265" y="518239"/>
                  <a:pt x="490396" y="518239"/>
                </a:cubicBezTo>
                <a:cubicBezTo>
                  <a:pt x="456986" y="518239"/>
                  <a:pt x="440125" y="535179"/>
                  <a:pt x="432110" y="576749"/>
                </a:cubicBezTo>
                <a:cubicBezTo>
                  <a:pt x="431694" y="578932"/>
                  <a:pt x="430237" y="580803"/>
                  <a:pt x="428155" y="581738"/>
                </a:cubicBezTo>
                <a:cubicBezTo>
                  <a:pt x="426178" y="582673"/>
                  <a:pt x="423784" y="582569"/>
                  <a:pt x="421806" y="581426"/>
                </a:cubicBezTo>
                <a:cubicBezTo>
                  <a:pt x="404425" y="571345"/>
                  <a:pt x="389854" y="566461"/>
                  <a:pt x="377052" y="566461"/>
                </a:cubicBezTo>
                <a:cubicBezTo>
                  <a:pt x="357381" y="566461"/>
                  <a:pt x="340311" y="578724"/>
                  <a:pt x="323242" y="605017"/>
                </a:cubicBezTo>
                <a:cubicBezTo>
                  <a:pt x="322826" y="605641"/>
                  <a:pt x="322409" y="606160"/>
                  <a:pt x="321889" y="606576"/>
                </a:cubicBezTo>
                <a:cubicBezTo>
                  <a:pt x="321369" y="606992"/>
                  <a:pt x="320744" y="607408"/>
                  <a:pt x="320120" y="607615"/>
                </a:cubicBezTo>
                <a:cubicBezTo>
                  <a:pt x="320016" y="607719"/>
                  <a:pt x="320016" y="607719"/>
                  <a:pt x="320016" y="607719"/>
                </a:cubicBezTo>
                <a:cubicBezTo>
                  <a:pt x="319911" y="607719"/>
                  <a:pt x="319807" y="607719"/>
                  <a:pt x="319703" y="607823"/>
                </a:cubicBezTo>
                <a:cubicBezTo>
                  <a:pt x="319079" y="608031"/>
                  <a:pt x="318454" y="608135"/>
                  <a:pt x="317830" y="608135"/>
                </a:cubicBezTo>
                <a:cubicBezTo>
                  <a:pt x="317622" y="608239"/>
                  <a:pt x="317518" y="608239"/>
                  <a:pt x="317414" y="608239"/>
                </a:cubicBezTo>
                <a:cubicBezTo>
                  <a:pt x="316893" y="608239"/>
                  <a:pt x="316373" y="608135"/>
                  <a:pt x="315852" y="608031"/>
                </a:cubicBezTo>
                <a:cubicBezTo>
                  <a:pt x="315540" y="607927"/>
                  <a:pt x="315332" y="607927"/>
                  <a:pt x="315124" y="607823"/>
                </a:cubicBezTo>
                <a:cubicBezTo>
                  <a:pt x="314603" y="607615"/>
                  <a:pt x="314187" y="607408"/>
                  <a:pt x="313771" y="607096"/>
                </a:cubicBezTo>
                <a:cubicBezTo>
                  <a:pt x="313771" y="607096"/>
                  <a:pt x="313667" y="607096"/>
                  <a:pt x="313667" y="607096"/>
                </a:cubicBezTo>
                <a:cubicBezTo>
                  <a:pt x="313042" y="606680"/>
                  <a:pt x="312418" y="606160"/>
                  <a:pt x="311897" y="605537"/>
                </a:cubicBezTo>
                <a:cubicBezTo>
                  <a:pt x="294516" y="582985"/>
                  <a:pt x="278383" y="572488"/>
                  <a:pt x="261210" y="572488"/>
                </a:cubicBezTo>
                <a:cubicBezTo>
                  <a:pt x="247575" y="572488"/>
                  <a:pt x="232276" y="579036"/>
                  <a:pt x="214374" y="592546"/>
                </a:cubicBezTo>
                <a:cubicBezTo>
                  <a:pt x="212604" y="593897"/>
                  <a:pt x="210210" y="594313"/>
                  <a:pt x="208025" y="593585"/>
                </a:cubicBezTo>
                <a:cubicBezTo>
                  <a:pt x="205943" y="592962"/>
                  <a:pt x="204278" y="591195"/>
                  <a:pt x="203549" y="589117"/>
                </a:cubicBezTo>
                <a:cubicBezTo>
                  <a:pt x="191996" y="552015"/>
                  <a:pt x="175031" y="536114"/>
                  <a:pt x="146825" y="536114"/>
                </a:cubicBezTo>
                <a:cubicBezTo>
                  <a:pt x="137666" y="536114"/>
                  <a:pt x="127466" y="537777"/>
                  <a:pt x="115497" y="540999"/>
                </a:cubicBezTo>
                <a:cubicBezTo>
                  <a:pt x="113311" y="541622"/>
                  <a:pt x="111022" y="541103"/>
                  <a:pt x="109252" y="539752"/>
                </a:cubicBezTo>
                <a:cubicBezTo>
                  <a:pt x="107483" y="538297"/>
                  <a:pt x="106546" y="536114"/>
                  <a:pt x="106754" y="533828"/>
                </a:cubicBezTo>
                <a:cubicBezTo>
                  <a:pt x="108628" y="508262"/>
                  <a:pt x="104881" y="490803"/>
                  <a:pt x="94889" y="479163"/>
                </a:cubicBezTo>
                <a:cubicBezTo>
                  <a:pt x="85001" y="467419"/>
                  <a:pt x="68348" y="460872"/>
                  <a:pt x="42745" y="458586"/>
                </a:cubicBezTo>
                <a:cubicBezTo>
                  <a:pt x="40455" y="458482"/>
                  <a:pt x="38477" y="457131"/>
                  <a:pt x="37332" y="455260"/>
                </a:cubicBezTo>
                <a:cubicBezTo>
                  <a:pt x="36187" y="453286"/>
                  <a:pt x="36083" y="450895"/>
                  <a:pt x="37020" y="448817"/>
                </a:cubicBezTo>
                <a:cubicBezTo>
                  <a:pt x="47845" y="425226"/>
                  <a:pt x="50447" y="407350"/>
                  <a:pt x="45243" y="392489"/>
                </a:cubicBezTo>
                <a:cubicBezTo>
                  <a:pt x="40038" y="377524"/>
                  <a:pt x="26924" y="365052"/>
                  <a:pt x="3818" y="353309"/>
                </a:cubicBezTo>
                <a:cubicBezTo>
                  <a:pt x="1841" y="352270"/>
                  <a:pt x="384" y="350399"/>
                  <a:pt x="71" y="348113"/>
                </a:cubicBezTo>
                <a:cubicBezTo>
                  <a:pt x="-241" y="345930"/>
                  <a:pt x="488" y="343748"/>
                  <a:pt x="2153" y="342189"/>
                </a:cubicBezTo>
                <a:cubicBezTo>
                  <a:pt x="20784" y="324002"/>
                  <a:pt x="29734" y="308205"/>
                  <a:pt x="30359" y="292304"/>
                </a:cubicBezTo>
                <a:cubicBezTo>
                  <a:pt x="30983" y="276404"/>
                  <a:pt x="23281" y="259879"/>
                  <a:pt x="6108" y="240341"/>
                </a:cubicBezTo>
                <a:cubicBezTo>
                  <a:pt x="4651" y="238679"/>
                  <a:pt x="4027" y="236392"/>
                  <a:pt x="4547" y="234210"/>
                </a:cubicBezTo>
                <a:cubicBezTo>
                  <a:pt x="5067" y="232027"/>
                  <a:pt x="6629" y="230261"/>
                  <a:pt x="8710" y="229325"/>
                </a:cubicBezTo>
                <a:cubicBezTo>
                  <a:pt x="32649" y="219556"/>
                  <a:pt x="46700" y="208228"/>
                  <a:pt x="52944" y="193887"/>
                </a:cubicBezTo>
                <a:cubicBezTo>
                  <a:pt x="59293" y="179545"/>
                  <a:pt x="58044" y="161566"/>
                  <a:pt x="48989" y="137351"/>
                </a:cubicBezTo>
                <a:cubicBezTo>
                  <a:pt x="48261" y="135272"/>
                  <a:pt x="48573" y="132882"/>
                  <a:pt x="49822" y="131011"/>
                </a:cubicBezTo>
                <a:cubicBezTo>
                  <a:pt x="51071" y="129141"/>
                  <a:pt x="53153" y="128101"/>
                  <a:pt x="55442" y="127998"/>
                </a:cubicBezTo>
                <a:cubicBezTo>
                  <a:pt x="105922" y="127478"/>
                  <a:pt x="124656" y="108563"/>
                  <a:pt x="124656" y="58159"/>
                </a:cubicBezTo>
                <a:cubicBezTo>
                  <a:pt x="124656" y="55873"/>
                  <a:pt x="125801" y="53794"/>
                  <a:pt x="127674" y="52443"/>
                </a:cubicBezTo>
                <a:cubicBezTo>
                  <a:pt x="129444" y="51196"/>
                  <a:pt x="131838" y="50885"/>
                  <a:pt x="133919" y="51612"/>
                </a:cubicBezTo>
                <a:cubicBezTo>
                  <a:pt x="147970" y="56600"/>
                  <a:pt x="159731" y="58991"/>
                  <a:pt x="170139" y="58991"/>
                </a:cubicBezTo>
                <a:cubicBezTo>
                  <a:pt x="195015" y="58991"/>
                  <a:pt x="212084" y="44025"/>
                  <a:pt x="225614" y="10250"/>
                </a:cubicBezTo>
                <a:cubicBezTo>
                  <a:pt x="226447" y="8171"/>
                  <a:pt x="228216" y="6612"/>
                  <a:pt x="230402" y="6092"/>
                </a:cubicBezTo>
                <a:cubicBezTo>
                  <a:pt x="232588" y="5573"/>
                  <a:pt x="234878" y="6196"/>
                  <a:pt x="236543" y="7651"/>
                </a:cubicBezTo>
                <a:cubicBezTo>
                  <a:pt x="254861" y="23656"/>
                  <a:pt x="270785" y="31346"/>
                  <a:pt x="285357" y="31346"/>
                </a:cubicBezTo>
                <a:cubicBezTo>
                  <a:pt x="301593" y="31346"/>
                  <a:pt x="317622" y="22097"/>
                  <a:pt x="335836" y="2247"/>
                </a:cubicBezTo>
                <a:cubicBezTo>
                  <a:pt x="337397" y="584"/>
                  <a:pt x="339687" y="-247"/>
                  <a:pt x="341872" y="65"/>
                </a:cubicBezTo>
                <a:close/>
              </a:path>
            </a:pathLst>
          </a:custGeom>
          <a:solidFill>
            <a:srgbClr val="EAB908"/>
          </a:solidFill>
          <a:ln>
            <a:noFill/>
          </a:ln>
          <a:scene3d>
            <a:camera prst="perspectiveRight">
              <a:rot lat="0" lon="21594000" rev="0"/>
            </a:camera>
            <a:lightRig rig="threePt" dir="t"/>
          </a:scene3d>
        </p:spPr>
        <p:txBody>
          <a:bodyPr>
            <a:normAutofit/>
          </a:bodyPr>
          <a:lstStyle/>
          <a:p>
            <a:pPr>
              <a:lnSpc>
                <a:spcPct val="130000"/>
              </a:lnSpc>
            </a:pPr>
            <a:endParaRPr lang="zh-CN" altLang="en-US">
              <a:cs typeface="+mn-ea"/>
              <a:sym typeface="+mn-lt"/>
            </a:endParaRPr>
          </a:p>
        </p:txBody>
      </p:sp>
      <p:sp>
        <p:nvSpPr>
          <p:cNvPr id="26" name="iṥ1íďe"/>
          <p:cNvSpPr/>
          <p:nvPr>
            <p:custDataLst>
              <p:tags r:id="rId4"/>
            </p:custDataLst>
          </p:nvPr>
        </p:nvSpPr>
        <p:spPr>
          <a:xfrm flipH="1">
            <a:off x="4953692" y="1676424"/>
            <a:ext cx="2289573" cy="560065"/>
          </a:xfrm>
          <a:prstGeom prst="rect">
            <a:avLst/>
          </a:prstGeom>
          <a:scene3d>
            <a:camera prst="perspectiveRight">
              <a:rot lat="0" lon="21594000" rev="0"/>
            </a:camera>
            <a:lightRig rig="threePt" dir="t"/>
          </a:scene3d>
        </p:spPr>
        <p:txBody>
          <a:bodyPr wrap="square" lIns="91440" tIns="45720" rIns="91440" bIns="45720" anchor="ctr">
            <a:normAutofit fontScale="9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30000"/>
              </a:lnSpc>
            </a:pPr>
            <a:r>
              <a:rPr lang="zh-CN" altLang="en-US" sz="2400" b="1" dirty="0">
                <a:cs typeface="+mn-ea"/>
                <a:sym typeface="+mn-lt"/>
              </a:rPr>
              <a:t>系统概要设计</a:t>
            </a:r>
            <a:endParaRPr lang="zh-CN" altLang="en-US" sz="2400" b="1" dirty="0">
              <a:cs typeface="+mn-ea"/>
              <a:sym typeface="+mn-lt"/>
            </a:endParaRPr>
          </a:p>
        </p:txBody>
      </p:sp>
      <p:sp>
        <p:nvSpPr>
          <p:cNvPr id="20" name="have-an-idea_65779"/>
          <p:cNvSpPr>
            <a:spLocks noChangeAspect="1"/>
          </p:cNvSpPr>
          <p:nvPr>
            <p:custDataLst>
              <p:tags r:id="rId5"/>
            </p:custDataLst>
          </p:nvPr>
        </p:nvSpPr>
        <p:spPr bwMode="auto">
          <a:xfrm>
            <a:off x="9461057" y="1225501"/>
            <a:ext cx="484991" cy="504000"/>
          </a:xfrm>
          <a:custGeom>
            <a:avLst/>
            <a:gdLst>
              <a:gd name="T0" fmla="*/ 295 w 589"/>
              <a:gd name="T1" fmla="*/ 0 h 613"/>
              <a:gd name="T2" fmla="*/ 295 w 589"/>
              <a:gd name="T3" fmla="*/ 0 h 613"/>
              <a:gd name="T4" fmla="*/ 0 w 589"/>
              <a:gd name="T5" fmla="*/ 295 h 613"/>
              <a:gd name="T6" fmla="*/ 139 w 589"/>
              <a:gd name="T7" fmla="*/ 545 h 613"/>
              <a:gd name="T8" fmla="*/ 125 w 589"/>
              <a:gd name="T9" fmla="*/ 571 h 613"/>
              <a:gd name="T10" fmla="*/ 125 w 589"/>
              <a:gd name="T11" fmla="*/ 599 h 613"/>
              <a:gd name="T12" fmla="*/ 149 w 589"/>
              <a:gd name="T13" fmla="*/ 613 h 613"/>
              <a:gd name="T14" fmla="*/ 383 w 589"/>
              <a:gd name="T15" fmla="*/ 613 h 613"/>
              <a:gd name="T16" fmla="*/ 408 w 589"/>
              <a:gd name="T17" fmla="*/ 599 h 613"/>
              <a:gd name="T18" fmla="*/ 432 w 589"/>
              <a:gd name="T19" fmla="*/ 555 h 613"/>
              <a:gd name="T20" fmla="*/ 511 w 589"/>
              <a:gd name="T21" fmla="*/ 494 h 613"/>
              <a:gd name="T22" fmla="*/ 519 w 589"/>
              <a:gd name="T23" fmla="*/ 475 h 613"/>
              <a:gd name="T24" fmla="*/ 519 w 589"/>
              <a:gd name="T25" fmla="*/ 387 h 613"/>
              <a:gd name="T26" fmla="*/ 553 w 589"/>
              <a:gd name="T27" fmla="*/ 387 h 613"/>
              <a:gd name="T28" fmla="*/ 581 w 589"/>
              <a:gd name="T29" fmla="*/ 365 h 613"/>
              <a:gd name="T30" fmla="*/ 589 w 589"/>
              <a:gd name="T31" fmla="*/ 295 h 613"/>
              <a:gd name="T32" fmla="*/ 295 w 589"/>
              <a:gd name="T33" fmla="*/ 0 h 613"/>
              <a:gd name="T34" fmla="*/ 419 w 589"/>
              <a:gd name="T35" fmla="*/ 284 h 613"/>
              <a:gd name="T36" fmla="*/ 380 w 589"/>
              <a:gd name="T37" fmla="*/ 284 h 613"/>
              <a:gd name="T38" fmla="*/ 342 w 589"/>
              <a:gd name="T39" fmla="*/ 349 h 613"/>
              <a:gd name="T40" fmla="*/ 342 w 589"/>
              <a:gd name="T41" fmla="*/ 359 h 613"/>
              <a:gd name="T42" fmla="*/ 323 w 589"/>
              <a:gd name="T43" fmla="*/ 394 h 613"/>
              <a:gd name="T44" fmla="*/ 323 w 589"/>
              <a:gd name="T45" fmla="*/ 434 h 613"/>
              <a:gd name="T46" fmla="*/ 302 w 589"/>
              <a:gd name="T47" fmla="*/ 455 h 613"/>
              <a:gd name="T48" fmla="*/ 234 w 589"/>
              <a:gd name="T49" fmla="*/ 455 h 613"/>
              <a:gd name="T50" fmla="*/ 213 w 589"/>
              <a:gd name="T51" fmla="*/ 434 h 613"/>
              <a:gd name="T52" fmla="*/ 213 w 589"/>
              <a:gd name="T53" fmla="*/ 394 h 613"/>
              <a:gd name="T54" fmla="*/ 194 w 589"/>
              <a:gd name="T55" fmla="*/ 359 h 613"/>
              <a:gd name="T56" fmla="*/ 194 w 589"/>
              <a:gd name="T57" fmla="*/ 349 h 613"/>
              <a:gd name="T58" fmla="*/ 156 w 589"/>
              <a:gd name="T59" fmla="*/ 284 h 613"/>
              <a:gd name="T60" fmla="*/ 117 w 589"/>
              <a:gd name="T61" fmla="*/ 284 h 613"/>
              <a:gd name="T62" fmla="*/ 96 w 589"/>
              <a:gd name="T63" fmla="*/ 263 h 613"/>
              <a:gd name="T64" fmla="*/ 117 w 589"/>
              <a:gd name="T65" fmla="*/ 242 h 613"/>
              <a:gd name="T66" fmla="*/ 156 w 589"/>
              <a:gd name="T67" fmla="*/ 242 h 613"/>
              <a:gd name="T68" fmla="*/ 174 w 589"/>
              <a:gd name="T69" fmla="*/ 199 h 613"/>
              <a:gd name="T70" fmla="*/ 147 w 589"/>
              <a:gd name="T71" fmla="*/ 171 h 613"/>
              <a:gd name="T72" fmla="*/ 147 w 589"/>
              <a:gd name="T73" fmla="*/ 142 h 613"/>
              <a:gd name="T74" fmla="*/ 176 w 589"/>
              <a:gd name="T75" fmla="*/ 142 h 613"/>
              <a:gd name="T76" fmla="*/ 204 w 589"/>
              <a:gd name="T77" fmla="*/ 170 h 613"/>
              <a:gd name="T78" fmla="*/ 247 w 589"/>
              <a:gd name="T79" fmla="*/ 152 h 613"/>
              <a:gd name="T80" fmla="*/ 247 w 589"/>
              <a:gd name="T81" fmla="*/ 112 h 613"/>
              <a:gd name="T82" fmla="*/ 268 w 589"/>
              <a:gd name="T83" fmla="*/ 92 h 613"/>
              <a:gd name="T84" fmla="*/ 289 w 589"/>
              <a:gd name="T85" fmla="*/ 112 h 613"/>
              <a:gd name="T86" fmla="*/ 289 w 589"/>
              <a:gd name="T87" fmla="*/ 152 h 613"/>
              <a:gd name="T88" fmla="*/ 332 w 589"/>
              <a:gd name="T89" fmla="*/ 170 h 613"/>
              <a:gd name="T90" fmla="*/ 360 w 589"/>
              <a:gd name="T91" fmla="*/ 142 h 613"/>
              <a:gd name="T92" fmla="*/ 389 w 589"/>
              <a:gd name="T93" fmla="*/ 142 h 613"/>
              <a:gd name="T94" fmla="*/ 389 w 589"/>
              <a:gd name="T95" fmla="*/ 171 h 613"/>
              <a:gd name="T96" fmla="*/ 362 w 589"/>
              <a:gd name="T97" fmla="*/ 199 h 613"/>
              <a:gd name="T98" fmla="*/ 380 w 589"/>
              <a:gd name="T99" fmla="*/ 242 h 613"/>
              <a:gd name="T100" fmla="*/ 419 w 589"/>
              <a:gd name="T101" fmla="*/ 242 h 613"/>
              <a:gd name="T102" fmla="*/ 440 w 589"/>
              <a:gd name="T103" fmla="*/ 263 h 613"/>
              <a:gd name="T104" fmla="*/ 419 w 589"/>
              <a:gd name="T105" fmla="*/ 284 h 613"/>
              <a:gd name="T106" fmla="*/ 340 w 589"/>
              <a:gd name="T107" fmla="*/ 263 h 613"/>
              <a:gd name="T108" fmla="*/ 301 w 589"/>
              <a:gd name="T109" fmla="*/ 327 h 613"/>
              <a:gd name="T110" fmla="*/ 301 w 589"/>
              <a:gd name="T111" fmla="*/ 359 h 613"/>
              <a:gd name="T112" fmla="*/ 235 w 589"/>
              <a:gd name="T113" fmla="*/ 359 h 613"/>
              <a:gd name="T114" fmla="*/ 235 w 589"/>
              <a:gd name="T115" fmla="*/ 327 h 613"/>
              <a:gd name="T116" fmla="*/ 196 w 589"/>
              <a:gd name="T117" fmla="*/ 263 h 613"/>
              <a:gd name="T118" fmla="*/ 268 w 589"/>
              <a:gd name="T119" fmla="*/ 191 h 613"/>
              <a:gd name="T120" fmla="*/ 340 w 589"/>
              <a:gd name="T121" fmla="*/ 263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89" h="613">
                <a:moveTo>
                  <a:pt x="295" y="0"/>
                </a:moveTo>
                <a:lnTo>
                  <a:pt x="295" y="0"/>
                </a:lnTo>
                <a:cubicBezTo>
                  <a:pt x="132" y="0"/>
                  <a:pt x="0" y="132"/>
                  <a:pt x="0" y="295"/>
                </a:cubicBezTo>
                <a:cubicBezTo>
                  <a:pt x="0" y="398"/>
                  <a:pt x="53" y="491"/>
                  <a:pt x="139" y="545"/>
                </a:cubicBezTo>
                <a:lnTo>
                  <a:pt x="125" y="571"/>
                </a:lnTo>
                <a:cubicBezTo>
                  <a:pt x="120" y="580"/>
                  <a:pt x="120" y="591"/>
                  <a:pt x="125" y="599"/>
                </a:cubicBezTo>
                <a:cubicBezTo>
                  <a:pt x="130" y="608"/>
                  <a:pt x="139" y="613"/>
                  <a:pt x="149" y="613"/>
                </a:cubicBezTo>
                <a:lnTo>
                  <a:pt x="383" y="613"/>
                </a:lnTo>
                <a:cubicBezTo>
                  <a:pt x="393" y="613"/>
                  <a:pt x="403" y="608"/>
                  <a:pt x="408" y="599"/>
                </a:cubicBezTo>
                <a:lnTo>
                  <a:pt x="432" y="555"/>
                </a:lnTo>
                <a:cubicBezTo>
                  <a:pt x="462" y="540"/>
                  <a:pt x="488" y="519"/>
                  <a:pt x="511" y="494"/>
                </a:cubicBezTo>
                <a:cubicBezTo>
                  <a:pt x="516" y="489"/>
                  <a:pt x="519" y="482"/>
                  <a:pt x="519" y="475"/>
                </a:cubicBezTo>
                <a:lnTo>
                  <a:pt x="519" y="387"/>
                </a:lnTo>
                <a:lnTo>
                  <a:pt x="553" y="387"/>
                </a:lnTo>
                <a:cubicBezTo>
                  <a:pt x="566" y="387"/>
                  <a:pt x="578" y="378"/>
                  <a:pt x="581" y="365"/>
                </a:cubicBezTo>
                <a:cubicBezTo>
                  <a:pt x="587" y="342"/>
                  <a:pt x="589" y="318"/>
                  <a:pt x="589" y="295"/>
                </a:cubicBezTo>
                <a:cubicBezTo>
                  <a:pt x="589" y="132"/>
                  <a:pt x="457" y="0"/>
                  <a:pt x="295" y="0"/>
                </a:cubicBezTo>
                <a:close/>
                <a:moveTo>
                  <a:pt x="419" y="284"/>
                </a:moveTo>
                <a:lnTo>
                  <a:pt x="380" y="284"/>
                </a:lnTo>
                <a:cubicBezTo>
                  <a:pt x="375" y="310"/>
                  <a:pt x="362" y="333"/>
                  <a:pt x="342" y="349"/>
                </a:cubicBezTo>
                <a:lnTo>
                  <a:pt x="342" y="359"/>
                </a:lnTo>
                <a:cubicBezTo>
                  <a:pt x="342" y="374"/>
                  <a:pt x="334" y="387"/>
                  <a:pt x="323" y="394"/>
                </a:cubicBezTo>
                <a:lnTo>
                  <a:pt x="323" y="434"/>
                </a:lnTo>
                <a:cubicBezTo>
                  <a:pt x="323" y="446"/>
                  <a:pt x="313" y="455"/>
                  <a:pt x="302" y="455"/>
                </a:cubicBezTo>
                <a:lnTo>
                  <a:pt x="234" y="455"/>
                </a:lnTo>
                <a:cubicBezTo>
                  <a:pt x="223" y="455"/>
                  <a:pt x="213" y="446"/>
                  <a:pt x="213" y="434"/>
                </a:cubicBezTo>
                <a:lnTo>
                  <a:pt x="213" y="394"/>
                </a:lnTo>
                <a:cubicBezTo>
                  <a:pt x="202" y="387"/>
                  <a:pt x="194" y="374"/>
                  <a:pt x="194" y="359"/>
                </a:cubicBezTo>
                <a:lnTo>
                  <a:pt x="194" y="349"/>
                </a:lnTo>
                <a:cubicBezTo>
                  <a:pt x="174" y="333"/>
                  <a:pt x="161" y="310"/>
                  <a:pt x="156" y="284"/>
                </a:cubicBezTo>
                <a:lnTo>
                  <a:pt x="117" y="284"/>
                </a:lnTo>
                <a:cubicBezTo>
                  <a:pt x="106" y="284"/>
                  <a:pt x="96" y="275"/>
                  <a:pt x="96" y="263"/>
                </a:cubicBezTo>
                <a:cubicBezTo>
                  <a:pt x="96" y="252"/>
                  <a:pt x="106" y="242"/>
                  <a:pt x="117" y="242"/>
                </a:cubicBezTo>
                <a:lnTo>
                  <a:pt x="156" y="242"/>
                </a:lnTo>
                <a:cubicBezTo>
                  <a:pt x="159" y="226"/>
                  <a:pt x="166" y="212"/>
                  <a:pt x="174" y="199"/>
                </a:cubicBezTo>
                <a:lnTo>
                  <a:pt x="147" y="171"/>
                </a:lnTo>
                <a:cubicBezTo>
                  <a:pt x="139" y="163"/>
                  <a:pt x="139" y="150"/>
                  <a:pt x="147" y="142"/>
                </a:cubicBezTo>
                <a:cubicBezTo>
                  <a:pt x="155" y="134"/>
                  <a:pt x="168" y="134"/>
                  <a:pt x="176" y="142"/>
                </a:cubicBezTo>
                <a:lnTo>
                  <a:pt x="204" y="170"/>
                </a:lnTo>
                <a:cubicBezTo>
                  <a:pt x="217" y="161"/>
                  <a:pt x="231" y="155"/>
                  <a:pt x="247" y="152"/>
                </a:cubicBezTo>
                <a:lnTo>
                  <a:pt x="247" y="112"/>
                </a:lnTo>
                <a:cubicBezTo>
                  <a:pt x="247" y="101"/>
                  <a:pt x="257" y="92"/>
                  <a:pt x="268" y="92"/>
                </a:cubicBezTo>
                <a:cubicBezTo>
                  <a:pt x="280" y="92"/>
                  <a:pt x="289" y="101"/>
                  <a:pt x="289" y="112"/>
                </a:cubicBezTo>
                <a:lnTo>
                  <a:pt x="289" y="152"/>
                </a:lnTo>
                <a:cubicBezTo>
                  <a:pt x="305" y="155"/>
                  <a:pt x="319" y="161"/>
                  <a:pt x="332" y="170"/>
                </a:cubicBezTo>
                <a:lnTo>
                  <a:pt x="360" y="142"/>
                </a:lnTo>
                <a:cubicBezTo>
                  <a:pt x="368" y="134"/>
                  <a:pt x="381" y="134"/>
                  <a:pt x="389" y="142"/>
                </a:cubicBezTo>
                <a:cubicBezTo>
                  <a:pt x="398" y="150"/>
                  <a:pt x="398" y="163"/>
                  <a:pt x="389" y="171"/>
                </a:cubicBezTo>
                <a:lnTo>
                  <a:pt x="362" y="199"/>
                </a:lnTo>
                <a:cubicBezTo>
                  <a:pt x="371" y="212"/>
                  <a:pt x="377" y="226"/>
                  <a:pt x="380" y="242"/>
                </a:cubicBezTo>
                <a:lnTo>
                  <a:pt x="419" y="242"/>
                </a:lnTo>
                <a:cubicBezTo>
                  <a:pt x="430" y="242"/>
                  <a:pt x="440" y="252"/>
                  <a:pt x="440" y="263"/>
                </a:cubicBezTo>
                <a:cubicBezTo>
                  <a:pt x="440" y="275"/>
                  <a:pt x="430" y="284"/>
                  <a:pt x="419" y="284"/>
                </a:cubicBezTo>
                <a:close/>
                <a:moveTo>
                  <a:pt x="340" y="263"/>
                </a:moveTo>
                <a:cubicBezTo>
                  <a:pt x="340" y="291"/>
                  <a:pt x="324" y="316"/>
                  <a:pt x="301" y="327"/>
                </a:cubicBezTo>
                <a:lnTo>
                  <a:pt x="301" y="359"/>
                </a:lnTo>
                <a:lnTo>
                  <a:pt x="235" y="359"/>
                </a:lnTo>
                <a:lnTo>
                  <a:pt x="235" y="327"/>
                </a:lnTo>
                <a:cubicBezTo>
                  <a:pt x="212" y="316"/>
                  <a:pt x="196" y="291"/>
                  <a:pt x="196" y="263"/>
                </a:cubicBezTo>
                <a:cubicBezTo>
                  <a:pt x="196" y="224"/>
                  <a:pt x="228" y="191"/>
                  <a:pt x="268" y="191"/>
                </a:cubicBezTo>
                <a:cubicBezTo>
                  <a:pt x="308" y="191"/>
                  <a:pt x="340" y="224"/>
                  <a:pt x="340" y="263"/>
                </a:cubicBezTo>
                <a:close/>
              </a:path>
            </a:pathLst>
          </a:custGeom>
          <a:solidFill>
            <a:schemeClr val="accent3"/>
          </a:solidFill>
          <a:ln>
            <a:noFill/>
          </a:ln>
        </p:spPr>
        <p:txBody>
          <a:bodyPr/>
          <a:lstStyle/>
          <a:p>
            <a:pPr>
              <a:lnSpc>
                <a:spcPct val="130000"/>
              </a:lnSpc>
            </a:pPr>
            <a:endParaRPr lang="zh-CN" altLang="en-US">
              <a:cs typeface="+mn-ea"/>
              <a:sym typeface="+mn-lt"/>
            </a:endParaRPr>
          </a:p>
        </p:txBody>
      </p:sp>
      <p:sp>
        <p:nvSpPr>
          <p:cNvPr id="29" name="iṥ1íďe"/>
          <p:cNvSpPr/>
          <p:nvPr>
            <p:custDataLst>
              <p:tags r:id="rId6"/>
            </p:custDataLst>
          </p:nvPr>
        </p:nvSpPr>
        <p:spPr>
          <a:xfrm flipH="1">
            <a:off x="8558766" y="1676424"/>
            <a:ext cx="2289573" cy="560065"/>
          </a:xfrm>
          <a:prstGeom prst="rect">
            <a:avLst/>
          </a:prstGeom>
        </p:spPr>
        <p:txBody>
          <a:bodyPr wrap="square" lIns="91440" tIns="45720" rIns="91440" bIns="45720" anchor="ctr">
            <a:normAutofit fontScale="9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30000"/>
              </a:lnSpc>
            </a:pPr>
            <a:r>
              <a:rPr lang="zh-CN" altLang="en-US" sz="2400" b="1" dirty="0">
                <a:cs typeface="+mn-ea"/>
                <a:sym typeface="+mn-lt"/>
              </a:rPr>
              <a:t>系统详细设计</a:t>
            </a:r>
            <a:endParaRPr lang="zh-CN" altLang="en-US" sz="2400" b="1" dirty="0">
              <a:cs typeface="+mn-ea"/>
              <a:sym typeface="+mn-lt"/>
            </a:endParaRPr>
          </a:p>
        </p:txBody>
      </p:sp>
      <p:sp>
        <p:nvSpPr>
          <p:cNvPr id="16" name="矩形 15"/>
          <p:cNvSpPr/>
          <p:nvPr>
            <p:custDataLst>
              <p:tags r:id="rId7"/>
            </p:custDataLst>
          </p:nvPr>
        </p:nvSpPr>
        <p:spPr>
          <a:xfrm>
            <a:off x="4298315" y="1028700"/>
            <a:ext cx="3599815" cy="4695825"/>
          </a:xfrm>
          <a:prstGeom prst="rect">
            <a:avLst/>
          </a:prstGeom>
          <a:noFill/>
          <a:ln>
            <a:solidFill>
              <a:schemeClr val="accent1"/>
            </a:solidFill>
          </a:ln>
          <a:effectLst>
            <a:outerShdw blurRad="508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矩形 16"/>
          <p:cNvSpPr/>
          <p:nvPr>
            <p:custDataLst>
              <p:tags r:id="rId8"/>
            </p:custDataLst>
          </p:nvPr>
        </p:nvSpPr>
        <p:spPr>
          <a:xfrm>
            <a:off x="660400" y="1028700"/>
            <a:ext cx="3636010" cy="4695825"/>
          </a:xfrm>
          <a:prstGeom prst="rect">
            <a:avLst/>
          </a:prstGeom>
          <a:noFill/>
          <a:ln>
            <a:solidFill>
              <a:schemeClr val="accent1"/>
            </a:solidFill>
          </a:ln>
          <a:effectLst>
            <a:outerShdw blurRad="508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light-bulb-inside-circle_62843"/>
          <p:cNvSpPr>
            <a:spLocks noChangeAspect="1"/>
          </p:cNvSpPr>
          <p:nvPr>
            <p:custDataLst>
              <p:tags r:id="rId9"/>
            </p:custDataLst>
          </p:nvPr>
        </p:nvSpPr>
        <p:spPr bwMode="auto">
          <a:xfrm>
            <a:off x="2226142" y="1225501"/>
            <a:ext cx="504762" cy="504000"/>
          </a:xfrm>
          <a:custGeom>
            <a:avLst/>
            <a:gdLst>
              <a:gd name="T0" fmla="*/ 472622 w 604011"/>
              <a:gd name="T1" fmla="*/ 472622 w 604011"/>
              <a:gd name="T2" fmla="*/ 472622 w 604011"/>
              <a:gd name="T3" fmla="*/ 472622 w 604011"/>
              <a:gd name="T4" fmla="*/ 472622 w 604011"/>
              <a:gd name="T5" fmla="*/ 472622 w 604011"/>
              <a:gd name="T6" fmla="*/ 472622 w 604011"/>
              <a:gd name="T7" fmla="*/ 472622 w 604011"/>
              <a:gd name="T8" fmla="*/ 472622 w 604011"/>
              <a:gd name="T9" fmla="*/ 472622 w 604011"/>
              <a:gd name="T10" fmla="*/ 472622 w 604011"/>
              <a:gd name="T11" fmla="*/ 472622 w 604011"/>
              <a:gd name="T12" fmla="*/ 472622 w 604011"/>
              <a:gd name="T13" fmla="*/ 472622 w 604011"/>
              <a:gd name="T14" fmla="*/ 472622 w 604011"/>
              <a:gd name="T15" fmla="*/ 472622 w 604011"/>
              <a:gd name="T16" fmla="*/ 472622 w 604011"/>
              <a:gd name="T17" fmla="*/ 472622 w 604011"/>
              <a:gd name="T18" fmla="*/ 472622 w 604011"/>
              <a:gd name="T19" fmla="*/ 472622 w 604011"/>
              <a:gd name="T20" fmla="*/ 472622 w 604011"/>
              <a:gd name="T21" fmla="*/ 472622 w 604011"/>
              <a:gd name="T22" fmla="*/ 472622 w 604011"/>
              <a:gd name="T23" fmla="*/ 472622 w 604011"/>
              <a:gd name="T24" fmla="*/ 472622 w 604011"/>
              <a:gd name="T25" fmla="*/ 472622 w 604011"/>
              <a:gd name="T26" fmla="*/ 472622 w 604011"/>
              <a:gd name="T27" fmla="*/ 472622 w 604011"/>
              <a:gd name="T28" fmla="*/ 472622 w 604011"/>
              <a:gd name="T29" fmla="*/ 472622 w 604011"/>
              <a:gd name="T30" fmla="*/ 472622 w 604011"/>
              <a:gd name="T31" fmla="*/ 472622 w 604011"/>
              <a:gd name="T32" fmla="*/ 472622 w 604011"/>
              <a:gd name="T33" fmla="*/ 472622 w 604011"/>
              <a:gd name="T34" fmla="*/ 472622 w 604011"/>
              <a:gd name="T35" fmla="*/ 472622 w 604011"/>
              <a:gd name="T36" fmla="*/ 472622 w 604011"/>
              <a:gd name="T37" fmla="*/ 472622 w 604011"/>
              <a:gd name="T38" fmla="*/ 472622 w 604011"/>
              <a:gd name="T39" fmla="*/ 472622 w 604011"/>
              <a:gd name="T40" fmla="*/ 472622 w 604011"/>
              <a:gd name="T41" fmla="*/ 472622 w 604011"/>
              <a:gd name="T42" fmla="*/ 472622 w 604011"/>
              <a:gd name="T43" fmla="*/ 472622 w 604011"/>
              <a:gd name="T44" fmla="*/ 472622 w 604011"/>
              <a:gd name="T45" fmla="*/ 472622 w 604011"/>
              <a:gd name="T46" fmla="*/ 472622 w 604011"/>
              <a:gd name="T47" fmla="*/ 472622 w 604011"/>
              <a:gd name="T48" fmla="*/ 472622 w 604011"/>
              <a:gd name="T49" fmla="*/ 472622 w 604011"/>
              <a:gd name="T50" fmla="*/ 472622 w 604011"/>
              <a:gd name="T51" fmla="*/ 472622 w 604011"/>
              <a:gd name="T52" fmla="*/ 472622 w 604011"/>
              <a:gd name="T53" fmla="*/ 472622 w 604011"/>
              <a:gd name="T54" fmla="*/ 472622 w 604011"/>
              <a:gd name="T55" fmla="*/ 472622 w 604011"/>
              <a:gd name="T56" fmla="*/ 472622 w 604011"/>
              <a:gd name="T57" fmla="*/ 472622 w 604011"/>
              <a:gd name="T58" fmla="*/ 472622 w 604011"/>
              <a:gd name="T59" fmla="*/ 472622 w 604011"/>
              <a:gd name="T60" fmla="*/ 472622 w 604011"/>
              <a:gd name="T61" fmla="*/ 472622 w 604011"/>
              <a:gd name="T62" fmla="*/ 472622 w 604011"/>
              <a:gd name="T63" fmla="*/ 472622 w 604011"/>
              <a:gd name="T64" fmla="*/ 472622 w 604011"/>
              <a:gd name="T65" fmla="*/ 472622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027" h="6027">
                <a:moveTo>
                  <a:pt x="3013" y="0"/>
                </a:moveTo>
                <a:cubicBezTo>
                  <a:pt x="1349" y="0"/>
                  <a:pt x="0" y="1349"/>
                  <a:pt x="0" y="3013"/>
                </a:cubicBezTo>
                <a:cubicBezTo>
                  <a:pt x="0" y="4678"/>
                  <a:pt x="1349" y="6027"/>
                  <a:pt x="3013" y="6027"/>
                </a:cubicBezTo>
                <a:cubicBezTo>
                  <a:pt x="4678" y="6027"/>
                  <a:pt x="6027" y="4678"/>
                  <a:pt x="6027" y="3013"/>
                </a:cubicBezTo>
                <a:cubicBezTo>
                  <a:pt x="6027" y="1349"/>
                  <a:pt x="4678" y="0"/>
                  <a:pt x="3013" y="0"/>
                </a:cubicBezTo>
                <a:close/>
                <a:moveTo>
                  <a:pt x="2873" y="1426"/>
                </a:moveTo>
                <a:lnTo>
                  <a:pt x="2873" y="1040"/>
                </a:lnTo>
                <a:cubicBezTo>
                  <a:pt x="2873" y="962"/>
                  <a:pt x="2936" y="899"/>
                  <a:pt x="3013" y="899"/>
                </a:cubicBezTo>
                <a:cubicBezTo>
                  <a:pt x="3091" y="899"/>
                  <a:pt x="3154" y="962"/>
                  <a:pt x="3154" y="1040"/>
                </a:cubicBezTo>
                <a:lnTo>
                  <a:pt x="3154" y="1426"/>
                </a:lnTo>
                <a:lnTo>
                  <a:pt x="3154" y="1426"/>
                </a:lnTo>
                <a:cubicBezTo>
                  <a:pt x="3154" y="1503"/>
                  <a:pt x="3091" y="1566"/>
                  <a:pt x="3013" y="1566"/>
                </a:cubicBezTo>
                <a:cubicBezTo>
                  <a:pt x="2936" y="1566"/>
                  <a:pt x="2873" y="1503"/>
                  <a:pt x="2873" y="1426"/>
                </a:cubicBezTo>
                <a:lnTo>
                  <a:pt x="2873" y="1426"/>
                </a:lnTo>
                <a:close/>
                <a:moveTo>
                  <a:pt x="1688" y="2678"/>
                </a:moveTo>
                <a:cubicBezTo>
                  <a:pt x="1676" y="2746"/>
                  <a:pt x="1617" y="2794"/>
                  <a:pt x="1550" y="2794"/>
                </a:cubicBezTo>
                <a:cubicBezTo>
                  <a:pt x="1542" y="2794"/>
                  <a:pt x="1534" y="2793"/>
                  <a:pt x="1525" y="2792"/>
                </a:cubicBezTo>
                <a:lnTo>
                  <a:pt x="1145" y="2725"/>
                </a:lnTo>
                <a:cubicBezTo>
                  <a:pt x="1069" y="2711"/>
                  <a:pt x="1018" y="2639"/>
                  <a:pt x="1031" y="2563"/>
                </a:cubicBezTo>
                <a:cubicBezTo>
                  <a:pt x="1045" y="2486"/>
                  <a:pt x="1117" y="2435"/>
                  <a:pt x="1194" y="2449"/>
                </a:cubicBezTo>
                <a:lnTo>
                  <a:pt x="1574" y="2516"/>
                </a:lnTo>
                <a:cubicBezTo>
                  <a:pt x="1650" y="2529"/>
                  <a:pt x="1701" y="2602"/>
                  <a:pt x="1688" y="2678"/>
                </a:cubicBezTo>
                <a:close/>
                <a:moveTo>
                  <a:pt x="1951" y="1864"/>
                </a:moveTo>
                <a:lnTo>
                  <a:pt x="1702" y="1568"/>
                </a:lnTo>
                <a:cubicBezTo>
                  <a:pt x="1653" y="1508"/>
                  <a:pt x="1660" y="1420"/>
                  <a:pt x="1720" y="1370"/>
                </a:cubicBezTo>
                <a:cubicBezTo>
                  <a:pt x="1779" y="1320"/>
                  <a:pt x="1867" y="1328"/>
                  <a:pt x="1917" y="1387"/>
                </a:cubicBezTo>
                <a:lnTo>
                  <a:pt x="2166" y="1683"/>
                </a:lnTo>
                <a:cubicBezTo>
                  <a:pt x="2215" y="1743"/>
                  <a:pt x="2208" y="1831"/>
                  <a:pt x="2148" y="1881"/>
                </a:cubicBezTo>
                <a:cubicBezTo>
                  <a:pt x="2122" y="1903"/>
                  <a:pt x="2090" y="1914"/>
                  <a:pt x="2058" y="1914"/>
                </a:cubicBezTo>
                <a:cubicBezTo>
                  <a:pt x="2018" y="1914"/>
                  <a:pt x="1978" y="1897"/>
                  <a:pt x="1951" y="1864"/>
                </a:cubicBezTo>
                <a:close/>
                <a:moveTo>
                  <a:pt x="3762" y="3693"/>
                </a:moveTo>
                <a:cubicBezTo>
                  <a:pt x="3644" y="3867"/>
                  <a:pt x="3522" y="4046"/>
                  <a:pt x="3514" y="4288"/>
                </a:cubicBezTo>
                <a:cubicBezTo>
                  <a:pt x="3512" y="4348"/>
                  <a:pt x="3470" y="4397"/>
                  <a:pt x="3413" y="4410"/>
                </a:cubicBezTo>
                <a:cubicBezTo>
                  <a:pt x="3466" y="4426"/>
                  <a:pt x="3503" y="4474"/>
                  <a:pt x="3503" y="4532"/>
                </a:cubicBezTo>
                <a:cubicBezTo>
                  <a:pt x="3503" y="4583"/>
                  <a:pt x="3474" y="4626"/>
                  <a:pt x="3431" y="4647"/>
                </a:cubicBezTo>
                <a:cubicBezTo>
                  <a:pt x="3474" y="4668"/>
                  <a:pt x="3503" y="4712"/>
                  <a:pt x="3503" y="4762"/>
                </a:cubicBezTo>
                <a:cubicBezTo>
                  <a:pt x="3503" y="4833"/>
                  <a:pt x="3446" y="4891"/>
                  <a:pt x="3375" y="4891"/>
                </a:cubicBezTo>
                <a:lnTo>
                  <a:pt x="3297" y="4891"/>
                </a:lnTo>
                <a:cubicBezTo>
                  <a:pt x="3273" y="5025"/>
                  <a:pt x="3155" y="5127"/>
                  <a:pt x="3013" y="5127"/>
                </a:cubicBezTo>
                <a:cubicBezTo>
                  <a:pt x="2872" y="5127"/>
                  <a:pt x="2754" y="5025"/>
                  <a:pt x="2730" y="4891"/>
                </a:cubicBezTo>
                <a:lnTo>
                  <a:pt x="2652" y="4891"/>
                </a:lnTo>
                <a:cubicBezTo>
                  <a:pt x="2581" y="4891"/>
                  <a:pt x="2523" y="4833"/>
                  <a:pt x="2523" y="4762"/>
                </a:cubicBezTo>
                <a:cubicBezTo>
                  <a:pt x="2523" y="4712"/>
                  <a:pt x="2553" y="4668"/>
                  <a:pt x="2596" y="4647"/>
                </a:cubicBezTo>
                <a:cubicBezTo>
                  <a:pt x="2553" y="4626"/>
                  <a:pt x="2523" y="4583"/>
                  <a:pt x="2523" y="4532"/>
                </a:cubicBezTo>
                <a:cubicBezTo>
                  <a:pt x="2523" y="4474"/>
                  <a:pt x="2562" y="4425"/>
                  <a:pt x="2614" y="4409"/>
                </a:cubicBezTo>
                <a:cubicBezTo>
                  <a:pt x="2558" y="4397"/>
                  <a:pt x="2515" y="4348"/>
                  <a:pt x="2513" y="4288"/>
                </a:cubicBezTo>
                <a:cubicBezTo>
                  <a:pt x="2506" y="4046"/>
                  <a:pt x="2383" y="3866"/>
                  <a:pt x="2265" y="3693"/>
                </a:cubicBezTo>
                <a:cubicBezTo>
                  <a:pt x="2123" y="3485"/>
                  <a:pt x="1976" y="3270"/>
                  <a:pt x="1976" y="2891"/>
                </a:cubicBezTo>
                <a:cubicBezTo>
                  <a:pt x="1976" y="2348"/>
                  <a:pt x="2442" y="1906"/>
                  <a:pt x="3013" y="1906"/>
                </a:cubicBezTo>
                <a:cubicBezTo>
                  <a:pt x="3585" y="1906"/>
                  <a:pt x="4050" y="2348"/>
                  <a:pt x="4050" y="2891"/>
                </a:cubicBezTo>
                <a:cubicBezTo>
                  <a:pt x="4050" y="3270"/>
                  <a:pt x="3904" y="3485"/>
                  <a:pt x="3762" y="3693"/>
                </a:cubicBezTo>
                <a:close/>
                <a:moveTo>
                  <a:pt x="4076" y="1864"/>
                </a:moveTo>
                <a:cubicBezTo>
                  <a:pt x="4048" y="1897"/>
                  <a:pt x="4009" y="1914"/>
                  <a:pt x="3969" y="1914"/>
                </a:cubicBezTo>
                <a:cubicBezTo>
                  <a:pt x="3937" y="1914"/>
                  <a:pt x="3905" y="1903"/>
                  <a:pt x="3879" y="1881"/>
                </a:cubicBezTo>
                <a:cubicBezTo>
                  <a:pt x="3819" y="1831"/>
                  <a:pt x="3812" y="1743"/>
                  <a:pt x="3861" y="1683"/>
                </a:cubicBezTo>
                <a:lnTo>
                  <a:pt x="4110" y="1387"/>
                </a:lnTo>
                <a:cubicBezTo>
                  <a:pt x="4159" y="1328"/>
                  <a:pt x="4248" y="1320"/>
                  <a:pt x="4307" y="1370"/>
                </a:cubicBezTo>
                <a:cubicBezTo>
                  <a:pt x="4366" y="1420"/>
                  <a:pt x="4374" y="1508"/>
                  <a:pt x="4324" y="1568"/>
                </a:cubicBezTo>
                <a:lnTo>
                  <a:pt x="4076" y="1864"/>
                </a:lnTo>
                <a:close/>
                <a:moveTo>
                  <a:pt x="4882" y="2725"/>
                </a:moveTo>
                <a:lnTo>
                  <a:pt x="4501" y="2792"/>
                </a:lnTo>
                <a:cubicBezTo>
                  <a:pt x="4493" y="2793"/>
                  <a:pt x="4485" y="2794"/>
                  <a:pt x="4477" y="2794"/>
                </a:cubicBezTo>
                <a:cubicBezTo>
                  <a:pt x="4410" y="2794"/>
                  <a:pt x="4351" y="2746"/>
                  <a:pt x="4339" y="2678"/>
                </a:cubicBezTo>
                <a:cubicBezTo>
                  <a:pt x="4325" y="2602"/>
                  <a:pt x="4376" y="2529"/>
                  <a:pt x="4453" y="2516"/>
                </a:cubicBezTo>
                <a:lnTo>
                  <a:pt x="4833" y="2449"/>
                </a:lnTo>
                <a:cubicBezTo>
                  <a:pt x="4909" y="2435"/>
                  <a:pt x="4982" y="2486"/>
                  <a:pt x="4996" y="2563"/>
                </a:cubicBezTo>
                <a:cubicBezTo>
                  <a:pt x="5009" y="2639"/>
                  <a:pt x="4958" y="2711"/>
                  <a:pt x="4882" y="2725"/>
                </a:cubicBezTo>
                <a:close/>
              </a:path>
            </a:pathLst>
          </a:custGeom>
          <a:solidFill>
            <a:schemeClr val="accent1"/>
          </a:solidFill>
          <a:ln>
            <a:noFill/>
          </a:ln>
        </p:spPr>
        <p:txBody>
          <a:bodyPr/>
          <a:lstStyle/>
          <a:p>
            <a:endParaRPr lang="zh-CN" altLang="en-US">
              <a:cs typeface="+mn-ea"/>
              <a:sym typeface="+mn-lt"/>
            </a:endParaRPr>
          </a:p>
        </p:txBody>
      </p:sp>
      <p:pic>
        <p:nvPicPr>
          <p:cNvPr id="5" name="图片 4"/>
          <p:cNvPicPr>
            <a:picLocks noChangeAspect="1"/>
          </p:cNvPicPr>
          <p:nvPr>
            <p:custDataLst>
              <p:tags r:id="rId10"/>
            </p:custDataLst>
          </p:nvPr>
        </p:nvPicPr>
        <p:blipFill>
          <a:blip r:embed="rId11"/>
          <a:stretch>
            <a:fillRect/>
          </a:stretch>
        </p:blipFill>
        <p:spPr>
          <a:xfrm>
            <a:off x="1271270" y="2356485"/>
            <a:ext cx="2366645" cy="3259455"/>
          </a:xfrm>
          <a:prstGeom prst="rect">
            <a:avLst/>
          </a:prstGeom>
          <a:solidFill>
            <a:schemeClr val="tx1"/>
          </a:solidFill>
          <a:ln>
            <a:solidFill>
              <a:schemeClr val="tx1"/>
            </a:solidFill>
          </a:ln>
        </p:spPr>
      </p:pic>
      <p:pic>
        <p:nvPicPr>
          <p:cNvPr id="6" name="图片 5"/>
          <p:cNvPicPr>
            <a:picLocks noChangeAspect="1"/>
          </p:cNvPicPr>
          <p:nvPr>
            <p:custDataLst>
              <p:tags r:id="rId12"/>
            </p:custDataLst>
          </p:nvPr>
        </p:nvPicPr>
        <p:blipFill>
          <a:blip r:embed="rId13"/>
          <a:stretch>
            <a:fillRect/>
          </a:stretch>
        </p:blipFill>
        <p:spPr>
          <a:xfrm>
            <a:off x="5003165" y="2355850"/>
            <a:ext cx="2339975" cy="3260090"/>
          </a:xfrm>
          <a:prstGeom prst="rect">
            <a:avLst/>
          </a:prstGeom>
          <a:ln>
            <a:solidFill>
              <a:schemeClr val="tx1"/>
            </a:solidFill>
          </a:ln>
        </p:spPr>
      </p:pic>
      <p:pic>
        <p:nvPicPr>
          <p:cNvPr id="7" name="图片 6"/>
          <p:cNvPicPr>
            <a:picLocks noChangeAspect="1"/>
          </p:cNvPicPr>
          <p:nvPr>
            <p:custDataLst>
              <p:tags r:id="rId14"/>
            </p:custDataLst>
          </p:nvPr>
        </p:nvPicPr>
        <p:blipFill>
          <a:blip r:embed="rId15"/>
          <a:stretch>
            <a:fillRect/>
          </a:stretch>
        </p:blipFill>
        <p:spPr>
          <a:xfrm>
            <a:off x="8708390" y="2356485"/>
            <a:ext cx="2305685" cy="3261360"/>
          </a:xfrm>
          <a:prstGeom prst="rect">
            <a:avLst/>
          </a:prstGeom>
          <a:ln>
            <a:solidFill>
              <a:schemeClr val="tx1"/>
            </a:solid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255" y="237834"/>
            <a:ext cx="8168208" cy="790865"/>
          </a:xfrm>
        </p:spPr>
        <p:txBody>
          <a:bodyPr/>
          <a:lstStyle/>
          <a:p>
            <a:r>
              <a:rPr lang="zh-CN" altLang="en-US" dirty="0">
                <a:latin typeface="+mn-lt"/>
                <a:ea typeface="+mn-ea"/>
                <a:cs typeface="+mn-ea"/>
                <a:sym typeface="+mn-lt"/>
              </a:rPr>
              <a:t>这页可展示</a:t>
            </a:r>
            <a:r>
              <a:rPr lang="en-US" altLang="zh-CN" dirty="0">
                <a:latin typeface="+mn-lt"/>
                <a:ea typeface="+mn-ea"/>
                <a:cs typeface="+mn-ea"/>
                <a:sym typeface="+mn-lt"/>
              </a:rPr>
              <a:t>3</a:t>
            </a:r>
            <a:r>
              <a:rPr lang="zh-CN" altLang="en-US" dirty="0">
                <a:latin typeface="+mn-lt"/>
                <a:ea typeface="+mn-ea"/>
                <a:cs typeface="+mn-ea"/>
                <a:sym typeface="+mn-lt"/>
              </a:rPr>
              <a:t>个并列项</a:t>
            </a:r>
            <a:endParaRPr lang="zh-CN" altLang="en-US" dirty="0">
              <a:latin typeface="+mn-lt"/>
              <a:ea typeface="+mn-ea"/>
              <a:cs typeface="+mn-ea"/>
              <a:sym typeface="+mn-lt"/>
            </a:endParaRPr>
          </a:p>
        </p:txBody>
      </p:sp>
      <p:sp>
        <p:nvSpPr>
          <p:cNvPr id="3" name="灯片编号占位符 2"/>
          <p:cNvSpPr>
            <a:spLocks noGrp="1"/>
          </p:cNvSpPr>
          <p:nvPr>
            <p:ph type="sldNum" sz="quarter" idx="12"/>
          </p:nvPr>
        </p:nvSpPr>
        <p:spPr/>
        <p:txBody>
          <a:bodyPr/>
          <a:lstStyle/>
          <a:p>
            <a:fld id="{2515AB8F-1C56-49E9-90C8-78D22B0C1B97}" type="slidenum">
              <a:rPr lang="zh-CN" altLang="en-US" smtClean="0">
                <a:cs typeface="+mn-ea"/>
                <a:sym typeface="+mn-lt"/>
              </a:rPr>
            </a:fld>
            <a:endParaRPr lang="zh-CN" altLang="en-US" dirty="0">
              <a:cs typeface="+mn-ea"/>
              <a:sym typeface="+mn-lt"/>
            </a:endParaRPr>
          </a:p>
        </p:txBody>
      </p:sp>
      <p:sp>
        <p:nvSpPr>
          <p:cNvPr id="13" name="iṥ1íďe"/>
          <p:cNvSpPr/>
          <p:nvPr>
            <p:custDataLst>
              <p:tags r:id="rId1"/>
            </p:custDataLst>
          </p:nvPr>
        </p:nvSpPr>
        <p:spPr>
          <a:xfrm flipH="1">
            <a:off x="1091802" y="1029994"/>
            <a:ext cx="2289573" cy="560065"/>
          </a:xfrm>
          <a:prstGeom prst="rect">
            <a:avLst/>
          </a:prstGeom>
          <a:scene3d>
            <a:camera prst="perspectiveLeft">
              <a:rot lat="0" lon="0" rev="0"/>
            </a:camera>
            <a:lightRig rig="threePt" dir="t"/>
          </a:scene3d>
        </p:spPr>
        <p:txBody>
          <a:bodyPr wrap="square" lIns="91440" tIns="45720" rIns="91440" bIns="45720" anchor="ctr">
            <a:normAutofit fontScale="9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30000"/>
              </a:lnSpc>
            </a:pPr>
            <a:r>
              <a:rPr lang="zh-CN" altLang="en-US" sz="2400" b="1" dirty="0">
                <a:cs typeface="+mn-ea"/>
                <a:sym typeface="+mn-lt"/>
              </a:rPr>
              <a:t>需求说明书</a:t>
            </a:r>
            <a:endParaRPr lang="zh-CN" altLang="en-US" sz="2400" b="1" dirty="0">
              <a:cs typeface="+mn-ea"/>
              <a:sym typeface="+mn-lt"/>
            </a:endParaRPr>
          </a:p>
        </p:txBody>
      </p:sp>
      <p:pic>
        <p:nvPicPr>
          <p:cNvPr id="4" name="图片 3"/>
          <p:cNvPicPr>
            <a:picLocks noChangeAspect="1"/>
          </p:cNvPicPr>
          <p:nvPr>
            <p:custDataLst>
              <p:tags r:id="rId2"/>
            </p:custDataLst>
          </p:nvPr>
        </p:nvPicPr>
        <p:blipFill>
          <a:blip r:embed="rId3"/>
          <a:stretch>
            <a:fillRect/>
          </a:stretch>
        </p:blipFill>
        <p:spPr>
          <a:xfrm>
            <a:off x="1091565" y="1845945"/>
            <a:ext cx="3048000" cy="4239895"/>
          </a:xfrm>
          <a:prstGeom prst="rect">
            <a:avLst/>
          </a:prstGeom>
        </p:spPr>
      </p:pic>
      <p:pic>
        <p:nvPicPr>
          <p:cNvPr id="5" name="图片 4"/>
          <p:cNvPicPr>
            <a:picLocks noChangeAspect="1"/>
          </p:cNvPicPr>
          <p:nvPr>
            <p:custDataLst>
              <p:tags r:id="rId4"/>
            </p:custDataLst>
          </p:nvPr>
        </p:nvPicPr>
        <p:blipFill>
          <a:blip r:embed="rId5"/>
          <a:stretch>
            <a:fillRect/>
          </a:stretch>
        </p:blipFill>
        <p:spPr>
          <a:xfrm>
            <a:off x="4614545" y="1846580"/>
            <a:ext cx="2993390" cy="4243705"/>
          </a:xfrm>
          <a:prstGeom prst="rect">
            <a:avLst/>
          </a:prstGeom>
        </p:spPr>
      </p:pic>
      <p:pic>
        <p:nvPicPr>
          <p:cNvPr id="6" name="图片 5"/>
          <p:cNvPicPr>
            <a:picLocks noChangeAspect="1"/>
          </p:cNvPicPr>
          <p:nvPr>
            <p:custDataLst>
              <p:tags r:id="rId6"/>
            </p:custDataLst>
          </p:nvPr>
        </p:nvPicPr>
        <p:blipFill>
          <a:blip r:embed="rId7"/>
          <a:stretch>
            <a:fillRect/>
          </a:stretch>
        </p:blipFill>
        <p:spPr>
          <a:xfrm>
            <a:off x="8187690" y="1846580"/>
            <a:ext cx="3026410" cy="423926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255" y="237834"/>
            <a:ext cx="8168208" cy="790865"/>
          </a:xfrm>
        </p:spPr>
        <p:txBody>
          <a:bodyPr/>
          <a:lstStyle/>
          <a:p>
            <a:r>
              <a:rPr lang="zh-CN" altLang="en-US" dirty="0">
                <a:latin typeface="+mn-lt"/>
                <a:ea typeface="+mn-ea"/>
                <a:cs typeface="+mn-ea"/>
                <a:sym typeface="+mn-lt"/>
              </a:rPr>
              <a:t>这页可展示</a:t>
            </a:r>
            <a:r>
              <a:rPr lang="en-US" altLang="zh-CN" dirty="0">
                <a:latin typeface="+mn-lt"/>
                <a:ea typeface="+mn-ea"/>
                <a:cs typeface="+mn-ea"/>
                <a:sym typeface="+mn-lt"/>
              </a:rPr>
              <a:t>3</a:t>
            </a:r>
            <a:r>
              <a:rPr lang="zh-CN" altLang="en-US" dirty="0">
                <a:latin typeface="+mn-lt"/>
                <a:ea typeface="+mn-ea"/>
                <a:cs typeface="+mn-ea"/>
                <a:sym typeface="+mn-lt"/>
              </a:rPr>
              <a:t>个并列项</a:t>
            </a:r>
            <a:endParaRPr lang="zh-CN" altLang="en-US" dirty="0">
              <a:latin typeface="+mn-lt"/>
              <a:ea typeface="+mn-ea"/>
              <a:cs typeface="+mn-ea"/>
              <a:sym typeface="+mn-lt"/>
            </a:endParaRPr>
          </a:p>
        </p:txBody>
      </p:sp>
      <p:sp>
        <p:nvSpPr>
          <p:cNvPr id="3" name="灯片编号占位符 2"/>
          <p:cNvSpPr>
            <a:spLocks noGrp="1"/>
          </p:cNvSpPr>
          <p:nvPr>
            <p:ph type="sldNum" sz="quarter" idx="12"/>
          </p:nvPr>
        </p:nvSpPr>
        <p:spPr/>
        <p:txBody>
          <a:bodyPr/>
          <a:lstStyle/>
          <a:p>
            <a:fld id="{2515AB8F-1C56-49E9-90C8-78D22B0C1B97}" type="slidenum">
              <a:rPr lang="zh-CN" altLang="en-US" smtClean="0">
                <a:cs typeface="+mn-ea"/>
                <a:sym typeface="+mn-lt"/>
              </a:rPr>
            </a:fld>
            <a:endParaRPr lang="zh-CN" altLang="en-US" dirty="0">
              <a:cs typeface="+mn-ea"/>
              <a:sym typeface="+mn-lt"/>
            </a:endParaRPr>
          </a:p>
        </p:txBody>
      </p:sp>
      <p:sp>
        <p:nvSpPr>
          <p:cNvPr id="13" name="iṥ1íďe"/>
          <p:cNvSpPr/>
          <p:nvPr>
            <p:custDataLst>
              <p:tags r:id="rId1"/>
            </p:custDataLst>
          </p:nvPr>
        </p:nvSpPr>
        <p:spPr>
          <a:xfrm flipH="1">
            <a:off x="1091802" y="1029994"/>
            <a:ext cx="2289573" cy="560065"/>
          </a:xfrm>
          <a:prstGeom prst="rect">
            <a:avLst/>
          </a:prstGeom>
          <a:scene3d>
            <a:camera prst="perspectiveLeft">
              <a:rot lat="0" lon="0" rev="0"/>
            </a:camera>
            <a:lightRig rig="threePt" dir="t"/>
          </a:scene3d>
        </p:spPr>
        <p:txBody>
          <a:bodyPr wrap="square" lIns="91440" tIns="45720" rIns="91440" bIns="45720" anchor="ctr">
            <a:normAutofit fontScale="9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30000"/>
              </a:lnSpc>
            </a:pPr>
            <a:r>
              <a:rPr lang="zh-CN" altLang="en-US" sz="2400" b="1" dirty="0">
                <a:cs typeface="+mn-ea"/>
                <a:sym typeface="+mn-lt"/>
              </a:rPr>
              <a:t>系统概要设计</a:t>
            </a:r>
            <a:endParaRPr lang="zh-CN" altLang="en-US" sz="2400" b="1" dirty="0">
              <a:cs typeface="+mn-ea"/>
              <a:sym typeface="+mn-lt"/>
            </a:endParaRPr>
          </a:p>
        </p:txBody>
      </p:sp>
      <p:pic>
        <p:nvPicPr>
          <p:cNvPr id="7" name="图片 6"/>
          <p:cNvPicPr>
            <a:picLocks noChangeAspect="1"/>
          </p:cNvPicPr>
          <p:nvPr>
            <p:custDataLst>
              <p:tags r:id="rId2"/>
            </p:custDataLst>
          </p:nvPr>
        </p:nvPicPr>
        <p:blipFill>
          <a:blip r:embed="rId3"/>
          <a:stretch>
            <a:fillRect/>
          </a:stretch>
        </p:blipFill>
        <p:spPr>
          <a:xfrm>
            <a:off x="1022985" y="1733550"/>
            <a:ext cx="3015615" cy="4239895"/>
          </a:xfrm>
          <a:prstGeom prst="rect">
            <a:avLst/>
          </a:prstGeom>
        </p:spPr>
      </p:pic>
      <p:pic>
        <p:nvPicPr>
          <p:cNvPr id="8" name="图片 7"/>
          <p:cNvPicPr>
            <a:picLocks noChangeAspect="1"/>
          </p:cNvPicPr>
          <p:nvPr>
            <p:custDataLst>
              <p:tags r:id="rId4"/>
            </p:custDataLst>
          </p:nvPr>
        </p:nvPicPr>
        <p:blipFill>
          <a:blip r:embed="rId5"/>
          <a:stretch>
            <a:fillRect/>
          </a:stretch>
        </p:blipFill>
        <p:spPr>
          <a:xfrm>
            <a:off x="4582795" y="1733550"/>
            <a:ext cx="3007995" cy="4219575"/>
          </a:xfrm>
          <a:prstGeom prst="rect">
            <a:avLst/>
          </a:prstGeom>
        </p:spPr>
      </p:pic>
      <p:pic>
        <p:nvPicPr>
          <p:cNvPr id="9" name="图片 8"/>
          <p:cNvPicPr>
            <a:picLocks noChangeAspect="1"/>
          </p:cNvPicPr>
          <p:nvPr>
            <p:custDataLst>
              <p:tags r:id="rId6"/>
            </p:custDataLst>
          </p:nvPr>
        </p:nvPicPr>
        <p:blipFill>
          <a:blip r:embed="rId7"/>
          <a:stretch>
            <a:fillRect/>
          </a:stretch>
        </p:blipFill>
        <p:spPr>
          <a:xfrm>
            <a:off x="8453120" y="1839595"/>
            <a:ext cx="2863215" cy="401891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255" y="237834"/>
            <a:ext cx="8168208" cy="790865"/>
          </a:xfrm>
        </p:spPr>
        <p:txBody>
          <a:bodyPr/>
          <a:lstStyle/>
          <a:p>
            <a:r>
              <a:rPr lang="zh-CN" altLang="en-US" dirty="0">
                <a:latin typeface="+mn-lt"/>
                <a:ea typeface="+mn-ea"/>
                <a:cs typeface="+mn-ea"/>
                <a:sym typeface="+mn-lt"/>
              </a:rPr>
              <a:t>这页可展示</a:t>
            </a:r>
            <a:r>
              <a:rPr lang="en-US" altLang="zh-CN" dirty="0">
                <a:latin typeface="+mn-lt"/>
                <a:ea typeface="+mn-ea"/>
                <a:cs typeface="+mn-ea"/>
                <a:sym typeface="+mn-lt"/>
              </a:rPr>
              <a:t>3</a:t>
            </a:r>
            <a:r>
              <a:rPr lang="zh-CN" altLang="en-US" dirty="0">
                <a:latin typeface="+mn-lt"/>
                <a:ea typeface="+mn-ea"/>
                <a:cs typeface="+mn-ea"/>
                <a:sym typeface="+mn-lt"/>
              </a:rPr>
              <a:t>个并列项</a:t>
            </a:r>
            <a:endParaRPr lang="zh-CN" altLang="en-US" dirty="0">
              <a:latin typeface="+mn-lt"/>
              <a:ea typeface="+mn-ea"/>
              <a:cs typeface="+mn-ea"/>
              <a:sym typeface="+mn-lt"/>
            </a:endParaRPr>
          </a:p>
        </p:txBody>
      </p:sp>
      <p:sp>
        <p:nvSpPr>
          <p:cNvPr id="3" name="灯片编号占位符 2"/>
          <p:cNvSpPr>
            <a:spLocks noGrp="1"/>
          </p:cNvSpPr>
          <p:nvPr>
            <p:ph type="sldNum" sz="quarter" idx="12"/>
          </p:nvPr>
        </p:nvSpPr>
        <p:spPr/>
        <p:txBody>
          <a:bodyPr/>
          <a:lstStyle/>
          <a:p>
            <a:fld id="{2515AB8F-1C56-49E9-90C8-78D22B0C1B97}" type="slidenum">
              <a:rPr lang="zh-CN" altLang="en-US" smtClean="0">
                <a:cs typeface="+mn-ea"/>
                <a:sym typeface="+mn-lt"/>
              </a:rPr>
            </a:fld>
            <a:endParaRPr lang="zh-CN" altLang="en-US" dirty="0">
              <a:cs typeface="+mn-ea"/>
              <a:sym typeface="+mn-lt"/>
            </a:endParaRPr>
          </a:p>
        </p:txBody>
      </p:sp>
      <p:sp>
        <p:nvSpPr>
          <p:cNvPr id="13" name="iṥ1íďe"/>
          <p:cNvSpPr/>
          <p:nvPr>
            <p:custDataLst>
              <p:tags r:id="rId1"/>
            </p:custDataLst>
          </p:nvPr>
        </p:nvSpPr>
        <p:spPr>
          <a:xfrm flipH="1">
            <a:off x="1091802" y="1029994"/>
            <a:ext cx="2289573" cy="560065"/>
          </a:xfrm>
          <a:prstGeom prst="rect">
            <a:avLst/>
          </a:prstGeom>
          <a:scene3d>
            <a:camera prst="perspectiveLeft">
              <a:rot lat="0" lon="0" rev="0"/>
            </a:camera>
            <a:lightRig rig="threePt" dir="t"/>
          </a:scene3d>
        </p:spPr>
        <p:txBody>
          <a:bodyPr wrap="square" lIns="91440" tIns="45720" rIns="91440" bIns="45720" anchor="ctr">
            <a:normAutofit fontScale="9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30000"/>
              </a:lnSpc>
            </a:pPr>
            <a:r>
              <a:rPr lang="zh-CN" altLang="en-US" sz="2400" b="1" dirty="0">
                <a:cs typeface="+mn-ea"/>
                <a:sym typeface="+mn-lt"/>
              </a:rPr>
              <a:t>系统详细</a:t>
            </a:r>
            <a:r>
              <a:rPr lang="zh-CN" altLang="en-US" sz="2400" b="1" dirty="0">
                <a:cs typeface="+mn-ea"/>
                <a:sym typeface="+mn-lt"/>
              </a:rPr>
              <a:t>设计</a:t>
            </a:r>
            <a:endParaRPr lang="zh-CN" altLang="en-US" sz="2400" b="1" dirty="0">
              <a:cs typeface="+mn-ea"/>
              <a:sym typeface="+mn-lt"/>
            </a:endParaRPr>
          </a:p>
        </p:txBody>
      </p:sp>
      <p:pic>
        <p:nvPicPr>
          <p:cNvPr id="8" name="图片 7"/>
          <p:cNvPicPr>
            <a:picLocks noChangeAspect="1"/>
          </p:cNvPicPr>
          <p:nvPr>
            <p:custDataLst>
              <p:tags r:id="rId2"/>
            </p:custDataLst>
          </p:nvPr>
        </p:nvPicPr>
        <p:blipFill>
          <a:blip r:embed="rId3"/>
          <a:stretch>
            <a:fillRect/>
          </a:stretch>
        </p:blipFill>
        <p:spPr>
          <a:xfrm>
            <a:off x="1128395" y="1758950"/>
            <a:ext cx="3078480" cy="4320540"/>
          </a:xfrm>
          <a:prstGeom prst="rect">
            <a:avLst/>
          </a:prstGeom>
        </p:spPr>
      </p:pic>
      <p:pic>
        <p:nvPicPr>
          <p:cNvPr id="9" name="图片 8"/>
          <p:cNvPicPr>
            <a:picLocks noChangeAspect="1"/>
          </p:cNvPicPr>
          <p:nvPr>
            <p:custDataLst>
              <p:tags r:id="rId4"/>
            </p:custDataLst>
          </p:nvPr>
        </p:nvPicPr>
        <p:blipFill>
          <a:blip r:embed="rId5"/>
          <a:stretch>
            <a:fillRect/>
          </a:stretch>
        </p:blipFill>
        <p:spPr>
          <a:xfrm>
            <a:off x="4725035" y="1754505"/>
            <a:ext cx="3075305" cy="4324985"/>
          </a:xfrm>
          <a:prstGeom prst="rect">
            <a:avLst/>
          </a:prstGeom>
        </p:spPr>
      </p:pic>
      <p:pic>
        <p:nvPicPr>
          <p:cNvPr id="10" name="图片 9"/>
          <p:cNvPicPr>
            <a:picLocks noChangeAspect="1"/>
          </p:cNvPicPr>
          <p:nvPr>
            <p:custDataLst>
              <p:tags r:id="rId6"/>
            </p:custDataLst>
          </p:nvPr>
        </p:nvPicPr>
        <p:blipFill>
          <a:blip r:embed="rId7"/>
          <a:stretch>
            <a:fillRect/>
          </a:stretch>
        </p:blipFill>
        <p:spPr>
          <a:xfrm>
            <a:off x="8176895" y="1758950"/>
            <a:ext cx="3085465" cy="432117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a:t>项目功能</a:t>
            </a:r>
            <a:endParaRPr lang="zh-CN" altLang="en-US" dirty="0"/>
          </a:p>
        </p:txBody>
      </p:sp>
      <p:sp>
        <p:nvSpPr>
          <p:cNvPr id="4" name="plus-and-minus-square_74061"/>
          <p:cNvSpPr>
            <a:spLocks noChangeAspect="1"/>
          </p:cNvSpPr>
          <p:nvPr/>
        </p:nvSpPr>
        <p:spPr bwMode="auto">
          <a:xfrm>
            <a:off x="5676878" y="2015864"/>
            <a:ext cx="838243" cy="836874"/>
          </a:xfrm>
          <a:custGeom>
            <a:avLst/>
            <a:gdLst>
              <a:gd name="connsiteX0" fmla="*/ 332727 w 605381"/>
              <a:gd name="connsiteY0" fmla="*/ 386487 h 604393"/>
              <a:gd name="connsiteX1" fmla="*/ 491688 w 605381"/>
              <a:gd name="connsiteY1" fmla="*/ 386487 h 604393"/>
              <a:gd name="connsiteX2" fmla="*/ 522607 w 605381"/>
              <a:gd name="connsiteY2" fmla="*/ 417348 h 604393"/>
              <a:gd name="connsiteX3" fmla="*/ 491688 w 605381"/>
              <a:gd name="connsiteY3" fmla="*/ 448302 h 604393"/>
              <a:gd name="connsiteX4" fmla="*/ 332727 w 605381"/>
              <a:gd name="connsiteY4" fmla="*/ 448302 h 604393"/>
              <a:gd name="connsiteX5" fmla="*/ 301808 w 605381"/>
              <a:gd name="connsiteY5" fmla="*/ 417348 h 604393"/>
              <a:gd name="connsiteX6" fmla="*/ 332727 w 605381"/>
              <a:gd name="connsiteY6" fmla="*/ 386487 h 604393"/>
              <a:gd name="connsiteX7" fmla="*/ 171122 w 605381"/>
              <a:gd name="connsiteY7" fmla="*/ 75456 h 604393"/>
              <a:gd name="connsiteX8" fmla="*/ 140203 w 605381"/>
              <a:gd name="connsiteY8" fmla="*/ 106417 h 604393"/>
              <a:gd name="connsiteX9" fmla="*/ 140203 w 605381"/>
              <a:gd name="connsiteY9" fmla="*/ 154806 h 604393"/>
              <a:gd name="connsiteX10" fmla="*/ 91736 w 605381"/>
              <a:gd name="connsiteY10" fmla="*/ 154806 h 604393"/>
              <a:gd name="connsiteX11" fmla="*/ 60724 w 605381"/>
              <a:gd name="connsiteY11" fmla="*/ 185674 h 604393"/>
              <a:gd name="connsiteX12" fmla="*/ 91736 w 605381"/>
              <a:gd name="connsiteY12" fmla="*/ 216636 h 604393"/>
              <a:gd name="connsiteX13" fmla="*/ 140203 w 605381"/>
              <a:gd name="connsiteY13" fmla="*/ 216636 h 604393"/>
              <a:gd name="connsiteX14" fmla="*/ 140203 w 605381"/>
              <a:gd name="connsiteY14" fmla="*/ 265024 h 604393"/>
              <a:gd name="connsiteX15" fmla="*/ 171122 w 605381"/>
              <a:gd name="connsiteY15" fmla="*/ 295893 h 604393"/>
              <a:gd name="connsiteX16" fmla="*/ 202134 w 605381"/>
              <a:gd name="connsiteY16" fmla="*/ 265024 h 604393"/>
              <a:gd name="connsiteX17" fmla="*/ 202134 w 605381"/>
              <a:gd name="connsiteY17" fmla="*/ 216636 h 604393"/>
              <a:gd name="connsiteX18" fmla="*/ 250695 w 605381"/>
              <a:gd name="connsiteY18" fmla="*/ 216636 h 604393"/>
              <a:gd name="connsiteX19" fmla="*/ 281614 w 605381"/>
              <a:gd name="connsiteY19" fmla="*/ 185674 h 604393"/>
              <a:gd name="connsiteX20" fmla="*/ 250695 w 605381"/>
              <a:gd name="connsiteY20" fmla="*/ 154806 h 604393"/>
              <a:gd name="connsiteX21" fmla="*/ 202134 w 605381"/>
              <a:gd name="connsiteY21" fmla="*/ 154806 h 604393"/>
              <a:gd name="connsiteX22" fmla="*/ 202134 w 605381"/>
              <a:gd name="connsiteY22" fmla="*/ 106417 h 604393"/>
              <a:gd name="connsiteX23" fmla="*/ 171122 w 605381"/>
              <a:gd name="connsiteY23" fmla="*/ 75456 h 604393"/>
              <a:gd name="connsiteX24" fmla="*/ 540200 w 605381"/>
              <a:gd name="connsiteY24" fmla="*/ 65074 h 604393"/>
              <a:gd name="connsiteX25" fmla="*/ 65181 w 605381"/>
              <a:gd name="connsiteY25" fmla="*/ 539319 h 604393"/>
              <a:gd name="connsiteX26" fmla="*/ 72980 w 605381"/>
              <a:gd name="connsiteY26" fmla="*/ 542563 h 604393"/>
              <a:gd name="connsiteX27" fmla="*/ 532401 w 605381"/>
              <a:gd name="connsiteY27" fmla="*/ 542563 h 604393"/>
              <a:gd name="connsiteX28" fmla="*/ 543450 w 605381"/>
              <a:gd name="connsiteY28" fmla="*/ 531532 h 604393"/>
              <a:gd name="connsiteX29" fmla="*/ 543450 w 605381"/>
              <a:gd name="connsiteY29" fmla="*/ 72861 h 604393"/>
              <a:gd name="connsiteX30" fmla="*/ 540200 w 605381"/>
              <a:gd name="connsiteY30" fmla="*/ 65074 h 604393"/>
              <a:gd name="connsiteX31" fmla="*/ 72980 w 605381"/>
              <a:gd name="connsiteY31" fmla="*/ 0 h 604393"/>
              <a:gd name="connsiteX32" fmla="*/ 532401 w 605381"/>
              <a:gd name="connsiteY32" fmla="*/ 0 h 604393"/>
              <a:gd name="connsiteX33" fmla="*/ 605381 w 605381"/>
              <a:gd name="connsiteY33" fmla="*/ 72861 h 604393"/>
              <a:gd name="connsiteX34" fmla="*/ 605381 w 605381"/>
              <a:gd name="connsiteY34" fmla="*/ 531532 h 604393"/>
              <a:gd name="connsiteX35" fmla="*/ 532401 w 605381"/>
              <a:gd name="connsiteY35" fmla="*/ 604393 h 604393"/>
              <a:gd name="connsiteX36" fmla="*/ 72980 w 605381"/>
              <a:gd name="connsiteY36" fmla="*/ 604393 h 604393"/>
              <a:gd name="connsiteX37" fmla="*/ 0 w 605381"/>
              <a:gd name="connsiteY37" fmla="*/ 531532 h 604393"/>
              <a:gd name="connsiteX38" fmla="*/ 0 w 605381"/>
              <a:gd name="connsiteY38" fmla="*/ 72861 h 604393"/>
              <a:gd name="connsiteX39" fmla="*/ 72980 w 605381"/>
              <a:gd name="connsiteY39" fmla="*/ 0 h 604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5381" h="604393">
                <a:moveTo>
                  <a:pt x="332727" y="386487"/>
                </a:moveTo>
                <a:lnTo>
                  <a:pt x="491688" y="386487"/>
                </a:lnTo>
                <a:cubicBezTo>
                  <a:pt x="508772" y="386487"/>
                  <a:pt x="522607" y="400296"/>
                  <a:pt x="522607" y="417348"/>
                </a:cubicBezTo>
                <a:cubicBezTo>
                  <a:pt x="522607" y="434401"/>
                  <a:pt x="508772" y="448302"/>
                  <a:pt x="491688" y="448302"/>
                </a:cubicBezTo>
                <a:lnTo>
                  <a:pt x="332727" y="448302"/>
                </a:lnTo>
                <a:cubicBezTo>
                  <a:pt x="315643" y="448302"/>
                  <a:pt x="301808" y="434493"/>
                  <a:pt x="301808" y="417348"/>
                </a:cubicBezTo>
                <a:cubicBezTo>
                  <a:pt x="301808" y="400389"/>
                  <a:pt x="315643" y="386487"/>
                  <a:pt x="332727" y="386487"/>
                </a:cubicBezTo>
                <a:close/>
                <a:moveTo>
                  <a:pt x="171122" y="75456"/>
                </a:moveTo>
                <a:cubicBezTo>
                  <a:pt x="154038" y="75456"/>
                  <a:pt x="140203" y="89361"/>
                  <a:pt x="140203" y="106417"/>
                </a:cubicBezTo>
                <a:lnTo>
                  <a:pt x="140203" y="154806"/>
                </a:lnTo>
                <a:lnTo>
                  <a:pt x="91736" y="154806"/>
                </a:lnTo>
                <a:cubicBezTo>
                  <a:pt x="74651" y="154806"/>
                  <a:pt x="60724" y="168711"/>
                  <a:pt x="60724" y="185674"/>
                </a:cubicBezTo>
                <a:cubicBezTo>
                  <a:pt x="60724" y="202824"/>
                  <a:pt x="74651" y="216636"/>
                  <a:pt x="91736" y="216636"/>
                </a:cubicBezTo>
                <a:lnTo>
                  <a:pt x="140203" y="216636"/>
                </a:lnTo>
                <a:lnTo>
                  <a:pt x="140203" y="265024"/>
                </a:lnTo>
                <a:cubicBezTo>
                  <a:pt x="140203" y="282081"/>
                  <a:pt x="154038" y="295893"/>
                  <a:pt x="171122" y="295893"/>
                </a:cubicBezTo>
                <a:cubicBezTo>
                  <a:pt x="188207" y="295893"/>
                  <a:pt x="202134" y="282081"/>
                  <a:pt x="202134" y="265024"/>
                </a:cubicBezTo>
                <a:lnTo>
                  <a:pt x="202134" y="216636"/>
                </a:lnTo>
                <a:lnTo>
                  <a:pt x="250695" y="216636"/>
                </a:lnTo>
                <a:cubicBezTo>
                  <a:pt x="267779" y="216636"/>
                  <a:pt x="281614" y="202731"/>
                  <a:pt x="281614" y="185674"/>
                </a:cubicBezTo>
                <a:cubicBezTo>
                  <a:pt x="281614" y="168618"/>
                  <a:pt x="267779" y="154806"/>
                  <a:pt x="250695" y="154806"/>
                </a:cubicBezTo>
                <a:lnTo>
                  <a:pt x="202134" y="154806"/>
                </a:lnTo>
                <a:lnTo>
                  <a:pt x="202134" y="106417"/>
                </a:lnTo>
                <a:cubicBezTo>
                  <a:pt x="202134" y="89361"/>
                  <a:pt x="188207" y="75456"/>
                  <a:pt x="171122" y="75456"/>
                </a:cubicBezTo>
                <a:close/>
                <a:moveTo>
                  <a:pt x="540200" y="65074"/>
                </a:moveTo>
                <a:lnTo>
                  <a:pt x="65181" y="539319"/>
                </a:lnTo>
                <a:cubicBezTo>
                  <a:pt x="67130" y="541358"/>
                  <a:pt x="69916" y="542563"/>
                  <a:pt x="72980" y="542563"/>
                </a:cubicBezTo>
                <a:lnTo>
                  <a:pt x="532401" y="542563"/>
                </a:lnTo>
                <a:cubicBezTo>
                  <a:pt x="538529" y="542563"/>
                  <a:pt x="543450" y="537650"/>
                  <a:pt x="543450" y="531532"/>
                </a:cubicBezTo>
                <a:lnTo>
                  <a:pt x="543450" y="72861"/>
                </a:lnTo>
                <a:cubicBezTo>
                  <a:pt x="543450" y="69802"/>
                  <a:pt x="542243" y="67021"/>
                  <a:pt x="540200" y="65074"/>
                </a:cubicBezTo>
                <a:close/>
                <a:moveTo>
                  <a:pt x="72980" y="0"/>
                </a:moveTo>
                <a:lnTo>
                  <a:pt x="532401" y="0"/>
                </a:lnTo>
                <a:cubicBezTo>
                  <a:pt x="572605" y="0"/>
                  <a:pt x="605381" y="32722"/>
                  <a:pt x="605381" y="72861"/>
                </a:cubicBezTo>
                <a:lnTo>
                  <a:pt x="605381" y="531532"/>
                </a:lnTo>
                <a:cubicBezTo>
                  <a:pt x="605381" y="571671"/>
                  <a:pt x="572605" y="604393"/>
                  <a:pt x="532401" y="604393"/>
                </a:cubicBezTo>
                <a:lnTo>
                  <a:pt x="72980" y="604393"/>
                </a:lnTo>
                <a:cubicBezTo>
                  <a:pt x="32776" y="604393"/>
                  <a:pt x="0" y="571671"/>
                  <a:pt x="0" y="531532"/>
                </a:cubicBezTo>
                <a:lnTo>
                  <a:pt x="0" y="72861"/>
                </a:lnTo>
                <a:cubicBezTo>
                  <a:pt x="0" y="32722"/>
                  <a:pt x="32776" y="0"/>
                  <a:pt x="72980" y="0"/>
                </a:cubicBezTo>
                <a:close/>
              </a:path>
            </a:pathLst>
          </a:custGeom>
          <a:solidFill>
            <a:schemeClr val="bg1"/>
          </a:solidFill>
          <a:ln>
            <a:noFill/>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74627" y="1925898"/>
            <a:ext cx="4536743" cy="3463831"/>
          </a:xfrm>
          <a:prstGeom prst="rect">
            <a:avLst/>
          </a:prstGeom>
        </p:spPr>
      </p:pic>
      <p:sp>
        <p:nvSpPr>
          <p:cNvPr id="3" name="灯片编号占位符 2"/>
          <p:cNvSpPr>
            <a:spLocks noGrp="1"/>
          </p:cNvSpPr>
          <p:nvPr>
            <p:ph type="sldNum" sz="quarter" idx="12"/>
          </p:nvPr>
        </p:nvSpPr>
        <p:spPr/>
        <p:txBody>
          <a:bodyPr/>
          <a:lstStyle/>
          <a:p>
            <a:fld id="{2515AB8F-1C56-49E9-90C8-78D22B0C1B97}" type="slidenum">
              <a:rPr lang="zh-CN" altLang="en-US" smtClean="0">
                <a:sym typeface="+mn-lt"/>
              </a:rPr>
            </a:fld>
            <a:endParaRPr lang="zh-CN" altLang="en-US" dirty="0">
              <a:sym typeface="+mn-lt"/>
            </a:endParaRPr>
          </a:p>
        </p:txBody>
      </p:sp>
      <p:sp>
        <p:nvSpPr>
          <p:cNvPr id="2" name="标题 1"/>
          <p:cNvSpPr>
            <a:spLocks noGrp="1"/>
          </p:cNvSpPr>
          <p:nvPr>
            <p:ph type="title"/>
          </p:nvPr>
        </p:nvSpPr>
        <p:spPr/>
        <p:txBody>
          <a:bodyPr/>
          <a:lstStyle/>
          <a:p>
            <a:r>
              <a:rPr lang="zh-CN" altLang="en-US" dirty="0">
                <a:sym typeface="+mn-lt"/>
              </a:rPr>
              <a:t>项目</a:t>
            </a:r>
            <a:r>
              <a:rPr lang="zh-CN" altLang="en-US" dirty="0">
                <a:sym typeface="+mn-lt"/>
              </a:rPr>
              <a:t>功能</a:t>
            </a:r>
            <a:endParaRPr lang="zh-CN" altLang="en-US" dirty="0">
              <a:sym typeface="+mn-lt"/>
            </a:endParaRPr>
          </a:p>
        </p:txBody>
      </p:sp>
      <p:pic>
        <p:nvPicPr>
          <p:cNvPr id="4" name="图片 3"/>
          <p:cNvPicPr>
            <a:picLocks noChangeAspect="1"/>
          </p:cNvPicPr>
          <p:nvPr/>
        </p:nvPicPr>
        <p:blipFill>
          <a:blip r:embed="rId2"/>
          <a:stretch>
            <a:fillRect/>
          </a:stretch>
        </p:blipFill>
        <p:spPr>
          <a:xfrm>
            <a:off x="1291960" y="2047277"/>
            <a:ext cx="4303096" cy="2293301"/>
          </a:xfrm>
          <a:prstGeom prst="rect">
            <a:avLst/>
          </a:prstGeom>
        </p:spPr>
      </p:pic>
      <p:sp>
        <p:nvSpPr>
          <p:cNvPr id="5" name="文本框 4"/>
          <p:cNvSpPr txBox="1"/>
          <p:nvPr/>
        </p:nvSpPr>
        <p:spPr>
          <a:xfrm>
            <a:off x="6854190" y="3195955"/>
            <a:ext cx="4274820" cy="645160"/>
          </a:xfrm>
          <a:prstGeom prst="rect">
            <a:avLst/>
          </a:prstGeom>
          <a:noFill/>
        </p:spPr>
        <p:txBody>
          <a:bodyPr wrap="square" rtlCol="0">
            <a:spAutoFit/>
          </a:bodyPr>
          <a:p>
            <a:r>
              <a:rPr lang="zh-CN" altLang="en-US"/>
              <a:t>展示主界面，</a:t>
            </a:r>
            <a:r>
              <a:rPr lang="zh-CN" altLang="en-US"/>
              <a:t>大致文字介绍一些侧边框、</a:t>
            </a:r>
            <a:endParaRPr lang="zh-CN" altLang="en-US"/>
          </a:p>
          <a:p>
            <a:r>
              <a:rPr lang="zh-CN" altLang="en-US"/>
              <a:t>顶栏</a:t>
            </a:r>
            <a:r>
              <a:rPr lang="zh-CN" altLang="en-US"/>
              <a:t>内容</a:t>
            </a: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2515AB8F-1C56-49E9-90C8-78D22B0C1B97}" type="slidenum">
              <a:rPr lang="zh-CN" altLang="en-US" smtClean="0">
                <a:sym typeface="+mn-lt"/>
              </a:rPr>
            </a:fld>
            <a:endParaRPr lang="zh-CN" altLang="en-US" dirty="0">
              <a:sym typeface="+mn-lt"/>
            </a:endParaRPr>
          </a:p>
        </p:txBody>
      </p:sp>
      <p:sp>
        <p:nvSpPr>
          <p:cNvPr id="2" name="标题 1"/>
          <p:cNvSpPr>
            <a:spLocks noGrp="1"/>
          </p:cNvSpPr>
          <p:nvPr>
            <p:ph type="title"/>
          </p:nvPr>
        </p:nvSpPr>
        <p:spPr/>
        <p:txBody>
          <a:bodyPr/>
          <a:lstStyle/>
          <a:p>
            <a:r>
              <a:rPr lang="zh-CN" altLang="en-US" dirty="0">
                <a:sym typeface="+mn-lt"/>
              </a:rPr>
              <a:t>项目</a:t>
            </a:r>
            <a:r>
              <a:rPr lang="zh-CN" altLang="en-US" dirty="0">
                <a:sym typeface="+mn-lt"/>
              </a:rPr>
              <a:t>功能</a:t>
            </a:r>
            <a:endParaRPr lang="zh-CN" altLang="en-US" dirty="0">
              <a:sym typeface="+mn-lt"/>
            </a:endParaRPr>
          </a:p>
        </p:txBody>
      </p:sp>
      <p:sp>
        <p:nvSpPr>
          <p:cNvPr id="6" name="文本框 5"/>
          <p:cNvSpPr txBox="1"/>
          <p:nvPr/>
        </p:nvSpPr>
        <p:spPr>
          <a:xfrm>
            <a:off x="1135380" y="1076960"/>
            <a:ext cx="4064000" cy="460375"/>
          </a:xfrm>
          <a:prstGeom prst="rect">
            <a:avLst/>
          </a:prstGeom>
          <a:noFill/>
        </p:spPr>
        <p:txBody>
          <a:bodyPr wrap="square" rtlCol="0">
            <a:spAutoFit/>
          </a:bodyPr>
          <a:p>
            <a:r>
              <a:rPr lang="zh-CN" altLang="en-US" sz="2400" b="1"/>
              <a:t>账户管理</a:t>
            </a:r>
            <a:endParaRPr lang="zh-CN" altLang="en-US" sz="2400" b="1"/>
          </a:p>
        </p:txBody>
      </p:sp>
      <p:pic>
        <p:nvPicPr>
          <p:cNvPr id="100" name="图片 99"/>
          <p:cNvPicPr/>
          <p:nvPr/>
        </p:nvPicPr>
        <p:blipFill>
          <a:blip r:embed="rId1"/>
          <a:srcRect b="27418"/>
          <a:stretch>
            <a:fillRect/>
          </a:stretch>
        </p:blipFill>
        <p:spPr>
          <a:xfrm>
            <a:off x="1494790" y="1769110"/>
            <a:ext cx="3704590" cy="4410075"/>
          </a:xfrm>
          <a:prstGeom prst="rect">
            <a:avLst/>
          </a:prstGeom>
          <a:noFill/>
          <a:ln w="9525">
            <a:noFill/>
          </a:ln>
        </p:spPr>
      </p:pic>
      <p:pic>
        <p:nvPicPr>
          <p:cNvPr id="8" name="图片 7"/>
          <p:cNvPicPr>
            <a:picLocks noChangeAspect="1"/>
          </p:cNvPicPr>
          <p:nvPr>
            <p:custDataLst>
              <p:tags r:id="rId2"/>
            </p:custDataLst>
          </p:nvPr>
        </p:nvPicPr>
        <p:blipFill>
          <a:blip r:embed="rId3"/>
          <a:stretch>
            <a:fillRect/>
          </a:stretch>
        </p:blipFill>
        <p:spPr>
          <a:xfrm>
            <a:off x="5495290" y="1769110"/>
            <a:ext cx="6156325" cy="419862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2515AB8F-1C56-49E9-90C8-78D22B0C1B97}" type="slidenum">
              <a:rPr lang="zh-CN" altLang="en-US" smtClean="0">
                <a:sym typeface="+mn-lt"/>
              </a:rPr>
            </a:fld>
            <a:endParaRPr lang="zh-CN" altLang="en-US" dirty="0">
              <a:sym typeface="+mn-lt"/>
            </a:endParaRPr>
          </a:p>
        </p:txBody>
      </p:sp>
      <p:sp>
        <p:nvSpPr>
          <p:cNvPr id="2" name="标题 1"/>
          <p:cNvSpPr>
            <a:spLocks noGrp="1"/>
          </p:cNvSpPr>
          <p:nvPr>
            <p:ph type="title"/>
          </p:nvPr>
        </p:nvSpPr>
        <p:spPr/>
        <p:txBody>
          <a:bodyPr/>
          <a:lstStyle/>
          <a:p>
            <a:r>
              <a:rPr lang="zh-CN" altLang="en-US" dirty="0">
                <a:sym typeface="+mn-lt"/>
              </a:rPr>
              <a:t>项目</a:t>
            </a:r>
            <a:r>
              <a:rPr lang="zh-CN" altLang="en-US" dirty="0">
                <a:sym typeface="+mn-lt"/>
              </a:rPr>
              <a:t>功能</a:t>
            </a:r>
            <a:endParaRPr lang="zh-CN" altLang="en-US" dirty="0">
              <a:sym typeface="+mn-lt"/>
            </a:endParaRPr>
          </a:p>
        </p:txBody>
      </p:sp>
      <p:sp>
        <p:nvSpPr>
          <p:cNvPr id="6" name="文本框 5"/>
          <p:cNvSpPr txBox="1"/>
          <p:nvPr/>
        </p:nvSpPr>
        <p:spPr>
          <a:xfrm>
            <a:off x="1135380" y="1076960"/>
            <a:ext cx="4064000" cy="460375"/>
          </a:xfrm>
          <a:prstGeom prst="rect">
            <a:avLst/>
          </a:prstGeom>
          <a:noFill/>
        </p:spPr>
        <p:txBody>
          <a:bodyPr wrap="square" rtlCol="0">
            <a:spAutoFit/>
          </a:bodyPr>
          <a:p>
            <a:r>
              <a:rPr lang="zh-CN" altLang="en-US" sz="2400" b="1"/>
              <a:t>跨模态</a:t>
            </a:r>
            <a:r>
              <a:rPr lang="zh-CN" altLang="en-US" sz="2400" b="1"/>
              <a:t>检索</a:t>
            </a:r>
            <a:endParaRPr lang="zh-CN" altLang="en-US" sz="2400" b="1"/>
          </a:p>
        </p:txBody>
      </p:sp>
      <p:pic>
        <p:nvPicPr>
          <p:cNvPr id="102" name="图片 101"/>
          <p:cNvPicPr/>
          <p:nvPr/>
        </p:nvPicPr>
        <p:blipFill>
          <a:blip r:embed="rId1"/>
          <a:srcRect b="4088"/>
          <a:stretch>
            <a:fillRect/>
          </a:stretch>
        </p:blipFill>
        <p:spPr>
          <a:xfrm>
            <a:off x="1172210" y="1544955"/>
            <a:ext cx="4027170" cy="4622800"/>
          </a:xfrm>
          <a:prstGeom prst="rect">
            <a:avLst/>
          </a:prstGeom>
          <a:noFill/>
          <a:ln w="9525">
            <a:noFill/>
          </a:ln>
        </p:spPr>
      </p:pic>
      <p:pic>
        <p:nvPicPr>
          <p:cNvPr id="4" name="图片 3"/>
          <p:cNvPicPr>
            <a:picLocks noChangeAspect="1"/>
          </p:cNvPicPr>
          <p:nvPr>
            <p:custDataLst>
              <p:tags r:id="rId2"/>
            </p:custDataLst>
          </p:nvPr>
        </p:nvPicPr>
        <p:blipFill>
          <a:blip r:embed="rId3"/>
          <a:stretch>
            <a:fillRect/>
          </a:stretch>
        </p:blipFill>
        <p:spPr>
          <a:xfrm>
            <a:off x="5765165" y="1851660"/>
            <a:ext cx="5884545" cy="426466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a:t>总结</a:t>
            </a:r>
            <a:endParaRPr lang="zh-CN" altLang="en-US" dirty="0"/>
          </a:p>
        </p:txBody>
      </p:sp>
      <p:sp>
        <p:nvSpPr>
          <p:cNvPr id="4" name="clapping-hands_103856"/>
          <p:cNvSpPr>
            <a:spLocks noChangeAspect="1"/>
          </p:cNvSpPr>
          <p:nvPr/>
        </p:nvSpPr>
        <p:spPr bwMode="auto">
          <a:xfrm flipH="1">
            <a:off x="5518150" y="1697037"/>
            <a:ext cx="1155701" cy="1155701"/>
          </a:xfrm>
          <a:custGeom>
            <a:avLst/>
            <a:gdLst>
              <a:gd name="connsiteX0" fmla="*/ 416977 w 576135"/>
              <a:gd name="connsiteY0" fmla="*/ 198555 h 607866"/>
              <a:gd name="connsiteX1" fmla="*/ 439583 w 576135"/>
              <a:gd name="connsiteY1" fmla="*/ 203517 h 607866"/>
              <a:gd name="connsiteX2" fmla="*/ 447237 w 576135"/>
              <a:gd name="connsiteY2" fmla="*/ 245615 h 607866"/>
              <a:gd name="connsiteX3" fmla="*/ 430728 w 576135"/>
              <a:gd name="connsiteY3" fmla="*/ 269286 h 607866"/>
              <a:gd name="connsiteX4" fmla="*/ 460144 w 576135"/>
              <a:gd name="connsiteY4" fmla="*/ 272132 h 607866"/>
              <a:gd name="connsiteX5" fmla="*/ 467798 w 576135"/>
              <a:gd name="connsiteY5" fmla="*/ 314230 h 607866"/>
              <a:gd name="connsiteX6" fmla="*/ 439133 w 576135"/>
              <a:gd name="connsiteY6" fmla="*/ 355429 h 607866"/>
              <a:gd name="connsiteX7" fmla="*/ 468549 w 576135"/>
              <a:gd name="connsiteY7" fmla="*/ 358275 h 607866"/>
              <a:gd name="connsiteX8" fmla="*/ 476203 w 576135"/>
              <a:gd name="connsiteY8" fmla="*/ 400373 h 607866"/>
              <a:gd name="connsiteX9" fmla="*/ 355836 w 576135"/>
              <a:gd name="connsiteY9" fmla="*/ 573409 h 607866"/>
              <a:gd name="connsiteX10" fmla="*/ 289800 w 576135"/>
              <a:gd name="connsiteY10" fmla="*/ 607866 h 607866"/>
              <a:gd name="connsiteX11" fmla="*/ 244175 w 576135"/>
              <a:gd name="connsiteY11" fmla="*/ 593634 h 607866"/>
              <a:gd name="connsiteX12" fmla="*/ 184442 w 576135"/>
              <a:gd name="connsiteY12" fmla="*/ 552285 h 607866"/>
              <a:gd name="connsiteX13" fmla="*/ 153525 w 576135"/>
              <a:gd name="connsiteY13" fmla="*/ 474232 h 607866"/>
              <a:gd name="connsiteX14" fmla="*/ 144820 w 576135"/>
              <a:gd name="connsiteY14" fmla="*/ 333556 h 607866"/>
              <a:gd name="connsiteX15" fmla="*/ 173186 w 576135"/>
              <a:gd name="connsiteY15" fmla="*/ 301496 h 607866"/>
              <a:gd name="connsiteX16" fmla="*/ 205303 w 576135"/>
              <a:gd name="connsiteY16" fmla="*/ 329811 h 607866"/>
              <a:gd name="connsiteX17" fmla="*/ 208605 w 576135"/>
              <a:gd name="connsiteY17" fmla="*/ 384493 h 607866"/>
              <a:gd name="connsiteX18" fmla="*/ 328822 w 576135"/>
              <a:gd name="connsiteY18" fmla="*/ 211607 h 607866"/>
              <a:gd name="connsiteX19" fmla="*/ 370995 w 576135"/>
              <a:gd name="connsiteY19" fmla="*/ 203967 h 607866"/>
              <a:gd name="connsiteX20" fmla="*/ 384052 w 576135"/>
              <a:gd name="connsiteY20" fmla="*/ 230334 h 607866"/>
              <a:gd name="connsiteX21" fmla="*/ 397409 w 576135"/>
              <a:gd name="connsiteY21" fmla="*/ 211008 h 607866"/>
              <a:gd name="connsiteX22" fmla="*/ 416977 w 576135"/>
              <a:gd name="connsiteY22" fmla="*/ 198555 h 607866"/>
              <a:gd name="connsiteX23" fmla="*/ 556489 w 576135"/>
              <a:gd name="connsiteY23" fmla="*/ 150536 h 607866"/>
              <a:gd name="connsiteX24" fmla="*/ 575406 w 576135"/>
              <a:gd name="connsiteY24" fmla="*/ 160266 h 607866"/>
              <a:gd name="connsiteX25" fmla="*/ 565647 w 576135"/>
              <a:gd name="connsiteY25" fmla="*/ 178978 h 607866"/>
              <a:gd name="connsiteX26" fmla="*/ 490581 w 576135"/>
              <a:gd name="connsiteY26" fmla="*/ 202780 h 607866"/>
              <a:gd name="connsiteX27" fmla="*/ 474366 w 576135"/>
              <a:gd name="connsiteY27" fmla="*/ 197840 h 607866"/>
              <a:gd name="connsiteX28" fmla="*/ 472565 w 576135"/>
              <a:gd name="connsiteY28" fmla="*/ 194996 h 607866"/>
              <a:gd name="connsiteX29" fmla="*/ 481573 w 576135"/>
              <a:gd name="connsiteY29" fmla="*/ 174338 h 607866"/>
              <a:gd name="connsiteX30" fmla="*/ 273078 w 576135"/>
              <a:gd name="connsiteY30" fmla="*/ 120039 h 607866"/>
              <a:gd name="connsiteX31" fmla="*/ 289509 w 576135"/>
              <a:gd name="connsiteY31" fmla="*/ 132549 h 607866"/>
              <a:gd name="connsiteX32" fmla="*/ 289959 w 576135"/>
              <a:gd name="connsiteY32" fmla="*/ 158767 h 607866"/>
              <a:gd name="connsiteX33" fmla="*/ 308115 w 576135"/>
              <a:gd name="connsiteY33" fmla="*/ 148130 h 607866"/>
              <a:gd name="connsiteX34" fmla="*/ 345028 w 576135"/>
              <a:gd name="connsiteY34" fmla="*/ 157868 h 607866"/>
              <a:gd name="connsiteX35" fmla="*/ 348479 w 576135"/>
              <a:gd name="connsiteY35" fmla="*/ 168805 h 607866"/>
              <a:gd name="connsiteX36" fmla="*/ 304214 w 576135"/>
              <a:gd name="connsiteY36" fmla="*/ 194573 h 607866"/>
              <a:gd name="connsiteX37" fmla="*/ 228438 w 576135"/>
              <a:gd name="connsiteY37" fmla="*/ 303641 h 607866"/>
              <a:gd name="connsiteX38" fmla="*/ 171268 w 576135"/>
              <a:gd name="connsiteY38" fmla="*/ 271580 h 607866"/>
              <a:gd name="connsiteX39" fmla="*/ 114848 w 576135"/>
              <a:gd name="connsiteY39" fmla="*/ 335402 h 607866"/>
              <a:gd name="connsiteX40" fmla="*/ 120850 w 576135"/>
              <a:gd name="connsiteY40" fmla="*/ 431884 h 607866"/>
              <a:gd name="connsiteX41" fmla="*/ 40272 w 576135"/>
              <a:gd name="connsiteY41" fmla="*/ 399074 h 607866"/>
              <a:gd name="connsiteX42" fmla="*/ 7711 w 576135"/>
              <a:gd name="connsiteY42" fmla="*/ 343192 h 607866"/>
              <a:gd name="connsiteX43" fmla="*/ 12212 w 576135"/>
              <a:gd name="connsiteY43" fmla="*/ 268583 h 607866"/>
              <a:gd name="connsiteX44" fmla="*/ 58278 w 576135"/>
              <a:gd name="connsiteY44" fmla="*/ 151875 h 607866"/>
              <a:gd name="connsiteX45" fmla="*/ 93240 w 576135"/>
              <a:gd name="connsiteY45" fmla="*/ 136744 h 607866"/>
              <a:gd name="connsiteX46" fmla="*/ 108396 w 576135"/>
              <a:gd name="connsiteY46" fmla="*/ 171651 h 607866"/>
              <a:gd name="connsiteX47" fmla="*/ 90539 w 576135"/>
              <a:gd name="connsiteY47" fmla="*/ 217046 h 607866"/>
              <a:gd name="connsiteX48" fmla="*/ 252596 w 576135"/>
              <a:gd name="connsiteY48" fmla="*/ 122811 h 607866"/>
              <a:gd name="connsiteX49" fmla="*/ 273078 w 576135"/>
              <a:gd name="connsiteY49" fmla="*/ 120039 h 607866"/>
              <a:gd name="connsiteX50" fmla="*/ 510147 w 576135"/>
              <a:gd name="connsiteY50" fmla="*/ 50872 h 607866"/>
              <a:gd name="connsiteX51" fmla="*/ 520804 w 576135"/>
              <a:gd name="connsiteY51" fmla="*/ 55253 h 607866"/>
              <a:gd name="connsiteX52" fmla="*/ 520804 w 576135"/>
              <a:gd name="connsiteY52" fmla="*/ 76373 h 607866"/>
              <a:gd name="connsiteX53" fmla="*/ 447260 w 576135"/>
              <a:gd name="connsiteY53" fmla="*/ 149770 h 607866"/>
              <a:gd name="connsiteX54" fmla="*/ 426098 w 576135"/>
              <a:gd name="connsiteY54" fmla="*/ 149770 h 607866"/>
              <a:gd name="connsiteX55" fmla="*/ 426098 w 576135"/>
              <a:gd name="connsiteY55" fmla="*/ 128650 h 607866"/>
              <a:gd name="connsiteX56" fmla="*/ 499491 w 576135"/>
              <a:gd name="connsiteY56" fmla="*/ 55253 h 607866"/>
              <a:gd name="connsiteX57" fmla="*/ 510147 w 576135"/>
              <a:gd name="connsiteY57" fmla="*/ 50872 h 607866"/>
              <a:gd name="connsiteX58" fmla="*/ 415567 w 576135"/>
              <a:gd name="connsiteY58" fmla="*/ 728 h 607866"/>
              <a:gd name="connsiteX59" fmla="*/ 425316 w 576135"/>
              <a:gd name="connsiteY59" fmla="*/ 19453 h 607866"/>
              <a:gd name="connsiteX60" fmla="*/ 401470 w 576135"/>
              <a:gd name="connsiteY60" fmla="*/ 94356 h 607866"/>
              <a:gd name="connsiteX61" fmla="*/ 382573 w 576135"/>
              <a:gd name="connsiteY61" fmla="*/ 104093 h 607866"/>
              <a:gd name="connsiteX62" fmla="*/ 372825 w 576135"/>
              <a:gd name="connsiteY62" fmla="*/ 85218 h 607866"/>
              <a:gd name="connsiteX63" fmla="*/ 396821 w 576135"/>
              <a:gd name="connsiteY63" fmla="*/ 10465 h 607866"/>
              <a:gd name="connsiteX64" fmla="*/ 415567 w 576135"/>
              <a:gd name="connsiteY64" fmla="*/ 728 h 607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76135" h="607866">
                <a:moveTo>
                  <a:pt x="416977" y="198555"/>
                </a:moveTo>
                <a:cubicBezTo>
                  <a:pt x="424612" y="197188"/>
                  <a:pt x="432754" y="198723"/>
                  <a:pt x="439583" y="203517"/>
                </a:cubicBezTo>
                <a:cubicBezTo>
                  <a:pt x="453390" y="212955"/>
                  <a:pt x="456842" y="231832"/>
                  <a:pt x="447237" y="245615"/>
                </a:cubicBezTo>
                <a:lnTo>
                  <a:pt x="430728" y="269286"/>
                </a:lnTo>
                <a:cubicBezTo>
                  <a:pt x="440183" y="265091"/>
                  <a:pt x="451289" y="265990"/>
                  <a:pt x="460144" y="272132"/>
                </a:cubicBezTo>
                <a:cubicBezTo>
                  <a:pt x="473952" y="281570"/>
                  <a:pt x="477404" y="300447"/>
                  <a:pt x="467798" y="314230"/>
                </a:cubicBezTo>
                <a:lnTo>
                  <a:pt x="439133" y="355429"/>
                </a:lnTo>
                <a:cubicBezTo>
                  <a:pt x="448588" y="351384"/>
                  <a:pt x="459694" y="352133"/>
                  <a:pt x="468549" y="358275"/>
                </a:cubicBezTo>
                <a:cubicBezTo>
                  <a:pt x="482206" y="367863"/>
                  <a:pt x="485658" y="386590"/>
                  <a:pt x="476203" y="400373"/>
                </a:cubicBezTo>
                <a:cubicBezTo>
                  <a:pt x="453240" y="433332"/>
                  <a:pt x="381951" y="535955"/>
                  <a:pt x="355836" y="573409"/>
                </a:cubicBezTo>
                <a:cubicBezTo>
                  <a:pt x="340378" y="595881"/>
                  <a:pt x="315314" y="607866"/>
                  <a:pt x="289800" y="607866"/>
                </a:cubicBezTo>
                <a:cubicBezTo>
                  <a:pt x="274041" y="607866"/>
                  <a:pt x="258132" y="603222"/>
                  <a:pt x="244175" y="593634"/>
                </a:cubicBezTo>
                <a:lnTo>
                  <a:pt x="184442" y="552285"/>
                </a:lnTo>
                <a:cubicBezTo>
                  <a:pt x="158627" y="534457"/>
                  <a:pt x="156076" y="509887"/>
                  <a:pt x="153525" y="474232"/>
                </a:cubicBezTo>
                <a:cubicBezTo>
                  <a:pt x="150973" y="439025"/>
                  <a:pt x="144820" y="333556"/>
                  <a:pt x="144820" y="333556"/>
                </a:cubicBezTo>
                <a:cubicBezTo>
                  <a:pt x="143769" y="316777"/>
                  <a:pt x="156376" y="302395"/>
                  <a:pt x="173186" y="301496"/>
                </a:cubicBezTo>
                <a:cubicBezTo>
                  <a:pt x="189845" y="300447"/>
                  <a:pt x="204253" y="313031"/>
                  <a:pt x="205303" y="329811"/>
                </a:cubicBezTo>
                <a:lnTo>
                  <a:pt x="208605" y="384493"/>
                </a:lnTo>
                <a:lnTo>
                  <a:pt x="328822" y="211607"/>
                </a:lnTo>
                <a:cubicBezTo>
                  <a:pt x="338427" y="197824"/>
                  <a:pt x="357337" y="194378"/>
                  <a:pt x="370995" y="203967"/>
                </a:cubicBezTo>
                <a:cubicBezTo>
                  <a:pt x="380000" y="210109"/>
                  <a:pt x="384502" y="220296"/>
                  <a:pt x="384052" y="230334"/>
                </a:cubicBezTo>
                <a:lnTo>
                  <a:pt x="397409" y="211008"/>
                </a:lnTo>
                <a:cubicBezTo>
                  <a:pt x="402212" y="204192"/>
                  <a:pt x="409341" y="199922"/>
                  <a:pt x="416977" y="198555"/>
                </a:cubicBezTo>
                <a:close/>
                <a:moveTo>
                  <a:pt x="556489" y="150536"/>
                </a:moveTo>
                <a:cubicBezTo>
                  <a:pt x="564446" y="147991"/>
                  <a:pt x="572854" y="152332"/>
                  <a:pt x="575406" y="160266"/>
                </a:cubicBezTo>
                <a:cubicBezTo>
                  <a:pt x="577958" y="168050"/>
                  <a:pt x="573604" y="176583"/>
                  <a:pt x="565647" y="178978"/>
                </a:cubicBezTo>
                <a:lnTo>
                  <a:pt x="490581" y="202780"/>
                </a:lnTo>
                <a:cubicBezTo>
                  <a:pt x="484575" y="204726"/>
                  <a:pt x="478120" y="202630"/>
                  <a:pt x="474366" y="197840"/>
                </a:cubicBezTo>
                <a:cubicBezTo>
                  <a:pt x="473766" y="196942"/>
                  <a:pt x="473165" y="195894"/>
                  <a:pt x="472565" y="194996"/>
                </a:cubicBezTo>
                <a:cubicBezTo>
                  <a:pt x="468511" y="186613"/>
                  <a:pt x="473015" y="177032"/>
                  <a:pt x="481573" y="174338"/>
                </a:cubicBezTo>
                <a:close/>
                <a:moveTo>
                  <a:pt x="273078" y="120039"/>
                </a:moveTo>
                <a:cubicBezTo>
                  <a:pt x="279755" y="121800"/>
                  <a:pt x="285758" y="126107"/>
                  <a:pt x="289509" y="132549"/>
                </a:cubicBezTo>
                <a:cubicBezTo>
                  <a:pt x="294461" y="140939"/>
                  <a:pt x="294160" y="150827"/>
                  <a:pt x="289959" y="158767"/>
                </a:cubicBezTo>
                <a:lnTo>
                  <a:pt x="308115" y="148130"/>
                </a:lnTo>
                <a:cubicBezTo>
                  <a:pt x="321020" y="140639"/>
                  <a:pt x="337525" y="144984"/>
                  <a:pt x="345028" y="157868"/>
                </a:cubicBezTo>
                <a:cubicBezTo>
                  <a:pt x="346979" y="161314"/>
                  <a:pt x="348179" y="165059"/>
                  <a:pt x="348479" y="168805"/>
                </a:cubicBezTo>
                <a:cubicBezTo>
                  <a:pt x="330773" y="170453"/>
                  <a:pt x="314417" y="179741"/>
                  <a:pt x="304214" y="194573"/>
                </a:cubicBezTo>
                <a:lnTo>
                  <a:pt x="228438" y="303641"/>
                </a:lnTo>
                <a:cubicBezTo>
                  <a:pt x="217634" y="283116"/>
                  <a:pt x="195576" y="270081"/>
                  <a:pt x="171268" y="271580"/>
                </a:cubicBezTo>
                <a:cubicBezTo>
                  <a:pt x="137956" y="273677"/>
                  <a:pt x="112747" y="302142"/>
                  <a:pt x="114848" y="335402"/>
                </a:cubicBezTo>
                <a:lnTo>
                  <a:pt x="120850" y="431884"/>
                </a:lnTo>
                <a:cubicBezTo>
                  <a:pt x="90389" y="440274"/>
                  <a:pt x="56928" y="427540"/>
                  <a:pt x="40272" y="399074"/>
                </a:cubicBezTo>
                <a:lnTo>
                  <a:pt x="7711" y="343192"/>
                </a:lnTo>
                <a:cubicBezTo>
                  <a:pt x="-6394" y="319072"/>
                  <a:pt x="1108" y="297648"/>
                  <a:pt x="12212" y="268583"/>
                </a:cubicBezTo>
                <a:cubicBezTo>
                  <a:pt x="23466" y="239369"/>
                  <a:pt x="58278" y="151875"/>
                  <a:pt x="58278" y="151875"/>
                </a:cubicBezTo>
                <a:cubicBezTo>
                  <a:pt x="63680" y="138092"/>
                  <a:pt x="79285" y="131201"/>
                  <a:pt x="93240" y="136744"/>
                </a:cubicBezTo>
                <a:cubicBezTo>
                  <a:pt x="107045" y="142137"/>
                  <a:pt x="113947" y="157718"/>
                  <a:pt x="108396" y="171651"/>
                </a:cubicBezTo>
                <a:lnTo>
                  <a:pt x="90539" y="217046"/>
                </a:lnTo>
                <a:lnTo>
                  <a:pt x="252596" y="122811"/>
                </a:lnTo>
                <a:cubicBezTo>
                  <a:pt x="259048" y="119066"/>
                  <a:pt x="266401" y="118279"/>
                  <a:pt x="273078" y="120039"/>
                </a:cubicBezTo>
                <a:close/>
                <a:moveTo>
                  <a:pt x="510147" y="50872"/>
                </a:moveTo>
                <a:cubicBezTo>
                  <a:pt x="514012" y="50872"/>
                  <a:pt x="517877" y="52332"/>
                  <a:pt x="520804" y="55253"/>
                </a:cubicBezTo>
                <a:cubicBezTo>
                  <a:pt x="526657" y="61095"/>
                  <a:pt x="526657" y="70531"/>
                  <a:pt x="520804" y="76373"/>
                </a:cubicBezTo>
                <a:lnTo>
                  <a:pt x="447260" y="149770"/>
                </a:lnTo>
                <a:cubicBezTo>
                  <a:pt x="441407" y="155612"/>
                  <a:pt x="431951" y="155612"/>
                  <a:pt x="426098" y="149770"/>
                </a:cubicBezTo>
                <a:cubicBezTo>
                  <a:pt x="420244" y="143928"/>
                  <a:pt x="420244" y="134492"/>
                  <a:pt x="426098" y="128650"/>
                </a:cubicBezTo>
                <a:lnTo>
                  <a:pt x="499491" y="55253"/>
                </a:lnTo>
                <a:cubicBezTo>
                  <a:pt x="502418" y="52332"/>
                  <a:pt x="506283" y="50872"/>
                  <a:pt x="510147" y="50872"/>
                </a:cubicBezTo>
                <a:close/>
                <a:moveTo>
                  <a:pt x="415567" y="728"/>
                </a:moveTo>
                <a:cubicBezTo>
                  <a:pt x="423516" y="3274"/>
                  <a:pt x="427865" y="11663"/>
                  <a:pt x="425316" y="19453"/>
                </a:cubicBezTo>
                <a:lnTo>
                  <a:pt x="401470" y="94356"/>
                </a:lnTo>
                <a:cubicBezTo>
                  <a:pt x="398920" y="102296"/>
                  <a:pt x="390522" y="106640"/>
                  <a:pt x="382573" y="104093"/>
                </a:cubicBezTo>
                <a:cubicBezTo>
                  <a:pt x="374774" y="101547"/>
                  <a:pt x="370425" y="93158"/>
                  <a:pt x="372825" y="85218"/>
                </a:cubicBezTo>
                <a:lnTo>
                  <a:pt x="396821" y="10465"/>
                </a:lnTo>
                <a:cubicBezTo>
                  <a:pt x="399220" y="2525"/>
                  <a:pt x="407769" y="-1819"/>
                  <a:pt x="415567" y="728"/>
                </a:cubicBezTo>
                <a:close/>
              </a:path>
            </a:pathLst>
          </a:custGeom>
          <a:solidFill>
            <a:schemeClr val="bg1"/>
          </a:solidFill>
          <a:ln>
            <a:noFill/>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10148570" y="5046514"/>
            <a:ext cx="1106170" cy="609685"/>
            <a:chOff x="10160000" y="5103664"/>
            <a:chExt cx="1106170" cy="609685"/>
          </a:xfrm>
        </p:grpSpPr>
        <p:cxnSp>
          <p:nvCxnSpPr>
            <p:cNvPr id="13" name="直接连接符 12"/>
            <p:cNvCxnSpPr/>
            <p:nvPr/>
          </p:nvCxnSpPr>
          <p:spPr>
            <a:xfrm flipH="1" flipV="1">
              <a:off x="10160000" y="5408509"/>
              <a:ext cx="786045" cy="1"/>
            </a:xfrm>
            <a:prstGeom prst="line">
              <a:avLst/>
            </a:prstGeom>
            <a:ln w="190500"/>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flipH="1">
              <a:off x="10656485" y="5103664"/>
              <a:ext cx="609685" cy="60968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cs typeface="+mn-ea"/>
                  <a:sym typeface="+mn-lt"/>
                </a:rPr>
                <a:t>终</a:t>
              </a:r>
              <a:endParaRPr lang="zh-CN" altLang="en-US" sz="2000" dirty="0">
                <a:cs typeface="+mn-ea"/>
                <a:sym typeface="+mn-lt"/>
              </a:endParaRPr>
            </a:p>
          </p:txBody>
        </p:sp>
      </p:grpSp>
      <p:cxnSp>
        <p:nvCxnSpPr>
          <p:cNvPr id="9" name="直接连接符 8"/>
          <p:cNvCxnSpPr/>
          <p:nvPr/>
        </p:nvCxnSpPr>
        <p:spPr>
          <a:xfrm flipV="1">
            <a:off x="1247225" y="1996484"/>
            <a:ext cx="784775" cy="1"/>
          </a:xfrm>
          <a:prstGeom prst="line">
            <a:avLst/>
          </a:prstGeom>
          <a:ln w="190500"/>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a:xfrm>
            <a:off x="1091255" y="237834"/>
            <a:ext cx="8168208" cy="790865"/>
          </a:xfrm>
        </p:spPr>
        <p:txBody>
          <a:bodyPr/>
          <a:lstStyle/>
          <a:p>
            <a:r>
              <a:rPr lang="zh-CN" altLang="en-US" dirty="0">
                <a:sym typeface="+mn-lt"/>
              </a:rPr>
              <a:t>这页可展示若干流程</a:t>
            </a:r>
            <a:endParaRPr lang="zh-CN" altLang="en-US" dirty="0">
              <a:sym typeface="+mn-lt"/>
            </a:endParaRPr>
          </a:p>
        </p:txBody>
      </p:sp>
      <p:sp>
        <p:nvSpPr>
          <p:cNvPr id="3" name="灯片编号占位符 2"/>
          <p:cNvSpPr>
            <a:spLocks noGrp="1"/>
          </p:cNvSpPr>
          <p:nvPr>
            <p:ph type="sldNum" sz="quarter" idx="12"/>
          </p:nvPr>
        </p:nvSpPr>
        <p:spPr/>
        <p:txBody>
          <a:bodyPr/>
          <a:lstStyle/>
          <a:p>
            <a:fld id="{2515AB8F-1C56-49E9-90C8-78D22B0C1B97}" type="slidenum">
              <a:rPr lang="zh-CN" altLang="en-US" smtClean="0">
                <a:sym typeface="+mn-lt"/>
              </a:rPr>
            </a:fld>
            <a:endParaRPr lang="zh-CN" altLang="en-US">
              <a:sym typeface="+mn-lt"/>
            </a:endParaRPr>
          </a:p>
        </p:txBody>
      </p:sp>
      <p:graphicFrame>
        <p:nvGraphicFramePr>
          <p:cNvPr id="5" name="图示 4"/>
          <p:cNvGraphicFramePr/>
          <p:nvPr/>
        </p:nvGraphicFramePr>
        <p:xfrm>
          <a:off x="2032000" y="940858"/>
          <a:ext cx="8128000" cy="5418667"/>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7" name="椭圆 6"/>
          <p:cNvSpPr/>
          <p:nvPr/>
        </p:nvSpPr>
        <p:spPr>
          <a:xfrm>
            <a:off x="952500" y="1691641"/>
            <a:ext cx="609686" cy="60968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cs typeface="+mn-ea"/>
                <a:sym typeface="+mn-lt"/>
              </a:rPr>
              <a:t>始</a:t>
            </a:r>
            <a:endParaRPr lang="zh-CN" altLang="en-US" sz="2000" dirty="0">
              <a:cs typeface="+mn-ea"/>
              <a:sym typeface="+mn-l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对话气泡: 椭圆形 21"/>
          <p:cNvSpPr/>
          <p:nvPr/>
        </p:nvSpPr>
        <p:spPr>
          <a:xfrm>
            <a:off x="12284074" y="1612893"/>
            <a:ext cx="876300" cy="698954"/>
          </a:xfrm>
          <a:prstGeom prst="wedgeEllipseCallout">
            <a:avLst>
              <a:gd name="adj1" fmla="val -20833"/>
              <a:gd name="adj2" fmla="val 75933"/>
            </a:avLst>
          </a:prstGeom>
          <a:noFill/>
          <a:ln>
            <a:solidFill>
              <a:schemeClr val="bg1">
                <a:alpha val="1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 name="组合 2"/>
          <p:cNvGrpSpPr/>
          <p:nvPr/>
        </p:nvGrpSpPr>
        <p:grpSpPr>
          <a:xfrm>
            <a:off x="3735624" y="2105561"/>
            <a:ext cx="4720753" cy="2646878"/>
            <a:chOff x="3626414" y="2137083"/>
            <a:chExt cx="4720753" cy="2646878"/>
          </a:xfrm>
        </p:grpSpPr>
        <p:sp>
          <p:nvSpPr>
            <p:cNvPr id="18" name="文本框 17"/>
            <p:cNvSpPr txBox="1"/>
            <p:nvPr/>
          </p:nvSpPr>
          <p:spPr>
            <a:xfrm>
              <a:off x="3626414" y="2137083"/>
              <a:ext cx="1840568" cy="2646878"/>
            </a:xfrm>
            <a:prstGeom prst="rect">
              <a:avLst/>
            </a:prstGeom>
            <a:noFill/>
            <a:effectLst/>
            <a:scene3d>
              <a:camera prst="perspectiveRight">
                <a:rot lat="0" lon="20699999" rev="0"/>
              </a:camera>
              <a:lightRig rig="soft" dir="t"/>
            </a:scene3d>
            <a:sp3d/>
          </p:spPr>
          <p:txBody>
            <a:bodyPr wrap="none" rtlCol="0">
              <a:spAutoFit/>
              <a:sp3d>
                <a:contourClr>
                  <a:schemeClr val="bg1"/>
                </a:contourClr>
              </a:sp3d>
            </a:bodyPr>
            <a:lstStyle/>
            <a:p>
              <a:r>
                <a:rPr lang="en-US" altLang="zh-CN" sz="16600" b="1" dirty="0">
                  <a:solidFill>
                    <a:schemeClr val="accent1"/>
                  </a:solidFill>
                  <a:effectLst/>
                  <a:latin typeface="Arial" panose="020B0604020202020204" pitchFamily="34" charset="0"/>
                  <a:cs typeface="Arial" panose="020B0604020202020204" pitchFamily="34" charset="0"/>
                  <a:sym typeface="+mn-lt"/>
                </a:rPr>
                <a:t>Q</a:t>
              </a:r>
              <a:endParaRPr lang="zh-CN" altLang="en-US" sz="16600" b="1" dirty="0">
                <a:solidFill>
                  <a:schemeClr val="accent1"/>
                </a:solidFill>
                <a:effectLst/>
                <a:latin typeface="Arial" panose="020B0604020202020204" pitchFamily="34" charset="0"/>
                <a:cs typeface="Arial" panose="020B0604020202020204" pitchFamily="34" charset="0"/>
                <a:sym typeface="+mn-lt"/>
              </a:endParaRPr>
            </a:p>
          </p:txBody>
        </p:sp>
        <p:sp>
          <p:nvSpPr>
            <p:cNvPr id="19" name="文本框 18"/>
            <p:cNvSpPr txBox="1"/>
            <p:nvPr/>
          </p:nvSpPr>
          <p:spPr>
            <a:xfrm>
              <a:off x="6625221" y="2137083"/>
              <a:ext cx="1721946" cy="2646878"/>
            </a:xfrm>
            <a:prstGeom prst="rect">
              <a:avLst/>
            </a:prstGeom>
            <a:noFill/>
          </p:spPr>
          <p:txBody>
            <a:bodyPr wrap="none" rtlCol="0">
              <a:spAutoFit/>
            </a:bodyPr>
            <a:lstStyle/>
            <a:p>
              <a:r>
                <a:rPr lang="en-US" altLang="zh-CN" sz="16600" b="1" dirty="0">
                  <a:solidFill>
                    <a:schemeClr val="accent1"/>
                  </a:solidFill>
                  <a:effectLst/>
                  <a:latin typeface="Arial" panose="020B0604020202020204" pitchFamily="34" charset="0"/>
                  <a:cs typeface="Arial" panose="020B0604020202020204" pitchFamily="34" charset="0"/>
                  <a:sym typeface="+mn-lt"/>
                </a:rPr>
                <a:t>A</a:t>
              </a:r>
              <a:endParaRPr lang="zh-CN" altLang="en-US" sz="16600" b="1" dirty="0">
                <a:solidFill>
                  <a:schemeClr val="accent1"/>
                </a:solidFill>
                <a:effectLst/>
                <a:latin typeface="Arial" panose="020B0604020202020204" pitchFamily="34" charset="0"/>
                <a:cs typeface="Arial" panose="020B0604020202020204" pitchFamily="34" charset="0"/>
                <a:sym typeface="+mn-lt"/>
              </a:endParaRPr>
            </a:p>
          </p:txBody>
        </p:sp>
        <p:grpSp>
          <p:nvGrpSpPr>
            <p:cNvPr id="38" name="组合 37"/>
            <p:cNvGrpSpPr/>
            <p:nvPr/>
          </p:nvGrpSpPr>
          <p:grpSpPr>
            <a:xfrm>
              <a:off x="5542002" y="2519155"/>
              <a:ext cx="1210588" cy="1882735"/>
              <a:chOff x="5542002" y="2605948"/>
              <a:chExt cx="1210588" cy="1882735"/>
            </a:xfrm>
          </p:grpSpPr>
          <p:sp>
            <p:nvSpPr>
              <p:cNvPr id="20" name="文本框 19"/>
              <p:cNvSpPr txBox="1"/>
              <p:nvPr/>
            </p:nvSpPr>
            <p:spPr>
              <a:xfrm>
                <a:off x="5624948" y="3165244"/>
                <a:ext cx="925253" cy="1323439"/>
              </a:xfrm>
              <a:prstGeom prst="rect">
                <a:avLst/>
              </a:prstGeom>
              <a:noFill/>
            </p:spPr>
            <p:txBody>
              <a:bodyPr wrap="none" rtlCol="0">
                <a:spAutoFit/>
              </a:bodyPr>
              <a:lstStyle/>
              <a:p>
                <a:r>
                  <a:rPr lang="en-US" altLang="zh-CN" sz="8000" b="1" dirty="0">
                    <a:solidFill>
                      <a:schemeClr val="accent1"/>
                    </a:solidFill>
                    <a:latin typeface="Arial" panose="020B0604020202020204" pitchFamily="34" charset="0"/>
                    <a:cs typeface="Arial" panose="020B0604020202020204" pitchFamily="34" charset="0"/>
                    <a:sym typeface="+mn-lt"/>
                  </a:rPr>
                  <a:t>&amp;</a:t>
                </a:r>
                <a:endParaRPr lang="zh-CN" altLang="en-US" sz="8000" b="1" dirty="0">
                  <a:solidFill>
                    <a:schemeClr val="accent1"/>
                  </a:solidFill>
                  <a:latin typeface="Arial" panose="020B0604020202020204" pitchFamily="34" charset="0"/>
                  <a:cs typeface="Arial" panose="020B0604020202020204" pitchFamily="34" charset="0"/>
                  <a:sym typeface="+mn-lt"/>
                </a:endParaRPr>
              </a:p>
            </p:txBody>
          </p:sp>
          <p:sp>
            <p:nvSpPr>
              <p:cNvPr id="37" name="文本框 36"/>
              <p:cNvSpPr txBox="1"/>
              <p:nvPr/>
            </p:nvSpPr>
            <p:spPr>
              <a:xfrm>
                <a:off x="5542002" y="2605948"/>
                <a:ext cx="1210588" cy="707886"/>
              </a:xfrm>
              <a:prstGeom prst="rect">
                <a:avLst/>
              </a:prstGeom>
              <a:noFill/>
            </p:spPr>
            <p:txBody>
              <a:bodyPr wrap="none" rtlCol="0">
                <a:spAutoFit/>
              </a:bodyPr>
              <a:lstStyle/>
              <a:p>
                <a:r>
                  <a:rPr lang="zh-CN" altLang="en-US" sz="4000" dirty="0">
                    <a:solidFill>
                      <a:schemeClr val="accent1"/>
                    </a:solidFill>
                    <a:cs typeface="+mn-ea"/>
                    <a:sym typeface="+mn-lt"/>
                  </a:rPr>
                  <a:t>问答</a:t>
                </a:r>
                <a:endParaRPr lang="zh-CN" altLang="en-US" sz="4000" dirty="0">
                  <a:solidFill>
                    <a:schemeClr val="accent1"/>
                  </a:solidFill>
                  <a:cs typeface="+mn-ea"/>
                  <a:sym typeface="+mn-lt"/>
                </a:endParaRPr>
              </a:p>
            </p:txBody>
          </p:sp>
        </p:gr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0"/>
          </p:nvPr>
        </p:nvSpPr>
        <p:spPr>
          <a:xfrm>
            <a:off x="3540868" y="2606037"/>
            <a:ext cx="7978032" cy="914400"/>
          </a:xfrm>
        </p:spPr>
        <p:txBody>
          <a:bodyPr>
            <a:normAutofit fontScale="90000"/>
          </a:bodyPr>
          <a:lstStyle/>
          <a:p>
            <a:r>
              <a:rPr lang="zh-CN" altLang="en-US" dirty="0"/>
              <a:t>请</a:t>
            </a:r>
            <a:r>
              <a:rPr lang="zh-CN" altLang="en-US" dirty="0"/>
              <a:t>各位老师批评指正</a:t>
            </a:r>
            <a:endParaRPr lang="zh-CN" altLang="en-US" dirty="0"/>
          </a:p>
        </p:txBody>
      </p:sp>
      <p:sp>
        <p:nvSpPr>
          <p:cNvPr id="13" name="矩形 12"/>
          <p:cNvSpPr/>
          <p:nvPr/>
        </p:nvSpPr>
        <p:spPr>
          <a:xfrm>
            <a:off x="7416704" y="5115008"/>
            <a:ext cx="3003067" cy="650875"/>
          </a:xfrm>
          <a:prstGeom prst="rect">
            <a:avLst/>
          </a:prstGeom>
        </p:spPr>
        <p:txBody>
          <a:bodyPr wrap="square" lIns="0" rIns="0">
            <a:spAutoFit/>
          </a:bodyPr>
          <a:lstStyle/>
          <a:p>
            <a:pPr algn="r">
              <a:lnSpc>
                <a:spcPct val="130000"/>
              </a:lnSpc>
            </a:pPr>
            <a:r>
              <a:rPr lang="en-US" altLang="zh-CN" sz="2800" dirty="0">
                <a:solidFill>
                  <a:schemeClr val="accent1"/>
                </a:solidFill>
                <a:cs typeface="+mn-ea"/>
                <a:sym typeface="+mn-lt"/>
              </a:rPr>
              <a:t>2024/9/6</a:t>
            </a:r>
            <a:endParaRPr lang="zh-CN" altLang="en-US" sz="2800" dirty="0">
              <a:solidFill>
                <a:schemeClr val="accent1"/>
              </a:solidFill>
              <a:cs typeface="+mn-ea"/>
              <a:sym typeface="+mn-lt"/>
            </a:endParaRPr>
          </a:p>
        </p:txBody>
      </p:sp>
      <p:grpSp>
        <p:nvGrpSpPr>
          <p:cNvPr id="15" name="组合 14"/>
          <p:cNvGrpSpPr/>
          <p:nvPr/>
        </p:nvGrpSpPr>
        <p:grpSpPr>
          <a:xfrm>
            <a:off x="6869968" y="4355026"/>
            <a:ext cx="3640455" cy="651510"/>
            <a:chOff x="4020642" y="3869996"/>
            <a:chExt cx="3640455" cy="651510"/>
          </a:xfrm>
        </p:grpSpPr>
        <p:sp>
          <p:nvSpPr>
            <p:cNvPr id="16" name="文本框 15"/>
            <p:cNvSpPr txBox="1"/>
            <p:nvPr/>
          </p:nvSpPr>
          <p:spPr>
            <a:xfrm>
              <a:off x="4020642" y="3870631"/>
              <a:ext cx="1437005" cy="650875"/>
            </a:xfrm>
            <a:prstGeom prst="rect">
              <a:avLst/>
            </a:prstGeom>
            <a:noFill/>
          </p:spPr>
          <p:txBody>
            <a:bodyPr wrap="square" lIns="0" rIns="0" rtlCol="0">
              <a:spAutoFit/>
            </a:bodyPr>
            <a:lstStyle/>
            <a:p>
              <a:pPr algn="dist">
                <a:lnSpc>
                  <a:spcPct val="130000"/>
                </a:lnSpc>
              </a:pPr>
              <a:r>
                <a:rPr lang="zh-CN" altLang="en-US" sz="2800" dirty="0">
                  <a:solidFill>
                    <a:schemeClr val="accent1"/>
                  </a:solidFill>
                  <a:cs typeface="+mn-ea"/>
                  <a:sym typeface="+mn-lt"/>
                </a:rPr>
                <a:t>答辩人   </a:t>
              </a:r>
              <a:endParaRPr lang="zh-CN" altLang="en-US" sz="2800" dirty="0">
                <a:solidFill>
                  <a:schemeClr val="accent1"/>
                </a:solidFill>
                <a:cs typeface="+mn-ea"/>
                <a:sym typeface="+mn-lt"/>
              </a:endParaRPr>
            </a:p>
          </p:txBody>
        </p:sp>
        <p:sp>
          <p:nvSpPr>
            <p:cNvPr id="17" name="矩形 16"/>
            <p:cNvSpPr/>
            <p:nvPr/>
          </p:nvSpPr>
          <p:spPr>
            <a:xfrm>
              <a:off x="5626557" y="3869996"/>
              <a:ext cx="2034540" cy="650875"/>
            </a:xfrm>
            <a:prstGeom prst="rect">
              <a:avLst/>
            </a:prstGeom>
          </p:spPr>
          <p:txBody>
            <a:bodyPr wrap="square">
              <a:spAutoFit/>
            </a:bodyPr>
            <a:lstStyle/>
            <a:p>
              <a:pPr algn="dist">
                <a:lnSpc>
                  <a:spcPct val="130000"/>
                </a:lnSpc>
              </a:pPr>
              <a:r>
                <a:rPr lang="en-US" altLang="zh-CN" sz="2800" dirty="0">
                  <a:solidFill>
                    <a:schemeClr val="accent1"/>
                  </a:solidFill>
                  <a:cs typeface="+mn-ea"/>
                  <a:sym typeface="+mn-lt"/>
                </a:rPr>
                <a:t>71122117</a:t>
              </a:r>
              <a:endParaRPr lang="en-US" altLang="zh-CN" sz="2800" dirty="0">
                <a:solidFill>
                  <a:schemeClr val="accent1"/>
                </a:solidFill>
                <a:cs typeface="+mn-ea"/>
                <a:sym typeface="+mn-lt"/>
              </a:endParaRPr>
            </a:p>
          </p:txBody>
        </p:sp>
        <p:sp>
          <p:nvSpPr>
            <p:cNvPr id="18" name="文本框 17"/>
            <p:cNvSpPr txBox="1"/>
            <p:nvPr/>
          </p:nvSpPr>
          <p:spPr>
            <a:xfrm>
              <a:off x="5366562" y="3906993"/>
              <a:ext cx="543739" cy="523220"/>
            </a:xfrm>
            <a:prstGeom prst="rect">
              <a:avLst/>
            </a:prstGeom>
            <a:noFill/>
          </p:spPr>
          <p:txBody>
            <a:bodyPr wrap="none" rtlCol="0">
              <a:spAutoFit/>
            </a:bodyPr>
            <a:lstStyle/>
            <a:p>
              <a:r>
                <a:rPr lang="zh-CN" altLang="en-US" sz="2800" dirty="0">
                  <a:solidFill>
                    <a:schemeClr val="accent1"/>
                  </a:solidFill>
                  <a:cs typeface="+mn-ea"/>
                  <a:sym typeface="+mn-lt"/>
                </a:rPr>
                <a:t>：</a:t>
              </a:r>
              <a:endParaRPr lang="zh-CN" altLang="en-US" sz="2800" dirty="0">
                <a:solidFill>
                  <a:schemeClr val="accent1"/>
                </a:solidFill>
                <a:cs typeface="+mn-ea"/>
                <a:sym typeface="+mn-lt"/>
              </a:endParaRPr>
            </a:p>
          </p:txBody>
        </p:sp>
      </p:grpSp>
      <p:cxnSp>
        <p:nvCxnSpPr>
          <p:cNvPr id="23" name="直接连接符 2"/>
          <p:cNvCxnSpPr/>
          <p:nvPr/>
        </p:nvCxnSpPr>
        <p:spPr>
          <a:xfrm>
            <a:off x="10599536" y="4343403"/>
            <a:ext cx="0" cy="1404000"/>
          </a:xfrm>
          <a:prstGeom prst="line">
            <a:avLst/>
          </a:prstGeom>
          <a:ln w="50800" cmpd="thickThi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ags/tag1.xml><?xml version="1.0" encoding="utf-8"?>
<p:tagLst xmlns:p="http://schemas.openxmlformats.org/presentationml/2006/main">
  <p:tag name="KSO_WM_DIAGRAM_VIRTUALLY_FRAME" val="{&quot;height&quot;:308.6774015748032,&quot;left&quot;:161.37811023622046,&quot;top&quot;:225.85637795275588,&quot;width&quot;:746.9310236220474}"/>
</p:tagLst>
</file>

<file path=ppt/tags/tag2.xml><?xml version="1.0" encoding="utf-8"?>
<p:tagLst xmlns:p="http://schemas.openxmlformats.org/presentationml/2006/main">
  <p:tag name="KSO_WM_DIAGRAM_VIRTUALLY_FRAME" val="{&quot;height&quot;:308.6774015748032,&quot;left&quot;:161.37811023622046,&quot;top&quot;:225.85637795275588,&quot;width&quot;:746.9310236220474}"/>
</p:tagLst>
</file>

<file path=ppt/tags/tag3.xml><?xml version="1.0" encoding="utf-8"?>
<p:tagLst xmlns:p="http://schemas.openxmlformats.org/presentationml/2006/main">
  <p:tag name="KSO_WM_DIAGRAM_VIRTUALLY_FRAME" val="{&quot;height&quot;:308.6774015748032,&quot;left&quot;:161.37811023622046,&quot;top&quot;:225.85637795275588,&quot;width&quot;:746.9310236220474}"/>
</p:tagLst>
</file>

<file path=ppt/tags/tag4.xml><?xml version="1.0" encoding="utf-8"?>
<p:tagLst xmlns:p="http://schemas.openxmlformats.org/presentationml/2006/main">
  <p:tag name="KSO_WM_DIAGRAM_VIRTUALLY_FRAME" val="{&quot;height&quot;:308.6774015748032,&quot;left&quot;:161.37811023622046,&quot;top&quot;:225.85637795275588,&quot;width&quot;:746.9310236220474}"/>
</p:tagLst>
</file>

<file path=ppt/tags/tag5.xml><?xml version="1.0" encoding="utf-8"?>
<p:tagLst xmlns:p="http://schemas.openxmlformats.org/presentationml/2006/main">
  <p:tag name="KSO_WM_DIAGRAM_VIRTUALLY_FRAME" val="{&quot;height&quot;:308.6774015748032,&quot;left&quot;:161.37811023622046,&quot;top&quot;:225.85637795275588,&quot;width&quot;:746.9310236220474}"/>
</p:tagLst>
</file>

<file path=ppt/tags/tag6.xml><?xml version="1.0" encoding="utf-8"?>
<p:tagLst xmlns:p="http://schemas.openxmlformats.org/presentationml/2006/main">
  <p:tag name="KSO_WM_DIAGRAM_VIRTUALLY_FRAME" val="{&quot;height&quot;:308.6774015748032,&quot;left&quot;:161.37811023622046,&quot;top&quot;:225.85637795275588,&quot;width&quot;:746.9310236220474}"/>
</p:tagLst>
</file>

<file path=ppt/tags/tag7.xml><?xml version="1.0" encoding="utf-8"?>
<p:tagLst xmlns:p="http://schemas.openxmlformats.org/presentationml/2006/main">
  <p:tag name="KSO_WM_DIAGRAM_VIRTUALLY_FRAME" val="{&quot;height&quot;:308.6774015748032,&quot;left&quot;:161.37811023622046,&quot;top&quot;:225.85637795275588,&quot;width&quot;:746.9310236220474}"/>
</p:tagLst>
</file>

<file path=ppt/tags/tag8.xml><?xml version="1.0" encoding="utf-8"?>
<p:tagLst xmlns:p="http://schemas.openxmlformats.org/presentationml/2006/main">
  <p:tag name="KSO_WM_DIAGRAM_VIRTUALLY_FRAME" val="{&quot;height&quot;:308.6774015748032,&quot;left&quot;:161.37811023622046,&quot;top&quot;:225.85637795275588,&quot;width&quot;:746.9310236220474}"/>
</p:tagLst>
</file>

<file path=ppt/tags/tag9.xml><?xml version="1.0" encoding="utf-8"?>
<p:tagLst xmlns:p="http://schemas.openxmlformats.org/presentationml/2006/main">
  <p:tag name="KSO_WM_DIAGRAM_VIRTUALLY_FRAME" val="{&quot;height&quot;:308.6774015748032,&quot;left&quot;:161.37811023622046,&quot;top&quot;:225.85637795275588,&quot;width&quot;:746.9310236220474}"/>
</p:tagLst>
</file>

<file path=ppt/tags/tag10.xml><?xml version="1.0" encoding="utf-8"?>
<p:tagLst xmlns:p="http://schemas.openxmlformats.org/presentationml/2006/main">
  <p:tag name="KSO_WM_DIAGRAM_VIRTUALLY_FRAME" val="{&quot;height&quot;:308.6774015748032,&quot;left&quot;:161.37811023622046,&quot;top&quot;:225.85637795275588,&quot;width&quot;:746.9310236220474}"/>
</p:tagLst>
</file>

<file path=ppt/tags/tag11.xml><?xml version="1.0" encoding="utf-8"?>
<p:tagLst xmlns:p="http://schemas.openxmlformats.org/presentationml/2006/main">
  <p:tag name="KSO_WM_DIAGRAM_VIRTUALLY_FRAME" val="{&quot;height&quot;:308.6774015748032,&quot;left&quot;:161.37811023622046,&quot;top&quot;:225.85637795275588,&quot;width&quot;:746.9310236220474}"/>
</p:tagLst>
</file>

<file path=ppt/tags/tag12.xml><?xml version="1.0" encoding="utf-8"?>
<p:tagLst xmlns:p="http://schemas.openxmlformats.org/presentationml/2006/main">
  <p:tag name="KSO_WM_DIAGRAM_VIRTUALLY_FRAME" val="{&quot;height&quot;:308.6774015748032,&quot;left&quot;:161.37811023622046,&quot;top&quot;:225.85637795275588,&quot;width&quot;:746.9310236220474}"/>
</p:tagLst>
</file>

<file path=ppt/tags/tag13.xml><?xml version="1.0" encoding="utf-8"?>
<p:tagLst xmlns:p="http://schemas.openxmlformats.org/presentationml/2006/main">
  <p:tag name="KSO_WM_DIAGRAM_VIRTUALLY_FRAME" val="{&quot;height&quot;:308.6774015748032,&quot;left&quot;:161.37811023622046,&quot;top&quot;:225.85637795275588,&quot;width&quot;:746.9310236220474}"/>
</p:tagLst>
</file>

<file path=ppt/tags/tag14.xml><?xml version="1.0" encoding="utf-8"?>
<p:tagLst xmlns:p="http://schemas.openxmlformats.org/presentationml/2006/main">
  <p:tag name="KSO_WM_DIAGRAM_VIRTUALLY_FRAME" val="{&quot;height&quot;:308.6774015748032,&quot;left&quot;:161.37811023622046,&quot;top&quot;:225.85637795275588,&quot;width&quot;:746.9310236220474}"/>
</p:tagLst>
</file>

<file path=ppt/tags/tag15.xml><?xml version="1.0" encoding="utf-8"?>
<p:tagLst xmlns:p="http://schemas.openxmlformats.org/presentationml/2006/main">
  <p:tag name="KSO_WM_DIAGRAM_VIRTUALLY_FRAME" val="{&quot;height&quot;:308.6774015748032,&quot;left&quot;:161.37811023622046,&quot;top&quot;:225.85637795275588,&quot;width&quot;:746.9310236220474}"/>
</p:tagLst>
</file>

<file path=ppt/tags/tag16.xml><?xml version="1.0" encoding="utf-8"?>
<p:tagLst xmlns:p="http://schemas.openxmlformats.org/presentationml/2006/main">
  <p:tag name="KSO_WM_DIAGRAM_VIRTUALLY_FRAME" val="{&quot;height&quot;:308.6774015748032,&quot;left&quot;:161.37811023622046,&quot;top&quot;:225.85637795275588,&quot;width&quot;:746.9310236220474}"/>
</p:tagLst>
</file>

<file path=ppt/tags/tag17.xml><?xml version="1.0" encoding="utf-8"?>
<p:tagLst xmlns:p="http://schemas.openxmlformats.org/presentationml/2006/main">
  <p:tag name="KSO_WM_DIAGRAM_VIRTUALLY_FRAME" val="{&quot;height&quot;:308.6774015748032,&quot;left&quot;:161.37811023622046,&quot;top&quot;:225.85637795275588,&quot;width&quot;:746.9310236220474}"/>
</p:tagLst>
</file>

<file path=ppt/tags/tag18.xml><?xml version="1.0" encoding="utf-8"?>
<p:tagLst xmlns:p="http://schemas.openxmlformats.org/presentationml/2006/main">
  <p:tag name="KSO_WM_DIAGRAM_VIRTUALLY_FRAME" val="{&quot;height&quot;:308.6774015748032,&quot;left&quot;:161.37811023622046,&quot;top&quot;:225.85637795275588,&quot;width&quot;:746.9310236220474}"/>
</p:tagLst>
</file>

<file path=ppt/tags/tag19.xml><?xml version="1.0" encoding="utf-8"?>
<p:tagLst xmlns:p="http://schemas.openxmlformats.org/presentationml/2006/main">
  <p:tag name="KSO_WM_DIAGRAM_VIRTUALLY_FRAME" val="{&quot;height&quot;:186.97870078740152,&quot;left&quot;:92.57133858267716,&quot;top&quot;:266.33704724409455,&quot;width&quot;:783.413779527559}"/>
</p:tagLst>
</file>

<file path=ppt/tags/tag20.xml><?xml version="1.0" encoding="utf-8"?>
<p:tagLst xmlns:p="http://schemas.openxmlformats.org/presentationml/2006/main">
  <p:tag name="KSO_WM_DIAGRAM_VIRTUALLY_FRAME" val="{&quot;height&quot;:186.97870078740152,&quot;left&quot;:92.57133858267716,&quot;top&quot;:266.33704724409455,&quot;width&quot;:783.413779527559}"/>
</p:tagLst>
</file>

<file path=ppt/tags/tag21.xml><?xml version="1.0" encoding="utf-8"?>
<p:tagLst xmlns:p="http://schemas.openxmlformats.org/presentationml/2006/main">
  <p:tag name="KSO_WM_DIAGRAM_VIRTUALLY_FRAME" val="{&quot;height&quot;:186.97870078740152,&quot;left&quot;:92.57133858267716,&quot;top&quot;:266.33704724409455,&quot;width&quot;:783.413779527559}"/>
</p:tagLst>
</file>

<file path=ppt/tags/tag22.xml><?xml version="1.0" encoding="utf-8"?>
<p:tagLst xmlns:p="http://schemas.openxmlformats.org/presentationml/2006/main">
  <p:tag name="KSO_WM_DIAGRAM_VIRTUALLY_FRAME" val="{&quot;height&quot;:186.97870078740152,&quot;left&quot;:92.57133858267716,&quot;top&quot;:266.33704724409455,&quot;width&quot;:783.413779527559}"/>
</p:tagLst>
</file>

<file path=ppt/tags/tag23.xml><?xml version="1.0" encoding="utf-8"?>
<p:tagLst xmlns:p="http://schemas.openxmlformats.org/presentationml/2006/main">
  <p:tag name="KSO_WM_DIAGRAM_VIRTUALLY_FRAME" val="{&quot;height&quot;:186.97870078740152,&quot;left&quot;:92.57133858267716,&quot;top&quot;:266.33704724409455,&quot;width&quot;:783.413779527559}"/>
</p:tagLst>
</file>

<file path=ppt/tags/tag24.xml><?xml version="1.0" encoding="utf-8"?>
<p:tagLst xmlns:p="http://schemas.openxmlformats.org/presentationml/2006/main">
  <p:tag name="KSO_WM_DIAGRAM_VIRTUALLY_FRAME" val="{&quot;height&quot;:186.97870078740152,&quot;left&quot;:92.57133858267716,&quot;top&quot;:266.33704724409455,&quot;width&quot;:783.413779527559}"/>
</p:tagLst>
</file>

<file path=ppt/tags/tag25.xml><?xml version="1.0" encoding="utf-8"?>
<p:tagLst xmlns:p="http://schemas.openxmlformats.org/presentationml/2006/main">
  <p:tag name="KSO_WM_DIAGRAM_VIRTUALLY_FRAME" val="{&quot;height&quot;:186.97870078740152,&quot;left&quot;:92.57133858267716,&quot;top&quot;:266.33704724409455,&quot;width&quot;:783.413779527559}"/>
</p:tagLst>
</file>

<file path=ppt/tags/tag26.xml><?xml version="1.0" encoding="utf-8"?>
<p:tagLst xmlns:p="http://schemas.openxmlformats.org/presentationml/2006/main">
  <p:tag name="KSO_WM_DIAGRAM_VIRTUALLY_FRAME" val="{&quot;height&quot;:186.97870078740152,&quot;left&quot;:92.57133858267716,&quot;top&quot;:266.33704724409455,&quot;width&quot;:783.413779527559}"/>
</p:tagLst>
</file>

<file path=ppt/tags/tag27.xml><?xml version="1.0" encoding="utf-8"?>
<p:tagLst xmlns:p="http://schemas.openxmlformats.org/presentationml/2006/main">
  <p:tag name="KSO_WM_DIAGRAM_VIRTUALLY_FRAME" val="{&quot;height&quot;:186.97870078740152,&quot;left&quot;:92.57133858267716,&quot;top&quot;:266.33704724409455,&quot;width&quot;:783.413779527559}"/>
</p:tagLst>
</file>

<file path=ppt/tags/tag28.xml><?xml version="1.0" encoding="utf-8"?>
<p:tagLst xmlns:p="http://schemas.openxmlformats.org/presentationml/2006/main">
  <p:tag name="KSO_WM_DIAGRAM_VIRTUALLY_FRAME" val="{&quot;height&quot;:186.97870078740152,&quot;left&quot;:92.57133858267716,&quot;top&quot;:266.33704724409455,&quot;width&quot;:783.413779527559}"/>
</p:tagLst>
</file>

<file path=ppt/tags/tag29.xml><?xml version="1.0" encoding="utf-8"?>
<p:tagLst xmlns:p="http://schemas.openxmlformats.org/presentationml/2006/main">
  <p:tag name="KSO_WM_DIAGRAM_VIRTUALLY_FRAME" val="{&quot;height&quot;:186.97870078740152,&quot;left&quot;:92.57133858267716,&quot;top&quot;:266.33704724409455,&quot;width&quot;:783.413779527559}"/>
</p:tagLst>
</file>

<file path=ppt/tags/tag30.xml><?xml version="1.0" encoding="utf-8"?>
<p:tagLst xmlns:p="http://schemas.openxmlformats.org/presentationml/2006/main">
  <p:tag name="KSO_WM_DIAGRAM_VIRTUALLY_FRAME" val="{&quot;height&quot;:390.15385826771654,&quot;left&quot;:52,&quot;top&quot;:60.59614173228347,&quot;width&quot;:853.8}"/>
  <p:tag name="KSO_WM_BEAUTIFY_FLAG" val=""/>
</p:tagLst>
</file>

<file path=ppt/tags/tag31.xml><?xml version="1.0" encoding="utf-8"?>
<p:tagLst xmlns:p="http://schemas.openxmlformats.org/presentationml/2006/main">
  <p:tag name="KSO_WM_DIAGRAM_VIRTUALLY_FRAME" val="{&quot;height&quot;:390.15385826771654,&quot;left&quot;:52,&quot;top&quot;:60.59614173228347,&quot;width&quot;:853.8}"/>
  <p:tag name="KSO_WM_BEAUTIFY_FLAG" val=""/>
</p:tagLst>
</file>

<file path=ppt/tags/tag32.xml><?xml version="1.0" encoding="utf-8"?>
<p:tagLst xmlns:p="http://schemas.openxmlformats.org/presentationml/2006/main">
  <p:tag name="KSO_WM_DIAGRAM_VIRTUALLY_FRAME" val="{&quot;height&quot;:390.15385826771654,&quot;left&quot;:52,&quot;top&quot;:60.59614173228347,&quot;width&quot;:853.8}"/>
  <p:tag name="KSO_WM_BEAUTIFY_FLAG" val=""/>
</p:tagLst>
</file>

<file path=ppt/tags/tag33.xml><?xml version="1.0" encoding="utf-8"?>
<p:tagLst xmlns:p="http://schemas.openxmlformats.org/presentationml/2006/main">
  <p:tag name="KSO_WM_DIAGRAM_VIRTUALLY_FRAME" val="{&quot;height&quot;:390.15385826771654,&quot;left&quot;:52,&quot;top&quot;:60.59614173228347,&quot;width&quot;:853.8}"/>
  <p:tag name="KSO_WM_BEAUTIFY_FLAG" val=""/>
</p:tagLst>
</file>

<file path=ppt/tags/tag34.xml><?xml version="1.0" encoding="utf-8"?>
<p:tagLst xmlns:p="http://schemas.openxmlformats.org/presentationml/2006/main">
  <p:tag name="KSO_WM_DIAGRAM_VIRTUALLY_FRAME" val="{&quot;height&quot;:390.15385826771654,&quot;left&quot;:52,&quot;top&quot;:60.59614173228347,&quot;width&quot;:853.8}"/>
  <p:tag name="KSO_WM_BEAUTIFY_FLAG" val=""/>
</p:tagLst>
</file>

<file path=ppt/tags/tag35.xml><?xml version="1.0" encoding="utf-8"?>
<p:tagLst xmlns:p="http://schemas.openxmlformats.org/presentationml/2006/main">
  <p:tag name="KSO_WM_DIAGRAM_VIRTUALLY_FRAME" val="{&quot;height&quot;:390.15385826771654,&quot;left&quot;:52,&quot;top&quot;:60.59614173228347,&quot;width&quot;:853.8}"/>
  <p:tag name="KSO_WM_BEAUTIFY_FLAG" val=""/>
</p:tagLst>
</file>

<file path=ppt/tags/tag36.xml><?xml version="1.0" encoding="utf-8"?>
<p:tagLst xmlns:p="http://schemas.openxmlformats.org/presentationml/2006/main">
  <p:tag name="KSO_WM_DIAGRAM_VIRTUALLY_FRAME" val="{&quot;height&quot;:390.15385826771654,&quot;left&quot;:52,&quot;top&quot;:60.59614173228347,&quot;width&quot;:853.8}"/>
  <p:tag name="KSO_WM_BEAUTIFY_FLAG" val=""/>
</p:tagLst>
</file>

<file path=ppt/tags/tag37.xml><?xml version="1.0" encoding="utf-8"?>
<p:tagLst xmlns:p="http://schemas.openxmlformats.org/presentationml/2006/main">
  <p:tag name="KSO_WM_DIAGRAM_VIRTUALLY_FRAME" val="{&quot;height&quot;:390.15385826771654,&quot;left&quot;:52,&quot;top&quot;:60.59614173228347,&quot;width&quot;:853.8}"/>
  <p:tag name="KSO_WM_BEAUTIFY_FLAG" val=""/>
</p:tagLst>
</file>

<file path=ppt/tags/tag38.xml><?xml version="1.0" encoding="utf-8"?>
<p:tagLst xmlns:p="http://schemas.openxmlformats.org/presentationml/2006/main">
  <p:tag name="KSO_WM_DIAGRAM_VIRTUALLY_FRAME" val="{&quot;height&quot;:390.15385826771654,&quot;left&quot;:52,&quot;top&quot;:60.59614173228347,&quot;width&quot;:853.8}"/>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DIAGRAM_VIRTUALLY_FRAME" val="{&quot;height&quot;:390.15385826771654,&quot;left&quot;:52,&quot;top&quot;:60.59614173228347,&quot;width&quot;:853.8}"/>
</p:tagLst>
</file>

<file path=ppt/tags/tag41.xml><?xml version="1.0" encoding="utf-8"?>
<p:tagLst xmlns:p="http://schemas.openxmlformats.org/presentationml/2006/main">
  <p:tag name="KSO_WM_DIAGRAM_VIRTUALLY_FRAME" val="{&quot;height&quot;:390.15385826771654,&quot;left&quot;:52,&quot;top&quot;:60.59614173228347,&quot;width&quot;:853.8}"/>
</p:tagLst>
</file>

<file path=ppt/tags/tag42.xml><?xml version="1.0" encoding="utf-8"?>
<p:tagLst xmlns:p="http://schemas.openxmlformats.org/presentationml/2006/main">
  <p:tag name="KSO_WM_DIAGRAM_VIRTUALLY_FRAME" val="{&quot;height&quot;:390.15385826771654,&quot;left&quot;:52,&quot;top&quot;:60.59614173228347,&quot;width&quot;:853.8}"/>
</p:tagLst>
</file>

<file path=ppt/tags/tag43.xml><?xml version="1.0" encoding="utf-8"?>
<p:tagLst xmlns:p="http://schemas.openxmlformats.org/presentationml/2006/main">
  <p:tag name="KSO_WM_DIAGRAM_VIRTUALLY_FRAME" val="{&quot;height&quot;:390.15385826771654,&quot;left&quot;:52,&quot;top&quot;:60.59614173228347,&quot;width&quot;:853.8}"/>
</p:tagLst>
</file>

<file path=ppt/tags/tag44.xml><?xml version="1.0" encoding="utf-8"?>
<p:tagLst xmlns:p="http://schemas.openxmlformats.org/presentationml/2006/main">
  <p:tag name="KSO_WM_DIAGRAM_VIRTUALLY_FRAME" val="{&quot;height&quot;:390.15385826771654,&quot;left&quot;:52,&quot;top&quot;:60.59614173228347,&quot;width&quot;:853.8}"/>
</p:tagLst>
</file>

<file path=ppt/tags/tag45.xml><?xml version="1.0" encoding="utf-8"?>
<p:tagLst xmlns:p="http://schemas.openxmlformats.org/presentationml/2006/main">
  <p:tag name="KSO_WM_DIAGRAM_VIRTUALLY_FRAME" val="{&quot;height&quot;:390.15385826771654,&quot;left&quot;:52,&quot;top&quot;:60.59614173228347,&quot;width&quot;:853.8}"/>
</p:tagLst>
</file>

<file path=ppt/tags/tag46.xml><?xml version="1.0" encoding="utf-8"?>
<p:tagLst xmlns:p="http://schemas.openxmlformats.org/presentationml/2006/main">
  <p:tag name="KSO_WM_DIAGRAM_VIRTUALLY_FRAME" val="{&quot;height&quot;:390.15385826771654,&quot;left&quot;:52,&quot;top&quot;:60.59614173228347,&quot;width&quot;:853.8}"/>
</p:tagLst>
</file>

<file path=ppt/tags/tag47.xml><?xml version="1.0" encoding="utf-8"?>
<p:tagLst xmlns:p="http://schemas.openxmlformats.org/presentationml/2006/main">
  <p:tag name="KSO_WM_DIAGRAM_VIRTUALLY_FRAME" val="{&quot;height&quot;:390.15385826771654,&quot;left&quot;:52,&quot;top&quot;:60.59614173228347,&quot;width&quot;:853.8}"/>
</p:tagLst>
</file>

<file path=ppt/tags/tag48.xml><?xml version="1.0" encoding="utf-8"?>
<p:tagLst xmlns:p="http://schemas.openxmlformats.org/presentationml/2006/main">
  <p:tag name="KSO_WM_DIAGRAM_VIRTUALLY_FRAME" val="{&quot;height&quot;:390.15385826771654,&quot;left&quot;:52,&quot;top&quot;:60.59614173228347,&quot;width&quot;:853.8}"/>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DIAGRAM_VIRTUALLY_FRAME" val="{&quot;height&quot;:390.15385826771654,&quot;left&quot;:52,&quot;top&quot;:60.59614173228347,&quot;width&quot;:853.8}"/>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DIAGRAM_VIRTUALLY_FRAME" val="{&quot;height&quot;:390.15385826771654,&quot;left&quot;:52,&quot;top&quot;:60.59614173228347,&quot;width&quot;:853.8}"/>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DIAGRAM_VIRTUALLY_FRAME" val="{&quot;height&quot;:390.15385826771654,&quot;left&quot;:52,&quot;top&quot;:60.59614173228347,&quot;width&quot;:853.8}"/>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ISLIDE.GUIDESSETTING" val="{&quot;Id&quot;:null,&quot;Name&quot;:&quot;正常&quot;,&quot;HeaderHeight&quot;:15.0,&quot;FooterHeight&quot;:9.0,&quot;SideMargin&quot;:5.5,&quot;TopMargin&quot;:0.0,&quot;BottomMargin&quot;:0.0,&quot;IntervalMargin&quot;:1.5,&quot;SettingType&quot;:&quot;System&quot;}"/>
  <p:tag name="KSO_WPP_MARK_KEY" val="9a164e51-de28-48f7-951f-e8f4326a7fe9"/>
  <p:tag name="commondata" val="eyJoZGlkIjoiNGJmNzI5ZDQzM2JkZTcxMjE1N2Y3MDc1NzM2ZTNlYjUifQ=="/>
</p:tagLst>
</file>

<file path=ppt/theme/theme1.xml><?xml version="1.0" encoding="utf-8"?>
<a:theme xmlns:a="http://schemas.openxmlformats.org/drawingml/2006/main" name="Office 主题​​">
  <a:themeElements>
    <a:clrScheme name="SEU">
      <a:dk1>
        <a:srgbClr val="000000"/>
      </a:dk1>
      <a:lt1>
        <a:srgbClr val="FFFFFF"/>
      </a:lt1>
      <a:dk2>
        <a:srgbClr val="44546A"/>
      </a:dk2>
      <a:lt2>
        <a:srgbClr val="E7E6E6"/>
      </a:lt2>
      <a:accent1>
        <a:srgbClr val="505122"/>
      </a:accent1>
      <a:accent2>
        <a:srgbClr val="FDCA04"/>
      </a:accent2>
      <a:accent3>
        <a:srgbClr val="00529D"/>
      </a:accent3>
      <a:accent4>
        <a:srgbClr val="B01417"/>
      </a:accent4>
      <a:accent5>
        <a:srgbClr val="7F7611"/>
      </a:accent5>
      <a:accent6>
        <a:srgbClr val="5D6B70"/>
      </a:accent6>
      <a:hlink>
        <a:srgbClr val="868A8C"/>
      </a:hlink>
      <a:folHlink>
        <a:srgbClr val="C2C6C8"/>
      </a:folHlink>
    </a:clrScheme>
    <a:fontScheme name="ncg3nh5f">
      <a:majorFont>
        <a:latin typeface="Microsoft YaHei"/>
        <a:ea typeface="Microsoft YaHei"/>
        <a:cs typeface=""/>
      </a:majorFont>
      <a:minorFont>
        <a:latin typeface="Microsoft YaHei"/>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
  <Words>1462</Words>
  <Application>WPS 演示</Application>
  <PresentationFormat>宽屏</PresentationFormat>
  <Paragraphs>244</Paragraphs>
  <Slides>26</Slides>
  <Notes>26</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26</vt:i4>
      </vt:variant>
    </vt:vector>
  </HeadingPairs>
  <TitlesOfParts>
    <vt:vector size="38" baseType="lpstr">
      <vt:lpstr>Arial</vt:lpstr>
      <vt:lpstr>宋体</vt:lpstr>
      <vt:lpstr>Wingdings</vt:lpstr>
      <vt:lpstr>微软雅黑</vt:lpstr>
      <vt:lpstr>Segoe UI</vt:lpstr>
      <vt:lpstr>等线</vt:lpstr>
      <vt:lpstr>Arial</vt:lpstr>
      <vt:lpstr>Cambria Math</vt:lpstr>
      <vt:lpstr>Arial Unicode MS</vt:lpstr>
      <vt:lpstr>Helvetica</vt:lpstr>
      <vt:lpstr>Office 主题​​</vt:lpstr>
      <vt:lpstr>1_OfficePLUS</vt:lpstr>
      <vt:lpstr>PowerPoint 演示文稿</vt:lpstr>
      <vt:lpstr>PowerPoint 演示文稿</vt:lpstr>
      <vt:lpstr>PowerPoint 演示文稿</vt:lpstr>
      <vt:lpstr>学术报告系列-团队介绍页</vt:lpstr>
      <vt:lpstr>PowerPoint 演示文稿</vt:lpstr>
      <vt:lpstr>项目背景及价值</vt:lpstr>
      <vt:lpstr>PowerPoint 演示文稿</vt:lpstr>
      <vt:lpstr>技术原理</vt:lpstr>
      <vt:lpstr>技术原理</vt:lpstr>
      <vt:lpstr>技术原理</vt:lpstr>
      <vt:lpstr>技术原理</vt:lpstr>
      <vt:lpstr>版本管理工具</vt:lpstr>
      <vt:lpstr>版本管理工具</vt:lpstr>
      <vt:lpstr>PowerPoint 演示文稿</vt:lpstr>
      <vt:lpstr>项目文档</vt:lpstr>
      <vt:lpstr>这页可展示3个并列项</vt:lpstr>
      <vt:lpstr>这页可展示3个并列项</vt:lpstr>
      <vt:lpstr>这页可展示3个并列项</vt:lpstr>
      <vt:lpstr>PowerPoint 演示文稿</vt:lpstr>
      <vt:lpstr>项目功能</vt:lpstr>
      <vt:lpstr>项目功能</vt:lpstr>
      <vt:lpstr>项目功能</vt:lpstr>
      <vt:lpstr>PowerPoint 演示文稿</vt:lpstr>
      <vt:lpstr>这页可展示若干流程</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dc:title>PowerPoint 演示文稿</dc:title>
  <cp:revision>2963</cp:revision>
</cp:coreProperties>
</file>

<file path=docProps/custom.xml><?xml version="1.0" encoding="utf-8"?>
<Properties xmlns="http://schemas.openxmlformats.org/officeDocument/2006/custom-properties"/>
</file>