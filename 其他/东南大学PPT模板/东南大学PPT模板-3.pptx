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7" r:id="rId8"/>
    <p:sldId id="285" r:id="rId9"/>
    <p:sldId id="262" r:id="rId10"/>
    <p:sldId id="277" r:id="rId11"/>
    <p:sldId id="268" r:id="rId12"/>
    <p:sldId id="263" r:id="rId13"/>
    <p:sldId id="264" r:id="rId14"/>
    <p:sldId id="269" r:id="rId15"/>
    <p:sldId id="265" r:id="rId16"/>
    <p:sldId id="266" r:id="rId17"/>
    <p:sldId id="270" r:id="rId18"/>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292E"/>
    <a:srgbClr val="2225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1128" y="8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8.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sz="1800"/>
              <a:t>The purpose of travel</a:t>
            </a:r>
            <a:endParaRPr sz="1800"/>
          </a:p>
        </c:rich>
      </c:tx>
      <c:layout/>
      <c:overlay val="0"/>
      <c:spPr>
        <a:noFill/>
        <a:ln>
          <a:noFill/>
        </a:ln>
        <a:effectLst/>
      </c:spPr>
    </c:title>
    <c:autoTitleDeleted val="0"/>
    <c:plotArea>
      <c:layout/>
      <c:pieChart>
        <c:varyColors val="1"/>
        <c:ser>
          <c:idx val="0"/>
          <c:order val="0"/>
          <c:tx>
            <c:strRef>
              <c:f>Sheet1!$B$1</c:f>
              <c:strCache>
                <c:ptCount val="1"/>
                <c:pt idx="0">
                  <c:v>The purpose of travel</c:v>
                </c:pt>
              </c:strCache>
            </c:strRef>
          </c:tx>
          <c:spPr/>
          <c:explosion val="0"/>
          <c:dPt>
            <c:idx val="0"/>
            <c:bubble3D val="0"/>
            <c:spPr>
              <a:solidFill>
                <a:schemeClr val="accent6"/>
              </a:solidFill>
              <a:ln w="19050">
                <a:solidFill>
                  <a:schemeClr val="lt1"/>
                </a:solidFill>
              </a:ln>
              <a:effectLst/>
            </c:spPr>
          </c:dPt>
          <c:dPt>
            <c:idx val="1"/>
            <c:bubble3D val="0"/>
            <c:spPr>
              <a:solidFill>
                <a:schemeClr val="accent5"/>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6">
                  <a:lumMod val="60000"/>
                </a:schemeClr>
              </a:solidFill>
              <a:ln w="19050">
                <a:solidFill>
                  <a:schemeClr val="lt1"/>
                </a:solidFill>
              </a:ln>
              <a:effectLst/>
            </c:spPr>
          </c:dPt>
          <c:dLbls>
            <c:delete val="1"/>
          </c:dLbls>
          <c:cat>
            <c:strRef>
              <c:f>Sheet1!$A$2:$A$5</c:f>
              <c:strCache>
                <c:ptCount val="4"/>
                <c:pt idx="0">
                  <c:v>broaden their horizon</c:v>
                </c:pt>
                <c:pt idx="1">
                  <c:v>relieve themselves</c:v>
                </c:pt>
                <c:pt idx="2">
                  <c:v>play with their acquaintance</c:v>
                </c:pt>
                <c:pt idx="3">
                  <c:v>simple entertainment</c:v>
                </c:pt>
              </c:strCache>
            </c:strRef>
          </c:cat>
          <c:val>
            <c:numRef>
              <c:f>Sheet1!$B$2:$B$5</c:f>
              <c:numCache>
                <c:formatCode>0%</c:formatCode>
                <c:ptCount val="4"/>
                <c:pt idx="0">
                  <c:v>0.62</c:v>
                </c:pt>
                <c:pt idx="1">
                  <c:v>0.21</c:v>
                </c:pt>
                <c:pt idx="2">
                  <c:v>0.16</c:v>
                </c:pt>
                <c:pt idx="3">
                  <c:v>0.01</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egendEntry>
        <c:idx val="1"/>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egendEntry>
        <c:idx val="2"/>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egendEntry>
        <c:idx val="3"/>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ayout>
        <c:manualLayout>
          <c:xMode val="edge"/>
          <c:yMode val="edge"/>
          <c:x val="0.0441894599831848"/>
          <c:y val="0.629323021205972"/>
          <c:w val="0.951463343958273"/>
          <c:h val="0.363021964759836"/>
        </c:manualLayout>
      </c:layout>
      <c:overlay val="0"/>
      <c:spPr>
        <a:noFill/>
        <a:ln>
          <a:noFill/>
        </a:ln>
        <a:effectLst/>
      </c:spPr>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sz="1800"/>
              <a:t>Factors which influence their travel</a:t>
            </a:r>
            <a:endParaRPr sz="1800"/>
          </a:p>
        </c:rich>
      </c:tx>
      <c:layout>
        <c:manualLayout>
          <c:xMode val="edge"/>
          <c:yMode val="edge"/>
          <c:x val="0.206296722254169"/>
          <c:y val="0.0289612921191869"/>
        </c:manualLayout>
      </c:layout>
      <c:overlay val="0"/>
      <c:spPr>
        <a:noFill/>
        <a:ln>
          <a:noFill/>
        </a:ln>
        <a:effectLst/>
      </c:spPr>
    </c:title>
    <c:autoTitleDeleted val="0"/>
    <c:plotArea>
      <c:layout>
        <c:manualLayout>
          <c:layoutTarget val="inner"/>
          <c:xMode val="edge"/>
          <c:yMode val="edge"/>
          <c:x val="0.358179988499137"/>
          <c:y val="0.235588972431078"/>
          <c:w val="0.279039677975848"/>
          <c:h val="0.540517961570593"/>
        </c:manualLayout>
      </c:layout>
      <c:pieChart>
        <c:varyColors val="1"/>
        <c:ser>
          <c:idx val="0"/>
          <c:order val="0"/>
          <c:tx>
            <c:strRef>
              <c:f>Sheet1!$B$1</c:f>
              <c:strCache>
                <c:ptCount val="1"/>
                <c:pt idx="0">
                  <c:v>Factors which influence their travel</c:v>
                </c:pt>
              </c:strCache>
            </c:strRef>
          </c:tx>
          <c:spPr/>
          <c:explosion val="0"/>
          <c:dPt>
            <c:idx val="0"/>
            <c:bubble3D val="0"/>
            <c:spPr>
              <a:solidFill>
                <a:schemeClr val="accent2"/>
              </a:solidFill>
              <a:ln w="19050">
                <a:solidFill>
                  <a:schemeClr val="lt1"/>
                </a:solidFill>
              </a:ln>
              <a:effectLst/>
            </c:spPr>
          </c:dPt>
          <c:dPt>
            <c:idx val="1"/>
            <c:bubble3D val="0"/>
            <c:spPr>
              <a:solidFill>
                <a:schemeClr val="accent4"/>
              </a:solidFill>
              <a:ln w="19050">
                <a:solidFill>
                  <a:schemeClr val="lt1"/>
                </a:solidFill>
              </a:ln>
              <a:effectLst/>
            </c:spPr>
          </c:dPt>
          <c:dPt>
            <c:idx val="2"/>
            <c:bubble3D val="0"/>
            <c:spPr>
              <a:solidFill>
                <a:schemeClr val="accent6"/>
              </a:solidFill>
              <a:ln w="19050">
                <a:solidFill>
                  <a:schemeClr val="lt1"/>
                </a:solidFill>
              </a:ln>
              <a:effectLst/>
            </c:spPr>
          </c:dPt>
          <c:dLbls>
            <c:delete val="1"/>
          </c:dLbls>
          <c:cat>
            <c:strRef>
              <c:f>Sheet1!$A$2:$A$4</c:f>
              <c:strCache>
                <c:ptCount val="3"/>
                <c:pt idx="0">
                  <c:v>money</c:v>
                </c:pt>
                <c:pt idx="1">
                  <c:v>time</c:v>
                </c:pt>
                <c:pt idx="2">
                  <c:v>partners' thoughts</c:v>
                </c:pt>
              </c:strCache>
            </c:strRef>
          </c:cat>
          <c:val>
            <c:numRef>
              <c:f>Sheet1!$B$2:$B$4</c:f>
              <c:numCache>
                <c:formatCode>0%</c:formatCode>
                <c:ptCount val="3"/>
                <c:pt idx="0">
                  <c:v>0.8</c:v>
                </c:pt>
                <c:pt idx="1">
                  <c:v>0.15</c:v>
                </c:pt>
                <c:pt idx="2">
                  <c:v>0.05</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egendEntry>
        <c:idx val="1"/>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egendEntry>
        <c:idx val="2"/>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1200" b="0" i="0" u="none" strike="noStrike" kern="1200" cap="none" spc="0" normalizeH="0" baseline="0">
              <a:solidFill>
                <a:schemeClr val="tx1">
                  <a:lumMod val="65000"/>
                  <a:lumOff val="35000"/>
                </a:schemeClr>
              </a:solidFill>
              <a:uFill>
                <a:solidFill>
                  <a:schemeClr val="tx1">
                    <a:lumMod val="65000"/>
                    <a:lumOff val="35000"/>
                  </a:schemeClr>
                </a:solidFill>
              </a:u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8" name="矩形 7"/>
          <p:cNvSpPr/>
          <p:nvPr userDrawn="1"/>
        </p:nvSpPr>
        <p:spPr>
          <a:xfrm>
            <a:off x="0" y="580039"/>
            <a:ext cx="12192000" cy="628329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3.wdp"/><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microsoft.com/office/2007/relationships/hdphoto" Target="../media/image18.wdp"/><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文本框 3"/>
          <p:cNvSpPr txBox="1"/>
          <p:nvPr/>
        </p:nvSpPr>
        <p:spPr>
          <a:xfrm>
            <a:off x="2204114" y="3007475"/>
            <a:ext cx="7866742" cy="830997"/>
          </a:xfrm>
          <a:prstGeom prst="rect">
            <a:avLst/>
          </a:prstGeom>
          <a:noFill/>
        </p:spPr>
        <p:txBody>
          <a:bodyPr wrap="square" rtlCol="0">
            <a:spAutoFit/>
          </a:bodyPr>
          <a:lstStyle/>
          <a:p>
            <a:pPr algn="dist"/>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简约大气毕业答辩</a:t>
            </a:r>
            <a:r>
              <a:rPr lang="en-US" altLang="zh-CN"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PPT</a:t>
            </a:r>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模板</a:t>
            </a:r>
            <a:endPar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5" name="文本框 4"/>
          <p:cNvSpPr txBox="1"/>
          <p:nvPr/>
        </p:nvSpPr>
        <p:spPr>
          <a:xfrm>
            <a:off x="2340185" y="3751388"/>
            <a:ext cx="7594600"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rPr>
              <a:t>Simple atmospheric graduation defense PPT template</a:t>
            </a:r>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
        <p:nvSpPr>
          <p:cNvPr id="6" name="矩形 5"/>
          <p:cNvSpPr/>
          <p:nvPr/>
        </p:nvSpPr>
        <p:spPr>
          <a:xfrm>
            <a:off x="4372258" y="4836469"/>
            <a:ext cx="1620957" cy="307777"/>
          </a:xfrm>
          <a:prstGeom prst="rect">
            <a:avLst/>
          </a:prstGeom>
          <a:noFill/>
          <a:ln>
            <a:noFill/>
          </a:ln>
        </p:spPr>
        <p:txBody>
          <a:bodyPr wrap="none">
            <a:spAutoFit/>
          </a:bodyPr>
          <a:lstStyle/>
          <a:p>
            <a:r>
              <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答辩人：小泉同学</a:t>
            </a:r>
            <a:endPar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7" name="矩形 6"/>
          <p:cNvSpPr/>
          <p:nvPr/>
        </p:nvSpPr>
        <p:spPr>
          <a:xfrm>
            <a:off x="6497740" y="4836469"/>
            <a:ext cx="1620958" cy="307777"/>
          </a:xfrm>
          <a:prstGeom prst="rect">
            <a:avLst/>
          </a:prstGeom>
          <a:noFill/>
          <a:ln>
            <a:noFill/>
          </a:ln>
        </p:spPr>
        <p:txBody>
          <a:bodyPr wrap="none">
            <a:spAutoFit/>
          </a:bodyPr>
          <a:lstStyle/>
          <a:p>
            <a:pPr algn="ctr"/>
            <a:r>
              <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指导老师：稻壳儿</a:t>
            </a:r>
            <a:endPar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8" name="graduation-cap_16905"/>
          <p:cNvSpPr>
            <a:spLocks noChangeAspect="1"/>
          </p:cNvSpPr>
          <p:nvPr/>
        </p:nvSpPr>
        <p:spPr bwMode="auto">
          <a:xfrm>
            <a:off x="4073302" y="4896536"/>
            <a:ext cx="255014" cy="152520"/>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rgbClr val="3F3B3A"/>
          </a:solidFill>
          <a:ln>
            <a:noFill/>
          </a:ln>
        </p:spPr>
      </p:sp>
      <p:sp>
        <p:nvSpPr>
          <p:cNvPr id="9" name="Freeform 70"/>
          <p:cNvSpPr>
            <a:spLocks noEditPoints="1"/>
          </p:cNvSpPr>
          <p:nvPr/>
        </p:nvSpPr>
        <p:spPr bwMode="auto">
          <a:xfrm>
            <a:off x="6255915" y="4878906"/>
            <a:ext cx="156926" cy="187781"/>
          </a:xfrm>
          <a:custGeom>
            <a:avLst/>
            <a:gdLst>
              <a:gd name="T0" fmla="*/ 104 w 154"/>
              <a:gd name="T1" fmla="*/ 127 h 184"/>
              <a:gd name="T2" fmla="*/ 51 w 154"/>
              <a:gd name="T3" fmla="*/ 127 h 184"/>
              <a:gd name="T4" fmla="*/ 37 w 154"/>
              <a:gd name="T5" fmla="*/ 130 h 184"/>
              <a:gd name="T6" fmla="*/ 14 w 154"/>
              <a:gd name="T7" fmla="*/ 164 h 184"/>
              <a:gd name="T8" fmla="*/ 14 w 154"/>
              <a:gd name="T9" fmla="*/ 170 h 184"/>
              <a:gd name="T10" fmla="*/ 140 w 154"/>
              <a:gd name="T11" fmla="*/ 170 h 184"/>
              <a:gd name="T12" fmla="*/ 140 w 154"/>
              <a:gd name="T13" fmla="*/ 164 h 184"/>
              <a:gd name="T14" fmla="*/ 124 w 154"/>
              <a:gd name="T15" fmla="*/ 133 h 184"/>
              <a:gd name="T16" fmla="*/ 118 w 154"/>
              <a:gd name="T17" fmla="*/ 130 h 184"/>
              <a:gd name="T18" fmla="*/ 111 w 154"/>
              <a:gd name="T19" fmla="*/ 128 h 184"/>
              <a:gd name="T20" fmla="*/ 104 w 154"/>
              <a:gd name="T21" fmla="*/ 127 h 184"/>
              <a:gd name="T22" fmla="*/ 108 w 154"/>
              <a:gd name="T23" fmla="*/ 113 h 184"/>
              <a:gd name="T24" fmla="*/ 108 w 154"/>
              <a:gd name="T25" fmla="*/ 113 h 184"/>
              <a:gd name="T26" fmla="*/ 114 w 154"/>
              <a:gd name="T27" fmla="*/ 114 h 184"/>
              <a:gd name="T28" fmla="*/ 123 w 154"/>
              <a:gd name="T29" fmla="*/ 117 h 184"/>
              <a:gd name="T30" fmla="*/ 154 w 154"/>
              <a:gd name="T31" fmla="*/ 164 h 184"/>
              <a:gd name="T32" fmla="*/ 154 w 154"/>
              <a:gd name="T33" fmla="*/ 177 h 184"/>
              <a:gd name="T34" fmla="*/ 147 w 154"/>
              <a:gd name="T35" fmla="*/ 184 h 184"/>
              <a:gd name="T36" fmla="*/ 147 w 154"/>
              <a:gd name="T37" fmla="*/ 184 h 184"/>
              <a:gd name="T38" fmla="*/ 7 w 154"/>
              <a:gd name="T39" fmla="*/ 184 h 184"/>
              <a:gd name="T40" fmla="*/ 0 w 154"/>
              <a:gd name="T41" fmla="*/ 177 h 184"/>
              <a:gd name="T42" fmla="*/ 0 w 154"/>
              <a:gd name="T43" fmla="*/ 176 h 184"/>
              <a:gd name="T44" fmla="*/ 0 w 154"/>
              <a:gd name="T45" fmla="*/ 164 h 184"/>
              <a:gd name="T46" fmla="*/ 31 w 154"/>
              <a:gd name="T47" fmla="*/ 117 h 184"/>
              <a:gd name="T48" fmla="*/ 47 w 154"/>
              <a:gd name="T49" fmla="*/ 113 h 184"/>
              <a:gd name="T50" fmla="*/ 17 w 154"/>
              <a:gd name="T51" fmla="*/ 61 h 184"/>
              <a:gd name="T52" fmla="*/ 77 w 154"/>
              <a:gd name="T53" fmla="*/ 0 h 184"/>
              <a:gd name="T54" fmla="*/ 138 w 154"/>
              <a:gd name="T55" fmla="*/ 61 h 184"/>
              <a:gd name="T56" fmla="*/ 108 w 154"/>
              <a:gd name="T57" fmla="*/ 113 h 184"/>
              <a:gd name="T58" fmla="*/ 77 w 154"/>
              <a:gd name="T59" fmla="*/ 14 h 184"/>
              <a:gd name="T60" fmla="*/ 77 w 154"/>
              <a:gd name="T61" fmla="*/ 14 h 184"/>
              <a:gd name="T62" fmla="*/ 34 w 154"/>
              <a:gd name="T63" fmla="*/ 43 h 184"/>
              <a:gd name="T64" fmla="*/ 31 w 154"/>
              <a:gd name="T65" fmla="*/ 61 h 184"/>
              <a:gd name="T66" fmla="*/ 59 w 154"/>
              <a:gd name="T67" fmla="*/ 104 h 184"/>
              <a:gd name="T68" fmla="*/ 95 w 154"/>
              <a:gd name="T69" fmla="*/ 104 h 184"/>
              <a:gd name="T70" fmla="*/ 124 w 154"/>
              <a:gd name="T71" fmla="*/ 61 h 184"/>
              <a:gd name="T72" fmla="*/ 77 w 154"/>
              <a:gd name="T73"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4" h="184">
                <a:moveTo>
                  <a:pt x="104" y="127"/>
                </a:moveTo>
                <a:cubicBezTo>
                  <a:pt x="51" y="127"/>
                  <a:pt x="51" y="127"/>
                  <a:pt x="51" y="127"/>
                </a:cubicBezTo>
                <a:cubicBezTo>
                  <a:pt x="46" y="127"/>
                  <a:pt x="41" y="128"/>
                  <a:pt x="37" y="130"/>
                </a:cubicBezTo>
                <a:cubicBezTo>
                  <a:pt x="23" y="135"/>
                  <a:pt x="14" y="149"/>
                  <a:pt x="14" y="164"/>
                </a:cubicBezTo>
                <a:cubicBezTo>
                  <a:pt x="14" y="170"/>
                  <a:pt x="14" y="170"/>
                  <a:pt x="14" y="170"/>
                </a:cubicBezTo>
                <a:cubicBezTo>
                  <a:pt x="140" y="170"/>
                  <a:pt x="140" y="170"/>
                  <a:pt x="140" y="170"/>
                </a:cubicBezTo>
                <a:cubicBezTo>
                  <a:pt x="140" y="164"/>
                  <a:pt x="140" y="164"/>
                  <a:pt x="140" y="164"/>
                </a:cubicBezTo>
                <a:cubicBezTo>
                  <a:pt x="140" y="151"/>
                  <a:pt x="134" y="140"/>
                  <a:pt x="124" y="133"/>
                </a:cubicBezTo>
                <a:cubicBezTo>
                  <a:pt x="122" y="132"/>
                  <a:pt x="120" y="131"/>
                  <a:pt x="118" y="130"/>
                </a:cubicBezTo>
                <a:cubicBezTo>
                  <a:pt x="115" y="129"/>
                  <a:pt x="113" y="128"/>
                  <a:pt x="111" y="128"/>
                </a:cubicBezTo>
                <a:cubicBezTo>
                  <a:pt x="108" y="127"/>
                  <a:pt x="106" y="127"/>
                  <a:pt x="104" y="127"/>
                </a:cubicBezTo>
                <a:close/>
                <a:moveTo>
                  <a:pt x="108" y="113"/>
                </a:moveTo>
                <a:cubicBezTo>
                  <a:pt x="108" y="113"/>
                  <a:pt x="108" y="113"/>
                  <a:pt x="108" y="113"/>
                </a:cubicBezTo>
                <a:cubicBezTo>
                  <a:pt x="110" y="113"/>
                  <a:pt x="112" y="114"/>
                  <a:pt x="114" y="114"/>
                </a:cubicBezTo>
                <a:cubicBezTo>
                  <a:pt x="117" y="114"/>
                  <a:pt x="120" y="115"/>
                  <a:pt x="123" y="117"/>
                </a:cubicBezTo>
                <a:cubicBezTo>
                  <a:pt x="142" y="125"/>
                  <a:pt x="154" y="143"/>
                  <a:pt x="154" y="164"/>
                </a:cubicBezTo>
                <a:cubicBezTo>
                  <a:pt x="154" y="177"/>
                  <a:pt x="154" y="177"/>
                  <a:pt x="154" y="177"/>
                </a:cubicBezTo>
                <a:cubicBezTo>
                  <a:pt x="154" y="180"/>
                  <a:pt x="151" y="184"/>
                  <a:pt x="147" y="184"/>
                </a:cubicBezTo>
                <a:cubicBezTo>
                  <a:pt x="147" y="184"/>
                  <a:pt x="147" y="184"/>
                  <a:pt x="147" y="184"/>
                </a:cubicBezTo>
                <a:cubicBezTo>
                  <a:pt x="7" y="184"/>
                  <a:pt x="7" y="184"/>
                  <a:pt x="7" y="184"/>
                </a:cubicBezTo>
                <a:cubicBezTo>
                  <a:pt x="3" y="184"/>
                  <a:pt x="0" y="180"/>
                  <a:pt x="0" y="177"/>
                </a:cubicBezTo>
                <a:cubicBezTo>
                  <a:pt x="0" y="176"/>
                  <a:pt x="0" y="176"/>
                  <a:pt x="0" y="176"/>
                </a:cubicBezTo>
                <a:cubicBezTo>
                  <a:pt x="0" y="164"/>
                  <a:pt x="0" y="164"/>
                  <a:pt x="0" y="164"/>
                </a:cubicBezTo>
                <a:cubicBezTo>
                  <a:pt x="0" y="143"/>
                  <a:pt x="13" y="125"/>
                  <a:pt x="31" y="117"/>
                </a:cubicBezTo>
                <a:cubicBezTo>
                  <a:pt x="36" y="115"/>
                  <a:pt x="41" y="114"/>
                  <a:pt x="47" y="113"/>
                </a:cubicBezTo>
                <a:cubicBezTo>
                  <a:pt x="28" y="102"/>
                  <a:pt x="17" y="82"/>
                  <a:pt x="17" y="61"/>
                </a:cubicBezTo>
                <a:cubicBezTo>
                  <a:pt x="17" y="28"/>
                  <a:pt x="44" y="0"/>
                  <a:pt x="77" y="0"/>
                </a:cubicBezTo>
                <a:cubicBezTo>
                  <a:pt x="111" y="0"/>
                  <a:pt x="138" y="28"/>
                  <a:pt x="138" y="61"/>
                </a:cubicBezTo>
                <a:cubicBezTo>
                  <a:pt x="138" y="82"/>
                  <a:pt x="126" y="102"/>
                  <a:pt x="108" y="113"/>
                </a:cubicBezTo>
                <a:close/>
                <a:moveTo>
                  <a:pt x="77" y="14"/>
                </a:moveTo>
                <a:cubicBezTo>
                  <a:pt x="77" y="14"/>
                  <a:pt x="77" y="14"/>
                  <a:pt x="77" y="14"/>
                </a:cubicBezTo>
                <a:cubicBezTo>
                  <a:pt x="59" y="14"/>
                  <a:pt x="42" y="26"/>
                  <a:pt x="34" y="43"/>
                </a:cubicBezTo>
                <a:cubicBezTo>
                  <a:pt x="32" y="49"/>
                  <a:pt x="31" y="55"/>
                  <a:pt x="31" y="61"/>
                </a:cubicBezTo>
                <a:cubicBezTo>
                  <a:pt x="31" y="79"/>
                  <a:pt x="42" y="96"/>
                  <a:pt x="59" y="104"/>
                </a:cubicBezTo>
                <a:cubicBezTo>
                  <a:pt x="71" y="109"/>
                  <a:pt x="84" y="108"/>
                  <a:pt x="95" y="104"/>
                </a:cubicBezTo>
                <a:cubicBezTo>
                  <a:pt x="113" y="96"/>
                  <a:pt x="124" y="79"/>
                  <a:pt x="124" y="61"/>
                </a:cubicBezTo>
                <a:cubicBezTo>
                  <a:pt x="124" y="36"/>
                  <a:pt x="103" y="14"/>
                  <a:pt x="77" y="14"/>
                </a:cubicBezTo>
                <a:close/>
              </a:path>
            </a:pathLst>
          </a:custGeom>
          <a:solidFill>
            <a:srgbClr val="3F3B3A"/>
          </a:solidFill>
          <a:ln>
            <a:noFill/>
          </a:ln>
        </p:spPr>
        <p:txBody>
          <a:bodyPr vert="horz" wrap="square" lIns="91440" tIns="45720" rIns="91440" bIns="45720" numCol="1" anchor="t" anchorCtr="0" compatLnSpc="1"/>
          <a:lstStyle/>
          <a:p>
            <a:endParaRPr lang="zh-CN" altLang="en-US"/>
          </a:p>
        </p:txBody>
      </p:sp>
      <p:grpSp>
        <p:nvGrpSpPr>
          <p:cNvPr id="12"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854027" y="1609726"/>
            <a:ext cx="2483946" cy="798666"/>
            <a:chOff x="3373404" y="2539845"/>
            <a:chExt cx="5445192" cy="1750802"/>
          </a:xfrm>
        </p:grpSpPr>
        <p:sp>
          <p:nvSpPr>
            <p:cNvPr id="13"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72"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5"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6"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9"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flipH="1">
            <a:off x="0" y="0"/>
            <a:ext cx="12192000" cy="6858000"/>
          </a:xfrm>
          <a:prstGeom prst="rect">
            <a:avLst/>
          </a:prstGeom>
        </p:spPr>
      </p:pic>
      <p:sp>
        <p:nvSpPr>
          <p:cNvPr id="11" name="文本框 10"/>
          <p:cNvSpPr txBox="1"/>
          <p:nvPr/>
        </p:nvSpPr>
        <p:spPr>
          <a:xfrm>
            <a:off x="4932691" y="646665"/>
            <a:ext cx="1939304" cy="830997"/>
          </a:xfrm>
          <a:prstGeom prst="rect">
            <a:avLst/>
          </a:prstGeom>
          <a:noFill/>
        </p:spPr>
        <p:txBody>
          <a:bodyPr wrap="square" rtlCol="0">
            <a:spAutoFit/>
          </a:bodyPr>
          <a:lstStyle/>
          <a:p>
            <a:pPr algn="ctr"/>
            <a:r>
              <a:rPr lang="zh-CN" altLang="en-US" sz="4800" b="1" dirty="0">
                <a:solidFill>
                  <a:schemeClr val="tx1">
                    <a:lumMod val="65000"/>
                    <a:lumOff val="35000"/>
                  </a:schemeClr>
                </a:solidFill>
                <a:latin typeface="微软雅黑" panose="020B0503020204020204" pitchFamily="34" charset="-122"/>
                <a:ea typeface="微软雅黑" panose="020B0503020204020204" pitchFamily="34" charset="-122"/>
              </a:rPr>
              <a:t>目 录</a:t>
            </a:r>
            <a:endParaRPr lang="zh-CN" altLang="en-US" sz="4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098913" y="1334089"/>
            <a:ext cx="3994174" cy="461665"/>
          </a:xfrm>
          <a:prstGeom prst="rect">
            <a:avLst/>
          </a:prstGeom>
          <a:noFill/>
        </p:spPr>
        <p:txBody>
          <a:bodyPr wrap="square" rtlCol="0">
            <a:spAutoFit/>
          </a:bodyPr>
          <a:lstStyle/>
          <a:p>
            <a:pPr algn="dist"/>
            <a:r>
              <a:rPr lang="en-US" altLang="zh-CN" sz="2400" dirty="0">
                <a:solidFill>
                  <a:schemeClr val="bg1">
                    <a:lumMod val="65000"/>
                  </a:schemeClr>
                </a:solidFill>
                <a:ea typeface="微软雅黑" panose="020B0503020204020204" pitchFamily="34" charset="-122"/>
              </a:rPr>
              <a:t>CONTENTS</a:t>
            </a:r>
            <a:endParaRPr lang="zh-CN" altLang="en-US" sz="2400" dirty="0">
              <a:solidFill>
                <a:schemeClr val="bg1">
                  <a:lumMod val="65000"/>
                </a:schemeClr>
              </a:solidFill>
              <a:ea typeface="微软雅黑" panose="020B0503020204020204" pitchFamily="34" charset="-122"/>
            </a:endParaRPr>
          </a:p>
        </p:txBody>
      </p:sp>
      <p:sp>
        <p:nvSpPr>
          <p:cNvPr id="13" name="graduation-cap_16905"/>
          <p:cNvSpPr>
            <a:spLocks noChangeAspect="1"/>
          </p:cNvSpPr>
          <p:nvPr/>
        </p:nvSpPr>
        <p:spPr bwMode="auto">
          <a:xfrm>
            <a:off x="6800246" y="1062163"/>
            <a:ext cx="565113" cy="337985"/>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rgbClr val="28292E"/>
          </a:solidFill>
          <a:ln>
            <a:noFill/>
          </a:ln>
        </p:spPr>
      </p:sp>
      <p:sp>
        <p:nvSpPr>
          <p:cNvPr id="14" name="椭圆 13"/>
          <p:cNvSpPr/>
          <p:nvPr/>
        </p:nvSpPr>
        <p:spPr>
          <a:xfrm>
            <a:off x="1889529" y="3157678"/>
            <a:ext cx="540603" cy="540603"/>
          </a:xfrm>
          <a:prstGeom prst="ellipse">
            <a:avLst/>
          </a:prstGeom>
          <a:solidFill>
            <a:srgbClr val="282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5" name="椭圆 14"/>
          <p:cNvSpPr/>
          <p:nvPr/>
        </p:nvSpPr>
        <p:spPr>
          <a:xfrm>
            <a:off x="1889529" y="4593402"/>
            <a:ext cx="540603" cy="54060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6" name="椭圆 15"/>
          <p:cNvSpPr/>
          <p:nvPr/>
        </p:nvSpPr>
        <p:spPr>
          <a:xfrm>
            <a:off x="6626629" y="3177886"/>
            <a:ext cx="540603" cy="54060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7" name="椭圆 16"/>
          <p:cNvSpPr/>
          <p:nvPr/>
        </p:nvSpPr>
        <p:spPr>
          <a:xfrm>
            <a:off x="6626629" y="4613610"/>
            <a:ext cx="540603" cy="540603"/>
          </a:xfrm>
          <a:prstGeom prst="ellipse">
            <a:avLst/>
          </a:prstGeom>
          <a:solidFill>
            <a:srgbClr val="282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18" name="组合 17"/>
          <p:cNvGrpSpPr/>
          <p:nvPr/>
        </p:nvGrpSpPr>
        <p:grpSpPr>
          <a:xfrm>
            <a:off x="2626496" y="3187989"/>
            <a:ext cx="3152004" cy="605711"/>
            <a:chOff x="6780890" y="2257597"/>
            <a:chExt cx="3152004" cy="605711"/>
          </a:xfrm>
        </p:grpSpPr>
        <p:sp>
          <p:nvSpPr>
            <p:cNvPr id="19" name="文本框 18"/>
            <p:cNvSpPr txBox="1"/>
            <p:nvPr/>
          </p:nvSpPr>
          <p:spPr>
            <a:xfrm>
              <a:off x="6780890" y="2257597"/>
              <a:ext cx="2339102" cy="461665"/>
            </a:xfrm>
            <a:prstGeom prst="rect">
              <a:avLst/>
            </a:prstGeom>
            <a:noFill/>
          </p:spPr>
          <p:txBody>
            <a:bodyPr wrap="none" rtlCol="0">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选题背景和意义</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6780890" y="2609392"/>
              <a:ext cx="3152004" cy="253916"/>
            </a:xfrm>
            <a:prstGeom prst="rect">
              <a:avLst/>
            </a:prstGeom>
          </p:spPr>
          <p:txBody>
            <a:bodyPr wrap="square">
              <a:spAutoFit/>
            </a:bodyPr>
            <a:lstStyle/>
            <a:p>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The background and significance of the topic</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21" name="组合 22"/>
          <p:cNvGrpSpPr/>
          <p:nvPr/>
        </p:nvGrpSpPr>
        <p:grpSpPr>
          <a:xfrm>
            <a:off x="2626496" y="4613609"/>
            <a:ext cx="3152004" cy="605711"/>
            <a:chOff x="6780890" y="2257597"/>
            <a:chExt cx="3152004" cy="605711"/>
          </a:xfrm>
        </p:grpSpPr>
        <p:sp>
          <p:nvSpPr>
            <p:cNvPr id="22" name="文本框 23"/>
            <p:cNvSpPr txBox="1"/>
            <p:nvPr/>
          </p:nvSpPr>
          <p:spPr>
            <a:xfrm>
              <a:off x="6780890" y="2257597"/>
              <a:ext cx="2339102" cy="461665"/>
            </a:xfrm>
            <a:prstGeom prst="rect">
              <a:avLst/>
            </a:prstGeom>
            <a:noFill/>
          </p:spPr>
          <p:txBody>
            <a:bodyPr wrap="none" rtlCol="0">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研究方法及过程</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3" name="矩形 24"/>
            <p:cNvSpPr/>
            <p:nvPr/>
          </p:nvSpPr>
          <p:spPr>
            <a:xfrm>
              <a:off x="6780890" y="2609392"/>
              <a:ext cx="3152004" cy="253916"/>
            </a:xfrm>
            <a:prstGeom prst="rect">
              <a:avLst/>
            </a:prstGeom>
          </p:spPr>
          <p:txBody>
            <a:bodyPr wrap="square">
              <a:spAutoFit/>
            </a:bodyPr>
            <a:lstStyle/>
            <a:p>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Research methods and processes</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24" name="组合 28"/>
          <p:cNvGrpSpPr/>
          <p:nvPr/>
        </p:nvGrpSpPr>
        <p:grpSpPr>
          <a:xfrm>
            <a:off x="7363596" y="3187989"/>
            <a:ext cx="3152004" cy="605711"/>
            <a:chOff x="6780890" y="2257597"/>
            <a:chExt cx="3152004" cy="605711"/>
          </a:xfrm>
        </p:grpSpPr>
        <p:sp>
          <p:nvSpPr>
            <p:cNvPr id="25" name="文本框 29"/>
            <p:cNvSpPr txBox="1"/>
            <p:nvPr/>
          </p:nvSpPr>
          <p:spPr>
            <a:xfrm>
              <a:off x="6780890" y="2257597"/>
              <a:ext cx="2339102" cy="461665"/>
            </a:xfrm>
            <a:prstGeom prst="rect">
              <a:avLst/>
            </a:prstGeom>
            <a:noFill/>
          </p:spPr>
          <p:txBody>
            <a:bodyPr wrap="none" rtlCol="0">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研究成果与应用</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6" name="矩形 30"/>
            <p:cNvSpPr/>
            <p:nvPr/>
          </p:nvSpPr>
          <p:spPr>
            <a:xfrm>
              <a:off x="6780890" y="2609392"/>
              <a:ext cx="3152004" cy="253916"/>
            </a:xfrm>
            <a:prstGeom prst="rect">
              <a:avLst/>
            </a:prstGeom>
          </p:spPr>
          <p:txBody>
            <a:bodyPr wrap="square">
              <a:spAutoFit/>
            </a:bodyPr>
            <a:lstStyle/>
            <a:p>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Research results and applications</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7363596" y="4613610"/>
            <a:ext cx="3152004" cy="605711"/>
            <a:chOff x="6780890" y="2257597"/>
            <a:chExt cx="3152004" cy="605711"/>
          </a:xfrm>
        </p:grpSpPr>
        <p:sp>
          <p:nvSpPr>
            <p:cNvPr id="28" name="文本框 27"/>
            <p:cNvSpPr txBox="1"/>
            <p:nvPr/>
          </p:nvSpPr>
          <p:spPr>
            <a:xfrm>
              <a:off x="6780890" y="2257597"/>
              <a:ext cx="2339102" cy="461665"/>
            </a:xfrm>
            <a:prstGeom prst="rect">
              <a:avLst/>
            </a:prstGeom>
            <a:noFill/>
          </p:spPr>
          <p:txBody>
            <a:bodyPr wrap="none" rtlCol="0">
              <a:spAutoFit/>
            </a:bodyPr>
            <a:lstStyle/>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论文归纳与总结</a:t>
              </a:r>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6780890" y="2609392"/>
              <a:ext cx="3152004" cy="253916"/>
            </a:xfrm>
            <a:prstGeom prst="rect">
              <a:avLst/>
            </a:prstGeom>
          </p:spPr>
          <p:txBody>
            <a:bodyPr wrap="square">
              <a:spAutoFit/>
            </a:bodyPr>
            <a:lstStyle/>
            <a:p>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The induction and summary of the thesis</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sp>
        <p:nvSpPr>
          <p:cNvPr id="30" name="Freeform: Shape 53"/>
          <p:cNvSpPr/>
          <p:nvPr/>
        </p:nvSpPr>
        <p:spPr>
          <a:xfrm>
            <a:off x="6814923" y="3339326"/>
            <a:ext cx="181003" cy="250121"/>
          </a:xfrm>
          <a:custGeom>
            <a:avLst/>
            <a:gdLst/>
            <a:ahLst/>
            <a:cxnLst>
              <a:cxn ang="0">
                <a:pos x="wd2" y="hd2"/>
              </a:cxn>
              <a:cxn ang="5400000">
                <a:pos x="wd2" y="hd2"/>
              </a:cxn>
              <a:cxn ang="10800000">
                <a:pos x="wd2" y="hd2"/>
              </a:cxn>
              <a:cxn ang="16200000">
                <a:pos x="wd2" y="hd2"/>
              </a:cxn>
            </a:cxnLst>
            <a:rect l="0" t="0" r="r" b="b"/>
            <a:pathLst>
              <a:path w="21565" h="21086" extrusionOk="0">
                <a:moveTo>
                  <a:pt x="21023" y="5250"/>
                </a:moveTo>
                <a:lnTo>
                  <a:pt x="7163" y="195"/>
                </a:lnTo>
                <a:cubicBezTo>
                  <a:pt x="5264" y="-514"/>
                  <a:pt x="1521" y="853"/>
                  <a:pt x="445" y="2057"/>
                </a:cubicBezTo>
                <a:cubicBezTo>
                  <a:pt x="-35" y="2595"/>
                  <a:pt x="0" y="2983"/>
                  <a:pt x="0" y="3203"/>
                </a:cubicBezTo>
                <a:lnTo>
                  <a:pt x="173" y="14619"/>
                </a:lnTo>
                <a:cubicBezTo>
                  <a:pt x="184" y="14862"/>
                  <a:pt x="614" y="15188"/>
                  <a:pt x="983" y="15348"/>
                </a:cubicBezTo>
                <a:cubicBezTo>
                  <a:pt x="1753" y="15682"/>
                  <a:pt x="13399" y="20826"/>
                  <a:pt x="13729" y="20972"/>
                </a:cubicBezTo>
                <a:cubicBezTo>
                  <a:pt x="13905" y="21051"/>
                  <a:pt x="14115" y="21086"/>
                  <a:pt x="14322" y="21086"/>
                </a:cubicBezTo>
                <a:cubicBezTo>
                  <a:pt x="14499" y="21086"/>
                  <a:pt x="14675" y="21058"/>
                  <a:pt x="14834" y="21002"/>
                </a:cubicBezTo>
                <a:cubicBezTo>
                  <a:pt x="15185" y="20881"/>
                  <a:pt x="15404" y="20645"/>
                  <a:pt x="15404" y="20388"/>
                </a:cubicBezTo>
                <a:lnTo>
                  <a:pt x="15404" y="8397"/>
                </a:lnTo>
                <a:cubicBezTo>
                  <a:pt x="15404" y="8148"/>
                  <a:pt x="15198" y="7917"/>
                  <a:pt x="14862" y="7792"/>
                </a:cubicBezTo>
                <a:lnTo>
                  <a:pt x="2263" y="2817"/>
                </a:lnTo>
                <a:cubicBezTo>
                  <a:pt x="2408" y="2620"/>
                  <a:pt x="2968" y="2205"/>
                  <a:pt x="3997" y="1825"/>
                </a:cubicBezTo>
                <a:cubicBezTo>
                  <a:pt x="5082" y="1422"/>
                  <a:pt x="5896" y="1574"/>
                  <a:pt x="6082" y="1625"/>
                </a:cubicBezTo>
                <a:cubicBezTo>
                  <a:pt x="6082" y="1625"/>
                  <a:pt x="18173" y="6203"/>
                  <a:pt x="18544" y="6339"/>
                </a:cubicBezTo>
                <a:cubicBezTo>
                  <a:pt x="18911" y="6476"/>
                  <a:pt x="18918" y="6495"/>
                  <a:pt x="18918" y="6729"/>
                </a:cubicBezTo>
                <a:cubicBezTo>
                  <a:pt x="18918" y="6961"/>
                  <a:pt x="18918" y="18107"/>
                  <a:pt x="18918" y="18107"/>
                </a:cubicBezTo>
                <a:cubicBezTo>
                  <a:pt x="18918" y="18674"/>
                  <a:pt x="19733" y="18906"/>
                  <a:pt x="20330" y="18906"/>
                </a:cubicBezTo>
                <a:cubicBezTo>
                  <a:pt x="20927" y="18906"/>
                  <a:pt x="21565" y="18493"/>
                  <a:pt x="21565" y="18107"/>
                </a:cubicBezTo>
                <a:lnTo>
                  <a:pt x="21565" y="5855"/>
                </a:lnTo>
                <a:cubicBezTo>
                  <a:pt x="21565" y="5605"/>
                  <a:pt x="21357" y="5375"/>
                  <a:pt x="21023" y="5250"/>
                </a:cubicBezTo>
                <a:close/>
              </a:path>
            </a:pathLst>
          </a:custGeom>
          <a:solidFill>
            <a:schemeClr val="bg1"/>
          </a:solidFill>
          <a:ln w="12700">
            <a:miter lim="400000"/>
          </a:ln>
        </p:spPr>
        <p:txBody>
          <a:bodyPr anchor="ctr"/>
          <a:lstStyle/>
          <a:p>
            <a:pPr algn="ctr"/>
            <a:endParaRPr>
              <a:solidFill>
                <a:schemeClr val="tx1">
                  <a:lumMod val="65000"/>
                  <a:lumOff val="35000"/>
                </a:schemeClr>
              </a:solidFill>
            </a:endParaRPr>
          </a:p>
        </p:txBody>
      </p:sp>
      <p:sp>
        <p:nvSpPr>
          <p:cNvPr id="31" name="Freeform: Shape 54"/>
          <p:cNvSpPr/>
          <p:nvPr/>
        </p:nvSpPr>
        <p:spPr>
          <a:xfrm>
            <a:off x="2051179" y="3321957"/>
            <a:ext cx="233965" cy="177812"/>
          </a:xfrm>
          <a:custGeom>
            <a:avLst/>
            <a:gdLst/>
            <a:ahLst/>
            <a:cxnLst>
              <a:cxn ang="0">
                <a:pos x="wd2" y="hd2"/>
              </a:cxn>
              <a:cxn ang="5400000">
                <a:pos x="wd2" y="hd2"/>
              </a:cxn>
              <a:cxn ang="10800000">
                <a:pos x="wd2" y="hd2"/>
              </a:cxn>
              <a:cxn ang="16200000">
                <a:pos x="wd2" y="hd2"/>
              </a:cxn>
            </a:cxnLst>
            <a:rect l="0" t="0" r="r" b="b"/>
            <a:pathLst>
              <a:path w="21254" h="21471" extrusionOk="0">
                <a:moveTo>
                  <a:pt x="18030" y="19454"/>
                </a:moveTo>
                <a:cubicBezTo>
                  <a:pt x="17963" y="19996"/>
                  <a:pt x="19394" y="20889"/>
                  <a:pt x="19531" y="19301"/>
                </a:cubicBezTo>
                <a:cubicBezTo>
                  <a:pt x="20145" y="12136"/>
                  <a:pt x="19088" y="10075"/>
                  <a:pt x="19088" y="10075"/>
                </a:cubicBezTo>
                <a:lnTo>
                  <a:pt x="17606" y="11177"/>
                </a:lnTo>
                <a:cubicBezTo>
                  <a:pt x="17606" y="11177"/>
                  <a:pt x="18863" y="12767"/>
                  <a:pt x="18030" y="19454"/>
                </a:cubicBezTo>
                <a:close/>
                <a:moveTo>
                  <a:pt x="20733" y="6972"/>
                </a:moveTo>
                <a:lnTo>
                  <a:pt x="11887" y="388"/>
                </a:lnTo>
                <a:cubicBezTo>
                  <a:pt x="11194" y="-129"/>
                  <a:pt x="10060" y="-129"/>
                  <a:pt x="9367" y="388"/>
                </a:cubicBezTo>
                <a:lnTo>
                  <a:pt x="519" y="6972"/>
                </a:lnTo>
                <a:cubicBezTo>
                  <a:pt x="-173" y="7489"/>
                  <a:pt x="-173" y="8333"/>
                  <a:pt x="519" y="8848"/>
                </a:cubicBezTo>
                <a:lnTo>
                  <a:pt x="9367" y="15434"/>
                </a:lnTo>
                <a:cubicBezTo>
                  <a:pt x="10060" y="15950"/>
                  <a:pt x="11194" y="15950"/>
                  <a:pt x="11887" y="15434"/>
                </a:cubicBezTo>
                <a:lnTo>
                  <a:pt x="17606" y="11177"/>
                </a:lnTo>
                <a:lnTo>
                  <a:pt x="11405" y="9246"/>
                </a:lnTo>
                <a:cubicBezTo>
                  <a:pt x="11166" y="9325"/>
                  <a:pt x="10902" y="9369"/>
                  <a:pt x="10627" y="9369"/>
                </a:cubicBezTo>
                <a:cubicBezTo>
                  <a:pt x="9510" y="9369"/>
                  <a:pt x="8604" y="8653"/>
                  <a:pt x="8604" y="7770"/>
                </a:cubicBezTo>
                <a:cubicBezTo>
                  <a:pt x="8604" y="6886"/>
                  <a:pt x="9510" y="6170"/>
                  <a:pt x="10627" y="6170"/>
                </a:cubicBezTo>
                <a:cubicBezTo>
                  <a:pt x="11495" y="6170"/>
                  <a:pt x="12232" y="6603"/>
                  <a:pt x="12520" y="7209"/>
                </a:cubicBezTo>
                <a:lnTo>
                  <a:pt x="19088" y="10075"/>
                </a:lnTo>
                <a:lnTo>
                  <a:pt x="20733" y="8848"/>
                </a:lnTo>
                <a:cubicBezTo>
                  <a:pt x="21427" y="8333"/>
                  <a:pt x="21427" y="7489"/>
                  <a:pt x="20733" y="6972"/>
                </a:cubicBezTo>
                <a:close/>
                <a:moveTo>
                  <a:pt x="3508" y="13898"/>
                </a:moveTo>
                <a:cubicBezTo>
                  <a:pt x="4002" y="16554"/>
                  <a:pt x="4628" y="17714"/>
                  <a:pt x="6720" y="18930"/>
                </a:cubicBezTo>
                <a:cubicBezTo>
                  <a:pt x="8812" y="20144"/>
                  <a:pt x="9807" y="21471"/>
                  <a:pt x="10627" y="21471"/>
                </a:cubicBezTo>
                <a:cubicBezTo>
                  <a:pt x="11447" y="21471"/>
                  <a:pt x="12378" y="20309"/>
                  <a:pt x="14470" y="19093"/>
                </a:cubicBezTo>
                <a:cubicBezTo>
                  <a:pt x="16562" y="17877"/>
                  <a:pt x="16004" y="17508"/>
                  <a:pt x="16497" y="14853"/>
                </a:cubicBezTo>
                <a:lnTo>
                  <a:pt x="10627" y="18646"/>
                </a:lnTo>
                <a:cubicBezTo>
                  <a:pt x="10627" y="18646"/>
                  <a:pt x="3508" y="13898"/>
                  <a:pt x="3508" y="13898"/>
                </a:cubicBezTo>
                <a:close/>
              </a:path>
            </a:pathLst>
          </a:custGeom>
          <a:solidFill>
            <a:schemeClr val="bg1"/>
          </a:solidFill>
          <a:ln w="12700">
            <a:miter lim="400000"/>
          </a:ln>
        </p:spPr>
        <p:txBody>
          <a:bodyPr anchor="ctr"/>
          <a:lstStyle/>
          <a:p>
            <a:pPr algn="ctr"/>
            <a:endParaRPr>
              <a:solidFill>
                <a:schemeClr val="tx1">
                  <a:lumMod val="65000"/>
                  <a:lumOff val="35000"/>
                </a:schemeClr>
              </a:solidFill>
            </a:endParaRPr>
          </a:p>
        </p:txBody>
      </p:sp>
      <p:sp>
        <p:nvSpPr>
          <p:cNvPr id="32" name="Freeform 324"/>
          <p:cNvSpPr>
            <a:spLocks noEditPoints="1"/>
          </p:cNvSpPr>
          <p:nvPr/>
        </p:nvSpPr>
        <p:spPr bwMode="auto">
          <a:xfrm>
            <a:off x="6797097" y="4760821"/>
            <a:ext cx="217528" cy="248345"/>
          </a:xfrm>
          <a:custGeom>
            <a:avLst/>
            <a:gdLst>
              <a:gd name="T0" fmla="*/ 18 w 160"/>
              <a:gd name="T1" fmla="*/ 0 h 183"/>
              <a:gd name="T2" fmla="*/ 102 w 160"/>
              <a:gd name="T3" fmla="*/ 0 h 183"/>
              <a:gd name="T4" fmla="*/ 107 w 160"/>
              <a:gd name="T5" fmla="*/ 2 h 183"/>
              <a:gd name="T6" fmla="*/ 158 w 160"/>
              <a:gd name="T7" fmla="*/ 53 h 183"/>
              <a:gd name="T8" fmla="*/ 160 w 160"/>
              <a:gd name="T9" fmla="*/ 58 h 183"/>
              <a:gd name="T10" fmla="*/ 160 w 160"/>
              <a:gd name="T11" fmla="*/ 58 h 183"/>
              <a:gd name="T12" fmla="*/ 160 w 160"/>
              <a:gd name="T13" fmla="*/ 164 h 183"/>
              <a:gd name="T14" fmla="*/ 154 w 160"/>
              <a:gd name="T15" fmla="*/ 178 h 183"/>
              <a:gd name="T16" fmla="*/ 154 w 160"/>
              <a:gd name="T17" fmla="*/ 178 h 183"/>
              <a:gd name="T18" fmla="*/ 154 w 160"/>
              <a:gd name="T19" fmla="*/ 178 h 183"/>
              <a:gd name="T20" fmla="*/ 141 w 160"/>
              <a:gd name="T21" fmla="*/ 183 h 183"/>
              <a:gd name="T22" fmla="*/ 18 w 160"/>
              <a:gd name="T23" fmla="*/ 183 h 183"/>
              <a:gd name="T24" fmla="*/ 5 w 160"/>
              <a:gd name="T25" fmla="*/ 178 h 183"/>
              <a:gd name="T26" fmla="*/ 5 w 160"/>
              <a:gd name="T27" fmla="*/ 178 h 183"/>
              <a:gd name="T28" fmla="*/ 0 w 160"/>
              <a:gd name="T29" fmla="*/ 164 h 183"/>
              <a:gd name="T30" fmla="*/ 0 w 160"/>
              <a:gd name="T31" fmla="*/ 19 h 183"/>
              <a:gd name="T32" fmla="*/ 5 w 160"/>
              <a:gd name="T33" fmla="*/ 5 h 183"/>
              <a:gd name="T34" fmla="*/ 18 w 160"/>
              <a:gd name="T35" fmla="*/ 0 h 183"/>
              <a:gd name="T36" fmla="*/ 146 w 160"/>
              <a:gd name="T37" fmla="*/ 62 h 183"/>
              <a:gd name="T38" fmla="*/ 146 w 160"/>
              <a:gd name="T39" fmla="*/ 62 h 183"/>
              <a:gd name="T40" fmla="*/ 114 w 160"/>
              <a:gd name="T41" fmla="*/ 62 h 183"/>
              <a:gd name="T42" fmla="*/ 102 w 160"/>
              <a:gd name="T43" fmla="*/ 57 h 183"/>
              <a:gd name="T44" fmla="*/ 102 w 160"/>
              <a:gd name="T45" fmla="*/ 57 h 183"/>
              <a:gd name="T46" fmla="*/ 98 w 160"/>
              <a:gd name="T47" fmla="*/ 46 h 183"/>
              <a:gd name="T48" fmla="*/ 98 w 160"/>
              <a:gd name="T49" fmla="*/ 14 h 183"/>
              <a:gd name="T50" fmla="*/ 18 w 160"/>
              <a:gd name="T51" fmla="*/ 14 h 183"/>
              <a:gd name="T52" fmla="*/ 15 w 160"/>
              <a:gd name="T53" fmla="*/ 15 h 183"/>
              <a:gd name="T54" fmla="*/ 14 w 160"/>
              <a:gd name="T55" fmla="*/ 19 h 183"/>
              <a:gd name="T56" fmla="*/ 14 w 160"/>
              <a:gd name="T57" fmla="*/ 164 h 183"/>
              <a:gd name="T58" fmla="*/ 15 w 160"/>
              <a:gd name="T59" fmla="*/ 168 h 183"/>
              <a:gd name="T60" fmla="*/ 15 w 160"/>
              <a:gd name="T61" fmla="*/ 168 h 183"/>
              <a:gd name="T62" fmla="*/ 18 w 160"/>
              <a:gd name="T63" fmla="*/ 169 h 183"/>
              <a:gd name="T64" fmla="*/ 141 w 160"/>
              <a:gd name="T65" fmla="*/ 169 h 183"/>
              <a:gd name="T66" fmla="*/ 144 w 160"/>
              <a:gd name="T67" fmla="*/ 168 h 183"/>
              <a:gd name="T68" fmla="*/ 145 w 160"/>
              <a:gd name="T69" fmla="*/ 168 h 183"/>
              <a:gd name="T70" fmla="*/ 146 w 160"/>
              <a:gd name="T71" fmla="*/ 164 h 183"/>
              <a:gd name="T72" fmla="*/ 146 w 160"/>
              <a:gd name="T73" fmla="*/ 62 h 183"/>
              <a:gd name="T74" fmla="*/ 139 w 160"/>
              <a:gd name="T75" fmla="*/ 54 h 183"/>
              <a:gd name="T76" fmla="*/ 139 w 160"/>
              <a:gd name="T77" fmla="*/ 54 h 183"/>
              <a:gd name="T78" fmla="*/ 106 w 160"/>
              <a:gd name="T79" fmla="*/ 21 h 183"/>
              <a:gd name="T80" fmla="*/ 106 w 160"/>
              <a:gd name="T81" fmla="*/ 46 h 183"/>
              <a:gd name="T82" fmla="*/ 108 w 160"/>
              <a:gd name="T83" fmla="*/ 51 h 183"/>
              <a:gd name="T84" fmla="*/ 108 w 160"/>
              <a:gd name="T85" fmla="*/ 51 h 183"/>
              <a:gd name="T86" fmla="*/ 114 w 160"/>
              <a:gd name="T87" fmla="*/ 54 h 183"/>
              <a:gd name="T88" fmla="*/ 139 w 160"/>
              <a:gd name="T89" fmla="*/ 54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0" h="183">
                <a:moveTo>
                  <a:pt x="18" y="0"/>
                </a:moveTo>
                <a:cubicBezTo>
                  <a:pt x="102" y="0"/>
                  <a:pt x="102" y="0"/>
                  <a:pt x="102" y="0"/>
                </a:cubicBezTo>
                <a:cubicBezTo>
                  <a:pt x="104" y="0"/>
                  <a:pt x="106" y="1"/>
                  <a:pt x="107" y="2"/>
                </a:cubicBezTo>
                <a:cubicBezTo>
                  <a:pt x="158" y="53"/>
                  <a:pt x="158" y="53"/>
                  <a:pt x="158" y="53"/>
                </a:cubicBezTo>
                <a:cubicBezTo>
                  <a:pt x="159" y="54"/>
                  <a:pt x="160" y="56"/>
                  <a:pt x="160" y="58"/>
                </a:cubicBezTo>
                <a:cubicBezTo>
                  <a:pt x="160" y="58"/>
                  <a:pt x="160" y="58"/>
                  <a:pt x="160" y="58"/>
                </a:cubicBezTo>
                <a:cubicBezTo>
                  <a:pt x="160" y="164"/>
                  <a:pt x="160" y="164"/>
                  <a:pt x="160" y="164"/>
                </a:cubicBezTo>
                <a:cubicBezTo>
                  <a:pt x="160" y="169"/>
                  <a:pt x="158" y="174"/>
                  <a:pt x="154" y="178"/>
                </a:cubicBezTo>
                <a:cubicBezTo>
                  <a:pt x="154" y="178"/>
                  <a:pt x="154" y="178"/>
                  <a:pt x="154" y="178"/>
                </a:cubicBezTo>
                <a:cubicBezTo>
                  <a:pt x="154" y="178"/>
                  <a:pt x="154" y="178"/>
                  <a:pt x="154" y="178"/>
                </a:cubicBezTo>
                <a:cubicBezTo>
                  <a:pt x="151" y="181"/>
                  <a:pt x="146" y="183"/>
                  <a:pt x="141" y="183"/>
                </a:cubicBezTo>
                <a:cubicBezTo>
                  <a:pt x="18" y="183"/>
                  <a:pt x="18" y="183"/>
                  <a:pt x="18" y="183"/>
                </a:cubicBezTo>
                <a:cubicBezTo>
                  <a:pt x="13" y="183"/>
                  <a:pt x="9" y="181"/>
                  <a:pt x="5" y="178"/>
                </a:cubicBezTo>
                <a:cubicBezTo>
                  <a:pt x="5" y="178"/>
                  <a:pt x="5" y="178"/>
                  <a:pt x="5" y="178"/>
                </a:cubicBezTo>
                <a:cubicBezTo>
                  <a:pt x="2" y="174"/>
                  <a:pt x="0" y="169"/>
                  <a:pt x="0" y="164"/>
                </a:cubicBezTo>
                <a:cubicBezTo>
                  <a:pt x="0" y="19"/>
                  <a:pt x="0" y="19"/>
                  <a:pt x="0" y="19"/>
                </a:cubicBezTo>
                <a:cubicBezTo>
                  <a:pt x="0" y="13"/>
                  <a:pt x="2" y="9"/>
                  <a:pt x="5" y="5"/>
                </a:cubicBezTo>
                <a:cubicBezTo>
                  <a:pt x="8" y="2"/>
                  <a:pt x="13" y="0"/>
                  <a:pt x="18" y="0"/>
                </a:cubicBezTo>
                <a:close/>
                <a:moveTo>
                  <a:pt x="146" y="62"/>
                </a:moveTo>
                <a:cubicBezTo>
                  <a:pt x="146" y="62"/>
                  <a:pt x="146" y="62"/>
                  <a:pt x="146" y="62"/>
                </a:cubicBezTo>
                <a:cubicBezTo>
                  <a:pt x="114" y="62"/>
                  <a:pt x="114" y="62"/>
                  <a:pt x="114" y="62"/>
                </a:cubicBezTo>
                <a:cubicBezTo>
                  <a:pt x="109" y="62"/>
                  <a:pt x="105" y="60"/>
                  <a:pt x="102" y="57"/>
                </a:cubicBezTo>
                <a:cubicBezTo>
                  <a:pt x="102" y="57"/>
                  <a:pt x="102" y="57"/>
                  <a:pt x="102" y="57"/>
                </a:cubicBezTo>
                <a:cubicBezTo>
                  <a:pt x="99" y="54"/>
                  <a:pt x="98" y="50"/>
                  <a:pt x="98" y="46"/>
                </a:cubicBezTo>
                <a:cubicBezTo>
                  <a:pt x="98" y="14"/>
                  <a:pt x="98" y="14"/>
                  <a:pt x="98" y="14"/>
                </a:cubicBezTo>
                <a:cubicBezTo>
                  <a:pt x="18" y="14"/>
                  <a:pt x="18" y="14"/>
                  <a:pt x="18" y="14"/>
                </a:cubicBezTo>
                <a:cubicBezTo>
                  <a:pt x="17" y="14"/>
                  <a:pt x="16" y="14"/>
                  <a:pt x="15" y="15"/>
                </a:cubicBezTo>
                <a:cubicBezTo>
                  <a:pt x="14" y="16"/>
                  <a:pt x="14" y="17"/>
                  <a:pt x="14" y="19"/>
                </a:cubicBezTo>
                <a:cubicBezTo>
                  <a:pt x="14" y="164"/>
                  <a:pt x="14" y="164"/>
                  <a:pt x="14" y="164"/>
                </a:cubicBezTo>
                <a:cubicBezTo>
                  <a:pt x="14" y="166"/>
                  <a:pt x="14" y="167"/>
                  <a:pt x="15" y="168"/>
                </a:cubicBezTo>
                <a:cubicBezTo>
                  <a:pt x="15" y="168"/>
                  <a:pt x="15" y="168"/>
                  <a:pt x="15" y="168"/>
                </a:cubicBezTo>
                <a:cubicBezTo>
                  <a:pt x="16" y="168"/>
                  <a:pt x="17" y="169"/>
                  <a:pt x="18" y="169"/>
                </a:cubicBezTo>
                <a:cubicBezTo>
                  <a:pt x="141" y="169"/>
                  <a:pt x="141" y="169"/>
                  <a:pt x="141" y="169"/>
                </a:cubicBezTo>
                <a:cubicBezTo>
                  <a:pt x="142" y="169"/>
                  <a:pt x="144" y="168"/>
                  <a:pt x="144" y="168"/>
                </a:cubicBezTo>
                <a:cubicBezTo>
                  <a:pt x="145" y="168"/>
                  <a:pt x="145" y="168"/>
                  <a:pt x="145" y="168"/>
                </a:cubicBezTo>
                <a:cubicBezTo>
                  <a:pt x="145" y="167"/>
                  <a:pt x="146" y="166"/>
                  <a:pt x="146" y="164"/>
                </a:cubicBezTo>
                <a:cubicBezTo>
                  <a:pt x="146" y="62"/>
                  <a:pt x="146" y="62"/>
                  <a:pt x="146" y="62"/>
                </a:cubicBezTo>
                <a:close/>
                <a:moveTo>
                  <a:pt x="139" y="54"/>
                </a:moveTo>
                <a:cubicBezTo>
                  <a:pt x="139" y="54"/>
                  <a:pt x="139" y="54"/>
                  <a:pt x="139" y="54"/>
                </a:cubicBezTo>
                <a:cubicBezTo>
                  <a:pt x="106" y="21"/>
                  <a:pt x="106" y="21"/>
                  <a:pt x="106" y="21"/>
                </a:cubicBezTo>
                <a:cubicBezTo>
                  <a:pt x="106" y="46"/>
                  <a:pt x="106" y="46"/>
                  <a:pt x="106" y="46"/>
                </a:cubicBezTo>
                <a:cubicBezTo>
                  <a:pt x="106" y="48"/>
                  <a:pt x="107" y="50"/>
                  <a:pt x="108" y="51"/>
                </a:cubicBezTo>
                <a:cubicBezTo>
                  <a:pt x="108" y="51"/>
                  <a:pt x="108" y="51"/>
                  <a:pt x="108" y="51"/>
                </a:cubicBezTo>
                <a:cubicBezTo>
                  <a:pt x="110" y="53"/>
                  <a:pt x="112" y="54"/>
                  <a:pt x="114" y="54"/>
                </a:cubicBezTo>
                <a:cubicBezTo>
                  <a:pt x="139" y="54"/>
                  <a:pt x="139" y="54"/>
                  <a:pt x="139" y="54"/>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sp>
        <p:nvSpPr>
          <p:cNvPr id="33" name="Freeform 328"/>
          <p:cNvSpPr>
            <a:spLocks noEditPoints="1"/>
          </p:cNvSpPr>
          <p:nvPr/>
        </p:nvSpPr>
        <p:spPr bwMode="auto">
          <a:xfrm>
            <a:off x="2055585" y="4749358"/>
            <a:ext cx="217527" cy="255596"/>
          </a:xfrm>
          <a:custGeom>
            <a:avLst/>
            <a:gdLst>
              <a:gd name="T0" fmla="*/ 32 w 160"/>
              <a:gd name="T1" fmla="*/ 111 h 188"/>
              <a:gd name="T2" fmla="*/ 46 w 160"/>
              <a:gd name="T3" fmla="*/ 111 h 188"/>
              <a:gd name="T4" fmla="*/ 39 w 160"/>
              <a:gd name="T5" fmla="*/ 134 h 188"/>
              <a:gd name="T6" fmla="*/ 32 w 160"/>
              <a:gd name="T7" fmla="*/ 141 h 188"/>
              <a:gd name="T8" fmla="*/ 46 w 160"/>
              <a:gd name="T9" fmla="*/ 141 h 188"/>
              <a:gd name="T10" fmla="*/ 39 w 160"/>
              <a:gd name="T11" fmla="*/ 74 h 188"/>
              <a:gd name="T12" fmla="*/ 32 w 160"/>
              <a:gd name="T13" fmla="*/ 81 h 188"/>
              <a:gd name="T14" fmla="*/ 46 w 160"/>
              <a:gd name="T15" fmla="*/ 81 h 188"/>
              <a:gd name="T16" fmla="*/ 121 w 160"/>
              <a:gd name="T17" fmla="*/ 77 h 188"/>
              <a:gd name="T18" fmla="*/ 60 w 160"/>
              <a:gd name="T19" fmla="*/ 77 h 188"/>
              <a:gd name="T20" fmla="*/ 60 w 160"/>
              <a:gd name="T21" fmla="*/ 86 h 188"/>
              <a:gd name="T22" fmla="*/ 126 w 160"/>
              <a:gd name="T23" fmla="*/ 81 h 188"/>
              <a:gd name="T24" fmla="*/ 153 w 160"/>
              <a:gd name="T25" fmla="*/ 30 h 188"/>
              <a:gd name="T26" fmla="*/ 134 w 160"/>
              <a:gd name="T27" fmla="*/ 30 h 188"/>
              <a:gd name="T28" fmla="*/ 130 w 160"/>
              <a:gd name="T29" fmla="*/ 22 h 188"/>
              <a:gd name="T30" fmla="*/ 100 w 160"/>
              <a:gd name="T31" fmla="*/ 9 h 188"/>
              <a:gd name="T32" fmla="*/ 80 w 160"/>
              <a:gd name="T33" fmla="*/ 0 h 188"/>
              <a:gd name="T34" fmla="*/ 53 w 160"/>
              <a:gd name="T35" fmla="*/ 22 h 188"/>
              <a:gd name="T36" fmla="*/ 27 w 160"/>
              <a:gd name="T37" fmla="*/ 26 h 188"/>
              <a:gd name="T38" fmla="*/ 7 w 160"/>
              <a:gd name="T39" fmla="*/ 30 h 188"/>
              <a:gd name="T40" fmla="*/ 0 w 160"/>
              <a:gd name="T41" fmla="*/ 181 h 188"/>
              <a:gd name="T42" fmla="*/ 153 w 160"/>
              <a:gd name="T43" fmla="*/ 188 h 188"/>
              <a:gd name="T44" fmla="*/ 160 w 160"/>
              <a:gd name="T45" fmla="*/ 37 h 188"/>
              <a:gd name="T46" fmla="*/ 67 w 160"/>
              <a:gd name="T47" fmla="*/ 15 h 188"/>
              <a:gd name="T48" fmla="*/ 80 w 160"/>
              <a:gd name="T49" fmla="*/ 9 h 188"/>
              <a:gd name="T50" fmla="*/ 94 w 160"/>
              <a:gd name="T51" fmla="*/ 15 h 188"/>
              <a:gd name="T52" fmla="*/ 62 w 160"/>
              <a:gd name="T53" fmla="*/ 22 h 188"/>
              <a:gd name="T54" fmla="*/ 35 w 160"/>
              <a:gd name="T55" fmla="*/ 30 h 188"/>
              <a:gd name="T56" fmla="*/ 126 w 160"/>
              <a:gd name="T57" fmla="*/ 30 h 188"/>
              <a:gd name="T58" fmla="*/ 35 w 160"/>
              <a:gd name="T59" fmla="*/ 43 h 188"/>
              <a:gd name="T60" fmla="*/ 146 w 160"/>
              <a:gd name="T61" fmla="*/ 174 h 188"/>
              <a:gd name="T62" fmla="*/ 14 w 160"/>
              <a:gd name="T63" fmla="*/ 174 h 188"/>
              <a:gd name="T64" fmla="*/ 27 w 160"/>
              <a:gd name="T65" fmla="*/ 44 h 188"/>
              <a:gd name="T66" fmla="*/ 31 w 160"/>
              <a:gd name="T67" fmla="*/ 52 h 188"/>
              <a:gd name="T68" fmla="*/ 134 w 160"/>
              <a:gd name="T69" fmla="*/ 48 h 188"/>
              <a:gd name="T70" fmla="*/ 146 w 160"/>
              <a:gd name="T71" fmla="*/ 44 h 188"/>
              <a:gd name="T72" fmla="*/ 121 w 160"/>
              <a:gd name="T73" fmla="*/ 137 h 188"/>
              <a:gd name="T74" fmla="*/ 60 w 160"/>
              <a:gd name="T75" fmla="*/ 137 h 188"/>
              <a:gd name="T76" fmla="*/ 60 w 160"/>
              <a:gd name="T77" fmla="*/ 145 h 188"/>
              <a:gd name="T78" fmla="*/ 126 w 160"/>
              <a:gd name="T79" fmla="*/ 141 h 188"/>
              <a:gd name="T80" fmla="*/ 121 w 160"/>
              <a:gd name="T81" fmla="*/ 107 h 188"/>
              <a:gd name="T82" fmla="*/ 60 w 160"/>
              <a:gd name="T83" fmla="*/ 107 h 188"/>
              <a:gd name="T84" fmla="*/ 60 w 160"/>
              <a:gd name="T85" fmla="*/ 115 h 188"/>
              <a:gd name="T86" fmla="*/ 126 w 160"/>
              <a:gd name="T87" fmla="*/ 111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88">
                <a:moveTo>
                  <a:pt x="39" y="104"/>
                </a:moveTo>
                <a:cubicBezTo>
                  <a:pt x="35" y="104"/>
                  <a:pt x="32" y="107"/>
                  <a:pt x="32" y="111"/>
                </a:cubicBezTo>
                <a:cubicBezTo>
                  <a:pt x="32" y="115"/>
                  <a:pt x="35" y="118"/>
                  <a:pt x="39" y="118"/>
                </a:cubicBezTo>
                <a:cubicBezTo>
                  <a:pt x="43" y="118"/>
                  <a:pt x="46" y="115"/>
                  <a:pt x="46" y="111"/>
                </a:cubicBezTo>
                <a:cubicBezTo>
                  <a:pt x="46" y="107"/>
                  <a:pt x="43" y="104"/>
                  <a:pt x="39" y="104"/>
                </a:cubicBezTo>
                <a:close/>
                <a:moveTo>
                  <a:pt x="39" y="134"/>
                </a:moveTo>
                <a:cubicBezTo>
                  <a:pt x="39" y="134"/>
                  <a:pt x="39" y="134"/>
                  <a:pt x="39" y="134"/>
                </a:cubicBezTo>
                <a:cubicBezTo>
                  <a:pt x="35" y="134"/>
                  <a:pt x="32" y="137"/>
                  <a:pt x="32" y="141"/>
                </a:cubicBezTo>
                <a:cubicBezTo>
                  <a:pt x="32" y="145"/>
                  <a:pt x="35" y="148"/>
                  <a:pt x="39" y="148"/>
                </a:cubicBezTo>
                <a:cubicBezTo>
                  <a:pt x="43" y="148"/>
                  <a:pt x="46" y="145"/>
                  <a:pt x="46" y="141"/>
                </a:cubicBezTo>
                <a:cubicBezTo>
                  <a:pt x="46" y="137"/>
                  <a:pt x="43" y="134"/>
                  <a:pt x="39" y="134"/>
                </a:cubicBezTo>
                <a:close/>
                <a:moveTo>
                  <a:pt x="39" y="74"/>
                </a:moveTo>
                <a:cubicBezTo>
                  <a:pt x="39" y="74"/>
                  <a:pt x="39" y="74"/>
                  <a:pt x="39" y="74"/>
                </a:cubicBezTo>
                <a:cubicBezTo>
                  <a:pt x="35" y="74"/>
                  <a:pt x="32" y="77"/>
                  <a:pt x="32" y="81"/>
                </a:cubicBezTo>
                <a:cubicBezTo>
                  <a:pt x="32" y="85"/>
                  <a:pt x="35" y="88"/>
                  <a:pt x="39" y="88"/>
                </a:cubicBezTo>
                <a:cubicBezTo>
                  <a:pt x="43" y="88"/>
                  <a:pt x="46" y="85"/>
                  <a:pt x="46" y="81"/>
                </a:cubicBezTo>
                <a:cubicBezTo>
                  <a:pt x="46" y="77"/>
                  <a:pt x="43" y="74"/>
                  <a:pt x="39" y="74"/>
                </a:cubicBezTo>
                <a:close/>
                <a:moveTo>
                  <a:pt x="121" y="77"/>
                </a:moveTo>
                <a:cubicBezTo>
                  <a:pt x="121" y="77"/>
                  <a:pt x="121" y="77"/>
                  <a:pt x="121" y="77"/>
                </a:cubicBezTo>
                <a:cubicBezTo>
                  <a:pt x="60" y="77"/>
                  <a:pt x="60" y="77"/>
                  <a:pt x="60" y="77"/>
                </a:cubicBezTo>
                <a:cubicBezTo>
                  <a:pt x="58" y="77"/>
                  <a:pt x="56" y="79"/>
                  <a:pt x="56" y="81"/>
                </a:cubicBezTo>
                <a:cubicBezTo>
                  <a:pt x="56" y="84"/>
                  <a:pt x="58" y="86"/>
                  <a:pt x="60" y="86"/>
                </a:cubicBezTo>
                <a:cubicBezTo>
                  <a:pt x="121" y="86"/>
                  <a:pt x="121" y="86"/>
                  <a:pt x="121" y="86"/>
                </a:cubicBezTo>
                <a:cubicBezTo>
                  <a:pt x="124" y="86"/>
                  <a:pt x="126" y="84"/>
                  <a:pt x="126" y="81"/>
                </a:cubicBezTo>
                <a:cubicBezTo>
                  <a:pt x="126" y="79"/>
                  <a:pt x="124" y="77"/>
                  <a:pt x="121" y="77"/>
                </a:cubicBezTo>
                <a:close/>
                <a:moveTo>
                  <a:pt x="153" y="30"/>
                </a:moveTo>
                <a:cubicBezTo>
                  <a:pt x="153" y="30"/>
                  <a:pt x="153" y="30"/>
                  <a:pt x="153" y="30"/>
                </a:cubicBezTo>
                <a:cubicBezTo>
                  <a:pt x="134" y="30"/>
                  <a:pt x="134" y="30"/>
                  <a:pt x="134" y="30"/>
                </a:cubicBezTo>
                <a:cubicBezTo>
                  <a:pt x="134" y="26"/>
                  <a:pt x="134" y="26"/>
                  <a:pt x="134" y="26"/>
                </a:cubicBezTo>
                <a:cubicBezTo>
                  <a:pt x="134" y="24"/>
                  <a:pt x="132" y="22"/>
                  <a:pt x="130" y="22"/>
                </a:cubicBezTo>
                <a:cubicBezTo>
                  <a:pt x="107" y="22"/>
                  <a:pt x="107" y="22"/>
                  <a:pt x="107" y="22"/>
                </a:cubicBezTo>
                <a:cubicBezTo>
                  <a:pt x="106" y="17"/>
                  <a:pt x="103" y="12"/>
                  <a:pt x="100" y="9"/>
                </a:cubicBezTo>
                <a:cubicBezTo>
                  <a:pt x="95" y="4"/>
                  <a:pt x="88" y="0"/>
                  <a:pt x="80" y="0"/>
                </a:cubicBezTo>
                <a:cubicBezTo>
                  <a:pt x="80" y="0"/>
                  <a:pt x="80" y="0"/>
                  <a:pt x="80" y="0"/>
                </a:cubicBezTo>
                <a:cubicBezTo>
                  <a:pt x="73" y="0"/>
                  <a:pt x="66" y="4"/>
                  <a:pt x="61" y="9"/>
                </a:cubicBezTo>
                <a:cubicBezTo>
                  <a:pt x="57" y="12"/>
                  <a:pt x="55" y="17"/>
                  <a:pt x="53" y="22"/>
                </a:cubicBezTo>
                <a:cubicBezTo>
                  <a:pt x="31" y="22"/>
                  <a:pt x="31" y="22"/>
                  <a:pt x="31" y="22"/>
                </a:cubicBezTo>
                <a:cubicBezTo>
                  <a:pt x="28" y="22"/>
                  <a:pt x="27" y="24"/>
                  <a:pt x="27" y="26"/>
                </a:cubicBezTo>
                <a:cubicBezTo>
                  <a:pt x="27" y="30"/>
                  <a:pt x="27" y="30"/>
                  <a:pt x="27" y="30"/>
                </a:cubicBezTo>
                <a:cubicBezTo>
                  <a:pt x="7" y="30"/>
                  <a:pt x="7" y="30"/>
                  <a:pt x="7" y="30"/>
                </a:cubicBezTo>
                <a:cubicBezTo>
                  <a:pt x="3" y="30"/>
                  <a:pt x="0" y="33"/>
                  <a:pt x="0" y="37"/>
                </a:cubicBezTo>
                <a:cubicBezTo>
                  <a:pt x="0" y="181"/>
                  <a:pt x="0" y="181"/>
                  <a:pt x="0" y="181"/>
                </a:cubicBezTo>
                <a:cubicBezTo>
                  <a:pt x="0" y="185"/>
                  <a:pt x="3" y="188"/>
                  <a:pt x="7" y="188"/>
                </a:cubicBezTo>
                <a:cubicBezTo>
                  <a:pt x="153" y="188"/>
                  <a:pt x="153" y="188"/>
                  <a:pt x="153" y="188"/>
                </a:cubicBezTo>
                <a:cubicBezTo>
                  <a:pt x="157" y="188"/>
                  <a:pt x="160" y="185"/>
                  <a:pt x="160" y="181"/>
                </a:cubicBezTo>
                <a:cubicBezTo>
                  <a:pt x="160" y="37"/>
                  <a:pt x="160" y="37"/>
                  <a:pt x="160" y="37"/>
                </a:cubicBezTo>
                <a:cubicBezTo>
                  <a:pt x="160" y="33"/>
                  <a:pt x="157" y="30"/>
                  <a:pt x="153" y="30"/>
                </a:cubicBezTo>
                <a:close/>
                <a:moveTo>
                  <a:pt x="67" y="15"/>
                </a:moveTo>
                <a:cubicBezTo>
                  <a:pt x="67" y="15"/>
                  <a:pt x="67" y="15"/>
                  <a:pt x="67" y="15"/>
                </a:cubicBezTo>
                <a:cubicBezTo>
                  <a:pt x="70" y="11"/>
                  <a:pt x="75" y="9"/>
                  <a:pt x="80" y="9"/>
                </a:cubicBezTo>
                <a:cubicBezTo>
                  <a:pt x="80" y="9"/>
                  <a:pt x="80" y="9"/>
                  <a:pt x="80" y="9"/>
                </a:cubicBezTo>
                <a:cubicBezTo>
                  <a:pt x="86" y="9"/>
                  <a:pt x="90" y="11"/>
                  <a:pt x="94" y="15"/>
                </a:cubicBezTo>
                <a:cubicBezTo>
                  <a:pt x="96" y="17"/>
                  <a:pt x="97" y="19"/>
                  <a:pt x="98" y="22"/>
                </a:cubicBezTo>
                <a:cubicBezTo>
                  <a:pt x="62" y="22"/>
                  <a:pt x="62" y="22"/>
                  <a:pt x="62" y="22"/>
                </a:cubicBezTo>
                <a:cubicBezTo>
                  <a:pt x="63" y="19"/>
                  <a:pt x="65" y="17"/>
                  <a:pt x="67" y="15"/>
                </a:cubicBezTo>
                <a:close/>
                <a:moveTo>
                  <a:pt x="35" y="30"/>
                </a:moveTo>
                <a:cubicBezTo>
                  <a:pt x="35" y="30"/>
                  <a:pt x="35" y="30"/>
                  <a:pt x="35" y="30"/>
                </a:cubicBezTo>
                <a:cubicBezTo>
                  <a:pt x="126" y="30"/>
                  <a:pt x="126" y="30"/>
                  <a:pt x="126" y="30"/>
                </a:cubicBezTo>
                <a:cubicBezTo>
                  <a:pt x="126" y="43"/>
                  <a:pt x="126" y="43"/>
                  <a:pt x="126" y="43"/>
                </a:cubicBezTo>
                <a:cubicBezTo>
                  <a:pt x="35" y="43"/>
                  <a:pt x="35" y="43"/>
                  <a:pt x="35" y="43"/>
                </a:cubicBezTo>
                <a:cubicBezTo>
                  <a:pt x="35" y="30"/>
                  <a:pt x="35" y="30"/>
                  <a:pt x="35" y="30"/>
                </a:cubicBezTo>
                <a:close/>
                <a:moveTo>
                  <a:pt x="146" y="174"/>
                </a:moveTo>
                <a:cubicBezTo>
                  <a:pt x="146" y="174"/>
                  <a:pt x="146" y="174"/>
                  <a:pt x="146" y="174"/>
                </a:cubicBezTo>
                <a:cubicBezTo>
                  <a:pt x="14" y="174"/>
                  <a:pt x="14" y="174"/>
                  <a:pt x="14" y="174"/>
                </a:cubicBezTo>
                <a:cubicBezTo>
                  <a:pt x="14" y="44"/>
                  <a:pt x="14" y="44"/>
                  <a:pt x="14" y="44"/>
                </a:cubicBezTo>
                <a:cubicBezTo>
                  <a:pt x="27" y="44"/>
                  <a:pt x="27" y="44"/>
                  <a:pt x="27" y="44"/>
                </a:cubicBezTo>
                <a:cubicBezTo>
                  <a:pt x="27" y="48"/>
                  <a:pt x="27" y="48"/>
                  <a:pt x="27" y="48"/>
                </a:cubicBezTo>
                <a:cubicBezTo>
                  <a:pt x="27" y="50"/>
                  <a:pt x="28" y="52"/>
                  <a:pt x="31" y="52"/>
                </a:cubicBezTo>
                <a:cubicBezTo>
                  <a:pt x="130" y="52"/>
                  <a:pt x="130" y="52"/>
                  <a:pt x="130" y="52"/>
                </a:cubicBezTo>
                <a:cubicBezTo>
                  <a:pt x="132" y="52"/>
                  <a:pt x="134" y="50"/>
                  <a:pt x="134" y="48"/>
                </a:cubicBezTo>
                <a:cubicBezTo>
                  <a:pt x="134" y="44"/>
                  <a:pt x="134" y="44"/>
                  <a:pt x="134" y="44"/>
                </a:cubicBezTo>
                <a:cubicBezTo>
                  <a:pt x="146" y="44"/>
                  <a:pt x="146" y="44"/>
                  <a:pt x="146" y="44"/>
                </a:cubicBezTo>
                <a:cubicBezTo>
                  <a:pt x="146" y="174"/>
                  <a:pt x="146" y="174"/>
                  <a:pt x="146" y="174"/>
                </a:cubicBezTo>
                <a:close/>
                <a:moveTo>
                  <a:pt x="121" y="137"/>
                </a:moveTo>
                <a:cubicBezTo>
                  <a:pt x="121" y="137"/>
                  <a:pt x="121" y="137"/>
                  <a:pt x="121" y="137"/>
                </a:cubicBezTo>
                <a:cubicBezTo>
                  <a:pt x="60" y="137"/>
                  <a:pt x="60" y="137"/>
                  <a:pt x="60" y="137"/>
                </a:cubicBezTo>
                <a:cubicBezTo>
                  <a:pt x="58" y="137"/>
                  <a:pt x="56" y="139"/>
                  <a:pt x="56" y="141"/>
                </a:cubicBezTo>
                <a:cubicBezTo>
                  <a:pt x="56" y="143"/>
                  <a:pt x="58" y="145"/>
                  <a:pt x="60" y="145"/>
                </a:cubicBezTo>
                <a:cubicBezTo>
                  <a:pt x="121" y="145"/>
                  <a:pt x="121" y="145"/>
                  <a:pt x="121" y="145"/>
                </a:cubicBezTo>
                <a:cubicBezTo>
                  <a:pt x="124" y="145"/>
                  <a:pt x="126" y="143"/>
                  <a:pt x="126" y="141"/>
                </a:cubicBezTo>
                <a:cubicBezTo>
                  <a:pt x="126" y="139"/>
                  <a:pt x="124" y="137"/>
                  <a:pt x="121" y="137"/>
                </a:cubicBezTo>
                <a:close/>
                <a:moveTo>
                  <a:pt x="121" y="107"/>
                </a:moveTo>
                <a:cubicBezTo>
                  <a:pt x="121" y="107"/>
                  <a:pt x="121" y="107"/>
                  <a:pt x="121" y="107"/>
                </a:cubicBezTo>
                <a:cubicBezTo>
                  <a:pt x="60" y="107"/>
                  <a:pt x="60" y="107"/>
                  <a:pt x="60" y="107"/>
                </a:cubicBezTo>
                <a:cubicBezTo>
                  <a:pt x="58" y="107"/>
                  <a:pt x="56" y="109"/>
                  <a:pt x="56" y="111"/>
                </a:cubicBezTo>
                <a:cubicBezTo>
                  <a:pt x="56" y="113"/>
                  <a:pt x="58" y="115"/>
                  <a:pt x="60" y="115"/>
                </a:cubicBezTo>
                <a:cubicBezTo>
                  <a:pt x="121" y="115"/>
                  <a:pt x="121" y="115"/>
                  <a:pt x="121" y="115"/>
                </a:cubicBezTo>
                <a:cubicBezTo>
                  <a:pt x="124" y="115"/>
                  <a:pt x="126" y="113"/>
                  <a:pt x="126" y="111"/>
                </a:cubicBezTo>
                <a:cubicBezTo>
                  <a:pt x="126" y="109"/>
                  <a:pt x="124" y="107"/>
                  <a:pt x="121" y="107"/>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Rectangle 20"/>
          <p:cNvSpPr/>
          <p:nvPr/>
        </p:nvSpPr>
        <p:spPr>
          <a:xfrm>
            <a:off x="3124202" y="4334530"/>
            <a:ext cx="5943598" cy="600164"/>
          </a:xfrm>
          <a:prstGeom prst="rect">
            <a:avLst/>
          </a:prstGeom>
        </p:spPr>
        <p:txBody>
          <a:bodyPr wrap="square">
            <a:spAutoFit/>
          </a:bodyPr>
          <a:lstStyle/>
          <a:p>
            <a:pPr algn="ctr"/>
            <a:r>
              <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 An action plan with executable, actionable and creative ideas can effectively enhance the company's reputation and brand reputation.</a:t>
            </a:r>
            <a:endPar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grpSp>
        <p:nvGrpSpPr>
          <p:cNvPr id="5"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854027" y="1609726"/>
            <a:ext cx="2483946" cy="798666"/>
            <a:chOff x="3373404" y="2539845"/>
            <a:chExt cx="5445192" cy="1750802"/>
          </a:xfrm>
        </p:grpSpPr>
        <p:sp>
          <p:nvSpPr>
            <p:cNvPr id="6"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65"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8"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9"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2"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02" name="文本框 101"/>
          <p:cNvSpPr txBox="1"/>
          <p:nvPr/>
        </p:nvSpPr>
        <p:spPr>
          <a:xfrm>
            <a:off x="2162629" y="3007475"/>
            <a:ext cx="7866742" cy="830997"/>
          </a:xfrm>
          <a:prstGeom prst="rect">
            <a:avLst/>
          </a:prstGeom>
          <a:noFill/>
        </p:spPr>
        <p:txBody>
          <a:bodyPr wrap="square" rtlCol="0">
            <a:spAutoFit/>
          </a:bodyPr>
          <a:lstStyle/>
          <a:p>
            <a:pPr algn="ctr"/>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选题背景和意义</a:t>
            </a:r>
            <a:endPar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3949702" y="3751388"/>
            <a:ext cx="4292596"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rPr>
              <a:t>The background and significance of the topic</a:t>
            </a:r>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 name="图片 207"/>
          <p:cNvPicPr>
            <a:picLocks noChangeAspect="1"/>
          </p:cNvPicPr>
          <p:nvPr/>
        </p:nvPicPr>
        <p:blipFill>
          <a:blip r:embed="rId1" cstate="print">
            <a:extLst>
              <a:ext uri="{BEBA8EAE-BF5A-486C-A8C5-ECC9F3942E4B}">
                <a14:imgProps xmlns:a14="http://schemas.microsoft.com/office/drawing/2010/main">
                  <a14:imgLayer r:embed="rId2">
                    <a14:imgEffect>
                      <a14:saturation sat="0"/>
                    </a14:imgEffect>
                  </a14:imgLayer>
                </a14:imgProps>
              </a:ext>
              <a:ext uri="{28A0092B-C50C-407E-A947-70E740481C1C}">
                <a14:useLocalDpi xmlns:a14="http://schemas.microsoft.com/office/drawing/2010/main" val="0"/>
              </a:ext>
            </a:extLst>
          </a:blip>
          <a:srcRect t="32844" b="5477"/>
          <a:stretch>
            <a:fillRect/>
          </a:stretch>
        </p:blipFill>
        <p:spPr>
          <a:xfrm>
            <a:off x="4461041" y="2143485"/>
            <a:ext cx="6252580" cy="2571030"/>
          </a:xfrm>
          <a:custGeom>
            <a:avLst/>
            <a:gdLst>
              <a:gd name="connsiteX0" fmla="*/ 0 w 6252580"/>
              <a:gd name="connsiteY0" fmla="*/ 0 h 2571030"/>
              <a:gd name="connsiteX1" fmla="*/ 6252580 w 6252580"/>
              <a:gd name="connsiteY1" fmla="*/ 0 h 2571030"/>
              <a:gd name="connsiteX2" fmla="*/ 6252580 w 6252580"/>
              <a:gd name="connsiteY2" fmla="*/ 2571030 h 2571030"/>
              <a:gd name="connsiteX3" fmla="*/ 0 w 6252580"/>
              <a:gd name="connsiteY3" fmla="*/ 2571030 h 2571030"/>
            </a:gdLst>
            <a:ahLst/>
            <a:cxnLst>
              <a:cxn ang="0">
                <a:pos x="connsiteX0" y="connsiteY0"/>
              </a:cxn>
              <a:cxn ang="0">
                <a:pos x="connsiteX1" y="connsiteY1"/>
              </a:cxn>
              <a:cxn ang="0">
                <a:pos x="connsiteX2" y="connsiteY2"/>
              </a:cxn>
              <a:cxn ang="0">
                <a:pos x="connsiteX3" y="connsiteY3"/>
              </a:cxn>
            </a:cxnLst>
            <a:rect l="l" t="t" r="r" b="b"/>
            <a:pathLst>
              <a:path w="6252580" h="2571030">
                <a:moveTo>
                  <a:pt x="0" y="0"/>
                </a:moveTo>
                <a:lnTo>
                  <a:pt x="6252580" y="0"/>
                </a:lnTo>
                <a:lnTo>
                  <a:pt x="6252580" y="2571030"/>
                </a:lnTo>
                <a:lnTo>
                  <a:pt x="0" y="2571030"/>
                </a:lnTo>
                <a:close/>
              </a:path>
            </a:pathLst>
          </a:custGeom>
        </p:spPr>
      </p:pic>
      <p:sp>
        <p:nvSpPr>
          <p:cNvPr id="202" name="TextBox 61"/>
          <p:cNvSpPr txBox="1"/>
          <p:nvPr/>
        </p:nvSpPr>
        <p:spPr>
          <a:xfrm>
            <a:off x="1545221" y="2240322"/>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03" name="TextBox 62"/>
          <p:cNvSpPr txBox="1"/>
          <p:nvPr/>
        </p:nvSpPr>
        <p:spPr>
          <a:xfrm>
            <a:off x="1545221" y="2520074"/>
            <a:ext cx="2254084" cy="338554"/>
          </a:xfrm>
          <a:prstGeom prst="rect">
            <a:avLst/>
          </a:prstGeom>
          <a:noFill/>
        </p:spPr>
        <p:txBody>
          <a:bodyPr wrap="square" lIns="0" tIns="0" rIns="0" bIns="0" rtlCol="0">
            <a:spAutoFit/>
          </a:bodyPr>
          <a:lstStyle/>
          <a:p>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204" name="TextBox 61"/>
          <p:cNvSpPr txBox="1"/>
          <p:nvPr/>
        </p:nvSpPr>
        <p:spPr>
          <a:xfrm>
            <a:off x="1545221" y="3852553"/>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05" name="TextBox 62"/>
          <p:cNvSpPr txBox="1"/>
          <p:nvPr/>
        </p:nvSpPr>
        <p:spPr>
          <a:xfrm>
            <a:off x="1545221" y="4132305"/>
            <a:ext cx="2254084" cy="338554"/>
          </a:xfrm>
          <a:prstGeom prst="rect">
            <a:avLst/>
          </a:prstGeom>
          <a:noFill/>
        </p:spPr>
        <p:txBody>
          <a:bodyPr wrap="square" lIns="0" tIns="0" rIns="0" bIns="0" rtlCol="0">
            <a:spAutoFit/>
          </a:bodyPr>
          <a:lstStyle/>
          <a:p>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cxnSp>
        <p:nvCxnSpPr>
          <p:cNvPr id="210" name="直接连接符 209"/>
          <p:cNvCxnSpPr/>
          <p:nvPr/>
        </p:nvCxnSpPr>
        <p:spPr>
          <a:xfrm>
            <a:off x="1276350" y="5448300"/>
            <a:ext cx="96393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userDrawn="1"/>
        </p:nvSpPr>
        <p:spPr>
          <a:xfrm>
            <a:off x="0" y="50297"/>
            <a:ext cx="2819401" cy="461665"/>
          </a:xfrm>
          <a:prstGeom prst="rect">
            <a:avLst/>
          </a:prstGeom>
          <a:noFill/>
        </p:spPr>
        <p:txBody>
          <a:bodyPr wrap="square" rtlCol="0">
            <a:spAutoFit/>
          </a:bodyPr>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Box 61"/>
          <p:cNvSpPr txBox="1"/>
          <p:nvPr/>
        </p:nvSpPr>
        <p:spPr>
          <a:xfrm>
            <a:off x="2661414" y="2385861"/>
            <a:ext cx="1104470" cy="243656"/>
          </a:xfrm>
          <a:prstGeom prst="rect">
            <a:avLst/>
          </a:prstGeom>
          <a:noFill/>
        </p:spPr>
        <p:txBody>
          <a:bodyPr wrap="none" lIns="0" tIns="0" rIns="0" bIns="0" rtlCol="0">
            <a:spAutoFit/>
          </a:bodyPr>
          <a:lstStyle/>
          <a:p>
            <a:pPr algn="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106" name="TextBox 62"/>
          <p:cNvSpPr txBox="1"/>
          <p:nvPr/>
        </p:nvSpPr>
        <p:spPr>
          <a:xfrm>
            <a:off x="1511800" y="2665613"/>
            <a:ext cx="2254084" cy="338554"/>
          </a:xfrm>
          <a:prstGeom prst="rect">
            <a:avLst/>
          </a:prstGeom>
          <a:noFill/>
        </p:spPr>
        <p:txBody>
          <a:bodyPr wrap="square" lIns="0" tIns="0" rIns="0" bIns="0" rtlCol="0">
            <a:spAutoFit/>
          </a:bodyPr>
          <a:lstStyle/>
          <a:p>
            <a:pPr algn="r"/>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107" name="TextBox 61"/>
          <p:cNvSpPr txBox="1"/>
          <p:nvPr/>
        </p:nvSpPr>
        <p:spPr>
          <a:xfrm>
            <a:off x="2661414" y="4458997"/>
            <a:ext cx="1104470" cy="243656"/>
          </a:xfrm>
          <a:prstGeom prst="rect">
            <a:avLst/>
          </a:prstGeom>
          <a:noFill/>
        </p:spPr>
        <p:txBody>
          <a:bodyPr wrap="none" lIns="0" tIns="0" rIns="0" bIns="0" rtlCol="0">
            <a:spAutoFit/>
          </a:bodyPr>
          <a:lstStyle/>
          <a:p>
            <a:pPr algn="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108" name="TextBox 62"/>
          <p:cNvSpPr txBox="1"/>
          <p:nvPr/>
        </p:nvSpPr>
        <p:spPr>
          <a:xfrm>
            <a:off x="1511800" y="4738749"/>
            <a:ext cx="2254084" cy="338554"/>
          </a:xfrm>
          <a:prstGeom prst="rect">
            <a:avLst/>
          </a:prstGeom>
          <a:noFill/>
        </p:spPr>
        <p:txBody>
          <a:bodyPr wrap="square" lIns="0" tIns="0" rIns="0" bIns="0" rtlCol="0">
            <a:spAutoFit/>
          </a:bodyPr>
          <a:lstStyle/>
          <a:p>
            <a:pPr algn="r"/>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109" name="TextBox 61"/>
          <p:cNvSpPr txBox="1"/>
          <p:nvPr/>
        </p:nvSpPr>
        <p:spPr>
          <a:xfrm>
            <a:off x="8486620" y="2385861"/>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110" name="TextBox 62"/>
          <p:cNvSpPr txBox="1"/>
          <p:nvPr/>
        </p:nvSpPr>
        <p:spPr>
          <a:xfrm>
            <a:off x="8486620" y="2665613"/>
            <a:ext cx="2254084" cy="338554"/>
          </a:xfrm>
          <a:prstGeom prst="rect">
            <a:avLst/>
          </a:prstGeom>
          <a:noFill/>
        </p:spPr>
        <p:txBody>
          <a:bodyPr wrap="square" lIns="0" tIns="0" rIns="0" bIns="0" rtlCol="0">
            <a:spAutoFit/>
          </a:bodyPr>
          <a:lstStyle/>
          <a:p>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111" name="TextBox 61"/>
          <p:cNvSpPr txBox="1"/>
          <p:nvPr/>
        </p:nvSpPr>
        <p:spPr>
          <a:xfrm>
            <a:off x="8486620" y="4458997"/>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112" name="TextBox 62"/>
          <p:cNvSpPr txBox="1"/>
          <p:nvPr/>
        </p:nvSpPr>
        <p:spPr>
          <a:xfrm>
            <a:off x="8486620" y="4738749"/>
            <a:ext cx="2254084" cy="338554"/>
          </a:xfrm>
          <a:prstGeom prst="rect">
            <a:avLst/>
          </a:prstGeom>
          <a:noFill/>
        </p:spPr>
        <p:txBody>
          <a:bodyPr wrap="square" lIns="0" tIns="0" rIns="0" bIns="0" rtlCol="0">
            <a:spAutoFit/>
          </a:bodyPr>
          <a:lstStyle/>
          <a:p>
            <a:r>
              <a:rPr lang="en-US" altLang="zh-CN" sz="11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1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113" name="Rectangle 27761"/>
          <p:cNvSpPr/>
          <p:nvPr/>
        </p:nvSpPr>
        <p:spPr bwMode="auto">
          <a:xfrm rot="2700000">
            <a:off x="4827337" y="2491246"/>
            <a:ext cx="2527038" cy="2527038"/>
          </a:xfrm>
          <a:prstGeom prst="rect">
            <a:avLst/>
          </a:prstGeom>
          <a:solidFill>
            <a:schemeClr val="bg2">
              <a:lumMod val="60000"/>
              <a:lumOff val="4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14" name="Freeform 6"/>
          <p:cNvSpPr/>
          <p:nvPr/>
        </p:nvSpPr>
        <p:spPr bwMode="auto">
          <a:xfrm>
            <a:off x="5350287" y="2169740"/>
            <a:ext cx="1481139" cy="1413254"/>
          </a:xfrm>
          <a:custGeom>
            <a:avLst/>
            <a:gdLst>
              <a:gd name="T0" fmla="*/ 360 w 720"/>
              <a:gd name="T1" fmla="*/ 0 h 687"/>
              <a:gd name="T2" fmla="*/ 379 w 720"/>
              <a:gd name="T3" fmla="*/ 2 h 687"/>
              <a:gd name="T4" fmla="*/ 397 w 720"/>
              <a:gd name="T5" fmla="*/ 10 h 687"/>
              <a:gd name="T6" fmla="*/ 413 w 720"/>
              <a:gd name="T7" fmla="*/ 21 h 687"/>
              <a:gd name="T8" fmla="*/ 698 w 720"/>
              <a:gd name="T9" fmla="*/ 307 h 687"/>
              <a:gd name="T10" fmla="*/ 711 w 720"/>
              <a:gd name="T11" fmla="*/ 322 h 687"/>
              <a:gd name="T12" fmla="*/ 718 w 720"/>
              <a:gd name="T13" fmla="*/ 340 h 687"/>
              <a:gd name="T14" fmla="*/ 720 w 720"/>
              <a:gd name="T15" fmla="*/ 360 h 687"/>
              <a:gd name="T16" fmla="*/ 718 w 720"/>
              <a:gd name="T17" fmla="*/ 378 h 687"/>
              <a:gd name="T18" fmla="*/ 711 w 720"/>
              <a:gd name="T19" fmla="*/ 396 h 687"/>
              <a:gd name="T20" fmla="*/ 698 w 720"/>
              <a:gd name="T21" fmla="*/ 413 h 687"/>
              <a:gd name="T22" fmla="*/ 422 w 720"/>
              <a:gd name="T23" fmla="*/ 687 h 687"/>
              <a:gd name="T24" fmla="*/ 403 w 720"/>
              <a:gd name="T25" fmla="*/ 676 h 687"/>
              <a:gd name="T26" fmla="*/ 381 w 720"/>
              <a:gd name="T27" fmla="*/ 667 h 687"/>
              <a:gd name="T28" fmla="*/ 357 w 720"/>
              <a:gd name="T29" fmla="*/ 665 h 687"/>
              <a:gd name="T30" fmla="*/ 334 w 720"/>
              <a:gd name="T31" fmla="*/ 667 h 687"/>
              <a:gd name="T32" fmla="*/ 313 w 720"/>
              <a:gd name="T33" fmla="*/ 674 h 687"/>
              <a:gd name="T34" fmla="*/ 294 w 720"/>
              <a:gd name="T35" fmla="*/ 684 h 687"/>
              <a:gd name="T36" fmla="*/ 22 w 720"/>
              <a:gd name="T37" fmla="*/ 413 h 687"/>
              <a:gd name="T38" fmla="*/ 10 w 720"/>
              <a:gd name="T39" fmla="*/ 396 h 687"/>
              <a:gd name="T40" fmla="*/ 3 w 720"/>
              <a:gd name="T41" fmla="*/ 378 h 687"/>
              <a:gd name="T42" fmla="*/ 0 w 720"/>
              <a:gd name="T43" fmla="*/ 360 h 687"/>
              <a:gd name="T44" fmla="*/ 3 w 720"/>
              <a:gd name="T45" fmla="*/ 340 h 687"/>
              <a:gd name="T46" fmla="*/ 10 w 720"/>
              <a:gd name="T47" fmla="*/ 322 h 687"/>
              <a:gd name="T48" fmla="*/ 22 w 720"/>
              <a:gd name="T49" fmla="*/ 307 h 687"/>
              <a:gd name="T50" fmla="*/ 308 w 720"/>
              <a:gd name="T51" fmla="*/ 21 h 687"/>
              <a:gd name="T52" fmla="*/ 323 w 720"/>
              <a:gd name="T53" fmla="*/ 10 h 687"/>
              <a:gd name="T54" fmla="*/ 341 w 720"/>
              <a:gd name="T55" fmla="*/ 2 h 687"/>
              <a:gd name="T56" fmla="*/ 360 w 720"/>
              <a:gd name="T57" fmla="*/ 0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0" h="687">
                <a:moveTo>
                  <a:pt x="360" y="0"/>
                </a:moveTo>
                <a:lnTo>
                  <a:pt x="379" y="2"/>
                </a:lnTo>
                <a:lnTo>
                  <a:pt x="397" y="10"/>
                </a:lnTo>
                <a:lnTo>
                  <a:pt x="413" y="21"/>
                </a:lnTo>
                <a:lnTo>
                  <a:pt x="698" y="307"/>
                </a:lnTo>
                <a:lnTo>
                  <a:pt x="711" y="322"/>
                </a:lnTo>
                <a:lnTo>
                  <a:pt x="718" y="340"/>
                </a:lnTo>
                <a:lnTo>
                  <a:pt x="720" y="360"/>
                </a:lnTo>
                <a:lnTo>
                  <a:pt x="718" y="378"/>
                </a:lnTo>
                <a:lnTo>
                  <a:pt x="711" y="396"/>
                </a:lnTo>
                <a:lnTo>
                  <a:pt x="698" y="413"/>
                </a:lnTo>
                <a:lnTo>
                  <a:pt x="422" y="687"/>
                </a:lnTo>
                <a:lnTo>
                  <a:pt x="403" y="676"/>
                </a:lnTo>
                <a:lnTo>
                  <a:pt x="381" y="667"/>
                </a:lnTo>
                <a:lnTo>
                  <a:pt x="357" y="665"/>
                </a:lnTo>
                <a:lnTo>
                  <a:pt x="334" y="667"/>
                </a:lnTo>
                <a:lnTo>
                  <a:pt x="313" y="674"/>
                </a:lnTo>
                <a:lnTo>
                  <a:pt x="294" y="684"/>
                </a:lnTo>
                <a:lnTo>
                  <a:pt x="22" y="413"/>
                </a:lnTo>
                <a:lnTo>
                  <a:pt x="10" y="396"/>
                </a:lnTo>
                <a:lnTo>
                  <a:pt x="3" y="378"/>
                </a:lnTo>
                <a:lnTo>
                  <a:pt x="0" y="360"/>
                </a:lnTo>
                <a:lnTo>
                  <a:pt x="3" y="340"/>
                </a:lnTo>
                <a:lnTo>
                  <a:pt x="10" y="322"/>
                </a:lnTo>
                <a:lnTo>
                  <a:pt x="22" y="307"/>
                </a:lnTo>
                <a:lnTo>
                  <a:pt x="308" y="21"/>
                </a:lnTo>
                <a:lnTo>
                  <a:pt x="323" y="10"/>
                </a:lnTo>
                <a:lnTo>
                  <a:pt x="341" y="2"/>
                </a:lnTo>
                <a:lnTo>
                  <a:pt x="360" y="0"/>
                </a:lnTo>
                <a:close/>
              </a:path>
            </a:pathLst>
          </a:custGeom>
          <a:solidFill>
            <a:schemeClr val="tx1">
              <a:lumMod val="75000"/>
              <a:lumOff val="25000"/>
            </a:schemeClr>
          </a:solidFill>
          <a:ln w="0">
            <a:noFill/>
            <a:prstDash val="solid"/>
            <a:round/>
          </a:ln>
        </p:spPr>
        <p:txBody>
          <a:bodyPr vert="horz" wrap="square" lIns="91440" tIns="45720" rIns="91440" bIns="45720" numCol="1" anchor="t" anchorCtr="0" compatLnSpc="1"/>
          <a:lstStyle/>
          <a:p>
            <a:pPr algn="ctr">
              <a:lnSpc>
                <a:spcPct val="250000"/>
              </a:lnSpc>
            </a:pPr>
            <a:r>
              <a:rPr lang="en-US" sz="2800" dirty="0">
                <a:solidFill>
                  <a:schemeClr val="bg1">
                    <a:lumMod val="95000"/>
                  </a:schemeClr>
                </a:solidFill>
                <a:latin typeface="思源黑体 CN Regular" panose="020B0500000000000000" pitchFamily="34" charset="-122"/>
                <a:ea typeface="思源黑体 CN Regular" panose="020B0500000000000000" pitchFamily="34" charset="-122"/>
              </a:rPr>
              <a:t>01</a:t>
            </a:r>
            <a:endParaRPr lang="en-US" sz="28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115" name="Freeform 35"/>
          <p:cNvSpPr/>
          <p:nvPr/>
        </p:nvSpPr>
        <p:spPr bwMode="auto">
          <a:xfrm>
            <a:off x="6261599" y="3015224"/>
            <a:ext cx="1417369" cy="1479082"/>
          </a:xfrm>
          <a:custGeom>
            <a:avLst/>
            <a:gdLst>
              <a:gd name="T0" fmla="*/ 329 w 689"/>
              <a:gd name="T1" fmla="*/ 0 h 719"/>
              <a:gd name="T2" fmla="*/ 347 w 689"/>
              <a:gd name="T3" fmla="*/ 3 h 719"/>
              <a:gd name="T4" fmla="*/ 366 w 689"/>
              <a:gd name="T5" fmla="*/ 10 h 719"/>
              <a:gd name="T6" fmla="*/ 381 w 689"/>
              <a:gd name="T7" fmla="*/ 23 h 719"/>
              <a:gd name="T8" fmla="*/ 666 w 689"/>
              <a:gd name="T9" fmla="*/ 307 h 719"/>
              <a:gd name="T10" fmla="*/ 679 w 689"/>
              <a:gd name="T11" fmla="*/ 323 h 719"/>
              <a:gd name="T12" fmla="*/ 686 w 689"/>
              <a:gd name="T13" fmla="*/ 342 h 719"/>
              <a:gd name="T14" fmla="*/ 689 w 689"/>
              <a:gd name="T15" fmla="*/ 360 h 719"/>
              <a:gd name="T16" fmla="*/ 686 w 689"/>
              <a:gd name="T17" fmla="*/ 379 h 719"/>
              <a:gd name="T18" fmla="*/ 679 w 689"/>
              <a:gd name="T19" fmla="*/ 398 h 719"/>
              <a:gd name="T20" fmla="*/ 666 w 689"/>
              <a:gd name="T21" fmla="*/ 413 h 719"/>
              <a:gd name="T22" fmla="*/ 382 w 689"/>
              <a:gd name="T23" fmla="*/ 698 h 719"/>
              <a:gd name="T24" fmla="*/ 366 w 689"/>
              <a:gd name="T25" fmla="*/ 709 h 719"/>
              <a:gd name="T26" fmla="*/ 347 w 689"/>
              <a:gd name="T27" fmla="*/ 718 h 719"/>
              <a:gd name="T28" fmla="*/ 329 w 689"/>
              <a:gd name="T29" fmla="*/ 719 h 719"/>
              <a:gd name="T30" fmla="*/ 310 w 689"/>
              <a:gd name="T31" fmla="*/ 718 h 719"/>
              <a:gd name="T32" fmla="*/ 291 w 689"/>
              <a:gd name="T33" fmla="*/ 709 h 719"/>
              <a:gd name="T34" fmla="*/ 276 w 689"/>
              <a:gd name="T35" fmla="*/ 698 h 719"/>
              <a:gd name="T36" fmla="*/ 2 w 689"/>
              <a:gd name="T37" fmla="*/ 424 h 719"/>
              <a:gd name="T38" fmla="*/ 13 w 689"/>
              <a:gd name="T39" fmla="*/ 406 h 719"/>
              <a:gd name="T40" fmla="*/ 20 w 689"/>
              <a:gd name="T41" fmla="*/ 385 h 719"/>
              <a:gd name="T42" fmla="*/ 23 w 689"/>
              <a:gd name="T43" fmla="*/ 363 h 719"/>
              <a:gd name="T44" fmla="*/ 20 w 689"/>
              <a:gd name="T45" fmla="*/ 339 h 719"/>
              <a:gd name="T46" fmla="*/ 12 w 689"/>
              <a:gd name="T47" fmla="*/ 316 h 719"/>
              <a:gd name="T48" fmla="*/ 0 w 689"/>
              <a:gd name="T49" fmla="*/ 297 h 719"/>
              <a:gd name="T50" fmla="*/ 276 w 689"/>
              <a:gd name="T51" fmla="*/ 23 h 719"/>
              <a:gd name="T52" fmla="*/ 291 w 689"/>
              <a:gd name="T53" fmla="*/ 10 h 719"/>
              <a:gd name="T54" fmla="*/ 310 w 689"/>
              <a:gd name="T55" fmla="*/ 3 h 719"/>
              <a:gd name="T56" fmla="*/ 329 w 689"/>
              <a:gd name="T57"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9" h="719">
                <a:moveTo>
                  <a:pt x="329" y="0"/>
                </a:moveTo>
                <a:lnTo>
                  <a:pt x="347" y="3"/>
                </a:lnTo>
                <a:lnTo>
                  <a:pt x="366" y="10"/>
                </a:lnTo>
                <a:lnTo>
                  <a:pt x="381" y="23"/>
                </a:lnTo>
                <a:lnTo>
                  <a:pt x="666" y="307"/>
                </a:lnTo>
                <a:lnTo>
                  <a:pt x="679" y="323"/>
                </a:lnTo>
                <a:lnTo>
                  <a:pt x="686" y="342"/>
                </a:lnTo>
                <a:lnTo>
                  <a:pt x="689" y="360"/>
                </a:lnTo>
                <a:lnTo>
                  <a:pt x="686" y="379"/>
                </a:lnTo>
                <a:lnTo>
                  <a:pt x="679" y="398"/>
                </a:lnTo>
                <a:lnTo>
                  <a:pt x="666" y="413"/>
                </a:lnTo>
                <a:lnTo>
                  <a:pt x="382" y="698"/>
                </a:lnTo>
                <a:lnTo>
                  <a:pt x="366" y="709"/>
                </a:lnTo>
                <a:lnTo>
                  <a:pt x="347" y="718"/>
                </a:lnTo>
                <a:lnTo>
                  <a:pt x="329" y="719"/>
                </a:lnTo>
                <a:lnTo>
                  <a:pt x="310" y="718"/>
                </a:lnTo>
                <a:lnTo>
                  <a:pt x="291" y="709"/>
                </a:lnTo>
                <a:lnTo>
                  <a:pt x="276" y="698"/>
                </a:lnTo>
                <a:lnTo>
                  <a:pt x="2" y="424"/>
                </a:lnTo>
                <a:lnTo>
                  <a:pt x="13" y="406"/>
                </a:lnTo>
                <a:lnTo>
                  <a:pt x="20" y="385"/>
                </a:lnTo>
                <a:lnTo>
                  <a:pt x="23" y="363"/>
                </a:lnTo>
                <a:lnTo>
                  <a:pt x="20" y="339"/>
                </a:lnTo>
                <a:lnTo>
                  <a:pt x="12" y="316"/>
                </a:lnTo>
                <a:lnTo>
                  <a:pt x="0" y="297"/>
                </a:lnTo>
                <a:lnTo>
                  <a:pt x="276" y="23"/>
                </a:lnTo>
                <a:lnTo>
                  <a:pt x="291" y="10"/>
                </a:lnTo>
                <a:lnTo>
                  <a:pt x="310" y="3"/>
                </a:lnTo>
                <a:lnTo>
                  <a:pt x="329" y="0"/>
                </a:lnTo>
                <a:close/>
              </a:path>
            </a:pathLst>
          </a:custGeom>
          <a:solidFill>
            <a:schemeClr val="bg1">
              <a:lumMod val="65000"/>
            </a:schemeClr>
          </a:solidFill>
          <a:ln w="0">
            <a:noFill/>
            <a:prstDash val="solid"/>
            <a:round/>
          </a:ln>
        </p:spPr>
        <p:txBody>
          <a:bodyPr vert="horz" wrap="square" lIns="91440" tIns="45720" rIns="91440" bIns="45720" numCol="1" anchor="t" anchorCtr="0" compatLnSpc="1"/>
          <a:lstStyle/>
          <a:p>
            <a:pPr algn="ctr">
              <a:lnSpc>
                <a:spcPct val="250000"/>
              </a:lnSpc>
            </a:pPr>
            <a:r>
              <a:rPr lang="en-US" sz="2800" dirty="0">
                <a:solidFill>
                  <a:schemeClr val="bg1">
                    <a:lumMod val="95000"/>
                  </a:schemeClr>
                </a:solidFill>
                <a:latin typeface="思源黑体 CN Regular" panose="020B0500000000000000" pitchFamily="34" charset="-122"/>
                <a:ea typeface="思源黑体 CN Regular" panose="020B0500000000000000" pitchFamily="34" charset="-122"/>
              </a:rPr>
              <a:t>02</a:t>
            </a:r>
            <a:endParaRPr lang="en-US" sz="28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116" name="Freeform 64"/>
          <p:cNvSpPr/>
          <p:nvPr/>
        </p:nvSpPr>
        <p:spPr bwMode="auto">
          <a:xfrm>
            <a:off x="4513032" y="3006995"/>
            <a:ext cx="1407082" cy="1481139"/>
          </a:xfrm>
          <a:custGeom>
            <a:avLst/>
            <a:gdLst>
              <a:gd name="T0" fmla="*/ 360 w 684"/>
              <a:gd name="T1" fmla="*/ 0 h 720"/>
              <a:gd name="T2" fmla="*/ 379 w 684"/>
              <a:gd name="T3" fmla="*/ 3 h 720"/>
              <a:gd name="T4" fmla="*/ 396 w 684"/>
              <a:gd name="T5" fmla="*/ 10 h 720"/>
              <a:gd name="T6" fmla="*/ 413 w 684"/>
              <a:gd name="T7" fmla="*/ 23 h 720"/>
              <a:gd name="T8" fmla="*/ 684 w 684"/>
              <a:gd name="T9" fmla="*/ 294 h 720"/>
              <a:gd name="T10" fmla="*/ 669 w 684"/>
              <a:gd name="T11" fmla="*/ 315 h 720"/>
              <a:gd name="T12" fmla="*/ 659 w 684"/>
              <a:gd name="T13" fmla="*/ 339 h 720"/>
              <a:gd name="T14" fmla="*/ 655 w 684"/>
              <a:gd name="T15" fmla="*/ 367 h 720"/>
              <a:gd name="T16" fmla="*/ 657 w 684"/>
              <a:gd name="T17" fmla="*/ 390 h 720"/>
              <a:gd name="T18" fmla="*/ 666 w 684"/>
              <a:gd name="T19" fmla="*/ 413 h 720"/>
              <a:gd name="T20" fmla="*/ 678 w 684"/>
              <a:gd name="T21" fmla="*/ 432 h 720"/>
              <a:gd name="T22" fmla="*/ 413 w 684"/>
              <a:gd name="T23" fmla="*/ 698 h 720"/>
              <a:gd name="T24" fmla="*/ 396 w 684"/>
              <a:gd name="T25" fmla="*/ 711 h 720"/>
              <a:gd name="T26" fmla="*/ 379 w 684"/>
              <a:gd name="T27" fmla="*/ 718 h 720"/>
              <a:gd name="T28" fmla="*/ 360 w 684"/>
              <a:gd name="T29" fmla="*/ 720 h 720"/>
              <a:gd name="T30" fmla="*/ 340 w 684"/>
              <a:gd name="T31" fmla="*/ 718 h 720"/>
              <a:gd name="T32" fmla="*/ 323 w 684"/>
              <a:gd name="T33" fmla="*/ 711 h 720"/>
              <a:gd name="T34" fmla="*/ 306 w 684"/>
              <a:gd name="T35" fmla="*/ 698 h 720"/>
              <a:gd name="T36" fmla="*/ 21 w 684"/>
              <a:gd name="T37" fmla="*/ 413 h 720"/>
              <a:gd name="T38" fmla="*/ 10 w 684"/>
              <a:gd name="T39" fmla="*/ 397 h 720"/>
              <a:gd name="T40" fmla="*/ 3 w 684"/>
              <a:gd name="T41" fmla="*/ 379 h 720"/>
              <a:gd name="T42" fmla="*/ 0 w 684"/>
              <a:gd name="T43" fmla="*/ 360 h 720"/>
              <a:gd name="T44" fmla="*/ 3 w 684"/>
              <a:gd name="T45" fmla="*/ 341 h 720"/>
              <a:gd name="T46" fmla="*/ 10 w 684"/>
              <a:gd name="T47" fmla="*/ 323 h 720"/>
              <a:gd name="T48" fmla="*/ 21 w 684"/>
              <a:gd name="T49" fmla="*/ 308 h 720"/>
              <a:gd name="T50" fmla="*/ 306 w 684"/>
              <a:gd name="T51" fmla="*/ 23 h 720"/>
              <a:gd name="T52" fmla="*/ 323 w 684"/>
              <a:gd name="T53" fmla="*/ 10 h 720"/>
              <a:gd name="T54" fmla="*/ 340 w 684"/>
              <a:gd name="T55" fmla="*/ 3 h 720"/>
              <a:gd name="T56" fmla="*/ 360 w 684"/>
              <a:gd name="T57"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4" h="720">
                <a:moveTo>
                  <a:pt x="360" y="0"/>
                </a:moveTo>
                <a:lnTo>
                  <a:pt x="379" y="3"/>
                </a:lnTo>
                <a:lnTo>
                  <a:pt x="396" y="10"/>
                </a:lnTo>
                <a:lnTo>
                  <a:pt x="413" y="23"/>
                </a:lnTo>
                <a:lnTo>
                  <a:pt x="684" y="294"/>
                </a:lnTo>
                <a:lnTo>
                  <a:pt x="669" y="315"/>
                </a:lnTo>
                <a:lnTo>
                  <a:pt x="659" y="339"/>
                </a:lnTo>
                <a:lnTo>
                  <a:pt x="655" y="367"/>
                </a:lnTo>
                <a:lnTo>
                  <a:pt x="657" y="390"/>
                </a:lnTo>
                <a:lnTo>
                  <a:pt x="666" y="413"/>
                </a:lnTo>
                <a:lnTo>
                  <a:pt x="678" y="432"/>
                </a:lnTo>
                <a:lnTo>
                  <a:pt x="413" y="698"/>
                </a:lnTo>
                <a:lnTo>
                  <a:pt x="396" y="711"/>
                </a:lnTo>
                <a:lnTo>
                  <a:pt x="379" y="718"/>
                </a:lnTo>
                <a:lnTo>
                  <a:pt x="360" y="720"/>
                </a:lnTo>
                <a:lnTo>
                  <a:pt x="340" y="718"/>
                </a:lnTo>
                <a:lnTo>
                  <a:pt x="323" y="711"/>
                </a:lnTo>
                <a:lnTo>
                  <a:pt x="306" y="698"/>
                </a:lnTo>
                <a:lnTo>
                  <a:pt x="21" y="413"/>
                </a:lnTo>
                <a:lnTo>
                  <a:pt x="10" y="397"/>
                </a:lnTo>
                <a:lnTo>
                  <a:pt x="3" y="379"/>
                </a:lnTo>
                <a:lnTo>
                  <a:pt x="0" y="360"/>
                </a:lnTo>
                <a:lnTo>
                  <a:pt x="3" y="341"/>
                </a:lnTo>
                <a:lnTo>
                  <a:pt x="10" y="323"/>
                </a:lnTo>
                <a:lnTo>
                  <a:pt x="21" y="308"/>
                </a:lnTo>
                <a:lnTo>
                  <a:pt x="306" y="23"/>
                </a:lnTo>
                <a:lnTo>
                  <a:pt x="323" y="10"/>
                </a:lnTo>
                <a:lnTo>
                  <a:pt x="340" y="3"/>
                </a:lnTo>
                <a:lnTo>
                  <a:pt x="360" y="0"/>
                </a:lnTo>
                <a:close/>
              </a:path>
            </a:pathLst>
          </a:custGeom>
          <a:solidFill>
            <a:schemeClr val="bg1">
              <a:lumMod val="65000"/>
            </a:schemeClr>
          </a:solidFill>
          <a:ln w="0">
            <a:noFill/>
            <a:prstDash val="solid"/>
            <a:round/>
          </a:ln>
        </p:spPr>
        <p:txBody>
          <a:bodyPr vert="horz" wrap="square" lIns="91440" tIns="45720" rIns="91440" bIns="45720" numCol="1" anchor="t" anchorCtr="0" compatLnSpc="1"/>
          <a:lstStyle/>
          <a:p>
            <a:pPr algn="ctr">
              <a:lnSpc>
                <a:spcPct val="250000"/>
              </a:lnSpc>
            </a:pPr>
            <a:r>
              <a:rPr lang="en-US" sz="2800" dirty="0">
                <a:solidFill>
                  <a:schemeClr val="bg1">
                    <a:lumMod val="95000"/>
                  </a:schemeClr>
                </a:solidFill>
                <a:latin typeface="思源黑体 CN Regular" panose="020B0500000000000000" pitchFamily="34" charset="-122"/>
                <a:ea typeface="思源黑体 CN Regular" panose="020B0500000000000000" pitchFamily="34" charset="-122"/>
              </a:rPr>
              <a:t>04</a:t>
            </a:r>
            <a:endParaRPr lang="en-US" sz="28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117" name="Freeform 93"/>
          <p:cNvSpPr/>
          <p:nvPr/>
        </p:nvSpPr>
        <p:spPr bwMode="auto">
          <a:xfrm>
            <a:off x="5358515" y="3924479"/>
            <a:ext cx="1479083" cy="1409139"/>
          </a:xfrm>
          <a:custGeom>
            <a:avLst/>
            <a:gdLst>
              <a:gd name="T0" fmla="*/ 425 w 719"/>
              <a:gd name="T1" fmla="*/ 0 h 685"/>
              <a:gd name="T2" fmla="*/ 698 w 719"/>
              <a:gd name="T3" fmla="*/ 273 h 685"/>
              <a:gd name="T4" fmla="*/ 711 w 719"/>
              <a:gd name="T5" fmla="*/ 288 h 685"/>
              <a:gd name="T6" fmla="*/ 718 w 719"/>
              <a:gd name="T7" fmla="*/ 307 h 685"/>
              <a:gd name="T8" fmla="*/ 719 w 719"/>
              <a:gd name="T9" fmla="*/ 326 h 685"/>
              <a:gd name="T10" fmla="*/ 718 w 719"/>
              <a:gd name="T11" fmla="*/ 344 h 685"/>
              <a:gd name="T12" fmla="*/ 711 w 719"/>
              <a:gd name="T13" fmla="*/ 362 h 685"/>
              <a:gd name="T14" fmla="*/ 698 w 719"/>
              <a:gd name="T15" fmla="*/ 378 h 685"/>
              <a:gd name="T16" fmla="*/ 413 w 719"/>
              <a:gd name="T17" fmla="*/ 663 h 685"/>
              <a:gd name="T18" fmla="*/ 398 w 719"/>
              <a:gd name="T19" fmla="*/ 676 h 685"/>
              <a:gd name="T20" fmla="*/ 379 w 719"/>
              <a:gd name="T21" fmla="*/ 683 h 685"/>
              <a:gd name="T22" fmla="*/ 360 w 719"/>
              <a:gd name="T23" fmla="*/ 685 h 685"/>
              <a:gd name="T24" fmla="*/ 342 w 719"/>
              <a:gd name="T25" fmla="*/ 683 h 685"/>
              <a:gd name="T26" fmla="*/ 323 w 719"/>
              <a:gd name="T27" fmla="*/ 676 h 685"/>
              <a:gd name="T28" fmla="*/ 307 w 719"/>
              <a:gd name="T29" fmla="*/ 663 h 685"/>
              <a:gd name="T30" fmla="*/ 23 w 719"/>
              <a:gd name="T31" fmla="*/ 378 h 685"/>
              <a:gd name="T32" fmla="*/ 10 w 719"/>
              <a:gd name="T33" fmla="*/ 362 h 685"/>
              <a:gd name="T34" fmla="*/ 3 w 719"/>
              <a:gd name="T35" fmla="*/ 344 h 685"/>
              <a:gd name="T36" fmla="*/ 0 w 719"/>
              <a:gd name="T37" fmla="*/ 326 h 685"/>
              <a:gd name="T38" fmla="*/ 3 w 719"/>
              <a:gd name="T39" fmla="*/ 307 h 685"/>
              <a:gd name="T40" fmla="*/ 10 w 719"/>
              <a:gd name="T41" fmla="*/ 288 h 685"/>
              <a:gd name="T42" fmla="*/ 23 w 719"/>
              <a:gd name="T43" fmla="*/ 273 h 685"/>
              <a:gd name="T44" fmla="*/ 288 w 719"/>
              <a:gd name="T45" fmla="*/ 7 h 685"/>
              <a:gd name="T46" fmla="*/ 308 w 719"/>
              <a:gd name="T47" fmla="*/ 18 h 685"/>
              <a:gd name="T48" fmla="*/ 329 w 719"/>
              <a:gd name="T49" fmla="*/ 25 h 685"/>
              <a:gd name="T50" fmla="*/ 353 w 719"/>
              <a:gd name="T51" fmla="*/ 28 h 685"/>
              <a:gd name="T52" fmla="*/ 379 w 719"/>
              <a:gd name="T53" fmla="*/ 25 h 685"/>
              <a:gd name="T54" fmla="*/ 405 w 719"/>
              <a:gd name="T55" fmla="*/ 16 h 685"/>
              <a:gd name="T56" fmla="*/ 425 w 719"/>
              <a:gd name="T57" fmla="*/ 0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19" h="685">
                <a:moveTo>
                  <a:pt x="425" y="0"/>
                </a:moveTo>
                <a:lnTo>
                  <a:pt x="698" y="273"/>
                </a:lnTo>
                <a:lnTo>
                  <a:pt x="711" y="288"/>
                </a:lnTo>
                <a:lnTo>
                  <a:pt x="718" y="307"/>
                </a:lnTo>
                <a:lnTo>
                  <a:pt x="719" y="326"/>
                </a:lnTo>
                <a:lnTo>
                  <a:pt x="718" y="344"/>
                </a:lnTo>
                <a:lnTo>
                  <a:pt x="711" y="362"/>
                </a:lnTo>
                <a:lnTo>
                  <a:pt x="698" y="378"/>
                </a:lnTo>
                <a:lnTo>
                  <a:pt x="413" y="663"/>
                </a:lnTo>
                <a:lnTo>
                  <a:pt x="398" y="676"/>
                </a:lnTo>
                <a:lnTo>
                  <a:pt x="379" y="683"/>
                </a:lnTo>
                <a:lnTo>
                  <a:pt x="360" y="685"/>
                </a:lnTo>
                <a:lnTo>
                  <a:pt x="342" y="683"/>
                </a:lnTo>
                <a:lnTo>
                  <a:pt x="323" y="676"/>
                </a:lnTo>
                <a:lnTo>
                  <a:pt x="307" y="663"/>
                </a:lnTo>
                <a:lnTo>
                  <a:pt x="23" y="378"/>
                </a:lnTo>
                <a:lnTo>
                  <a:pt x="10" y="362"/>
                </a:lnTo>
                <a:lnTo>
                  <a:pt x="3" y="344"/>
                </a:lnTo>
                <a:lnTo>
                  <a:pt x="0" y="326"/>
                </a:lnTo>
                <a:lnTo>
                  <a:pt x="3" y="307"/>
                </a:lnTo>
                <a:lnTo>
                  <a:pt x="10" y="288"/>
                </a:lnTo>
                <a:lnTo>
                  <a:pt x="23" y="273"/>
                </a:lnTo>
                <a:lnTo>
                  <a:pt x="288" y="7"/>
                </a:lnTo>
                <a:lnTo>
                  <a:pt x="308" y="18"/>
                </a:lnTo>
                <a:lnTo>
                  <a:pt x="329" y="25"/>
                </a:lnTo>
                <a:lnTo>
                  <a:pt x="353" y="28"/>
                </a:lnTo>
                <a:lnTo>
                  <a:pt x="379" y="25"/>
                </a:lnTo>
                <a:lnTo>
                  <a:pt x="405" y="16"/>
                </a:lnTo>
                <a:lnTo>
                  <a:pt x="425" y="0"/>
                </a:lnTo>
                <a:close/>
              </a:path>
            </a:pathLst>
          </a:custGeom>
          <a:solidFill>
            <a:schemeClr val="tx1">
              <a:lumMod val="75000"/>
              <a:lumOff val="25000"/>
            </a:schemeClr>
          </a:solidFill>
          <a:ln w="0">
            <a:noFill/>
            <a:prstDash val="solid"/>
            <a:round/>
          </a:ln>
        </p:spPr>
        <p:txBody>
          <a:bodyPr vert="horz" wrap="square" lIns="91440" tIns="45720" rIns="91440" bIns="45720" numCol="1" anchor="t" anchorCtr="0" compatLnSpc="1"/>
          <a:lstStyle/>
          <a:p>
            <a:pPr algn="ctr">
              <a:lnSpc>
                <a:spcPct val="250000"/>
              </a:lnSpc>
            </a:pPr>
            <a:r>
              <a:rPr lang="en-US" sz="2800" dirty="0">
                <a:solidFill>
                  <a:schemeClr val="bg1">
                    <a:lumMod val="95000"/>
                  </a:schemeClr>
                </a:solidFill>
                <a:latin typeface="思源黑体 CN Regular" panose="020B0500000000000000" pitchFamily="34" charset="-122"/>
                <a:ea typeface="思源黑体 CN Regular" panose="020B0500000000000000" pitchFamily="34" charset="-122"/>
              </a:rPr>
              <a:t>03</a:t>
            </a:r>
            <a:endParaRPr lang="en-US" sz="28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9" name="文本框 8"/>
          <p:cNvSpPr txBox="1"/>
          <p:nvPr userDrawn="1"/>
        </p:nvSpPr>
        <p:spPr>
          <a:xfrm>
            <a:off x="48260" y="94747"/>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Rectangle 20"/>
          <p:cNvSpPr/>
          <p:nvPr/>
        </p:nvSpPr>
        <p:spPr>
          <a:xfrm>
            <a:off x="3124202" y="4334530"/>
            <a:ext cx="5943598" cy="260350"/>
          </a:xfrm>
          <a:prstGeom prst="rect">
            <a:avLst/>
          </a:prstGeom>
        </p:spPr>
        <p:txBody>
          <a:bodyPr wrap="square">
            <a:spAutoFit/>
          </a:bodyPr>
          <a:lstStyle/>
          <a:p>
            <a:pPr algn="ctr"/>
            <a:endPar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grpSp>
        <p:nvGrpSpPr>
          <p:cNvPr id="5"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3"/>
            </p:custDataLst>
          </p:nvPr>
        </p:nvGrpSpPr>
        <p:grpSpPr>
          <a:xfrm>
            <a:off x="4854027" y="1609726"/>
            <a:ext cx="2483946" cy="798666"/>
            <a:chOff x="3373404" y="2539845"/>
            <a:chExt cx="5445192" cy="1750802"/>
          </a:xfrm>
        </p:grpSpPr>
        <p:sp>
          <p:nvSpPr>
            <p:cNvPr id="6"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65"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8"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9"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2"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02" name="文本框 101"/>
          <p:cNvSpPr txBox="1"/>
          <p:nvPr/>
        </p:nvSpPr>
        <p:spPr>
          <a:xfrm>
            <a:off x="2162629" y="3007475"/>
            <a:ext cx="7866742" cy="1568450"/>
          </a:xfrm>
          <a:prstGeom prst="rect">
            <a:avLst/>
          </a:prstGeom>
          <a:noFill/>
        </p:spPr>
        <p:txBody>
          <a:bodyPr wrap="square" rtlCol="0">
            <a:spAutoFit/>
          </a:bodyPr>
          <a:lstStyle/>
          <a:p>
            <a:pPr algn="ctr"/>
            <a:r>
              <a:rPr lang="en-US" altLang="zh-CN"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The intention of undergraduate on travel</a:t>
            </a:r>
            <a:endParaRPr lang="en-US" altLang="zh-CN"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3949702" y="3751388"/>
            <a:ext cx="4292596" cy="2603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1"/>
          <p:cNvSpPr/>
          <p:nvPr/>
        </p:nvSpPr>
        <p:spPr bwMode="auto">
          <a:xfrm>
            <a:off x="2383790" y="718820"/>
            <a:ext cx="7424420" cy="2677795"/>
          </a:xfrm>
          <a:prstGeom prst="rect">
            <a:avLst/>
          </a:prstGeom>
          <a:solidFill>
            <a:srgbClr val="F5F5F5"/>
          </a:solidFill>
          <a:ln w="12700" cap="flat">
            <a:solidFill>
              <a:srgbClr val="B3B3B3"/>
            </a:solidFill>
            <a:prstDash val="solid"/>
            <a:miter lim="800000"/>
            <a:headEnd type="none" w="med" len="med"/>
            <a:tailEnd type="none" w="med" len="med"/>
          </a:ln>
        </p:spPr>
        <p:txBody>
          <a:bodyPr lIns="0" tIns="0" rIns="0" bIns="0"/>
          <a:p>
            <a:endParaRPr lang="en-US"/>
          </a:p>
        </p:txBody>
      </p:sp>
      <p:sp>
        <p:nvSpPr>
          <p:cNvPr id="2" name="文本框 1"/>
          <p:cNvSpPr txBox="1"/>
          <p:nvPr/>
        </p:nvSpPr>
        <p:spPr>
          <a:xfrm>
            <a:off x="2510790" y="718820"/>
            <a:ext cx="7171055" cy="2861310"/>
          </a:xfrm>
          <a:prstGeom prst="rect">
            <a:avLst/>
          </a:prstGeom>
          <a:noFill/>
        </p:spPr>
        <p:txBody>
          <a:bodyPr wrap="square" rtlCol="0">
            <a:spAutoFit/>
          </a:bodyPr>
          <a:p>
            <a:r>
              <a:rPr lang="en-US" altLang="zh-CN">
                <a:sym typeface="+mn-ea"/>
              </a:rPr>
              <a:t>In terms of travel intention, nearly 95% of college students say they like traveling very much, and another 5% say they like traveling in general. However, there is a significant difference between urban and rural students. Almost 100% of urban students have the intention to travel, while only nearly 85% of rural students have the intention to travel.The main reason for this difference may be the difference between the economic conditons of students from urban and rural areas. 66 percent of college students who have no feelings about travel are mainly due to lack of money, and 74 percent of them come from rural areas. </a:t>
            </a:r>
            <a:endParaRPr lang="en-US" altLang="zh-CN"/>
          </a:p>
          <a:p>
            <a:endParaRPr lang="zh-CN" altLang="en-US"/>
          </a:p>
        </p:txBody>
      </p:sp>
      <p:pic>
        <p:nvPicPr>
          <p:cNvPr id="5" name="图片 4" descr="R-C (1)"/>
          <p:cNvPicPr>
            <a:picLocks noChangeAspect="1"/>
          </p:cNvPicPr>
          <p:nvPr/>
        </p:nvPicPr>
        <p:blipFill>
          <a:blip r:embed="rId1"/>
          <a:stretch>
            <a:fillRect/>
          </a:stretch>
        </p:blipFill>
        <p:spPr>
          <a:xfrm>
            <a:off x="6480810" y="3580130"/>
            <a:ext cx="5327015" cy="2995930"/>
          </a:xfrm>
          <a:prstGeom prst="rect">
            <a:avLst/>
          </a:prstGeom>
        </p:spPr>
      </p:pic>
      <p:pic>
        <p:nvPicPr>
          <p:cNvPr id="6" name="图片 5" descr="p8130014_36511143866_o_副本"/>
          <p:cNvPicPr>
            <a:picLocks noChangeAspect="1"/>
          </p:cNvPicPr>
          <p:nvPr/>
        </p:nvPicPr>
        <p:blipFill>
          <a:blip r:embed="rId2"/>
          <a:stretch>
            <a:fillRect/>
          </a:stretch>
        </p:blipFill>
        <p:spPr>
          <a:xfrm>
            <a:off x="466090" y="3580130"/>
            <a:ext cx="5438775" cy="30264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bwMode="auto">
          <a:xfrm>
            <a:off x="5744845" y="1233170"/>
            <a:ext cx="5518150" cy="2028825"/>
          </a:xfrm>
          <a:prstGeom prst="rect">
            <a:avLst/>
          </a:prstGeom>
          <a:solidFill>
            <a:srgbClr val="F5F5F5"/>
          </a:solidFill>
          <a:ln w="12700" cap="flat">
            <a:solidFill>
              <a:srgbClr val="B3B3B3"/>
            </a:solidFill>
            <a:prstDash val="solid"/>
            <a:miter lim="800000"/>
            <a:headEnd type="none" w="med" len="med"/>
            <a:tailEnd type="none" w="med" len="med"/>
          </a:ln>
        </p:spPr>
        <p:txBody>
          <a:bodyPr lIns="0" tIns="0" rIns="0" bIns="0"/>
          <a:lstStyle/>
          <a:p>
            <a:endParaRPr lang="en-US"/>
          </a:p>
        </p:txBody>
      </p:sp>
      <p:sp>
        <p:nvSpPr>
          <p:cNvPr id="4" name="Rectangle 2"/>
          <p:cNvSpPr/>
          <p:nvPr/>
        </p:nvSpPr>
        <p:spPr bwMode="auto">
          <a:xfrm>
            <a:off x="5744845" y="3844925"/>
            <a:ext cx="5518150" cy="1917700"/>
          </a:xfrm>
          <a:prstGeom prst="rect">
            <a:avLst/>
          </a:prstGeom>
          <a:solidFill>
            <a:srgbClr val="28292E"/>
          </a:solidFill>
          <a:ln w="12700" cap="flat">
            <a:solidFill>
              <a:schemeClr val="bg1">
                <a:lumMod val="75000"/>
              </a:schemeClr>
            </a:solidFill>
            <a:prstDash val="solid"/>
            <a:miter lim="800000"/>
            <a:headEnd type="none" w="med" len="med"/>
            <a:tailEnd type="none" w="med" len="med"/>
          </a:ln>
        </p:spPr>
        <p:txBody>
          <a:bodyPr lIns="0" tIns="0" rIns="0" bIns="0"/>
          <a:lstStyle/>
          <a:p>
            <a:endParaRPr lang="en-US"/>
          </a:p>
        </p:txBody>
      </p:sp>
      <p:grpSp>
        <p:nvGrpSpPr>
          <p:cNvPr id="17" name="Group 1"/>
          <p:cNvGrpSpPr>
            <a:grpSpLocks noChangeAspect="1"/>
          </p:cNvGrpSpPr>
          <p:nvPr/>
        </p:nvGrpSpPr>
        <p:grpSpPr>
          <a:xfrm>
            <a:off x="1090307" y="2162068"/>
            <a:ext cx="1379479" cy="965907"/>
            <a:chOff x="1784846" y="1587081"/>
            <a:chExt cx="1156270" cy="809617"/>
          </a:xfrm>
        </p:grpSpPr>
        <p:sp>
          <p:nvSpPr>
            <p:cNvPr id="19" name="Rectangle 26"/>
            <p:cNvSpPr/>
            <p:nvPr/>
          </p:nvSpPr>
          <p:spPr bwMode="auto">
            <a:xfrm>
              <a:off x="2616677" y="2107627"/>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85%</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0" name="Rectangle 26"/>
            <p:cNvSpPr/>
            <p:nvPr/>
          </p:nvSpPr>
          <p:spPr bwMode="auto">
            <a:xfrm>
              <a:off x="1784846" y="2187002"/>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65%</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1" name="Rectangle 26"/>
            <p:cNvSpPr/>
            <p:nvPr/>
          </p:nvSpPr>
          <p:spPr bwMode="auto">
            <a:xfrm>
              <a:off x="1854770" y="1753915"/>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40%</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2" name="Rectangle 26"/>
            <p:cNvSpPr/>
            <p:nvPr/>
          </p:nvSpPr>
          <p:spPr bwMode="auto">
            <a:xfrm>
              <a:off x="2064320" y="1587081"/>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20%</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grpSp>
      <p:grpSp>
        <p:nvGrpSpPr>
          <p:cNvPr id="23" name="Group 37"/>
          <p:cNvGrpSpPr>
            <a:grpSpLocks noChangeAspect="1"/>
          </p:cNvGrpSpPr>
          <p:nvPr/>
        </p:nvGrpSpPr>
        <p:grpSpPr>
          <a:xfrm>
            <a:off x="1090307" y="3856287"/>
            <a:ext cx="1379479" cy="965907"/>
            <a:chOff x="1784846" y="1587081"/>
            <a:chExt cx="1156270" cy="809617"/>
          </a:xfrm>
        </p:grpSpPr>
        <p:sp>
          <p:nvSpPr>
            <p:cNvPr id="25" name="Rectangle 26"/>
            <p:cNvSpPr/>
            <p:nvPr/>
          </p:nvSpPr>
          <p:spPr bwMode="auto">
            <a:xfrm>
              <a:off x="2616677" y="2107627"/>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85%</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6" name="Rectangle 26"/>
            <p:cNvSpPr/>
            <p:nvPr/>
          </p:nvSpPr>
          <p:spPr bwMode="auto">
            <a:xfrm>
              <a:off x="1784846" y="2187002"/>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65%</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7" name="Rectangle 26"/>
            <p:cNvSpPr/>
            <p:nvPr/>
          </p:nvSpPr>
          <p:spPr bwMode="auto">
            <a:xfrm>
              <a:off x="1854770" y="1753915"/>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40%</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8" name="Rectangle 26"/>
            <p:cNvSpPr/>
            <p:nvPr/>
          </p:nvSpPr>
          <p:spPr bwMode="auto">
            <a:xfrm>
              <a:off x="2064320" y="1587081"/>
              <a:ext cx="324439" cy="20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rPr>
                <a:t>20%</a:t>
              </a:r>
              <a:endParaRPr lang="en-US" sz="900" dirty="0">
                <a:solidFill>
                  <a:srgbClr val="FFFFFF"/>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grpSp>
      <p:sp>
        <p:nvSpPr>
          <p:cNvPr id="32" name="Rectangle 20"/>
          <p:cNvSpPr/>
          <p:nvPr/>
        </p:nvSpPr>
        <p:spPr>
          <a:xfrm>
            <a:off x="5903595" y="1678305"/>
            <a:ext cx="5200650" cy="1729105"/>
          </a:xfrm>
          <a:prstGeom prst="rect">
            <a:avLst/>
          </a:prstGeom>
        </p:spPr>
        <p:txBody>
          <a:bodyPr wrap="square">
            <a:noAutofit/>
          </a:bodyPr>
          <a:lstStyle/>
          <a:p>
            <a:pPr algn="just"/>
            <a:r>
              <a:rPr lang="en-US" altLang="zh-CN" dirty="0">
                <a:solidFill>
                  <a:schemeClr val="tx1">
                    <a:lumMod val="50000"/>
                    <a:lumOff val="50000"/>
                  </a:schemeClr>
                </a:solidFill>
                <a:latin typeface="思源黑体 CN Regular" panose="020B0500000000000000" pitchFamily="34" charset="-122"/>
                <a:ea typeface="思源黑体 CN Regular" panose="020B0500000000000000" pitchFamily="34" charset="-122"/>
              </a:rPr>
              <a:t>Sixty-two percent of students travel to broaden their horizon. Twenty-one percent travel to relieve thenselves.Sixteen travel to play with their acquaintance. Only one percent travel for simple entertainment. </a:t>
            </a:r>
            <a:endParaRPr lang="en-US" altLang="zh-CN"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sp>
        <p:nvSpPr>
          <p:cNvPr id="33" name="Rectangle 20"/>
          <p:cNvSpPr/>
          <p:nvPr/>
        </p:nvSpPr>
        <p:spPr>
          <a:xfrm>
            <a:off x="5903595" y="1348105"/>
            <a:ext cx="5055235" cy="330200"/>
          </a:xfrm>
          <a:prstGeom prst="rect">
            <a:avLst/>
          </a:prstGeom>
        </p:spPr>
        <p:txBody>
          <a:bodyPr wrap="square">
            <a:spAutoFit/>
          </a:bodyPr>
          <a:lstStyle/>
          <a:p>
            <a:pPr>
              <a:lnSpc>
                <a:spcPts val="1865"/>
              </a:lnSpc>
              <a:spcAft>
                <a:spcPts val="1600"/>
              </a:spcAft>
            </a:pPr>
            <a:r>
              <a:rPr lang="en-US" altLang="zh-CN"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rPr>
              <a:t>The purpose of travel</a:t>
            </a:r>
            <a:endParaRPr lang="en-US" altLang="zh-CN"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34" name="Rectangle 20"/>
          <p:cNvSpPr/>
          <p:nvPr/>
        </p:nvSpPr>
        <p:spPr>
          <a:xfrm>
            <a:off x="5903595" y="4305300"/>
            <a:ext cx="5043805" cy="1344930"/>
          </a:xfrm>
          <a:prstGeom prst="rect">
            <a:avLst/>
          </a:prstGeom>
        </p:spPr>
        <p:txBody>
          <a:bodyPr wrap="square">
            <a:noAutofit/>
          </a:bodyPr>
          <a:lstStyle/>
          <a:p>
            <a:pPr algn="just"/>
            <a:r>
              <a:rPr lang="en-US" altLang="zh-CN" dirty="0">
                <a:solidFill>
                  <a:schemeClr val="bg1">
                    <a:lumMod val="95000"/>
                  </a:schemeClr>
                </a:solidFill>
                <a:latin typeface="思源黑体 CN Regular" panose="020B0500000000000000" pitchFamily="34" charset="-122"/>
                <a:ea typeface="思源黑体 CN Regular" panose="020B0500000000000000" pitchFamily="34" charset="-122"/>
              </a:rPr>
              <a:t>Eighty percent of students think money is the most influential factor. Fifteen think it is time. The rest think it is up to parters’ thoughts.</a:t>
            </a:r>
            <a:endParaRPr lang="en-US" altLang="zh-CN"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35" name="Rectangle 20"/>
          <p:cNvSpPr/>
          <p:nvPr/>
        </p:nvSpPr>
        <p:spPr>
          <a:xfrm>
            <a:off x="5903595" y="3975100"/>
            <a:ext cx="4971415" cy="330200"/>
          </a:xfrm>
          <a:prstGeom prst="rect">
            <a:avLst/>
          </a:prstGeom>
        </p:spPr>
        <p:txBody>
          <a:bodyPr wrap="square">
            <a:spAutoFit/>
          </a:bodyPr>
          <a:lstStyle/>
          <a:p>
            <a:pPr>
              <a:lnSpc>
                <a:spcPts val="1865"/>
              </a:lnSpc>
              <a:spcAft>
                <a:spcPts val="1600"/>
              </a:spcAft>
            </a:pPr>
            <a:r>
              <a:rPr lang="en-US" altLang="zh-CN" b="1" dirty="0">
                <a:solidFill>
                  <a:schemeClr val="bg1">
                    <a:lumMod val="95000"/>
                  </a:schemeClr>
                </a:solidFill>
                <a:latin typeface="思源黑体 CN Regular" panose="020B0500000000000000" pitchFamily="34" charset="-122"/>
                <a:ea typeface="思源黑体 CN Regular" panose="020B0500000000000000" pitchFamily="34" charset="-122"/>
                <a:cs typeface="Lato Regular"/>
              </a:rPr>
              <a:t>Factors which influence their travel</a:t>
            </a:r>
            <a:endParaRPr lang="en-US" altLang="zh-CN" b="1" dirty="0">
              <a:solidFill>
                <a:schemeClr val="bg1">
                  <a:lumMod val="95000"/>
                </a:schemeClr>
              </a:solidFill>
              <a:latin typeface="思源黑体 CN Regular" panose="020B0500000000000000" pitchFamily="34" charset="-122"/>
              <a:ea typeface="思源黑体 CN Regular" panose="020B0500000000000000" pitchFamily="34" charset="-122"/>
              <a:cs typeface="Lato Regular"/>
            </a:endParaRPr>
          </a:p>
        </p:txBody>
      </p:sp>
      <p:sp>
        <p:nvSpPr>
          <p:cNvPr id="9" name="文本框 8"/>
          <p:cNvSpPr txBox="1"/>
          <p:nvPr userDrawn="1"/>
        </p:nvSpPr>
        <p:spPr>
          <a:xfrm>
            <a:off x="48260" y="57917"/>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aphicFrame>
        <p:nvGraphicFramePr>
          <p:cNvPr id="2" name="图表 1"/>
          <p:cNvGraphicFramePr/>
          <p:nvPr/>
        </p:nvGraphicFramePr>
        <p:xfrm>
          <a:off x="706755" y="943610"/>
          <a:ext cx="4382135" cy="248856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 name="图表 7"/>
          <p:cNvGraphicFramePr/>
          <p:nvPr/>
        </p:nvGraphicFramePr>
        <p:xfrm>
          <a:off x="774065" y="3728085"/>
          <a:ext cx="4417060" cy="228028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p:nvPr/>
        </p:nvSpPr>
        <p:spPr bwMode="auto">
          <a:xfrm>
            <a:off x="1140460" y="4351020"/>
            <a:ext cx="9599295" cy="1510030"/>
          </a:xfrm>
          <a:prstGeom prst="rect">
            <a:avLst/>
          </a:prstGeom>
          <a:solidFill>
            <a:srgbClr val="28292E"/>
          </a:solidFill>
          <a:ln w="12700" cap="flat">
            <a:solidFill>
              <a:schemeClr val="bg1">
                <a:lumMod val="75000"/>
              </a:schemeClr>
            </a:solidFill>
            <a:prstDash val="solid"/>
            <a:miter lim="800000"/>
            <a:headEnd type="none" w="med" len="med"/>
            <a:tailEnd type="none" w="med" len="med"/>
          </a:ln>
        </p:spPr>
        <p:txBody>
          <a:bodyPr lIns="0" tIns="0" rIns="0" bIns="0"/>
          <a:p>
            <a:endParaRPr lang="en-US"/>
          </a:p>
        </p:txBody>
      </p:sp>
      <p:sp>
        <p:nvSpPr>
          <p:cNvPr id="3" name="Rectangle 1"/>
          <p:cNvSpPr/>
          <p:nvPr/>
        </p:nvSpPr>
        <p:spPr bwMode="auto">
          <a:xfrm>
            <a:off x="866140" y="1359535"/>
            <a:ext cx="3391535" cy="2057400"/>
          </a:xfrm>
          <a:prstGeom prst="rect">
            <a:avLst/>
          </a:prstGeom>
          <a:solidFill>
            <a:srgbClr val="F5F5F5"/>
          </a:solidFill>
          <a:ln w="12700" cap="flat">
            <a:solidFill>
              <a:srgbClr val="B3B3B3"/>
            </a:solidFill>
            <a:prstDash val="solid"/>
            <a:miter lim="800000"/>
            <a:headEnd type="none" w="med" len="med"/>
            <a:tailEnd type="none" w="med" len="med"/>
          </a:ln>
        </p:spPr>
        <p:txBody>
          <a:bodyPr lIns="0" tIns="0" rIns="0" bIns="0"/>
          <a:p>
            <a:endParaRPr lang="en-US"/>
          </a:p>
        </p:txBody>
      </p:sp>
      <p:sp>
        <p:nvSpPr>
          <p:cNvPr id="5" name="文本框 4"/>
          <p:cNvSpPr txBox="1"/>
          <p:nvPr/>
        </p:nvSpPr>
        <p:spPr>
          <a:xfrm>
            <a:off x="979805" y="1360170"/>
            <a:ext cx="3166745" cy="2321560"/>
          </a:xfrm>
          <a:prstGeom prst="rect">
            <a:avLst/>
          </a:prstGeom>
          <a:noFill/>
        </p:spPr>
        <p:txBody>
          <a:bodyPr wrap="square" rtlCol="0">
            <a:noAutofit/>
          </a:bodyPr>
          <a:p>
            <a:r>
              <a:rPr lang="en-US" altLang="zh-CN"/>
              <a:t>         Besides, we find that the difference on majors also influences students’ intention on travel. For example, students who major tourist management or exploration refer to some natural landscape. </a:t>
            </a:r>
            <a:endParaRPr lang="en-US" altLang="zh-CN"/>
          </a:p>
        </p:txBody>
      </p:sp>
      <p:sp>
        <p:nvSpPr>
          <p:cNvPr id="2" name="文本框 1"/>
          <p:cNvSpPr txBox="1"/>
          <p:nvPr/>
        </p:nvSpPr>
        <p:spPr>
          <a:xfrm>
            <a:off x="1394460" y="4440555"/>
            <a:ext cx="9091295" cy="1645285"/>
          </a:xfrm>
          <a:prstGeom prst="rect">
            <a:avLst/>
          </a:prstGeom>
          <a:noFill/>
        </p:spPr>
        <p:txBody>
          <a:bodyPr wrap="square" rtlCol="0">
            <a:noAutofit/>
          </a:bodyPr>
          <a:p>
            <a:r>
              <a:rPr lang="en-US" altLang="zh-CN">
                <a:solidFill>
                  <a:schemeClr val="bg1"/>
                </a:solidFill>
              </a:rPr>
              <a:t>The above survey results show that college students have different perferences for travel due to the pressure from school, family and society. But most people like to travel to enjoy the landscape and broaden their horizons, and money is the main factor affecting most college students to travel.</a:t>
            </a:r>
            <a:endParaRPr lang="en-US" altLang="zh-CN">
              <a:solidFill>
                <a:schemeClr val="bg1"/>
              </a:solidFill>
            </a:endParaRPr>
          </a:p>
        </p:txBody>
      </p:sp>
      <p:pic>
        <p:nvPicPr>
          <p:cNvPr id="6" name="图片 5" descr="R-C (2)"/>
          <p:cNvPicPr>
            <a:picLocks noChangeAspect="1"/>
          </p:cNvPicPr>
          <p:nvPr/>
        </p:nvPicPr>
        <p:blipFill>
          <a:blip r:embed="rId1"/>
          <a:stretch>
            <a:fillRect/>
          </a:stretch>
        </p:blipFill>
        <p:spPr>
          <a:xfrm>
            <a:off x="5410200" y="930910"/>
            <a:ext cx="4774565" cy="3180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Rectangle 20"/>
          <p:cNvSpPr/>
          <p:nvPr/>
        </p:nvSpPr>
        <p:spPr>
          <a:xfrm>
            <a:off x="3124202" y="4334530"/>
            <a:ext cx="5943598" cy="600164"/>
          </a:xfrm>
          <a:prstGeom prst="rect">
            <a:avLst/>
          </a:prstGeom>
        </p:spPr>
        <p:txBody>
          <a:bodyPr wrap="square">
            <a:spAutoFit/>
          </a:bodyPr>
          <a:lstStyle/>
          <a:p>
            <a:pPr algn="ctr"/>
            <a:r>
              <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 An action plan with executable, actionable and creative ideas can effectively enhance the company's reputation and brand reputation.</a:t>
            </a:r>
            <a:endPar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grpSp>
        <p:nvGrpSpPr>
          <p:cNvPr id="5"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854027" y="1609726"/>
            <a:ext cx="2483946" cy="798666"/>
            <a:chOff x="3373404" y="2539845"/>
            <a:chExt cx="5445192" cy="1750802"/>
          </a:xfrm>
        </p:grpSpPr>
        <p:sp>
          <p:nvSpPr>
            <p:cNvPr id="6"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65"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8"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9"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2"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02" name="文本框 101"/>
          <p:cNvSpPr txBox="1"/>
          <p:nvPr/>
        </p:nvSpPr>
        <p:spPr>
          <a:xfrm>
            <a:off x="2162629" y="3007475"/>
            <a:ext cx="7866742" cy="830997"/>
          </a:xfrm>
          <a:prstGeom prst="rect">
            <a:avLst/>
          </a:prstGeom>
          <a:noFill/>
        </p:spPr>
        <p:txBody>
          <a:bodyPr wrap="square" rtlCol="0">
            <a:spAutoFit/>
          </a:bodyPr>
          <a:lstStyle/>
          <a:p>
            <a:pPr algn="ctr"/>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研究成果与应用</a:t>
            </a:r>
            <a:endPar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3949702" y="3751388"/>
            <a:ext cx="4292596"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rPr>
              <a:t>Research results and applications</a:t>
            </a:r>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2984500" y="3256517"/>
            <a:ext cx="2081055" cy="2547383"/>
          </a:xfrm>
          <a:prstGeom prst="rect">
            <a:avLst/>
          </a:prstGeom>
          <a:solidFill>
            <a:srgbClr val="282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1" cstate="print">
            <a:extLst>
              <a:ext uri="{BEBA8EAE-BF5A-486C-A8C5-ECC9F3942E4B}">
                <a14:imgProps xmlns:a14="http://schemas.microsoft.com/office/drawing/2010/main">
                  <a14:imgLayer r:embed="rId2">
                    <a14:imgEffect>
                      <a14:saturation sat="0"/>
                    </a14:imgEffect>
                  </a14:imgLayer>
                </a14:imgProps>
              </a:ext>
              <a:ext uri="{28A0092B-C50C-407E-A947-70E740481C1C}">
                <a14:useLocalDpi xmlns:a14="http://schemas.microsoft.com/office/drawing/2010/main" val="0"/>
              </a:ext>
            </a:extLst>
          </a:blip>
          <a:srcRect l="7418" r="26825" b="908"/>
          <a:stretch>
            <a:fillRect/>
          </a:stretch>
        </p:blipFill>
        <p:spPr>
          <a:xfrm>
            <a:off x="1356720" y="2048933"/>
            <a:ext cx="3583094" cy="3599718"/>
          </a:xfrm>
          <a:custGeom>
            <a:avLst/>
            <a:gdLst>
              <a:gd name="connsiteX0" fmla="*/ 0 w 3583094"/>
              <a:gd name="connsiteY0" fmla="*/ 0 h 3599718"/>
              <a:gd name="connsiteX1" fmla="*/ 3583094 w 3583094"/>
              <a:gd name="connsiteY1" fmla="*/ 0 h 3599718"/>
              <a:gd name="connsiteX2" fmla="*/ 3583094 w 3583094"/>
              <a:gd name="connsiteY2" fmla="*/ 3599718 h 3599718"/>
              <a:gd name="connsiteX3" fmla="*/ 0 w 3583094"/>
              <a:gd name="connsiteY3" fmla="*/ 3599718 h 3599718"/>
            </a:gdLst>
            <a:ahLst/>
            <a:cxnLst>
              <a:cxn ang="0">
                <a:pos x="connsiteX0" y="connsiteY0"/>
              </a:cxn>
              <a:cxn ang="0">
                <a:pos x="connsiteX1" y="connsiteY1"/>
              </a:cxn>
              <a:cxn ang="0">
                <a:pos x="connsiteX2" y="connsiteY2"/>
              </a:cxn>
              <a:cxn ang="0">
                <a:pos x="connsiteX3" y="connsiteY3"/>
              </a:cxn>
            </a:cxnLst>
            <a:rect l="l" t="t" r="r" b="b"/>
            <a:pathLst>
              <a:path w="3583094" h="3599718">
                <a:moveTo>
                  <a:pt x="0" y="0"/>
                </a:moveTo>
                <a:lnTo>
                  <a:pt x="3583094" y="0"/>
                </a:lnTo>
                <a:lnTo>
                  <a:pt x="3583094" y="3599718"/>
                </a:lnTo>
                <a:lnTo>
                  <a:pt x="0" y="3599718"/>
                </a:lnTo>
                <a:close/>
              </a:path>
            </a:pathLst>
          </a:custGeom>
        </p:spPr>
      </p:pic>
      <p:sp>
        <p:nvSpPr>
          <p:cNvPr id="3" name="Oval 16"/>
          <p:cNvSpPr/>
          <p:nvPr/>
        </p:nvSpPr>
        <p:spPr bwMode="auto">
          <a:xfrm>
            <a:off x="6016097" y="1976669"/>
            <a:ext cx="722872" cy="722873"/>
          </a:xfrm>
          <a:prstGeom prst="ellipse">
            <a:avLst/>
          </a:prstGeom>
          <a:solidFill>
            <a:srgbClr val="28292E"/>
          </a:solidFill>
          <a:ln>
            <a:noFill/>
          </a:ln>
        </p:spPr>
        <p:txBody>
          <a:bodyPr lIns="0" tIns="0" rIns="0" bIns="0"/>
          <a:lstStyle/>
          <a:p>
            <a:endParaRPr lang="en-US"/>
          </a:p>
        </p:txBody>
      </p:sp>
      <p:sp>
        <p:nvSpPr>
          <p:cNvPr id="5" name="Rectangle 18"/>
          <p:cNvSpPr/>
          <p:nvPr/>
        </p:nvSpPr>
        <p:spPr bwMode="auto">
          <a:xfrm>
            <a:off x="6009549" y="2117455"/>
            <a:ext cx="722872" cy="53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lnSpc>
                <a:spcPct val="70000"/>
              </a:lnSpc>
            </a:pPr>
            <a:r>
              <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rPr>
              <a:t>1</a:t>
            </a:r>
            <a:endPar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7" name="Oval 20"/>
          <p:cNvSpPr/>
          <p:nvPr/>
        </p:nvSpPr>
        <p:spPr bwMode="auto">
          <a:xfrm>
            <a:off x="6021335" y="2977167"/>
            <a:ext cx="712396" cy="712394"/>
          </a:xfrm>
          <a:prstGeom prst="ellipse">
            <a:avLst/>
          </a:prstGeom>
          <a:solidFill>
            <a:schemeClr val="tx1">
              <a:lumMod val="50000"/>
              <a:lumOff val="50000"/>
            </a:schemeClr>
          </a:solidFill>
          <a:ln>
            <a:noFill/>
          </a:ln>
        </p:spPr>
        <p:txBody>
          <a:bodyPr lIns="0" tIns="0" rIns="0" bIns="0"/>
          <a:lstStyle/>
          <a:p>
            <a:endParaRPr lang="en-US"/>
          </a:p>
        </p:txBody>
      </p:sp>
      <p:sp>
        <p:nvSpPr>
          <p:cNvPr id="9" name="Rectangle 22"/>
          <p:cNvSpPr/>
          <p:nvPr/>
        </p:nvSpPr>
        <p:spPr bwMode="auto">
          <a:xfrm>
            <a:off x="6009549" y="3055739"/>
            <a:ext cx="722872" cy="64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lnSpc>
                <a:spcPct val="70000"/>
              </a:lnSpc>
            </a:pPr>
            <a:r>
              <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rPr>
              <a:t>2</a:t>
            </a:r>
            <a:endPar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11" name="Oval 24"/>
          <p:cNvSpPr/>
          <p:nvPr/>
        </p:nvSpPr>
        <p:spPr bwMode="auto">
          <a:xfrm>
            <a:off x="6021335" y="3920044"/>
            <a:ext cx="712396" cy="712397"/>
          </a:xfrm>
          <a:prstGeom prst="ellipse">
            <a:avLst/>
          </a:prstGeom>
          <a:solidFill>
            <a:srgbClr val="28292E"/>
          </a:solidFill>
          <a:ln>
            <a:noFill/>
          </a:ln>
        </p:spPr>
        <p:txBody>
          <a:bodyPr lIns="0" tIns="0" rIns="0" bIns="0"/>
          <a:lstStyle/>
          <a:p>
            <a:endParaRPr lang="en-US"/>
          </a:p>
        </p:txBody>
      </p:sp>
      <p:sp>
        <p:nvSpPr>
          <p:cNvPr id="13" name="Rectangle 26"/>
          <p:cNvSpPr/>
          <p:nvPr/>
        </p:nvSpPr>
        <p:spPr bwMode="auto">
          <a:xfrm>
            <a:off x="6009549" y="3967187"/>
            <a:ext cx="722872" cy="64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a:lnSpc>
                <a:spcPct val="70000"/>
              </a:lnSpc>
            </a:pPr>
            <a:r>
              <a:rPr lang="en-US" sz="200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rPr>
              <a:t>3</a:t>
            </a:r>
            <a:endParaRPr lang="en-US" sz="200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15" name="Oval 28"/>
          <p:cNvSpPr/>
          <p:nvPr/>
        </p:nvSpPr>
        <p:spPr bwMode="auto">
          <a:xfrm>
            <a:off x="6021335" y="4915302"/>
            <a:ext cx="712396" cy="712397"/>
          </a:xfrm>
          <a:prstGeom prst="ellipse">
            <a:avLst/>
          </a:prstGeom>
          <a:solidFill>
            <a:schemeClr val="tx1">
              <a:lumMod val="50000"/>
              <a:lumOff val="50000"/>
            </a:schemeClr>
          </a:solidFill>
          <a:ln w="25400" cap="flat">
            <a:noFill/>
            <a:miter lim="800000"/>
            <a:headEnd type="none" w="med" len="med"/>
            <a:tailEnd type="none" w="med" len="med"/>
          </a:ln>
        </p:spPr>
        <p:txBody>
          <a:bodyPr lIns="0" tIns="0" rIns="0" bIns="0"/>
          <a:lstStyle/>
          <a:p>
            <a:endParaRPr lang="en-US"/>
          </a:p>
        </p:txBody>
      </p:sp>
      <p:sp>
        <p:nvSpPr>
          <p:cNvPr id="17" name="Rectangle 30"/>
          <p:cNvSpPr/>
          <p:nvPr/>
        </p:nvSpPr>
        <p:spPr bwMode="auto">
          <a:xfrm>
            <a:off x="6009549" y="4962445"/>
            <a:ext cx="722872" cy="644302"/>
          </a:xfrm>
          <a:prstGeom prst="rect">
            <a:avLst/>
          </a:prstGeom>
          <a:noFill/>
          <a:ln>
            <a:noFill/>
          </a:ln>
        </p:spPr>
        <p:txBody>
          <a:bodyPr lIns="0" tIns="0" rIns="0" bIns="0" anchor="ctr"/>
          <a:lstStyle/>
          <a:p>
            <a:pPr algn="ctr">
              <a:lnSpc>
                <a:spcPct val="70000"/>
              </a:lnSpc>
            </a:pPr>
            <a:r>
              <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rPr>
              <a:t>4</a:t>
            </a:r>
            <a:endParaRPr lang="en-US" sz="2000" dirty="0">
              <a:solidFill>
                <a:schemeClr val="bg1">
                  <a:lumMod val="95000"/>
                </a:schemeClr>
              </a:solidFill>
              <a:latin typeface="思源黑体 CN Regular" panose="020B0500000000000000" pitchFamily="34" charset="-122"/>
              <a:ea typeface="思源黑体 CN Regular" panose="020B0500000000000000" pitchFamily="34" charset="-122"/>
              <a:cs typeface="Bebas Neue" charset="0"/>
              <a:sym typeface="Bebas Neue" charset="0"/>
            </a:endParaRPr>
          </a:p>
        </p:txBody>
      </p:sp>
      <p:sp>
        <p:nvSpPr>
          <p:cNvPr id="23" name="Rectangle 20"/>
          <p:cNvSpPr/>
          <p:nvPr/>
        </p:nvSpPr>
        <p:spPr>
          <a:xfrm>
            <a:off x="7050246" y="2221894"/>
            <a:ext cx="3785034" cy="553998"/>
          </a:xfrm>
          <a:prstGeom prst="rect">
            <a:avLst/>
          </a:prstGeom>
        </p:spPr>
        <p:txBody>
          <a:bodyPr wrap="square">
            <a:spAutoFit/>
          </a:bodyPr>
          <a:lstStyle/>
          <a:p>
            <a:pPr algn="just"/>
            <a:r>
              <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sp>
        <p:nvSpPr>
          <p:cNvPr id="24" name="Rectangle 20"/>
          <p:cNvSpPr/>
          <p:nvPr/>
        </p:nvSpPr>
        <p:spPr>
          <a:xfrm>
            <a:off x="7050246" y="2010743"/>
            <a:ext cx="3785034" cy="341632"/>
          </a:xfrm>
          <a:prstGeom prst="rect">
            <a:avLst/>
          </a:prstGeom>
        </p:spPr>
        <p:txBody>
          <a:bodyPr wrap="square">
            <a:spAutoFit/>
          </a:bodyPr>
          <a:lstStyle/>
          <a:p>
            <a:pPr>
              <a:lnSpc>
                <a:spcPts val="1865"/>
              </a:lnSpc>
              <a:spcAft>
                <a:spcPts val="1600"/>
              </a:spcAft>
            </a:pPr>
            <a:r>
              <a:rPr lang="en-US" altLang="zh-CN" sz="20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altLang="zh-CN" sz="200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5" name="Rectangle 20"/>
          <p:cNvSpPr/>
          <p:nvPr/>
        </p:nvSpPr>
        <p:spPr>
          <a:xfrm>
            <a:off x="7050246" y="3190745"/>
            <a:ext cx="3785034" cy="553998"/>
          </a:xfrm>
          <a:prstGeom prst="rect">
            <a:avLst/>
          </a:prstGeom>
        </p:spPr>
        <p:txBody>
          <a:bodyPr wrap="square">
            <a:spAutoFit/>
          </a:bodyPr>
          <a:lstStyle/>
          <a:p>
            <a:pPr algn="just"/>
            <a:r>
              <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sp>
        <p:nvSpPr>
          <p:cNvPr id="26" name="Rectangle 20"/>
          <p:cNvSpPr/>
          <p:nvPr/>
        </p:nvSpPr>
        <p:spPr>
          <a:xfrm>
            <a:off x="7050246" y="2979594"/>
            <a:ext cx="3785034" cy="341632"/>
          </a:xfrm>
          <a:prstGeom prst="rect">
            <a:avLst/>
          </a:prstGeom>
        </p:spPr>
        <p:txBody>
          <a:bodyPr wrap="square">
            <a:spAutoFit/>
          </a:bodyPr>
          <a:lstStyle/>
          <a:p>
            <a:pPr>
              <a:lnSpc>
                <a:spcPts val="1865"/>
              </a:lnSpc>
              <a:spcAft>
                <a:spcPts val="1600"/>
              </a:spcAft>
            </a:pPr>
            <a:r>
              <a:rPr lang="en-US" altLang="zh-CN" sz="20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altLang="zh-CN" sz="200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7" name="Rectangle 20"/>
          <p:cNvSpPr/>
          <p:nvPr/>
        </p:nvSpPr>
        <p:spPr>
          <a:xfrm>
            <a:off x="7050246" y="4159596"/>
            <a:ext cx="3785034" cy="553998"/>
          </a:xfrm>
          <a:prstGeom prst="rect">
            <a:avLst/>
          </a:prstGeom>
        </p:spPr>
        <p:txBody>
          <a:bodyPr wrap="square">
            <a:spAutoFit/>
          </a:bodyPr>
          <a:lstStyle/>
          <a:p>
            <a:pPr algn="just"/>
            <a:r>
              <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sp>
        <p:nvSpPr>
          <p:cNvPr id="28" name="Rectangle 20"/>
          <p:cNvSpPr/>
          <p:nvPr/>
        </p:nvSpPr>
        <p:spPr>
          <a:xfrm>
            <a:off x="7050246" y="3948445"/>
            <a:ext cx="3785034" cy="341632"/>
          </a:xfrm>
          <a:prstGeom prst="rect">
            <a:avLst/>
          </a:prstGeom>
        </p:spPr>
        <p:txBody>
          <a:bodyPr wrap="square">
            <a:spAutoFit/>
          </a:bodyPr>
          <a:lstStyle/>
          <a:p>
            <a:pPr>
              <a:lnSpc>
                <a:spcPts val="1865"/>
              </a:lnSpc>
              <a:spcAft>
                <a:spcPts val="1600"/>
              </a:spcAft>
            </a:pPr>
            <a:r>
              <a:rPr lang="en-US" altLang="zh-CN" sz="20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altLang="zh-CN" sz="200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9" name="Rectangle 20"/>
          <p:cNvSpPr/>
          <p:nvPr/>
        </p:nvSpPr>
        <p:spPr>
          <a:xfrm>
            <a:off x="7050246" y="5128448"/>
            <a:ext cx="3785034" cy="553998"/>
          </a:xfrm>
          <a:prstGeom prst="rect">
            <a:avLst/>
          </a:prstGeom>
        </p:spPr>
        <p:txBody>
          <a:bodyPr wrap="square">
            <a:spAutoFit/>
          </a:bodyPr>
          <a:lstStyle/>
          <a:p>
            <a:pPr algn="just"/>
            <a:r>
              <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sp>
        <p:nvSpPr>
          <p:cNvPr id="30" name="Rectangle 20"/>
          <p:cNvSpPr/>
          <p:nvPr/>
        </p:nvSpPr>
        <p:spPr>
          <a:xfrm>
            <a:off x="7050246" y="4917297"/>
            <a:ext cx="3785034" cy="341632"/>
          </a:xfrm>
          <a:prstGeom prst="rect">
            <a:avLst/>
          </a:prstGeom>
        </p:spPr>
        <p:txBody>
          <a:bodyPr wrap="square">
            <a:spAutoFit/>
          </a:bodyPr>
          <a:lstStyle/>
          <a:p>
            <a:pPr>
              <a:lnSpc>
                <a:spcPts val="1865"/>
              </a:lnSpc>
              <a:spcAft>
                <a:spcPts val="1600"/>
              </a:spcAft>
            </a:pPr>
            <a:r>
              <a:rPr lang="en-US" altLang="zh-CN" sz="20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altLang="zh-CN" sz="200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2" name="文本框 1"/>
          <p:cNvSpPr txBox="1"/>
          <p:nvPr userDrawn="1"/>
        </p:nvSpPr>
        <p:spPr>
          <a:xfrm>
            <a:off x="48260" y="86492"/>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bwMode="auto">
          <a:xfrm>
            <a:off x="1697882" y="2844601"/>
            <a:ext cx="1762130" cy="3126402"/>
          </a:xfrm>
          <a:custGeom>
            <a:avLst/>
            <a:gdLst>
              <a:gd name="T0" fmla="*/ 0 w 1050"/>
              <a:gd name="T1" fmla="*/ 0 h 2404"/>
              <a:gd name="T2" fmla="*/ 1050 w 1050"/>
              <a:gd name="T3" fmla="*/ 0 h 2404"/>
              <a:gd name="T4" fmla="*/ 1050 w 1050"/>
              <a:gd name="T5" fmla="*/ 1870 h 2404"/>
              <a:gd name="T6" fmla="*/ 510 w 1050"/>
              <a:gd name="T7" fmla="*/ 2404 h 2404"/>
              <a:gd name="T8" fmla="*/ 0 w 1050"/>
              <a:gd name="T9" fmla="*/ 1893 h 2404"/>
              <a:gd name="T10" fmla="*/ 0 w 1050"/>
              <a:gd name="T11" fmla="*/ 0 h 2404"/>
            </a:gdLst>
            <a:ahLst/>
            <a:cxnLst>
              <a:cxn ang="0">
                <a:pos x="T0" y="T1"/>
              </a:cxn>
              <a:cxn ang="0">
                <a:pos x="T2" y="T3"/>
              </a:cxn>
              <a:cxn ang="0">
                <a:pos x="T4" y="T5"/>
              </a:cxn>
              <a:cxn ang="0">
                <a:pos x="T6" y="T7"/>
              </a:cxn>
              <a:cxn ang="0">
                <a:pos x="T8" y="T9"/>
              </a:cxn>
              <a:cxn ang="0">
                <a:pos x="T10" y="T11"/>
              </a:cxn>
            </a:cxnLst>
            <a:rect l="0" t="0" r="r" b="b"/>
            <a:pathLst>
              <a:path w="1050" h="2404">
                <a:moveTo>
                  <a:pt x="0" y="0"/>
                </a:moveTo>
                <a:lnTo>
                  <a:pt x="1050" y="0"/>
                </a:lnTo>
                <a:lnTo>
                  <a:pt x="1050" y="1870"/>
                </a:lnTo>
                <a:lnTo>
                  <a:pt x="510" y="2404"/>
                </a:lnTo>
                <a:lnTo>
                  <a:pt x="0" y="1893"/>
                </a:lnTo>
                <a:lnTo>
                  <a:pt x="0" y="0"/>
                </a:lnTo>
                <a:close/>
              </a:path>
            </a:pathLst>
          </a:custGeom>
          <a:solidFill>
            <a:srgbClr val="28292E"/>
          </a:solidFill>
          <a:ln w="0">
            <a:noFill/>
            <a:prstDash val="solid"/>
            <a:round/>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4" name="Rectangle 13"/>
          <p:cNvSpPr>
            <a:spLocks noChangeArrowheads="1"/>
          </p:cNvSpPr>
          <p:nvPr/>
        </p:nvSpPr>
        <p:spPr bwMode="auto">
          <a:xfrm>
            <a:off x="1697882" y="3206139"/>
            <a:ext cx="1762130" cy="379747"/>
          </a:xfrm>
          <a:prstGeom prst="rect">
            <a:avLst/>
          </a:prstGeom>
          <a:gradFill>
            <a:gsLst>
              <a:gs pos="100000">
                <a:schemeClr val="accent3">
                  <a:lumMod val="40000"/>
                  <a:lumOff val="60000"/>
                </a:schemeClr>
              </a:gs>
              <a:gs pos="34000">
                <a:schemeClr val="accent3"/>
              </a:gs>
            </a:gsLst>
            <a:lin ang="0" scaled="1"/>
          </a:gradFill>
          <a:ln w="0">
            <a:noFill/>
            <a:prstDash val="solid"/>
            <a:miter lim="800000"/>
          </a:ln>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6" name="Freeform 8"/>
          <p:cNvSpPr/>
          <p:nvPr/>
        </p:nvSpPr>
        <p:spPr bwMode="auto">
          <a:xfrm>
            <a:off x="5220103" y="2844601"/>
            <a:ext cx="1762130" cy="3126402"/>
          </a:xfrm>
          <a:custGeom>
            <a:avLst/>
            <a:gdLst>
              <a:gd name="T0" fmla="*/ 0 w 1049"/>
              <a:gd name="T1" fmla="*/ 0 h 2404"/>
              <a:gd name="T2" fmla="*/ 1049 w 1049"/>
              <a:gd name="T3" fmla="*/ 0 h 2404"/>
              <a:gd name="T4" fmla="*/ 1049 w 1049"/>
              <a:gd name="T5" fmla="*/ 1870 h 2404"/>
              <a:gd name="T6" fmla="*/ 509 w 1049"/>
              <a:gd name="T7" fmla="*/ 2404 h 2404"/>
              <a:gd name="T8" fmla="*/ 0 w 1049"/>
              <a:gd name="T9" fmla="*/ 1893 h 2404"/>
              <a:gd name="T10" fmla="*/ 0 w 1049"/>
              <a:gd name="T11" fmla="*/ 0 h 2404"/>
            </a:gdLst>
            <a:ahLst/>
            <a:cxnLst>
              <a:cxn ang="0">
                <a:pos x="T0" y="T1"/>
              </a:cxn>
              <a:cxn ang="0">
                <a:pos x="T2" y="T3"/>
              </a:cxn>
              <a:cxn ang="0">
                <a:pos x="T4" y="T5"/>
              </a:cxn>
              <a:cxn ang="0">
                <a:pos x="T6" y="T7"/>
              </a:cxn>
              <a:cxn ang="0">
                <a:pos x="T8" y="T9"/>
              </a:cxn>
              <a:cxn ang="0">
                <a:pos x="T10" y="T11"/>
              </a:cxn>
            </a:cxnLst>
            <a:rect l="0" t="0" r="r" b="b"/>
            <a:pathLst>
              <a:path w="1049" h="2404">
                <a:moveTo>
                  <a:pt x="0" y="0"/>
                </a:moveTo>
                <a:lnTo>
                  <a:pt x="1049" y="0"/>
                </a:lnTo>
                <a:lnTo>
                  <a:pt x="1049" y="1870"/>
                </a:lnTo>
                <a:lnTo>
                  <a:pt x="509" y="2404"/>
                </a:lnTo>
                <a:lnTo>
                  <a:pt x="0" y="1893"/>
                </a:lnTo>
                <a:lnTo>
                  <a:pt x="0" y="0"/>
                </a:lnTo>
                <a:close/>
              </a:path>
            </a:pathLst>
          </a:custGeom>
          <a:solidFill>
            <a:srgbClr val="28292E"/>
          </a:solidFill>
          <a:ln w="0">
            <a:noFill/>
            <a:prstDash val="solid"/>
            <a:round/>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7" name="Rectangle 15"/>
          <p:cNvSpPr>
            <a:spLocks noChangeArrowheads="1"/>
          </p:cNvSpPr>
          <p:nvPr/>
        </p:nvSpPr>
        <p:spPr bwMode="auto">
          <a:xfrm>
            <a:off x="5220103" y="4610636"/>
            <a:ext cx="1762130" cy="379747"/>
          </a:xfrm>
          <a:prstGeom prst="rect">
            <a:avLst/>
          </a:prstGeom>
          <a:gradFill>
            <a:gsLst>
              <a:gs pos="100000">
                <a:schemeClr val="accent3">
                  <a:lumMod val="40000"/>
                  <a:lumOff val="60000"/>
                </a:schemeClr>
              </a:gs>
              <a:gs pos="34000">
                <a:schemeClr val="accent3"/>
              </a:gs>
            </a:gsLst>
            <a:lin ang="0" scaled="1"/>
          </a:gradFill>
          <a:ln w="0">
            <a:noFill/>
            <a:prstDash val="solid"/>
            <a:miter lim="800000"/>
          </a:ln>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9" name="Freeform 9"/>
          <p:cNvSpPr/>
          <p:nvPr/>
        </p:nvSpPr>
        <p:spPr bwMode="auto">
          <a:xfrm>
            <a:off x="6982231" y="2844601"/>
            <a:ext cx="1765486" cy="3126402"/>
          </a:xfrm>
          <a:custGeom>
            <a:avLst/>
            <a:gdLst>
              <a:gd name="T0" fmla="*/ 0 w 1051"/>
              <a:gd name="T1" fmla="*/ 0 h 2404"/>
              <a:gd name="T2" fmla="*/ 1051 w 1051"/>
              <a:gd name="T3" fmla="*/ 0 h 2404"/>
              <a:gd name="T4" fmla="*/ 1051 w 1051"/>
              <a:gd name="T5" fmla="*/ 1870 h 2404"/>
              <a:gd name="T6" fmla="*/ 512 w 1051"/>
              <a:gd name="T7" fmla="*/ 2404 h 2404"/>
              <a:gd name="T8" fmla="*/ 0 w 1051"/>
              <a:gd name="T9" fmla="*/ 1893 h 2404"/>
              <a:gd name="T10" fmla="*/ 0 w 1051"/>
              <a:gd name="T11" fmla="*/ 0 h 2404"/>
            </a:gdLst>
            <a:ahLst/>
            <a:cxnLst>
              <a:cxn ang="0">
                <a:pos x="T0" y="T1"/>
              </a:cxn>
              <a:cxn ang="0">
                <a:pos x="T2" y="T3"/>
              </a:cxn>
              <a:cxn ang="0">
                <a:pos x="T4" y="T5"/>
              </a:cxn>
              <a:cxn ang="0">
                <a:pos x="T6" y="T7"/>
              </a:cxn>
              <a:cxn ang="0">
                <a:pos x="T8" y="T9"/>
              </a:cxn>
              <a:cxn ang="0">
                <a:pos x="T10" y="T11"/>
              </a:cxn>
            </a:cxnLst>
            <a:rect l="0" t="0" r="r" b="b"/>
            <a:pathLst>
              <a:path w="1051" h="2404">
                <a:moveTo>
                  <a:pt x="0" y="0"/>
                </a:moveTo>
                <a:lnTo>
                  <a:pt x="1051" y="0"/>
                </a:lnTo>
                <a:lnTo>
                  <a:pt x="1051" y="1870"/>
                </a:lnTo>
                <a:lnTo>
                  <a:pt x="512" y="2404"/>
                </a:lnTo>
                <a:lnTo>
                  <a:pt x="0" y="1893"/>
                </a:lnTo>
                <a:lnTo>
                  <a:pt x="0" y="0"/>
                </a:lnTo>
                <a:close/>
              </a:path>
            </a:pathLst>
          </a:custGeom>
          <a:solidFill>
            <a:schemeClr val="tx1">
              <a:lumMod val="50000"/>
              <a:lumOff val="50000"/>
            </a:schemeClr>
          </a:solidFill>
          <a:ln w="0">
            <a:noFill/>
            <a:prstDash val="solid"/>
            <a:round/>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10" name="Rectangle 16"/>
          <p:cNvSpPr>
            <a:spLocks noChangeArrowheads="1"/>
          </p:cNvSpPr>
          <p:nvPr/>
        </p:nvSpPr>
        <p:spPr bwMode="auto">
          <a:xfrm>
            <a:off x="6982231" y="3323055"/>
            <a:ext cx="1765486" cy="379747"/>
          </a:xfrm>
          <a:prstGeom prst="rect">
            <a:avLst/>
          </a:prstGeom>
          <a:gradFill>
            <a:gsLst>
              <a:gs pos="100000">
                <a:schemeClr val="accent3">
                  <a:lumMod val="60000"/>
                  <a:lumOff val="40000"/>
                </a:schemeClr>
              </a:gs>
              <a:gs pos="34000">
                <a:schemeClr val="tx1">
                  <a:lumMod val="50000"/>
                  <a:lumOff val="50000"/>
                </a:schemeClr>
              </a:gs>
            </a:gsLst>
            <a:lin ang="0" scaled="1"/>
          </a:gradFill>
          <a:ln w="0">
            <a:noFill/>
            <a:prstDash val="solid"/>
            <a:miter lim="800000"/>
          </a:ln>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12" name="Freeform 7"/>
          <p:cNvSpPr/>
          <p:nvPr/>
        </p:nvSpPr>
        <p:spPr bwMode="auto">
          <a:xfrm>
            <a:off x="8753469" y="2844601"/>
            <a:ext cx="1762130" cy="3126402"/>
          </a:xfrm>
          <a:custGeom>
            <a:avLst/>
            <a:gdLst>
              <a:gd name="T0" fmla="*/ 0 w 1051"/>
              <a:gd name="T1" fmla="*/ 0 h 2404"/>
              <a:gd name="T2" fmla="*/ 1051 w 1051"/>
              <a:gd name="T3" fmla="*/ 0 h 2404"/>
              <a:gd name="T4" fmla="*/ 1051 w 1051"/>
              <a:gd name="T5" fmla="*/ 1870 h 2404"/>
              <a:gd name="T6" fmla="*/ 511 w 1051"/>
              <a:gd name="T7" fmla="*/ 2404 h 2404"/>
              <a:gd name="T8" fmla="*/ 0 w 1051"/>
              <a:gd name="T9" fmla="*/ 1893 h 2404"/>
              <a:gd name="T10" fmla="*/ 0 w 1051"/>
              <a:gd name="T11" fmla="*/ 0 h 2404"/>
            </a:gdLst>
            <a:ahLst/>
            <a:cxnLst>
              <a:cxn ang="0">
                <a:pos x="T0" y="T1"/>
              </a:cxn>
              <a:cxn ang="0">
                <a:pos x="T2" y="T3"/>
              </a:cxn>
              <a:cxn ang="0">
                <a:pos x="T4" y="T5"/>
              </a:cxn>
              <a:cxn ang="0">
                <a:pos x="T6" y="T7"/>
              </a:cxn>
              <a:cxn ang="0">
                <a:pos x="T8" y="T9"/>
              </a:cxn>
              <a:cxn ang="0">
                <a:pos x="T10" y="T11"/>
              </a:cxn>
            </a:cxnLst>
            <a:rect l="0" t="0" r="r" b="b"/>
            <a:pathLst>
              <a:path w="1051" h="2404">
                <a:moveTo>
                  <a:pt x="0" y="0"/>
                </a:moveTo>
                <a:lnTo>
                  <a:pt x="1051" y="0"/>
                </a:lnTo>
                <a:lnTo>
                  <a:pt x="1051" y="1870"/>
                </a:lnTo>
                <a:lnTo>
                  <a:pt x="511" y="2404"/>
                </a:lnTo>
                <a:lnTo>
                  <a:pt x="0" y="1893"/>
                </a:lnTo>
                <a:lnTo>
                  <a:pt x="0" y="0"/>
                </a:lnTo>
                <a:close/>
              </a:path>
            </a:pathLst>
          </a:custGeom>
          <a:solidFill>
            <a:srgbClr val="28292E"/>
          </a:solidFill>
          <a:ln w="0">
            <a:noFill/>
            <a:prstDash val="solid"/>
            <a:round/>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en-US" u="sng">
              <a:solidFill>
                <a:schemeClr val="bg1">
                  <a:lumMod val="95000"/>
                </a:schemeClr>
              </a:solidFill>
            </a:endParaRPr>
          </a:p>
        </p:txBody>
      </p:sp>
      <p:sp>
        <p:nvSpPr>
          <p:cNvPr id="13" name="Rectangle 14"/>
          <p:cNvSpPr>
            <a:spLocks noChangeArrowheads="1"/>
          </p:cNvSpPr>
          <p:nvPr/>
        </p:nvSpPr>
        <p:spPr bwMode="auto">
          <a:xfrm>
            <a:off x="8753469" y="4412546"/>
            <a:ext cx="1762130" cy="379747"/>
          </a:xfrm>
          <a:prstGeom prst="rect">
            <a:avLst/>
          </a:prstGeom>
          <a:gradFill>
            <a:gsLst>
              <a:gs pos="100000">
                <a:schemeClr val="accent3">
                  <a:lumMod val="40000"/>
                  <a:lumOff val="60000"/>
                </a:schemeClr>
              </a:gs>
              <a:gs pos="34000">
                <a:schemeClr val="accent3"/>
              </a:gs>
            </a:gsLst>
            <a:lin ang="0" scaled="1"/>
          </a:gradFill>
          <a:ln w="0">
            <a:noFill/>
            <a:prstDash val="solid"/>
            <a:miter lim="800000"/>
          </a:ln>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15" name="Rectangle 10"/>
          <p:cNvSpPr>
            <a:spLocks noChangeArrowheads="1"/>
          </p:cNvSpPr>
          <p:nvPr/>
        </p:nvSpPr>
        <p:spPr bwMode="auto">
          <a:xfrm>
            <a:off x="1697883" y="1620933"/>
            <a:ext cx="8817717" cy="1220876"/>
          </a:xfrm>
          <a:prstGeom prst="rect">
            <a:avLst/>
          </a:prstGeom>
          <a:solidFill>
            <a:schemeClr val="bg1"/>
          </a:solidFill>
          <a:ln w="0">
            <a:noFill/>
            <a:prstDash val="solid"/>
            <a:miter lim="800000"/>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endParaRPr lang="en-US"/>
          </a:p>
        </p:txBody>
      </p:sp>
      <p:sp>
        <p:nvSpPr>
          <p:cNvPr id="21" name="Freeform 7"/>
          <p:cNvSpPr/>
          <p:nvPr/>
        </p:nvSpPr>
        <p:spPr bwMode="auto">
          <a:xfrm>
            <a:off x="3457974" y="2844601"/>
            <a:ext cx="1762130" cy="3126402"/>
          </a:xfrm>
          <a:custGeom>
            <a:avLst/>
            <a:gdLst>
              <a:gd name="T0" fmla="*/ 0 w 1051"/>
              <a:gd name="T1" fmla="*/ 0 h 2404"/>
              <a:gd name="T2" fmla="*/ 1051 w 1051"/>
              <a:gd name="T3" fmla="*/ 0 h 2404"/>
              <a:gd name="T4" fmla="*/ 1051 w 1051"/>
              <a:gd name="T5" fmla="*/ 1870 h 2404"/>
              <a:gd name="T6" fmla="*/ 511 w 1051"/>
              <a:gd name="T7" fmla="*/ 2404 h 2404"/>
              <a:gd name="T8" fmla="*/ 0 w 1051"/>
              <a:gd name="T9" fmla="*/ 1893 h 2404"/>
              <a:gd name="T10" fmla="*/ 0 w 1051"/>
              <a:gd name="T11" fmla="*/ 0 h 2404"/>
            </a:gdLst>
            <a:ahLst/>
            <a:cxnLst>
              <a:cxn ang="0">
                <a:pos x="T0" y="T1"/>
              </a:cxn>
              <a:cxn ang="0">
                <a:pos x="T2" y="T3"/>
              </a:cxn>
              <a:cxn ang="0">
                <a:pos x="T4" y="T5"/>
              </a:cxn>
              <a:cxn ang="0">
                <a:pos x="T6" y="T7"/>
              </a:cxn>
              <a:cxn ang="0">
                <a:pos x="T8" y="T9"/>
              </a:cxn>
              <a:cxn ang="0">
                <a:pos x="T10" y="T11"/>
              </a:cxn>
            </a:cxnLst>
            <a:rect l="0" t="0" r="r" b="b"/>
            <a:pathLst>
              <a:path w="1051" h="2404">
                <a:moveTo>
                  <a:pt x="0" y="0"/>
                </a:moveTo>
                <a:lnTo>
                  <a:pt x="1051" y="0"/>
                </a:lnTo>
                <a:lnTo>
                  <a:pt x="1051" y="1870"/>
                </a:lnTo>
                <a:lnTo>
                  <a:pt x="511" y="2404"/>
                </a:lnTo>
                <a:lnTo>
                  <a:pt x="0" y="1893"/>
                </a:lnTo>
                <a:lnTo>
                  <a:pt x="0" y="0"/>
                </a:lnTo>
                <a:close/>
              </a:path>
            </a:pathLst>
          </a:custGeom>
          <a:solidFill>
            <a:schemeClr val="tx1">
              <a:lumMod val="50000"/>
              <a:lumOff val="50000"/>
            </a:schemeClr>
          </a:solidFill>
          <a:ln w="0">
            <a:noFill/>
            <a:prstDash val="solid"/>
            <a:round/>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en-US">
              <a:solidFill>
                <a:schemeClr val="bg1">
                  <a:lumMod val="95000"/>
                </a:schemeClr>
              </a:solidFill>
            </a:endParaRPr>
          </a:p>
        </p:txBody>
      </p:sp>
      <p:sp>
        <p:nvSpPr>
          <p:cNvPr id="22" name="Rectangle 13"/>
          <p:cNvSpPr>
            <a:spLocks noChangeArrowheads="1"/>
          </p:cNvSpPr>
          <p:nvPr/>
        </p:nvSpPr>
        <p:spPr bwMode="auto">
          <a:xfrm>
            <a:off x="3457974" y="3632704"/>
            <a:ext cx="1762130" cy="379747"/>
          </a:xfrm>
          <a:prstGeom prst="rect">
            <a:avLst/>
          </a:prstGeom>
          <a:gradFill>
            <a:gsLst>
              <a:gs pos="100000">
                <a:schemeClr val="accent3">
                  <a:lumMod val="60000"/>
                  <a:lumOff val="40000"/>
                </a:schemeClr>
              </a:gs>
              <a:gs pos="34000">
                <a:schemeClr val="tx1">
                  <a:lumMod val="50000"/>
                  <a:lumOff val="50000"/>
                </a:schemeClr>
              </a:gs>
            </a:gsLst>
            <a:lin ang="0" scaled="1"/>
          </a:gradFill>
          <a:ln w="0">
            <a:noFill/>
            <a:prstDash val="solid"/>
            <a:miter lim="800000"/>
          </a:ln>
          <a:effectLst/>
        </p:spPr>
        <p:txBody>
          <a:bodyPr vert="horz" wrap="square" lIns="91440" tIns="45720" rIns="91440" bIns="45720" numCol="1" anchor="t" anchorCtr="0" compatLnSpc="1"/>
          <a:lstStyle/>
          <a:p>
            <a:endParaRPr lang="en-US">
              <a:solidFill>
                <a:schemeClr val="bg1">
                  <a:lumMod val="95000"/>
                </a:schemeClr>
              </a:solidFill>
            </a:endParaRPr>
          </a:p>
        </p:txBody>
      </p:sp>
      <p:grpSp>
        <p:nvGrpSpPr>
          <p:cNvPr id="23" name="Group 25"/>
          <p:cNvGrpSpPr/>
          <p:nvPr/>
        </p:nvGrpSpPr>
        <p:grpSpPr>
          <a:xfrm>
            <a:off x="1764203" y="3237754"/>
            <a:ext cx="1583841" cy="1897890"/>
            <a:chOff x="1405046" y="2809713"/>
            <a:chExt cx="1151493" cy="1379815"/>
          </a:xfrm>
        </p:grpSpPr>
        <p:grpSp>
          <p:nvGrpSpPr>
            <p:cNvPr id="24" name="Group 14"/>
            <p:cNvGrpSpPr/>
            <p:nvPr/>
          </p:nvGrpSpPr>
          <p:grpSpPr>
            <a:xfrm>
              <a:off x="1961181" y="2809713"/>
              <a:ext cx="595358" cy="243315"/>
              <a:chOff x="1961181" y="2802570"/>
              <a:chExt cx="595358" cy="243315"/>
            </a:xfrm>
          </p:grpSpPr>
          <p:sp>
            <p:nvSpPr>
              <p:cNvPr id="26" name="Rectangle 22"/>
              <p:cNvSpPr/>
              <p:nvPr/>
            </p:nvSpPr>
            <p:spPr bwMode="auto">
              <a:xfrm>
                <a:off x="2284958" y="2802570"/>
                <a:ext cx="27158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2200" dirty="0">
                    <a:solidFill>
                      <a:schemeClr val="bg1">
                        <a:lumMod val="95000"/>
                      </a:schemeClr>
                    </a:solidFill>
                    <a:latin typeface="Bebas Neue" charset="0"/>
                    <a:ea typeface="MS PGothic" panose="020B0600070205080204" charset="-128"/>
                    <a:cs typeface="Bebas Neue" charset="0"/>
                    <a:sym typeface="Bebas Neue" charset="0"/>
                  </a:rPr>
                  <a:t>1</a:t>
                </a:r>
                <a:endParaRPr lang="en-US" sz="2200" dirty="0">
                  <a:solidFill>
                    <a:schemeClr val="bg1">
                      <a:lumMod val="95000"/>
                    </a:schemeClr>
                  </a:solidFill>
                  <a:latin typeface="Bebas Neue" charset="0"/>
                  <a:ea typeface="MS PGothic" panose="020B0600070205080204" charset="-128"/>
                  <a:cs typeface="Bebas Neue" charset="0"/>
                  <a:sym typeface="Bebas Neue" charset="0"/>
                </a:endParaRPr>
              </a:p>
            </p:txBody>
          </p:sp>
          <p:sp>
            <p:nvSpPr>
              <p:cNvPr id="27" name="Rectangle 22"/>
              <p:cNvSpPr/>
              <p:nvPr/>
            </p:nvSpPr>
            <p:spPr bwMode="auto">
              <a:xfrm>
                <a:off x="1961181" y="2802570"/>
                <a:ext cx="39762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1500" dirty="0">
                    <a:solidFill>
                      <a:schemeClr val="bg1">
                        <a:lumMod val="95000"/>
                      </a:schemeClr>
                    </a:solidFill>
                    <a:latin typeface="Bebas Neue" charset="0"/>
                    <a:ea typeface="MS PGothic" panose="020B0600070205080204" charset="-128"/>
                    <a:cs typeface="Bebas Neue" charset="0"/>
                    <a:sym typeface="Bebas Neue" charset="0"/>
                  </a:rPr>
                  <a:t>Step</a:t>
                </a:r>
                <a:endParaRPr lang="en-US" sz="1500" dirty="0">
                  <a:solidFill>
                    <a:schemeClr val="bg1">
                      <a:lumMod val="95000"/>
                    </a:schemeClr>
                  </a:solidFill>
                  <a:latin typeface="Bebas Neue" charset="0"/>
                  <a:ea typeface="MS PGothic" panose="020B0600070205080204" charset="-128"/>
                  <a:cs typeface="Bebas Neue" charset="0"/>
                  <a:sym typeface="Bebas Neue" charset="0"/>
                </a:endParaRPr>
              </a:p>
            </p:txBody>
          </p:sp>
        </p:grpSp>
        <p:sp>
          <p:nvSpPr>
            <p:cNvPr id="25" name="Rectangle 53"/>
            <p:cNvSpPr/>
            <p:nvPr/>
          </p:nvSpPr>
          <p:spPr bwMode="auto">
            <a:xfrm>
              <a:off x="1405046" y="3414192"/>
              <a:ext cx="1030504" cy="77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b"/>
            <a:lstStyle/>
            <a:p>
              <a:pPr algn="r"/>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grpSp>
        <p:nvGrpSpPr>
          <p:cNvPr id="28" name="Group 26"/>
          <p:cNvGrpSpPr/>
          <p:nvPr/>
        </p:nvGrpSpPr>
        <p:grpSpPr>
          <a:xfrm>
            <a:off x="3630553" y="3668539"/>
            <a:ext cx="1499243" cy="1756023"/>
            <a:chOff x="2761931" y="3122904"/>
            <a:chExt cx="1089989" cy="1276674"/>
          </a:xfrm>
        </p:grpSpPr>
        <p:grpSp>
          <p:nvGrpSpPr>
            <p:cNvPr id="29" name="Group 90"/>
            <p:cNvGrpSpPr/>
            <p:nvPr/>
          </p:nvGrpSpPr>
          <p:grpSpPr>
            <a:xfrm>
              <a:off x="3253387" y="3122904"/>
              <a:ext cx="598533" cy="243315"/>
              <a:chOff x="1958006" y="2802570"/>
              <a:chExt cx="598533" cy="243315"/>
            </a:xfrm>
          </p:grpSpPr>
          <p:sp>
            <p:nvSpPr>
              <p:cNvPr id="31" name="Rectangle 22"/>
              <p:cNvSpPr/>
              <p:nvPr/>
            </p:nvSpPr>
            <p:spPr bwMode="auto">
              <a:xfrm>
                <a:off x="2284958" y="2802570"/>
                <a:ext cx="27158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2200" dirty="0">
                    <a:solidFill>
                      <a:schemeClr val="bg1">
                        <a:lumMod val="95000"/>
                      </a:schemeClr>
                    </a:solidFill>
                    <a:latin typeface="Bebas Neue" charset="0"/>
                    <a:ea typeface="MS PGothic" panose="020B0600070205080204" charset="-128"/>
                    <a:cs typeface="Bebas Neue" charset="0"/>
                    <a:sym typeface="Bebas Neue" charset="0"/>
                  </a:rPr>
                  <a:t>2</a:t>
                </a:r>
                <a:endParaRPr lang="en-US" sz="2200" dirty="0">
                  <a:solidFill>
                    <a:schemeClr val="bg1">
                      <a:lumMod val="95000"/>
                    </a:schemeClr>
                  </a:solidFill>
                  <a:latin typeface="Bebas Neue" charset="0"/>
                  <a:ea typeface="MS PGothic" panose="020B0600070205080204" charset="-128"/>
                  <a:cs typeface="Bebas Neue" charset="0"/>
                  <a:sym typeface="Bebas Neue" charset="0"/>
                </a:endParaRPr>
              </a:p>
            </p:txBody>
          </p:sp>
          <p:sp>
            <p:nvSpPr>
              <p:cNvPr id="32" name="Rectangle 22"/>
              <p:cNvSpPr/>
              <p:nvPr/>
            </p:nvSpPr>
            <p:spPr bwMode="auto">
              <a:xfrm>
                <a:off x="1958006" y="2802570"/>
                <a:ext cx="39762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1500" dirty="0">
                    <a:solidFill>
                      <a:schemeClr val="bg1">
                        <a:lumMod val="95000"/>
                      </a:schemeClr>
                    </a:solidFill>
                    <a:latin typeface="Bebas Neue" charset="0"/>
                    <a:ea typeface="MS PGothic" panose="020B0600070205080204" charset="-128"/>
                    <a:cs typeface="Bebas Neue" charset="0"/>
                    <a:sym typeface="Bebas Neue" charset="0"/>
                  </a:rPr>
                  <a:t>Step</a:t>
                </a:r>
                <a:endParaRPr lang="en-US" sz="1500" dirty="0">
                  <a:solidFill>
                    <a:schemeClr val="bg1">
                      <a:lumMod val="95000"/>
                    </a:schemeClr>
                  </a:solidFill>
                  <a:latin typeface="Bebas Neue" charset="0"/>
                  <a:ea typeface="MS PGothic" panose="020B0600070205080204" charset="-128"/>
                  <a:cs typeface="Bebas Neue" charset="0"/>
                  <a:sym typeface="Bebas Neue" charset="0"/>
                </a:endParaRPr>
              </a:p>
            </p:txBody>
          </p:sp>
        </p:grpSp>
        <p:sp>
          <p:nvSpPr>
            <p:cNvPr id="30" name="Rectangle 53"/>
            <p:cNvSpPr/>
            <p:nvPr/>
          </p:nvSpPr>
          <p:spPr bwMode="auto">
            <a:xfrm>
              <a:off x="2761931" y="3624242"/>
              <a:ext cx="1030504" cy="77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b"/>
            <a:lstStyle/>
            <a:p>
              <a:pPr algn="r"/>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grpSp>
        <p:nvGrpSpPr>
          <p:cNvPr id="33" name="Group 50175"/>
          <p:cNvGrpSpPr/>
          <p:nvPr/>
        </p:nvGrpSpPr>
        <p:grpSpPr>
          <a:xfrm>
            <a:off x="5402682" y="3384874"/>
            <a:ext cx="1504527" cy="1603559"/>
            <a:chOff x="4050315" y="2916671"/>
            <a:chExt cx="1093830" cy="1165829"/>
          </a:xfrm>
        </p:grpSpPr>
        <p:grpSp>
          <p:nvGrpSpPr>
            <p:cNvPr id="34" name="Group 93"/>
            <p:cNvGrpSpPr/>
            <p:nvPr/>
          </p:nvGrpSpPr>
          <p:grpSpPr>
            <a:xfrm>
              <a:off x="4545612" y="3839185"/>
              <a:ext cx="598533" cy="243315"/>
              <a:chOff x="1958006" y="2802570"/>
              <a:chExt cx="598533" cy="243315"/>
            </a:xfrm>
          </p:grpSpPr>
          <p:sp>
            <p:nvSpPr>
              <p:cNvPr id="36" name="Rectangle 22"/>
              <p:cNvSpPr/>
              <p:nvPr/>
            </p:nvSpPr>
            <p:spPr bwMode="auto">
              <a:xfrm>
                <a:off x="2284958" y="2802570"/>
                <a:ext cx="27158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2200" dirty="0">
                    <a:solidFill>
                      <a:schemeClr val="bg1">
                        <a:lumMod val="95000"/>
                      </a:schemeClr>
                    </a:solidFill>
                    <a:latin typeface="Bebas Neue" charset="0"/>
                    <a:ea typeface="MS PGothic" panose="020B0600070205080204" charset="-128"/>
                    <a:cs typeface="Bebas Neue" charset="0"/>
                    <a:sym typeface="Bebas Neue" charset="0"/>
                  </a:rPr>
                  <a:t>3</a:t>
                </a:r>
                <a:endParaRPr lang="en-US" sz="2200" dirty="0">
                  <a:solidFill>
                    <a:schemeClr val="bg1">
                      <a:lumMod val="95000"/>
                    </a:schemeClr>
                  </a:solidFill>
                  <a:latin typeface="Bebas Neue" charset="0"/>
                  <a:ea typeface="MS PGothic" panose="020B0600070205080204" charset="-128"/>
                  <a:cs typeface="Bebas Neue" charset="0"/>
                  <a:sym typeface="Bebas Neue" charset="0"/>
                </a:endParaRPr>
              </a:p>
            </p:txBody>
          </p:sp>
          <p:sp>
            <p:nvSpPr>
              <p:cNvPr id="37" name="Rectangle 22"/>
              <p:cNvSpPr/>
              <p:nvPr/>
            </p:nvSpPr>
            <p:spPr bwMode="auto">
              <a:xfrm>
                <a:off x="1958006" y="2802570"/>
                <a:ext cx="39762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1500" dirty="0">
                    <a:solidFill>
                      <a:schemeClr val="bg1">
                        <a:lumMod val="95000"/>
                      </a:schemeClr>
                    </a:solidFill>
                    <a:latin typeface="Bebas Neue" charset="0"/>
                    <a:ea typeface="MS PGothic" panose="020B0600070205080204" charset="-128"/>
                    <a:cs typeface="Bebas Neue" charset="0"/>
                    <a:sym typeface="Bebas Neue" charset="0"/>
                  </a:rPr>
                  <a:t>Step</a:t>
                </a:r>
                <a:endParaRPr lang="en-US" sz="1500" dirty="0">
                  <a:solidFill>
                    <a:schemeClr val="bg1">
                      <a:lumMod val="95000"/>
                    </a:schemeClr>
                  </a:solidFill>
                  <a:latin typeface="Bebas Neue" charset="0"/>
                  <a:ea typeface="MS PGothic" panose="020B0600070205080204" charset="-128"/>
                  <a:cs typeface="Bebas Neue" charset="0"/>
                  <a:sym typeface="Bebas Neue" charset="0"/>
                </a:endParaRPr>
              </a:p>
            </p:txBody>
          </p:sp>
        </p:grpSp>
        <p:sp>
          <p:nvSpPr>
            <p:cNvPr id="35" name="Rectangle 53"/>
            <p:cNvSpPr/>
            <p:nvPr/>
          </p:nvSpPr>
          <p:spPr bwMode="auto">
            <a:xfrm>
              <a:off x="4050315" y="2916671"/>
              <a:ext cx="1030504" cy="77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b"/>
            <a:lstStyle/>
            <a:p>
              <a:pPr algn="r"/>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grpSp>
        <p:nvGrpSpPr>
          <p:cNvPr id="38" name="Group 50203"/>
          <p:cNvGrpSpPr/>
          <p:nvPr/>
        </p:nvGrpSpPr>
        <p:grpSpPr>
          <a:xfrm>
            <a:off x="8923487" y="3156868"/>
            <a:ext cx="1517150" cy="1629123"/>
            <a:chOff x="6610031" y="2750906"/>
            <a:chExt cx="1103007" cy="1184415"/>
          </a:xfrm>
        </p:grpSpPr>
        <p:grpSp>
          <p:nvGrpSpPr>
            <p:cNvPr id="39" name="Group 99"/>
            <p:cNvGrpSpPr/>
            <p:nvPr/>
          </p:nvGrpSpPr>
          <p:grpSpPr>
            <a:xfrm>
              <a:off x="7114505" y="3692006"/>
              <a:ext cx="598533" cy="243315"/>
              <a:chOff x="1958006" y="2802570"/>
              <a:chExt cx="598533" cy="243315"/>
            </a:xfrm>
          </p:grpSpPr>
          <p:sp>
            <p:nvSpPr>
              <p:cNvPr id="41" name="Rectangle 22"/>
              <p:cNvSpPr/>
              <p:nvPr/>
            </p:nvSpPr>
            <p:spPr bwMode="auto">
              <a:xfrm>
                <a:off x="2284958" y="2802570"/>
                <a:ext cx="27158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2200" dirty="0">
                    <a:solidFill>
                      <a:schemeClr val="bg1">
                        <a:lumMod val="95000"/>
                      </a:schemeClr>
                    </a:solidFill>
                    <a:latin typeface="Bebas Neue" charset="0"/>
                    <a:ea typeface="MS PGothic" panose="020B0600070205080204" charset="-128"/>
                    <a:cs typeface="Bebas Neue" charset="0"/>
                    <a:sym typeface="Bebas Neue" charset="0"/>
                  </a:rPr>
                  <a:t>5</a:t>
                </a:r>
                <a:endParaRPr lang="en-US" sz="2200" dirty="0">
                  <a:solidFill>
                    <a:schemeClr val="bg1">
                      <a:lumMod val="95000"/>
                    </a:schemeClr>
                  </a:solidFill>
                  <a:latin typeface="Bebas Neue" charset="0"/>
                  <a:ea typeface="MS PGothic" panose="020B0600070205080204" charset="-128"/>
                  <a:cs typeface="Bebas Neue" charset="0"/>
                  <a:sym typeface="Bebas Neue" charset="0"/>
                </a:endParaRPr>
              </a:p>
            </p:txBody>
          </p:sp>
          <p:sp>
            <p:nvSpPr>
              <p:cNvPr id="42" name="Rectangle 22"/>
              <p:cNvSpPr/>
              <p:nvPr/>
            </p:nvSpPr>
            <p:spPr bwMode="auto">
              <a:xfrm>
                <a:off x="1958006" y="2802570"/>
                <a:ext cx="39762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1500" dirty="0">
                    <a:solidFill>
                      <a:schemeClr val="bg1">
                        <a:lumMod val="95000"/>
                      </a:schemeClr>
                    </a:solidFill>
                    <a:latin typeface="Bebas Neue" charset="0"/>
                    <a:ea typeface="MS PGothic" panose="020B0600070205080204" charset="-128"/>
                    <a:cs typeface="Bebas Neue" charset="0"/>
                    <a:sym typeface="Bebas Neue" charset="0"/>
                  </a:rPr>
                  <a:t>Step</a:t>
                </a:r>
                <a:endParaRPr lang="en-US" sz="1500" dirty="0">
                  <a:solidFill>
                    <a:schemeClr val="bg1">
                      <a:lumMod val="95000"/>
                    </a:schemeClr>
                  </a:solidFill>
                  <a:latin typeface="Bebas Neue" charset="0"/>
                  <a:ea typeface="MS PGothic" panose="020B0600070205080204" charset="-128"/>
                  <a:cs typeface="Bebas Neue" charset="0"/>
                  <a:sym typeface="Bebas Neue" charset="0"/>
                </a:endParaRPr>
              </a:p>
            </p:txBody>
          </p:sp>
        </p:grpSp>
        <p:sp>
          <p:nvSpPr>
            <p:cNvPr id="40" name="Rectangle 53"/>
            <p:cNvSpPr/>
            <p:nvPr/>
          </p:nvSpPr>
          <p:spPr bwMode="auto">
            <a:xfrm>
              <a:off x="6610031" y="2750906"/>
              <a:ext cx="1030504" cy="77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b"/>
            <a:lstStyle/>
            <a:p>
              <a:pPr algn="r"/>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grpSp>
        <p:nvGrpSpPr>
          <p:cNvPr id="43" name="Group 50202"/>
          <p:cNvGrpSpPr/>
          <p:nvPr/>
        </p:nvGrpSpPr>
        <p:grpSpPr>
          <a:xfrm>
            <a:off x="7162668" y="3355421"/>
            <a:ext cx="1504484" cy="1886012"/>
            <a:chOff x="5329871" y="2895259"/>
            <a:chExt cx="1093799" cy="1371180"/>
          </a:xfrm>
        </p:grpSpPr>
        <p:grpSp>
          <p:nvGrpSpPr>
            <p:cNvPr id="44" name="Group 96"/>
            <p:cNvGrpSpPr/>
            <p:nvPr/>
          </p:nvGrpSpPr>
          <p:grpSpPr>
            <a:xfrm>
              <a:off x="5825137" y="2895259"/>
              <a:ext cx="598533" cy="243315"/>
              <a:chOff x="1958006" y="2802570"/>
              <a:chExt cx="598533" cy="243315"/>
            </a:xfrm>
          </p:grpSpPr>
          <p:sp>
            <p:nvSpPr>
              <p:cNvPr id="46" name="Rectangle 22"/>
              <p:cNvSpPr/>
              <p:nvPr/>
            </p:nvSpPr>
            <p:spPr bwMode="auto">
              <a:xfrm>
                <a:off x="2284958" y="2802570"/>
                <a:ext cx="27158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2200" dirty="0">
                    <a:solidFill>
                      <a:schemeClr val="bg1">
                        <a:lumMod val="95000"/>
                      </a:schemeClr>
                    </a:solidFill>
                    <a:latin typeface="Bebas Neue" charset="0"/>
                    <a:ea typeface="MS PGothic" panose="020B0600070205080204" charset="-128"/>
                    <a:cs typeface="Bebas Neue" charset="0"/>
                    <a:sym typeface="Bebas Neue" charset="0"/>
                  </a:rPr>
                  <a:t>4</a:t>
                </a:r>
                <a:endParaRPr lang="en-US" sz="2200" dirty="0">
                  <a:solidFill>
                    <a:schemeClr val="bg1">
                      <a:lumMod val="95000"/>
                    </a:schemeClr>
                  </a:solidFill>
                  <a:latin typeface="Bebas Neue" charset="0"/>
                  <a:ea typeface="MS PGothic" panose="020B0600070205080204" charset="-128"/>
                  <a:cs typeface="Bebas Neue" charset="0"/>
                  <a:sym typeface="Bebas Neue" charset="0"/>
                </a:endParaRPr>
              </a:p>
            </p:txBody>
          </p:sp>
          <p:sp>
            <p:nvSpPr>
              <p:cNvPr id="47" name="Rectangle 22"/>
              <p:cNvSpPr/>
              <p:nvPr/>
            </p:nvSpPr>
            <p:spPr bwMode="auto">
              <a:xfrm>
                <a:off x="1958006" y="2802570"/>
                <a:ext cx="397621" cy="24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r>
                  <a:rPr lang="en-US" sz="1500" dirty="0">
                    <a:solidFill>
                      <a:schemeClr val="bg1">
                        <a:lumMod val="95000"/>
                      </a:schemeClr>
                    </a:solidFill>
                    <a:latin typeface="Bebas Neue" charset="0"/>
                    <a:ea typeface="MS PGothic" panose="020B0600070205080204" charset="-128"/>
                    <a:cs typeface="Bebas Neue" charset="0"/>
                    <a:sym typeface="Bebas Neue" charset="0"/>
                  </a:rPr>
                  <a:t>Step</a:t>
                </a:r>
                <a:endParaRPr lang="en-US" sz="1500" dirty="0">
                  <a:solidFill>
                    <a:schemeClr val="bg1">
                      <a:lumMod val="95000"/>
                    </a:schemeClr>
                  </a:solidFill>
                  <a:latin typeface="Bebas Neue" charset="0"/>
                  <a:ea typeface="MS PGothic" panose="020B0600070205080204" charset="-128"/>
                  <a:cs typeface="Bebas Neue" charset="0"/>
                  <a:sym typeface="Bebas Neue" charset="0"/>
                </a:endParaRPr>
              </a:p>
            </p:txBody>
          </p:sp>
        </p:grpSp>
        <p:sp>
          <p:nvSpPr>
            <p:cNvPr id="45" name="Rectangle 53"/>
            <p:cNvSpPr/>
            <p:nvPr/>
          </p:nvSpPr>
          <p:spPr bwMode="auto">
            <a:xfrm>
              <a:off x="5329871" y="3491103"/>
              <a:ext cx="1030504" cy="77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b"/>
            <a:lstStyle/>
            <a:p>
              <a:pPr algn="r"/>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pic>
        <p:nvPicPr>
          <p:cNvPr id="48" name="Picture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56587" y="2000047"/>
            <a:ext cx="420022" cy="539644"/>
          </a:xfrm>
          <a:prstGeom prst="rect">
            <a:avLst/>
          </a:prstGeom>
        </p:spPr>
      </p:pic>
      <p:pic>
        <p:nvPicPr>
          <p:cNvPr id="49" name="Picture 1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998933" y="2000047"/>
            <a:ext cx="734208" cy="539644"/>
          </a:xfrm>
          <a:prstGeom prst="rect">
            <a:avLst/>
          </a:prstGeom>
        </p:spPr>
      </p:pic>
      <p:pic>
        <p:nvPicPr>
          <p:cNvPr id="50"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2761" y="2000047"/>
            <a:ext cx="716338" cy="539644"/>
          </a:xfrm>
          <a:prstGeom prst="rect">
            <a:avLst/>
          </a:prstGeom>
        </p:spPr>
      </p:pic>
      <p:pic>
        <p:nvPicPr>
          <p:cNvPr id="51" name="Picture 18"/>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675647" y="2000047"/>
            <a:ext cx="357964" cy="539644"/>
          </a:xfrm>
          <a:prstGeom prst="rect">
            <a:avLst/>
          </a:prstGeom>
        </p:spPr>
      </p:pic>
      <p:pic>
        <p:nvPicPr>
          <p:cNvPr id="52" name="Picture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93783" y="2000047"/>
            <a:ext cx="468141" cy="539644"/>
          </a:xfrm>
          <a:prstGeom prst="rect">
            <a:avLst/>
          </a:prstGeom>
        </p:spPr>
      </p:pic>
      <p:sp>
        <p:nvSpPr>
          <p:cNvPr id="2" name="文本框 1"/>
          <p:cNvSpPr txBox="1"/>
          <p:nvPr userDrawn="1"/>
        </p:nvSpPr>
        <p:spPr>
          <a:xfrm>
            <a:off x="0" y="56647"/>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Rectangle 20"/>
          <p:cNvSpPr/>
          <p:nvPr/>
        </p:nvSpPr>
        <p:spPr>
          <a:xfrm>
            <a:off x="3124202" y="4334530"/>
            <a:ext cx="5943598" cy="600164"/>
          </a:xfrm>
          <a:prstGeom prst="rect">
            <a:avLst/>
          </a:prstGeom>
        </p:spPr>
        <p:txBody>
          <a:bodyPr wrap="square">
            <a:spAutoFit/>
          </a:bodyPr>
          <a:lstStyle/>
          <a:p>
            <a:pPr algn="ctr"/>
            <a:r>
              <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 An action plan with executable, actionable and creative ideas can effectively enhance the company's reputation and brand reputation.</a:t>
            </a:r>
            <a:endParaRPr lang="en-US" altLang="zh-CN" sz="1100" dirty="0">
              <a:solidFill>
                <a:schemeClr val="tx1">
                  <a:lumMod val="50000"/>
                  <a:lumOff val="50000"/>
                </a:schemeClr>
              </a:solidFill>
              <a:latin typeface="思源黑体 CN Regular" panose="020B0500000000000000" pitchFamily="34" charset="-122"/>
              <a:ea typeface="思源黑体 CN Regular" panose="020B0500000000000000" pitchFamily="34" charset="-122"/>
            </a:endParaRPr>
          </a:p>
        </p:txBody>
      </p:sp>
      <p:grpSp>
        <p:nvGrpSpPr>
          <p:cNvPr id="5"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854027" y="1609726"/>
            <a:ext cx="2483946" cy="798666"/>
            <a:chOff x="3373404" y="2539845"/>
            <a:chExt cx="5445192" cy="1750802"/>
          </a:xfrm>
        </p:grpSpPr>
        <p:sp>
          <p:nvSpPr>
            <p:cNvPr id="6"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65"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8"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69"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2"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02" name="文本框 101"/>
          <p:cNvSpPr txBox="1"/>
          <p:nvPr/>
        </p:nvSpPr>
        <p:spPr>
          <a:xfrm>
            <a:off x="2162629" y="3007475"/>
            <a:ext cx="7866742" cy="830997"/>
          </a:xfrm>
          <a:prstGeom prst="rect">
            <a:avLst/>
          </a:prstGeom>
          <a:noFill/>
        </p:spPr>
        <p:txBody>
          <a:bodyPr wrap="square" rtlCol="0">
            <a:spAutoFit/>
          </a:bodyPr>
          <a:lstStyle/>
          <a:p>
            <a:pPr algn="ctr"/>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论文归纳与总结</a:t>
            </a:r>
            <a:endPar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3949702" y="3751388"/>
            <a:ext cx="4292596"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rPr>
              <a:t>The induction and summary of the thesis</a:t>
            </a:r>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p:cNvSpPr/>
          <p:nvPr/>
        </p:nvSpPr>
        <p:spPr bwMode="auto">
          <a:xfrm>
            <a:off x="1183561" y="2068211"/>
            <a:ext cx="3530485" cy="3811889"/>
          </a:xfrm>
          <a:prstGeom prst="rect">
            <a:avLst/>
          </a:prstGeom>
          <a:solidFill>
            <a:srgbClr val="28292E">
              <a:alpha val="90000"/>
            </a:srgb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6000" b="0" i="0" u="none" strike="noStrike" cap="none" normalizeH="0" baseline="0">
              <a:ln>
                <a:noFill/>
              </a:ln>
              <a:solidFill>
                <a:schemeClr val="bg1"/>
              </a:solidFill>
              <a:effectLst/>
              <a:latin typeface="Gill Sans" charset="0"/>
              <a:ea typeface="ヒラギノ角ゴ ProN W3" charset="0"/>
              <a:cs typeface="ヒラギノ角ゴ ProN W3" charset="0"/>
              <a:sym typeface="Gill Sans" charset="0"/>
            </a:endParaRPr>
          </a:p>
        </p:txBody>
      </p:sp>
      <p:sp>
        <p:nvSpPr>
          <p:cNvPr id="3" name="Freeform 6"/>
          <p:cNvSpPr/>
          <p:nvPr/>
        </p:nvSpPr>
        <p:spPr bwMode="auto">
          <a:xfrm>
            <a:off x="5741436" y="1685355"/>
            <a:ext cx="1392946" cy="4182045"/>
          </a:xfrm>
          <a:custGeom>
            <a:avLst/>
            <a:gdLst>
              <a:gd name="T0" fmla="*/ 617 w 1235"/>
              <a:gd name="T1" fmla="*/ 0 h 3683"/>
              <a:gd name="T2" fmla="*/ 681 w 1235"/>
              <a:gd name="T3" fmla="*/ 4 h 3683"/>
              <a:gd name="T4" fmla="*/ 742 w 1235"/>
              <a:gd name="T5" fmla="*/ 13 h 3683"/>
              <a:gd name="T6" fmla="*/ 801 w 1235"/>
              <a:gd name="T7" fmla="*/ 28 h 3683"/>
              <a:gd name="T8" fmla="*/ 858 w 1235"/>
              <a:gd name="T9" fmla="*/ 49 h 3683"/>
              <a:gd name="T10" fmla="*/ 912 w 1235"/>
              <a:gd name="T11" fmla="*/ 76 h 3683"/>
              <a:gd name="T12" fmla="*/ 962 w 1235"/>
              <a:gd name="T13" fmla="*/ 106 h 3683"/>
              <a:gd name="T14" fmla="*/ 1010 w 1235"/>
              <a:gd name="T15" fmla="*/ 142 h 3683"/>
              <a:gd name="T16" fmla="*/ 1054 w 1235"/>
              <a:gd name="T17" fmla="*/ 182 h 3683"/>
              <a:gd name="T18" fmla="*/ 1093 w 1235"/>
              <a:gd name="T19" fmla="*/ 226 h 3683"/>
              <a:gd name="T20" fmla="*/ 1129 w 1235"/>
              <a:gd name="T21" fmla="*/ 273 h 3683"/>
              <a:gd name="T22" fmla="*/ 1161 w 1235"/>
              <a:gd name="T23" fmla="*/ 323 h 3683"/>
              <a:gd name="T24" fmla="*/ 1186 w 1235"/>
              <a:gd name="T25" fmla="*/ 378 h 3683"/>
              <a:gd name="T26" fmla="*/ 1207 w 1235"/>
              <a:gd name="T27" fmla="*/ 434 h 3683"/>
              <a:gd name="T28" fmla="*/ 1222 w 1235"/>
              <a:gd name="T29" fmla="*/ 493 h 3683"/>
              <a:gd name="T30" fmla="*/ 1231 w 1235"/>
              <a:gd name="T31" fmla="*/ 555 h 3683"/>
              <a:gd name="T32" fmla="*/ 1235 w 1235"/>
              <a:gd name="T33" fmla="*/ 618 h 3683"/>
              <a:gd name="T34" fmla="*/ 1233 w 1235"/>
              <a:gd name="T35" fmla="*/ 658 h 3683"/>
              <a:gd name="T36" fmla="*/ 1233 w 1235"/>
              <a:gd name="T37" fmla="*/ 3683 h 3683"/>
              <a:gd name="T38" fmla="*/ 0 w 1235"/>
              <a:gd name="T39" fmla="*/ 3683 h 3683"/>
              <a:gd name="T40" fmla="*/ 0 w 1235"/>
              <a:gd name="T41" fmla="*/ 607 h 3683"/>
              <a:gd name="T42" fmla="*/ 1 w 1235"/>
              <a:gd name="T43" fmla="*/ 607 h 3683"/>
              <a:gd name="T44" fmla="*/ 6 w 1235"/>
              <a:gd name="T45" fmla="*/ 540 h 3683"/>
              <a:gd name="T46" fmla="*/ 17 w 1235"/>
              <a:gd name="T47" fmla="*/ 477 h 3683"/>
              <a:gd name="T48" fmla="*/ 35 w 1235"/>
              <a:gd name="T49" fmla="*/ 415 h 3683"/>
              <a:gd name="T50" fmla="*/ 59 w 1235"/>
              <a:gd name="T51" fmla="*/ 356 h 3683"/>
              <a:gd name="T52" fmla="*/ 89 w 1235"/>
              <a:gd name="T53" fmla="*/ 301 h 3683"/>
              <a:gd name="T54" fmla="*/ 123 w 1235"/>
              <a:gd name="T55" fmla="*/ 248 h 3683"/>
              <a:gd name="T56" fmla="*/ 164 w 1235"/>
              <a:gd name="T57" fmla="*/ 200 h 3683"/>
              <a:gd name="T58" fmla="*/ 208 w 1235"/>
              <a:gd name="T59" fmla="*/ 156 h 3683"/>
              <a:gd name="T60" fmla="*/ 257 w 1235"/>
              <a:gd name="T61" fmla="*/ 117 h 3683"/>
              <a:gd name="T62" fmla="*/ 309 w 1235"/>
              <a:gd name="T63" fmla="*/ 83 h 3683"/>
              <a:gd name="T64" fmla="*/ 365 w 1235"/>
              <a:gd name="T65" fmla="*/ 54 h 3683"/>
              <a:gd name="T66" fmla="*/ 425 w 1235"/>
              <a:gd name="T67" fmla="*/ 32 h 3683"/>
              <a:gd name="T68" fmla="*/ 486 w 1235"/>
              <a:gd name="T69" fmla="*/ 15 h 3683"/>
              <a:gd name="T70" fmla="*/ 551 w 1235"/>
              <a:gd name="T71" fmla="*/ 4 h 3683"/>
              <a:gd name="T72" fmla="*/ 617 w 1235"/>
              <a:gd name="T73" fmla="*/ 0 h 3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5" h="3683">
                <a:moveTo>
                  <a:pt x="617" y="0"/>
                </a:moveTo>
                <a:lnTo>
                  <a:pt x="681" y="4"/>
                </a:lnTo>
                <a:lnTo>
                  <a:pt x="742" y="13"/>
                </a:lnTo>
                <a:lnTo>
                  <a:pt x="801" y="28"/>
                </a:lnTo>
                <a:lnTo>
                  <a:pt x="858" y="49"/>
                </a:lnTo>
                <a:lnTo>
                  <a:pt x="912" y="76"/>
                </a:lnTo>
                <a:lnTo>
                  <a:pt x="962" y="106"/>
                </a:lnTo>
                <a:lnTo>
                  <a:pt x="1010" y="142"/>
                </a:lnTo>
                <a:lnTo>
                  <a:pt x="1054" y="182"/>
                </a:lnTo>
                <a:lnTo>
                  <a:pt x="1093" y="226"/>
                </a:lnTo>
                <a:lnTo>
                  <a:pt x="1129" y="273"/>
                </a:lnTo>
                <a:lnTo>
                  <a:pt x="1161" y="323"/>
                </a:lnTo>
                <a:lnTo>
                  <a:pt x="1186" y="378"/>
                </a:lnTo>
                <a:lnTo>
                  <a:pt x="1207" y="434"/>
                </a:lnTo>
                <a:lnTo>
                  <a:pt x="1222" y="493"/>
                </a:lnTo>
                <a:lnTo>
                  <a:pt x="1231" y="555"/>
                </a:lnTo>
                <a:lnTo>
                  <a:pt x="1235" y="618"/>
                </a:lnTo>
                <a:lnTo>
                  <a:pt x="1233" y="658"/>
                </a:lnTo>
                <a:lnTo>
                  <a:pt x="1233" y="3683"/>
                </a:lnTo>
                <a:lnTo>
                  <a:pt x="0" y="3683"/>
                </a:lnTo>
                <a:lnTo>
                  <a:pt x="0" y="607"/>
                </a:lnTo>
                <a:lnTo>
                  <a:pt x="1" y="607"/>
                </a:lnTo>
                <a:lnTo>
                  <a:pt x="6" y="540"/>
                </a:lnTo>
                <a:lnTo>
                  <a:pt x="17" y="477"/>
                </a:lnTo>
                <a:lnTo>
                  <a:pt x="35" y="415"/>
                </a:lnTo>
                <a:lnTo>
                  <a:pt x="59" y="356"/>
                </a:lnTo>
                <a:lnTo>
                  <a:pt x="89" y="301"/>
                </a:lnTo>
                <a:lnTo>
                  <a:pt x="123" y="248"/>
                </a:lnTo>
                <a:lnTo>
                  <a:pt x="164" y="200"/>
                </a:lnTo>
                <a:lnTo>
                  <a:pt x="208" y="156"/>
                </a:lnTo>
                <a:lnTo>
                  <a:pt x="257" y="117"/>
                </a:lnTo>
                <a:lnTo>
                  <a:pt x="309" y="83"/>
                </a:lnTo>
                <a:lnTo>
                  <a:pt x="365" y="54"/>
                </a:lnTo>
                <a:lnTo>
                  <a:pt x="425" y="32"/>
                </a:lnTo>
                <a:lnTo>
                  <a:pt x="486" y="15"/>
                </a:lnTo>
                <a:lnTo>
                  <a:pt x="551" y="4"/>
                </a:lnTo>
                <a:lnTo>
                  <a:pt x="617" y="0"/>
                </a:lnTo>
                <a:close/>
              </a:path>
            </a:pathLst>
          </a:custGeom>
          <a:solidFill>
            <a:schemeClr val="bg1">
              <a:lumMod val="95000"/>
            </a:schemeClr>
          </a:solidFill>
          <a:ln w="0">
            <a:noFill/>
            <a:prstDash val="solid"/>
            <a:round/>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en-US" sz="2000"/>
          </a:p>
        </p:txBody>
      </p:sp>
      <p:pic>
        <p:nvPicPr>
          <p:cNvPr id="7" name="Picture 7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45492" y="5092290"/>
            <a:ext cx="569333" cy="557946"/>
          </a:xfrm>
          <a:prstGeom prst="rect">
            <a:avLst/>
          </a:prstGeom>
        </p:spPr>
      </p:pic>
      <p:sp>
        <p:nvSpPr>
          <p:cNvPr id="8" name="Freeform 6"/>
          <p:cNvSpPr/>
          <p:nvPr/>
        </p:nvSpPr>
        <p:spPr bwMode="auto">
          <a:xfrm>
            <a:off x="7678465" y="1685355"/>
            <a:ext cx="1392946" cy="4182045"/>
          </a:xfrm>
          <a:custGeom>
            <a:avLst/>
            <a:gdLst>
              <a:gd name="T0" fmla="*/ 617 w 1235"/>
              <a:gd name="T1" fmla="*/ 0 h 3683"/>
              <a:gd name="T2" fmla="*/ 681 w 1235"/>
              <a:gd name="T3" fmla="*/ 4 h 3683"/>
              <a:gd name="T4" fmla="*/ 742 w 1235"/>
              <a:gd name="T5" fmla="*/ 13 h 3683"/>
              <a:gd name="T6" fmla="*/ 801 w 1235"/>
              <a:gd name="T7" fmla="*/ 28 h 3683"/>
              <a:gd name="T8" fmla="*/ 858 w 1235"/>
              <a:gd name="T9" fmla="*/ 49 h 3683"/>
              <a:gd name="T10" fmla="*/ 912 w 1235"/>
              <a:gd name="T11" fmla="*/ 76 h 3683"/>
              <a:gd name="T12" fmla="*/ 962 w 1235"/>
              <a:gd name="T13" fmla="*/ 106 h 3683"/>
              <a:gd name="T14" fmla="*/ 1010 w 1235"/>
              <a:gd name="T15" fmla="*/ 142 h 3683"/>
              <a:gd name="T16" fmla="*/ 1054 w 1235"/>
              <a:gd name="T17" fmla="*/ 182 h 3683"/>
              <a:gd name="T18" fmla="*/ 1093 w 1235"/>
              <a:gd name="T19" fmla="*/ 226 h 3683"/>
              <a:gd name="T20" fmla="*/ 1129 w 1235"/>
              <a:gd name="T21" fmla="*/ 273 h 3683"/>
              <a:gd name="T22" fmla="*/ 1161 w 1235"/>
              <a:gd name="T23" fmla="*/ 323 h 3683"/>
              <a:gd name="T24" fmla="*/ 1186 w 1235"/>
              <a:gd name="T25" fmla="*/ 378 h 3683"/>
              <a:gd name="T26" fmla="*/ 1207 w 1235"/>
              <a:gd name="T27" fmla="*/ 434 h 3683"/>
              <a:gd name="T28" fmla="*/ 1222 w 1235"/>
              <a:gd name="T29" fmla="*/ 493 h 3683"/>
              <a:gd name="T30" fmla="*/ 1231 w 1235"/>
              <a:gd name="T31" fmla="*/ 555 h 3683"/>
              <a:gd name="T32" fmla="*/ 1235 w 1235"/>
              <a:gd name="T33" fmla="*/ 618 h 3683"/>
              <a:gd name="T34" fmla="*/ 1233 w 1235"/>
              <a:gd name="T35" fmla="*/ 658 h 3683"/>
              <a:gd name="T36" fmla="*/ 1233 w 1235"/>
              <a:gd name="T37" fmla="*/ 3683 h 3683"/>
              <a:gd name="T38" fmla="*/ 0 w 1235"/>
              <a:gd name="T39" fmla="*/ 3683 h 3683"/>
              <a:gd name="T40" fmla="*/ 0 w 1235"/>
              <a:gd name="T41" fmla="*/ 607 h 3683"/>
              <a:gd name="T42" fmla="*/ 1 w 1235"/>
              <a:gd name="T43" fmla="*/ 607 h 3683"/>
              <a:gd name="T44" fmla="*/ 6 w 1235"/>
              <a:gd name="T45" fmla="*/ 540 h 3683"/>
              <a:gd name="T46" fmla="*/ 17 w 1235"/>
              <a:gd name="T47" fmla="*/ 477 h 3683"/>
              <a:gd name="T48" fmla="*/ 35 w 1235"/>
              <a:gd name="T49" fmla="*/ 415 h 3683"/>
              <a:gd name="T50" fmla="*/ 59 w 1235"/>
              <a:gd name="T51" fmla="*/ 356 h 3683"/>
              <a:gd name="T52" fmla="*/ 89 w 1235"/>
              <a:gd name="T53" fmla="*/ 301 h 3683"/>
              <a:gd name="T54" fmla="*/ 123 w 1235"/>
              <a:gd name="T55" fmla="*/ 248 h 3683"/>
              <a:gd name="T56" fmla="*/ 164 w 1235"/>
              <a:gd name="T57" fmla="*/ 200 h 3683"/>
              <a:gd name="T58" fmla="*/ 208 w 1235"/>
              <a:gd name="T59" fmla="*/ 156 h 3683"/>
              <a:gd name="T60" fmla="*/ 257 w 1235"/>
              <a:gd name="T61" fmla="*/ 117 h 3683"/>
              <a:gd name="T62" fmla="*/ 309 w 1235"/>
              <a:gd name="T63" fmla="*/ 83 h 3683"/>
              <a:gd name="T64" fmla="*/ 365 w 1235"/>
              <a:gd name="T65" fmla="*/ 54 h 3683"/>
              <a:gd name="T66" fmla="*/ 425 w 1235"/>
              <a:gd name="T67" fmla="*/ 32 h 3683"/>
              <a:gd name="T68" fmla="*/ 486 w 1235"/>
              <a:gd name="T69" fmla="*/ 15 h 3683"/>
              <a:gd name="T70" fmla="*/ 551 w 1235"/>
              <a:gd name="T71" fmla="*/ 4 h 3683"/>
              <a:gd name="T72" fmla="*/ 617 w 1235"/>
              <a:gd name="T73" fmla="*/ 0 h 3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5" h="3683">
                <a:moveTo>
                  <a:pt x="617" y="0"/>
                </a:moveTo>
                <a:lnTo>
                  <a:pt x="681" y="4"/>
                </a:lnTo>
                <a:lnTo>
                  <a:pt x="742" y="13"/>
                </a:lnTo>
                <a:lnTo>
                  <a:pt x="801" y="28"/>
                </a:lnTo>
                <a:lnTo>
                  <a:pt x="858" y="49"/>
                </a:lnTo>
                <a:lnTo>
                  <a:pt x="912" y="76"/>
                </a:lnTo>
                <a:lnTo>
                  <a:pt x="962" y="106"/>
                </a:lnTo>
                <a:lnTo>
                  <a:pt x="1010" y="142"/>
                </a:lnTo>
                <a:lnTo>
                  <a:pt x="1054" y="182"/>
                </a:lnTo>
                <a:lnTo>
                  <a:pt x="1093" y="226"/>
                </a:lnTo>
                <a:lnTo>
                  <a:pt x="1129" y="273"/>
                </a:lnTo>
                <a:lnTo>
                  <a:pt x="1161" y="323"/>
                </a:lnTo>
                <a:lnTo>
                  <a:pt x="1186" y="378"/>
                </a:lnTo>
                <a:lnTo>
                  <a:pt x="1207" y="434"/>
                </a:lnTo>
                <a:lnTo>
                  <a:pt x="1222" y="493"/>
                </a:lnTo>
                <a:lnTo>
                  <a:pt x="1231" y="555"/>
                </a:lnTo>
                <a:lnTo>
                  <a:pt x="1235" y="618"/>
                </a:lnTo>
                <a:lnTo>
                  <a:pt x="1233" y="658"/>
                </a:lnTo>
                <a:lnTo>
                  <a:pt x="1233" y="3683"/>
                </a:lnTo>
                <a:lnTo>
                  <a:pt x="0" y="3683"/>
                </a:lnTo>
                <a:lnTo>
                  <a:pt x="0" y="607"/>
                </a:lnTo>
                <a:lnTo>
                  <a:pt x="1" y="607"/>
                </a:lnTo>
                <a:lnTo>
                  <a:pt x="6" y="540"/>
                </a:lnTo>
                <a:lnTo>
                  <a:pt x="17" y="477"/>
                </a:lnTo>
                <a:lnTo>
                  <a:pt x="35" y="415"/>
                </a:lnTo>
                <a:lnTo>
                  <a:pt x="59" y="356"/>
                </a:lnTo>
                <a:lnTo>
                  <a:pt x="89" y="301"/>
                </a:lnTo>
                <a:lnTo>
                  <a:pt x="123" y="248"/>
                </a:lnTo>
                <a:lnTo>
                  <a:pt x="164" y="200"/>
                </a:lnTo>
                <a:lnTo>
                  <a:pt x="208" y="156"/>
                </a:lnTo>
                <a:lnTo>
                  <a:pt x="257" y="117"/>
                </a:lnTo>
                <a:lnTo>
                  <a:pt x="309" y="83"/>
                </a:lnTo>
                <a:lnTo>
                  <a:pt x="365" y="54"/>
                </a:lnTo>
                <a:lnTo>
                  <a:pt x="425" y="32"/>
                </a:lnTo>
                <a:lnTo>
                  <a:pt x="486" y="15"/>
                </a:lnTo>
                <a:lnTo>
                  <a:pt x="551" y="4"/>
                </a:lnTo>
                <a:lnTo>
                  <a:pt x="617" y="0"/>
                </a:lnTo>
                <a:close/>
              </a:path>
            </a:pathLst>
          </a:custGeom>
          <a:solidFill>
            <a:schemeClr val="bg1">
              <a:lumMod val="95000"/>
            </a:schemeClr>
          </a:solidFill>
          <a:ln w="0">
            <a:noFill/>
            <a:prstDash val="solid"/>
            <a:round/>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en-US" sz="2000"/>
          </a:p>
        </p:txBody>
      </p:sp>
      <p:pic>
        <p:nvPicPr>
          <p:cNvPr id="12" name="Picture 1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0051" y="5092290"/>
            <a:ext cx="434269" cy="557946"/>
          </a:xfrm>
          <a:prstGeom prst="rect">
            <a:avLst/>
          </a:prstGeom>
        </p:spPr>
      </p:pic>
      <p:sp>
        <p:nvSpPr>
          <p:cNvPr id="13" name="Freeform 6"/>
          <p:cNvSpPr/>
          <p:nvPr/>
        </p:nvSpPr>
        <p:spPr bwMode="auto">
          <a:xfrm>
            <a:off x="9615494" y="1685355"/>
            <a:ext cx="1392946" cy="4182045"/>
          </a:xfrm>
          <a:custGeom>
            <a:avLst/>
            <a:gdLst>
              <a:gd name="T0" fmla="*/ 617 w 1235"/>
              <a:gd name="T1" fmla="*/ 0 h 3683"/>
              <a:gd name="T2" fmla="*/ 681 w 1235"/>
              <a:gd name="T3" fmla="*/ 4 h 3683"/>
              <a:gd name="T4" fmla="*/ 742 w 1235"/>
              <a:gd name="T5" fmla="*/ 13 h 3683"/>
              <a:gd name="T6" fmla="*/ 801 w 1235"/>
              <a:gd name="T7" fmla="*/ 28 h 3683"/>
              <a:gd name="T8" fmla="*/ 858 w 1235"/>
              <a:gd name="T9" fmla="*/ 49 h 3683"/>
              <a:gd name="T10" fmla="*/ 912 w 1235"/>
              <a:gd name="T11" fmla="*/ 76 h 3683"/>
              <a:gd name="T12" fmla="*/ 962 w 1235"/>
              <a:gd name="T13" fmla="*/ 106 h 3683"/>
              <a:gd name="T14" fmla="*/ 1010 w 1235"/>
              <a:gd name="T15" fmla="*/ 142 h 3683"/>
              <a:gd name="T16" fmla="*/ 1054 w 1235"/>
              <a:gd name="T17" fmla="*/ 182 h 3683"/>
              <a:gd name="T18" fmla="*/ 1093 w 1235"/>
              <a:gd name="T19" fmla="*/ 226 h 3683"/>
              <a:gd name="T20" fmla="*/ 1129 w 1235"/>
              <a:gd name="T21" fmla="*/ 273 h 3683"/>
              <a:gd name="T22" fmla="*/ 1161 w 1235"/>
              <a:gd name="T23" fmla="*/ 323 h 3683"/>
              <a:gd name="T24" fmla="*/ 1186 w 1235"/>
              <a:gd name="T25" fmla="*/ 378 h 3683"/>
              <a:gd name="T26" fmla="*/ 1207 w 1235"/>
              <a:gd name="T27" fmla="*/ 434 h 3683"/>
              <a:gd name="T28" fmla="*/ 1222 w 1235"/>
              <a:gd name="T29" fmla="*/ 493 h 3683"/>
              <a:gd name="T30" fmla="*/ 1231 w 1235"/>
              <a:gd name="T31" fmla="*/ 555 h 3683"/>
              <a:gd name="T32" fmla="*/ 1235 w 1235"/>
              <a:gd name="T33" fmla="*/ 618 h 3683"/>
              <a:gd name="T34" fmla="*/ 1233 w 1235"/>
              <a:gd name="T35" fmla="*/ 658 h 3683"/>
              <a:gd name="T36" fmla="*/ 1233 w 1235"/>
              <a:gd name="T37" fmla="*/ 3683 h 3683"/>
              <a:gd name="T38" fmla="*/ 0 w 1235"/>
              <a:gd name="T39" fmla="*/ 3683 h 3683"/>
              <a:gd name="T40" fmla="*/ 0 w 1235"/>
              <a:gd name="T41" fmla="*/ 607 h 3683"/>
              <a:gd name="T42" fmla="*/ 1 w 1235"/>
              <a:gd name="T43" fmla="*/ 607 h 3683"/>
              <a:gd name="T44" fmla="*/ 6 w 1235"/>
              <a:gd name="T45" fmla="*/ 540 h 3683"/>
              <a:gd name="T46" fmla="*/ 17 w 1235"/>
              <a:gd name="T47" fmla="*/ 477 h 3683"/>
              <a:gd name="T48" fmla="*/ 35 w 1235"/>
              <a:gd name="T49" fmla="*/ 415 h 3683"/>
              <a:gd name="T50" fmla="*/ 59 w 1235"/>
              <a:gd name="T51" fmla="*/ 356 h 3683"/>
              <a:gd name="T52" fmla="*/ 89 w 1235"/>
              <a:gd name="T53" fmla="*/ 301 h 3683"/>
              <a:gd name="T54" fmla="*/ 123 w 1235"/>
              <a:gd name="T55" fmla="*/ 248 h 3683"/>
              <a:gd name="T56" fmla="*/ 164 w 1235"/>
              <a:gd name="T57" fmla="*/ 200 h 3683"/>
              <a:gd name="T58" fmla="*/ 208 w 1235"/>
              <a:gd name="T59" fmla="*/ 156 h 3683"/>
              <a:gd name="T60" fmla="*/ 257 w 1235"/>
              <a:gd name="T61" fmla="*/ 117 h 3683"/>
              <a:gd name="T62" fmla="*/ 309 w 1235"/>
              <a:gd name="T63" fmla="*/ 83 h 3683"/>
              <a:gd name="T64" fmla="*/ 365 w 1235"/>
              <a:gd name="T65" fmla="*/ 54 h 3683"/>
              <a:gd name="T66" fmla="*/ 425 w 1235"/>
              <a:gd name="T67" fmla="*/ 32 h 3683"/>
              <a:gd name="T68" fmla="*/ 486 w 1235"/>
              <a:gd name="T69" fmla="*/ 15 h 3683"/>
              <a:gd name="T70" fmla="*/ 551 w 1235"/>
              <a:gd name="T71" fmla="*/ 4 h 3683"/>
              <a:gd name="T72" fmla="*/ 617 w 1235"/>
              <a:gd name="T73" fmla="*/ 0 h 3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5" h="3683">
                <a:moveTo>
                  <a:pt x="617" y="0"/>
                </a:moveTo>
                <a:lnTo>
                  <a:pt x="681" y="4"/>
                </a:lnTo>
                <a:lnTo>
                  <a:pt x="742" y="13"/>
                </a:lnTo>
                <a:lnTo>
                  <a:pt x="801" y="28"/>
                </a:lnTo>
                <a:lnTo>
                  <a:pt x="858" y="49"/>
                </a:lnTo>
                <a:lnTo>
                  <a:pt x="912" y="76"/>
                </a:lnTo>
                <a:lnTo>
                  <a:pt x="962" y="106"/>
                </a:lnTo>
                <a:lnTo>
                  <a:pt x="1010" y="142"/>
                </a:lnTo>
                <a:lnTo>
                  <a:pt x="1054" y="182"/>
                </a:lnTo>
                <a:lnTo>
                  <a:pt x="1093" y="226"/>
                </a:lnTo>
                <a:lnTo>
                  <a:pt x="1129" y="273"/>
                </a:lnTo>
                <a:lnTo>
                  <a:pt x="1161" y="323"/>
                </a:lnTo>
                <a:lnTo>
                  <a:pt x="1186" y="378"/>
                </a:lnTo>
                <a:lnTo>
                  <a:pt x="1207" y="434"/>
                </a:lnTo>
                <a:lnTo>
                  <a:pt x="1222" y="493"/>
                </a:lnTo>
                <a:lnTo>
                  <a:pt x="1231" y="555"/>
                </a:lnTo>
                <a:lnTo>
                  <a:pt x="1235" y="618"/>
                </a:lnTo>
                <a:lnTo>
                  <a:pt x="1233" y="658"/>
                </a:lnTo>
                <a:lnTo>
                  <a:pt x="1233" y="3683"/>
                </a:lnTo>
                <a:lnTo>
                  <a:pt x="0" y="3683"/>
                </a:lnTo>
                <a:lnTo>
                  <a:pt x="0" y="607"/>
                </a:lnTo>
                <a:lnTo>
                  <a:pt x="1" y="607"/>
                </a:lnTo>
                <a:lnTo>
                  <a:pt x="6" y="540"/>
                </a:lnTo>
                <a:lnTo>
                  <a:pt x="17" y="477"/>
                </a:lnTo>
                <a:lnTo>
                  <a:pt x="35" y="415"/>
                </a:lnTo>
                <a:lnTo>
                  <a:pt x="59" y="356"/>
                </a:lnTo>
                <a:lnTo>
                  <a:pt x="89" y="301"/>
                </a:lnTo>
                <a:lnTo>
                  <a:pt x="123" y="248"/>
                </a:lnTo>
                <a:lnTo>
                  <a:pt x="164" y="200"/>
                </a:lnTo>
                <a:lnTo>
                  <a:pt x="208" y="156"/>
                </a:lnTo>
                <a:lnTo>
                  <a:pt x="257" y="117"/>
                </a:lnTo>
                <a:lnTo>
                  <a:pt x="309" y="83"/>
                </a:lnTo>
                <a:lnTo>
                  <a:pt x="365" y="54"/>
                </a:lnTo>
                <a:lnTo>
                  <a:pt x="425" y="32"/>
                </a:lnTo>
                <a:lnTo>
                  <a:pt x="486" y="15"/>
                </a:lnTo>
                <a:lnTo>
                  <a:pt x="551" y="4"/>
                </a:lnTo>
                <a:lnTo>
                  <a:pt x="617" y="0"/>
                </a:lnTo>
                <a:close/>
              </a:path>
            </a:pathLst>
          </a:custGeom>
          <a:solidFill>
            <a:schemeClr val="bg1">
              <a:lumMod val="95000"/>
            </a:schemeClr>
          </a:solidFill>
          <a:ln w="0">
            <a:noFill/>
            <a:prstDash val="solid"/>
            <a:round/>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en-US" sz="2000"/>
          </a:p>
        </p:txBody>
      </p:sp>
      <p:pic>
        <p:nvPicPr>
          <p:cNvPr id="17" name="Picture 1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25244" y="5092290"/>
            <a:ext cx="557946" cy="557946"/>
          </a:xfrm>
          <a:prstGeom prst="rect">
            <a:avLst/>
          </a:prstGeom>
        </p:spPr>
      </p:pic>
      <p:sp>
        <p:nvSpPr>
          <p:cNvPr id="32" name="椭圆 31"/>
          <p:cNvSpPr/>
          <p:nvPr/>
        </p:nvSpPr>
        <p:spPr>
          <a:xfrm>
            <a:off x="5980709" y="1905975"/>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8292E"/>
                </a:solidFill>
                <a:latin typeface="思源黑体 CN Regular" panose="020B0500000000000000" pitchFamily="34" charset="-122"/>
                <a:ea typeface="思源黑体 CN Regular" panose="020B0500000000000000" pitchFamily="34" charset="-122"/>
              </a:rPr>
              <a:t>01</a:t>
            </a:r>
            <a:endParaRPr lang="zh-CN" altLang="en-US" sz="2400" dirty="0">
              <a:solidFill>
                <a:srgbClr val="28292E"/>
              </a:solidFill>
              <a:latin typeface="思源黑体 CN Regular" panose="020B0500000000000000" pitchFamily="34" charset="-122"/>
              <a:ea typeface="思源黑体 CN Regular" panose="020B0500000000000000" pitchFamily="34" charset="-122"/>
            </a:endParaRPr>
          </a:p>
        </p:txBody>
      </p:sp>
      <p:sp>
        <p:nvSpPr>
          <p:cNvPr id="33" name="椭圆 32"/>
          <p:cNvSpPr/>
          <p:nvPr/>
        </p:nvSpPr>
        <p:spPr>
          <a:xfrm>
            <a:off x="7917738" y="1905975"/>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8292E"/>
                </a:solidFill>
                <a:latin typeface="思源黑体 CN Regular" panose="020B0500000000000000" pitchFamily="34" charset="-122"/>
                <a:ea typeface="思源黑体 CN Regular" panose="020B0500000000000000" pitchFamily="34" charset="-122"/>
              </a:rPr>
              <a:t>02</a:t>
            </a:r>
            <a:endParaRPr lang="zh-CN" altLang="en-US" sz="2400" dirty="0">
              <a:solidFill>
                <a:srgbClr val="28292E"/>
              </a:solidFill>
              <a:latin typeface="思源黑体 CN Regular" panose="020B0500000000000000" pitchFamily="34" charset="-122"/>
              <a:ea typeface="思源黑体 CN Regular" panose="020B0500000000000000" pitchFamily="34" charset="-122"/>
            </a:endParaRPr>
          </a:p>
        </p:txBody>
      </p:sp>
      <p:sp>
        <p:nvSpPr>
          <p:cNvPr id="34" name="椭圆 33"/>
          <p:cNvSpPr/>
          <p:nvPr/>
        </p:nvSpPr>
        <p:spPr>
          <a:xfrm>
            <a:off x="9854767" y="1905975"/>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8292E"/>
                </a:solidFill>
                <a:latin typeface="思源黑体 CN Regular" panose="020B0500000000000000" pitchFamily="34" charset="-122"/>
                <a:ea typeface="思源黑体 CN Regular" panose="020B0500000000000000" pitchFamily="34" charset="-122"/>
              </a:rPr>
              <a:t>03</a:t>
            </a:r>
            <a:endParaRPr lang="zh-CN" altLang="en-US" sz="2400" dirty="0">
              <a:solidFill>
                <a:srgbClr val="28292E"/>
              </a:solidFill>
              <a:latin typeface="思源黑体 CN Regular" panose="020B0500000000000000" pitchFamily="34" charset="-122"/>
              <a:ea typeface="思源黑体 CN Regular" panose="020B0500000000000000" pitchFamily="34" charset="-122"/>
            </a:endParaRPr>
          </a:p>
        </p:txBody>
      </p:sp>
      <p:sp>
        <p:nvSpPr>
          <p:cNvPr id="35" name="TextBox 61"/>
          <p:cNvSpPr txBox="1"/>
          <p:nvPr/>
        </p:nvSpPr>
        <p:spPr>
          <a:xfrm>
            <a:off x="5940375" y="320282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36" name="TextBox 62"/>
          <p:cNvSpPr txBox="1"/>
          <p:nvPr/>
        </p:nvSpPr>
        <p:spPr>
          <a:xfrm>
            <a:off x="5940375" y="3482581"/>
            <a:ext cx="954734" cy="1129733"/>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37" name="TextBox 61"/>
          <p:cNvSpPr txBox="1"/>
          <p:nvPr/>
        </p:nvSpPr>
        <p:spPr>
          <a:xfrm>
            <a:off x="7876163" y="320282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38" name="TextBox 62"/>
          <p:cNvSpPr txBox="1"/>
          <p:nvPr/>
        </p:nvSpPr>
        <p:spPr>
          <a:xfrm>
            <a:off x="7876163" y="3482581"/>
            <a:ext cx="954734" cy="1129733"/>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39" name="TextBox 61"/>
          <p:cNvSpPr txBox="1"/>
          <p:nvPr/>
        </p:nvSpPr>
        <p:spPr>
          <a:xfrm>
            <a:off x="9765123" y="320282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40" name="TextBox 62"/>
          <p:cNvSpPr txBox="1"/>
          <p:nvPr/>
        </p:nvSpPr>
        <p:spPr>
          <a:xfrm>
            <a:off x="9765123" y="3482581"/>
            <a:ext cx="954734" cy="1129733"/>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41" name="Rectangle 20"/>
          <p:cNvSpPr/>
          <p:nvPr/>
        </p:nvSpPr>
        <p:spPr>
          <a:xfrm>
            <a:off x="1472142" y="3175280"/>
            <a:ext cx="2807757" cy="1938992"/>
          </a:xfrm>
          <a:prstGeom prst="rect">
            <a:avLst/>
          </a:prstGeom>
        </p:spPr>
        <p:txBody>
          <a:bodyPr wrap="square">
            <a:spAutoFit/>
          </a:bodyPr>
          <a:lstStyle/>
          <a:p>
            <a:pPr algn="just"/>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 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a:p>
            <a:pPr algn="just"/>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a:p>
            <a:pPr algn="just"/>
            <a:r>
              <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10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
        <p:nvSpPr>
          <p:cNvPr id="42" name="Rectangle 20"/>
          <p:cNvSpPr/>
          <p:nvPr/>
        </p:nvSpPr>
        <p:spPr>
          <a:xfrm>
            <a:off x="1472143" y="2769575"/>
            <a:ext cx="3785034" cy="354905"/>
          </a:xfrm>
          <a:prstGeom prst="rect">
            <a:avLst/>
          </a:prstGeom>
        </p:spPr>
        <p:txBody>
          <a:bodyPr wrap="square">
            <a:spAutoFit/>
          </a:bodyPr>
          <a:lstStyle/>
          <a:p>
            <a:pPr>
              <a:lnSpc>
                <a:spcPts val="1865"/>
              </a:lnSpc>
              <a:spcAft>
                <a:spcPts val="1600"/>
              </a:spcAft>
            </a:pPr>
            <a:r>
              <a:rPr lang="en-US" altLang="zh-CN" sz="2000" dirty="0">
                <a:solidFill>
                  <a:schemeClr val="bg1">
                    <a:lumMod val="95000"/>
                  </a:schemeClr>
                </a:solidFill>
                <a:latin typeface="思源黑体 CN Regular" panose="020B0500000000000000" pitchFamily="34" charset="-122"/>
                <a:ea typeface="思源黑体 CN Regular" panose="020B0500000000000000" pitchFamily="34" charset="-122"/>
              </a:rPr>
              <a:t>TITLE HERE</a:t>
            </a:r>
            <a:endParaRPr lang="en-US" altLang="zh-CN" sz="2000" b="1" dirty="0">
              <a:solidFill>
                <a:schemeClr val="bg1">
                  <a:lumMod val="95000"/>
                </a:schemeClr>
              </a:solidFill>
              <a:latin typeface="思源黑体 CN Regular" panose="020B0500000000000000" pitchFamily="34" charset="-122"/>
              <a:ea typeface="思源黑体 CN Regular" panose="020B0500000000000000" pitchFamily="34" charset="-122"/>
              <a:cs typeface="Lato Regular"/>
            </a:endParaRPr>
          </a:p>
        </p:txBody>
      </p:sp>
      <p:sp>
        <p:nvSpPr>
          <p:cNvPr id="9" name="文本框 8"/>
          <p:cNvSpPr txBox="1"/>
          <p:nvPr userDrawn="1"/>
        </p:nvSpPr>
        <p:spPr>
          <a:xfrm>
            <a:off x="0" y="62362"/>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a:blip r:embed="rId1" cstate="print">
            <a:extLst>
              <a:ext uri="{BEBA8EAE-BF5A-486C-A8C5-ECC9F3942E4B}">
                <a14:imgProps xmlns:a14="http://schemas.microsoft.com/office/drawing/2010/main">
                  <a14:imgLayer r:embed="rId2">
                    <a14:imgEffect>
                      <a14:saturation sat="0"/>
                    </a14:imgEffect>
                  </a14:imgLayer>
                </a14:imgProps>
              </a:ext>
              <a:ext uri="{28A0092B-C50C-407E-A947-70E740481C1C}">
                <a14:useLocalDpi xmlns:a14="http://schemas.microsoft.com/office/drawing/2010/main" val="0"/>
              </a:ext>
            </a:extLst>
          </a:blip>
          <a:srcRect l="26658" t="1573" r="22753" b="2085"/>
          <a:stretch>
            <a:fillRect/>
          </a:stretch>
        </p:blipFill>
        <p:spPr>
          <a:xfrm>
            <a:off x="1143999" y="1696629"/>
            <a:ext cx="3235137" cy="4107270"/>
          </a:xfrm>
          <a:custGeom>
            <a:avLst/>
            <a:gdLst>
              <a:gd name="connsiteX0" fmla="*/ 2143385 w 3235137"/>
              <a:gd name="connsiteY0" fmla="*/ 3260087 h 4107270"/>
              <a:gd name="connsiteX1" fmla="*/ 2142622 w 3235137"/>
              <a:gd name="connsiteY1" fmla="*/ 3263188 h 4107270"/>
              <a:gd name="connsiteX2" fmla="*/ 2143384 w 3235137"/>
              <a:gd name="connsiteY2" fmla="*/ 3260094 h 4107270"/>
              <a:gd name="connsiteX3" fmla="*/ 2170835 w 3235137"/>
              <a:gd name="connsiteY3" fmla="*/ 2988603 h 4107270"/>
              <a:gd name="connsiteX4" fmla="*/ 2170835 w 3235137"/>
              <a:gd name="connsiteY4" fmla="*/ 3054045 h 4107270"/>
              <a:gd name="connsiteX5" fmla="*/ 2165558 w 3235137"/>
              <a:gd name="connsiteY5" fmla="*/ 3119541 h 4107270"/>
              <a:gd name="connsiteX6" fmla="*/ 2157116 w 3235137"/>
              <a:gd name="connsiteY6" fmla="*/ 3188207 h 4107270"/>
              <a:gd name="connsiteX7" fmla="*/ 2147827 w 3235137"/>
              <a:gd name="connsiteY7" fmla="*/ 3236843 h 4107270"/>
              <a:gd name="connsiteX8" fmla="*/ 2157110 w 3235137"/>
              <a:gd name="connsiteY8" fmla="*/ 3188264 h 4107270"/>
              <a:gd name="connsiteX9" fmla="*/ 2165557 w 3235137"/>
              <a:gd name="connsiteY9" fmla="*/ 3119602 h 4107270"/>
              <a:gd name="connsiteX10" fmla="*/ 2170836 w 3235137"/>
              <a:gd name="connsiteY10" fmla="*/ 3054110 h 4107270"/>
              <a:gd name="connsiteX11" fmla="*/ 2170836 w 3235137"/>
              <a:gd name="connsiteY11" fmla="*/ 2988617 h 4107270"/>
              <a:gd name="connsiteX12" fmla="*/ 1029787 w 3235137"/>
              <a:gd name="connsiteY12" fmla="*/ 1397420 h 4107270"/>
              <a:gd name="connsiteX13" fmla="*/ 1029851 w 3235137"/>
              <a:gd name="connsiteY13" fmla="*/ 1397542 h 4107270"/>
              <a:gd name="connsiteX14" fmla="*/ 1056230 w 3235137"/>
              <a:gd name="connsiteY14" fmla="*/ 1439796 h 4107270"/>
              <a:gd name="connsiteX15" fmla="*/ 1084720 w 3235137"/>
              <a:gd name="connsiteY15" fmla="*/ 1484163 h 4107270"/>
              <a:gd name="connsiteX16" fmla="*/ 1116375 w 3235137"/>
              <a:gd name="connsiteY16" fmla="*/ 1525360 h 4107270"/>
              <a:gd name="connsiteX17" fmla="*/ 1150141 w 3235137"/>
              <a:gd name="connsiteY17" fmla="*/ 1567614 h 4107270"/>
              <a:gd name="connsiteX18" fmla="*/ 1184962 w 3235137"/>
              <a:gd name="connsiteY18" fmla="*/ 1607755 h 4107270"/>
              <a:gd name="connsiteX19" fmla="*/ 1220838 w 3235137"/>
              <a:gd name="connsiteY19" fmla="*/ 1648952 h 4107270"/>
              <a:gd name="connsiteX20" fmla="*/ 1259879 w 3235137"/>
              <a:gd name="connsiteY20" fmla="*/ 1689093 h 4107270"/>
              <a:gd name="connsiteX21" fmla="*/ 1299976 w 3235137"/>
              <a:gd name="connsiteY21" fmla="*/ 1728178 h 4107270"/>
              <a:gd name="connsiteX22" fmla="*/ 1340072 w 3235137"/>
              <a:gd name="connsiteY22" fmla="*/ 1768319 h 4107270"/>
              <a:gd name="connsiteX23" fmla="*/ 1382279 w 3235137"/>
              <a:gd name="connsiteY23" fmla="*/ 1807404 h 4107270"/>
              <a:gd name="connsiteX24" fmla="*/ 1424486 w 3235137"/>
              <a:gd name="connsiteY24" fmla="*/ 1847545 h 4107270"/>
              <a:gd name="connsiteX25" fmla="*/ 1466693 w 3235137"/>
              <a:gd name="connsiteY25" fmla="*/ 1887686 h 4107270"/>
              <a:gd name="connsiteX26" fmla="*/ 1511011 w 3235137"/>
              <a:gd name="connsiteY26" fmla="*/ 1926771 h 4107270"/>
              <a:gd name="connsiteX27" fmla="*/ 1554273 w 3235137"/>
              <a:gd name="connsiteY27" fmla="*/ 1966912 h 4107270"/>
              <a:gd name="connsiteX28" fmla="*/ 1597535 w 3235137"/>
              <a:gd name="connsiteY28" fmla="*/ 2007053 h 4107270"/>
              <a:gd name="connsiteX29" fmla="*/ 1640251 w 3235137"/>
              <a:gd name="connsiteY29" fmla="*/ 2046687 h 4107270"/>
              <a:gd name="connsiteX30" fmla="*/ 1640806 w 3235137"/>
              <a:gd name="connsiteY30" fmla="*/ 2046381 h 4107270"/>
              <a:gd name="connsiteX31" fmla="*/ 1640797 w 3235137"/>
              <a:gd name="connsiteY31" fmla="*/ 2046371 h 4107270"/>
              <a:gd name="connsiteX32" fmla="*/ 1684087 w 3235137"/>
              <a:gd name="connsiteY32" fmla="*/ 2022076 h 4107270"/>
              <a:gd name="connsiteX33" fmla="*/ 1728433 w 3235137"/>
              <a:gd name="connsiteY33" fmla="*/ 1997780 h 4107270"/>
              <a:gd name="connsiteX34" fmla="*/ 1770667 w 3235137"/>
              <a:gd name="connsiteY34" fmla="*/ 1972428 h 4107270"/>
              <a:gd name="connsiteX35" fmla="*/ 1812901 w 3235137"/>
              <a:gd name="connsiteY35" fmla="*/ 1949189 h 4107270"/>
              <a:gd name="connsiteX36" fmla="*/ 1855136 w 3235137"/>
              <a:gd name="connsiteY36" fmla="*/ 1924894 h 4107270"/>
              <a:gd name="connsiteX37" fmla="*/ 1899481 w 3235137"/>
              <a:gd name="connsiteY37" fmla="*/ 1902711 h 4107270"/>
              <a:gd name="connsiteX38" fmla="*/ 1942771 w 3235137"/>
              <a:gd name="connsiteY38" fmla="*/ 1880528 h 4107270"/>
              <a:gd name="connsiteX39" fmla="*/ 1987117 w 3235137"/>
              <a:gd name="connsiteY39" fmla="*/ 1860457 h 4107270"/>
              <a:gd name="connsiteX40" fmla="*/ 2031463 w 3235137"/>
              <a:gd name="connsiteY40" fmla="*/ 1840387 h 4107270"/>
              <a:gd name="connsiteX41" fmla="*/ 2076865 w 3235137"/>
              <a:gd name="connsiteY41" fmla="*/ 1822430 h 4107270"/>
              <a:gd name="connsiteX42" fmla="*/ 2123323 w 3235137"/>
              <a:gd name="connsiteY42" fmla="*/ 1807641 h 4107270"/>
              <a:gd name="connsiteX43" fmla="*/ 2171892 w 3235137"/>
              <a:gd name="connsiteY43" fmla="*/ 1793909 h 4107270"/>
              <a:gd name="connsiteX44" fmla="*/ 2220461 w 3235137"/>
              <a:gd name="connsiteY44" fmla="*/ 1781233 h 4107270"/>
              <a:gd name="connsiteX45" fmla="*/ 2270086 w 3235137"/>
              <a:gd name="connsiteY45" fmla="*/ 1772782 h 4107270"/>
              <a:gd name="connsiteX46" fmla="*/ 2320857 w 3235137"/>
              <a:gd name="connsiteY46" fmla="*/ 1766687 h 4107270"/>
              <a:gd name="connsiteX47" fmla="*/ 2322880 w 3235137"/>
              <a:gd name="connsiteY47" fmla="*/ 1766444 h 4107270"/>
              <a:gd name="connsiteX48" fmla="*/ 2332612 w 3235137"/>
              <a:gd name="connsiteY48" fmla="*/ 1765882 h 4107270"/>
              <a:gd name="connsiteX49" fmla="*/ 2322879 w 3235137"/>
              <a:gd name="connsiteY49" fmla="*/ 1766444 h 4107270"/>
              <a:gd name="connsiteX50" fmla="*/ 2320857 w 3235137"/>
              <a:gd name="connsiteY50" fmla="*/ 1766687 h 4107270"/>
              <a:gd name="connsiteX51" fmla="*/ 2270087 w 3235137"/>
              <a:gd name="connsiteY51" fmla="*/ 1772779 h 4107270"/>
              <a:gd name="connsiteX52" fmla="*/ 2220462 w 3235137"/>
              <a:gd name="connsiteY52" fmla="*/ 1781226 h 4107270"/>
              <a:gd name="connsiteX53" fmla="*/ 2171892 w 3235137"/>
              <a:gd name="connsiteY53" fmla="*/ 1793896 h 4107270"/>
              <a:gd name="connsiteX54" fmla="*/ 2123323 w 3235137"/>
              <a:gd name="connsiteY54" fmla="*/ 1807622 h 4107270"/>
              <a:gd name="connsiteX55" fmla="*/ 2076866 w 3235137"/>
              <a:gd name="connsiteY55" fmla="*/ 1822404 h 4107270"/>
              <a:gd name="connsiteX56" fmla="*/ 2031464 w 3235137"/>
              <a:gd name="connsiteY56" fmla="*/ 1840354 h 4107270"/>
              <a:gd name="connsiteX57" fmla="*/ 1987118 w 3235137"/>
              <a:gd name="connsiteY57" fmla="*/ 1860415 h 4107270"/>
              <a:gd name="connsiteX58" fmla="*/ 1942772 w 3235137"/>
              <a:gd name="connsiteY58" fmla="*/ 1880476 h 4107270"/>
              <a:gd name="connsiteX59" fmla="*/ 1899482 w 3235137"/>
              <a:gd name="connsiteY59" fmla="*/ 1902649 h 4107270"/>
              <a:gd name="connsiteX60" fmla="*/ 1855136 w 3235137"/>
              <a:gd name="connsiteY60" fmla="*/ 1924822 h 4107270"/>
              <a:gd name="connsiteX61" fmla="*/ 1812902 w 3235137"/>
              <a:gd name="connsiteY61" fmla="*/ 1949107 h 4107270"/>
              <a:gd name="connsiteX62" fmla="*/ 1770668 w 3235137"/>
              <a:gd name="connsiteY62" fmla="*/ 1972335 h 4107270"/>
              <a:gd name="connsiteX63" fmla="*/ 1728434 w 3235137"/>
              <a:gd name="connsiteY63" fmla="*/ 1997676 h 4107270"/>
              <a:gd name="connsiteX64" fmla="*/ 1684088 w 3235137"/>
              <a:gd name="connsiteY64" fmla="*/ 2021961 h 4107270"/>
              <a:gd name="connsiteX65" fmla="*/ 1640798 w 3235137"/>
              <a:gd name="connsiteY65" fmla="*/ 2046245 h 4107270"/>
              <a:gd name="connsiteX66" fmla="*/ 1597508 w 3235137"/>
              <a:gd name="connsiteY66" fmla="*/ 2006123 h 4107270"/>
              <a:gd name="connsiteX67" fmla="*/ 1554218 w 3235137"/>
              <a:gd name="connsiteY67" fmla="*/ 1966000 h 4107270"/>
              <a:gd name="connsiteX68" fmla="*/ 1510928 w 3235137"/>
              <a:gd name="connsiteY68" fmla="*/ 1925878 h 4107270"/>
              <a:gd name="connsiteX69" fmla="*/ 1466582 w 3235137"/>
              <a:gd name="connsiteY69" fmla="*/ 1886811 h 4107270"/>
              <a:gd name="connsiteX70" fmla="*/ 1424348 w 3235137"/>
              <a:gd name="connsiteY70" fmla="*/ 1846689 h 4107270"/>
              <a:gd name="connsiteX71" fmla="*/ 1382114 w 3235137"/>
              <a:gd name="connsiteY71" fmla="*/ 1806566 h 4107270"/>
              <a:gd name="connsiteX72" fmla="*/ 1339880 w 3235137"/>
              <a:gd name="connsiteY72" fmla="*/ 1767500 h 4107270"/>
              <a:gd name="connsiteX73" fmla="*/ 1299757 w 3235137"/>
              <a:gd name="connsiteY73" fmla="*/ 1727377 h 4107270"/>
              <a:gd name="connsiteX74" fmla="*/ 1259635 w 3235137"/>
              <a:gd name="connsiteY74" fmla="*/ 1688311 h 4107270"/>
              <a:gd name="connsiteX75" fmla="*/ 1220568 w 3235137"/>
              <a:gd name="connsiteY75" fmla="*/ 1648188 h 4107270"/>
              <a:gd name="connsiteX76" fmla="*/ 1184669 w 3235137"/>
              <a:gd name="connsiteY76" fmla="*/ 1607010 h 4107270"/>
              <a:gd name="connsiteX77" fmla="*/ 1149826 w 3235137"/>
              <a:gd name="connsiteY77" fmla="*/ 1566887 h 4107270"/>
              <a:gd name="connsiteX78" fmla="*/ 1116039 w 3235137"/>
              <a:gd name="connsiteY78" fmla="*/ 1524653 h 4107270"/>
              <a:gd name="connsiteX79" fmla="*/ 1084363 w 3235137"/>
              <a:gd name="connsiteY79" fmla="*/ 1483475 h 4107270"/>
              <a:gd name="connsiteX80" fmla="*/ 1055855 w 3235137"/>
              <a:gd name="connsiteY80" fmla="*/ 1439129 h 4107270"/>
              <a:gd name="connsiteX81" fmla="*/ 0 w 3235137"/>
              <a:gd name="connsiteY81" fmla="*/ 0 h 4107270"/>
              <a:gd name="connsiteX82" fmla="*/ 1545771 w 3235137"/>
              <a:gd name="connsiteY82" fmla="*/ 0 h 4107270"/>
              <a:gd name="connsiteX83" fmla="*/ 1545831 w 3235137"/>
              <a:gd name="connsiteY83" fmla="*/ 0 h 4107270"/>
              <a:gd name="connsiteX84" fmla="*/ 3235137 w 3235137"/>
              <a:gd name="connsiteY84" fmla="*/ 0 h 4107270"/>
              <a:gd name="connsiteX85" fmla="*/ 3235137 w 3235137"/>
              <a:gd name="connsiteY85" fmla="*/ 2013514 h 4107270"/>
              <a:gd name="connsiteX86" fmla="*/ 3145390 w 3235137"/>
              <a:gd name="connsiteY86" fmla="*/ 1967056 h 4107270"/>
              <a:gd name="connsiteX87" fmla="*/ 3059865 w 3235137"/>
              <a:gd name="connsiteY87" fmla="*/ 1927990 h 4107270"/>
              <a:gd name="connsiteX88" fmla="*/ 2977509 w 3235137"/>
              <a:gd name="connsiteY88" fmla="*/ 1891035 h 4107270"/>
              <a:gd name="connsiteX89" fmla="*/ 2899376 w 3235137"/>
              <a:gd name="connsiteY89" fmla="*/ 1860415 h 4107270"/>
              <a:gd name="connsiteX90" fmla="*/ 2824410 w 3235137"/>
              <a:gd name="connsiteY90" fmla="*/ 1834019 h 4107270"/>
              <a:gd name="connsiteX91" fmla="*/ 2751556 w 3235137"/>
              <a:gd name="connsiteY91" fmla="*/ 1811846 h 4107270"/>
              <a:gd name="connsiteX92" fmla="*/ 2682926 w 3235137"/>
              <a:gd name="connsiteY92" fmla="*/ 1793896 h 4107270"/>
              <a:gd name="connsiteX93" fmla="*/ 2616407 w 3235137"/>
              <a:gd name="connsiteY93" fmla="*/ 1780170 h 4107270"/>
              <a:gd name="connsiteX94" fmla="*/ 2553056 w 3235137"/>
              <a:gd name="connsiteY94" fmla="*/ 1771723 h 4107270"/>
              <a:gd name="connsiteX95" fmla="*/ 2497145 w 3235137"/>
              <a:gd name="connsiteY95" fmla="*/ 1765838 h 4107270"/>
              <a:gd name="connsiteX96" fmla="*/ 2553055 w 3235137"/>
              <a:gd name="connsiteY96" fmla="*/ 1771726 h 4107270"/>
              <a:gd name="connsiteX97" fmla="*/ 2616407 w 3235137"/>
              <a:gd name="connsiteY97" fmla="*/ 1780176 h 4107270"/>
              <a:gd name="connsiteX98" fmla="*/ 2682925 w 3235137"/>
              <a:gd name="connsiteY98" fmla="*/ 1793909 h 4107270"/>
              <a:gd name="connsiteX99" fmla="*/ 2751556 w 3235137"/>
              <a:gd name="connsiteY99" fmla="*/ 1811866 h 4107270"/>
              <a:gd name="connsiteX100" fmla="*/ 2824410 w 3235137"/>
              <a:gd name="connsiteY100" fmla="*/ 1834049 h 4107270"/>
              <a:gd name="connsiteX101" fmla="*/ 2899376 w 3235137"/>
              <a:gd name="connsiteY101" fmla="*/ 1860457 h 4107270"/>
              <a:gd name="connsiteX102" fmla="*/ 2977509 w 3235137"/>
              <a:gd name="connsiteY102" fmla="*/ 1891091 h 4107270"/>
              <a:gd name="connsiteX103" fmla="*/ 3059865 w 3235137"/>
              <a:gd name="connsiteY103" fmla="*/ 1928063 h 4107270"/>
              <a:gd name="connsiteX104" fmla="*/ 3145390 w 3235137"/>
              <a:gd name="connsiteY104" fmla="*/ 1967147 h 4107270"/>
              <a:gd name="connsiteX105" fmla="*/ 3235137 w 3235137"/>
              <a:gd name="connsiteY105" fmla="*/ 2013625 h 4107270"/>
              <a:gd name="connsiteX106" fmla="*/ 3235137 w 3235137"/>
              <a:gd name="connsiteY106" fmla="*/ 4107270 h 4107270"/>
              <a:gd name="connsiteX107" fmla="*/ 1723371 w 3235137"/>
              <a:gd name="connsiteY107" fmla="*/ 4107270 h 4107270"/>
              <a:gd name="connsiteX108" fmla="*/ 1723154 w 3235137"/>
              <a:gd name="connsiteY108" fmla="*/ 4107270 h 4107270"/>
              <a:gd name="connsiteX109" fmla="*/ 0 w 3235137"/>
              <a:gd name="connsiteY109" fmla="*/ 4107270 h 4107270"/>
              <a:gd name="connsiteX110" fmla="*/ 0 w 3235137"/>
              <a:gd name="connsiteY110" fmla="*/ 2091560 h 4107270"/>
              <a:gd name="connsiteX111" fmla="*/ 0 w 3235137"/>
              <a:gd name="connsiteY111" fmla="*/ 2090613 h 410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3235137" h="4107270">
                <a:moveTo>
                  <a:pt x="2143385" y="3260087"/>
                </a:moveTo>
                <a:lnTo>
                  <a:pt x="2142622" y="3263188"/>
                </a:lnTo>
                <a:lnTo>
                  <a:pt x="2143384" y="3260094"/>
                </a:lnTo>
                <a:close/>
                <a:moveTo>
                  <a:pt x="2170835" y="2988603"/>
                </a:moveTo>
                <a:lnTo>
                  <a:pt x="2170835" y="3054045"/>
                </a:lnTo>
                <a:lnTo>
                  <a:pt x="2165558" y="3119541"/>
                </a:lnTo>
                <a:lnTo>
                  <a:pt x="2157116" y="3188207"/>
                </a:lnTo>
                <a:lnTo>
                  <a:pt x="2147827" y="3236843"/>
                </a:lnTo>
                <a:lnTo>
                  <a:pt x="2157110" y="3188264"/>
                </a:lnTo>
                <a:lnTo>
                  <a:pt x="2165557" y="3119602"/>
                </a:lnTo>
                <a:lnTo>
                  <a:pt x="2170836" y="3054110"/>
                </a:lnTo>
                <a:lnTo>
                  <a:pt x="2170836" y="2988617"/>
                </a:lnTo>
                <a:close/>
                <a:moveTo>
                  <a:pt x="1029787" y="1397420"/>
                </a:moveTo>
                <a:lnTo>
                  <a:pt x="1029851" y="1397542"/>
                </a:lnTo>
                <a:lnTo>
                  <a:pt x="1056230" y="1439796"/>
                </a:lnTo>
                <a:lnTo>
                  <a:pt x="1084720" y="1484163"/>
                </a:lnTo>
                <a:lnTo>
                  <a:pt x="1116375" y="1525360"/>
                </a:lnTo>
                <a:lnTo>
                  <a:pt x="1150141" y="1567614"/>
                </a:lnTo>
                <a:lnTo>
                  <a:pt x="1184962" y="1607755"/>
                </a:lnTo>
                <a:lnTo>
                  <a:pt x="1220838" y="1648952"/>
                </a:lnTo>
                <a:lnTo>
                  <a:pt x="1259879" y="1689093"/>
                </a:lnTo>
                <a:lnTo>
                  <a:pt x="1299976" y="1728178"/>
                </a:lnTo>
                <a:lnTo>
                  <a:pt x="1340072" y="1768319"/>
                </a:lnTo>
                <a:lnTo>
                  <a:pt x="1382279" y="1807404"/>
                </a:lnTo>
                <a:lnTo>
                  <a:pt x="1424486" y="1847545"/>
                </a:lnTo>
                <a:lnTo>
                  <a:pt x="1466693" y="1887686"/>
                </a:lnTo>
                <a:lnTo>
                  <a:pt x="1511011" y="1926771"/>
                </a:lnTo>
                <a:lnTo>
                  <a:pt x="1554273" y="1966912"/>
                </a:lnTo>
                <a:lnTo>
                  <a:pt x="1597535" y="2007053"/>
                </a:lnTo>
                <a:lnTo>
                  <a:pt x="1640251" y="2046687"/>
                </a:lnTo>
                <a:lnTo>
                  <a:pt x="1640806" y="2046381"/>
                </a:lnTo>
                <a:lnTo>
                  <a:pt x="1640797" y="2046371"/>
                </a:lnTo>
                <a:lnTo>
                  <a:pt x="1684087" y="2022076"/>
                </a:lnTo>
                <a:lnTo>
                  <a:pt x="1728433" y="1997780"/>
                </a:lnTo>
                <a:lnTo>
                  <a:pt x="1770667" y="1972428"/>
                </a:lnTo>
                <a:lnTo>
                  <a:pt x="1812901" y="1949189"/>
                </a:lnTo>
                <a:lnTo>
                  <a:pt x="1855136" y="1924894"/>
                </a:lnTo>
                <a:lnTo>
                  <a:pt x="1899481" y="1902711"/>
                </a:lnTo>
                <a:lnTo>
                  <a:pt x="1942771" y="1880528"/>
                </a:lnTo>
                <a:lnTo>
                  <a:pt x="1987117" y="1860457"/>
                </a:lnTo>
                <a:lnTo>
                  <a:pt x="2031463" y="1840387"/>
                </a:lnTo>
                <a:lnTo>
                  <a:pt x="2076865" y="1822430"/>
                </a:lnTo>
                <a:lnTo>
                  <a:pt x="2123323" y="1807641"/>
                </a:lnTo>
                <a:lnTo>
                  <a:pt x="2171892" y="1793909"/>
                </a:lnTo>
                <a:lnTo>
                  <a:pt x="2220461" y="1781233"/>
                </a:lnTo>
                <a:lnTo>
                  <a:pt x="2270086" y="1772782"/>
                </a:lnTo>
                <a:lnTo>
                  <a:pt x="2320857" y="1766687"/>
                </a:lnTo>
                <a:lnTo>
                  <a:pt x="2322880" y="1766444"/>
                </a:lnTo>
                <a:lnTo>
                  <a:pt x="2332612" y="1765882"/>
                </a:lnTo>
                <a:lnTo>
                  <a:pt x="2322879" y="1766444"/>
                </a:lnTo>
                <a:lnTo>
                  <a:pt x="2320857" y="1766687"/>
                </a:lnTo>
                <a:lnTo>
                  <a:pt x="2270087" y="1772779"/>
                </a:lnTo>
                <a:lnTo>
                  <a:pt x="2220462" y="1781226"/>
                </a:lnTo>
                <a:lnTo>
                  <a:pt x="2171892" y="1793896"/>
                </a:lnTo>
                <a:lnTo>
                  <a:pt x="2123323" y="1807622"/>
                </a:lnTo>
                <a:lnTo>
                  <a:pt x="2076866" y="1822404"/>
                </a:lnTo>
                <a:lnTo>
                  <a:pt x="2031464" y="1840354"/>
                </a:lnTo>
                <a:lnTo>
                  <a:pt x="1987118" y="1860415"/>
                </a:lnTo>
                <a:lnTo>
                  <a:pt x="1942772" y="1880476"/>
                </a:lnTo>
                <a:lnTo>
                  <a:pt x="1899482" y="1902649"/>
                </a:lnTo>
                <a:lnTo>
                  <a:pt x="1855136" y="1924822"/>
                </a:lnTo>
                <a:lnTo>
                  <a:pt x="1812902" y="1949107"/>
                </a:lnTo>
                <a:lnTo>
                  <a:pt x="1770668" y="1972335"/>
                </a:lnTo>
                <a:lnTo>
                  <a:pt x="1728434" y="1997676"/>
                </a:lnTo>
                <a:lnTo>
                  <a:pt x="1684088" y="2021961"/>
                </a:lnTo>
                <a:lnTo>
                  <a:pt x="1640798" y="2046245"/>
                </a:lnTo>
                <a:lnTo>
                  <a:pt x="1597508" y="2006123"/>
                </a:lnTo>
                <a:lnTo>
                  <a:pt x="1554218" y="1966000"/>
                </a:lnTo>
                <a:lnTo>
                  <a:pt x="1510928" y="1925878"/>
                </a:lnTo>
                <a:lnTo>
                  <a:pt x="1466582" y="1886811"/>
                </a:lnTo>
                <a:lnTo>
                  <a:pt x="1424348" y="1846689"/>
                </a:lnTo>
                <a:lnTo>
                  <a:pt x="1382114" y="1806566"/>
                </a:lnTo>
                <a:lnTo>
                  <a:pt x="1339880" y="1767500"/>
                </a:lnTo>
                <a:lnTo>
                  <a:pt x="1299757" y="1727377"/>
                </a:lnTo>
                <a:lnTo>
                  <a:pt x="1259635" y="1688311"/>
                </a:lnTo>
                <a:lnTo>
                  <a:pt x="1220568" y="1648188"/>
                </a:lnTo>
                <a:lnTo>
                  <a:pt x="1184669" y="1607010"/>
                </a:lnTo>
                <a:lnTo>
                  <a:pt x="1149826" y="1566887"/>
                </a:lnTo>
                <a:lnTo>
                  <a:pt x="1116039" y="1524653"/>
                </a:lnTo>
                <a:lnTo>
                  <a:pt x="1084363" y="1483475"/>
                </a:lnTo>
                <a:lnTo>
                  <a:pt x="1055855" y="1439129"/>
                </a:lnTo>
                <a:close/>
                <a:moveTo>
                  <a:pt x="0" y="0"/>
                </a:moveTo>
                <a:lnTo>
                  <a:pt x="1545771" y="0"/>
                </a:lnTo>
                <a:lnTo>
                  <a:pt x="1545831" y="0"/>
                </a:lnTo>
                <a:lnTo>
                  <a:pt x="3235137" y="0"/>
                </a:lnTo>
                <a:lnTo>
                  <a:pt x="3235137" y="2013514"/>
                </a:lnTo>
                <a:lnTo>
                  <a:pt x="3145390" y="1967056"/>
                </a:lnTo>
                <a:lnTo>
                  <a:pt x="3059865" y="1927990"/>
                </a:lnTo>
                <a:lnTo>
                  <a:pt x="2977509" y="1891035"/>
                </a:lnTo>
                <a:lnTo>
                  <a:pt x="2899376" y="1860415"/>
                </a:lnTo>
                <a:lnTo>
                  <a:pt x="2824410" y="1834019"/>
                </a:lnTo>
                <a:lnTo>
                  <a:pt x="2751556" y="1811846"/>
                </a:lnTo>
                <a:lnTo>
                  <a:pt x="2682926" y="1793896"/>
                </a:lnTo>
                <a:lnTo>
                  <a:pt x="2616407" y="1780170"/>
                </a:lnTo>
                <a:lnTo>
                  <a:pt x="2553056" y="1771723"/>
                </a:lnTo>
                <a:lnTo>
                  <a:pt x="2497145" y="1765838"/>
                </a:lnTo>
                <a:lnTo>
                  <a:pt x="2553055" y="1771726"/>
                </a:lnTo>
                <a:lnTo>
                  <a:pt x="2616407" y="1780176"/>
                </a:lnTo>
                <a:lnTo>
                  <a:pt x="2682925" y="1793909"/>
                </a:lnTo>
                <a:lnTo>
                  <a:pt x="2751556" y="1811866"/>
                </a:lnTo>
                <a:lnTo>
                  <a:pt x="2824410" y="1834049"/>
                </a:lnTo>
                <a:lnTo>
                  <a:pt x="2899376" y="1860457"/>
                </a:lnTo>
                <a:lnTo>
                  <a:pt x="2977509" y="1891091"/>
                </a:lnTo>
                <a:lnTo>
                  <a:pt x="3059865" y="1928063"/>
                </a:lnTo>
                <a:lnTo>
                  <a:pt x="3145390" y="1967147"/>
                </a:lnTo>
                <a:lnTo>
                  <a:pt x="3235137" y="2013625"/>
                </a:lnTo>
                <a:lnTo>
                  <a:pt x="3235137" y="4107270"/>
                </a:lnTo>
                <a:lnTo>
                  <a:pt x="1723371" y="4107270"/>
                </a:lnTo>
                <a:lnTo>
                  <a:pt x="1723154" y="4107270"/>
                </a:lnTo>
                <a:lnTo>
                  <a:pt x="0" y="4107270"/>
                </a:lnTo>
                <a:lnTo>
                  <a:pt x="0" y="2091560"/>
                </a:lnTo>
                <a:lnTo>
                  <a:pt x="0" y="2090613"/>
                </a:lnTo>
                <a:close/>
              </a:path>
            </a:pathLst>
          </a:custGeom>
        </p:spPr>
      </p:pic>
      <p:sp>
        <p:nvSpPr>
          <p:cNvPr id="2" name="Rectangle 4"/>
          <p:cNvSpPr/>
          <p:nvPr/>
        </p:nvSpPr>
        <p:spPr bwMode="auto">
          <a:xfrm>
            <a:off x="4379136" y="1696632"/>
            <a:ext cx="6663257" cy="2052313"/>
          </a:xfrm>
          <a:prstGeom prst="rect">
            <a:avLst/>
          </a:prstGeom>
          <a:solidFill>
            <a:schemeClr val="bg1">
              <a:lumMod val="95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8" name="Rectangle 17"/>
          <p:cNvSpPr/>
          <p:nvPr/>
        </p:nvSpPr>
        <p:spPr bwMode="auto">
          <a:xfrm>
            <a:off x="4832413" y="2722788"/>
            <a:ext cx="1938413" cy="3061876"/>
          </a:xfrm>
          <a:prstGeom prst="rect">
            <a:avLst/>
          </a:prstGeom>
          <a:solidFill>
            <a:srgbClr val="E6E6E6">
              <a:alpha val="50000"/>
            </a:srgbClr>
          </a:solidFill>
          <a:ln w="9525" cap="flat">
            <a:solidFill>
              <a:srgbClr val="323232">
                <a:alpha val="50000"/>
              </a:srgbClr>
            </a:solidFill>
            <a:prstDash val="solid"/>
            <a:miter lim="800000"/>
            <a:headEnd type="none" w="med" len="med"/>
            <a:tailEnd type="none" w="med" len="med"/>
          </a:ln>
        </p:spPr>
        <p:txBody>
          <a:bodyPr lIns="0" tIns="0" rIns="0" bIns="0"/>
          <a:lstStyle/>
          <a:p>
            <a:endParaRPr lang="en-US"/>
          </a:p>
        </p:txBody>
      </p:sp>
      <p:sp>
        <p:nvSpPr>
          <p:cNvPr id="9" name="Rectangle 17"/>
          <p:cNvSpPr/>
          <p:nvPr/>
        </p:nvSpPr>
        <p:spPr bwMode="auto">
          <a:xfrm>
            <a:off x="6968197" y="2722788"/>
            <a:ext cx="1938413" cy="3061876"/>
          </a:xfrm>
          <a:prstGeom prst="rect">
            <a:avLst/>
          </a:prstGeom>
          <a:solidFill>
            <a:schemeClr val="bg1">
              <a:alpha val="50000"/>
            </a:schemeClr>
          </a:solidFill>
          <a:ln w="9525" cap="flat">
            <a:solidFill>
              <a:srgbClr val="323232">
                <a:alpha val="50000"/>
              </a:srgbClr>
            </a:solidFill>
            <a:prstDash val="solid"/>
            <a:miter lim="800000"/>
            <a:headEnd type="none" w="med" len="med"/>
            <a:tailEnd type="none" w="med" len="med"/>
          </a:ln>
        </p:spPr>
        <p:txBody>
          <a:bodyPr lIns="0" tIns="0" rIns="0" bIns="0"/>
          <a:lstStyle/>
          <a:p>
            <a:endParaRPr lang="en-US"/>
          </a:p>
        </p:txBody>
      </p:sp>
      <p:sp>
        <p:nvSpPr>
          <p:cNvPr id="10" name="Rectangle 17"/>
          <p:cNvSpPr/>
          <p:nvPr/>
        </p:nvSpPr>
        <p:spPr bwMode="auto">
          <a:xfrm>
            <a:off x="9103979" y="2722788"/>
            <a:ext cx="1938413" cy="3061876"/>
          </a:xfrm>
          <a:prstGeom prst="rect">
            <a:avLst/>
          </a:prstGeom>
          <a:solidFill>
            <a:srgbClr val="E6E6E6">
              <a:alpha val="50000"/>
            </a:srgbClr>
          </a:solidFill>
          <a:ln w="9525" cap="flat">
            <a:solidFill>
              <a:srgbClr val="323232">
                <a:alpha val="50000"/>
              </a:srgbClr>
            </a:solidFill>
            <a:prstDash val="solid"/>
            <a:miter lim="800000"/>
            <a:headEnd type="none" w="med" len="med"/>
            <a:tailEnd type="none" w="med" len="med"/>
          </a:ln>
        </p:spPr>
        <p:txBody>
          <a:bodyPr lIns="0" tIns="0" rIns="0" bIns="0"/>
          <a:lstStyle/>
          <a:p>
            <a:endParaRPr lang="en-US"/>
          </a:p>
        </p:txBody>
      </p:sp>
      <p:grpSp>
        <p:nvGrpSpPr>
          <p:cNvPr id="11" name="Group 13"/>
          <p:cNvGrpSpPr/>
          <p:nvPr/>
        </p:nvGrpSpPr>
        <p:grpSpPr bwMode="auto">
          <a:xfrm>
            <a:off x="4832413" y="1695574"/>
            <a:ext cx="6215590" cy="867912"/>
            <a:chOff x="0" y="0"/>
            <a:chExt cx="7728" cy="1096"/>
          </a:xfrm>
        </p:grpSpPr>
        <p:sp>
          <p:nvSpPr>
            <p:cNvPr id="12" name="Rectangle 14"/>
            <p:cNvSpPr/>
            <p:nvPr/>
          </p:nvSpPr>
          <p:spPr bwMode="auto">
            <a:xfrm>
              <a:off x="0" y="0"/>
              <a:ext cx="7728" cy="1096"/>
            </a:xfrm>
            <a:prstGeom prst="rect">
              <a:avLst/>
            </a:prstGeom>
            <a:solidFill>
              <a:schemeClr val="bg2">
                <a:lumMod val="50000"/>
              </a:schemeClr>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endParaRPr lang="en-US"/>
            </a:p>
          </p:txBody>
        </p:sp>
        <p:sp>
          <p:nvSpPr>
            <p:cNvPr id="13" name="Rectangle 15"/>
            <p:cNvSpPr/>
            <p:nvPr/>
          </p:nvSpPr>
          <p:spPr bwMode="auto">
            <a:xfrm>
              <a:off x="392" y="236"/>
              <a:ext cx="6912" cy="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just"/>
              <a:r>
                <a:rPr lang="en-US" altLang="zh-CN" sz="900" dirty="0">
                  <a:solidFill>
                    <a:schemeClr val="bg1">
                      <a:lumMod val="95000"/>
                    </a:schemeClr>
                  </a:solidFill>
                  <a:latin typeface="思源黑体 CN Regular" panose="020B0500000000000000" pitchFamily="34" charset="-122"/>
                  <a:ea typeface="思源黑体 CN Regular" panose="020B0500000000000000" pitchFamily="34" charset="-122"/>
                </a:rPr>
                <a:t>An action plan with executable, actionable and creative ideas can effectively enhance the company's reputation and brand reputation.</a:t>
              </a:r>
              <a:endParaRPr lang="en-US" altLang="zh-CN" sz="9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grpSp>
      <p:grpSp>
        <p:nvGrpSpPr>
          <p:cNvPr id="17" name="Group 26"/>
          <p:cNvGrpSpPr/>
          <p:nvPr/>
        </p:nvGrpSpPr>
        <p:grpSpPr bwMode="auto">
          <a:xfrm>
            <a:off x="5463093" y="2974562"/>
            <a:ext cx="679585" cy="679585"/>
            <a:chOff x="0" y="0"/>
            <a:chExt cx="944" cy="944"/>
          </a:xfrm>
        </p:grpSpPr>
        <p:sp>
          <p:nvSpPr>
            <p:cNvPr id="18" name="Oval 27"/>
            <p:cNvSpPr/>
            <p:nvPr/>
          </p:nvSpPr>
          <p:spPr bwMode="auto">
            <a:xfrm>
              <a:off x="0" y="0"/>
              <a:ext cx="944" cy="944"/>
            </a:xfrm>
            <a:prstGeom prst="ellipse">
              <a:avLst/>
            </a:prstGeom>
            <a:solidFill>
              <a:schemeClr val="tx1">
                <a:lumMod val="65000"/>
                <a:lumOff val="35000"/>
              </a:schemeClr>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endParaRPr lang="en-US"/>
            </a:p>
          </p:txBody>
        </p:sp>
        <p:pic>
          <p:nvPicPr>
            <p:cNvPr id="19" name="Picture 28"/>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78" y="264"/>
              <a:ext cx="399"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grpSp>
      <p:grpSp>
        <p:nvGrpSpPr>
          <p:cNvPr id="20" name="Group 29"/>
          <p:cNvGrpSpPr/>
          <p:nvPr/>
        </p:nvGrpSpPr>
        <p:grpSpPr bwMode="auto">
          <a:xfrm>
            <a:off x="7638711" y="2974562"/>
            <a:ext cx="679585" cy="679585"/>
            <a:chOff x="0" y="0"/>
            <a:chExt cx="944" cy="944"/>
          </a:xfrm>
        </p:grpSpPr>
        <p:sp>
          <p:nvSpPr>
            <p:cNvPr id="21" name="Oval 30"/>
            <p:cNvSpPr/>
            <p:nvPr/>
          </p:nvSpPr>
          <p:spPr bwMode="auto">
            <a:xfrm>
              <a:off x="0" y="0"/>
              <a:ext cx="944" cy="944"/>
            </a:xfrm>
            <a:prstGeom prst="ellipse">
              <a:avLst/>
            </a:prstGeom>
            <a:solidFill>
              <a:srgbClr val="28292E"/>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endParaRPr lang="en-US"/>
            </a:p>
          </p:txBody>
        </p:sp>
        <p:pic>
          <p:nvPicPr>
            <p:cNvPr id="22" name="Picture 31"/>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85" y="241"/>
              <a:ext cx="40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grpSp>
      <p:grpSp>
        <p:nvGrpSpPr>
          <p:cNvPr id="23" name="Group 32"/>
          <p:cNvGrpSpPr/>
          <p:nvPr/>
        </p:nvGrpSpPr>
        <p:grpSpPr bwMode="auto">
          <a:xfrm>
            <a:off x="9733393" y="2974562"/>
            <a:ext cx="679585" cy="679585"/>
            <a:chOff x="0" y="0"/>
            <a:chExt cx="944" cy="944"/>
          </a:xfrm>
        </p:grpSpPr>
        <p:sp>
          <p:nvSpPr>
            <p:cNvPr id="24" name="Oval 33"/>
            <p:cNvSpPr/>
            <p:nvPr/>
          </p:nvSpPr>
          <p:spPr bwMode="auto">
            <a:xfrm>
              <a:off x="0" y="0"/>
              <a:ext cx="944" cy="944"/>
            </a:xfrm>
            <a:prstGeom prst="ellipse">
              <a:avLst/>
            </a:prstGeom>
            <a:solidFill>
              <a:schemeClr val="tx1">
                <a:lumMod val="50000"/>
                <a:lumOff val="50000"/>
              </a:schemeClr>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endParaRPr lang="en-US"/>
            </a:p>
          </p:txBody>
        </p:sp>
        <p:pic>
          <p:nvPicPr>
            <p:cNvPr id="25" name="Picture 3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25" y="235"/>
              <a:ext cx="488"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grpSp>
      <p:sp>
        <p:nvSpPr>
          <p:cNvPr id="35" name="TextBox 61"/>
          <p:cNvSpPr txBox="1"/>
          <p:nvPr/>
        </p:nvSpPr>
        <p:spPr>
          <a:xfrm>
            <a:off x="5141266" y="400071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36" name="TextBox 62"/>
          <p:cNvSpPr txBox="1"/>
          <p:nvPr/>
        </p:nvSpPr>
        <p:spPr>
          <a:xfrm>
            <a:off x="5141266" y="4329547"/>
            <a:ext cx="1272234" cy="898900"/>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37" name="TextBox 61"/>
          <p:cNvSpPr txBox="1"/>
          <p:nvPr/>
        </p:nvSpPr>
        <p:spPr>
          <a:xfrm>
            <a:off x="7294871" y="400071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38" name="TextBox 62"/>
          <p:cNvSpPr txBox="1"/>
          <p:nvPr/>
        </p:nvSpPr>
        <p:spPr>
          <a:xfrm>
            <a:off x="7294871" y="4329547"/>
            <a:ext cx="1272234" cy="898900"/>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39" name="TextBox 61"/>
          <p:cNvSpPr txBox="1"/>
          <p:nvPr/>
        </p:nvSpPr>
        <p:spPr>
          <a:xfrm>
            <a:off x="9418003" y="4000719"/>
            <a:ext cx="1104470" cy="243656"/>
          </a:xfrm>
          <a:prstGeom prst="rect">
            <a:avLst/>
          </a:prstGeom>
          <a:noFill/>
        </p:spPr>
        <p:txBody>
          <a:bodyPr wrap="none" lIns="0" tIns="0" rIns="0" bIns="0" rtlCol="0">
            <a:spAutoFit/>
          </a:bodyPr>
          <a:lstStyle/>
          <a:p>
            <a:pPr>
              <a:lnSpc>
                <a:spcPts val="1865"/>
              </a:lnSpc>
              <a:spcAft>
                <a:spcPts val="1600"/>
              </a:spcAft>
            </a:pPr>
            <a:r>
              <a:rPr lang="en-US" altLang="zh-CN" sz="16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TITLE HERE</a:t>
            </a:r>
            <a:endParaRPr lang="en-US" sz="1450" b="1" dirty="0">
              <a:solidFill>
                <a:schemeClr val="tx1">
                  <a:lumMod val="65000"/>
                  <a:lumOff val="35000"/>
                </a:schemeClr>
              </a:solidFill>
              <a:latin typeface="思源黑体 CN Regular" panose="020B0500000000000000" pitchFamily="34" charset="-122"/>
              <a:ea typeface="思源黑体 CN Regular" panose="020B0500000000000000" pitchFamily="34" charset="-122"/>
              <a:cs typeface="Lato Regular"/>
            </a:endParaRPr>
          </a:p>
        </p:txBody>
      </p:sp>
      <p:sp>
        <p:nvSpPr>
          <p:cNvPr id="40" name="TextBox 62"/>
          <p:cNvSpPr txBox="1"/>
          <p:nvPr/>
        </p:nvSpPr>
        <p:spPr>
          <a:xfrm>
            <a:off x="9418003" y="4329547"/>
            <a:ext cx="1272234" cy="898900"/>
          </a:xfrm>
          <a:prstGeom prst="rect">
            <a:avLst/>
          </a:prstGeom>
          <a:noFill/>
        </p:spPr>
        <p:txBody>
          <a:bodyPr wrap="square" lIns="0" tIns="0" rIns="0" bIns="0" rtlCol="0">
            <a:spAutoFit/>
          </a:bodyPr>
          <a:lstStyle/>
          <a:p>
            <a:pPr>
              <a:lnSpc>
                <a:spcPct val="150000"/>
              </a:lnSpc>
            </a:pPr>
            <a:r>
              <a:rPr lang="en-US" altLang="zh-CN" sz="1000" dirty="0">
                <a:solidFill>
                  <a:schemeClr val="bg1">
                    <a:lumMod val="50000"/>
                  </a:schemeClr>
                </a:solidFill>
                <a:latin typeface="思源黑体 CN Regular" panose="020B0500000000000000" pitchFamily="34" charset="-122"/>
                <a:ea typeface="思源黑体 CN Regular" panose="020B0500000000000000" pitchFamily="34" charset="-122"/>
              </a:rPr>
              <a:t>Event planning is an effective behavior to increase market share.</a:t>
            </a:r>
            <a:endParaRPr lang="en-US" sz="1000" dirty="0">
              <a:solidFill>
                <a:schemeClr val="bg1">
                  <a:lumMod val="50000"/>
                </a:schemeClr>
              </a:solidFill>
              <a:latin typeface="思源黑体 CN Regular" panose="020B0500000000000000" pitchFamily="34" charset="-122"/>
              <a:ea typeface="思源黑体 CN Regular" panose="020B0500000000000000" pitchFamily="34" charset="-122"/>
              <a:cs typeface="Lato Light" charset="0"/>
            </a:endParaRPr>
          </a:p>
        </p:txBody>
      </p:sp>
      <p:sp>
        <p:nvSpPr>
          <p:cNvPr id="3" name="文本框 2"/>
          <p:cNvSpPr txBox="1"/>
          <p:nvPr userDrawn="1"/>
        </p:nvSpPr>
        <p:spPr>
          <a:xfrm>
            <a:off x="59690" y="62362"/>
            <a:ext cx="2819401" cy="461665"/>
          </a:xfrm>
          <a:prstGeom prst="rect">
            <a:avLst/>
          </a:prstGeom>
          <a:noFill/>
        </p:spPr>
        <p:txBody>
          <a:bodyPr wrap="square" rtlCol="0">
            <a:spAutoFit/>
          </a:bodyPr>
          <a:lstStyle/>
          <a:p>
            <a:r>
              <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rPr>
              <a:t>单击此处添加标题</a:t>
            </a:r>
            <a:endParaRPr lang="zh-CN" altLang="en-US" sz="2400" dirty="0">
              <a:solidFill>
                <a:schemeClr val="bg1">
                  <a:lumMod val="9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730" r="7937"/>
          <a:stretch>
            <a:fillRect/>
          </a:stretch>
        </p:blipFill>
        <p:spPr>
          <a:xfrm>
            <a:off x="0" y="0"/>
            <a:ext cx="12192000" cy="6858000"/>
          </a:xfrm>
          <a:prstGeom prst="rect">
            <a:avLst/>
          </a:prstGeom>
        </p:spPr>
      </p:pic>
      <p:sp>
        <p:nvSpPr>
          <p:cNvPr id="4" name="文本框 3"/>
          <p:cNvSpPr txBox="1"/>
          <p:nvPr/>
        </p:nvSpPr>
        <p:spPr>
          <a:xfrm>
            <a:off x="2204114" y="3007475"/>
            <a:ext cx="7866742" cy="830997"/>
          </a:xfrm>
          <a:prstGeom prst="rect">
            <a:avLst/>
          </a:prstGeom>
          <a:noFill/>
        </p:spPr>
        <p:txBody>
          <a:bodyPr wrap="square" rtlCol="0">
            <a:spAutoFit/>
          </a:bodyPr>
          <a:lstStyle/>
          <a:p>
            <a:pPr algn="dist"/>
            <a:r>
              <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rPr>
              <a:t>感谢您的欣赏与指导</a:t>
            </a:r>
            <a:endParaRPr lang="zh-CN" altLang="en-US" sz="4800" b="1"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5" name="文本框 4"/>
          <p:cNvSpPr txBox="1"/>
          <p:nvPr/>
        </p:nvSpPr>
        <p:spPr>
          <a:xfrm>
            <a:off x="2340185" y="3751388"/>
            <a:ext cx="7594600"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rPr>
              <a:t>Simple atmospheric graduation defense PPT template</a:t>
            </a:r>
            <a:endParaRPr lang="en-US" altLang="zh-CN" sz="1100" dirty="0">
              <a:solidFill>
                <a:schemeClr val="bg1">
                  <a:lumMod val="65000"/>
                </a:schemeClr>
              </a:solidFill>
              <a:latin typeface="思源黑体 CN Regular" panose="020B0500000000000000" pitchFamily="34" charset="-122"/>
              <a:ea typeface="思源黑体 CN Regular" panose="020B0500000000000000" pitchFamily="34" charset="-122"/>
            </a:endParaRPr>
          </a:p>
        </p:txBody>
      </p:sp>
      <p:sp>
        <p:nvSpPr>
          <p:cNvPr id="6" name="矩形 5"/>
          <p:cNvSpPr/>
          <p:nvPr/>
        </p:nvSpPr>
        <p:spPr>
          <a:xfrm>
            <a:off x="4372258" y="4836469"/>
            <a:ext cx="1620957" cy="307777"/>
          </a:xfrm>
          <a:prstGeom prst="rect">
            <a:avLst/>
          </a:prstGeom>
          <a:noFill/>
          <a:ln>
            <a:noFill/>
          </a:ln>
        </p:spPr>
        <p:txBody>
          <a:bodyPr wrap="none">
            <a:spAutoFit/>
          </a:bodyPr>
          <a:lstStyle/>
          <a:p>
            <a:r>
              <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答辩人：小泉同学</a:t>
            </a:r>
            <a:endPar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7" name="矩形 6"/>
          <p:cNvSpPr/>
          <p:nvPr/>
        </p:nvSpPr>
        <p:spPr>
          <a:xfrm>
            <a:off x="6497740" y="4836469"/>
            <a:ext cx="1620958" cy="307777"/>
          </a:xfrm>
          <a:prstGeom prst="rect">
            <a:avLst/>
          </a:prstGeom>
          <a:noFill/>
          <a:ln>
            <a:noFill/>
          </a:ln>
        </p:spPr>
        <p:txBody>
          <a:bodyPr wrap="none">
            <a:spAutoFit/>
          </a:bodyPr>
          <a:lstStyle/>
          <a:p>
            <a:pPr algn="ctr"/>
            <a:r>
              <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指导老师：稻壳儿</a:t>
            </a:r>
            <a:endParaRPr lang="zh-CN" altLang="en-US" sz="14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8" name="graduation-cap_16905"/>
          <p:cNvSpPr>
            <a:spLocks noChangeAspect="1"/>
          </p:cNvSpPr>
          <p:nvPr/>
        </p:nvSpPr>
        <p:spPr bwMode="auto">
          <a:xfrm>
            <a:off x="4073302" y="4896536"/>
            <a:ext cx="255014" cy="152520"/>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rgbClr val="3F3B3A"/>
          </a:solidFill>
          <a:ln>
            <a:noFill/>
          </a:ln>
        </p:spPr>
      </p:sp>
      <p:sp>
        <p:nvSpPr>
          <p:cNvPr id="9" name="Freeform 70"/>
          <p:cNvSpPr>
            <a:spLocks noEditPoints="1"/>
          </p:cNvSpPr>
          <p:nvPr/>
        </p:nvSpPr>
        <p:spPr bwMode="auto">
          <a:xfrm>
            <a:off x="6255915" y="4878906"/>
            <a:ext cx="156926" cy="187781"/>
          </a:xfrm>
          <a:custGeom>
            <a:avLst/>
            <a:gdLst>
              <a:gd name="T0" fmla="*/ 104 w 154"/>
              <a:gd name="T1" fmla="*/ 127 h 184"/>
              <a:gd name="T2" fmla="*/ 51 w 154"/>
              <a:gd name="T3" fmla="*/ 127 h 184"/>
              <a:gd name="T4" fmla="*/ 37 w 154"/>
              <a:gd name="T5" fmla="*/ 130 h 184"/>
              <a:gd name="T6" fmla="*/ 14 w 154"/>
              <a:gd name="T7" fmla="*/ 164 h 184"/>
              <a:gd name="T8" fmla="*/ 14 w 154"/>
              <a:gd name="T9" fmla="*/ 170 h 184"/>
              <a:gd name="T10" fmla="*/ 140 w 154"/>
              <a:gd name="T11" fmla="*/ 170 h 184"/>
              <a:gd name="T12" fmla="*/ 140 w 154"/>
              <a:gd name="T13" fmla="*/ 164 h 184"/>
              <a:gd name="T14" fmla="*/ 124 w 154"/>
              <a:gd name="T15" fmla="*/ 133 h 184"/>
              <a:gd name="T16" fmla="*/ 118 w 154"/>
              <a:gd name="T17" fmla="*/ 130 h 184"/>
              <a:gd name="T18" fmla="*/ 111 w 154"/>
              <a:gd name="T19" fmla="*/ 128 h 184"/>
              <a:gd name="T20" fmla="*/ 104 w 154"/>
              <a:gd name="T21" fmla="*/ 127 h 184"/>
              <a:gd name="T22" fmla="*/ 108 w 154"/>
              <a:gd name="T23" fmla="*/ 113 h 184"/>
              <a:gd name="T24" fmla="*/ 108 w 154"/>
              <a:gd name="T25" fmla="*/ 113 h 184"/>
              <a:gd name="T26" fmla="*/ 114 w 154"/>
              <a:gd name="T27" fmla="*/ 114 h 184"/>
              <a:gd name="T28" fmla="*/ 123 w 154"/>
              <a:gd name="T29" fmla="*/ 117 h 184"/>
              <a:gd name="T30" fmla="*/ 154 w 154"/>
              <a:gd name="T31" fmla="*/ 164 h 184"/>
              <a:gd name="T32" fmla="*/ 154 w 154"/>
              <a:gd name="T33" fmla="*/ 177 h 184"/>
              <a:gd name="T34" fmla="*/ 147 w 154"/>
              <a:gd name="T35" fmla="*/ 184 h 184"/>
              <a:gd name="T36" fmla="*/ 147 w 154"/>
              <a:gd name="T37" fmla="*/ 184 h 184"/>
              <a:gd name="T38" fmla="*/ 7 w 154"/>
              <a:gd name="T39" fmla="*/ 184 h 184"/>
              <a:gd name="T40" fmla="*/ 0 w 154"/>
              <a:gd name="T41" fmla="*/ 177 h 184"/>
              <a:gd name="T42" fmla="*/ 0 w 154"/>
              <a:gd name="T43" fmla="*/ 176 h 184"/>
              <a:gd name="T44" fmla="*/ 0 w 154"/>
              <a:gd name="T45" fmla="*/ 164 h 184"/>
              <a:gd name="T46" fmla="*/ 31 w 154"/>
              <a:gd name="T47" fmla="*/ 117 h 184"/>
              <a:gd name="T48" fmla="*/ 47 w 154"/>
              <a:gd name="T49" fmla="*/ 113 h 184"/>
              <a:gd name="T50" fmla="*/ 17 w 154"/>
              <a:gd name="T51" fmla="*/ 61 h 184"/>
              <a:gd name="T52" fmla="*/ 77 w 154"/>
              <a:gd name="T53" fmla="*/ 0 h 184"/>
              <a:gd name="T54" fmla="*/ 138 w 154"/>
              <a:gd name="T55" fmla="*/ 61 h 184"/>
              <a:gd name="T56" fmla="*/ 108 w 154"/>
              <a:gd name="T57" fmla="*/ 113 h 184"/>
              <a:gd name="T58" fmla="*/ 77 w 154"/>
              <a:gd name="T59" fmla="*/ 14 h 184"/>
              <a:gd name="T60" fmla="*/ 77 w 154"/>
              <a:gd name="T61" fmla="*/ 14 h 184"/>
              <a:gd name="T62" fmla="*/ 34 w 154"/>
              <a:gd name="T63" fmla="*/ 43 h 184"/>
              <a:gd name="T64" fmla="*/ 31 w 154"/>
              <a:gd name="T65" fmla="*/ 61 h 184"/>
              <a:gd name="T66" fmla="*/ 59 w 154"/>
              <a:gd name="T67" fmla="*/ 104 h 184"/>
              <a:gd name="T68" fmla="*/ 95 w 154"/>
              <a:gd name="T69" fmla="*/ 104 h 184"/>
              <a:gd name="T70" fmla="*/ 124 w 154"/>
              <a:gd name="T71" fmla="*/ 61 h 184"/>
              <a:gd name="T72" fmla="*/ 77 w 154"/>
              <a:gd name="T73"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4" h="184">
                <a:moveTo>
                  <a:pt x="104" y="127"/>
                </a:moveTo>
                <a:cubicBezTo>
                  <a:pt x="51" y="127"/>
                  <a:pt x="51" y="127"/>
                  <a:pt x="51" y="127"/>
                </a:cubicBezTo>
                <a:cubicBezTo>
                  <a:pt x="46" y="127"/>
                  <a:pt x="41" y="128"/>
                  <a:pt x="37" y="130"/>
                </a:cubicBezTo>
                <a:cubicBezTo>
                  <a:pt x="23" y="135"/>
                  <a:pt x="14" y="149"/>
                  <a:pt x="14" y="164"/>
                </a:cubicBezTo>
                <a:cubicBezTo>
                  <a:pt x="14" y="170"/>
                  <a:pt x="14" y="170"/>
                  <a:pt x="14" y="170"/>
                </a:cubicBezTo>
                <a:cubicBezTo>
                  <a:pt x="140" y="170"/>
                  <a:pt x="140" y="170"/>
                  <a:pt x="140" y="170"/>
                </a:cubicBezTo>
                <a:cubicBezTo>
                  <a:pt x="140" y="164"/>
                  <a:pt x="140" y="164"/>
                  <a:pt x="140" y="164"/>
                </a:cubicBezTo>
                <a:cubicBezTo>
                  <a:pt x="140" y="151"/>
                  <a:pt x="134" y="140"/>
                  <a:pt x="124" y="133"/>
                </a:cubicBezTo>
                <a:cubicBezTo>
                  <a:pt x="122" y="132"/>
                  <a:pt x="120" y="131"/>
                  <a:pt x="118" y="130"/>
                </a:cubicBezTo>
                <a:cubicBezTo>
                  <a:pt x="115" y="129"/>
                  <a:pt x="113" y="128"/>
                  <a:pt x="111" y="128"/>
                </a:cubicBezTo>
                <a:cubicBezTo>
                  <a:pt x="108" y="127"/>
                  <a:pt x="106" y="127"/>
                  <a:pt x="104" y="127"/>
                </a:cubicBezTo>
                <a:close/>
                <a:moveTo>
                  <a:pt x="108" y="113"/>
                </a:moveTo>
                <a:cubicBezTo>
                  <a:pt x="108" y="113"/>
                  <a:pt x="108" y="113"/>
                  <a:pt x="108" y="113"/>
                </a:cubicBezTo>
                <a:cubicBezTo>
                  <a:pt x="110" y="113"/>
                  <a:pt x="112" y="114"/>
                  <a:pt x="114" y="114"/>
                </a:cubicBezTo>
                <a:cubicBezTo>
                  <a:pt x="117" y="114"/>
                  <a:pt x="120" y="115"/>
                  <a:pt x="123" y="117"/>
                </a:cubicBezTo>
                <a:cubicBezTo>
                  <a:pt x="142" y="125"/>
                  <a:pt x="154" y="143"/>
                  <a:pt x="154" y="164"/>
                </a:cubicBezTo>
                <a:cubicBezTo>
                  <a:pt x="154" y="177"/>
                  <a:pt x="154" y="177"/>
                  <a:pt x="154" y="177"/>
                </a:cubicBezTo>
                <a:cubicBezTo>
                  <a:pt x="154" y="180"/>
                  <a:pt x="151" y="184"/>
                  <a:pt x="147" y="184"/>
                </a:cubicBezTo>
                <a:cubicBezTo>
                  <a:pt x="147" y="184"/>
                  <a:pt x="147" y="184"/>
                  <a:pt x="147" y="184"/>
                </a:cubicBezTo>
                <a:cubicBezTo>
                  <a:pt x="7" y="184"/>
                  <a:pt x="7" y="184"/>
                  <a:pt x="7" y="184"/>
                </a:cubicBezTo>
                <a:cubicBezTo>
                  <a:pt x="3" y="184"/>
                  <a:pt x="0" y="180"/>
                  <a:pt x="0" y="177"/>
                </a:cubicBezTo>
                <a:cubicBezTo>
                  <a:pt x="0" y="176"/>
                  <a:pt x="0" y="176"/>
                  <a:pt x="0" y="176"/>
                </a:cubicBezTo>
                <a:cubicBezTo>
                  <a:pt x="0" y="164"/>
                  <a:pt x="0" y="164"/>
                  <a:pt x="0" y="164"/>
                </a:cubicBezTo>
                <a:cubicBezTo>
                  <a:pt x="0" y="143"/>
                  <a:pt x="13" y="125"/>
                  <a:pt x="31" y="117"/>
                </a:cubicBezTo>
                <a:cubicBezTo>
                  <a:pt x="36" y="115"/>
                  <a:pt x="41" y="114"/>
                  <a:pt x="47" y="113"/>
                </a:cubicBezTo>
                <a:cubicBezTo>
                  <a:pt x="28" y="102"/>
                  <a:pt x="17" y="82"/>
                  <a:pt x="17" y="61"/>
                </a:cubicBezTo>
                <a:cubicBezTo>
                  <a:pt x="17" y="28"/>
                  <a:pt x="44" y="0"/>
                  <a:pt x="77" y="0"/>
                </a:cubicBezTo>
                <a:cubicBezTo>
                  <a:pt x="111" y="0"/>
                  <a:pt x="138" y="28"/>
                  <a:pt x="138" y="61"/>
                </a:cubicBezTo>
                <a:cubicBezTo>
                  <a:pt x="138" y="82"/>
                  <a:pt x="126" y="102"/>
                  <a:pt x="108" y="113"/>
                </a:cubicBezTo>
                <a:close/>
                <a:moveTo>
                  <a:pt x="77" y="14"/>
                </a:moveTo>
                <a:cubicBezTo>
                  <a:pt x="77" y="14"/>
                  <a:pt x="77" y="14"/>
                  <a:pt x="77" y="14"/>
                </a:cubicBezTo>
                <a:cubicBezTo>
                  <a:pt x="59" y="14"/>
                  <a:pt x="42" y="26"/>
                  <a:pt x="34" y="43"/>
                </a:cubicBezTo>
                <a:cubicBezTo>
                  <a:pt x="32" y="49"/>
                  <a:pt x="31" y="55"/>
                  <a:pt x="31" y="61"/>
                </a:cubicBezTo>
                <a:cubicBezTo>
                  <a:pt x="31" y="79"/>
                  <a:pt x="42" y="96"/>
                  <a:pt x="59" y="104"/>
                </a:cubicBezTo>
                <a:cubicBezTo>
                  <a:pt x="71" y="109"/>
                  <a:pt x="84" y="108"/>
                  <a:pt x="95" y="104"/>
                </a:cubicBezTo>
                <a:cubicBezTo>
                  <a:pt x="113" y="96"/>
                  <a:pt x="124" y="79"/>
                  <a:pt x="124" y="61"/>
                </a:cubicBezTo>
                <a:cubicBezTo>
                  <a:pt x="124" y="36"/>
                  <a:pt x="103" y="14"/>
                  <a:pt x="77" y="14"/>
                </a:cubicBezTo>
                <a:close/>
              </a:path>
            </a:pathLst>
          </a:custGeom>
          <a:solidFill>
            <a:srgbClr val="3F3B3A"/>
          </a:solidFill>
          <a:ln>
            <a:noFill/>
          </a:ln>
        </p:spPr>
        <p:txBody>
          <a:bodyPr vert="horz" wrap="square" lIns="91440" tIns="45720" rIns="91440" bIns="45720" numCol="1" anchor="t" anchorCtr="0" compatLnSpc="1"/>
          <a:lstStyle/>
          <a:p>
            <a:endParaRPr lang="zh-CN" altLang="en-US"/>
          </a:p>
        </p:txBody>
      </p:sp>
      <p:grpSp>
        <p:nvGrpSpPr>
          <p:cNvPr id="12" name="8e9c2e0a-c7f2-4e6a-b2cf-bba798f0fde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4854027" y="1609726"/>
            <a:ext cx="2483946" cy="798666"/>
            <a:chOff x="3373404" y="2539845"/>
            <a:chExt cx="5445192" cy="1750802"/>
          </a:xfrm>
        </p:grpSpPr>
        <p:sp>
          <p:nvSpPr>
            <p:cNvPr id="13" name="íş1iḋê"/>
            <p:cNvSpPr/>
            <p:nvPr/>
          </p:nvSpPr>
          <p:spPr bwMode="auto">
            <a:xfrm>
              <a:off x="3640255" y="2808865"/>
              <a:ext cx="1210591" cy="1214930"/>
            </a:xfrm>
            <a:custGeom>
              <a:avLst/>
              <a:gdLst>
                <a:gd name="T0" fmla="*/ 34 w 236"/>
                <a:gd name="T1" fmla="*/ 35 h 236"/>
                <a:gd name="T2" fmla="*/ 118 w 236"/>
                <a:gd name="T3" fmla="*/ 0 h 236"/>
                <a:gd name="T4" fmla="*/ 201 w 236"/>
                <a:gd name="T5" fmla="*/ 35 h 236"/>
                <a:gd name="T6" fmla="*/ 224 w 236"/>
                <a:gd name="T7" fmla="*/ 67 h 236"/>
                <a:gd name="T8" fmla="*/ 11 w 236"/>
                <a:gd name="T9" fmla="*/ 67 h 236"/>
                <a:gd name="T10" fmla="*/ 34 w 236"/>
                <a:gd name="T11" fmla="*/ 35 h 236"/>
                <a:gd name="T12" fmla="*/ 34 w 236"/>
                <a:gd name="T13" fmla="*/ 202 h 236"/>
                <a:gd name="T14" fmla="*/ 0 w 236"/>
                <a:gd name="T15" fmla="*/ 118 h 236"/>
                <a:gd name="T16" fmla="*/ 10 w 236"/>
                <a:gd name="T17" fmla="*/ 70 h 236"/>
                <a:gd name="T18" fmla="*/ 106 w 236"/>
                <a:gd name="T19" fmla="*/ 236 h 236"/>
                <a:gd name="T20" fmla="*/ 34 w 236"/>
                <a:gd name="T21" fmla="*/ 202 h 236"/>
                <a:gd name="T22" fmla="*/ 129 w 236"/>
                <a:gd name="T23" fmla="*/ 236 h 236"/>
                <a:gd name="T24" fmla="*/ 225 w 236"/>
                <a:gd name="T25" fmla="*/ 70 h 236"/>
                <a:gd name="T26" fmla="*/ 236 w 236"/>
                <a:gd name="T27" fmla="*/ 118 h 236"/>
                <a:gd name="T28" fmla="*/ 201 w 236"/>
                <a:gd name="T29" fmla="*/ 202 h 236"/>
                <a:gd name="T30" fmla="*/ 129 w 236"/>
                <a:gd name="T31"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6" h="236">
                  <a:moveTo>
                    <a:pt x="34" y="35"/>
                  </a:moveTo>
                  <a:cubicBezTo>
                    <a:pt x="56" y="14"/>
                    <a:pt x="85" y="0"/>
                    <a:pt x="118" y="0"/>
                  </a:cubicBezTo>
                  <a:cubicBezTo>
                    <a:pt x="150" y="0"/>
                    <a:pt x="180" y="14"/>
                    <a:pt x="201" y="35"/>
                  </a:cubicBezTo>
                  <a:cubicBezTo>
                    <a:pt x="211" y="44"/>
                    <a:pt x="218" y="55"/>
                    <a:pt x="224" y="67"/>
                  </a:cubicBezTo>
                  <a:cubicBezTo>
                    <a:pt x="11" y="67"/>
                    <a:pt x="11" y="67"/>
                    <a:pt x="11" y="67"/>
                  </a:cubicBezTo>
                  <a:cubicBezTo>
                    <a:pt x="17" y="55"/>
                    <a:pt x="25" y="44"/>
                    <a:pt x="34" y="35"/>
                  </a:cubicBezTo>
                  <a:close/>
                  <a:moveTo>
                    <a:pt x="34" y="202"/>
                  </a:moveTo>
                  <a:cubicBezTo>
                    <a:pt x="13" y="180"/>
                    <a:pt x="0" y="151"/>
                    <a:pt x="0" y="118"/>
                  </a:cubicBezTo>
                  <a:cubicBezTo>
                    <a:pt x="0" y="101"/>
                    <a:pt x="4" y="84"/>
                    <a:pt x="10" y="70"/>
                  </a:cubicBezTo>
                  <a:cubicBezTo>
                    <a:pt x="106" y="236"/>
                    <a:pt x="106" y="236"/>
                    <a:pt x="106" y="236"/>
                  </a:cubicBezTo>
                  <a:cubicBezTo>
                    <a:pt x="78" y="233"/>
                    <a:pt x="53" y="221"/>
                    <a:pt x="34" y="202"/>
                  </a:cubicBezTo>
                  <a:close/>
                  <a:moveTo>
                    <a:pt x="129" y="236"/>
                  </a:moveTo>
                  <a:cubicBezTo>
                    <a:pt x="225" y="70"/>
                    <a:pt x="225" y="70"/>
                    <a:pt x="225" y="70"/>
                  </a:cubicBezTo>
                  <a:cubicBezTo>
                    <a:pt x="232" y="84"/>
                    <a:pt x="236" y="101"/>
                    <a:pt x="236" y="118"/>
                  </a:cubicBezTo>
                  <a:cubicBezTo>
                    <a:pt x="236" y="151"/>
                    <a:pt x="223" y="180"/>
                    <a:pt x="201" y="202"/>
                  </a:cubicBezTo>
                  <a:cubicBezTo>
                    <a:pt x="182" y="221"/>
                    <a:pt x="157" y="233"/>
                    <a:pt x="129" y="2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ïš1íďè"/>
            <p:cNvSpPr/>
            <p:nvPr/>
          </p:nvSpPr>
          <p:spPr bwMode="auto">
            <a:xfrm>
              <a:off x="3705341" y="3889285"/>
              <a:ext cx="47729" cy="41222"/>
            </a:xfrm>
            <a:custGeom>
              <a:avLst/>
              <a:gdLst>
                <a:gd name="T0" fmla="*/ 2 w 9"/>
                <a:gd name="T1" fmla="*/ 1 h 8"/>
                <a:gd name="T2" fmla="*/ 3 w 9"/>
                <a:gd name="T3" fmla="*/ 1 h 8"/>
                <a:gd name="T4" fmla="*/ 4 w 9"/>
                <a:gd name="T5" fmla="*/ 0 h 8"/>
                <a:gd name="T6" fmla="*/ 5 w 9"/>
                <a:gd name="T7" fmla="*/ 0 h 8"/>
                <a:gd name="T8" fmla="*/ 6 w 9"/>
                <a:gd name="T9" fmla="*/ 1 h 8"/>
                <a:gd name="T10" fmla="*/ 7 w 9"/>
                <a:gd name="T11" fmla="*/ 1 h 8"/>
                <a:gd name="T12" fmla="*/ 7 w 9"/>
                <a:gd name="T13" fmla="*/ 1 h 8"/>
                <a:gd name="T14" fmla="*/ 8 w 9"/>
                <a:gd name="T15" fmla="*/ 2 h 8"/>
                <a:gd name="T16" fmla="*/ 8 w 9"/>
                <a:gd name="T17" fmla="*/ 2 h 8"/>
                <a:gd name="T18" fmla="*/ 9 w 9"/>
                <a:gd name="T19" fmla="*/ 3 h 8"/>
                <a:gd name="T20" fmla="*/ 9 w 9"/>
                <a:gd name="T21" fmla="*/ 4 h 8"/>
                <a:gd name="T22" fmla="*/ 8 w 9"/>
                <a:gd name="T23" fmla="*/ 6 h 8"/>
                <a:gd name="T24" fmla="*/ 8 w 9"/>
                <a:gd name="T25" fmla="*/ 7 h 8"/>
                <a:gd name="T26" fmla="*/ 7 w 9"/>
                <a:gd name="T27" fmla="*/ 8 h 8"/>
                <a:gd name="T28" fmla="*/ 6 w 9"/>
                <a:gd name="T29" fmla="*/ 8 h 8"/>
                <a:gd name="T30" fmla="*/ 5 w 9"/>
                <a:gd name="T31" fmla="*/ 8 h 8"/>
                <a:gd name="T32" fmla="*/ 4 w 9"/>
                <a:gd name="T33" fmla="*/ 8 h 8"/>
                <a:gd name="T34" fmla="*/ 3 w 9"/>
                <a:gd name="T35" fmla="*/ 8 h 8"/>
                <a:gd name="T36" fmla="*/ 2 w 9"/>
                <a:gd name="T37" fmla="*/ 7 h 8"/>
                <a:gd name="T38" fmla="*/ 1 w 9"/>
                <a:gd name="T39" fmla="*/ 7 h 8"/>
                <a:gd name="T40" fmla="*/ 1 w 9"/>
                <a:gd name="T41" fmla="*/ 6 h 8"/>
                <a:gd name="T42" fmla="*/ 0 w 9"/>
                <a:gd name="T43" fmla="*/ 5 h 8"/>
                <a:gd name="T44" fmla="*/ 0 w 9"/>
                <a:gd name="T45" fmla="*/ 4 h 8"/>
                <a:gd name="T46" fmla="*/ 1 w 9"/>
                <a:gd name="T47" fmla="*/ 3 h 8"/>
                <a:gd name="T48" fmla="*/ 1 w 9"/>
                <a:gd name="T49" fmla="*/ 2 h 8"/>
                <a:gd name="T50" fmla="*/ 2 w 9"/>
                <a:gd name="T5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8">
                  <a:moveTo>
                    <a:pt x="2" y="1"/>
                  </a:moveTo>
                  <a:cubicBezTo>
                    <a:pt x="2" y="1"/>
                    <a:pt x="2" y="1"/>
                    <a:pt x="3" y="1"/>
                  </a:cubicBezTo>
                  <a:cubicBezTo>
                    <a:pt x="3" y="1"/>
                    <a:pt x="3" y="0"/>
                    <a:pt x="4" y="0"/>
                  </a:cubicBezTo>
                  <a:cubicBezTo>
                    <a:pt x="4" y="0"/>
                    <a:pt x="5" y="0"/>
                    <a:pt x="5" y="0"/>
                  </a:cubicBezTo>
                  <a:cubicBezTo>
                    <a:pt x="6" y="0"/>
                    <a:pt x="6" y="0"/>
                    <a:pt x="6" y="1"/>
                  </a:cubicBezTo>
                  <a:cubicBezTo>
                    <a:pt x="6" y="1"/>
                    <a:pt x="7" y="1"/>
                    <a:pt x="7" y="1"/>
                  </a:cubicBezTo>
                  <a:cubicBezTo>
                    <a:pt x="7" y="1"/>
                    <a:pt x="7" y="1"/>
                    <a:pt x="7" y="1"/>
                  </a:cubicBezTo>
                  <a:cubicBezTo>
                    <a:pt x="8" y="1"/>
                    <a:pt x="8" y="2"/>
                    <a:pt x="8" y="2"/>
                  </a:cubicBezTo>
                  <a:cubicBezTo>
                    <a:pt x="8" y="2"/>
                    <a:pt x="8" y="2"/>
                    <a:pt x="8" y="2"/>
                  </a:cubicBezTo>
                  <a:cubicBezTo>
                    <a:pt x="8" y="3"/>
                    <a:pt x="8" y="3"/>
                    <a:pt x="9" y="3"/>
                  </a:cubicBezTo>
                  <a:cubicBezTo>
                    <a:pt x="9" y="4"/>
                    <a:pt x="9" y="4"/>
                    <a:pt x="9" y="4"/>
                  </a:cubicBezTo>
                  <a:cubicBezTo>
                    <a:pt x="9" y="5"/>
                    <a:pt x="9" y="5"/>
                    <a:pt x="8" y="6"/>
                  </a:cubicBezTo>
                  <a:cubicBezTo>
                    <a:pt x="8" y="6"/>
                    <a:pt x="8" y="6"/>
                    <a:pt x="8" y="7"/>
                  </a:cubicBezTo>
                  <a:cubicBezTo>
                    <a:pt x="8" y="7"/>
                    <a:pt x="7" y="7"/>
                    <a:pt x="7" y="8"/>
                  </a:cubicBezTo>
                  <a:cubicBezTo>
                    <a:pt x="7" y="8"/>
                    <a:pt x="6" y="8"/>
                    <a:pt x="6" y="8"/>
                  </a:cubicBezTo>
                  <a:cubicBezTo>
                    <a:pt x="5" y="8"/>
                    <a:pt x="5" y="8"/>
                    <a:pt x="5" y="8"/>
                  </a:cubicBezTo>
                  <a:cubicBezTo>
                    <a:pt x="4" y="8"/>
                    <a:pt x="4" y="8"/>
                    <a:pt x="4" y="8"/>
                  </a:cubicBezTo>
                  <a:cubicBezTo>
                    <a:pt x="3" y="8"/>
                    <a:pt x="3" y="8"/>
                    <a:pt x="3" y="8"/>
                  </a:cubicBezTo>
                  <a:cubicBezTo>
                    <a:pt x="2" y="8"/>
                    <a:pt x="2" y="8"/>
                    <a:pt x="2" y="7"/>
                  </a:cubicBezTo>
                  <a:cubicBezTo>
                    <a:pt x="2" y="7"/>
                    <a:pt x="2" y="7"/>
                    <a:pt x="1" y="7"/>
                  </a:cubicBezTo>
                  <a:cubicBezTo>
                    <a:pt x="1" y="7"/>
                    <a:pt x="1" y="6"/>
                    <a:pt x="1" y="6"/>
                  </a:cubicBezTo>
                  <a:cubicBezTo>
                    <a:pt x="1" y="6"/>
                    <a:pt x="1" y="6"/>
                    <a:pt x="0" y="5"/>
                  </a:cubicBezTo>
                  <a:cubicBezTo>
                    <a:pt x="0" y="5"/>
                    <a:pt x="0" y="4"/>
                    <a:pt x="0" y="4"/>
                  </a:cubicBezTo>
                  <a:cubicBezTo>
                    <a:pt x="0" y="3"/>
                    <a:pt x="1" y="3"/>
                    <a:pt x="1" y="3"/>
                  </a:cubicBezTo>
                  <a:cubicBezTo>
                    <a:pt x="1" y="2"/>
                    <a:pt x="1" y="2"/>
                    <a:pt x="1" y="2"/>
                  </a:cubicBezTo>
                  <a:cubicBezTo>
                    <a:pt x="1" y="2"/>
                    <a:pt x="2" y="1"/>
                    <a:pt x="2"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ṩlide"/>
            <p:cNvSpPr/>
            <p:nvPr/>
          </p:nvSpPr>
          <p:spPr bwMode="auto">
            <a:xfrm>
              <a:off x="4733692" y="3889285"/>
              <a:ext cx="45561" cy="47729"/>
            </a:xfrm>
            <a:custGeom>
              <a:avLst/>
              <a:gdLst>
                <a:gd name="T0" fmla="*/ 2 w 9"/>
                <a:gd name="T1" fmla="*/ 8 h 9"/>
                <a:gd name="T2" fmla="*/ 1 w 9"/>
                <a:gd name="T3" fmla="*/ 7 h 9"/>
                <a:gd name="T4" fmla="*/ 1 w 9"/>
                <a:gd name="T5" fmla="*/ 6 h 9"/>
                <a:gd name="T6" fmla="*/ 1 w 9"/>
                <a:gd name="T7" fmla="*/ 5 h 9"/>
                <a:gd name="T8" fmla="*/ 1 w 9"/>
                <a:gd name="T9" fmla="*/ 4 h 9"/>
                <a:gd name="T10" fmla="*/ 1 w 9"/>
                <a:gd name="T11" fmla="*/ 3 h 9"/>
                <a:gd name="T12" fmla="*/ 1 w 9"/>
                <a:gd name="T13" fmla="*/ 2 h 9"/>
                <a:gd name="T14" fmla="*/ 1 w 9"/>
                <a:gd name="T15" fmla="*/ 2 h 9"/>
                <a:gd name="T16" fmla="*/ 2 w 9"/>
                <a:gd name="T17" fmla="*/ 1 h 9"/>
                <a:gd name="T18" fmla="*/ 3 w 9"/>
                <a:gd name="T19" fmla="*/ 1 h 9"/>
                <a:gd name="T20" fmla="*/ 4 w 9"/>
                <a:gd name="T21" fmla="*/ 1 h 9"/>
                <a:gd name="T22" fmla="*/ 5 w 9"/>
                <a:gd name="T23" fmla="*/ 1 h 9"/>
                <a:gd name="T24" fmla="*/ 6 w 9"/>
                <a:gd name="T25" fmla="*/ 1 h 9"/>
                <a:gd name="T26" fmla="*/ 7 w 9"/>
                <a:gd name="T27" fmla="*/ 1 h 9"/>
                <a:gd name="T28" fmla="*/ 8 w 9"/>
                <a:gd name="T29" fmla="*/ 3 h 9"/>
                <a:gd name="T30" fmla="*/ 9 w 9"/>
                <a:gd name="T31" fmla="*/ 4 h 9"/>
                <a:gd name="T32" fmla="*/ 9 w 9"/>
                <a:gd name="T33" fmla="*/ 5 h 9"/>
                <a:gd name="T34" fmla="*/ 9 w 9"/>
                <a:gd name="T35" fmla="*/ 6 h 9"/>
                <a:gd name="T36" fmla="*/ 8 w 9"/>
                <a:gd name="T37" fmla="*/ 7 h 9"/>
                <a:gd name="T38" fmla="*/ 8 w 9"/>
                <a:gd name="T39" fmla="*/ 7 h 9"/>
                <a:gd name="T40" fmla="*/ 7 w 9"/>
                <a:gd name="T41" fmla="*/ 8 h 9"/>
                <a:gd name="T42" fmla="*/ 6 w 9"/>
                <a:gd name="T43" fmla="*/ 8 h 9"/>
                <a:gd name="T44" fmla="*/ 5 w 9"/>
                <a:gd name="T45" fmla="*/ 9 h 9"/>
                <a:gd name="T46" fmla="*/ 4 w 9"/>
                <a:gd name="T47" fmla="*/ 9 h 9"/>
                <a:gd name="T48" fmla="*/ 3 w 9"/>
                <a:gd name="T49" fmla="*/ 8 h 9"/>
                <a:gd name="T50" fmla="*/ 2 w 9"/>
                <a:gd name="T51"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9">
                  <a:moveTo>
                    <a:pt x="2" y="8"/>
                  </a:moveTo>
                  <a:cubicBezTo>
                    <a:pt x="2" y="8"/>
                    <a:pt x="2" y="8"/>
                    <a:pt x="1" y="7"/>
                  </a:cubicBezTo>
                  <a:cubicBezTo>
                    <a:pt x="1" y="7"/>
                    <a:pt x="1" y="7"/>
                    <a:pt x="1" y="6"/>
                  </a:cubicBezTo>
                  <a:cubicBezTo>
                    <a:pt x="1" y="6"/>
                    <a:pt x="1" y="5"/>
                    <a:pt x="1" y="5"/>
                  </a:cubicBezTo>
                  <a:cubicBezTo>
                    <a:pt x="0" y="4"/>
                    <a:pt x="1" y="4"/>
                    <a:pt x="1" y="4"/>
                  </a:cubicBezTo>
                  <a:cubicBezTo>
                    <a:pt x="1" y="3"/>
                    <a:pt x="1" y="3"/>
                    <a:pt x="1" y="3"/>
                  </a:cubicBezTo>
                  <a:cubicBezTo>
                    <a:pt x="1" y="3"/>
                    <a:pt x="1" y="3"/>
                    <a:pt x="1" y="2"/>
                  </a:cubicBezTo>
                  <a:cubicBezTo>
                    <a:pt x="1" y="2"/>
                    <a:pt x="1" y="2"/>
                    <a:pt x="1" y="2"/>
                  </a:cubicBezTo>
                  <a:cubicBezTo>
                    <a:pt x="2" y="2"/>
                    <a:pt x="2" y="2"/>
                    <a:pt x="2" y="1"/>
                  </a:cubicBezTo>
                  <a:cubicBezTo>
                    <a:pt x="2" y="1"/>
                    <a:pt x="3" y="1"/>
                    <a:pt x="3" y="1"/>
                  </a:cubicBezTo>
                  <a:cubicBezTo>
                    <a:pt x="3" y="1"/>
                    <a:pt x="4" y="1"/>
                    <a:pt x="4" y="1"/>
                  </a:cubicBezTo>
                  <a:cubicBezTo>
                    <a:pt x="4" y="0"/>
                    <a:pt x="5" y="0"/>
                    <a:pt x="5" y="1"/>
                  </a:cubicBezTo>
                  <a:cubicBezTo>
                    <a:pt x="5" y="1"/>
                    <a:pt x="6" y="1"/>
                    <a:pt x="6" y="1"/>
                  </a:cubicBezTo>
                  <a:cubicBezTo>
                    <a:pt x="7" y="1"/>
                    <a:pt x="7" y="1"/>
                    <a:pt x="7" y="1"/>
                  </a:cubicBezTo>
                  <a:cubicBezTo>
                    <a:pt x="8" y="2"/>
                    <a:pt x="8" y="2"/>
                    <a:pt x="8" y="3"/>
                  </a:cubicBezTo>
                  <a:cubicBezTo>
                    <a:pt x="8" y="3"/>
                    <a:pt x="9" y="3"/>
                    <a:pt x="9" y="4"/>
                  </a:cubicBezTo>
                  <a:cubicBezTo>
                    <a:pt x="9" y="4"/>
                    <a:pt x="9" y="4"/>
                    <a:pt x="9" y="5"/>
                  </a:cubicBezTo>
                  <a:cubicBezTo>
                    <a:pt x="9" y="5"/>
                    <a:pt x="9" y="5"/>
                    <a:pt x="9" y="6"/>
                  </a:cubicBezTo>
                  <a:cubicBezTo>
                    <a:pt x="8" y="6"/>
                    <a:pt x="8" y="6"/>
                    <a:pt x="8" y="7"/>
                  </a:cubicBezTo>
                  <a:cubicBezTo>
                    <a:pt x="8" y="7"/>
                    <a:pt x="8" y="7"/>
                    <a:pt x="8" y="7"/>
                  </a:cubicBezTo>
                  <a:cubicBezTo>
                    <a:pt x="8" y="7"/>
                    <a:pt x="7" y="8"/>
                    <a:pt x="7" y="8"/>
                  </a:cubicBezTo>
                  <a:cubicBezTo>
                    <a:pt x="7" y="8"/>
                    <a:pt x="7" y="8"/>
                    <a:pt x="6" y="8"/>
                  </a:cubicBezTo>
                  <a:cubicBezTo>
                    <a:pt x="6" y="9"/>
                    <a:pt x="6" y="9"/>
                    <a:pt x="5" y="9"/>
                  </a:cubicBezTo>
                  <a:cubicBezTo>
                    <a:pt x="5" y="9"/>
                    <a:pt x="4" y="9"/>
                    <a:pt x="4" y="9"/>
                  </a:cubicBezTo>
                  <a:cubicBezTo>
                    <a:pt x="3" y="9"/>
                    <a:pt x="3" y="8"/>
                    <a:pt x="3" y="8"/>
                  </a:cubicBezTo>
                  <a:cubicBezTo>
                    <a:pt x="2" y="8"/>
                    <a:pt x="2" y="8"/>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íS1iḋè"/>
            <p:cNvSpPr/>
            <p:nvPr/>
          </p:nvSpPr>
          <p:spPr bwMode="auto">
            <a:xfrm>
              <a:off x="3373404" y="2539845"/>
              <a:ext cx="1744292" cy="1750802"/>
            </a:xfrm>
            <a:custGeom>
              <a:avLst/>
              <a:gdLst>
                <a:gd name="T0" fmla="*/ 0 w 340"/>
                <a:gd name="T1" fmla="*/ 170 h 340"/>
                <a:gd name="T2" fmla="*/ 170 w 340"/>
                <a:gd name="T3" fmla="*/ 0 h 340"/>
                <a:gd name="T4" fmla="*/ 170 w 340"/>
                <a:gd name="T5" fmla="*/ 0 h 340"/>
                <a:gd name="T6" fmla="*/ 340 w 340"/>
                <a:gd name="T7" fmla="*/ 170 h 340"/>
                <a:gd name="T8" fmla="*/ 340 w 340"/>
                <a:gd name="T9" fmla="*/ 170 h 340"/>
                <a:gd name="T10" fmla="*/ 170 w 340"/>
                <a:gd name="T11" fmla="*/ 340 h 340"/>
                <a:gd name="T12" fmla="*/ 170 w 340"/>
                <a:gd name="T13" fmla="*/ 340 h 340"/>
                <a:gd name="T14" fmla="*/ 0 w 340"/>
                <a:gd name="T15" fmla="*/ 170 h 340"/>
                <a:gd name="T16" fmla="*/ 54 w 340"/>
                <a:gd name="T17" fmla="*/ 55 h 340"/>
                <a:gd name="T18" fmla="*/ 6 w 340"/>
                <a:gd name="T19" fmla="*/ 170 h 340"/>
                <a:gd name="T20" fmla="*/ 6 w 340"/>
                <a:gd name="T21" fmla="*/ 170 h 340"/>
                <a:gd name="T22" fmla="*/ 54 w 340"/>
                <a:gd name="T23" fmla="*/ 286 h 340"/>
                <a:gd name="T24" fmla="*/ 54 w 340"/>
                <a:gd name="T25" fmla="*/ 286 h 340"/>
                <a:gd name="T26" fmla="*/ 170 w 340"/>
                <a:gd name="T27" fmla="*/ 334 h 340"/>
                <a:gd name="T28" fmla="*/ 170 w 340"/>
                <a:gd name="T29" fmla="*/ 334 h 340"/>
                <a:gd name="T30" fmla="*/ 285 w 340"/>
                <a:gd name="T31" fmla="*/ 286 h 340"/>
                <a:gd name="T32" fmla="*/ 285 w 340"/>
                <a:gd name="T33" fmla="*/ 286 h 340"/>
                <a:gd name="T34" fmla="*/ 333 w 340"/>
                <a:gd name="T35" fmla="*/ 170 h 340"/>
                <a:gd name="T36" fmla="*/ 333 w 340"/>
                <a:gd name="T37" fmla="*/ 170 h 340"/>
                <a:gd name="T38" fmla="*/ 285 w 340"/>
                <a:gd name="T39" fmla="*/ 55 h 340"/>
                <a:gd name="T40" fmla="*/ 285 w 340"/>
                <a:gd name="T41" fmla="*/ 55 h 340"/>
                <a:gd name="T42" fmla="*/ 170 w 340"/>
                <a:gd name="T43" fmla="*/ 7 h 340"/>
                <a:gd name="T44" fmla="*/ 170 w 340"/>
                <a:gd name="T45" fmla="*/ 7 h 340"/>
                <a:gd name="T46" fmla="*/ 54 w 340"/>
                <a:gd name="T47" fmla="*/ 5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0">
                  <a:moveTo>
                    <a:pt x="0" y="170"/>
                  </a:moveTo>
                  <a:cubicBezTo>
                    <a:pt x="0" y="76"/>
                    <a:pt x="76" y="0"/>
                    <a:pt x="170" y="0"/>
                  </a:cubicBezTo>
                  <a:cubicBezTo>
                    <a:pt x="170" y="0"/>
                    <a:pt x="170" y="0"/>
                    <a:pt x="170" y="0"/>
                  </a:cubicBezTo>
                  <a:cubicBezTo>
                    <a:pt x="264" y="0"/>
                    <a:pt x="340" y="76"/>
                    <a:pt x="340" y="170"/>
                  </a:cubicBezTo>
                  <a:cubicBezTo>
                    <a:pt x="340" y="170"/>
                    <a:pt x="340" y="170"/>
                    <a:pt x="340" y="170"/>
                  </a:cubicBezTo>
                  <a:cubicBezTo>
                    <a:pt x="340" y="264"/>
                    <a:pt x="264" y="340"/>
                    <a:pt x="170" y="340"/>
                  </a:cubicBezTo>
                  <a:cubicBezTo>
                    <a:pt x="170" y="340"/>
                    <a:pt x="170" y="340"/>
                    <a:pt x="170" y="340"/>
                  </a:cubicBezTo>
                  <a:cubicBezTo>
                    <a:pt x="76" y="340"/>
                    <a:pt x="0" y="264"/>
                    <a:pt x="0" y="170"/>
                  </a:cubicBezTo>
                  <a:close/>
                  <a:moveTo>
                    <a:pt x="54" y="55"/>
                  </a:moveTo>
                  <a:cubicBezTo>
                    <a:pt x="24" y="84"/>
                    <a:pt x="6" y="125"/>
                    <a:pt x="6" y="170"/>
                  </a:cubicBezTo>
                  <a:cubicBezTo>
                    <a:pt x="6" y="170"/>
                    <a:pt x="6" y="170"/>
                    <a:pt x="6" y="170"/>
                  </a:cubicBezTo>
                  <a:cubicBezTo>
                    <a:pt x="6" y="216"/>
                    <a:pt x="24" y="257"/>
                    <a:pt x="54" y="286"/>
                  </a:cubicBezTo>
                  <a:cubicBezTo>
                    <a:pt x="54" y="286"/>
                    <a:pt x="54" y="286"/>
                    <a:pt x="54" y="286"/>
                  </a:cubicBezTo>
                  <a:cubicBezTo>
                    <a:pt x="84" y="316"/>
                    <a:pt x="125" y="334"/>
                    <a:pt x="170" y="334"/>
                  </a:cubicBezTo>
                  <a:cubicBezTo>
                    <a:pt x="170" y="334"/>
                    <a:pt x="170" y="334"/>
                    <a:pt x="170" y="334"/>
                  </a:cubicBezTo>
                  <a:cubicBezTo>
                    <a:pt x="215" y="334"/>
                    <a:pt x="256" y="316"/>
                    <a:pt x="285" y="286"/>
                  </a:cubicBezTo>
                  <a:cubicBezTo>
                    <a:pt x="285" y="286"/>
                    <a:pt x="285" y="286"/>
                    <a:pt x="285" y="286"/>
                  </a:cubicBezTo>
                  <a:cubicBezTo>
                    <a:pt x="315" y="257"/>
                    <a:pt x="333" y="216"/>
                    <a:pt x="333" y="170"/>
                  </a:cubicBezTo>
                  <a:cubicBezTo>
                    <a:pt x="333" y="170"/>
                    <a:pt x="333" y="170"/>
                    <a:pt x="333" y="170"/>
                  </a:cubicBezTo>
                  <a:cubicBezTo>
                    <a:pt x="333" y="125"/>
                    <a:pt x="315" y="84"/>
                    <a:pt x="285" y="55"/>
                  </a:cubicBezTo>
                  <a:cubicBezTo>
                    <a:pt x="285" y="55"/>
                    <a:pt x="285" y="55"/>
                    <a:pt x="285" y="55"/>
                  </a:cubicBezTo>
                  <a:cubicBezTo>
                    <a:pt x="256" y="25"/>
                    <a:pt x="215" y="7"/>
                    <a:pt x="170" y="7"/>
                  </a:cubicBezTo>
                  <a:cubicBezTo>
                    <a:pt x="170" y="7"/>
                    <a:pt x="170" y="7"/>
                    <a:pt x="170" y="7"/>
                  </a:cubicBezTo>
                  <a:cubicBezTo>
                    <a:pt x="125" y="7"/>
                    <a:pt x="84" y="25"/>
                    <a:pt x="54"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ṩ1íďé"/>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îṥľïde"/>
            <p:cNvSpPr/>
            <p:nvPr/>
          </p:nvSpPr>
          <p:spPr bwMode="auto">
            <a:xfrm>
              <a:off x="3423304" y="2591913"/>
              <a:ext cx="1644494" cy="1653173"/>
            </a:xfrm>
            <a:custGeom>
              <a:avLst/>
              <a:gdLst>
                <a:gd name="T0" fmla="*/ 0 w 320"/>
                <a:gd name="T1" fmla="*/ 160 h 321"/>
                <a:gd name="T2" fmla="*/ 160 w 320"/>
                <a:gd name="T3" fmla="*/ 0 h 321"/>
                <a:gd name="T4" fmla="*/ 160 w 320"/>
                <a:gd name="T5" fmla="*/ 0 h 321"/>
                <a:gd name="T6" fmla="*/ 320 w 320"/>
                <a:gd name="T7" fmla="*/ 160 h 321"/>
                <a:gd name="T8" fmla="*/ 320 w 320"/>
                <a:gd name="T9" fmla="*/ 160 h 321"/>
                <a:gd name="T10" fmla="*/ 160 w 320"/>
                <a:gd name="T11" fmla="*/ 321 h 321"/>
                <a:gd name="T12" fmla="*/ 160 w 320"/>
                <a:gd name="T13" fmla="*/ 321 h 321"/>
                <a:gd name="T14" fmla="*/ 0 w 320"/>
                <a:gd name="T15" fmla="*/ 160 h 321"/>
                <a:gd name="T16" fmla="*/ 49 w 320"/>
                <a:gd name="T17" fmla="*/ 49 h 321"/>
                <a:gd name="T18" fmla="*/ 3 w 320"/>
                <a:gd name="T19" fmla="*/ 160 h 321"/>
                <a:gd name="T20" fmla="*/ 3 w 320"/>
                <a:gd name="T21" fmla="*/ 160 h 321"/>
                <a:gd name="T22" fmla="*/ 49 w 320"/>
                <a:gd name="T23" fmla="*/ 271 h 321"/>
                <a:gd name="T24" fmla="*/ 49 w 320"/>
                <a:gd name="T25" fmla="*/ 271 h 321"/>
                <a:gd name="T26" fmla="*/ 160 w 320"/>
                <a:gd name="T27" fmla="*/ 317 h 321"/>
                <a:gd name="T28" fmla="*/ 160 w 320"/>
                <a:gd name="T29" fmla="*/ 317 h 321"/>
                <a:gd name="T30" fmla="*/ 271 w 320"/>
                <a:gd name="T31" fmla="*/ 271 h 321"/>
                <a:gd name="T32" fmla="*/ 271 w 320"/>
                <a:gd name="T33" fmla="*/ 271 h 321"/>
                <a:gd name="T34" fmla="*/ 317 w 320"/>
                <a:gd name="T35" fmla="*/ 160 h 321"/>
                <a:gd name="T36" fmla="*/ 317 w 320"/>
                <a:gd name="T37" fmla="*/ 160 h 321"/>
                <a:gd name="T38" fmla="*/ 271 w 320"/>
                <a:gd name="T39" fmla="*/ 49 h 321"/>
                <a:gd name="T40" fmla="*/ 271 w 320"/>
                <a:gd name="T41" fmla="*/ 49 h 321"/>
                <a:gd name="T42" fmla="*/ 160 w 320"/>
                <a:gd name="T43" fmla="*/ 3 h 321"/>
                <a:gd name="T44" fmla="*/ 160 w 320"/>
                <a:gd name="T45" fmla="*/ 3 h 321"/>
                <a:gd name="T46" fmla="*/ 49 w 320"/>
                <a:gd name="T47" fmla="*/ 4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321">
                  <a:moveTo>
                    <a:pt x="0" y="160"/>
                  </a:moveTo>
                  <a:cubicBezTo>
                    <a:pt x="0" y="72"/>
                    <a:pt x="71" y="0"/>
                    <a:pt x="160" y="0"/>
                  </a:cubicBezTo>
                  <a:cubicBezTo>
                    <a:pt x="160" y="0"/>
                    <a:pt x="160" y="0"/>
                    <a:pt x="160" y="0"/>
                  </a:cubicBezTo>
                  <a:cubicBezTo>
                    <a:pt x="248" y="0"/>
                    <a:pt x="320" y="72"/>
                    <a:pt x="320" y="160"/>
                  </a:cubicBezTo>
                  <a:cubicBezTo>
                    <a:pt x="320" y="160"/>
                    <a:pt x="320" y="160"/>
                    <a:pt x="320" y="160"/>
                  </a:cubicBezTo>
                  <a:cubicBezTo>
                    <a:pt x="320" y="249"/>
                    <a:pt x="248" y="321"/>
                    <a:pt x="160" y="321"/>
                  </a:cubicBezTo>
                  <a:cubicBezTo>
                    <a:pt x="160" y="321"/>
                    <a:pt x="160" y="321"/>
                    <a:pt x="160" y="321"/>
                  </a:cubicBezTo>
                  <a:cubicBezTo>
                    <a:pt x="71" y="321"/>
                    <a:pt x="0" y="249"/>
                    <a:pt x="0" y="160"/>
                  </a:cubicBezTo>
                  <a:close/>
                  <a:moveTo>
                    <a:pt x="49" y="49"/>
                  </a:moveTo>
                  <a:cubicBezTo>
                    <a:pt x="20" y="78"/>
                    <a:pt x="3" y="117"/>
                    <a:pt x="3" y="160"/>
                  </a:cubicBezTo>
                  <a:cubicBezTo>
                    <a:pt x="3" y="160"/>
                    <a:pt x="3" y="160"/>
                    <a:pt x="3" y="160"/>
                  </a:cubicBezTo>
                  <a:cubicBezTo>
                    <a:pt x="3" y="204"/>
                    <a:pt x="20" y="243"/>
                    <a:pt x="49" y="271"/>
                  </a:cubicBezTo>
                  <a:cubicBezTo>
                    <a:pt x="49" y="271"/>
                    <a:pt x="49" y="271"/>
                    <a:pt x="49" y="271"/>
                  </a:cubicBezTo>
                  <a:cubicBezTo>
                    <a:pt x="77" y="300"/>
                    <a:pt x="116" y="317"/>
                    <a:pt x="160" y="317"/>
                  </a:cubicBezTo>
                  <a:cubicBezTo>
                    <a:pt x="160" y="317"/>
                    <a:pt x="160" y="317"/>
                    <a:pt x="160" y="317"/>
                  </a:cubicBezTo>
                  <a:cubicBezTo>
                    <a:pt x="203" y="317"/>
                    <a:pt x="242" y="300"/>
                    <a:pt x="271" y="271"/>
                  </a:cubicBezTo>
                  <a:cubicBezTo>
                    <a:pt x="271" y="271"/>
                    <a:pt x="271" y="271"/>
                    <a:pt x="271" y="271"/>
                  </a:cubicBezTo>
                  <a:cubicBezTo>
                    <a:pt x="299" y="243"/>
                    <a:pt x="317" y="204"/>
                    <a:pt x="317" y="160"/>
                  </a:cubicBezTo>
                  <a:cubicBezTo>
                    <a:pt x="317" y="160"/>
                    <a:pt x="317" y="160"/>
                    <a:pt x="317" y="160"/>
                  </a:cubicBezTo>
                  <a:cubicBezTo>
                    <a:pt x="317" y="117"/>
                    <a:pt x="299" y="78"/>
                    <a:pt x="271" y="49"/>
                  </a:cubicBezTo>
                  <a:cubicBezTo>
                    <a:pt x="271" y="49"/>
                    <a:pt x="271" y="49"/>
                    <a:pt x="271" y="49"/>
                  </a:cubicBezTo>
                  <a:cubicBezTo>
                    <a:pt x="242" y="21"/>
                    <a:pt x="203" y="3"/>
                    <a:pt x="160" y="3"/>
                  </a:cubicBezTo>
                  <a:cubicBezTo>
                    <a:pt x="160" y="3"/>
                    <a:pt x="160" y="3"/>
                    <a:pt x="160" y="3"/>
                  </a:cubicBezTo>
                  <a:cubicBezTo>
                    <a:pt x="116" y="3"/>
                    <a:pt x="77" y="21"/>
                    <a:pt x="49" y="4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îṧḷíḋê"/>
            <p:cNvSpPr/>
            <p:nvPr/>
          </p:nvSpPr>
          <p:spPr bwMode="auto">
            <a:xfrm>
              <a:off x="4332331" y="3060529"/>
              <a:ext cx="41222" cy="52068"/>
            </a:xfrm>
            <a:custGeom>
              <a:avLst/>
              <a:gdLst>
                <a:gd name="T0" fmla="*/ 1 w 8"/>
                <a:gd name="T1" fmla="*/ 0 h 10"/>
                <a:gd name="T2" fmla="*/ 6 w 8"/>
                <a:gd name="T3" fmla="*/ 4 h 10"/>
                <a:gd name="T4" fmla="*/ 8 w 8"/>
                <a:gd name="T5" fmla="*/ 8 h 10"/>
                <a:gd name="T6" fmla="*/ 7 w 8"/>
                <a:gd name="T7" fmla="*/ 10 h 10"/>
                <a:gd name="T8" fmla="*/ 4 w 8"/>
                <a:gd name="T9" fmla="*/ 9 h 10"/>
                <a:gd name="T10" fmla="*/ 1 w 8"/>
                <a:gd name="T11" fmla="*/ 1 h 10"/>
                <a:gd name="T12" fmla="*/ 1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1" y="0"/>
                  </a:moveTo>
                  <a:cubicBezTo>
                    <a:pt x="2" y="1"/>
                    <a:pt x="5" y="3"/>
                    <a:pt x="6" y="4"/>
                  </a:cubicBezTo>
                  <a:cubicBezTo>
                    <a:pt x="8" y="6"/>
                    <a:pt x="8" y="7"/>
                    <a:pt x="8" y="8"/>
                  </a:cubicBezTo>
                  <a:cubicBezTo>
                    <a:pt x="8" y="10"/>
                    <a:pt x="8" y="10"/>
                    <a:pt x="7" y="10"/>
                  </a:cubicBezTo>
                  <a:cubicBezTo>
                    <a:pt x="7" y="9"/>
                    <a:pt x="5" y="9"/>
                    <a:pt x="4" y="9"/>
                  </a:cubicBezTo>
                  <a:cubicBezTo>
                    <a:pt x="2" y="7"/>
                    <a:pt x="2" y="3"/>
                    <a:pt x="1" y="1"/>
                  </a:cubicBezTo>
                  <a:cubicBezTo>
                    <a:pt x="0"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ŝ1íḋè"/>
            <p:cNvSpPr/>
            <p:nvPr/>
          </p:nvSpPr>
          <p:spPr bwMode="auto">
            <a:xfrm>
              <a:off x="4445146" y="2910833"/>
              <a:ext cx="134510" cy="130171"/>
            </a:xfrm>
            <a:custGeom>
              <a:avLst/>
              <a:gdLst>
                <a:gd name="T0" fmla="*/ 23 w 26"/>
                <a:gd name="T1" fmla="*/ 18 h 25"/>
                <a:gd name="T2" fmla="*/ 18 w 26"/>
                <a:gd name="T3" fmla="*/ 18 h 25"/>
                <a:gd name="T4" fmla="*/ 20 w 26"/>
                <a:gd name="T5" fmla="*/ 10 h 25"/>
                <a:gd name="T6" fmla="*/ 17 w 26"/>
                <a:gd name="T7" fmla="*/ 5 h 25"/>
                <a:gd name="T8" fmla="*/ 13 w 26"/>
                <a:gd name="T9" fmla="*/ 7 h 25"/>
                <a:gd name="T10" fmla="*/ 15 w 26"/>
                <a:gd name="T11" fmla="*/ 7 h 25"/>
                <a:gd name="T12" fmla="*/ 17 w 26"/>
                <a:gd name="T13" fmla="*/ 7 h 25"/>
                <a:gd name="T14" fmla="*/ 17 w 26"/>
                <a:gd name="T15" fmla="*/ 11 h 25"/>
                <a:gd name="T16" fmla="*/ 14 w 26"/>
                <a:gd name="T17" fmla="*/ 12 h 25"/>
                <a:gd name="T18" fmla="*/ 12 w 26"/>
                <a:gd name="T19" fmla="*/ 10 h 25"/>
                <a:gd name="T20" fmla="*/ 12 w 26"/>
                <a:gd name="T21" fmla="*/ 8 h 25"/>
                <a:gd name="T22" fmla="*/ 10 w 26"/>
                <a:gd name="T23" fmla="*/ 9 h 25"/>
                <a:gd name="T24" fmla="*/ 10 w 26"/>
                <a:gd name="T25" fmla="*/ 5 h 25"/>
                <a:gd name="T26" fmla="*/ 13 w 26"/>
                <a:gd name="T27" fmla="*/ 3 h 25"/>
                <a:gd name="T28" fmla="*/ 16 w 26"/>
                <a:gd name="T29" fmla="*/ 1 h 25"/>
                <a:gd name="T30" fmla="*/ 11 w 26"/>
                <a:gd name="T31" fmla="*/ 2 h 25"/>
                <a:gd name="T32" fmla="*/ 10 w 26"/>
                <a:gd name="T33" fmla="*/ 0 h 25"/>
                <a:gd name="T34" fmla="*/ 9 w 26"/>
                <a:gd name="T35" fmla="*/ 10 h 25"/>
                <a:gd name="T36" fmla="*/ 10 w 26"/>
                <a:gd name="T37" fmla="*/ 11 h 25"/>
                <a:gd name="T38" fmla="*/ 11 w 26"/>
                <a:gd name="T39" fmla="*/ 14 h 25"/>
                <a:gd name="T40" fmla="*/ 10 w 26"/>
                <a:gd name="T41" fmla="*/ 17 h 25"/>
                <a:gd name="T42" fmla="*/ 9 w 26"/>
                <a:gd name="T43" fmla="*/ 12 h 25"/>
                <a:gd name="T44" fmla="*/ 9 w 26"/>
                <a:gd name="T45" fmla="*/ 15 h 25"/>
                <a:gd name="T46" fmla="*/ 9 w 26"/>
                <a:gd name="T47" fmla="*/ 20 h 25"/>
                <a:gd name="T48" fmla="*/ 7 w 26"/>
                <a:gd name="T49" fmla="*/ 20 h 25"/>
                <a:gd name="T50" fmla="*/ 5 w 26"/>
                <a:gd name="T51" fmla="*/ 7 h 25"/>
                <a:gd name="T52" fmla="*/ 4 w 26"/>
                <a:gd name="T53" fmla="*/ 12 h 25"/>
                <a:gd name="T54" fmla="*/ 5 w 26"/>
                <a:gd name="T55" fmla="*/ 20 h 25"/>
                <a:gd name="T56" fmla="*/ 4 w 26"/>
                <a:gd name="T57" fmla="*/ 21 h 25"/>
                <a:gd name="T58" fmla="*/ 2 w 26"/>
                <a:gd name="T59" fmla="*/ 12 h 25"/>
                <a:gd name="T60" fmla="*/ 0 w 26"/>
                <a:gd name="T61" fmla="*/ 11 h 25"/>
                <a:gd name="T62" fmla="*/ 1 w 26"/>
                <a:gd name="T63" fmla="*/ 21 h 25"/>
                <a:gd name="T64" fmla="*/ 4 w 26"/>
                <a:gd name="T65" fmla="*/ 22 h 25"/>
                <a:gd name="T66" fmla="*/ 6 w 26"/>
                <a:gd name="T67" fmla="*/ 22 h 25"/>
                <a:gd name="T68" fmla="*/ 9 w 26"/>
                <a:gd name="T69" fmla="*/ 21 h 25"/>
                <a:gd name="T70" fmla="*/ 12 w 26"/>
                <a:gd name="T71" fmla="*/ 20 h 25"/>
                <a:gd name="T72" fmla="*/ 15 w 26"/>
                <a:gd name="T73" fmla="*/ 20 h 25"/>
                <a:gd name="T74" fmla="*/ 18 w 26"/>
                <a:gd name="T75" fmla="*/ 20 h 25"/>
                <a:gd name="T76" fmla="*/ 17 w 26"/>
                <a:gd name="T77" fmla="*/ 25 h 25"/>
                <a:gd name="T78" fmla="*/ 23 w 26"/>
                <a:gd name="T79" fmla="*/ 22 h 25"/>
                <a:gd name="T80" fmla="*/ 25 w 26"/>
                <a:gd name="T81" fmla="*/ 20 h 25"/>
                <a:gd name="T82" fmla="*/ 24 w 26"/>
                <a:gd name="T83" fmla="*/ 18 h 25"/>
                <a:gd name="T84" fmla="*/ 16 w 26"/>
                <a:gd name="T85" fmla="*/ 19 h 25"/>
                <a:gd name="T86" fmla="*/ 13 w 26"/>
                <a:gd name="T87" fmla="*/ 19 h 25"/>
                <a:gd name="T88" fmla="*/ 13 w 26"/>
                <a:gd name="T89" fmla="*/ 15 h 25"/>
                <a:gd name="T90" fmla="*/ 13 w 26"/>
                <a:gd name="T91" fmla="*/ 13 h 25"/>
                <a:gd name="T92" fmla="*/ 14 w 26"/>
                <a:gd name="T93" fmla="*/ 13 h 25"/>
                <a:gd name="T94" fmla="*/ 16 w 26"/>
                <a:gd name="T95" fmla="*/ 17 h 25"/>
                <a:gd name="T96" fmla="*/ 17 w 26"/>
                <a:gd name="T97" fmla="*/ 15 h 25"/>
                <a:gd name="T98" fmla="*/ 16 w 26"/>
                <a:gd name="T99" fmla="*/ 15 h 25"/>
                <a:gd name="T100" fmla="*/ 16 w 26"/>
                <a:gd name="T101" fmla="*/ 13 h 25"/>
                <a:gd name="T102" fmla="*/ 17 w 26"/>
                <a:gd name="T103" fmla="*/ 12 h 25"/>
                <a:gd name="T104" fmla="*/ 17 w 26"/>
                <a:gd name="T105"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4" y="18"/>
                  </a:moveTo>
                  <a:cubicBezTo>
                    <a:pt x="24" y="18"/>
                    <a:pt x="23" y="18"/>
                    <a:pt x="23" y="18"/>
                  </a:cubicBezTo>
                  <a:cubicBezTo>
                    <a:pt x="22" y="17"/>
                    <a:pt x="21" y="18"/>
                    <a:pt x="20" y="18"/>
                  </a:cubicBezTo>
                  <a:cubicBezTo>
                    <a:pt x="19" y="18"/>
                    <a:pt x="19" y="18"/>
                    <a:pt x="18" y="18"/>
                  </a:cubicBezTo>
                  <a:cubicBezTo>
                    <a:pt x="18" y="18"/>
                    <a:pt x="18" y="18"/>
                    <a:pt x="18" y="17"/>
                  </a:cubicBezTo>
                  <a:cubicBezTo>
                    <a:pt x="18" y="16"/>
                    <a:pt x="19" y="13"/>
                    <a:pt x="20" y="10"/>
                  </a:cubicBezTo>
                  <a:cubicBezTo>
                    <a:pt x="20" y="9"/>
                    <a:pt x="20" y="7"/>
                    <a:pt x="20" y="6"/>
                  </a:cubicBezTo>
                  <a:cubicBezTo>
                    <a:pt x="19" y="5"/>
                    <a:pt x="18" y="5"/>
                    <a:pt x="17" y="5"/>
                  </a:cubicBezTo>
                  <a:cubicBezTo>
                    <a:pt x="17" y="5"/>
                    <a:pt x="15" y="5"/>
                    <a:pt x="13" y="6"/>
                  </a:cubicBezTo>
                  <a:cubicBezTo>
                    <a:pt x="13" y="7"/>
                    <a:pt x="13" y="7"/>
                    <a:pt x="13" y="7"/>
                  </a:cubicBezTo>
                  <a:cubicBezTo>
                    <a:pt x="12" y="8"/>
                    <a:pt x="13" y="8"/>
                    <a:pt x="13" y="8"/>
                  </a:cubicBezTo>
                  <a:cubicBezTo>
                    <a:pt x="14" y="8"/>
                    <a:pt x="15" y="7"/>
                    <a:pt x="15" y="7"/>
                  </a:cubicBezTo>
                  <a:cubicBezTo>
                    <a:pt x="16" y="7"/>
                    <a:pt x="16" y="7"/>
                    <a:pt x="16" y="7"/>
                  </a:cubicBezTo>
                  <a:cubicBezTo>
                    <a:pt x="16" y="7"/>
                    <a:pt x="17" y="7"/>
                    <a:pt x="17" y="7"/>
                  </a:cubicBezTo>
                  <a:cubicBezTo>
                    <a:pt x="17" y="8"/>
                    <a:pt x="18" y="9"/>
                    <a:pt x="18" y="9"/>
                  </a:cubicBezTo>
                  <a:cubicBezTo>
                    <a:pt x="18" y="10"/>
                    <a:pt x="18" y="11"/>
                    <a:pt x="17" y="11"/>
                  </a:cubicBezTo>
                  <a:cubicBezTo>
                    <a:pt x="16" y="11"/>
                    <a:pt x="16" y="11"/>
                    <a:pt x="15" y="11"/>
                  </a:cubicBezTo>
                  <a:cubicBezTo>
                    <a:pt x="15" y="11"/>
                    <a:pt x="14" y="12"/>
                    <a:pt x="14" y="12"/>
                  </a:cubicBezTo>
                  <a:cubicBezTo>
                    <a:pt x="13" y="12"/>
                    <a:pt x="13" y="11"/>
                    <a:pt x="13" y="10"/>
                  </a:cubicBezTo>
                  <a:cubicBezTo>
                    <a:pt x="13" y="10"/>
                    <a:pt x="12" y="10"/>
                    <a:pt x="12" y="10"/>
                  </a:cubicBezTo>
                  <a:cubicBezTo>
                    <a:pt x="12" y="9"/>
                    <a:pt x="12" y="9"/>
                    <a:pt x="13" y="8"/>
                  </a:cubicBezTo>
                  <a:cubicBezTo>
                    <a:pt x="13" y="8"/>
                    <a:pt x="12" y="8"/>
                    <a:pt x="12" y="8"/>
                  </a:cubicBezTo>
                  <a:cubicBezTo>
                    <a:pt x="12" y="8"/>
                    <a:pt x="11" y="9"/>
                    <a:pt x="11" y="9"/>
                  </a:cubicBezTo>
                  <a:cubicBezTo>
                    <a:pt x="11" y="9"/>
                    <a:pt x="10" y="9"/>
                    <a:pt x="10" y="9"/>
                  </a:cubicBezTo>
                  <a:cubicBezTo>
                    <a:pt x="10" y="9"/>
                    <a:pt x="10" y="9"/>
                    <a:pt x="10" y="8"/>
                  </a:cubicBezTo>
                  <a:cubicBezTo>
                    <a:pt x="10" y="7"/>
                    <a:pt x="10" y="5"/>
                    <a:pt x="10" y="5"/>
                  </a:cubicBezTo>
                  <a:cubicBezTo>
                    <a:pt x="10" y="5"/>
                    <a:pt x="11" y="5"/>
                    <a:pt x="12" y="4"/>
                  </a:cubicBezTo>
                  <a:cubicBezTo>
                    <a:pt x="13" y="3"/>
                    <a:pt x="13" y="3"/>
                    <a:pt x="13" y="3"/>
                  </a:cubicBezTo>
                  <a:cubicBezTo>
                    <a:pt x="14" y="3"/>
                    <a:pt x="15" y="3"/>
                    <a:pt x="15" y="3"/>
                  </a:cubicBezTo>
                  <a:cubicBezTo>
                    <a:pt x="16" y="3"/>
                    <a:pt x="16" y="2"/>
                    <a:pt x="16" y="1"/>
                  </a:cubicBezTo>
                  <a:cubicBezTo>
                    <a:pt x="16" y="1"/>
                    <a:pt x="15" y="1"/>
                    <a:pt x="15" y="1"/>
                  </a:cubicBezTo>
                  <a:cubicBezTo>
                    <a:pt x="13" y="1"/>
                    <a:pt x="12" y="2"/>
                    <a:pt x="11" y="2"/>
                  </a:cubicBezTo>
                  <a:cubicBezTo>
                    <a:pt x="11" y="2"/>
                    <a:pt x="11" y="1"/>
                    <a:pt x="11" y="1"/>
                  </a:cubicBezTo>
                  <a:cubicBezTo>
                    <a:pt x="11" y="1"/>
                    <a:pt x="10" y="1"/>
                    <a:pt x="10" y="0"/>
                  </a:cubicBezTo>
                  <a:cubicBezTo>
                    <a:pt x="10" y="0"/>
                    <a:pt x="9" y="1"/>
                    <a:pt x="9" y="1"/>
                  </a:cubicBezTo>
                  <a:cubicBezTo>
                    <a:pt x="9" y="2"/>
                    <a:pt x="9" y="5"/>
                    <a:pt x="9" y="10"/>
                  </a:cubicBezTo>
                  <a:cubicBezTo>
                    <a:pt x="9" y="11"/>
                    <a:pt x="9" y="11"/>
                    <a:pt x="9" y="11"/>
                  </a:cubicBezTo>
                  <a:cubicBezTo>
                    <a:pt x="10" y="11"/>
                    <a:pt x="10" y="11"/>
                    <a:pt x="10" y="11"/>
                  </a:cubicBezTo>
                  <a:cubicBezTo>
                    <a:pt x="10" y="11"/>
                    <a:pt x="11" y="11"/>
                    <a:pt x="11" y="12"/>
                  </a:cubicBezTo>
                  <a:cubicBezTo>
                    <a:pt x="11" y="12"/>
                    <a:pt x="11" y="13"/>
                    <a:pt x="11" y="14"/>
                  </a:cubicBezTo>
                  <a:cubicBezTo>
                    <a:pt x="12" y="15"/>
                    <a:pt x="10" y="17"/>
                    <a:pt x="10" y="17"/>
                  </a:cubicBezTo>
                  <a:cubicBezTo>
                    <a:pt x="10" y="17"/>
                    <a:pt x="10" y="17"/>
                    <a:pt x="10" y="17"/>
                  </a:cubicBezTo>
                  <a:cubicBezTo>
                    <a:pt x="9" y="16"/>
                    <a:pt x="10" y="15"/>
                    <a:pt x="9" y="14"/>
                  </a:cubicBezTo>
                  <a:cubicBezTo>
                    <a:pt x="9" y="13"/>
                    <a:pt x="9" y="12"/>
                    <a:pt x="9" y="12"/>
                  </a:cubicBezTo>
                  <a:cubicBezTo>
                    <a:pt x="9" y="12"/>
                    <a:pt x="9" y="12"/>
                    <a:pt x="9" y="12"/>
                  </a:cubicBezTo>
                  <a:cubicBezTo>
                    <a:pt x="9" y="12"/>
                    <a:pt x="9" y="14"/>
                    <a:pt x="9" y="15"/>
                  </a:cubicBezTo>
                  <a:cubicBezTo>
                    <a:pt x="9" y="16"/>
                    <a:pt x="8" y="17"/>
                    <a:pt x="8" y="17"/>
                  </a:cubicBezTo>
                  <a:cubicBezTo>
                    <a:pt x="9" y="18"/>
                    <a:pt x="9" y="19"/>
                    <a:pt x="9" y="20"/>
                  </a:cubicBezTo>
                  <a:cubicBezTo>
                    <a:pt x="8" y="20"/>
                    <a:pt x="8" y="20"/>
                    <a:pt x="8" y="20"/>
                  </a:cubicBezTo>
                  <a:cubicBezTo>
                    <a:pt x="7" y="20"/>
                    <a:pt x="7" y="20"/>
                    <a:pt x="7" y="20"/>
                  </a:cubicBezTo>
                  <a:cubicBezTo>
                    <a:pt x="7" y="15"/>
                    <a:pt x="6" y="11"/>
                    <a:pt x="6" y="7"/>
                  </a:cubicBezTo>
                  <a:cubicBezTo>
                    <a:pt x="5" y="7"/>
                    <a:pt x="5" y="7"/>
                    <a:pt x="5" y="7"/>
                  </a:cubicBezTo>
                  <a:cubicBezTo>
                    <a:pt x="4" y="8"/>
                    <a:pt x="4" y="8"/>
                    <a:pt x="4" y="8"/>
                  </a:cubicBezTo>
                  <a:cubicBezTo>
                    <a:pt x="4" y="9"/>
                    <a:pt x="4" y="12"/>
                    <a:pt x="4" y="12"/>
                  </a:cubicBezTo>
                  <a:cubicBezTo>
                    <a:pt x="4" y="13"/>
                    <a:pt x="5" y="17"/>
                    <a:pt x="5" y="19"/>
                  </a:cubicBezTo>
                  <a:cubicBezTo>
                    <a:pt x="5" y="19"/>
                    <a:pt x="5" y="20"/>
                    <a:pt x="5" y="20"/>
                  </a:cubicBezTo>
                  <a:cubicBezTo>
                    <a:pt x="5" y="21"/>
                    <a:pt x="5" y="21"/>
                    <a:pt x="5" y="21"/>
                  </a:cubicBezTo>
                  <a:cubicBezTo>
                    <a:pt x="4" y="21"/>
                    <a:pt x="4" y="21"/>
                    <a:pt x="4" y="21"/>
                  </a:cubicBezTo>
                  <a:cubicBezTo>
                    <a:pt x="3" y="20"/>
                    <a:pt x="3" y="20"/>
                    <a:pt x="3" y="20"/>
                  </a:cubicBezTo>
                  <a:cubicBezTo>
                    <a:pt x="3" y="18"/>
                    <a:pt x="3" y="14"/>
                    <a:pt x="2" y="12"/>
                  </a:cubicBezTo>
                  <a:cubicBezTo>
                    <a:pt x="2" y="12"/>
                    <a:pt x="1" y="10"/>
                    <a:pt x="1" y="10"/>
                  </a:cubicBezTo>
                  <a:cubicBezTo>
                    <a:pt x="0" y="10"/>
                    <a:pt x="0" y="11"/>
                    <a:pt x="0" y="11"/>
                  </a:cubicBezTo>
                  <a:cubicBezTo>
                    <a:pt x="0" y="12"/>
                    <a:pt x="0" y="12"/>
                    <a:pt x="1" y="13"/>
                  </a:cubicBezTo>
                  <a:cubicBezTo>
                    <a:pt x="1" y="16"/>
                    <a:pt x="1" y="18"/>
                    <a:pt x="1" y="21"/>
                  </a:cubicBezTo>
                  <a:cubicBezTo>
                    <a:pt x="1" y="21"/>
                    <a:pt x="2" y="21"/>
                    <a:pt x="2" y="21"/>
                  </a:cubicBezTo>
                  <a:cubicBezTo>
                    <a:pt x="2" y="21"/>
                    <a:pt x="3" y="21"/>
                    <a:pt x="4" y="22"/>
                  </a:cubicBezTo>
                  <a:cubicBezTo>
                    <a:pt x="4" y="22"/>
                    <a:pt x="4" y="22"/>
                    <a:pt x="5" y="22"/>
                  </a:cubicBezTo>
                  <a:cubicBezTo>
                    <a:pt x="5" y="22"/>
                    <a:pt x="6" y="22"/>
                    <a:pt x="6" y="22"/>
                  </a:cubicBezTo>
                  <a:cubicBezTo>
                    <a:pt x="7" y="21"/>
                    <a:pt x="7" y="21"/>
                    <a:pt x="7" y="21"/>
                  </a:cubicBezTo>
                  <a:cubicBezTo>
                    <a:pt x="7" y="21"/>
                    <a:pt x="8" y="21"/>
                    <a:pt x="9" y="21"/>
                  </a:cubicBezTo>
                  <a:cubicBezTo>
                    <a:pt x="9" y="21"/>
                    <a:pt x="10" y="22"/>
                    <a:pt x="10" y="21"/>
                  </a:cubicBezTo>
                  <a:cubicBezTo>
                    <a:pt x="11" y="21"/>
                    <a:pt x="11" y="21"/>
                    <a:pt x="12" y="20"/>
                  </a:cubicBezTo>
                  <a:cubicBezTo>
                    <a:pt x="12" y="20"/>
                    <a:pt x="12" y="20"/>
                    <a:pt x="13" y="20"/>
                  </a:cubicBezTo>
                  <a:cubicBezTo>
                    <a:pt x="14" y="20"/>
                    <a:pt x="14" y="20"/>
                    <a:pt x="15" y="20"/>
                  </a:cubicBezTo>
                  <a:cubicBezTo>
                    <a:pt x="16" y="21"/>
                    <a:pt x="17" y="21"/>
                    <a:pt x="17" y="21"/>
                  </a:cubicBezTo>
                  <a:cubicBezTo>
                    <a:pt x="18" y="21"/>
                    <a:pt x="18" y="20"/>
                    <a:pt x="18" y="20"/>
                  </a:cubicBezTo>
                  <a:cubicBezTo>
                    <a:pt x="19" y="19"/>
                    <a:pt x="19" y="19"/>
                    <a:pt x="21" y="19"/>
                  </a:cubicBezTo>
                  <a:cubicBezTo>
                    <a:pt x="25" y="19"/>
                    <a:pt x="14" y="25"/>
                    <a:pt x="17" y="25"/>
                  </a:cubicBezTo>
                  <a:cubicBezTo>
                    <a:pt x="19" y="24"/>
                    <a:pt x="19" y="24"/>
                    <a:pt x="20" y="23"/>
                  </a:cubicBezTo>
                  <a:cubicBezTo>
                    <a:pt x="22" y="23"/>
                    <a:pt x="22" y="22"/>
                    <a:pt x="23" y="22"/>
                  </a:cubicBezTo>
                  <a:cubicBezTo>
                    <a:pt x="23" y="22"/>
                    <a:pt x="24" y="22"/>
                    <a:pt x="24" y="21"/>
                  </a:cubicBezTo>
                  <a:cubicBezTo>
                    <a:pt x="24" y="21"/>
                    <a:pt x="25" y="21"/>
                    <a:pt x="25" y="20"/>
                  </a:cubicBezTo>
                  <a:cubicBezTo>
                    <a:pt x="25" y="20"/>
                    <a:pt x="26" y="19"/>
                    <a:pt x="26" y="19"/>
                  </a:cubicBezTo>
                  <a:cubicBezTo>
                    <a:pt x="26" y="18"/>
                    <a:pt x="25" y="18"/>
                    <a:pt x="24" y="18"/>
                  </a:cubicBezTo>
                  <a:close/>
                  <a:moveTo>
                    <a:pt x="16" y="18"/>
                  </a:moveTo>
                  <a:cubicBezTo>
                    <a:pt x="16" y="18"/>
                    <a:pt x="16" y="19"/>
                    <a:pt x="16" y="19"/>
                  </a:cubicBezTo>
                  <a:cubicBezTo>
                    <a:pt x="15" y="19"/>
                    <a:pt x="15" y="19"/>
                    <a:pt x="15" y="19"/>
                  </a:cubicBezTo>
                  <a:cubicBezTo>
                    <a:pt x="14" y="19"/>
                    <a:pt x="13" y="19"/>
                    <a:pt x="13" y="19"/>
                  </a:cubicBezTo>
                  <a:cubicBezTo>
                    <a:pt x="13" y="19"/>
                    <a:pt x="12" y="18"/>
                    <a:pt x="12" y="18"/>
                  </a:cubicBezTo>
                  <a:cubicBezTo>
                    <a:pt x="12" y="17"/>
                    <a:pt x="13" y="16"/>
                    <a:pt x="13" y="15"/>
                  </a:cubicBezTo>
                  <a:cubicBezTo>
                    <a:pt x="13" y="14"/>
                    <a:pt x="13" y="14"/>
                    <a:pt x="13" y="13"/>
                  </a:cubicBezTo>
                  <a:cubicBezTo>
                    <a:pt x="13" y="13"/>
                    <a:pt x="13" y="13"/>
                    <a:pt x="13" y="13"/>
                  </a:cubicBezTo>
                  <a:cubicBezTo>
                    <a:pt x="14" y="13"/>
                    <a:pt x="14" y="13"/>
                    <a:pt x="14" y="13"/>
                  </a:cubicBezTo>
                  <a:cubicBezTo>
                    <a:pt x="14" y="13"/>
                    <a:pt x="14" y="13"/>
                    <a:pt x="14" y="13"/>
                  </a:cubicBezTo>
                  <a:cubicBezTo>
                    <a:pt x="14" y="14"/>
                    <a:pt x="14" y="15"/>
                    <a:pt x="14" y="16"/>
                  </a:cubicBezTo>
                  <a:cubicBezTo>
                    <a:pt x="15" y="17"/>
                    <a:pt x="15" y="16"/>
                    <a:pt x="16" y="17"/>
                  </a:cubicBezTo>
                  <a:cubicBezTo>
                    <a:pt x="16" y="17"/>
                    <a:pt x="17" y="17"/>
                    <a:pt x="16" y="18"/>
                  </a:cubicBezTo>
                  <a:close/>
                  <a:moveTo>
                    <a:pt x="17" y="15"/>
                  </a:moveTo>
                  <a:cubicBezTo>
                    <a:pt x="17" y="15"/>
                    <a:pt x="17" y="15"/>
                    <a:pt x="17" y="15"/>
                  </a:cubicBezTo>
                  <a:cubicBezTo>
                    <a:pt x="16" y="16"/>
                    <a:pt x="16" y="16"/>
                    <a:pt x="16" y="15"/>
                  </a:cubicBezTo>
                  <a:cubicBezTo>
                    <a:pt x="16" y="15"/>
                    <a:pt x="16" y="15"/>
                    <a:pt x="16" y="14"/>
                  </a:cubicBezTo>
                  <a:cubicBezTo>
                    <a:pt x="16" y="14"/>
                    <a:pt x="16" y="13"/>
                    <a:pt x="16" y="13"/>
                  </a:cubicBezTo>
                  <a:cubicBezTo>
                    <a:pt x="16" y="13"/>
                    <a:pt x="16" y="12"/>
                    <a:pt x="16" y="12"/>
                  </a:cubicBezTo>
                  <a:cubicBezTo>
                    <a:pt x="17" y="12"/>
                    <a:pt x="17" y="12"/>
                    <a:pt x="17" y="12"/>
                  </a:cubicBezTo>
                  <a:cubicBezTo>
                    <a:pt x="17" y="12"/>
                    <a:pt x="18" y="13"/>
                    <a:pt x="18" y="13"/>
                  </a:cubicBezTo>
                  <a:cubicBezTo>
                    <a:pt x="18" y="13"/>
                    <a:pt x="17" y="14"/>
                    <a:pt x="17"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ṡlïďe"/>
            <p:cNvSpPr/>
            <p:nvPr/>
          </p:nvSpPr>
          <p:spPr bwMode="auto">
            <a:xfrm>
              <a:off x="4471180" y="3041004"/>
              <a:ext cx="93290" cy="91120"/>
            </a:xfrm>
            <a:custGeom>
              <a:avLst/>
              <a:gdLst>
                <a:gd name="T0" fmla="*/ 17 w 18"/>
                <a:gd name="T1" fmla="*/ 12 h 18"/>
                <a:gd name="T2" fmla="*/ 16 w 18"/>
                <a:gd name="T3" fmla="*/ 10 h 18"/>
                <a:gd name="T4" fmla="*/ 14 w 18"/>
                <a:gd name="T5" fmla="*/ 9 h 18"/>
                <a:gd name="T6" fmla="*/ 11 w 18"/>
                <a:gd name="T7" fmla="*/ 10 h 18"/>
                <a:gd name="T8" fmla="*/ 10 w 18"/>
                <a:gd name="T9" fmla="*/ 9 h 18"/>
                <a:gd name="T10" fmla="*/ 9 w 18"/>
                <a:gd name="T11" fmla="*/ 7 h 18"/>
                <a:gd name="T12" fmla="*/ 8 w 18"/>
                <a:gd name="T13" fmla="*/ 7 h 18"/>
                <a:gd name="T14" fmla="*/ 8 w 18"/>
                <a:gd name="T15" fmla="*/ 7 h 18"/>
                <a:gd name="T16" fmla="*/ 8 w 18"/>
                <a:gd name="T17" fmla="*/ 6 h 18"/>
                <a:gd name="T18" fmla="*/ 10 w 18"/>
                <a:gd name="T19" fmla="*/ 3 h 18"/>
                <a:gd name="T20" fmla="*/ 11 w 18"/>
                <a:gd name="T21" fmla="*/ 2 h 18"/>
                <a:gd name="T22" fmla="*/ 11 w 18"/>
                <a:gd name="T23" fmla="*/ 0 h 18"/>
                <a:gd name="T24" fmla="*/ 9 w 18"/>
                <a:gd name="T25" fmla="*/ 0 h 18"/>
                <a:gd name="T26" fmla="*/ 7 w 18"/>
                <a:gd name="T27" fmla="*/ 0 h 18"/>
                <a:gd name="T28" fmla="*/ 4 w 18"/>
                <a:gd name="T29" fmla="*/ 2 h 18"/>
                <a:gd name="T30" fmla="*/ 4 w 18"/>
                <a:gd name="T31" fmla="*/ 2 h 18"/>
                <a:gd name="T32" fmla="*/ 3 w 18"/>
                <a:gd name="T33" fmla="*/ 3 h 18"/>
                <a:gd name="T34" fmla="*/ 4 w 18"/>
                <a:gd name="T35" fmla="*/ 3 h 18"/>
                <a:gd name="T36" fmla="*/ 7 w 18"/>
                <a:gd name="T37" fmla="*/ 3 h 18"/>
                <a:gd name="T38" fmla="*/ 8 w 18"/>
                <a:gd name="T39" fmla="*/ 3 h 18"/>
                <a:gd name="T40" fmla="*/ 6 w 18"/>
                <a:gd name="T41" fmla="*/ 5 h 18"/>
                <a:gd name="T42" fmla="*/ 6 w 18"/>
                <a:gd name="T43" fmla="*/ 7 h 18"/>
                <a:gd name="T44" fmla="*/ 6 w 18"/>
                <a:gd name="T45" fmla="*/ 8 h 18"/>
                <a:gd name="T46" fmla="*/ 7 w 18"/>
                <a:gd name="T47" fmla="*/ 9 h 18"/>
                <a:gd name="T48" fmla="*/ 6 w 18"/>
                <a:gd name="T49" fmla="*/ 10 h 18"/>
                <a:gd name="T50" fmla="*/ 4 w 18"/>
                <a:gd name="T51" fmla="*/ 10 h 18"/>
                <a:gd name="T52" fmla="*/ 1 w 18"/>
                <a:gd name="T53" fmla="*/ 13 h 18"/>
                <a:gd name="T54" fmla="*/ 1 w 18"/>
                <a:gd name="T55" fmla="*/ 15 h 18"/>
                <a:gd name="T56" fmla="*/ 2 w 18"/>
                <a:gd name="T57" fmla="*/ 17 h 18"/>
                <a:gd name="T58" fmla="*/ 3 w 18"/>
                <a:gd name="T59" fmla="*/ 18 h 18"/>
                <a:gd name="T60" fmla="*/ 6 w 18"/>
                <a:gd name="T61" fmla="*/ 18 h 18"/>
                <a:gd name="T62" fmla="*/ 10 w 18"/>
                <a:gd name="T63" fmla="*/ 11 h 18"/>
                <a:gd name="T64" fmla="*/ 12 w 18"/>
                <a:gd name="T65" fmla="*/ 11 h 18"/>
                <a:gd name="T66" fmla="*/ 15 w 18"/>
                <a:gd name="T67" fmla="*/ 12 h 18"/>
                <a:gd name="T68" fmla="*/ 17 w 18"/>
                <a:gd name="T69" fmla="*/ 13 h 18"/>
                <a:gd name="T70" fmla="*/ 17 w 18"/>
                <a:gd name="T71" fmla="*/ 12 h 18"/>
                <a:gd name="T72" fmla="*/ 5 w 18"/>
                <a:gd name="T73" fmla="*/ 17 h 18"/>
                <a:gd name="T74" fmla="*/ 2 w 18"/>
                <a:gd name="T75" fmla="*/ 16 h 18"/>
                <a:gd name="T76" fmla="*/ 2 w 18"/>
                <a:gd name="T77" fmla="*/ 14 h 18"/>
                <a:gd name="T78" fmla="*/ 3 w 18"/>
                <a:gd name="T79" fmla="*/ 12 h 18"/>
                <a:gd name="T80" fmla="*/ 6 w 18"/>
                <a:gd name="T81" fmla="*/ 11 h 18"/>
                <a:gd name="T82" fmla="*/ 8 w 18"/>
                <a:gd name="T83" fmla="*/ 12 h 18"/>
                <a:gd name="T84" fmla="*/ 5 w 18"/>
                <a:gd name="T85"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18">
                  <a:moveTo>
                    <a:pt x="17" y="12"/>
                  </a:moveTo>
                  <a:cubicBezTo>
                    <a:pt x="17" y="11"/>
                    <a:pt x="16" y="10"/>
                    <a:pt x="16" y="10"/>
                  </a:cubicBezTo>
                  <a:cubicBezTo>
                    <a:pt x="15" y="9"/>
                    <a:pt x="15" y="9"/>
                    <a:pt x="14" y="9"/>
                  </a:cubicBezTo>
                  <a:cubicBezTo>
                    <a:pt x="13" y="9"/>
                    <a:pt x="13" y="10"/>
                    <a:pt x="11" y="10"/>
                  </a:cubicBezTo>
                  <a:cubicBezTo>
                    <a:pt x="11" y="10"/>
                    <a:pt x="10" y="9"/>
                    <a:pt x="10" y="9"/>
                  </a:cubicBezTo>
                  <a:cubicBezTo>
                    <a:pt x="10" y="8"/>
                    <a:pt x="10" y="8"/>
                    <a:pt x="9" y="7"/>
                  </a:cubicBezTo>
                  <a:cubicBezTo>
                    <a:pt x="9" y="7"/>
                    <a:pt x="8" y="7"/>
                    <a:pt x="8" y="7"/>
                  </a:cubicBezTo>
                  <a:cubicBezTo>
                    <a:pt x="8" y="7"/>
                    <a:pt x="8" y="7"/>
                    <a:pt x="8" y="7"/>
                  </a:cubicBezTo>
                  <a:cubicBezTo>
                    <a:pt x="8" y="6"/>
                    <a:pt x="8" y="6"/>
                    <a:pt x="8" y="6"/>
                  </a:cubicBezTo>
                  <a:cubicBezTo>
                    <a:pt x="9" y="5"/>
                    <a:pt x="9" y="4"/>
                    <a:pt x="10" y="3"/>
                  </a:cubicBezTo>
                  <a:cubicBezTo>
                    <a:pt x="10" y="3"/>
                    <a:pt x="11" y="2"/>
                    <a:pt x="11" y="2"/>
                  </a:cubicBezTo>
                  <a:cubicBezTo>
                    <a:pt x="12" y="1"/>
                    <a:pt x="11" y="1"/>
                    <a:pt x="11" y="0"/>
                  </a:cubicBezTo>
                  <a:cubicBezTo>
                    <a:pt x="11" y="0"/>
                    <a:pt x="10" y="0"/>
                    <a:pt x="9" y="0"/>
                  </a:cubicBezTo>
                  <a:cubicBezTo>
                    <a:pt x="8" y="0"/>
                    <a:pt x="8" y="0"/>
                    <a:pt x="7" y="0"/>
                  </a:cubicBezTo>
                  <a:cubicBezTo>
                    <a:pt x="6" y="0"/>
                    <a:pt x="6" y="1"/>
                    <a:pt x="4" y="2"/>
                  </a:cubicBezTo>
                  <a:cubicBezTo>
                    <a:pt x="4" y="2"/>
                    <a:pt x="4" y="2"/>
                    <a:pt x="4" y="2"/>
                  </a:cubicBezTo>
                  <a:cubicBezTo>
                    <a:pt x="4" y="2"/>
                    <a:pt x="3" y="3"/>
                    <a:pt x="3" y="3"/>
                  </a:cubicBezTo>
                  <a:cubicBezTo>
                    <a:pt x="3" y="3"/>
                    <a:pt x="3" y="3"/>
                    <a:pt x="4" y="3"/>
                  </a:cubicBezTo>
                  <a:cubicBezTo>
                    <a:pt x="4" y="3"/>
                    <a:pt x="6" y="3"/>
                    <a:pt x="7" y="3"/>
                  </a:cubicBezTo>
                  <a:cubicBezTo>
                    <a:pt x="7" y="3"/>
                    <a:pt x="8" y="3"/>
                    <a:pt x="8" y="3"/>
                  </a:cubicBezTo>
                  <a:cubicBezTo>
                    <a:pt x="7" y="4"/>
                    <a:pt x="7" y="5"/>
                    <a:pt x="6" y="5"/>
                  </a:cubicBezTo>
                  <a:cubicBezTo>
                    <a:pt x="6" y="6"/>
                    <a:pt x="6" y="6"/>
                    <a:pt x="6" y="7"/>
                  </a:cubicBezTo>
                  <a:cubicBezTo>
                    <a:pt x="5" y="7"/>
                    <a:pt x="6" y="8"/>
                    <a:pt x="6" y="8"/>
                  </a:cubicBezTo>
                  <a:cubicBezTo>
                    <a:pt x="6" y="8"/>
                    <a:pt x="7" y="9"/>
                    <a:pt x="7" y="9"/>
                  </a:cubicBezTo>
                  <a:cubicBezTo>
                    <a:pt x="6" y="10"/>
                    <a:pt x="6" y="10"/>
                    <a:pt x="6" y="10"/>
                  </a:cubicBezTo>
                  <a:cubicBezTo>
                    <a:pt x="6" y="10"/>
                    <a:pt x="5" y="10"/>
                    <a:pt x="4" y="10"/>
                  </a:cubicBezTo>
                  <a:cubicBezTo>
                    <a:pt x="2" y="10"/>
                    <a:pt x="1" y="11"/>
                    <a:pt x="1" y="13"/>
                  </a:cubicBezTo>
                  <a:cubicBezTo>
                    <a:pt x="0" y="13"/>
                    <a:pt x="1" y="14"/>
                    <a:pt x="1" y="15"/>
                  </a:cubicBezTo>
                  <a:cubicBezTo>
                    <a:pt x="1" y="16"/>
                    <a:pt x="2" y="17"/>
                    <a:pt x="2" y="17"/>
                  </a:cubicBezTo>
                  <a:cubicBezTo>
                    <a:pt x="2" y="17"/>
                    <a:pt x="2" y="18"/>
                    <a:pt x="3" y="18"/>
                  </a:cubicBezTo>
                  <a:cubicBezTo>
                    <a:pt x="5" y="18"/>
                    <a:pt x="6" y="18"/>
                    <a:pt x="6" y="18"/>
                  </a:cubicBezTo>
                  <a:cubicBezTo>
                    <a:pt x="8" y="17"/>
                    <a:pt x="10" y="14"/>
                    <a:pt x="10" y="11"/>
                  </a:cubicBezTo>
                  <a:cubicBezTo>
                    <a:pt x="10" y="11"/>
                    <a:pt x="11" y="11"/>
                    <a:pt x="12" y="11"/>
                  </a:cubicBezTo>
                  <a:cubicBezTo>
                    <a:pt x="13" y="11"/>
                    <a:pt x="14" y="11"/>
                    <a:pt x="15" y="12"/>
                  </a:cubicBezTo>
                  <a:cubicBezTo>
                    <a:pt x="15" y="12"/>
                    <a:pt x="16" y="13"/>
                    <a:pt x="17" y="13"/>
                  </a:cubicBezTo>
                  <a:cubicBezTo>
                    <a:pt x="17" y="13"/>
                    <a:pt x="18" y="12"/>
                    <a:pt x="17" y="12"/>
                  </a:cubicBezTo>
                  <a:close/>
                  <a:moveTo>
                    <a:pt x="5" y="17"/>
                  </a:moveTo>
                  <a:cubicBezTo>
                    <a:pt x="5" y="17"/>
                    <a:pt x="4" y="18"/>
                    <a:pt x="2" y="16"/>
                  </a:cubicBezTo>
                  <a:cubicBezTo>
                    <a:pt x="1" y="15"/>
                    <a:pt x="2" y="14"/>
                    <a:pt x="2" y="14"/>
                  </a:cubicBezTo>
                  <a:cubicBezTo>
                    <a:pt x="2" y="13"/>
                    <a:pt x="2" y="12"/>
                    <a:pt x="3" y="12"/>
                  </a:cubicBezTo>
                  <a:cubicBezTo>
                    <a:pt x="3" y="12"/>
                    <a:pt x="5" y="11"/>
                    <a:pt x="6" y="11"/>
                  </a:cubicBezTo>
                  <a:cubicBezTo>
                    <a:pt x="6" y="11"/>
                    <a:pt x="7" y="11"/>
                    <a:pt x="8" y="12"/>
                  </a:cubicBezTo>
                  <a:cubicBezTo>
                    <a:pt x="8" y="14"/>
                    <a:pt x="7" y="15"/>
                    <a:pt x="5" y="17"/>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ísḷïḍê"/>
            <p:cNvSpPr/>
            <p:nvPr/>
          </p:nvSpPr>
          <p:spPr bwMode="auto">
            <a:xfrm>
              <a:off x="4054632" y="3030156"/>
              <a:ext cx="26034" cy="60747"/>
            </a:xfrm>
            <a:custGeom>
              <a:avLst/>
              <a:gdLst>
                <a:gd name="T0" fmla="*/ 2 w 5"/>
                <a:gd name="T1" fmla="*/ 0 h 12"/>
                <a:gd name="T2" fmla="*/ 3 w 5"/>
                <a:gd name="T3" fmla="*/ 1 h 12"/>
                <a:gd name="T4" fmla="*/ 4 w 5"/>
                <a:gd name="T5" fmla="*/ 2 h 12"/>
                <a:gd name="T6" fmla="*/ 5 w 5"/>
                <a:gd name="T7" fmla="*/ 11 h 12"/>
                <a:gd name="T8" fmla="*/ 5 w 5"/>
                <a:gd name="T9" fmla="*/ 12 h 12"/>
                <a:gd name="T10" fmla="*/ 4 w 5"/>
                <a:gd name="T11" fmla="*/ 12 h 12"/>
                <a:gd name="T12" fmla="*/ 3 w 5"/>
                <a:gd name="T13" fmla="*/ 11 h 12"/>
                <a:gd name="T14" fmla="*/ 2 w 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12">
                  <a:moveTo>
                    <a:pt x="2" y="0"/>
                  </a:moveTo>
                  <a:cubicBezTo>
                    <a:pt x="2" y="0"/>
                    <a:pt x="3" y="0"/>
                    <a:pt x="3" y="1"/>
                  </a:cubicBezTo>
                  <a:cubicBezTo>
                    <a:pt x="4" y="1"/>
                    <a:pt x="4" y="2"/>
                    <a:pt x="4" y="2"/>
                  </a:cubicBezTo>
                  <a:cubicBezTo>
                    <a:pt x="4" y="6"/>
                    <a:pt x="5" y="8"/>
                    <a:pt x="5" y="11"/>
                  </a:cubicBezTo>
                  <a:cubicBezTo>
                    <a:pt x="5" y="11"/>
                    <a:pt x="5" y="12"/>
                    <a:pt x="5" y="12"/>
                  </a:cubicBezTo>
                  <a:cubicBezTo>
                    <a:pt x="5" y="12"/>
                    <a:pt x="5" y="12"/>
                    <a:pt x="4" y="12"/>
                  </a:cubicBezTo>
                  <a:cubicBezTo>
                    <a:pt x="4" y="12"/>
                    <a:pt x="3" y="11"/>
                    <a:pt x="3" y="11"/>
                  </a:cubicBezTo>
                  <a:cubicBezTo>
                    <a:pt x="0" y="8"/>
                    <a:pt x="2" y="5"/>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ïṩ1íďè"/>
            <p:cNvSpPr/>
            <p:nvPr/>
          </p:nvSpPr>
          <p:spPr bwMode="auto">
            <a:xfrm>
              <a:off x="4410433" y="3019309"/>
              <a:ext cx="30373" cy="41222"/>
            </a:xfrm>
            <a:custGeom>
              <a:avLst/>
              <a:gdLst>
                <a:gd name="T0" fmla="*/ 3 w 6"/>
                <a:gd name="T1" fmla="*/ 0 h 8"/>
                <a:gd name="T2" fmla="*/ 4 w 6"/>
                <a:gd name="T3" fmla="*/ 0 h 8"/>
                <a:gd name="T4" fmla="*/ 5 w 6"/>
                <a:gd name="T5" fmla="*/ 1 h 8"/>
                <a:gd name="T6" fmla="*/ 2 w 6"/>
                <a:gd name="T7" fmla="*/ 8 h 8"/>
                <a:gd name="T8" fmla="*/ 1 w 6"/>
                <a:gd name="T9" fmla="*/ 6 h 8"/>
                <a:gd name="T10" fmla="*/ 3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3" y="0"/>
                  </a:moveTo>
                  <a:cubicBezTo>
                    <a:pt x="3" y="0"/>
                    <a:pt x="3" y="0"/>
                    <a:pt x="4" y="0"/>
                  </a:cubicBezTo>
                  <a:cubicBezTo>
                    <a:pt x="4" y="0"/>
                    <a:pt x="5" y="1"/>
                    <a:pt x="5" y="1"/>
                  </a:cubicBezTo>
                  <a:cubicBezTo>
                    <a:pt x="6" y="5"/>
                    <a:pt x="3" y="7"/>
                    <a:pt x="2" y="8"/>
                  </a:cubicBezTo>
                  <a:cubicBezTo>
                    <a:pt x="2" y="8"/>
                    <a:pt x="0" y="8"/>
                    <a:pt x="1" y="6"/>
                  </a:cubicBezTo>
                  <a:cubicBezTo>
                    <a:pt x="1" y="5"/>
                    <a:pt x="3" y="3"/>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Sľiḍe"/>
            <p:cNvSpPr/>
            <p:nvPr/>
          </p:nvSpPr>
          <p:spPr bwMode="auto">
            <a:xfrm>
              <a:off x="4245550" y="3014970"/>
              <a:ext cx="10848" cy="8678"/>
            </a:xfrm>
            <a:custGeom>
              <a:avLst/>
              <a:gdLst>
                <a:gd name="T0" fmla="*/ 1 w 2"/>
                <a:gd name="T1" fmla="*/ 0 h 2"/>
                <a:gd name="T2" fmla="*/ 2 w 2"/>
                <a:gd name="T3" fmla="*/ 0 h 2"/>
                <a:gd name="T4" fmla="*/ 2 w 2"/>
                <a:gd name="T5" fmla="*/ 1 h 2"/>
                <a:gd name="T6" fmla="*/ 2 w 2"/>
                <a:gd name="T7" fmla="*/ 1 h 2"/>
                <a:gd name="T8" fmla="*/ 2 w 2"/>
                <a:gd name="T9" fmla="*/ 2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1" y="0"/>
                    <a:pt x="1" y="0"/>
                    <a:pt x="2" y="0"/>
                  </a:cubicBezTo>
                  <a:cubicBezTo>
                    <a:pt x="2" y="0"/>
                    <a:pt x="2" y="1"/>
                    <a:pt x="2" y="1"/>
                  </a:cubicBezTo>
                  <a:cubicBezTo>
                    <a:pt x="2" y="1"/>
                    <a:pt x="2" y="1"/>
                    <a:pt x="2" y="1"/>
                  </a:cubicBezTo>
                  <a:cubicBezTo>
                    <a:pt x="2" y="2"/>
                    <a:pt x="2" y="2"/>
                    <a:pt x="2" y="2"/>
                  </a:cubicBezTo>
                  <a:cubicBezTo>
                    <a:pt x="1" y="1"/>
                    <a:pt x="0" y="0"/>
                    <a:pt x="1"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Sḻíḑé"/>
            <p:cNvSpPr/>
            <p:nvPr/>
          </p:nvSpPr>
          <p:spPr bwMode="auto">
            <a:xfrm>
              <a:off x="3891919" y="2921680"/>
              <a:ext cx="132341" cy="210444"/>
            </a:xfrm>
            <a:custGeom>
              <a:avLst/>
              <a:gdLst>
                <a:gd name="T0" fmla="*/ 25 w 26"/>
                <a:gd name="T1" fmla="*/ 13 h 41"/>
                <a:gd name="T2" fmla="*/ 14 w 26"/>
                <a:gd name="T3" fmla="*/ 13 h 41"/>
                <a:gd name="T4" fmla="*/ 16 w 26"/>
                <a:gd name="T5" fmla="*/ 10 h 41"/>
                <a:gd name="T6" fmla="*/ 15 w 26"/>
                <a:gd name="T7" fmla="*/ 8 h 41"/>
                <a:gd name="T8" fmla="*/ 12 w 26"/>
                <a:gd name="T9" fmla="*/ 0 h 41"/>
                <a:gd name="T10" fmla="*/ 10 w 26"/>
                <a:gd name="T11" fmla="*/ 4 h 41"/>
                <a:gd name="T12" fmla="*/ 9 w 26"/>
                <a:gd name="T13" fmla="*/ 9 h 41"/>
                <a:gd name="T14" fmla="*/ 5 w 26"/>
                <a:gd name="T15" fmla="*/ 11 h 41"/>
                <a:gd name="T16" fmla="*/ 10 w 26"/>
                <a:gd name="T17" fmla="*/ 12 h 41"/>
                <a:gd name="T18" fmla="*/ 3 w 26"/>
                <a:gd name="T19" fmla="*/ 15 h 41"/>
                <a:gd name="T20" fmla="*/ 10 w 26"/>
                <a:gd name="T21" fmla="*/ 19 h 41"/>
                <a:gd name="T22" fmla="*/ 1 w 26"/>
                <a:gd name="T23" fmla="*/ 19 h 41"/>
                <a:gd name="T24" fmla="*/ 2 w 26"/>
                <a:gd name="T25" fmla="*/ 26 h 41"/>
                <a:gd name="T26" fmla="*/ 7 w 26"/>
                <a:gd name="T27" fmla="*/ 26 h 41"/>
                <a:gd name="T28" fmla="*/ 10 w 26"/>
                <a:gd name="T29" fmla="*/ 27 h 41"/>
                <a:gd name="T30" fmla="*/ 1 w 26"/>
                <a:gd name="T31" fmla="*/ 35 h 41"/>
                <a:gd name="T32" fmla="*/ 3 w 26"/>
                <a:gd name="T33" fmla="*/ 36 h 41"/>
                <a:gd name="T34" fmla="*/ 10 w 26"/>
                <a:gd name="T35" fmla="*/ 30 h 41"/>
                <a:gd name="T36" fmla="*/ 10 w 26"/>
                <a:gd name="T37" fmla="*/ 37 h 41"/>
                <a:gd name="T38" fmla="*/ 6 w 26"/>
                <a:gd name="T39" fmla="*/ 38 h 41"/>
                <a:gd name="T40" fmla="*/ 10 w 26"/>
                <a:gd name="T41" fmla="*/ 41 h 41"/>
                <a:gd name="T42" fmla="*/ 12 w 26"/>
                <a:gd name="T43" fmla="*/ 29 h 41"/>
                <a:gd name="T44" fmla="*/ 16 w 26"/>
                <a:gd name="T45" fmla="*/ 24 h 41"/>
                <a:gd name="T46" fmla="*/ 26 w 26"/>
                <a:gd name="T47" fmla="*/ 16 h 41"/>
                <a:gd name="T48" fmla="*/ 26 w 26"/>
                <a:gd name="T49" fmla="*/ 15 h 41"/>
                <a:gd name="T50" fmla="*/ 8 w 26"/>
                <a:gd name="T51" fmla="*/ 24 h 41"/>
                <a:gd name="T52" fmla="*/ 5 w 26"/>
                <a:gd name="T53" fmla="*/ 23 h 41"/>
                <a:gd name="T54" fmla="*/ 8 w 26"/>
                <a:gd name="T55" fmla="*/ 21 h 41"/>
                <a:gd name="T56" fmla="*/ 10 w 26"/>
                <a:gd name="T57" fmla="*/ 24 h 41"/>
                <a:gd name="T58" fmla="*/ 13 w 26"/>
                <a:gd name="T59" fmla="*/ 23 h 41"/>
                <a:gd name="T60" fmla="*/ 16 w 26"/>
                <a:gd name="T61" fmla="*/ 20 h 41"/>
                <a:gd name="T62" fmla="*/ 16 w 26"/>
                <a:gd name="T63" fmla="*/ 18 h 41"/>
                <a:gd name="T64" fmla="*/ 13 w 26"/>
                <a:gd name="T65" fmla="*/ 16 h 41"/>
                <a:gd name="T66" fmla="*/ 21 w 26"/>
                <a:gd name="T67" fmla="*/ 1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 h="41">
                  <a:moveTo>
                    <a:pt x="26" y="15"/>
                  </a:moveTo>
                  <a:cubicBezTo>
                    <a:pt x="26" y="14"/>
                    <a:pt x="26" y="14"/>
                    <a:pt x="25" y="13"/>
                  </a:cubicBezTo>
                  <a:cubicBezTo>
                    <a:pt x="25" y="12"/>
                    <a:pt x="24" y="11"/>
                    <a:pt x="23" y="12"/>
                  </a:cubicBezTo>
                  <a:cubicBezTo>
                    <a:pt x="21" y="12"/>
                    <a:pt x="14" y="13"/>
                    <a:pt x="14" y="13"/>
                  </a:cubicBezTo>
                  <a:cubicBezTo>
                    <a:pt x="14" y="12"/>
                    <a:pt x="14" y="12"/>
                    <a:pt x="14" y="12"/>
                  </a:cubicBezTo>
                  <a:cubicBezTo>
                    <a:pt x="14" y="12"/>
                    <a:pt x="16" y="11"/>
                    <a:pt x="16" y="10"/>
                  </a:cubicBezTo>
                  <a:cubicBezTo>
                    <a:pt x="16" y="10"/>
                    <a:pt x="16" y="9"/>
                    <a:pt x="16" y="9"/>
                  </a:cubicBezTo>
                  <a:cubicBezTo>
                    <a:pt x="16" y="8"/>
                    <a:pt x="15" y="8"/>
                    <a:pt x="15" y="8"/>
                  </a:cubicBezTo>
                  <a:cubicBezTo>
                    <a:pt x="14" y="5"/>
                    <a:pt x="15" y="3"/>
                    <a:pt x="15" y="2"/>
                  </a:cubicBezTo>
                  <a:cubicBezTo>
                    <a:pt x="14" y="1"/>
                    <a:pt x="12" y="1"/>
                    <a:pt x="12" y="0"/>
                  </a:cubicBezTo>
                  <a:cubicBezTo>
                    <a:pt x="9" y="0"/>
                    <a:pt x="9" y="1"/>
                    <a:pt x="9" y="3"/>
                  </a:cubicBezTo>
                  <a:cubicBezTo>
                    <a:pt x="9" y="3"/>
                    <a:pt x="10" y="4"/>
                    <a:pt x="10" y="4"/>
                  </a:cubicBezTo>
                  <a:cubicBezTo>
                    <a:pt x="10" y="8"/>
                    <a:pt x="10" y="8"/>
                    <a:pt x="10" y="8"/>
                  </a:cubicBezTo>
                  <a:cubicBezTo>
                    <a:pt x="10" y="8"/>
                    <a:pt x="10" y="8"/>
                    <a:pt x="9" y="9"/>
                  </a:cubicBezTo>
                  <a:cubicBezTo>
                    <a:pt x="7" y="9"/>
                    <a:pt x="5" y="9"/>
                    <a:pt x="5" y="10"/>
                  </a:cubicBezTo>
                  <a:cubicBezTo>
                    <a:pt x="5" y="10"/>
                    <a:pt x="5" y="10"/>
                    <a:pt x="5" y="11"/>
                  </a:cubicBezTo>
                  <a:cubicBezTo>
                    <a:pt x="6" y="11"/>
                    <a:pt x="7" y="11"/>
                    <a:pt x="7" y="11"/>
                  </a:cubicBezTo>
                  <a:cubicBezTo>
                    <a:pt x="8" y="12"/>
                    <a:pt x="10" y="12"/>
                    <a:pt x="10" y="12"/>
                  </a:cubicBezTo>
                  <a:cubicBezTo>
                    <a:pt x="10" y="12"/>
                    <a:pt x="10" y="14"/>
                    <a:pt x="10" y="14"/>
                  </a:cubicBezTo>
                  <a:cubicBezTo>
                    <a:pt x="8" y="14"/>
                    <a:pt x="3" y="15"/>
                    <a:pt x="3" y="15"/>
                  </a:cubicBezTo>
                  <a:cubicBezTo>
                    <a:pt x="3" y="18"/>
                    <a:pt x="10" y="17"/>
                    <a:pt x="10" y="17"/>
                  </a:cubicBezTo>
                  <a:cubicBezTo>
                    <a:pt x="10" y="19"/>
                    <a:pt x="10" y="19"/>
                    <a:pt x="10" y="19"/>
                  </a:cubicBezTo>
                  <a:cubicBezTo>
                    <a:pt x="10" y="19"/>
                    <a:pt x="6" y="20"/>
                    <a:pt x="4" y="20"/>
                  </a:cubicBezTo>
                  <a:cubicBezTo>
                    <a:pt x="4" y="20"/>
                    <a:pt x="2" y="19"/>
                    <a:pt x="1" y="19"/>
                  </a:cubicBezTo>
                  <a:cubicBezTo>
                    <a:pt x="0" y="19"/>
                    <a:pt x="0" y="19"/>
                    <a:pt x="0" y="19"/>
                  </a:cubicBezTo>
                  <a:cubicBezTo>
                    <a:pt x="1" y="22"/>
                    <a:pt x="2" y="24"/>
                    <a:pt x="2" y="26"/>
                  </a:cubicBezTo>
                  <a:cubicBezTo>
                    <a:pt x="3" y="26"/>
                    <a:pt x="4" y="26"/>
                    <a:pt x="4" y="26"/>
                  </a:cubicBezTo>
                  <a:cubicBezTo>
                    <a:pt x="5" y="26"/>
                    <a:pt x="6" y="26"/>
                    <a:pt x="7" y="26"/>
                  </a:cubicBezTo>
                  <a:cubicBezTo>
                    <a:pt x="9" y="25"/>
                    <a:pt x="10" y="25"/>
                    <a:pt x="10" y="25"/>
                  </a:cubicBezTo>
                  <a:cubicBezTo>
                    <a:pt x="10" y="27"/>
                    <a:pt x="10" y="27"/>
                    <a:pt x="10" y="27"/>
                  </a:cubicBezTo>
                  <a:cubicBezTo>
                    <a:pt x="10" y="27"/>
                    <a:pt x="8" y="29"/>
                    <a:pt x="8" y="29"/>
                  </a:cubicBezTo>
                  <a:cubicBezTo>
                    <a:pt x="6" y="32"/>
                    <a:pt x="4" y="33"/>
                    <a:pt x="1" y="35"/>
                  </a:cubicBezTo>
                  <a:cubicBezTo>
                    <a:pt x="1" y="36"/>
                    <a:pt x="0" y="36"/>
                    <a:pt x="1" y="36"/>
                  </a:cubicBezTo>
                  <a:cubicBezTo>
                    <a:pt x="1" y="36"/>
                    <a:pt x="2" y="36"/>
                    <a:pt x="3" y="36"/>
                  </a:cubicBezTo>
                  <a:cubicBezTo>
                    <a:pt x="4" y="36"/>
                    <a:pt x="5" y="35"/>
                    <a:pt x="6" y="34"/>
                  </a:cubicBezTo>
                  <a:cubicBezTo>
                    <a:pt x="7" y="33"/>
                    <a:pt x="9" y="31"/>
                    <a:pt x="10" y="30"/>
                  </a:cubicBezTo>
                  <a:cubicBezTo>
                    <a:pt x="10" y="32"/>
                    <a:pt x="10" y="32"/>
                    <a:pt x="10" y="32"/>
                  </a:cubicBezTo>
                  <a:cubicBezTo>
                    <a:pt x="10" y="35"/>
                    <a:pt x="10" y="37"/>
                    <a:pt x="10" y="37"/>
                  </a:cubicBezTo>
                  <a:cubicBezTo>
                    <a:pt x="10" y="38"/>
                    <a:pt x="8" y="37"/>
                    <a:pt x="6" y="37"/>
                  </a:cubicBezTo>
                  <a:cubicBezTo>
                    <a:pt x="6" y="38"/>
                    <a:pt x="6" y="38"/>
                    <a:pt x="6" y="38"/>
                  </a:cubicBezTo>
                  <a:cubicBezTo>
                    <a:pt x="7" y="39"/>
                    <a:pt x="8" y="40"/>
                    <a:pt x="9" y="40"/>
                  </a:cubicBezTo>
                  <a:cubicBezTo>
                    <a:pt x="10" y="41"/>
                    <a:pt x="10" y="41"/>
                    <a:pt x="10" y="41"/>
                  </a:cubicBezTo>
                  <a:cubicBezTo>
                    <a:pt x="10" y="41"/>
                    <a:pt x="12" y="41"/>
                    <a:pt x="12" y="40"/>
                  </a:cubicBezTo>
                  <a:cubicBezTo>
                    <a:pt x="13" y="39"/>
                    <a:pt x="12" y="29"/>
                    <a:pt x="12" y="29"/>
                  </a:cubicBezTo>
                  <a:cubicBezTo>
                    <a:pt x="13" y="28"/>
                    <a:pt x="14" y="26"/>
                    <a:pt x="14" y="26"/>
                  </a:cubicBezTo>
                  <a:cubicBezTo>
                    <a:pt x="15" y="25"/>
                    <a:pt x="16" y="25"/>
                    <a:pt x="16" y="24"/>
                  </a:cubicBezTo>
                  <a:cubicBezTo>
                    <a:pt x="17" y="24"/>
                    <a:pt x="19" y="22"/>
                    <a:pt x="20" y="21"/>
                  </a:cubicBezTo>
                  <a:cubicBezTo>
                    <a:pt x="22" y="19"/>
                    <a:pt x="24" y="18"/>
                    <a:pt x="26" y="16"/>
                  </a:cubicBezTo>
                  <a:cubicBezTo>
                    <a:pt x="26" y="16"/>
                    <a:pt x="26" y="16"/>
                    <a:pt x="26" y="16"/>
                  </a:cubicBezTo>
                  <a:cubicBezTo>
                    <a:pt x="26" y="16"/>
                    <a:pt x="26" y="15"/>
                    <a:pt x="26" y="15"/>
                  </a:cubicBezTo>
                  <a:close/>
                  <a:moveTo>
                    <a:pt x="10" y="24"/>
                  </a:moveTo>
                  <a:cubicBezTo>
                    <a:pt x="8" y="24"/>
                    <a:pt x="8" y="24"/>
                    <a:pt x="8" y="24"/>
                  </a:cubicBezTo>
                  <a:cubicBezTo>
                    <a:pt x="8" y="24"/>
                    <a:pt x="6" y="25"/>
                    <a:pt x="5" y="25"/>
                  </a:cubicBezTo>
                  <a:cubicBezTo>
                    <a:pt x="5" y="25"/>
                    <a:pt x="5" y="23"/>
                    <a:pt x="5" y="23"/>
                  </a:cubicBezTo>
                  <a:cubicBezTo>
                    <a:pt x="5" y="22"/>
                    <a:pt x="4" y="22"/>
                    <a:pt x="5" y="22"/>
                  </a:cubicBezTo>
                  <a:cubicBezTo>
                    <a:pt x="5" y="21"/>
                    <a:pt x="6" y="21"/>
                    <a:pt x="8" y="21"/>
                  </a:cubicBezTo>
                  <a:cubicBezTo>
                    <a:pt x="9" y="21"/>
                    <a:pt x="10" y="21"/>
                    <a:pt x="10" y="21"/>
                  </a:cubicBezTo>
                  <a:lnTo>
                    <a:pt x="10" y="24"/>
                  </a:lnTo>
                  <a:close/>
                  <a:moveTo>
                    <a:pt x="17" y="21"/>
                  </a:moveTo>
                  <a:cubicBezTo>
                    <a:pt x="15" y="22"/>
                    <a:pt x="13" y="23"/>
                    <a:pt x="13" y="23"/>
                  </a:cubicBezTo>
                  <a:cubicBezTo>
                    <a:pt x="13" y="20"/>
                    <a:pt x="13" y="20"/>
                    <a:pt x="13" y="20"/>
                  </a:cubicBezTo>
                  <a:cubicBezTo>
                    <a:pt x="13" y="20"/>
                    <a:pt x="16" y="20"/>
                    <a:pt x="16" y="20"/>
                  </a:cubicBezTo>
                  <a:cubicBezTo>
                    <a:pt x="16" y="20"/>
                    <a:pt x="17" y="19"/>
                    <a:pt x="16" y="19"/>
                  </a:cubicBezTo>
                  <a:cubicBezTo>
                    <a:pt x="16" y="18"/>
                    <a:pt x="16" y="18"/>
                    <a:pt x="16" y="18"/>
                  </a:cubicBezTo>
                  <a:cubicBezTo>
                    <a:pt x="15" y="18"/>
                    <a:pt x="13" y="18"/>
                    <a:pt x="13" y="18"/>
                  </a:cubicBezTo>
                  <a:cubicBezTo>
                    <a:pt x="13" y="18"/>
                    <a:pt x="13" y="16"/>
                    <a:pt x="13" y="16"/>
                  </a:cubicBezTo>
                  <a:cubicBezTo>
                    <a:pt x="14" y="16"/>
                    <a:pt x="17" y="15"/>
                    <a:pt x="18" y="15"/>
                  </a:cubicBezTo>
                  <a:cubicBezTo>
                    <a:pt x="19" y="15"/>
                    <a:pt x="21" y="15"/>
                    <a:pt x="21" y="15"/>
                  </a:cubicBezTo>
                  <a:cubicBezTo>
                    <a:pt x="22" y="16"/>
                    <a:pt x="17" y="21"/>
                    <a:pt x="17" y="2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iślîḑè"/>
            <p:cNvSpPr/>
            <p:nvPr/>
          </p:nvSpPr>
          <p:spPr bwMode="auto">
            <a:xfrm>
              <a:off x="4091515" y="2947714"/>
              <a:ext cx="123663" cy="169222"/>
            </a:xfrm>
            <a:custGeom>
              <a:avLst/>
              <a:gdLst>
                <a:gd name="T0" fmla="*/ 6 w 24"/>
                <a:gd name="T1" fmla="*/ 0 h 33"/>
                <a:gd name="T2" fmla="*/ 8 w 24"/>
                <a:gd name="T3" fmla="*/ 2 h 33"/>
                <a:gd name="T4" fmla="*/ 11 w 24"/>
                <a:gd name="T5" fmla="*/ 4 h 33"/>
                <a:gd name="T6" fmla="*/ 14 w 24"/>
                <a:gd name="T7" fmla="*/ 4 h 33"/>
                <a:gd name="T8" fmla="*/ 7 w 24"/>
                <a:gd name="T9" fmla="*/ 7 h 33"/>
                <a:gd name="T10" fmla="*/ 3 w 24"/>
                <a:gd name="T11" fmla="*/ 17 h 33"/>
                <a:gd name="T12" fmla="*/ 5 w 24"/>
                <a:gd name="T13" fmla="*/ 17 h 33"/>
                <a:gd name="T14" fmla="*/ 4 w 24"/>
                <a:gd name="T15" fmla="*/ 19 h 33"/>
                <a:gd name="T16" fmla="*/ 6 w 24"/>
                <a:gd name="T17" fmla="*/ 20 h 33"/>
                <a:gd name="T18" fmla="*/ 9 w 24"/>
                <a:gd name="T19" fmla="*/ 16 h 33"/>
                <a:gd name="T20" fmla="*/ 8 w 24"/>
                <a:gd name="T21" fmla="*/ 13 h 33"/>
                <a:gd name="T22" fmla="*/ 10 w 24"/>
                <a:gd name="T23" fmla="*/ 12 h 33"/>
                <a:gd name="T24" fmla="*/ 18 w 24"/>
                <a:gd name="T25" fmla="*/ 11 h 33"/>
                <a:gd name="T26" fmla="*/ 22 w 24"/>
                <a:gd name="T27" fmla="*/ 11 h 33"/>
                <a:gd name="T28" fmla="*/ 23 w 24"/>
                <a:gd name="T29" fmla="*/ 15 h 33"/>
                <a:gd name="T30" fmla="*/ 23 w 24"/>
                <a:gd name="T31" fmla="*/ 19 h 33"/>
                <a:gd name="T32" fmla="*/ 19 w 24"/>
                <a:gd name="T33" fmla="*/ 31 h 33"/>
                <a:gd name="T34" fmla="*/ 16 w 24"/>
                <a:gd name="T35" fmla="*/ 32 h 33"/>
                <a:gd name="T36" fmla="*/ 12 w 24"/>
                <a:gd name="T37" fmla="*/ 28 h 33"/>
                <a:gd name="T38" fmla="*/ 17 w 24"/>
                <a:gd name="T39" fmla="*/ 27 h 33"/>
                <a:gd name="T40" fmla="*/ 20 w 24"/>
                <a:gd name="T41" fmla="*/ 19 h 33"/>
                <a:gd name="T42" fmla="*/ 20 w 24"/>
                <a:gd name="T43" fmla="*/ 13 h 33"/>
                <a:gd name="T44" fmla="*/ 11 w 24"/>
                <a:gd name="T45" fmla="*/ 14 h 33"/>
                <a:gd name="T46" fmla="*/ 8 w 24"/>
                <a:gd name="T47" fmla="*/ 18 h 33"/>
                <a:gd name="T48" fmla="*/ 11 w 24"/>
                <a:gd name="T49" fmla="*/ 18 h 33"/>
                <a:gd name="T50" fmla="*/ 11 w 24"/>
                <a:gd name="T51" fmla="*/ 19 h 33"/>
                <a:gd name="T52" fmla="*/ 9 w 24"/>
                <a:gd name="T53" fmla="*/ 23 h 33"/>
                <a:gd name="T54" fmla="*/ 11 w 24"/>
                <a:gd name="T55" fmla="*/ 23 h 33"/>
                <a:gd name="T56" fmla="*/ 8 w 24"/>
                <a:gd name="T57" fmla="*/ 28 h 33"/>
                <a:gd name="T58" fmla="*/ 6 w 24"/>
                <a:gd name="T59" fmla="*/ 33 h 33"/>
                <a:gd name="T60" fmla="*/ 4 w 24"/>
                <a:gd name="T61" fmla="*/ 33 h 33"/>
                <a:gd name="T62" fmla="*/ 6 w 24"/>
                <a:gd name="T63" fmla="*/ 31 h 33"/>
                <a:gd name="T64" fmla="*/ 6 w 24"/>
                <a:gd name="T65" fmla="*/ 26 h 33"/>
                <a:gd name="T66" fmla="*/ 2 w 24"/>
                <a:gd name="T67" fmla="*/ 26 h 33"/>
                <a:gd name="T68" fmla="*/ 2 w 24"/>
                <a:gd name="T69" fmla="*/ 25 h 33"/>
                <a:gd name="T70" fmla="*/ 7 w 24"/>
                <a:gd name="T71" fmla="*/ 23 h 33"/>
                <a:gd name="T72" fmla="*/ 3 w 24"/>
                <a:gd name="T73" fmla="*/ 23 h 33"/>
                <a:gd name="T74" fmla="*/ 2 w 24"/>
                <a:gd name="T75" fmla="*/ 19 h 33"/>
                <a:gd name="T76" fmla="*/ 5 w 24"/>
                <a:gd name="T77" fmla="*/ 7 h 33"/>
                <a:gd name="T78" fmla="*/ 0 w 24"/>
                <a:gd name="T79" fmla="*/ 6 h 33"/>
                <a:gd name="T80" fmla="*/ 0 w 24"/>
                <a:gd name="T81" fmla="*/ 5 h 33"/>
                <a:gd name="T82" fmla="*/ 5 w 24"/>
                <a:gd name="T83"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 h="33">
                  <a:moveTo>
                    <a:pt x="5" y="1"/>
                  </a:moveTo>
                  <a:cubicBezTo>
                    <a:pt x="5" y="1"/>
                    <a:pt x="6" y="0"/>
                    <a:pt x="6" y="0"/>
                  </a:cubicBezTo>
                  <a:cubicBezTo>
                    <a:pt x="7" y="0"/>
                    <a:pt x="8" y="1"/>
                    <a:pt x="8" y="1"/>
                  </a:cubicBezTo>
                  <a:cubicBezTo>
                    <a:pt x="8" y="1"/>
                    <a:pt x="8" y="2"/>
                    <a:pt x="8" y="2"/>
                  </a:cubicBezTo>
                  <a:cubicBezTo>
                    <a:pt x="8" y="3"/>
                    <a:pt x="8" y="4"/>
                    <a:pt x="8" y="4"/>
                  </a:cubicBezTo>
                  <a:cubicBezTo>
                    <a:pt x="8" y="4"/>
                    <a:pt x="10" y="4"/>
                    <a:pt x="11" y="4"/>
                  </a:cubicBezTo>
                  <a:cubicBezTo>
                    <a:pt x="12" y="4"/>
                    <a:pt x="12" y="3"/>
                    <a:pt x="13" y="3"/>
                  </a:cubicBezTo>
                  <a:cubicBezTo>
                    <a:pt x="13" y="3"/>
                    <a:pt x="14" y="3"/>
                    <a:pt x="14" y="4"/>
                  </a:cubicBezTo>
                  <a:cubicBezTo>
                    <a:pt x="14" y="4"/>
                    <a:pt x="13" y="5"/>
                    <a:pt x="13" y="5"/>
                  </a:cubicBezTo>
                  <a:cubicBezTo>
                    <a:pt x="11" y="5"/>
                    <a:pt x="8" y="6"/>
                    <a:pt x="7" y="7"/>
                  </a:cubicBezTo>
                  <a:cubicBezTo>
                    <a:pt x="7" y="7"/>
                    <a:pt x="6" y="11"/>
                    <a:pt x="5" y="14"/>
                  </a:cubicBezTo>
                  <a:cubicBezTo>
                    <a:pt x="4" y="15"/>
                    <a:pt x="3" y="16"/>
                    <a:pt x="3" y="17"/>
                  </a:cubicBezTo>
                  <a:cubicBezTo>
                    <a:pt x="3" y="17"/>
                    <a:pt x="3" y="17"/>
                    <a:pt x="3" y="18"/>
                  </a:cubicBezTo>
                  <a:cubicBezTo>
                    <a:pt x="3" y="18"/>
                    <a:pt x="5" y="17"/>
                    <a:pt x="5" y="17"/>
                  </a:cubicBezTo>
                  <a:cubicBezTo>
                    <a:pt x="5" y="17"/>
                    <a:pt x="7" y="16"/>
                    <a:pt x="7" y="16"/>
                  </a:cubicBezTo>
                  <a:cubicBezTo>
                    <a:pt x="7" y="16"/>
                    <a:pt x="5" y="18"/>
                    <a:pt x="4" y="19"/>
                  </a:cubicBezTo>
                  <a:cubicBezTo>
                    <a:pt x="4" y="19"/>
                    <a:pt x="4" y="20"/>
                    <a:pt x="4" y="20"/>
                  </a:cubicBezTo>
                  <a:cubicBezTo>
                    <a:pt x="5" y="20"/>
                    <a:pt x="6" y="20"/>
                    <a:pt x="6" y="20"/>
                  </a:cubicBezTo>
                  <a:cubicBezTo>
                    <a:pt x="6" y="20"/>
                    <a:pt x="6" y="19"/>
                    <a:pt x="6" y="19"/>
                  </a:cubicBezTo>
                  <a:cubicBezTo>
                    <a:pt x="7" y="18"/>
                    <a:pt x="9" y="17"/>
                    <a:pt x="9" y="16"/>
                  </a:cubicBezTo>
                  <a:cubicBezTo>
                    <a:pt x="9" y="16"/>
                    <a:pt x="8" y="14"/>
                    <a:pt x="8" y="14"/>
                  </a:cubicBezTo>
                  <a:cubicBezTo>
                    <a:pt x="8" y="13"/>
                    <a:pt x="8" y="13"/>
                    <a:pt x="8" y="13"/>
                  </a:cubicBezTo>
                  <a:cubicBezTo>
                    <a:pt x="9" y="13"/>
                    <a:pt x="9" y="13"/>
                    <a:pt x="9" y="13"/>
                  </a:cubicBezTo>
                  <a:cubicBezTo>
                    <a:pt x="9" y="13"/>
                    <a:pt x="10" y="12"/>
                    <a:pt x="10" y="12"/>
                  </a:cubicBezTo>
                  <a:cubicBezTo>
                    <a:pt x="10" y="12"/>
                    <a:pt x="12" y="12"/>
                    <a:pt x="13" y="12"/>
                  </a:cubicBezTo>
                  <a:cubicBezTo>
                    <a:pt x="14" y="12"/>
                    <a:pt x="16" y="12"/>
                    <a:pt x="18" y="11"/>
                  </a:cubicBezTo>
                  <a:cubicBezTo>
                    <a:pt x="19" y="11"/>
                    <a:pt x="19" y="11"/>
                    <a:pt x="20" y="11"/>
                  </a:cubicBezTo>
                  <a:cubicBezTo>
                    <a:pt x="21" y="11"/>
                    <a:pt x="22" y="11"/>
                    <a:pt x="22" y="11"/>
                  </a:cubicBezTo>
                  <a:cubicBezTo>
                    <a:pt x="22" y="11"/>
                    <a:pt x="23" y="12"/>
                    <a:pt x="23" y="13"/>
                  </a:cubicBezTo>
                  <a:cubicBezTo>
                    <a:pt x="23" y="14"/>
                    <a:pt x="23" y="15"/>
                    <a:pt x="23" y="15"/>
                  </a:cubicBezTo>
                  <a:cubicBezTo>
                    <a:pt x="23" y="16"/>
                    <a:pt x="24" y="16"/>
                    <a:pt x="24" y="17"/>
                  </a:cubicBezTo>
                  <a:cubicBezTo>
                    <a:pt x="24" y="17"/>
                    <a:pt x="23" y="18"/>
                    <a:pt x="23" y="19"/>
                  </a:cubicBezTo>
                  <a:cubicBezTo>
                    <a:pt x="22" y="20"/>
                    <a:pt x="23" y="21"/>
                    <a:pt x="22" y="21"/>
                  </a:cubicBezTo>
                  <a:cubicBezTo>
                    <a:pt x="22" y="23"/>
                    <a:pt x="19" y="30"/>
                    <a:pt x="19" y="31"/>
                  </a:cubicBezTo>
                  <a:cubicBezTo>
                    <a:pt x="18" y="31"/>
                    <a:pt x="18" y="32"/>
                    <a:pt x="17" y="32"/>
                  </a:cubicBezTo>
                  <a:cubicBezTo>
                    <a:pt x="17" y="32"/>
                    <a:pt x="16" y="32"/>
                    <a:pt x="16" y="32"/>
                  </a:cubicBezTo>
                  <a:cubicBezTo>
                    <a:pt x="16" y="31"/>
                    <a:pt x="16" y="31"/>
                    <a:pt x="15" y="30"/>
                  </a:cubicBezTo>
                  <a:cubicBezTo>
                    <a:pt x="14" y="30"/>
                    <a:pt x="13" y="28"/>
                    <a:pt x="12" y="28"/>
                  </a:cubicBezTo>
                  <a:cubicBezTo>
                    <a:pt x="12" y="28"/>
                    <a:pt x="13" y="27"/>
                    <a:pt x="13" y="27"/>
                  </a:cubicBezTo>
                  <a:cubicBezTo>
                    <a:pt x="14" y="27"/>
                    <a:pt x="15" y="27"/>
                    <a:pt x="17" y="27"/>
                  </a:cubicBezTo>
                  <a:cubicBezTo>
                    <a:pt x="17" y="27"/>
                    <a:pt x="17" y="27"/>
                    <a:pt x="17" y="27"/>
                  </a:cubicBezTo>
                  <a:cubicBezTo>
                    <a:pt x="18" y="24"/>
                    <a:pt x="20" y="21"/>
                    <a:pt x="20" y="19"/>
                  </a:cubicBezTo>
                  <a:cubicBezTo>
                    <a:pt x="20" y="16"/>
                    <a:pt x="20" y="15"/>
                    <a:pt x="20" y="14"/>
                  </a:cubicBezTo>
                  <a:cubicBezTo>
                    <a:pt x="20" y="14"/>
                    <a:pt x="20" y="13"/>
                    <a:pt x="20" y="13"/>
                  </a:cubicBezTo>
                  <a:cubicBezTo>
                    <a:pt x="20" y="13"/>
                    <a:pt x="19" y="13"/>
                    <a:pt x="18" y="13"/>
                  </a:cubicBezTo>
                  <a:cubicBezTo>
                    <a:pt x="16" y="13"/>
                    <a:pt x="13" y="14"/>
                    <a:pt x="11" y="14"/>
                  </a:cubicBezTo>
                  <a:cubicBezTo>
                    <a:pt x="11" y="14"/>
                    <a:pt x="11" y="16"/>
                    <a:pt x="11" y="16"/>
                  </a:cubicBezTo>
                  <a:cubicBezTo>
                    <a:pt x="10" y="16"/>
                    <a:pt x="8" y="17"/>
                    <a:pt x="8" y="18"/>
                  </a:cubicBezTo>
                  <a:cubicBezTo>
                    <a:pt x="8" y="19"/>
                    <a:pt x="8" y="19"/>
                    <a:pt x="8" y="19"/>
                  </a:cubicBezTo>
                  <a:cubicBezTo>
                    <a:pt x="9" y="19"/>
                    <a:pt x="11" y="18"/>
                    <a:pt x="11" y="18"/>
                  </a:cubicBezTo>
                  <a:cubicBezTo>
                    <a:pt x="12" y="18"/>
                    <a:pt x="12" y="19"/>
                    <a:pt x="12" y="19"/>
                  </a:cubicBezTo>
                  <a:cubicBezTo>
                    <a:pt x="12" y="19"/>
                    <a:pt x="11" y="19"/>
                    <a:pt x="11" y="19"/>
                  </a:cubicBezTo>
                  <a:cubicBezTo>
                    <a:pt x="10" y="19"/>
                    <a:pt x="10" y="20"/>
                    <a:pt x="9" y="20"/>
                  </a:cubicBezTo>
                  <a:cubicBezTo>
                    <a:pt x="9" y="23"/>
                    <a:pt x="9" y="23"/>
                    <a:pt x="9" y="23"/>
                  </a:cubicBezTo>
                  <a:cubicBezTo>
                    <a:pt x="10" y="22"/>
                    <a:pt x="10" y="22"/>
                    <a:pt x="11" y="22"/>
                  </a:cubicBezTo>
                  <a:cubicBezTo>
                    <a:pt x="12" y="23"/>
                    <a:pt x="12" y="23"/>
                    <a:pt x="11" y="23"/>
                  </a:cubicBezTo>
                  <a:cubicBezTo>
                    <a:pt x="10" y="24"/>
                    <a:pt x="9" y="25"/>
                    <a:pt x="9" y="25"/>
                  </a:cubicBezTo>
                  <a:cubicBezTo>
                    <a:pt x="9" y="25"/>
                    <a:pt x="9" y="26"/>
                    <a:pt x="8" y="28"/>
                  </a:cubicBezTo>
                  <a:cubicBezTo>
                    <a:pt x="8" y="30"/>
                    <a:pt x="8" y="31"/>
                    <a:pt x="8" y="32"/>
                  </a:cubicBezTo>
                  <a:cubicBezTo>
                    <a:pt x="7" y="32"/>
                    <a:pt x="7" y="33"/>
                    <a:pt x="6" y="33"/>
                  </a:cubicBezTo>
                  <a:cubicBezTo>
                    <a:pt x="6" y="33"/>
                    <a:pt x="5" y="33"/>
                    <a:pt x="5" y="33"/>
                  </a:cubicBezTo>
                  <a:cubicBezTo>
                    <a:pt x="5" y="33"/>
                    <a:pt x="4" y="33"/>
                    <a:pt x="4" y="33"/>
                  </a:cubicBezTo>
                  <a:cubicBezTo>
                    <a:pt x="4" y="33"/>
                    <a:pt x="4" y="33"/>
                    <a:pt x="5" y="32"/>
                  </a:cubicBezTo>
                  <a:cubicBezTo>
                    <a:pt x="5" y="32"/>
                    <a:pt x="6" y="31"/>
                    <a:pt x="6" y="31"/>
                  </a:cubicBezTo>
                  <a:cubicBezTo>
                    <a:pt x="6" y="30"/>
                    <a:pt x="6" y="29"/>
                    <a:pt x="6" y="28"/>
                  </a:cubicBezTo>
                  <a:cubicBezTo>
                    <a:pt x="6" y="28"/>
                    <a:pt x="6" y="26"/>
                    <a:pt x="6" y="26"/>
                  </a:cubicBezTo>
                  <a:cubicBezTo>
                    <a:pt x="3" y="26"/>
                    <a:pt x="3" y="26"/>
                    <a:pt x="3" y="26"/>
                  </a:cubicBezTo>
                  <a:cubicBezTo>
                    <a:pt x="2" y="26"/>
                    <a:pt x="2" y="26"/>
                    <a:pt x="2" y="26"/>
                  </a:cubicBezTo>
                  <a:cubicBezTo>
                    <a:pt x="2" y="26"/>
                    <a:pt x="1" y="25"/>
                    <a:pt x="1" y="25"/>
                  </a:cubicBezTo>
                  <a:cubicBezTo>
                    <a:pt x="2" y="25"/>
                    <a:pt x="2" y="25"/>
                    <a:pt x="2" y="25"/>
                  </a:cubicBezTo>
                  <a:cubicBezTo>
                    <a:pt x="3" y="25"/>
                    <a:pt x="4" y="25"/>
                    <a:pt x="4" y="25"/>
                  </a:cubicBezTo>
                  <a:cubicBezTo>
                    <a:pt x="4" y="25"/>
                    <a:pt x="6" y="24"/>
                    <a:pt x="7" y="23"/>
                  </a:cubicBezTo>
                  <a:cubicBezTo>
                    <a:pt x="6" y="21"/>
                    <a:pt x="6" y="21"/>
                    <a:pt x="6" y="21"/>
                  </a:cubicBezTo>
                  <a:cubicBezTo>
                    <a:pt x="5" y="22"/>
                    <a:pt x="4" y="22"/>
                    <a:pt x="3" y="23"/>
                  </a:cubicBezTo>
                  <a:cubicBezTo>
                    <a:pt x="2" y="22"/>
                    <a:pt x="2" y="22"/>
                    <a:pt x="2" y="22"/>
                  </a:cubicBezTo>
                  <a:cubicBezTo>
                    <a:pt x="1" y="21"/>
                    <a:pt x="2" y="20"/>
                    <a:pt x="2" y="19"/>
                  </a:cubicBezTo>
                  <a:cubicBezTo>
                    <a:pt x="1" y="19"/>
                    <a:pt x="0" y="18"/>
                    <a:pt x="0" y="18"/>
                  </a:cubicBezTo>
                  <a:cubicBezTo>
                    <a:pt x="3" y="14"/>
                    <a:pt x="4" y="12"/>
                    <a:pt x="5" y="7"/>
                  </a:cubicBezTo>
                  <a:cubicBezTo>
                    <a:pt x="4" y="7"/>
                    <a:pt x="3" y="7"/>
                    <a:pt x="2" y="7"/>
                  </a:cubicBezTo>
                  <a:cubicBezTo>
                    <a:pt x="2" y="7"/>
                    <a:pt x="1" y="7"/>
                    <a:pt x="0" y="6"/>
                  </a:cubicBezTo>
                  <a:cubicBezTo>
                    <a:pt x="0" y="6"/>
                    <a:pt x="0" y="5"/>
                    <a:pt x="0" y="5"/>
                  </a:cubicBezTo>
                  <a:cubicBezTo>
                    <a:pt x="0" y="5"/>
                    <a:pt x="0" y="5"/>
                    <a:pt x="0" y="5"/>
                  </a:cubicBezTo>
                  <a:cubicBezTo>
                    <a:pt x="1" y="5"/>
                    <a:pt x="5" y="5"/>
                    <a:pt x="5" y="5"/>
                  </a:cubicBezTo>
                  <a:cubicBezTo>
                    <a:pt x="5" y="5"/>
                    <a:pt x="5" y="4"/>
                    <a:pt x="5" y="4"/>
                  </a:cubicBezTo>
                  <a:cubicBezTo>
                    <a:pt x="5" y="3"/>
                    <a:pt x="5" y="1"/>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íŝļiḑê"/>
            <p:cNvSpPr/>
            <p:nvPr/>
          </p:nvSpPr>
          <p:spPr bwMode="auto">
            <a:xfrm>
              <a:off x="4249889" y="2941207"/>
              <a:ext cx="123663" cy="160544"/>
            </a:xfrm>
            <a:custGeom>
              <a:avLst/>
              <a:gdLst>
                <a:gd name="T0" fmla="*/ 10 w 24"/>
                <a:gd name="T1" fmla="*/ 1 h 31"/>
                <a:gd name="T2" fmla="*/ 10 w 24"/>
                <a:gd name="T3" fmla="*/ 0 h 31"/>
                <a:gd name="T4" fmla="*/ 11 w 24"/>
                <a:gd name="T5" fmla="*/ 1 h 31"/>
                <a:gd name="T6" fmla="*/ 12 w 24"/>
                <a:gd name="T7" fmla="*/ 1 h 31"/>
                <a:gd name="T8" fmla="*/ 12 w 24"/>
                <a:gd name="T9" fmla="*/ 14 h 31"/>
                <a:gd name="T10" fmla="*/ 12 w 24"/>
                <a:gd name="T11" fmla="*/ 14 h 31"/>
                <a:gd name="T12" fmla="*/ 14 w 24"/>
                <a:gd name="T13" fmla="*/ 14 h 31"/>
                <a:gd name="T14" fmla="*/ 17 w 24"/>
                <a:gd name="T15" fmla="*/ 13 h 31"/>
                <a:gd name="T16" fmla="*/ 20 w 24"/>
                <a:gd name="T17" fmla="*/ 12 h 31"/>
                <a:gd name="T18" fmla="*/ 22 w 24"/>
                <a:gd name="T19" fmla="*/ 10 h 31"/>
                <a:gd name="T20" fmla="*/ 24 w 24"/>
                <a:gd name="T21" fmla="*/ 12 h 31"/>
                <a:gd name="T22" fmla="*/ 24 w 24"/>
                <a:gd name="T23" fmla="*/ 14 h 31"/>
                <a:gd name="T24" fmla="*/ 24 w 24"/>
                <a:gd name="T25" fmla="*/ 15 h 31"/>
                <a:gd name="T26" fmla="*/ 21 w 24"/>
                <a:gd name="T27" fmla="*/ 15 h 31"/>
                <a:gd name="T28" fmla="*/ 20 w 24"/>
                <a:gd name="T29" fmla="*/ 16 h 31"/>
                <a:gd name="T30" fmla="*/ 13 w 24"/>
                <a:gd name="T31" fmla="*/ 18 h 31"/>
                <a:gd name="T32" fmla="*/ 11 w 24"/>
                <a:gd name="T33" fmla="*/ 18 h 31"/>
                <a:gd name="T34" fmla="*/ 9 w 24"/>
                <a:gd name="T35" fmla="*/ 28 h 31"/>
                <a:gd name="T36" fmla="*/ 2 w 24"/>
                <a:gd name="T37" fmla="*/ 31 h 31"/>
                <a:gd name="T38" fmla="*/ 1 w 24"/>
                <a:gd name="T39" fmla="*/ 31 h 31"/>
                <a:gd name="T40" fmla="*/ 0 w 24"/>
                <a:gd name="T41" fmla="*/ 30 h 31"/>
                <a:gd name="T42" fmla="*/ 1 w 24"/>
                <a:gd name="T43" fmla="*/ 29 h 31"/>
                <a:gd name="T44" fmla="*/ 6 w 24"/>
                <a:gd name="T45" fmla="*/ 26 h 31"/>
                <a:gd name="T46" fmla="*/ 8 w 24"/>
                <a:gd name="T47" fmla="*/ 19 h 31"/>
                <a:gd name="T48" fmla="*/ 8 w 24"/>
                <a:gd name="T49" fmla="*/ 18 h 31"/>
                <a:gd name="T50" fmla="*/ 5 w 24"/>
                <a:gd name="T51" fmla="*/ 17 h 31"/>
                <a:gd name="T52" fmla="*/ 2 w 24"/>
                <a:gd name="T53" fmla="*/ 15 h 31"/>
                <a:gd name="T54" fmla="*/ 3 w 24"/>
                <a:gd name="T55" fmla="*/ 15 h 31"/>
                <a:gd name="T56" fmla="*/ 4 w 24"/>
                <a:gd name="T57" fmla="*/ 15 h 31"/>
                <a:gd name="T58" fmla="*/ 9 w 24"/>
                <a:gd name="T59" fmla="*/ 15 h 31"/>
                <a:gd name="T60" fmla="*/ 9 w 24"/>
                <a:gd name="T61" fmla="*/ 14 h 31"/>
                <a:gd name="T62" fmla="*/ 10 w 24"/>
                <a:gd name="T63" fmla="*/ 8 h 31"/>
                <a:gd name="T64" fmla="*/ 10 w 24"/>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31">
                  <a:moveTo>
                    <a:pt x="10" y="1"/>
                  </a:moveTo>
                  <a:cubicBezTo>
                    <a:pt x="10" y="1"/>
                    <a:pt x="10" y="0"/>
                    <a:pt x="10" y="0"/>
                  </a:cubicBezTo>
                  <a:cubicBezTo>
                    <a:pt x="11" y="0"/>
                    <a:pt x="11" y="0"/>
                    <a:pt x="11" y="1"/>
                  </a:cubicBezTo>
                  <a:cubicBezTo>
                    <a:pt x="12" y="1"/>
                    <a:pt x="12" y="1"/>
                    <a:pt x="12" y="1"/>
                  </a:cubicBezTo>
                  <a:cubicBezTo>
                    <a:pt x="12" y="5"/>
                    <a:pt x="12" y="10"/>
                    <a:pt x="12" y="14"/>
                  </a:cubicBezTo>
                  <a:cubicBezTo>
                    <a:pt x="12" y="14"/>
                    <a:pt x="12" y="14"/>
                    <a:pt x="12" y="14"/>
                  </a:cubicBezTo>
                  <a:cubicBezTo>
                    <a:pt x="12" y="14"/>
                    <a:pt x="13" y="14"/>
                    <a:pt x="14" y="14"/>
                  </a:cubicBezTo>
                  <a:cubicBezTo>
                    <a:pt x="15" y="14"/>
                    <a:pt x="16" y="13"/>
                    <a:pt x="17" y="13"/>
                  </a:cubicBezTo>
                  <a:cubicBezTo>
                    <a:pt x="18" y="13"/>
                    <a:pt x="19" y="13"/>
                    <a:pt x="20" y="12"/>
                  </a:cubicBezTo>
                  <a:cubicBezTo>
                    <a:pt x="21" y="12"/>
                    <a:pt x="21" y="11"/>
                    <a:pt x="22" y="10"/>
                  </a:cubicBezTo>
                  <a:cubicBezTo>
                    <a:pt x="23" y="10"/>
                    <a:pt x="23" y="11"/>
                    <a:pt x="24" y="12"/>
                  </a:cubicBezTo>
                  <a:cubicBezTo>
                    <a:pt x="24" y="13"/>
                    <a:pt x="24" y="13"/>
                    <a:pt x="24" y="14"/>
                  </a:cubicBezTo>
                  <a:cubicBezTo>
                    <a:pt x="24" y="14"/>
                    <a:pt x="24" y="15"/>
                    <a:pt x="24" y="15"/>
                  </a:cubicBezTo>
                  <a:cubicBezTo>
                    <a:pt x="23" y="15"/>
                    <a:pt x="22" y="15"/>
                    <a:pt x="21" y="15"/>
                  </a:cubicBezTo>
                  <a:cubicBezTo>
                    <a:pt x="20" y="16"/>
                    <a:pt x="20" y="16"/>
                    <a:pt x="20" y="16"/>
                  </a:cubicBezTo>
                  <a:cubicBezTo>
                    <a:pt x="17" y="16"/>
                    <a:pt x="15" y="17"/>
                    <a:pt x="13" y="18"/>
                  </a:cubicBezTo>
                  <a:cubicBezTo>
                    <a:pt x="12" y="18"/>
                    <a:pt x="12" y="18"/>
                    <a:pt x="11" y="18"/>
                  </a:cubicBezTo>
                  <a:cubicBezTo>
                    <a:pt x="10" y="21"/>
                    <a:pt x="10" y="25"/>
                    <a:pt x="9" y="28"/>
                  </a:cubicBezTo>
                  <a:cubicBezTo>
                    <a:pt x="8" y="31"/>
                    <a:pt x="6" y="31"/>
                    <a:pt x="2" y="31"/>
                  </a:cubicBezTo>
                  <a:cubicBezTo>
                    <a:pt x="2" y="31"/>
                    <a:pt x="1" y="31"/>
                    <a:pt x="1" y="31"/>
                  </a:cubicBezTo>
                  <a:cubicBezTo>
                    <a:pt x="0" y="30"/>
                    <a:pt x="0" y="30"/>
                    <a:pt x="0" y="30"/>
                  </a:cubicBezTo>
                  <a:cubicBezTo>
                    <a:pt x="1" y="29"/>
                    <a:pt x="1" y="29"/>
                    <a:pt x="1" y="29"/>
                  </a:cubicBezTo>
                  <a:cubicBezTo>
                    <a:pt x="3" y="28"/>
                    <a:pt x="5" y="27"/>
                    <a:pt x="6" y="26"/>
                  </a:cubicBezTo>
                  <a:cubicBezTo>
                    <a:pt x="7" y="24"/>
                    <a:pt x="8" y="21"/>
                    <a:pt x="8" y="19"/>
                  </a:cubicBezTo>
                  <a:cubicBezTo>
                    <a:pt x="8" y="19"/>
                    <a:pt x="8" y="18"/>
                    <a:pt x="8" y="18"/>
                  </a:cubicBezTo>
                  <a:cubicBezTo>
                    <a:pt x="8" y="18"/>
                    <a:pt x="6" y="18"/>
                    <a:pt x="5" y="17"/>
                  </a:cubicBezTo>
                  <a:cubicBezTo>
                    <a:pt x="4" y="16"/>
                    <a:pt x="3" y="16"/>
                    <a:pt x="2" y="15"/>
                  </a:cubicBezTo>
                  <a:cubicBezTo>
                    <a:pt x="2" y="15"/>
                    <a:pt x="2" y="15"/>
                    <a:pt x="3" y="15"/>
                  </a:cubicBezTo>
                  <a:cubicBezTo>
                    <a:pt x="3" y="15"/>
                    <a:pt x="4" y="15"/>
                    <a:pt x="4" y="15"/>
                  </a:cubicBezTo>
                  <a:cubicBezTo>
                    <a:pt x="6" y="14"/>
                    <a:pt x="8" y="15"/>
                    <a:pt x="9" y="15"/>
                  </a:cubicBezTo>
                  <a:cubicBezTo>
                    <a:pt x="9" y="15"/>
                    <a:pt x="9" y="14"/>
                    <a:pt x="9" y="14"/>
                  </a:cubicBezTo>
                  <a:cubicBezTo>
                    <a:pt x="9" y="14"/>
                    <a:pt x="10" y="11"/>
                    <a:pt x="10" y="8"/>
                  </a:cubicBezTo>
                  <a:cubicBezTo>
                    <a:pt x="10" y="6"/>
                    <a:pt x="10" y="1"/>
                    <a:pt x="10"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šľïḑé"/>
            <p:cNvSpPr/>
            <p:nvPr/>
          </p:nvSpPr>
          <p:spPr bwMode="auto">
            <a:xfrm>
              <a:off x="3974361" y="3082225"/>
              <a:ext cx="49900" cy="34712"/>
            </a:xfrm>
            <a:custGeom>
              <a:avLst/>
              <a:gdLst>
                <a:gd name="T0" fmla="*/ 0 w 23"/>
                <a:gd name="T1" fmla="*/ 0 h 16"/>
                <a:gd name="T2" fmla="*/ 0 w 23"/>
                <a:gd name="T3" fmla="*/ 0 h 16"/>
                <a:gd name="T4" fmla="*/ 2 w 23"/>
                <a:gd name="T5" fmla="*/ 0 h 16"/>
                <a:gd name="T6" fmla="*/ 16 w 23"/>
                <a:gd name="T7" fmla="*/ 2 h 16"/>
                <a:gd name="T8" fmla="*/ 21 w 23"/>
                <a:gd name="T9" fmla="*/ 4 h 16"/>
                <a:gd name="T10" fmla="*/ 23 w 23"/>
                <a:gd name="T11" fmla="*/ 7 h 16"/>
                <a:gd name="T12" fmla="*/ 21 w 23"/>
                <a:gd name="T13" fmla="*/ 11 h 16"/>
                <a:gd name="T14" fmla="*/ 21 w 23"/>
                <a:gd name="T15" fmla="*/ 11 h 16"/>
                <a:gd name="T16" fmla="*/ 18 w 23"/>
                <a:gd name="T17" fmla="*/ 14 h 16"/>
                <a:gd name="T18" fmla="*/ 18 w 23"/>
                <a:gd name="T19" fmla="*/ 16 h 16"/>
                <a:gd name="T20" fmla="*/ 16 w 23"/>
                <a:gd name="T21" fmla="*/ 16 h 16"/>
                <a:gd name="T22" fmla="*/ 14 w 23"/>
                <a:gd name="T23" fmla="*/ 14 h 16"/>
                <a:gd name="T24" fmla="*/ 14 w 23"/>
                <a:gd name="T25" fmla="*/ 11 h 16"/>
                <a:gd name="T26" fmla="*/ 14 w 23"/>
                <a:gd name="T27" fmla="*/ 9 h 16"/>
                <a:gd name="T28" fmla="*/ 11 w 23"/>
                <a:gd name="T29" fmla="*/ 7 h 16"/>
                <a:gd name="T30" fmla="*/ 7 w 23"/>
                <a:gd name="T31" fmla="*/ 4 h 16"/>
                <a:gd name="T32" fmla="*/ 2 w 23"/>
                <a:gd name="T33" fmla="*/ 2 h 16"/>
                <a:gd name="T34" fmla="*/ 0 w 23"/>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6">
                  <a:moveTo>
                    <a:pt x="0" y="0"/>
                  </a:moveTo>
                  <a:lnTo>
                    <a:pt x="0" y="0"/>
                  </a:lnTo>
                  <a:lnTo>
                    <a:pt x="2" y="0"/>
                  </a:lnTo>
                  <a:lnTo>
                    <a:pt x="16" y="2"/>
                  </a:lnTo>
                  <a:lnTo>
                    <a:pt x="21" y="4"/>
                  </a:lnTo>
                  <a:lnTo>
                    <a:pt x="23" y="7"/>
                  </a:lnTo>
                  <a:lnTo>
                    <a:pt x="21" y="11"/>
                  </a:lnTo>
                  <a:lnTo>
                    <a:pt x="21" y="11"/>
                  </a:lnTo>
                  <a:lnTo>
                    <a:pt x="18" y="14"/>
                  </a:lnTo>
                  <a:lnTo>
                    <a:pt x="18" y="16"/>
                  </a:lnTo>
                  <a:lnTo>
                    <a:pt x="16" y="16"/>
                  </a:lnTo>
                  <a:lnTo>
                    <a:pt x="14" y="14"/>
                  </a:lnTo>
                  <a:lnTo>
                    <a:pt x="14" y="11"/>
                  </a:lnTo>
                  <a:lnTo>
                    <a:pt x="14" y="9"/>
                  </a:lnTo>
                  <a:lnTo>
                    <a:pt x="11" y="7"/>
                  </a:lnTo>
                  <a:lnTo>
                    <a:pt x="7" y="4"/>
                  </a:lnTo>
                  <a:lnTo>
                    <a:pt x="2" y="2"/>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ḻïḋe"/>
            <p:cNvSpPr/>
            <p:nvPr/>
          </p:nvSpPr>
          <p:spPr bwMode="auto">
            <a:xfrm>
              <a:off x="3516592" y="3637621"/>
              <a:ext cx="149697" cy="112815"/>
            </a:xfrm>
            <a:custGeom>
              <a:avLst/>
              <a:gdLst>
                <a:gd name="T0" fmla="*/ 0 w 29"/>
                <a:gd name="T1" fmla="*/ 10 h 22"/>
                <a:gd name="T2" fmla="*/ 7 w 29"/>
                <a:gd name="T3" fmla="*/ 6 h 22"/>
                <a:gd name="T4" fmla="*/ 8 w 29"/>
                <a:gd name="T5" fmla="*/ 7 h 22"/>
                <a:gd name="T6" fmla="*/ 4 w 29"/>
                <a:gd name="T7" fmla="*/ 11 h 22"/>
                <a:gd name="T8" fmla="*/ 4 w 29"/>
                <a:gd name="T9" fmla="*/ 16 h 22"/>
                <a:gd name="T10" fmla="*/ 6 w 29"/>
                <a:gd name="T11" fmla="*/ 18 h 22"/>
                <a:gd name="T12" fmla="*/ 9 w 29"/>
                <a:gd name="T13" fmla="*/ 18 h 22"/>
                <a:gd name="T14" fmla="*/ 10 w 29"/>
                <a:gd name="T15" fmla="*/ 17 h 22"/>
                <a:gd name="T16" fmla="*/ 11 w 29"/>
                <a:gd name="T17" fmla="*/ 15 h 22"/>
                <a:gd name="T18" fmla="*/ 11 w 29"/>
                <a:gd name="T19" fmla="*/ 11 h 22"/>
                <a:gd name="T20" fmla="*/ 12 w 29"/>
                <a:gd name="T21" fmla="*/ 4 h 22"/>
                <a:gd name="T22" fmla="*/ 16 w 29"/>
                <a:gd name="T23" fmla="*/ 1 h 22"/>
                <a:gd name="T24" fmla="*/ 21 w 29"/>
                <a:gd name="T25" fmla="*/ 1 h 22"/>
                <a:gd name="T26" fmla="*/ 26 w 29"/>
                <a:gd name="T27" fmla="*/ 6 h 22"/>
                <a:gd name="T28" fmla="*/ 26 w 29"/>
                <a:gd name="T29" fmla="*/ 8 h 22"/>
                <a:gd name="T30" fmla="*/ 27 w 29"/>
                <a:gd name="T31" fmla="*/ 11 h 22"/>
                <a:gd name="T32" fmla="*/ 27 w 29"/>
                <a:gd name="T33" fmla="*/ 12 h 22"/>
                <a:gd name="T34" fmla="*/ 28 w 29"/>
                <a:gd name="T35" fmla="*/ 13 h 22"/>
                <a:gd name="T36" fmla="*/ 29 w 29"/>
                <a:gd name="T37" fmla="*/ 13 h 22"/>
                <a:gd name="T38" fmla="*/ 29 w 29"/>
                <a:gd name="T39" fmla="*/ 14 h 22"/>
                <a:gd name="T40" fmla="*/ 21 w 29"/>
                <a:gd name="T41" fmla="*/ 17 h 22"/>
                <a:gd name="T42" fmla="*/ 21 w 29"/>
                <a:gd name="T43" fmla="*/ 17 h 22"/>
                <a:gd name="T44" fmla="*/ 25 w 29"/>
                <a:gd name="T45" fmla="*/ 12 h 22"/>
                <a:gd name="T46" fmla="*/ 25 w 29"/>
                <a:gd name="T47" fmla="*/ 7 h 22"/>
                <a:gd name="T48" fmla="*/ 22 w 29"/>
                <a:gd name="T49" fmla="*/ 4 h 22"/>
                <a:gd name="T50" fmla="*/ 20 w 29"/>
                <a:gd name="T51" fmla="*/ 4 h 22"/>
                <a:gd name="T52" fmla="*/ 18 w 29"/>
                <a:gd name="T53" fmla="*/ 5 h 22"/>
                <a:gd name="T54" fmla="*/ 18 w 29"/>
                <a:gd name="T55" fmla="*/ 7 h 22"/>
                <a:gd name="T56" fmla="*/ 17 w 29"/>
                <a:gd name="T57" fmla="*/ 11 h 22"/>
                <a:gd name="T58" fmla="*/ 16 w 29"/>
                <a:gd name="T59" fmla="*/ 16 h 22"/>
                <a:gd name="T60" fmla="*/ 15 w 29"/>
                <a:gd name="T61" fmla="*/ 19 h 22"/>
                <a:gd name="T62" fmla="*/ 12 w 29"/>
                <a:gd name="T63" fmla="*/ 21 h 22"/>
                <a:gd name="T64" fmla="*/ 7 w 29"/>
                <a:gd name="T65" fmla="*/ 21 h 22"/>
                <a:gd name="T66" fmla="*/ 3 w 29"/>
                <a:gd name="T67" fmla="*/ 17 h 22"/>
                <a:gd name="T68" fmla="*/ 2 w 29"/>
                <a:gd name="T69" fmla="*/ 14 h 22"/>
                <a:gd name="T70" fmla="*/ 2 w 29"/>
                <a:gd name="T71" fmla="*/ 12 h 22"/>
                <a:gd name="T72" fmla="*/ 2 w 29"/>
                <a:gd name="T73" fmla="*/ 11 h 22"/>
                <a:gd name="T74" fmla="*/ 2 w 29"/>
                <a:gd name="T75" fmla="*/ 10 h 22"/>
                <a:gd name="T76" fmla="*/ 0 w 29"/>
                <a:gd name="T77"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22">
                  <a:moveTo>
                    <a:pt x="0" y="10"/>
                  </a:moveTo>
                  <a:cubicBezTo>
                    <a:pt x="7" y="6"/>
                    <a:pt x="7" y="6"/>
                    <a:pt x="7" y="6"/>
                  </a:cubicBezTo>
                  <a:cubicBezTo>
                    <a:pt x="8" y="7"/>
                    <a:pt x="8" y="7"/>
                    <a:pt x="8" y="7"/>
                  </a:cubicBezTo>
                  <a:cubicBezTo>
                    <a:pt x="6" y="8"/>
                    <a:pt x="5" y="9"/>
                    <a:pt x="4" y="11"/>
                  </a:cubicBezTo>
                  <a:cubicBezTo>
                    <a:pt x="4" y="13"/>
                    <a:pt x="4" y="14"/>
                    <a:pt x="4" y="16"/>
                  </a:cubicBezTo>
                  <a:cubicBezTo>
                    <a:pt x="5" y="17"/>
                    <a:pt x="5" y="18"/>
                    <a:pt x="6" y="18"/>
                  </a:cubicBezTo>
                  <a:cubicBezTo>
                    <a:pt x="7" y="19"/>
                    <a:pt x="8" y="19"/>
                    <a:pt x="9" y="18"/>
                  </a:cubicBezTo>
                  <a:cubicBezTo>
                    <a:pt x="9" y="18"/>
                    <a:pt x="10" y="18"/>
                    <a:pt x="10" y="17"/>
                  </a:cubicBezTo>
                  <a:cubicBezTo>
                    <a:pt x="10" y="17"/>
                    <a:pt x="10" y="16"/>
                    <a:pt x="11" y="15"/>
                  </a:cubicBezTo>
                  <a:cubicBezTo>
                    <a:pt x="11" y="15"/>
                    <a:pt x="11" y="13"/>
                    <a:pt x="11" y="11"/>
                  </a:cubicBezTo>
                  <a:cubicBezTo>
                    <a:pt x="11" y="8"/>
                    <a:pt x="12" y="6"/>
                    <a:pt x="12" y="4"/>
                  </a:cubicBezTo>
                  <a:cubicBezTo>
                    <a:pt x="13" y="3"/>
                    <a:pt x="14" y="2"/>
                    <a:pt x="16" y="1"/>
                  </a:cubicBezTo>
                  <a:cubicBezTo>
                    <a:pt x="18" y="0"/>
                    <a:pt x="20" y="0"/>
                    <a:pt x="21" y="1"/>
                  </a:cubicBezTo>
                  <a:cubicBezTo>
                    <a:pt x="23" y="2"/>
                    <a:pt x="25" y="4"/>
                    <a:pt x="26" y="6"/>
                  </a:cubicBezTo>
                  <a:cubicBezTo>
                    <a:pt x="26" y="7"/>
                    <a:pt x="26" y="7"/>
                    <a:pt x="26" y="8"/>
                  </a:cubicBezTo>
                  <a:cubicBezTo>
                    <a:pt x="27" y="9"/>
                    <a:pt x="27" y="10"/>
                    <a:pt x="27" y="11"/>
                  </a:cubicBezTo>
                  <a:cubicBezTo>
                    <a:pt x="27" y="11"/>
                    <a:pt x="27" y="12"/>
                    <a:pt x="27" y="12"/>
                  </a:cubicBezTo>
                  <a:cubicBezTo>
                    <a:pt x="27" y="13"/>
                    <a:pt x="27" y="13"/>
                    <a:pt x="28" y="13"/>
                  </a:cubicBezTo>
                  <a:cubicBezTo>
                    <a:pt x="28" y="13"/>
                    <a:pt x="28" y="13"/>
                    <a:pt x="29" y="13"/>
                  </a:cubicBezTo>
                  <a:cubicBezTo>
                    <a:pt x="29" y="14"/>
                    <a:pt x="29" y="14"/>
                    <a:pt x="29" y="14"/>
                  </a:cubicBezTo>
                  <a:cubicBezTo>
                    <a:pt x="21" y="17"/>
                    <a:pt x="21" y="17"/>
                    <a:pt x="21" y="17"/>
                  </a:cubicBezTo>
                  <a:cubicBezTo>
                    <a:pt x="21" y="17"/>
                    <a:pt x="21" y="17"/>
                    <a:pt x="21" y="17"/>
                  </a:cubicBezTo>
                  <a:cubicBezTo>
                    <a:pt x="23" y="15"/>
                    <a:pt x="24" y="14"/>
                    <a:pt x="25" y="12"/>
                  </a:cubicBezTo>
                  <a:cubicBezTo>
                    <a:pt x="25" y="10"/>
                    <a:pt x="25" y="8"/>
                    <a:pt x="25" y="7"/>
                  </a:cubicBezTo>
                  <a:cubicBezTo>
                    <a:pt x="24" y="5"/>
                    <a:pt x="23" y="5"/>
                    <a:pt x="22" y="4"/>
                  </a:cubicBezTo>
                  <a:cubicBezTo>
                    <a:pt x="22" y="4"/>
                    <a:pt x="21" y="4"/>
                    <a:pt x="20" y="4"/>
                  </a:cubicBezTo>
                  <a:cubicBezTo>
                    <a:pt x="19" y="4"/>
                    <a:pt x="19" y="5"/>
                    <a:pt x="18" y="5"/>
                  </a:cubicBezTo>
                  <a:cubicBezTo>
                    <a:pt x="18" y="5"/>
                    <a:pt x="18" y="6"/>
                    <a:pt x="18" y="7"/>
                  </a:cubicBezTo>
                  <a:cubicBezTo>
                    <a:pt x="17" y="8"/>
                    <a:pt x="17" y="9"/>
                    <a:pt x="17" y="11"/>
                  </a:cubicBezTo>
                  <a:cubicBezTo>
                    <a:pt x="17" y="13"/>
                    <a:pt x="17" y="15"/>
                    <a:pt x="16" y="16"/>
                  </a:cubicBezTo>
                  <a:cubicBezTo>
                    <a:pt x="16" y="17"/>
                    <a:pt x="16" y="18"/>
                    <a:pt x="15" y="19"/>
                  </a:cubicBezTo>
                  <a:cubicBezTo>
                    <a:pt x="14" y="20"/>
                    <a:pt x="13" y="20"/>
                    <a:pt x="12" y="21"/>
                  </a:cubicBezTo>
                  <a:cubicBezTo>
                    <a:pt x="11" y="22"/>
                    <a:pt x="9" y="22"/>
                    <a:pt x="7" y="21"/>
                  </a:cubicBezTo>
                  <a:cubicBezTo>
                    <a:pt x="5" y="20"/>
                    <a:pt x="4" y="19"/>
                    <a:pt x="3" y="17"/>
                  </a:cubicBezTo>
                  <a:cubicBezTo>
                    <a:pt x="3" y="16"/>
                    <a:pt x="3" y="15"/>
                    <a:pt x="2" y="14"/>
                  </a:cubicBezTo>
                  <a:cubicBezTo>
                    <a:pt x="2" y="14"/>
                    <a:pt x="2" y="13"/>
                    <a:pt x="2" y="12"/>
                  </a:cubicBezTo>
                  <a:cubicBezTo>
                    <a:pt x="2" y="11"/>
                    <a:pt x="2" y="11"/>
                    <a:pt x="2" y="11"/>
                  </a:cubicBezTo>
                  <a:cubicBezTo>
                    <a:pt x="2" y="10"/>
                    <a:pt x="2" y="10"/>
                    <a:pt x="2" y="10"/>
                  </a:cubicBezTo>
                  <a:cubicBezTo>
                    <a:pt x="1" y="10"/>
                    <a:pt x="1" y="10"/>
                    <a:pt x="0" y="1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ṧḻiḑê"/>
            <p:cNvSpPr/>
            <p:nvPr/>
          </p:nvSpPr>
          <p:spPr bwMode="auto">
            <a:xfrm>
              <a:off x="3479711" y="3477077"/>
              <a:ext cx="134510" cy="134510"/>
            </a:xfrm>
            <a:custGeom>
              <a:avLst/>
              <a:gdLst>
                <a:gd name="T0" fmla="*/ 1 w 26"/>
                <a:gd name="T1" fmla="*/ 15 h 26"/>
                <a:gd name="T2" fmla="*/ 2 w 26"/>
                <a:gd name="T3" fmla="*/ 6 h 26"/>
                <a:gd name="T4" fmla="*/ 10 w 26"/>
                <a:gd name="T5" fmla="*/ 0 h 26"/>
                <a:gd name="T6" fmla="*/ 19 w 26"/>
                <a:gd name="T7" fmla="*/ 2 h 26"/>
                <a:gd name="T8" fmla="*/ 25 w 26"/>
                <a:gd name="T9" fmla="*/ 11 h 26"/>
                <a:gd name="T10" fmla="*/ 22 w 26"/>
                <a:gd name="T11" fmla="*/ 21 h 26"/>
                <a:gd name="T12" fmla="*/ 15 w 26"/>
                <a:gd name="T13" fmla="*/ 25 h 26"/>
                <a:gd name="T14" fmla="*/ 5 w 26"/>
                <a:gd name="T15" fmla="*/ 23 h 26"/>
                <a:gd name="T16" fmla="*/ 1 w 26"/>
                <a:gd name="T17" fmla="*/ 15 h 26"/>
                <a:gd name="T18" fmla="*/ 2 w 26"/>
                <a:gd name="T19" fmla="*/ 15 h 26"/>
                <a:gd name="T20" fmla="*/ 6 w 26"/>
                <a:gd name="T21" fmla="*/ 19 h 26"/>
                <a:gd name="T22" fmla="*/ 14 w 26"/>
                <a:gd name="T23" fmla="*/ 19 h 26"/>
                <a:gd name="T24" fmla="*/ 22 w 26"/>
                <a:gd name="T25" fmla="*/ 15 h 26"/>
                <a:gd name="T26" fmla="*/ 24 w 26"/>
                <a:gd name="T27" fmla="*/ 11 h 26"/>
                <a:gd name="T28" fmla="*/ 22 w 26"/>
                <a:gd name="T29" fmla="*/ 8 h 26"/>
                <a:gd name="T30" fmla="*/ 18 w 26"/>
                <a:gd name="T31" fmla="*/ 6 h 26"/>
                <a:gd name="T32" fmla="*/ 12 w 26"/>
                <a:gd name="T33" fmla="*/ 7 h 26"/>
                <a:gd name="T34" fmla="*/ 5 w 26"/>
                <a:gd name="T35" fmla="*/ 9 h 26"/>
                <a:gd name="T36" fmla="*/ 2 w 26"/>
                <a:gd name="T37" fmla="*/ 12 h 26"/>
                <a:gd name="T38" fmla="*/ 2 w 26"/>
                <a:gd name="T39" fmla="*/ 1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6">
                  <a:moveTo>
                    <a:pt x="1" y="15"/>
                  </a:moveTo>
                  <a:cubicBezTo>
                    <a:pt x="0" y="12"/>
                    <a:pt x="0" y="8"/>
                    <a:pt x="2" y="6"/>
                  </a:cubicBezTo>
                  <a:cubicBezTo>
                    <a:pt x="4" y="3"/>
                    <a:pt x="7" y="1"/>
                    <a:pt x="10" y="0"/>
                  </a:cubicBezTo>
                  <a:cubicBezTo>
                    <a:pt x="13" y="0"/>
                    <a:pt x="16" y="0"/>
                    <a:pt x="19" y="2"/>
                  </a:cubicBezTo>
                  <a:cubicBezTo>
                    <a:pt x="22" y="3"/>
                    <a:pt x="24" y="6"/>
                    <a:pt x="25" y="11"/>
                  </a:cubicBezTo>
                  <a:cubicBezTo>
                    <a:pt x="26" y="15"/>
                    <a:pt x="25" y="18"/>
                    <a:pt x="22" y="21"/>
                  </a:cubicBezTo>
                  <a:cubicBezTo>
                    <a:pt x="21" y="24"/>
                    <a:pt x="18" y="25"/>
                    <a:pt x="15" y="25"/>
                  </a:cubicBezTo>
                  <a:cubicBezTo>
                    <a:pt x="11" y="26"/>
                    <a:pt x="8" y="25"/>
                    <a:pt x="5" y="23"/>
                  </a:cubicBezTo>
                  <a:cubicBezTo>
                    <a:pt x="3" y="21"/>
                    <a:pt x="1" y="19"/>
                    <a:pt x="1" y="15"/>
                  </a:cubicBezTo>
                  <a:close/>
                  <a:moveTo>
                    <a:pt x="2" y="15"/>
                  </a:moveTo>
                  <a:cubicBezTo>
                    <a:pt x="2" y="17"/>
                    <a:pt x="3" y="18"/>
                    <a:pt x="6" y="19"/>
                  </a:cubicBezTo>
                  <a:cubicBezTo>
                    <a:pt x="8" y="20"/>
                    <a:pt x="11" y="20"/>
                    <a:pt x="14" y="19"/>
                  </a:cubicBezTo>
                  <a:cubicBezTo>
                    <a:pt x="18" y="18"/>
                    <a:pt x="21" y="17"/>
                    <a:pt x="22" y="15"/>
                  </a:cubicBezTo>
                  <a:cubicBezTo>
                    <a:pt x="24" y="14"/>
                    <a:pt x="24" y="13"/>
                    <a:pt x="24" y="11"/>
                  </a:cubicBezTo>
                  <a:cubicBezTo>
                    <a:pt x="23" y="10"/>
                    <a:pt x="23" y="9"/>
                    <a:pt x="22" y="8"/>
                  </a:cubicBezTo>
                  <a:cubicBezTo>
                    <a:pt x="21" y="7"/>
                    <a:pt x="20" y="7"/>
                    <a:pt x="18" y="6"/>
                  </a:cubicBezTo>
                  <a:cubicBezTo>
                    <a:pt x="17" y="6"/>
                    <a:pt x="14" y="6"/>
                    <a:pt x="12" y="7"/>
                  </a:cubicBezTo>
                  <a:cubicBezTo>
                    <a:pt x="9" y="7"/>
                    <a:pt x="6" y="8"/>
                    <a:pt x="5" y="9"/>
                  </a:cubicBezTo>
                  <a:cubicBezTo>
                    <a:pt x="4" y="10"/>
                    <a:pt x="3" y="11"/>
                    <a:pt x="2" y="12"/>
                  </a:cubicBezTo>
                  <a:cubicBezTo>
                    <a:pt x="2" y="13"/>
                    <a:pt x="1" y="14"/>
                    <a:pt x="2" y="1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şļiḑe"/>
            <p:cNvSpPr/>
            <p:nvPr/>
          </p:nvSpPr>
          <p:spPr bwMode="auto">
            <a:xfrm>
              <a:off x="3471033" y="3303515"/>
              <a:ext cx="128002" cy="128002"/>
            </a:xfrm>
            <a:custGeom>
              <a:avLst/>
              <a:gdLst>
                <a:gd name="T0" fmla="*/ 0 w 25"/>
                <a:gd name="T1" fmla="*/ 25 h 25"/>
                <a:gd name="T2" fmla="*/ 1 w 25"/>
                <a:gd name="T3" fmla="*/ 13 h 25"/>
                <a:gd name="T4" fmla="*/ 1 w 25"/>
                <a:gd name="T5" fmla="*/ 13 h 25"/>
                <a:gd name="T6" fmla="*/ 1 w 25"/>
                <a:gd name="T7" fmla="*/ 13 h 25"/>
                <a:gd name="T8" fmla="*/ 2 w 25"/>
                <a:gd name="T9" fmla="*/ 15 h 25"/>
                <a:gd name="T10" fmla="*/ 2 w 25"/>
                <a:gd name="T11" fmla="*/ 16 h 25"/>
                <a:gd name="T12" fmla="*/ 5 w 25"/>
                <a:gd name="T13" fmla="*/ 16 h 25"/>
                <a:gd name="T14" fmla="*/ 17 w 25"/>
                <a:gd name="T15" fmla="*/ 17 h 25"/>
                <a:gd name="T16" fmla="*/ 21 w 25"/>
                <a:gd name="T17" fmla="*/ 17 h 25"/>
                <a:gd name="T18" fmla="*/ 23 w 25"/>
                <a:gd name="T19" fmla="*/ 15 h 25"/>
                <a:gd name="T20" fmla="*/ 24 w 25"/>
                <a:gd name="T21" fmla="*/ 13 h 25"/>
                <a:gd name="T22" fmla="*/ 23 w 25"/>
                <a:gd name="T23" fmla="*/ 9 h 25"/>
                <a:gd name="T24" fmla="*/ 21 w 25"/>
                <a:gd name="T25" fmla="*/ 7 h 25"/>
                <a:gd name="T26" fmla="*/ 15 w 25"/>
                <a:gd name="T27" fmla="*/ 6 h 25"/>
                <a:gd name="T28" fmla="*/ 6 w 25"/>
                <a:gd name="T29" fmla="*/ 5 h 25"/>
                <a:gd name="T30" fmla="*/ 3 w 25"/>
                <a:gd name="T31" fmla="*/ 6 h 25"/>
                <a:gd name="T32" fmla="*/ 2 w 25"/>
                <a:gd name="T33" fmla="*/ 6 h 25"/>
                <a:gd name="T34" fmla="*/ 2 w 25"/>
                <a:gd name="T35" fmla="*/ 9 h 25"/>
                <a:gd name="T36" fmla="*/ 1 w 25"/>
                <a:gd name="T37" fmla="*/ 9 h 25"/>
                <a:gd name="T38" fmla="*/ 2 w 25"/>
                <a:gd name="T39" fmla="*/ 0 h 25"/>
                <a:gd name="T40" fmla="*/ 2 w 25"/>
                <a:gd name="T41" fmla="*/ 0 h 25"/>
                <a:gd name="T42" fmla="*/ 2 w 25"/>
                <a:gd name="T43" fmla="*/ 1 h 25"/>
                <a:gd name="T44" fmla="*/ 2 w 25"/>
                <a:gd name="T45" fmla="*/ 3 h 25"/>
                <a:gd name="T46" fmla="*/ 4 w 25"/>
                <a:gd name="T47" fmla="*/ 4 h 25"/>
                <a:gd name="T48" fmla="*/ 6 w 25"/>
                <a:gd name="T49" fmla="*/ 4 h 25"/>
                <a:gd name="T50" fmla="*/ 15 w 25"/>
                <a:gd name="T51" fmla="*/ 5 h 25"/>
                <a:gd name="T52" fmla="*/ 21 w 25"/>
                <a:gd name="T53" fmla="*/ 5 h 25"/>
                <a:gd name="T54" fmla="*/ 24 w 25"/>
                <a:gd name="T55" fmla="*/ 8 h 25"/>
                <a:gd name="T56" fmla="*/ 25 w 25"/>
                <a:gd name="T57" fmla="*/ 14 h 25"/>
                <a:gd name="T58" fmla="*/ 24 w 25"/>
                <a:gd name="T59" fmla="*/ 19 h 25"/>
                <a:gd name="T60" fmla="*/ 21 w 25"/>
                <a:gd name="T61" fmla="*/ 22 h 25"/>
                <a:gd name="T62" fmla="*/ 16 w 25"/>
                <a:gd name="T63" fmla="*/ 23 h 25"/>
                <a:gd name="T64" fmla="*/ 5 w 25"/>
                <a:gd name="T65" fmla="*/ 22 h 25"/>
                <a:gd name="T66" fmla="*/ 2 w 25"/>
                <a:gd name="T67" fmla="*/ 22 h 25"/>
                <a:gd name="T68" fmla="*/ 1 w 25"/>
                <a:gd name="T69" fmla="*/ 23 h 25"/>
                <a:gd name="T70" fmla="*/ 1 w 25"/>
                <a:gd name="T71" fmla="*/ 25 h 25"/>
                <a:gd name="T72" fmla="*/ 0 w 25"/>
                <a:gd name="T7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 h="25">
                  <a:moveTo>
                    <a:pt x="0" y="25"/>
                  </a:moveTo>
                  <a:cubicBezTo>
                    <a:pt x="1" y="13"/>
                    <a:pt x="1" y="13"/>
                    <a:pt x="1" y="13"/>
                  </a:cubicBezTo>
                  <a:cubicBezTo>
                    <a:pt x="1" y="13"/>
                    <a:pt x="1" y="13"/>
                    <a:pt x="1" y="13"/>
                  </a:cubicBezTo>
                  <a:cubicBezTo>
                    <a:pt x="1" y="13"/>
                    <a:pt x="1" y="13"/>
                    <a:pt x="1" y="13"/>
                  </a:cubicBezTo>
                  <a:cubicBezTo>
                    <a:pt x="1" y="14"/>
                    <a:pt x="1" y="15"/>
                    <a:pt x="2" y="15"/>
                  </a:cubicBezTo>
                  <a:cubicBezTo>
                    <a:pt x="2" y="16"/>
                    <a:pt x="2" y="16"/>
                    <a:pt x="2" y="16"/>
                  </a:cubicBezTo>
                  <a:cubicBezTo>
                    <a:pt x="3" y="16"/>
                    <a:pt x="4" y="16"/>
                    <a:pt x="5" y="16"/>
                  </a:cubicBezTo>
                  <a:cubicBezTo>
                    <a:pt x="17" y="17"/>
                    <a:pt x="17" y="17"/>
                    <a:pt x="17" y="17"/>
                  </a:cubicBezTo>
                  <a:cubicBezTo>
                    <a:pt x="19" y="17"/>
                    <a:pt x="20" y="17"/>
                    <a:pt x="21" y="17"/>
                  </a:cubicBezTo>
                  <a:cubicBezTo>
                    <a:pt x="22" y="17"/>
                    <a:pt x="22" y="16"/>
                    <a:pt x="23" y="15"/>
                  </a:cubicBezTo>
                  <a:cubicBezTo>
                    <a:pt x="23" y="15"/>
                    <a:pt x="24" y="14"/>
                    <a:pt x="24" y="13"/>
                  </a:cubicBezTo>
                  <a:cubicBezTo>
                    <a:pt x="24" y="11"/>
                    <a:pt x="23" y="10"/>
                    <a:pt x="23" y="9"/>
                  </a:cubicBezTo>
                  <a:cubicBezTo>
                    <a:pt x="22" y="8"/>
                    <a:pt x="22" y="8"/>
                    <a:pt x="21" y="7"/>
                  </a:cubicBezTo>
                  <a:cubicBezTo>
                    <a:pt x="20" y="7"/>
                    <a:pt x="18" y="6"/>
                    <a:pt x="15" y="6"/>
                  </a:cubicBezTo>
                  <a:cubicBezTo>
                    <a:pt x="6" y="5"/>
                    <a:pt x="6" y="5"/>
                    <a:pt x="6" y="5"/>
                  </a:cubicBezTo>
                  <a:cubicBezTo>
                    <a:pt x="4" y="5"/>
                    <a:pt x="4" y="5"/>
                    <a:pt x="3" y="6"/>
                  </a:cubicBezTo>
                  <a:cubicBezTo>
                    <a:pt x="3" y="6"/>
                    <a:pt x="2" y="6"/>
                    <a:pt x="2" y="6"/>
                  </a:cubicBezTo>
                  <a:cubicBezTo>
                    <a:pt x="2" y="7"/>
                    <a:pt x="2" y="8"/>
                    <a:pt x="2" y="9"/>
                  </a:cubicBezTo>
                  <a:cubicBezTo>
                    <a:pt x="1" y="9"/>
                    <a:pt x="1" y="9"/>
                    <a:pt x="1" y="9"/>
                  </a:cubicBezTo>
                  <a:cubicBezTo>
                    <a:pt x="2" y="0"/>
                    <a:pt x="2" y="0"/>
                    <a:pt x="2" y="0"/>
                  </a:cubicBezTo>
                  <a:cubicBezTo>
                    <a:pt x="2" y="0"/>
                    <a:pt x="2" y="0"/>
                    <a:pt x="2" y="0"/>
                  </a:cubicBezTo>
                  <a:cubicBezTo>
                    <a:pt x="2" y="1"/>
                    <a:pt x="2" y="1"/>
                    <a:pt x="2" y="1"/>
                  </a:cubicBezTo>
                  <a:cubicBezTo>
                    <a:pt x="2" y="1"/>
                    <a:pt x="2" y="2"/>
                    <a:pt x="2" y="3"/>
                  </a:cubicBezTo>
                  <a:cubicBezTo>
                    <a:pt x="3" y="3"/>
                    <a:pt x="3" y="3"/>
                    <a:pt x="4" y="4"/>
                  </a:cubicBezTo>
                  <a:cubicBezTo>
                    <a:pt x="4" y="4"/>
                    <a:pt x="5" y="4"/>
                    <a:pt x="6" y="4"/>
                  </a:cubicBezTo>
                  <a:cubicBezTo>
                    <a:pt x="15" y="5"/>
                    <a:pt x="15" y="5"/>
                    <a:pt x="15" y="5"/>
                  </a:cubicBezTo>
                  <a:cubicBezTo>
                    <a:pt x="18" y="5"/>
                    <a:pt x="20" y="5"/>
                    <a:pt x="21" y="5"/>
                  </a:cubicBezTo>
                  <a:cubicBezTo>
                    <a:pt x="22" y="6"/>
                    <a:pt x="23" y="7"/>
                    <a:pt x="24" y="8"/>
                  </a:cubicBezTo>
                  <a:cubicBezTo>
                    <a:pt x="25" y="10"/>
                    <a:pt x="25" y="12"/>
                    <a:pt x="25" y="14"/>
                  </a:cubicBezTo>
                  <a:cubicBezTo>
                    <a:pt x="25" y="16"/>
                    <a:pt x="25" y="18"/>
                    <a:pt x="24" y="19"/>
                  </a:cubicBezTo>
                  <a:cubicBezTo>
                    <a:pt x="23" y="21"/>
                    <a:pt x="22" y="22"/>
                    <a:pt x="21" y="22"/>
                  </a:cubicBezTo>
                  <a:cubicBezTo>
                    <a:pt x="20" y="23"/>
                    <a:pt x="18" y="23"/>
                    <a:pt x="16" y="23"/>
                  </a:cubicBezTo>
                  <a:cubicBezTo>
                    <a:pt x="5" y="22"/>
                    <a:pt x="5" y="22"/>
                    <a:pt x="5" y="22"/>
                  </a:cubicBezTo>
                  <a:cubicBezTo>
                    <a:pt x="3" y="22"/>
                    <a:pt x="2" y="22"/>
                    <a:pt x="2" y="22"/>
                  </a:cubicBezTo>
                  <a:cubicBezTo>
                    <a:pt x="2" y="22"/>
                    <a:pt x="1" y="22"/>
                    <a:pt x="1" y="23"/>
                  </a:cubicBezTo>
                  <a:cubicBezTo>
                    <a:pt x="1" y="23"/>
                    <a:pt x="1" y="24"/>
                    <a:pt x="1" y="25"/>
                  </a:cubicBezTo>
                  <a:lnTo>
                    <a:pt x="0" y="2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ḻîde"/>
            <p:cNvSpPr/>
            <p:nvPr/>
          </p:nvSpPr>
          <p:spPr bwMode="auto">
            <a:xfrm>
              <a:off x="3490558" y="3142971"/>
              <a:ext cx="143188" cy="119324"/>
            </a:xfrm>
            <a:custGeom>
              <a:avLst/>
              <a:gdLst>
                <a:gd name="T0" fmla="*/ 6 w 28"/>
                <a:gd name="T1" fmla="*/ 0 h 23"/>
                <a:gd name="T2" fmla="*/ 12 w 28"/>
                <a:gd name="T3" fmla="*/ 2 h 23"/>
                <a:gd name="T4" fmla="*/ 12 w 28"/>
                <a:gd name="T5" fmla="*/ 2 h 23"/>
                <a:gd name="T6" fmla="*/ 9 w 28"/>
                <a:gd name="T7" fmla="*/ 2 h 23"/>
                <a:gd name="T8" fmla="*/ 6 w 28"/>
                <a:gd name="T9" fmla="*/ 4 h 23"/>
                <a:gd name="T10" fmla="*/ 6 w 28"/>
                <a:gd name="T11" fmla="*/ 6 h 23"/>
                <a:gd name="T12" fmla="*/ 5 w 28"/>
                <a:gd name="T13" fmla="*/ 8 h 23"/>
                <a:gd name="T14" fmla="*/ 23 w 28"/>
                <a:gd name="T15" fmla="*/ 13 h 23"/>
                <a:gd name="T16" fmla="*/ 25 w 28"/>
                <a:gd name="T17" fmla="*/ 14 h 23"/>
                <a:gd name="T18" fmla="*/ 26 w 28"/>
                <a:gd name="T19" fmla="*/ 13 h 23"/>
                <a:gd name="T20" fmla="*/ 27 w 28"/>
                <a:gd name="T21" fmla="*/ 12 h 23"/>
                <a:gd name="T22" fmla="*/ 27 w 28"/>
                <a:gd name="T23" fmla="*/ 11 h 23"/>
                <a:gd name="T24" fmla="*/ 28 w 28"/>
                <a:gd name="T25" fmla="*/ 11 h 23"/>
                <a:gd name="T26" fmla="*/ 24 w 28"/>
                <a:gd name="T27" fmla="*/ 23 h 23"/>
                <a:gd name="T28" fmla="*/ 23 w 28"/>
                <a:gd name="T29" fmla="*/ 23 h 23"/>
                <a:gd name="T30" fmla="*/ 24 w 28"/>
                <a:gd name="T31" fmla="*/ 22 h 23"/>
                <a:gd name="T32" fmla="*/ 24 w 28"/>
                <a:gd name="T33" fmla="*/ 20 h 23"/>
                <a:gd name="T34" fmla="*/ 23 w 28"/>
                <a:gd name="T35" fmla="*/ 19 h 23"/>
                <a:gd name="T36" fmla="*/ 21 w 28"/>
                <a:gd name="T37" fmla="*/ 19 h 23"/>
                <a:gd name="T38" fmla="*/ 3 w 28"/>
                <a:gd name="T39" fmla="*/ 13 h 23"/>
                <a:gd name="T40" fmla="*/ 3 w 28"/>
                <a:gd name="T41" fmla="*/ 15 h 23"/>
                <a:gd name="T42" fmla="*/ 3 w 28"/>
                <a:gd name="T43" fmla="*/ 19 h 23"/>
                <a:gd name="T44" fmla="*/ 6 w 28"/>
                <a:gd name="T45" fmla="*/ 22 h 23"/>
                <a:gd name="T46" fmla="*/ 6 w 28"/>
                <a:gd name="T47" fmla="*/ 22 h 23"/>
                <a:gd name="T48" fmla="*/ 0 w 28"/>
                <a:gd name="T49" fmla="*/ 20 h 23"/>
                <a:gd name="T50" fmla="*/ 6 w 28"/>
                <a:gd name="T5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23">
                  <a:moveTo>
                    <a:pt x="6" y="0"/>
                  </a:moveTo>
                  <a:cubicBezTo>
                    <a:pt x="12" y="2"/>
                    <a:pt x="12" y="2"/>
                    <a:pt x="12" y="2"/>
                  </a:cubicBezTo>
                  <a:cubicBezTo>
                    <a:pt x="12" y="2"/>
                    <a:pt x="12" y="2"/>
                    <a:pt x="12" y="2"/>
                  </a:cubicBezTo>
                  <a:cubicBezTo>
                    <a:pt x="10" y="2"/>
                    <a:pt x="9" y="2"/>
                    <a:pt x="9" y="2"/>
                  </a:cubicBezTo>
                  <a:cubicBezTo>
                    <a:pt x="8" y="3"/>
                    <a:pt x="7" y="3"/>
                    <a:pt x="6" y="4"/>
                  </a:cubicBezTo>
                  <a:cubicBezTo>
                    <a:pt x="6" y="4"/>
                    <a:pt x="6" y="5"/>
                    <a:pt x="6" y="6"/>
                  </a:cubicBezTo>
                  <a:cubicBezTo>
                    <a:pt x="5" y="8"/>
                    <a:pt x="5" y="8"/>
                    <a:pt x="5" y="8"/>
                  </a:cubicBezTo>
                  <a:cubicBezTo>
                    <a:pt x="23" y="13"/>
                    <a:pt x="23" y="13"/>
                    <a:pt x="23" y="13"/>
                  </a:cubicBezTo>
                  <a:cubicBezTo>
                    <a:pt x="24" y="13"/>
                    <a:pt x="25" y="14"/>
                    <a:pt x="25" y="14"/>
                  </a:cubicBezTo>
                  <a:cubicBezTo>
                    <a:pt x="25" y="14"/>
                    <a:pt x="26" y="13"/>
                    <a:pt x="26" y="13"/>
                  </a:cubicBezTo>
                  <a:cubicBezTo>
                    <a:pt x="26" y="13"/>
                    <a:pt x="27" y="12"/>
                    <a:pt x="27" y="12"/>
                  </a:cubicBezTo>
                  <a:cubicBezTo>
                    <a:pt x="27" y="11"/>
                    <a:pt x="27" y="11"/>
                    <a:pt x="27" y="11"/>
                  </a:cubicBezTo>
                  <a:cubicBezTo>
                    <a:pt x="28" y="11"/>
                    <a:pt x="28" y="11"/>
                    <a:pt x="28" y="11"/>
                  </a:cubicBezTo>
                  <a:cubicBezTo>
                    <a:pt x="24" y="23"/>
                    <a:pt x="24" y="23"/>
                    <a:pt x="24" y="23"/>
                  </a:cubicBezTo>
                  <a:cubicBezTo>
                    <a:pt x="23" y="23"/>
                    <a:pt x="23" y="23"/>
                    <a:pt x="23" y="23"/>
                  </a:cubicBezTo>
                  <a:cubicBezTo>
                    <a:pt x="24" y="22"/>
                    <a:pt x="24" y="22"/>
                    <a:pt x="24" y="22"/>
                  </a:cubicBezTo>
                  <a:cubicBezTo>
                    <a:pt x="24" y="21"/>
                    <a:pt x="24" y="21"/>
                    <a:pt x="24" y="20"/>
                  </a:cubicBezTo>
                  <a:cubicBezTo>
                    <a:pt x="24" y="20"/>
                    <a:pt x="24" y="20"/>
                    <a:pt x="23" y="19"/>
                  </a:cubicBezTo>
                  <a:cubicBezTo>
                    <a:pt x="23" y="19"/>
                    <a:pt x="22" y="19"/>
                    <a:pt x="21" y="19"/>
                  </a:cubicBezTo>
                  <a:cubicBezTo>
                    <a:pt x="3" y="13"/>
                    <a:pt x="3" y="13"/>
                    <a:pt x="3" y="13"/>
                  </a:cubicBezTo>
                  <a:cubicBezTo>
                    <a:pt x="3" y="15"/>
                    <a:pt x="3" y="15"/>
                    <a:pt x="3" y="15"/>
                  </a:cubicBezTo>
                  <a:cubicBezTo>
                    <a:pt x="2" y="17"/>
                    <a:pt x="2" y="18"/>
                    <a:pt x="3" y="19"/>
                  </a:cubicBezTo>
                  <a:cubicBezTo>
                    <a:pt x="3" y="20"/>
                    <a:pt x="5" y="21"/>
                    <a:pt x="6" y="22"/>
                  </a:cubicBezTo>
                  <a:cubicBezTo>
                    <a:pt x="6" y="22"/>
                    <a:pt x="6" y="22"/>
                    <a:pt x="6" y="22"/>
                  </a:cubicBezTo>
                  <a:cubicBezTo>
                    <a:pt x="0" y="20"/>
                    <a:pt x="0" y="20"/>
                    <a:pt x="0" y="20"/>
                  </a:cubicBezTo>
                  <a:lnTo>
                    <a:pt x="6"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šľîḑé"/>
            <p:cNvSpPr/>
            <p:nvPr/>
          </p:nvSpPr>
          <p:spPr bwMode="auto">
            <a:xfrm>
              <a:off x="3542626" y="2967241"/>
              <a:ext cx="173561" cy="180071"/>
            </a:xfrm>
            <a:custGeom>
              <a:avLst/>
              <a:gdLst>
                <a:gd name="T0" fmla="*/ 16 w 34"/>
                <a:gd name="T1" fmla="*/ 22 h 35"/>
                <a:gd name="T2" fmla="*/ 22 w 34"/>
                <a:gd name="T3" fmla="*/ 25 h 35"/>
                <a:gd name="T4" fmla="*/ 24 w 34"/>
                <a:gd name="T5" fmla="*/ 26 h 35"/>
                <a:gd name="T6" fmla="*/ 25 w 34"/>
                <a:gd name="T7" fmla="*/ 26 h 35"/>
                <a:gd name="T8" fmla="*/ 26 w 34"/>
                <a:gd name="T9" fmla="*/ 25 h 35"/>
                <a:gd name="T10" fmla="*/ 27 w 34"/>
                <a:gd name="T11" fmla="*/ 24 h 35"/>
                <a:gd name="T12" fmla="*/ 27 w 34"/>
                <a:gd name="T13" fmla="*/ 25 h 35"/>
                <a:gd name="T14" fmla="*/ 21 w 34"/>
                <a:gd name="T15" fmla="*/ 35 h 35"/>
                <a:gd name="T16" fmla="*/ 20 w 34"/>
                <a:gd name="T17" fmla="*/ 35 h 35"/>
                <a:gd name="T18" fmla="*/ 21 w 34"/>
                <a:gd name="T19" fmla="*/ 34 h 35"/>
                <a:gd name="T20" fmla="*/ 21 w 34"/>
                <a:gd name="T21" fmla="*/ 33 h 35"/>
                <a:gd name="T22" fmla="*/ 21 w 34"/>
                <a:gd name="T23" fmla="*/ 32 h 35"/>
                <a:gd name="T24" fmla="*/ 19 w 34"/>
                <a:gd name="T25" fmla="*/ 30 h 35"/>
                <a:gd name="T26" fmla="*/ 5 w 34"/>
                <a:gd name="T27" fmla="*/ 22 h 35"/>
                <a:gd name="T28" fmla="*/ 3 w 34"/>
                <a:gd name="T29" fmla="*/ 21 h 35"/>
                <a:gd name="T30" fmla="*/ 2 w 34"/>
                <a:gd name="T31" fmla="*/ 22 h 35"/>
                <a:gd name="T32" fmla="*/ 1 w 34"/>
                <a:gd name="T33" fmla="*/ 23 h 35"/>
                <a:gd name="T34" fmla="*/ 1 w 34"/>
                <a:gd name="T35" fmla="*/ 24 h 35"/>
                <a:gd name="T36" fmla="*/ 0 w 34"/>
                <a:gd name="T37" fmla="*/ 23 h 35"/>
                <a:gd name="T38" fmla="*/ 7 w 34"/>
                <a:gd name="T39" fmla="*/ 12 h 35"/>
                <a:gd name="T40" fmla="*/ 7 w 34"/>
                <a:gd name="T41" fmla="*/ 13 h 35"/>
                <a:gd name="T42" fmla="*/ 7 w 34"/>
                <a:gd name="T43" fmla="*/ 13 h 35"/>
                <a:gd name="T44" fmla="*/ 6 w 34"/>
                <a:gd name="T45" fmla="*/ 15 h 35"/>
                <a:gd name="T46" fmla="*/ 7 w 34"/>
                <a:gd name="T47" fmla="*/ 16 h 35"/>
                <a:gd name="T48" fmla="*/ 8 w 34"/>
                <a:gd name="T49" fmla="*/ 17 h 35"/>
                <a:gd name="T50" fmla="*/ 14 w 34"/>
                <a:gd name="T51" fmla="*/ 21 h 35"/>
                <a:gd name="T52" fmla="*/ 19 w 34"/>
                <a:gd name="T53" fmla="*/ 13 h 35"/>
                <a:gd name="T54" fmla="*/ 13 w 34"/>
                <a:gd name="T55" fmla="*/ 10 h 35"/>
                <a:gd name="T56" fmla="*/ 11 w 34"/>
                <a:gd name="T57" fmla="*/ 9 h 35"/>
                <a:gd name="T58" fmla="*/ 9 w 34"/>
                <a:gd name="T59" fmla="*/ 9 h 35"/>
                <a:gd name="T60" fmla="*/ 8 w 34"/>
                <a:gd name="T61" fmla="*/ 11 h 35"/>
                <a:gd name="T62" fmla="*/ 8 w 34"/>
                <a:gd name="T63" fmla="*/ 11 h 35"/>
                <a:gd name="T64" fmla="*/ 7 w 34"/>
                <a:gd name="T65" fmla="*/ 11 h 35"/>
                <a:gd name="T66" fmla="*/ 14 w 34"/>
                <a:gd name="T67" fmla="*/ 0 h 35"/>
                <a:gd name="T68" fmla="*/ 14 w 34"/>
                <a:gd name="T69" fmla="*/ 0 h 35"/>
                <a:gd name="T70" fmla="*/ 14 w 34"/>
                <a:gd name="T71" fmla="*/ 1 h 35"/>
                <a:gd name="T72" fmla="*/ 13 w 34"/>
                <a:gd name="T73" fmla="*/ 3 h 35"/>
                <a:gd name="T74" fmla="*/ 14 w 34"/>
                <a:gd name="T75" fmla="*/ 4 h 35"/>
                <a:gd name="T76" fmla="*/ 16 w 34"/>
                <a:gd name="T77" fmla="*/ 5 h 35"/>
                <a:gd name="T78" fmla="*/ 29 w 34"/>
                <a:gd name="T79" fmla="*/ 13 h 35"/>
                <a:gd name="T80" fmla="*/ 31 w 34"/>
                <a:gd name="T81" fmla="*/ 14 h 35"/>
                <a:gd name="T82" fmla="*/ 32 w 34"/>
                <a:gd name="T83" fmla="*/ 14 h 35"/>
                <a:gd name="T84" fmla="*/ 34 w 34"/>
                <a:gd name="T85" fmla="*/ 13 h 35"/>
                <a:gd name="T86" fmla="*/ 34 w 34"/>
                <a:gd name="T87" fmla="*/ 12 h 35"/>
                <a:gd name="T88" fmla="*/ 34 w 34"/>
                <a:gd name="T89" fmla="*/ 12 h 35"/>
                <a:gd name="T90" fmla="*/ 28 w 34"/>
                <a:gd name="T91" fmla="*/ 23 h 35"/>
                <a:gd name="T92" fmla="*/ 28 w 34"/>
                <a:gd name="T93" fmla="*/ 23 h 35"/>
                <a:gd name="T94" fmla="*/ 28 w 34"/>
                <a:gd name="T95" fmla="*/ 22 h 35"/>
                <a:gd name="T96" fmla="*/ 29 w 34"/>
                <a:gd name="T97" fmla="*/ 20 h 35"/>
                <a:gd name="T98" fmla="*/ 28 w 34"/>
                <a:gd name="T99" fmla="*/ 19 h 35"/>
                <a:gd name="T100" fmla="*/ 26 w 34"/>
                <a:gd name="T101" fmla="*/ 18 h 35"/>
                <a:gd name="T102" fmla="*/ 20 w 34"/>
                <a:gd name="T103" fmla="*/ 14 h 35"/>
                <a:gd name="T104" fmla="*/ 16 w 34"/>
                <a:gd name="T10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 h="35">
                  <a:moveTo>
                    <a:pt x="16" y="22"/>
                  </a:moveTo>
                  <a:cubicBezTo>
                    <a:pt x="22" y="25"/>
                    <a:pt x="22" y="25"/>
                    <a:pt x="22" y="25"/>
                  </a:cubicBezTo>
                  <a:cubicBezTo>
                    <a:pt x="23" y="26"/>
                    <a:pt x="24" y="26"/>
                    <a:pt x="24" y="26"/>
                  </a:cubicBezTo>
                  <a:cubicBezTo>
                    <a:pt x="24" y="26"/>
                    <a:pt x="25" y="26"/>
                    <a:pt x="25" y="26"/>
                  </a:cubicBezTo>
                  <a:cubicBezTo>
                    <a:pt x="26" y="26"/>
                    <a:pt x="26" y="25"/>
                    <a:pt x="26" y="25"/>
                  </a:cubicBezTo>
                  <a:cubicBezTo>
                    <a:pt x="27" y="24"/>
                    <a:pt x="27" y="24"/>
                    <a:pt x="27" y="24"/>
                  </a:cubicBezTo>
                  <a:cubicBezTo>
                    <a:pt x="27" y="25"/>
                    <a:pt x="27" y="25"/>
                    <a:pt x="27" y="25"/>
                  </a:cubicBezTo>
                  <a:cubicBezTo>
                    <a:pt x="21" y="35"/>
                    <a:pt x="21" y="35"/>
                    <a:pt x="21" y="35"/>
                  </a:cubicBezTo>
                  <a:cubicBezTo>
                    <a:pt x="20" y="35"/>
                    <a:pt x="20" y="35"/>
                    <a:pt x="20" y="35"/>
                  </a:cubicBezTo>
                  <a:cubicBezTo>
                    <a:pt x="21" y="34"/>
                    <a:pt x="21" y="34"/>
                    <a:pt x="21" y="34"/>
                  </a:cubicBezTo>
                  <a:cubicBezTo>
                    <a:pt x="21" y="34"/>
                    <a:pt x="21" y="33"/>
                    <a:pt x="21" y="33"/>
                  </a:cubicBezTo>
                  <a:cubicBezTo>
                    <a:pt x="21" y="32"/>
                    <a:pt x="21" y="32"/>
                    <a:pt x="21" y="32"/>
                  </a:cubicBezTo>
                  <a:cubicBezTo>
                    <a:pt x="21" y="31"/>
                    <a:pt x="20" y="31"/>
                    <a:pt x="19" y="30"/>
                  </a:cubicBezTo>
                  <a:cubicBezTo>
                    <a:pt x="5" y="22"/>
                    <a:pt x="5" y="22"/>
                    <a:pt x="5" y="22"/>
                  </a:cubicBezTo>
                  <a:cubicBezTo>
                    <a:pt x="4" y="22"/>
                    <a:pt x="4" y="21"/>
                    <a:pt x="3" y="21"/>
                  </a:cubicBezTo>
                  <a:cubicBezTo>
                    <a:pt x="3" y="21"/>
                    <a:pt x="3" y="21"/>
                    <a:pt x="2" y="22"/>
                  </a:cubicBezTo>
                  <a:cubicBezTo>
                    <a:pt x="2" y="22"/>
                    <a:pt x="1" y="22"/>
                    <a:pt x="1" y="23"/>
                  </a:cubicBezTo>
                  <a:cubicBezTo>
                    <a:pt x="1" y="24"/>
                    <a:pt x="1" y="24"/>
                    <a:pt x="1" y="24"/>
                  </a:cubicBezTo>
                  <a:cubicBezTo>
                    <a:pt x="0" y="23"/>
                    <a:pt x="0" y="23"/>
                    <a:pt x="0" y="23"/>
                  </a:cubicBezTo>
                  <a:cubicBezTo>
                    <a:pt x="7" y="12"/>
                    <a:pt x="7" y="12"/>
                    <a:pt x="7" y="12"/>
                  </a:cubicBezTo>
                  <a:cubicBezTo>
                    <a:pt x="7" y="13"/>
                    <a:pt x="7" y="13"/>
                    <a:pt x="7" y="13"/>
                  </a:cubicBezTo>
                  <a:cubicBezTo>
                    <a:pt x="7" y="13"/>
                    <a:pt x="7" y="13"/>
                    <a:pt x="7" y="13"/>
                  </a:cubicBezTo>
                  <a:cubicBezTo>
                    <a:pt x="6" y="14"/>
                    <a:pt x="6" y="15"/>
                    <a:pt x="6" y="15"/>
                  </a:cubicBezTo>
                  <a:cubicBezTo>
                    <a:pt x="6" y="15"/>
                    <a:pt x="6" y="16"/>
                    <a:pt x="7" y="16"/>
                  </a:cubicBezTo>
                  <a:cubicBezTo>
                    <a:pt x="7" y="16"/>
                    <a:pt x="7" y="17"/>
                    <a:pt x="8" y="17"/>
                  </a:cubicBezTo>
                  <a:cubicBezTo>
                    <a:pt x="14" y="21"/>
                    <a:pt x="14" y="21"/>
                    <a:pt x="14" y="21"/>
                  </a:cubicBezTo>
                  <a:cubicBezTo>
                    <a:pt x="19" y="13"/>
                    <a:pt x="19" y="13"/>
                    <a:pt x="19" y="13"/>
                  </a:cubicBezTo>
                  <a:cubicBezTo>
                    <a:pt x="13" y="10"/>
                    <a:pt x="13" y="10"/>
                    <a:pt x="13" y="10"/>
                  </a:cubicBezTo>
                  <a:cubicBezTo>
                    <a:pt x="12" y="9"/>
                    <a:pt x="11" y="9"/>
                    <a:pt x="11" y="9"/>
                  </a:cubicBezTo>
                  <a:cubicBezTo>
                    <a:pt x="10" y="9"/>
                    <a:pt x="10" y="9"/>
                    <a:pt x="9" y="9"/>
                  </a:cubicBezTo>
                  <a:cubicBezTo>
                    <a:pt x="9" y="10"/>
                    <a:pt x="9" y="10"/>
                    <a:pt x="8" y="11"/>
                  </a:cubicBezTo>
                  <a:cubicBezTo>
                    <a:pt x="8" y="11"/>
                    <a:pt x="8" y="11"/>
                    <a:pt x="8" y="11"/>
                  </a:cubicBezTo>
                  <a:cubicBezTo>
                    <a:pt x="7" y="11"/>
                    <a:pt x="7" y="11"/>
                    <a:pt x="7" y="11"/>
                  </a:cubicBezTo>
                  <a:cubicBezTo>
                    <a:pt x="14" y="0"/>
                    <a:pt x="14" y="0"/>
                    <a:pt x="14" y="0"/>
                  </a:cubicBezTo>
                  <a:cubicBezTo>
                    <a:pt x="14" y="0"/>
                    <a:pt x="14" y="0"/>
                    <a:pt x="14" y="0"/>
                  </a:cubicBezTo>
                  <a:cubicBezTo>
                    <a:pt x="14" y="1"/>
                    <a:pt x="14" y="1"/>
                    <a:pt x="14" y="1"/>
                  </a:cubicBezTo>
                  <a:cubicBezTo>
                    <a:pt x="14" y="2"/>
                    <a:pt x="13" y="2"/>
                    <a:pt x="13" y="3"/>
                  </a:cubicBezTo>
                  <a:cubicBezTo>
                    <a:pt x="13" y="3"/>
                    <a:pt x="13" y="3"/>
                    <a:pt x="14" y="4"/>
                  </a:cubicBezTo>
                  <a:cubicBezTo>
                    <a:pt x="14" y="4"/>
                    <a:pt x="15" y="4"/>
                    <a:pt x="16" y="5"/>
                  </a:cubicBezTo>
                  <a:cubicBezTo>
                    <a:pt x="29" y="13"/>
                    <a:pt x="29" y="13"/>
                    <a:pt x="29" y="13"/>
                  </a:cubicBezTo>
                  <a:cubicBezTo>
                    <a:pt x="30" y="14"/>
                    <a:pt x="31" y="14"/>
                    <a:pt x="31" y="14"/>
                  </a:cubicBezTo>
                  <a:cubicBezTo>
                    <a:pt x="32" y="14"/>
                    <a:pt x="32" y="14"/>
                    <a:pt x="32" y="14"/>
                  </a:cubicBezTo>
                  <a:cubicBezTo>
                    <a:pt x="33" y="14"/>
                    <a:pt x="33" y="13"/>
                    <a:pt x="34" y="13"/>
                  </a:cubicBezTo>
                  <a:cubicBezTo>
                    <a:pt x="34" y="12"/>
                    <a:pt x="34" y="12"/>
                    <a:pt x="34" y="12"/>
                  </a:cubicBezTo>
                  <a:cubicBezTo>
                    <a:pt x="34" y="12"/>
                    <a:pt x="34" y="12"/>
                    <a:pt x="34" y="12"/>
                  </a:cubicBezTo>
                  <a:cubicBezTo>
                    <a:pt x="28" y="23"/>
                    <a:pt x="28" y="23"/>
                    <a:pt x="28" y="23"/>
                  </a:cubicBezTo>
                  <a:cubicBezTo>
                    <a:pt x="28" y="23"/>
                    <a:pt x="28" y="23"/>
                    <a:pt x="28" y="23"/>
                  </a:cubicBezTo>
                  <a:cubicBezTo>
                    <a:pt x="28" y="22"/>
                    <a:pt x="28" y="22"/>
                    <a:pt x="28" y="22"/>
                  </a:cubicBezTo>
                  <a:cubicBezTo>
                    <a:pt x="28" y="21"/>
                    <a:pt x="29" y="21"/>
                    <a:pt x="29" y="20"/>
                  </a:cubicBezTo>
                  <a:cubicBezTo>
                    <a:pt x="29" y="20"/>
                    <a:pt x="28" y="20"/>
                    <a:pt x="28" y="19"/>
                  </a:cubicBezTo>
                  <a:cubicBezTo>
                    <a:pt x="28" y="19"/>
                    <a:pt x="27" y="19"/>
                    <a:pt x="26" y="18"/>
                  </a:cubicBezTo>
                  <a:cubicBezTo>
                    <a:pt x="20" y="14"/>
                    <a:pt x="20" y="14"/>
                    <a:pt x="20" y="14"/>
                  </a:cubicBezTo>
                  <a:lnTo>
                    <a:pt x="16"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iḍè"/>
            <p:cNvSpPr/>
            <p:nvPr/>
          </p:nvSpPr>
          <p:spPr bwMode="auto">
            <a:xfrm>
              <a:off x="3644594" y="2850087"/>
              <a:ext cx="164883" cy="158376"/>
            </a:xfrm>
            <a:custGeom>
              <a:avLst/>
              <a:gdLst>
                <a:gd name="T0" fmla="*/ 8 w 32"/>
                <a:gd name="T1" fmla="*/ 9 h 31"/>
                <a:gd name="T2" fmla="*/ 15 w 32"/>
                <a:gd name="T3" fmla="*/ 16 h 31"/>
                <a:gd name="T4" fmla="*/ 15 w 32"/>
                <a:gd name="T5" fmla="*/ 16 h 31"/>
                <a:gd name="T6" fmla="*/ 16 w 32"/>
                <a:gd name="T7" fmla="*/ 12 h 31"/>
                <a:gd name="T8" fmla="*/ 14 w 32"/>
                <a:gd name="T9" fmla="*/ 8 h 31"/>
                <a:gd name="T10" fmla="*/ 15 w 32"/>
                <a:gd name="T11" fmla="*/ 8 h 31"/>
                <a:gd name="T12" fmla="*/ 24 w 32"/>
                <a:gd name="T13" fmla="*/ 16 h 31"/>
                <a:gd name="T14" fmla="*/ 23 w 32"/>
                <a:gd name="T15" fmla="*/ 17 h 31"/>
                <a:gd name="T16" fmla="*/ 20 w 32"/>
                <a:gd name="T17" fmla="*/ 15 h 31"/>
                <a:gd name="T18" fmla="*/ 18 w 32"/>
                <a:gd name="T19" fmla="*/ 15 h 31"/>
                <a:gd name="T20" fmla="*/ 16 w 32"/>
                <a:gd name="T21" fmla="*/ 17 h 31"/>
                <a:gd name="T22" fmla="*/ 21 w 32"/>
                <a:gd name="T23" fmla="*/ 21 h 31"/>
                <a:gd name="T24" fmla="*/ 22 w 32"/>
                <a:gd name="T25" fmla="*/ 23 h 31"/>
                <a:gd name="T26" fmla="*/ 23 w 32"/>
                <a:gd name="T27" fmla="*/ 23 h 31"/>
                <a:gd name="T28" fmla="*/ 25 w 32"/>
                <a:gd name="T29" fmla="*/ 22 h 31"/>
                <a:gd name="T30" fmla="*/ 26 w 32"/>
                <a:gd name="T31" fmla="*/ 21 h 31"/>
                <a:gd name="T32" fmla="*/ 28 w 32"/>
                <a:gd name="T33" fmla="*/ 16 h 31"/>
                <a:gd name="T34" fmla="*/ 27 w 32"/>
                <a:gd name="T35" fmla="*/ 11 h 31"/>
                <a:gd name="T36" fmla="*/ 27 w 32"/>
                <a:gd name="T37" fmla="*/ 10 h 31"/>
                <a:gd name="T38" fmla="*/ 32 w 32"/>
                <a:gd name="T39" fmla="*/ 16 h 31"/>
                <a:gd name="T40" fmla="*/ 18 w 32"/>
                <a:gd name="T41" fmla="*/ 31 h 31"/>
                <a:gd name="T42" fmla="*/ 17 w 32"/>
                <a:gd name="T43" fmla="*/ 31 h 31"/>
                <a:gd name="T44" fmla="*/ 18 w 32"/>
                <a:gd name="T45" fmla="*/ 30 h 31"/>
                <a:gd name="T46" fmla="*/ 19 w 32"/>
                <a:gd name="T47" fmla="*/ 29 h 31"/>
                <a:gd name="T48" fmla="*/ 19 w 32"/>
                <a:gd name="T49" fmla="*/ 28 h 31"/>
                <a:gd name="T50" fmla="*/ 17 w 32"/>
                <a:gd name="T51" fmla="*/ 26 h 31"/>
                <a:gd name="T52" fmla="*/ 6 w 32"/>
                <a:gd name="T53" fmla="*/ 15 h 31"/>
                <a:gd name="T54" fmla="*/ 4 w 32"/>
                <a:gd name="T55" fmla="*/ 14 h 31"/>
                <a:gd name="T56" fmla="*/ 3 w 32"/>
                <a:gd name="T57" fmla="*/ 14 h 31"/>
                <a:gd name="T58" fmla="*/ 1 w 32"/>
                <a:gd name="T59" fmla="*/ 15 h 31"/>
                <a:gd name="T60" fmla="*/ 1 w 32"/>
                <a:gd name="T61" fmla="*/ 15 h 31"/>
                <a:gd name="T62" fmla="*/ 0 w 32"/>
                <a:gd name="T63" fmla="*/ 15 h 31"/>
                <a:gd name="T64" fmla="*/ 14 w 32"/>
                <a:gd name="T65" fmla="*/ 0 h 31"/>
                <a:gd name="T66" fmla="*/ 19 w 32"/>
                <a:gd name="T67" fmla="*/ 5 h 31"/>
                <a:gd name="T68" fmla="*/ 19 w 32"/>
                <a:gd name="T69" fmla="*/ 6 h 31"/>
                <a:gd name="T70" fmla="*/ 15 w 32"/>
                <a:gd name="T71" fmla="*/ 4 h 31"/>
                <a:gd name="T72" fmla="*/ 12 w 32"/>
                <a:gd name="T73" fmla="*/ 5 h 31"/>
                <a:gd name="T74" fmla="*/ 9 w 32"/>
                <a:gd name="T75" fmla="*/ 7 h 31"/>
                <a:gd name="T76" fmla="*/ 8 w 32"/>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 h="31">
                  <a:moveTo>
                    <a:pt x="8" y="9"/>
                  </a:moveTo>
                  <a:cubicBezTo>
                    <a:pt x="15" y="16"/>
                    <a:pt x="15" y="16"/>
                    <a:pt x="15" y="16"/>
                  </a:cubicBezTo>
                  <a:cubicBezTo>
                    <a:pt x="15" y="16"/>
                    <a:pt x="15" y="16"/>
                    <a:pt x="15" y="16"/>
                  </a:cubicBezTo>
                  <a:cubicBezTo>
                    <a:pt x="16" y="14"/>
                    <a:pt x="16" y="13"/>
                    <a:pt x="16" y="12"/>
                  </a:cubicBezTo>
                  <a:cubicBezTo>
                    <a:pt x="16" y="11"/>
                    <a:pt x="15" y="10"/>
                    <a:pt x="14" y="8"/>
                  </a:cubicBezTo>
                  <a:cubicBezTo>
                    <a:pt x="15" y="8"/>
                    <a:pt x="15" y="8"/>
                    <a:pt x="15" y="8"/>
                  </a:cubicBezTo>
                  <a:cubicBezTo>
                    <a:pt x="24" y="16"/>
                    <a:pt x="24" y="16"/>
                    <a:pt x="24" y="16"/>
                  </a:cubicBezTo>
                  <a:cubicBezTo>
                    <a:pt x="23" y="17"/>
                    <a:pt x="23" y="17"/>
                    <a:pt x="23" y="17"/>
                  </a:cubicBezTo>
                  <a:cubicBezTo>
                    <a:pt x="22" y="16"/>
                    <a:pt x="21" y="16"/>
                    <a:pt x="20" y="15"/>
                  </a:cubicBezTo>
                  <a:cubicBezTo>
                    <a:pt x="19" y="15"/>
                    <a:pt x="18" y="15"/>
                    <a:pt x="18" y="15"/>
                  </a:cubicBezTo>
                  <a:cubicBezTo>
                    <a:pt x="17" y="15"/>
                    <a:pt x="16" y="16"/>
                    <a:pt x="16" y="17"/>
                  </a:cubicBezTo>
                  <a:cubicBezTo>
                    <a:pt x="21" y="21"/>
                    <a:pt x="21" y="21"/>
                    <a:pt x="21" y="21"/>
                  </a:cubicBezTo>
                  <a:cubicBezTo>
                    <a:pt x="22" y="22"/>
                    <a:pt x="22" y="23"/>
                    <a:pt x="22" y="23"/>
                  </a:cubicBezTo>
                  <a:cubicBezTo>
                    <a:pt x="23" y="23"/>
                    <a:pt x="23" y="23"/>
                    <a:pt x="23" y="23"/>
                  </a:cubicBezTo>
                  <a:cubicBezTo>
                    <a:pt x="24" y="23"/>
                    <a:pt x="24" y="23"/>
                    <a:pt x="25" y="22"/>
                  </a:cubicBezTo>
                  <a:cubicBezTo>
                    <a:pt x="26" y="21"/>
                    <a:pt x="26" y="21"/>
                    <a:pt x="26" y="21"/>
                  </a:cubicBezTo>
                  <a:cubicBezTo>
                    <a:pt x="27" y="20"/>
                    <a:pt x="28" y="18"/>
                    <a:pt x="28" y="16"/>
                  </a:cubicBezTo>
                  <a:cubicBezTo>
                    <a:pt x="28" y="14"/>
                    <a:pt x="28" y="13"/>
                    <a:pt x="27" y="11"/>
                  </a:cubicBezTo>
                  <a:cubicBezTo>
                    <a:pt x="27" y="10"/>
                    <a:pt x="27" y="10"/>
                    <a:pt x="27" y="10"/>
                  </a:cubicBezTo>
                  <a:cubicBezTo>
                    <a:pt x="32" y="16"/>
                    <a:pt x="32" y="16"/>
                    <a:pt x="32" y="16"/>
                  </a:cubicBezTo>
                  <a:cubicBezTo>
                    <a:pt x="18" y="31"/>
                    <a:pt x="18" y="31"/>
                    <a:pt x="18" y="31"/>
                  </a:cubicBezTo>
                  <a:cubicBezTo>
                    <a:pt x="17" y="31"/>
                    <a:pt x="17" y="31"/>
                    <a:pt x="17" y="31"/>
                  </a:cubicBezTo>
                  <a:cubicBezTo>
                    <a:pt x="18" y="30"/>
                    <a:pt x="18" y="30"/>
                    <a:pt x="18" y="30"/>
                  </a:cubicBezTo>
                  <a:cubicBezTo>
                    <a:pt x="18" y="30"/>
                    <a:pt x="19" y="29"/>
                    <a:pt x="19" y="29"/>
                  </a:cubicBezTo>
                  <a:cubicBezTo>
                    <a:pt x="19" y="29"/>
                    <a:pt x="19" y="28"/>
                    <a:pt x="19" y="28"/>
                  </a:cubicBezTo>
                  <a:cubicBezTo>
                    <a:pt x="18" y="27"/>
                    <a:pt x="18" y="27"/>
                    <a:pt x="17" y="26"/>
                  </a:cubicBezTo>
                  <a:cubicBezTo>
                    <a:pt x="6" y="15"/>
                    <a:pt x="6" y="15"/>
                    <a:pt x="6" y="15"/>
                  </a:cubicBezTo>
                  <a:cubicBezTo>
                    <a:pt x="5" y="14"/>
                    <a:pt x="4" y="14"/>
                    <a:pt x="4" y="14"/>
                  </a:cubicBezTo>
                  <a:cubicBezTo>
                    <a:pt x="4" y="14"/>
                    <a:pt x="3" y="14"/>
                    <a:pt x="3" y="14"/>
                  </a:cubicBezTo>
                  <a:cubicBezTo>
                    <a:pt x="2" y="14"/>
                    <a:pt x="2" y="14"/>
                    <a:pt x="1" y="15"/>
                  </a:cubicBezTo>
                  <a:cubicBezTo>
                    <a:pt x="1" y="15"/>
                    <a:pt x="1" y="15"/>
                    <a:pt x="1" y="15"/>
                  </a:cubicBezTo>
                  <a:cubicBezTo>
                    <a:pt x="0" y="15"/>
                    <a:pt x="0" y="15"/>
                    <a:pt x="0" y="15"/>
                  </a:cubicBezTo>
                  <a:cubicBezTo>
                    <a:pt x="14" y="0"/>
                    <a:pt x="14" y="0"/>
                    <a:pt x="14" y="0"/>
                  </a:cubicBezTo>
                  <a:cubicBezTo>
                    <a:pt x="19" y="5"/>
                    <a:pt x="19" y="5"/>
                    <a:pt x="19" y="5"/>
                  </a:cubicBezTo>
                  <a:cubicBezTo>
                    <a:pt x="19" y="6"/>
                    <a:pt x="19" y="6"/>
                    <a:pt x="19" y="6"/>
                  </a:cubicBezTo>
                  <a:cubicBezTo>
                    <a:pt x="17" y="5"/>
                    <a:pt x="16" y="4"/>
                    <a:pt x="15" y="4"/>
                  </a:cubicBezTo>
                  <a:cubicBezTo>
                    <a:pt x="14" y="4"/>
                    <a:pt x="13" y="4"/>
                    <a:pt x="12" y="5"/>
                  </a:cubicBezTo>
                  <a:cubicBezTo>
                    <a:pt x="12" y="5"/>
                    <a:pt x="11" y="6"/>
                    <a:pt x="9" y="7"/>
                  </a:cubicBezTo>
                  <a:lnTo>
                    <a:pt x="8"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îśḻiḑé"/>
            <p:cNvSpPr/>
            <p:nvPr/>
          </p:nvSpPr>
          <p:spPr bwMode="auto">
            <a:xfrm>
              <a:off x="3820325" y="2767645"/>
              <a:ext cx="121493" cy="143188"/>
            </a:xfrm>
            <a:custGeom>
              <a:avLst/>
              <a:gdLst>
                <a:gd name="T0" fmla="*/ 11 w 24"/>
                <a:gd name="T1" fmla="*/ 14 h 28"/>
                <a:gd name="T2" fmla="*/ 4 w 24"/>
                <a:gd name="T3" fmla="*/ 19 h 28"/>
                <a:gd name="T4" fmla="*/ 5 w 24"/>
                <a:gd name="T5" fmla="*/ 21 h 28"/>
                <a:gd name="T6" fmla="*/ 6 w 24"/>
                <a:gd name="T7" fmla="*/ 23 h 28"/>
                <a:gd name="T8" fmla="*/ 7 w 24"/>
                <a:gd name="T9" fmla="*/ 24 h 28"/>
                <a:gd name="T10" fmla="*/ 9 w 24"/>
                <a:gd name="T11" fmla="*/ 23 h 28"/>
                <a:gd name="T12" fmla="*/ 10 w 24"/>
                <a:gd name="T13" fmla="*/ 23 h 28"/>
                <a:gd name="T14" fmla="*/ 3 w 24"/>
                <a:gd name="T15" fmla="*/ 28 h 28"/>
                <a:gd name="T16" fmla="*/ 3 w 24"/>
                <a:gd name="T17" fmla="*/ 27 h 28"/>
                <a:gd name="T18" fmla="*/ 4 w 24"/>
                <a:gd name="T19" fmla="*/ 25 h 28"/>
                <a:gd name="T20" fmla="*/ 3 w 24"/>
                <a:gd name="T21" fmla="*/ 21 h 28"/>
                <a:gd name="T22" fmla="*/ 0 w 24"/>
                <a:gd name="T23" fmla="*/ 0 h 28"/>
                <a:gd name="T24" fmla="*/ 0 w 24"/>
                <a:gd name="T25" fmla="*/ 0 h 28"/>
                <a:gd name="T26" fmla="*/ 18 w 24"/>
                <a:gd name="T27" fmla="*/ 12 h 28"/>
                <a:gd name="T28" fmla="*/ 22 w 24"/>
                <a:gd name="T29" fmla="*/ 14 h 28"/>
                <a:gd name="T30" fmla="*/ 24 w 24"/>
                <a:gd name="T31" fmla="*/ 13 h 28"/>
                <a:gd name="T32" fmla="*/ 24 w 24"/>
                <a:gd name="T33" fmla="*/ 14 h 28"/>
                <a:gd name="T34" fmla="*/ 14 w 24"/>
                <a:gd name="T35" fmla="*/ 20 h 28"/>
                <a:gd name="T36" fmla="*/ 14 w 24"/>
                <a:gd name="T37" fmla="*/ 20 h 28"/>
                <a:gd name="T38" fmla="*/ 15 w 24"/>
                <a:gd name="T39" fmla="*/ 19 h 28"/>
                <a:gd name="T40" fmla="*/ 16 w 24"/>
                <a:gd name="T41" fmla="*/ 18 h 28"/>
                <a:gd name="T42" fmla="*/ 16 w 24"/>
                <a:gd name="T43" fmla="*/ 17 h 28"/>
                <a:gd name="T44" fmla="*/ 15 w 24"/>
                <a:gd name="T45" fmla="*/ 17 h 28"/>
                <a:gd name="T46" fmla="*/ 14 w 24"/>
                <a:gd name="T47" fmla="*/ 16 h 28"/>
                <a:gd name="T48" fmla="*/ 11 w 24"/>
                <a:gd name="T49" fmla="*/ 14 h 28"/>
                <a:gd name="T50" fmla="*/ 10 w 24"/>
                <a:gd name="T51" fmla="*/ 13 h 28"/>
                <a:gd name="T52" fmla="*/ 3 w 24"/>
                <a:gd name="T53" fmla="*/ 8 h 28"/>
                <a:gd name="T54" fmla="*/ 4 w 24"/>
                <a:gd name="T55" fmla="*/ 17 h 28"/>
                <a:gd name="T56" fmla="*/ 10 w 24"/>
                <a:gd name="T57" fmla="*/ 1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8">
                  <a:moveTo>
                    <a:pt x="11" y="14"/>
                  </a:moveTo>
                  <a:cubicBezTo>
                    <a:pt x="4" y="19"/>
                    <a:pt x="4" y="19"/>
                    <a:pt x="4" y="19"/>
                  </a:cubicBezTo>
                  <a:cubicBezTo>
                    <a:pt x="5" y="21"/>
                    <a:pt x="5" y="21"/>
                    <a:pt x="5" y="21"/>
                  </a:cubicBezTo>
                  <a:cubicBezTo>
                    <a:pt x="5" y="22"/>
                    <a:pt x="5" y="23"/>
                    <a:pt x="6" y="23"/>
                  </a:cubicBezTo>
                  <a:cubicBezTo>
                    <a:pt x="6" y="24"/>
                    <a:pt x="6" y="24"/>
                    <a:pt x="7" y="24"/>
                  </a:cubicBezTo>
                  <a:cubicBezTo>
                    <a:pt x="7" y="24"/>
                    <a:pt x="8" y="24"/>
                    <a:pt x="9" y="23"/>
                  </a:cubicBezTo>
                  <a:cubicBezTo>
                    <a:pt x="10" y="23"/>
                    <a:pt x="10" y="23"/>
                    <a:pt x="10" y="23"/>
                  </a:cubicBezTo>
                  <a:cubicBezTo>
                    <a:pt x="3" y="28"/>
                    <a:pt x="3" y="28"/>
                    <a:pt x="3" y="28"/>
                  </a:cubicBezTo>
                  <a:cubicBezTo>
                    <a:pt x="3" y="27"/>
                    <a:pt x="3" y="27"/>
                    <a:pt x="3" y="27"/>
                  </a:cubicBezTo>
                  <a:cubicBezTo>
                    <a:pt x="3" y="27"/>
                    <a:pt x="4" y="26"/>
                    <a:pt x="4" y="25"/>
                  </a:cubicBezTo>
                  <a:cubicBezTo>
                    <a:pt x="4" y="24"/>
                    <a:pt x="4" y="23"/>
                    <a:pt x="3" y="21"/>
                  </a:cubicBezTo>
                  <a:cubicBezTo>
                    <a:pt x="0" y="0"/>
                    <a:pt x="0" y="0"/>
                    <a:pt x="0" y="0"/>
                  </a:cubicBezTo>
                  <a:cubicBezTo>
                    <a:pt x="0" y="0"/>
                    <a:pt x="0" y="0"/>
                    <a:pt x="0" y="0"/>
                  </a:cubicBezTo>
                  <a:cubicBezTo>
                    <a:pt x="18" y="12"/>
                    <a:pt x="18" y="12"/>
                    <a:pt x="18" y="12"/>
                  </a:cubicBezTo>
                  <a:cubicBezTo>
                    <a:pt x="20" y="13"/>
                    <a:pt x="21" y="14"/>
                    <a:pt x="22" y="14"/>
                  </a:cubicBezTo>
                  <a:cubicBezTo>
                    <a:pt x="23" y="14"/>
                    <a:pt x="23" y="14"/>
                    <a:pt x="24" y="13"/>
                  </a:cubicBezTo>
                  <a:cubicBezTo>
                    <a:pt x="24" y="14"/>
                    <a:pt x="24" y="14"/>
                    <a:pt x="24" y="14"/>
                  </a:cubicBezTo>
                  <a:cubicBezTo>
                    <a:pt x="14" y="20"/>
                    <a:pt x="14" y="20"/>
                    <a:pt x="14" y="20"/>
                  </a:cubicBezTo>
                  <a:cubicBezTo>
                    <a:pt x="14" y="20"/>
                    <a:pt x="14" y="20"/>
                    <a:pt x="14" y="20"/>
                  </a:cubicBezTo>
                  <a:cubicBezTo>
                    <a:pt x="15" y="19"/>
                    <a:pt x="15" y="19"/>
                    <a:pt x="15" y="19"/>
                  </a:cubicBezTo>
                  <a:cubicBezTo>
                    <a:pt x="15" y="19"/>
                    <a:pt x="16" y="18"/>
                    <a:pt x="16" y="18"/>
                  </a:cubicBezTo>
                  <a:cubicBezTo>
                    <a:pt x="16" y="18"/>
                    <a:pt x="16" y="17"/>
                    <a:pt x="16" y="17"/>
                  </a:cubicBezTo>
                  <a:cubicBezTo>
                    <a:pt x="16" y="17"/>
                    <a:pt x="16" y="17"/>
                    <a:pt x="15" y="17"/>
                  </a:cubicBezTo>
                  <a:cubicBezTo>
                    <a:pt x="15" y="17"/>
                    <a:pt x="15" y="16"/>
                    <a:pt x="14" y="16"/>
                  </a:cubicBezTo>
                  <a:lnTo>
                    <a:pt x="11" y="14"/>
                  </a:lnTo>
                  <a:close/>
                  <a:moveTo>
                    <a:pt x="10" y="13"/>
                  </a:moveTo>
                  <a:cubicBezTo>
                    <a:pt x="3" y="8"/>
                    <a:pt x="3" y="8"/>
                    <a:pt x="3" y="8"/>
                  </a:cubicBezTo>
                  <a:cubicBezTo>
                    <a:pt x="4" y="17"/>
                    <a:pt x="4" y="17"/>
                    <a:pt x="4" y="17"/>
                  </a:cubicBezTo>
                  <a:lnTo>
                    <a:pt x="10"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ś1ïďé"/>
            <p:cNvSpPr/>
            <p:nvPr/>
          </p:nvSpPr>
          <p:spPr bwMode="auto">
            <a:xfrm>
              <a:off x="3937479" y="2678694"/>
              <a:ext cx="108476" cy="149697"/>
            </a:xfrm>
            <a:custGeom>
              <a:avLst/>
              <a:gdLst>
                <a:gd name="T0" fmla="*/ 12 w 21"/>
                <a:gd name="T1" fmla="*/ 0 h 29"/>
                <a:gd name="T2" fmla="*/ 15 w 21"/>
                <a:gd name="T3" fmla="*/ 8 h 29"/>
                <a:gd name="T4" fmla="*/ 15 w 21"/>
                <a:gd name="T5" fmla="*/ 8 h 29"/>
                <a:gd name="T6" fmla="*/ 10 w 21"/>
                <a:gd name="T7" fmla="*/ 4 h 29"/>
                <a:gd name="T8" fmla="*/ 6 w 21"/>
                <a:gd name="T9" fmla="*/ 4 h 29"/>
                <a:gd name="T10" fmla="*/ 3 w 21"/>
                <a:gd name="T11" fmla="*/ 6 h 29"/>
                <a:gd name="T12" fmla="*/ 3 w 21"/>
                <a:gd name="T13" fmla="*/ 8 h 29"/>
                <a:gd name="T14" fmla="*/ 4 w 21"/>
                <a:gd name="T15" fmla="*/ 10 h 29"/>
                <a:gd name="T16" fmla="*/ 6 w 21"/>
                <a:gd name="T17" fmla="*/ 11 h 29"/>
                <a:gd name="T18" fmla="*/ 10 w 21"/>
                <a:gd name="T19" fmla="*/ 11 h 29"/>
                <a:gd name="T20" fmla="*/ 17 w 21"/>
                <a:gd name="T21" fmla="*/ 13 h 29"/>
                <a:gd name="T22" fmla="*/ 20 w 21"/>
                <a:gd name="T23" fmla="*/ 16 h 29"/>
                <a:gd name="T24" fmla="*/ 20 w 21"/>
                <a:gd name="T25" fmla="*/ 22 h 29"/>
                <a:gd name="T26" fmla="*/ 15 w 21"/>
                <a:gd name="T27" fmla="*/ 26 h 29"/>
                <a:gd name="T28" fmla="*/ 13 w 21"/>
                <a:gd name="T29" fmla="*/ 27 h 29"/>
                <a:gd name="T30" fmla="*/ 10 w 21"/>
                <a:gd name="T31" fmla="*/ 27 h 29"/>
                <a:gd name="T32" fmla="*/ 9 w 21"/>
                <a:gd name="T33" fmla="*/ 27 h 29"/>
                <a:gd name="T34" fmla="*/ 8 w 21"/>
                <a:gd name="T35" fmla="*/ 27 h 29"/>
                <a:gd name="T36" fmla="*/ 7 w 21"/>
                <a:gd name="T37" fmla="*/ 29 h 29"/>
                <a:gd name="T38" fmla="*/ 7 w 21"/>
                <a:gd name="T39" fmla="*/ 29 h 29"/>
                <a:gd name="T40" fmla="*/ 4 w 21"/>
                <a:gd name="T41" fmla="*/ 21 h 29"/>
                <a:gd name="T42" fmla="*/ 4 w 21"/>
                <a:gd name="T43" fmla="*/ 20 h 29"/>
                <a:gd name="T44" fmla="*/ 9 w 21"/>
                <a:gd name="T45" fmla="*/ 25 h 29"/>
                <a:gd name="T46" fmla="*/ 14 w 21"/>
                <a:gd name="T47" fmla="*/ 25 h 29"/>
                <a:gd name="T48" fmla="*/ 17 w 21"/>
                <a:gd name="T49" fmla="*/ 23 h 29"/>
                <a:gd name="T50" fmla="*/ 17 w 21"/>
                <a:gd name="T51" fmla="*/ 20 h 29"/>
                <a:gd name="T52" fmla="*/ 16 w 21"/>
                <a:gd name="T53" fmla="*/ 19 h 29"/>
                <a:gd name="T54" fmla="*/ 14 w 21"/>
                <a:gd name="T55" fmla="*/ 18 h 29"/>
                <a:gd name="T56" fmla="*/ 11 w 21"/>
                <a:gd name="T57" fmla="*/ 17 h 29"/>
                <a:gd name="T58" fmla="*/ 5 w 21"/>
                <a:gd name="T59" fmla="*/ 16 h 29"/>
                <a:gd name="T60" fmla="*/ 2 w 21"/>
                <a:gd name="T61" fmla="*/ 15 h 29"/>
                <a:gd name="T62" fmla="*/ 0 w 21"/>
                <a:gd name="T63" fmla="*/ 12 h 29"/>
                <a:gd name="T64" fmla="*/ 1 w 21"/>
                <a:gd name="T65" fmla="*/ 7 h 29"/>
                <a:gd name="T66" fmla="*/ 5 w 21"/>
                <a:gd name="T67" fmla="*/ 3 h 29"/>
                <a:gd name="T68" fmla="*/ 7 w 21"/>
                <a:gd name="T69" fmla="*/ 2 h 29"/>
                <a:gd name="T70" fmla="*/ 9 w 21"/>
                <a:gd name="T71" fmla="*/ 2 h 29"/>
                <a:gd name="T72" fmla="*/ 11 w 21"/>
                <a:gd name="T73" fmla="*/ 2 h 29"/>
                <a:gd name="T74" fmla="*/ 12 w 21"/>
                <a:gd name="T75" fmla="*/ 2 h 29"/>
                <a:gd name="T76" fmla="*/ 12 w 21"/>
                <a:gd name="T7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 h="29">
                  <a:moveTo>
                    <a:pt x="12" y="0"/>
                  </a:moveTo>
                  <a:cubicBezTo>
                    <a:pt x="15" y="8"/>
                    <a:pt x="15" y="8"/>
                    <a:pt x="15" y="8"/>
                  </a:cubicBezTo>
                  <a:cubicBezTo>
                    <a:pt x="15" y="8"/>
                    <a:pt x="15" y="8"/>
                    <a:pt x="15" y="8"/>
                  </a:cubicBezTo>
                  <a:cubicBezTo>
                    <a:pt x="13" y="6"/>
                    <a:pt x="12" y="5"/>
                    <a:pt x="10" y="4"/>
                  </a:cubicBezTo>
                  <a:cubicBezTo>
                    <a:pt x="9" y="4"/>
                    <a:pt x="7" y="3"/>
                    <a:pt x="6" y="4"/>
                  </a:cubicBezTo>
                  <a:cubicBezTo>
                    <a:pt x="5" y="4"/>
                    <a:pt x="4" y="5"/>
                    <a:pt x="3" y="6"/>
                  </a:cubicBezTo>
                  <a:cubicBezTo>
                    <a:pt x="3" y="7"/>
                    <a:pt x="3" y="8"/>
                    <a:pt x="3" y="8"/>
                  </a:cubicBezTo>
                  <a:cubicBezTo>
                    <a:pt x="3" y="9"/>
                    <a:pt x="4" y="9"/>
                    <a:pt x="4" y="10"/>
                  </a:cubicBezTo>
                  <a:cubicBezTo>
                    <a:pt x="4" y="10"/>
                    <a:pt x="5" y="10"/>
                    <a:pt x="6" y="11"/>
                  </a:cubicBezTo>
                  <a:cubicBezTo>
                    <a:pt x="7" y="11"/>
                    <a:pt x="8" y="11"/>
                    <a:pt x="10" y="11"/>
                  </a:cubicBezTo>
                  <a:cubicBezTo>
                    <a:pt x="14" y="11"/>
                    <a:pt x="16" y="12"/>
                    <a:pt x="17" y="13"/>
                  </a:cubicBezTo>
                  <a:cubicBezTo>
                    <a:pt x="18" y="13"/>
                    <a:pt x="19" y="15"/>
                    <a:pt x="20" y="16"/>
                  </a:cubicBezTo>
                  <a:cubicBezTo>
                    <a:pt x="21" y="18"/>
                    <a:pt x="21" y="20"/>
                    <a:pt x="20" y="22"/>
                  </a:cubicBezTo>
                  <a:cubicBezTo>
                    <a:pt x="19" y="24"/>
                    <a:pt x="17" y="25"/>
                    <a:pt x="15" y="26"/>
                  </a:cubicBezTo>
                  <a:cubicBezTo>
                    <a:pt x="14" y="26"/>
                    <a:pt x="13" y="26"/>
                    <a:pt x="13" y="27"/>
                  </a:cubicBezTo>
                  <a:cubicBezTo>
                    <a:pt x="12" y="27"/>
                    <a:pt x="11" y="27"/>
                    <a:pt x="10" y="27"/>
                  </a:cubicBezTo>
                  <a:cubicBezTo>
                    <a:pt x="9" y="27"/>
                    <a:pt x="9" y="27"/>
                    <a:pt x="9" y="27"/>
                  </a:cubicBezTo>
                  <a:cubicBezTo>
                    <a:pt x="8" y="27"/>
                    <a:pt x="8" y="27"/>
                    <a:pt x="8" y="27"/>
                  </a:cubicBezTo>
                  <a:cubicBezTo>
                    <a:pt x="8" y="28"/>
                    <a:pt x="7" y="28"/>
                    <a:pt x="7" y="29"/>
                  </a:cubicBezTo>
                  <a:cubicBezTo>
                    <a:pt x="7" y="29"/>
                    <a:pt x="7" y="29"/>
                    <a:pt x="7" y="29"/>
                  </a:cubicBezTo>
                  <a:cubicBezTo>
                    <a:pt x="4" y="21"/>
                    <a:pt x="4" y="21"/>
                    <a:pt x="4" y="21"/>
                  </a:cubicBezTo>
                  <a:cubicBezTo>
                    <a:pt x="4" y="20"/>
                    <a:pt x="4" y="20"/>
                    <a:pt x="4" y="20"/>
                  </a:cubicBezTo>
                  <a:cubicBezTo>
                    <a:pt x="6" y="23"/>
                    <a:pt x="7" y="24"/>
                    <a:pt x="9" y="25"/>
                  </a:cubicBezTo>
                  <a:cubicBezTo>
                    <a:pt x="11" y="25"/>
                    <a:pt x="13" y="25"/>
                    <a:pt x="14" y="25"/>
                  </a:cubicBezTo>
                  <a:cubicBezTo>
                    <a:pt x="16" y="24"/>
                    <a:pt x="16" y="24"/>
                    <a:pt x="17" y="23"/>
                  </a:cubicBezTo>
                  <a:cubicBezTo>
                    <a:pt x="17" y="22"/>
                    <a:pt x="17" y="21"/>
                    <a:pt x="17" y="20"/>
                  </a:cubicBezTo>
                  <a:cubicBezTo>
                    <a:pt x="17" y="19"/>
                    <a:pt x="17" y="19"/>
                    <a:pt x="16" y="19"/>
                  </a:cubicBezTo>
                  <a:cubicBezTo>
                    <a:pt x="16" y="18"/>
                    <a:pt x="15" y="18"/>
                    <a:pt x="14" y="18"/>
                  </a:cubicBezTo>
                  <a:cubicBezTo>
                    <a:pt x="14" y="17"/>
                    <a:pt x="12" y="17"/>
                    <a:pt x="11" y="17"/>
                  </a:cubicBezTo>
                  <a:cubicBezTo>
                    <a:pt x="8" y="17"/>
                    <a:pt x="6" y="17"/>
                    <a:pt x="5" y="16"/>
                  </a:cubicBezTo>
                  <a:cubicBezTo>
                    <a:pt x="4" y="16"/>
                    <a:pt x="3" y="15"/>
                    <a:pt x="2" y="15"/>
                  </a:cubicBezTo>
                  <a:cubicBezTo>
                    <a:pt x="1" y="14"/>
                    <a:pt x="1" y="13"/>
                    <a:pt x="0" y="12"/>
                  </a:cubicBezTo>
                  <a:cubicBezTo>
                    <a:pt x="0" y="10"/>
                    <a:pt x="0" y="8"/>
                    <a:pt x="1" y="7"/>
                  </a:cubicBezTo>
                  <a:cubicBezTo>
                    <a:pt x="1" y="5"/>
                    <a:pt x="3" y="4"/>
                    <a:pt x="5" y="3"/>
                  </a:cubicBezTo>
                  <a:cubicBezTo>
                    <a:pt x="6" y="3"/>
                    <a:pt x="6" y="2"/>
                    <a:pt x="7" y="2"/>
                  </a:cubicBezTo>
                  <a:cubicBezTo>
                    <a:pt x="8" y="2"/>
                    <a:pt x="8" y="2"/>
                    <a:pt x="9" y="2"/>
                  </a:cubicBezTo>
                  <a:cubicBezTo>
                    <a:pt x="10" y="2"/>
                    <a:pt x="11" y="2"/>
                    <a:pt x="11" y="2"/>
                  </a:cubicBezTo>
                  <a:cubicBezTo>
                    <a:pt x="11" y="2"/>
                    <a:pt x="12" y="2"/>
                    <a:pt x="12" y="2"/>
                  </a:cubicBezTo>
                  <a:cubicBezTo>
                    <a:pt x="12" y="1"/>
                    <a:pt x="12" y="1"/>
                    <a:pt x="1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śliḍè"/>
            <p:cNvSpPr/>
            <p:nvPr/>
          </p:nvSpPr>
          <p:spPr bwMode="auto">
            <a:xfrm>
              <a:off x="4065481" y="2643982"/>
              <a:ext cx="112815" cy="138849"/>
            </a:xfrm>
            <a:custGeom>
              <a:avLst/>
              <a:gdLst>
                <a:gd name="T0" fmla="*/ 21 w 22"/>
                <a:gd name="T1" fmla="*/ 0 h 27"/>
                <a:gd name="T2" fmla="*/ 22 w 22"/>
                <a:gd name="T3" fmla="*/ 7 h 27"/>
                <a:gd name="T4" fmla="*/ 22 w 22"/>
                <a:gd name="T5" fmla="*/ 7 h 27"/>
                <a:gd name="T6" fmla="*/ 20 w 22"/>
                <a:gd name="T7" fmla="*/ 4 h 27"/>
                <a:gd name="T8" fmla="*/ 18 w 22"/>
                <a:gd name="T9" fmla="*/ 3 h 27"/>
                <a:gd name="T10" fmla="*/ 15 w 22"/>
                <a:gd name="T11" fmla="*/ 3 h 27"/>
                <a:gd name="T12" fmla="*/ 14 w 22"/>
                <a:gd name="T13" fmla="*/ 3 h 27"/>
                <a:gd name="T14" fmla="*/ 17 w 22"/>
                <a:gd name="T15" fmla="*/ 21 h 27"/>
                <a:gd name="T16" fmla="*/ 17 w 22"/>
                <a:gd name="T17" fmla="*/ 24 h 27"/>
                <a:gd name="T18" fmla="*/ 18 w 22"/>
                <a:gd name="T19" fmla="*/ 24 h 27"/>
                <a:gd name="T20" fmla="*/ 20 w 22"/>
                <a:gd name="T21" fmla="*/ 24 h 27"/>
                <a:gd name="T22" fmla="*/ 20 w 22"/>
                <a:gd name="T23" fmla="*/ 24 h 27"/>
                <a:gd name="T24" fmla="*/ 21 w 22"/>
                <a:gd name="T25" fmla="*/ 25 h 27"/>
                <a:gd name="T26" fmla="*/ 8 w 22"/>
                <a:gd name="T27" fmla="*/ 27 h 27"/>
                <a:gd name="T28" fmla="*/ 8 w 22"/>
                <a:gd name="T29" fmla="*/ 26 h 27"/>
                <a:gd name="T30" fmla="*/ 9 w 22"/>
                <a:gd name="T31" fmla="*/ 26 h 27"/>
                <a:gd name="T32" fmla="*/ 10 w 22"/>
                <a:gd name="T33" fmla="*/ 25 h 27"/>
                <a:gd name="T34" fmla="*/ 11 w 22"/>
                <a:gd name="T35" fmla="*/ 24 h 27"/>
                <a:gd name="T36" fmla="*/ 11 w 22"/>
                <a:gd name="T37" fmla="*/ 22 h 27"/>
                <a:gd name="T38" fmla="*/ 8 w 22"/>
                <a:gd name="T39" fmla="*/ 4 h 27"/>
                <a:gd name="T40" fmla="*/ 6 w 22"/>
                <a:gd name="T41" fmla="*/ 4 h 27"/>
                <a:gd name="T42" fmla="*/ 3 w 22"/>
                <a:gd name="T43" fmla="*/ 6 h 27"/>
                <a:gd name="T44" fmla="*/ 2 w 22"/>
                <a:gd name="T45" fmla="*/ 10 h 27"/>
                <a:gd name="T46" fmla="*/ 1 w 22"/>
                <a:gd name="T47" fmla="*/ 10 h 27"/>
                <a:gd name="T48" fmla="*/ 0 w 22"/>
                <a:gd name="T49" fmla="*/ 4 h 27"/>
                <a:gd name="T50" fmla="*/ 21 w 22"/>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7">
                  <a:moveTo>
                    <a:pt x="21" y="0"/>
                  </a:moveTo>
                  <a:cubicBezTo>
                    <a:pt x="22" y="7"/>
                    <a:pt x="22" y="7"/>
                    <a:pt x="22" y="7"/>
                  </a:cubicBezTo>
                  <a:cubicBezTo>
                    <a:pt x="22" y="7"/>
                    <a:pt x="22" y="7"/>
                    <a:pt x="22" y="7"/>
                  </a:cubicBezTo>
                  <a:cubicBezTo>
                    <a:pt x="21" y="5"/>
                    <a:pt x="20" y="4"/>
                    <a:pt x="20" y="4"/>
                  </a:cubicBezTo>
                  <a:cubicBezTo>
                    <a:pt x="19" y="3"/>
                    <a:pt x="19" y="3"/>
                    <a:pt x="18" y="3"/>
                  </a:cubicBezTo>
                  <a:cubicBezTo>
                    <a:pt x="17" y="3"/>
                    <a:pt x="16" y="3"/>
                    <a:pt x="15" y="3"/>
                  </a:cubicBezTo>
                  <a:cubicBezTo>
                    <a:pt x="14" y="3"/>
                    <a:pt x="14" y="3"/>
                    <a:pt x="14" y="3"/>
                  </a:cubicBezTo>
                  <a:cubicBezTo>
                    <a:pt x="17" y="21"/>
                    <a:pt x="17" y="21"/>
                    <a:pt x="17" y="21"/>
                  </a:cubicBezTo>
                  <a:cubicBezTo>
                    <a:pt x="17" y="23"/>
                    <a:pt x="17" y="23"/>
                    <a:pt x="17" y="24"/>
                  </a:cubicBezTo>
                  <a:cubicBezTo>
                    <a:pt x="17" y="24"/>
                    <a:pt x="18" y="24"/>
                    <a:pt x="18" y="24"/>
                  </a:cubicBezTo>
                  <a:cubicBezTo>
                    <a:pt x="18" y="24"/>
                    <a:pt x="19" y="24"/>
                    <a:pt x="20" y="24"/>
                  </a:cubicBezTo>
                  <a:cubicBezTo>
                    <a:pt x="20" y="24"/>
                    <a:pt x="20" y="24"/>
                    <a:pt x="20" y="24"/>
                  </a:cubicBezTo>
                  <a:cubicBezTo>
                    <a:pt x="21" y="25"/>
                    <a:pt x="21" y="25"/>
                    <a:pt x="21" y="25"/>
                  </a:cubicBezTo>
                  <a:cubicBezTo>
                    <a:pt x="8" y="27"/>
                    <a:pt x="8" y="27"/>
                    <a:pt x="8" y="27"/>
                  </a:cubicBezTo>
                  <a:cubicBezTo>
                    <a:pt x="8" y="26"/>
                    <a:pt x="8" y="26"/>
                    <a:pt x="8" y="26"/>
                  </a:cubicBezTo>
                  <a:cubicBezTo>
                    <a:pt x="9" y="26"/>
                    <a:pt x="9" y="26"/>
                    <a:pt x="9" y="26"/>
                  </a:cubicBezTo>
                  <a:cubicBezTo>
                    <a:pt x="10" y="26"/>
                    <a:pt x="10" y="26"/>
                    <a:pt x="10" y="25"/>
                  </a:cubicBezTo>
                  <a:cubicBezTo>
                    <a:pt x="11" y="25"/>
                    <a:pt x="11" y="25"/>
                    <a:pt x="11" y="24"/>
                  </a:cubicBezTo>
                  <a:cubicBezTo>
                    <a:pt x="11" y="24"/>
                    <a:pt x="11" y="23"/>
                    <a:pt x="11" y="22"/>
                  </a:cubicBezTo>
                  <a:cubicBezTo>
                    <a:pt x="8" y="4"/>
                    <a:pt x="8" y="4"/>
                    <a:pt x="8" y="4"/>
                  </a:cubicBezTo>
                  <a:cubicBezTo>
                    <a:pt x="6" y="4"/>
                    <a:pt x="6" y="4"/>
                    <a:pt x="6" y="4"/>
                  </a:cubicBezTo>
                  <a:cubicBezTo>
                    <a:pt x="5" y="4"/>
                    <a:pt x="3" y="5"/>
                    <a:pt x="3" y="6"/>
                  </a:cubicBezTo>
                  <a:cubicBezTo>
                    <a:pt x="2" y="7"/>
                    <a:pt x="2" y="8"/>
                    <a:pt x="2" y="10"/>
                  </a:cubicBezTo>
                  <a:cubicBezTo>
                    <a:pt x="1" y="10"/>
                    <a:pt x="1" y="10"/>
                    <a:pt x="1" y="10"/>
                  </a:cubicBezTo>
                  <a:cubicBezTo>
                    <a:pt x="0" y="4"/>
                    <a:pt x="0" y="4"/>
                    <a:pt x="0" y="4"/>
                  </a:cubicBezTo>
                  <a:lnTo>
                    <a:pt x="21"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ś1îdè"/>
            <p:cNvSpPr/>
            <p:nvPr/>
          </p:nvSpPr>
          <p:spPr bwMode="auto">
            <a:xfrm>
              <a:off x="4312806" y="2643982"/>
              <a:ext cx="123663" cy="138849"/>
            </a:xfrm>
            <a:custGeom>
              <a:avLst/>
              <a:gdLst>
                <a:gd name="T0" fmla="*/ 0 w 24"/>
                <a:gd name="T1" fmla="*/ 0 h 27"/>
                <a:gd name="T2" fmla="*/ 12 w 24"/>
                <a:gd name="T3" fmla="*/ 2 h 27"/>
                <a:gd name="T4" fmla="*/ 12 w 24"/>
                <a:gd name="T5" fmla="*/ 3 h 27"/>
                <a:gd name="T6" fmla="*/ 12 w 24"/>
                <a:gd name="T7" fmla="*/ 3 h 27"/>
                <a:gd name="T8" fmla="*/ 10 w 24"/>
                <a:gd name="T9" fmla="*/ 3 h 27"/>
                <a:gd name="T10" fmla="*/ 9 w 24"/>
                <a:gd name="T11" fmla="*/ 3 h 27"/>
                <a:gd name="T12" fmla="*/ 8 w 24"/>
                <a:gd name="T13" fmla="*/ 6 h 27"/>
                <a:gd name="T14" fmla="*/ 6 w 24"/>
                <a:gd name="T15" fmla="*/ 18 h 27"/>
                <a:gd name="T16" fmla="*/ 6 w 24"/>
                <a:gd name="T17" fmla="*/ 22 h 27"/>
                <a:gd name="T18" fmla="*/ 7 w 24"/>
                <a:gd name="T19" fmla="*/ 24 h 27"/>
                <a:gd name="T20" fmla="*/ 10 w 24"/>
                <a:gd name="T21" fmla="*/ 25 h 27"/>
                <a:gd name="T22" fmla="*/ 13 w 24"/>
                <a:gd name="T23" fmla="*/ 25 h 27"/>
                <a:gd name="T24" fmla="*/ 16 w 24"/>
                <a:gd name="T25" fmla="*/ 23 h 27"/>
                <a:gd name="T26" fmla="*/ 17 w 24"/>
                <a:gd name="T27" fmla="*/ 17 h 27"/>
                <a:gd name="T28" fmla="*/ 19 w 24"/>
                <a:gd name="T29" fmla="*/ 8 h 27"/>
                <a:gd name="T30" fmla="*/ 19 w 24"/>
                <a:gd name="T31" fmla="*/ 5 h 27"/>
                <a:gd name="T32" fmla="*/ 18 w 24"/>
                <a:gd name="T33" fmla="*/ 4 h 27"/>
                <a:gd name="T34" fmla="*/ 16 w 24"/>
                <a:gd name="T35" fmla="*/ 4 h 27"/>
                <a:gd name="T36" fmla="*/ 16 w 24"/>
                <a:gd name="T37" fmla="*/ 3 h 27"/>
                <a:gd name="T38" fmla="*/ 24 w 24"/>
                <a:gd name="T39" fmla="*/ 4 h 27"/>
                <a:gd name="T40" fmla="*/ 24 w 24"/>
                <a:gd name="T41" fmla="*/ 5 h 27"/>
                <a:gd name="T42" fmla="*/ 24 w 24"/>
                <a:gd name="T43" fmla="*/ 5 h 27"/>
                <a:gd name="T44" fmla="*/ 22 w 24"/>
                <a:gd name="T45" fmla="*/ 5 h 27"/>
                <a:gd name="T46" fmla="*/ 21 w 24"/>
                <a:gd name="T47" fmla="*/ 6 h 27"/>
                <a:gd name="T48" fmla="*/ 20 w 24"/>
                <a:gd name="T49" fmla="*/ 8 h 27"/>
                <a:gd name="T50" fmla="*/ 19 w 24"/>
                <a:gd name="T51" fmla="*/ 17 h 27"/>
                <a:gd name="T52" fmla="*/ 17 w 24"/>
                <a:gd name="T53" fmla="*/ 23 h 27"/>
                <a:gd name="T54" fmla="*/ 14 w 24"/>
                <a:gd name="T55" fmla="*/ 26 h 27"/>
                <a:gd name="T56" fmla="*/ 8 w 24"/>
                <a:gd name="T57" fmla="*/ 26 h 27"/>
                <a:gd name="T58" fmla="*/ 3 w 24"/>
                <a:gd name="T59" fmla="*/ 25 h 27"/>
                <a:gd name="T60" fmla="*/ 1 w 24"/>
                <a:gd name="T61" fmla="*/ 21 h 27"/>
                <a:gd name="T62" fmla="*/ 0 w 24"/>
                <a:gd name="T63" fmla="*/ 17 h 27"/>
                <a:gd name="T64" fmla="*/ 2 w 24"/>
                <a:gd name="T65" fmla="*/ 5 h 27"/>
                <a:gd name="T66" fmla="*/ 3 w 24"/>
                <a:gd name="T67" fmla="*/ 2 h 27"/>
                <a:gd name="T68" fmla="*/ 2 w 24"/>
                <a:gd name="T69" fmla="*/ 1 h 27"/>
                <a:gd name="T70" fmla="*/ 0 w 24"/>
                <a:gd name="T71" fmla="*/ 1 h 27"/>
                <a:gd name="T72" fmla="*/ 0 w 24"/>
                <a:gd name="T7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27">
                  <a:moveTo>
                    <a:pt x="0" y="0"/>
                  </a:moveTo>
                  <a:cubicBezTo>
                    <a:pt x="12" y="2"/>
                    <a:pt x="12" y="2"/>
                    <a:pt x="12" y="2"/>
                  </a:cubicBezTo>
                  <a:cubicBezTo>
                    <a:pt x="12" y="3"/>
                    <a:pt x="12" y="3"/>
                    <a:pt x="12" y="3"/>
                  </a:cubicBezTo>
                  <a:cubicBezTo>
                    <a:pt x="12" y="3"/>
                    <a:pt x="12" y="3"/>
                    <a:pt x="12" y="3"/>
                  </a:cubicBezTo>
                  <a:cubicBezTo>
                    <a:pt x="11" y="3"/>
                    <a:pt x="10" y="3"/>
                    <a:pt x="10" y="3"/>
                  </a:cubicBezTo>
                  <a:cubicBezTo>
                    <a:pt x="9" y="3"/>
                    <a:pt x="9" y="3"/>
                    <a:pt x="9" y="3"/>
                  </a:cubicBezTo>
                  <a:cubicBezTo>
                    <a:pt x="9" y="4"/>
                    <a:pt x="8" y="5"/>
                    <a:pt x="8" y="6"/>
                  </a:cubicBezTo>
                  <a:cubicBezTo>
                    <a:pt x="6" y="18"/>
                    <a:pt x="6" y="18"/>
                    <a:pt x="6" y="18"/>
                  </a:cubicBezTo>
                  <a:cubicBezTo>
                    <a:pt x="6" y="20"/>
                    <a:pt x="6" y="21"/>
                    <a:pt x="6" y="22"/>
                  </a:cubicBezTo>
                  <a:cubicBezTo>
                    <a:pt x="6" y="23"/>
                    <a:pt x="7" y="23"/>
                    <a:pt x="7" y="24"/>
                  </a:cubicBezTo>
                  <a:cubicBezTo>
                    <a:pt x="8" y="24"/>
                    <a:pt x="9" y="25"/>
                    <a:pt x="10" y="25"/>
                  </a:cubicBezTo>
                  <a:cubicBezTo>
                    <a:pt x="11" y="25"/>
                    <a:pt x="12" y="25"/>
                    <a:pt x="13" y="25"/>
                  </a:cubicBezTo>
                  <a:cubicBezTo>
                    <a:pt x="14" y="24"/>
                    <a:pt x="15" y="24"/>
                    <a:pt x="16" y="23"/>
                  </a:cubicBezTo>
                  <a:cubicBezTo>
                    <a:pt x="16" y="22"/>
                    <a:pt x="17" y="20"/>
                    <a:pt x="17" y="17"/>
                  </a:cubicBezTo>
                  <a:cubicBezTo>
                    <a:pt x="19" y="8"/>
                    <a:pt x="19" y="8"/>
                    <a:pt x="19" y="8"/>
                  </a:cubicBezTo>
                  <a:cubicBezTo>
                    <a:pt x="19" y="7"/>
                    <a:pt x="19" y="6"/>
                    <a:pt x="19" y="5"/>
                  </a:cubicBezTo>
                  <a:cubicBezTo>
                    <a:pt x="19" y="5"/>
                    <a:pt x="19" y="5"/>
                    <a:pt x="18" y="4"/>
                  </a:cubicBezTo>
                  <a:cubicBezTo>
                    <a:pt x="18" y="4"/>
                    <a:pt x="17" y="4"/>
                    <a:pt x="16" y="4"/>
                  </a:cubicBezTo>
                  <a:cubicBezTo>
                    <a:pt x="16" y="3"/>
                    <a:pt x="16" y="3"/>
                    <a:pt x="16" y="3"/>
                  </a:cubicBezTo>
                  <a:cubicBezTo>
                    <a:pt x="24" y="4"/>
                    <a:pt x="24" y="4"/>
                    <a:pt x="24" y="4"/>
                  </a:cubicBezTo>
                  <a:cubicBezTo>
                    <a:pt x="24" y="5"/>
                    <a:pt x="24" y="5"/>
                    <a:pt x="24" y="5"/>
                  </a:cubicBezTo>
                  <a:cubicBezTo>
                    <a:pt x="24" y="5"/>
                    <a:pt x="24" y="5"/>
                    <a:pt x="24" y="5"/>
                  </a:cubicBezTo>
                  <a:cubicBezTo>
                    <a:pt x="23" y="5"/>
                    <a:pt x="23" y="5"/>
                    <a:pt x="22" y="5"/>
                  </a:cubicBezTo>
                  <a:cubicBezTo>
                    <a:pt x="22" y="5"/>
                    <a:pt x="21" y="6"/>
                    <a:pt x="21" y="6"/>
                  </a:cubicBezTo>
                  <a:cubicBezTo>
                    <a:pt x="21" y="6"/>
                    <a:pt x="21" y="7"/>
                    <a:pt x="20" y="8"/>
                  </a:cubicBezTo>
                  <a:cubicBezTo>
                    <a:pt x="19" y="17"/>
                    <a:pt x="19" y="17"/>
                    <a:pt x="19" y="17"/>
                  </a:cubicBezTo>
                  <a:cubicBezTo>
                    <a:pt x="18" y="20"/>
                    <a:pt x="18" y="22"/>
                    <a:pt x="17" y="23"/>
                  </a:cubicBezTo>
                  <a:cubicBezTo>
                    <a:pt x="17" y="24"/>
                    <a:pt x="16" y="25"/>
                    <a:pt x="14" y="26"/>
                  </a:cubicBezTo>
                  <a:cubicBezTo>
                    <a:pt x="12" y="27"/>
                    <a:pt x="10" y="27"/>
                    <a:pt x="8" y="26"/>
                  </a:cubicBezTo>
                  <a:cubicBezTo>
                    <a:pt x="6" y="26"/>
                    <a:pt x="4" y="26"/>
                    <a:pt x="3" y="25"/>
                  </a:cubicBezTo>
                  <a:cubicBezTo>
                    <a:pt x="2" y="24"/>
                    <a:pt x="1" y="23"/>
                    <a:pt x="1" y="21"/>
                  </a:cubicBezTo>
                  <a:cubicBezTo>
                    <a:pt x="0" y="20"/>
                    <a:pt x="0" y="19"/>
                    <a:pt x="0" y="17"/>
                  </a:cubicBezTo>
                  <a:cubicBezTo>
                    <a:pt x="2" y="5"/>
                    <a:pt x="2" y="5"/>
                    <a:pt x="2" y="5"/>
                  </a:cubicBezTo>
                  <a:cubicBezTo>
                    <a:pt x="3" y="4"/>
                    <a:pt x="3" y="3"/>
                    <a:pt x="3" y="2"/>
                  </a:cubicBezTo>
                  <a:cubicBezTo>
                    <a:pt x="3" y="2"/>
                    <a:pt x="2" y="2"/>
                    <a:pt x="2" y="1"/>
                  </a:cubicBezTo>
                  <a:cubicBezTo>
                    <a:pt x="2" y="1"/>
                    <a:pt x="1" y="1"/>
                    <a:pt x="0" y="1"/>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ṩlíḋè"/>
            <p:cNvSpPr/>
            <p:nvPr/>
          </p:nvSpPr>
          <p:spPr bwMode="auto">
            <a:xfrm>
              <a:off x="4436468" y="2678694"/>
              <a:ext cx="162714" cy="160544"/>
            </a:xfrm>
            <a:custGeom>
              <a:avLst/>
              <a:gdLst>
                <a:gd name="T0" fmla="*/ 17 w 32"/>
                <a:gd name="T1" fmla="*/ 3 h 31"/>
                <a:gd name="T2" fmla="*/ 22 w 32"/>
                <a:gd name="T3" fmla="*/ 21 h 31"/>
                <a:gd name="T4" fmla="*/ 26 w 32"/>
                <a:gd name="T5" fmla="*/ 12 h 31"/>
                <a:gd name="T6" fmla="*/ 26 w 32"/>
                <a:gd name="T7" fmla="*/ 9 h 31"/>
                <a:gd name="T8" fmla="*/ 24 w 32"/>
                <a:gd name="T9" fmla="*/ 7 h 31"/>
                <a:gd name="T10" fmla="*/ 24 w 32"/>
                <a:gd name="T11" fmla="*/ 6 h 31"/>
                <a:gd name="T12" fmla="*/ 32 w 32"/>
                <a:gd name="T13" fmla="*/ 9 h 31"/>
                <a:gd name="T14" fmla="*/ 32 w 32"/>
                <a:gd name="T15" fmla="*/ 10 h 31"/>
                <a:gd name="T16" fmla="*/ 29 w 32"/>
                <a:gd name="T17" fmla="*/ 10 h 31"/>
                <a:gd name="T18" fmla="*/ 28 w 32"/>
                <a:gd name="T19" fmla="*/ 10 h 31"/>
                <a:gd name="T20" fmla="*/ 27 w 32"/>
                <a:gd name="T21" fmla="*/ 12 h 31"/>
                <a:gd name="T22" fmla="*/ 19 w 32"/>
                <a:gd name="T23" fmla="*/ 31 h 31"/>
                <a:gd name="T24" fmla="*/ 19 w 32"/>
                <a:gd name="T25" fmla="*/ 31 h 31"/>
                <a:gd name="T26" fmla="*/ 12 w 32"/>
                <a:gd name="T27" fmla="*/ 6 h 31"/>
                <a:gd name="T28" fmla="*/ 6 w 32"/>
                <a:gd name="T29" fmla="*/ 20 h 31"/>
                <a:gd name="T30" fmla="*/ 5 w 32"/>
                <a:gd name="T31" fmla="*/ 23 h 31"/>
                <a:gd name="T32" fmla="*/ 7 w 32"/>
                <a:gd name="T33" fmla="*/ 24 h 31"/>
                <a:gd name="T34" fmla="*/ 8 w 32"/>
                <a:gd name="T35" fmla="*/ 25 h 31"/>
                <a:gd name="T36" fmla="*/ 7 w 32"/>
                <a:gd name="T37" fmla="*/ 25 h 31"/>
                <a:gd name="T38" fmla="*/ 0 w 32"/>
                <a:gd name="T39" fmla="*/ 22 h 31"/>
                <a:gd name="T40" fmla="*/ 0 w 32"/>
                <a:gd name="T41" fmla="*/ 21 h 31"/>
                <a:gd name="T42" fmla="*/ 3 w 32"/>
                <a:gd name="T43" fmla="*/ 22 h 31"/>
                <a:gd name="T44" fmla="*/ 4 w 32"/>
                <a:gd name="T45" fmla="*/ 20 h 31"/>
                <a:gd name="T46" fmla="*/ 11 w 32"/>
                <a:gd name="T47" fmla="*/ 4 h 31"/>
                <a:gd name="T48" fmla="*/ 11 w 32"/>
                <a:gd name="T49" fmla="*/ 3 h 31"/>
                <a:gd name="T50" fmla="*/ 10 w 32"/>
                <a:gd name="T51" fmla="*/ 1 h 31"/>
                <a:gd name="T52" fmla="*/ 9 w 32"/>
                <a:gd name="T53" fmla="*/ 0 h 31"/>
                <a:gd name="T54" fmla="*/ 9 w 32"/>
                <a:gd name="T55" fmla="*/ 0 h 31"/>
                <a:gd name="T56" fmla="*/ 17 w 32"/>
                <a:gd name="T5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1">
                  <a:moveTo>
                    <a:pt x="17" y="3"/>
                  </a:moveTo>
                  <a:cubicBezTo>
                    <a:pt x="22" y="21"/>
                    <a:pt x="22" y="21"/>
                    <a:pt x="22" y="21"/>
                  </a:cubicBezTo>
                  <a:cubicBezTo>
                    <a:pt x="26" y="12"/>
                    <a:pt x="26" y="12"/>
                    <a:pt x="26" y="12"/>
                  </a:cubicBezTo>
                  <a:cubicBezTo>
                    <a:pt x="26" y="11"/>
                    <a:pt x="27" y="10"/>
                    <a:pt x="26" y="9"/>
                  </a:cubicBezTo>
                  <a:cubicBezTo>
                    <a:pt x="26" y="8"/>
                    <a:pt x="25" y="7"/>
                    <a:pt x="24" y="7"/>
                  </a:cubicBezTo>
                  <a:cubicBezTo>
                    <a:pt x="24" y="6"/>
                    <a:pt x="24" y="6"/>
                    <a:pt x="24" y="6"/>
                  </a:cubicBezTo>
                  <a:cubicBezTo>
                    <a:pt x="32" y="9"/>
                    <a:pt x="32" y="9"/>
                    <a:pt x="32" y="9"/>
                  </a:cubicBezTo>
                  <a:cubicBezTo>
                    <a:pt x="32" y="10"/>
                    <a:pt x="32" y="10"/>
                    <a:pt x="32" y="10"/>
                  </a:cubicBezTo>
                  <a:cubicBezTo>
                    <a:pt x="31" y="10"/>
                    <a:pt x="30" y="10"/>
                    <a:pt x="29" y="10"/>
                  </a:cubicBezTo>
                  <a:cubicBezTo>
                    <a:pt x="29" y="10"/>
                    <a:pt x="29" y="10"/>
                    <a:pt x="28" y="10"/>
                  </a:cubicBezTo>
                  <a:cubicBezTo>
                    <a:pt x="28" y="11"/>
                    <a:pt x="28" y="11"/>
                    <a:pt x="27" y="12"/>
                  </a:cubicBezTo>
                  <a:cubicBezTo>
                    <a:pt x="19" y="31"/>
                    <a:pt x="19" y="31"/>
                    <a:pt x="19" y="31"/>
                  </a:cubicBezTo>
                  <a:cubicBezTo>
                    <a:pt x="19" y="31"/>
                    <a:pt x="19" y="31"/>
                    <a:pt x="19" y="31"/>
                  </a:cubicBezTo>
                  <a:cubicBezTo>
                    <a:pt x="12" y="6"/>
                    <a:pt x="12" y="6"/>
                    <a:pt x="12" y="6"/>
                  </a:cubicBezTo>
                  <a:cubicBezTo>
                    <a:pt x="6" y="20"/>
                    <a:pt x="6" y="20"/>
                    <a:pt x="6" y="20"/>
                  </a:cubicBezTo>
                  <a:cubicBezTo>
                    <a:pt x="5" y="21"/>
                    <a:pt x="5" y="22"/>
                    <a:pt x="5" y="23"/>
                  </a:cubicBezTo>
                  <a:cubicBezTo>
                    <a:pt x="6" y="24"/>
                    <a:pt x="6" y="24"/>
                    <a:pt x="7" y="24"/>
                  </a:cubicBezTo>
                  <a:cubicBezTo>
                    <a:pt x="8" y="25"/>
                    <a:pt x="8" y="25"/>
                    <a:pt x="8" y="25"/>
                  </a:cubicBezTo>
                  <a:cubicBezTo>
                    <a:pt x="7" y="25"/>
                    <a:pt x="7" y="25"/>
                    <a:pt x="7" y="25"/>
                  </a:cubicBezTo>
                  <a:cubicBezTo>
                    <a:pt x="0" y="22"/>
                    <a:pt x="0" y="22"/>
                    <a:pt x="0" y="22"/>
                  </a:cubicBezTo>
                  <a:cubicBezTo>
                    <a:pt x="0" y="21"/>
                    <a:pt x="0" y="21"/>
                    <a:pt x="0" y="21"/>
                  </a:cubicBezTo>
                  <a:cubicBezTo>
                    <a:pt x="1" y="22"/>
                    <a:pt x="2" y="22"/>
                    <a:pt x="3" y="22"/>
                  </a:cubicBezTo>
                  <a:cubicBezTo>
                    <a:pt x="3" y="21"/>
                    <a:pt x="4" y="21"/>
                    <a:pt x="4" y="20"/>
                  </a:cubicBezTo>
                  <a:cubicBezTo>
                    <a:pt x="11" y="4"/>
                    <a:pt x="11" y="4"/>
                    <a:pt x="11" y="4"/>
                  </a:cubicBezTo>
                  <a:cubicBezTo>
                    <a:pt x="11" y="3"/>
                    <a:pt x="11" y="3"/>
                    <a:pt x="11" y="3"/>
                  </a:cubicBezTo>
                  <a:cubicBezTo>
                    <a:pt x="11" y="2"/>
                    <a:pt x="10" y="2"/>
                    <a:pt x="10" y="1"/>
                  </a:cubicBezTo>
                  <a:cubicBezTo>
                    <a:pt x="10" y="1"/>
                    <a:pt x="9" y="1"/>
                    <a:pt x="9" y="0"/>
                  </a:cubicBezTo>
                  <a:cubicBezTo>
                    <a:pt x="9" y="0"/>
                    <a:pt x="9" y="0"/>
                    <a:pt x="9" y="0"/>
                  </a:cubicBezTo>
                  <a:lnTo>
                    <a:pt x="17"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ļíḍè"/>
            <p:cNvSpPr/>
            <p:nvPr/>
          </p:nvSpPr>
          <p:spPr bwMode="auto">
            <a:xfrm>
              <a:off x="4568809" y="2752458"/>
              <a:ext cx="123663" cy="138849"/>
            </a:xfrm>
            <a:custGeom>
              <a:avLst/>
              <a:gdLst>
                <a:gd name="T0" fmla="*/ 11 w 24"/>
                <a:gd name="T1" fmla="*/ 26 h 27"/>
                <a:gd name="T2" fmla="*/ 10 w 24"/>
                <a:gd name="T3" fmla="*/ 27 h 27"/>
                <a:gd name="T4" fmla="*/ 0 w 24"/>
                <a:gd name="T5" fmla="*/ 20 h 27"/>
                <a:gd name="T6" fmla="*/ 0 w 24"/>
                <a:gd name="T7" fmla="*/ 19 h 27"/>
                <a:gd name="T8" fmla="*/ 1 w 24"/>
                <a:gd name="T9" fmla="*/ 20 h 27"/>
                <a:gd name="T10" fmla="*/ 3 w 24"/>
                <a:gd name="T11" fmla="*/ 20 h 27"/>
                <a:gd name="T12" fmla="*/ 4 w 24"/>
                <a:gd name="T13" fmla="*/ 20 h 27"/>
                <a:gd name="T14" fmla="*/ 5 w 24"/>
                <a:gd name="T15" fmla="*/ 18 h 27"/>
                <a:gd name="T16" fmla="*/ 14 w 24"/>
                <a:gd name="T17" fmla="*/ 5 h 27"/>
                <a:gd name="T18" fmla="*/ 15 w 24"/>
                <a:gd name="T19" fmla="*/ 3 h 27"/>
                <a:gd name="T20" fmla="*/ 15 w 24"/>
                <a:gd name="T21" fmla="*/ 2 h 27"/>
                <a:gd name="T22" fmla="*/ 13 w 24"/>
                <a:gd name="T23" fmla="*/ 1 h 27"/>
                <a:gd name="T24" fmla="*/ 13 w 24"/>
                <a:gd name="T25" fmla="*/ 0 h 27"/>
                <a:gd name="T26" fmla="*/ 13 w 24"/>
                <a:gd name="T27" fmla="*/ 0 h 27"/>
                <a:gd name="T28" fmla="*/ 24 w 24"/>
                <a:gd name="T29" fmla="*/ 7 h 27"/>
                <a:gd name="T30" fmla="*/ 23 w 24"/>
                <a:gd name="T31" fmla="*/ 7 h 27"/>
                <a:gd name="T32" fmla="*/ 23 w 24"/>
                <a:gd name="T33" fmla="*/ 7 h 27"/>
                <a:gd name="T34" fmla="*/ 21 w 24"/>
                <a:gd name="T35" fmla="*/ 6 h 27"/>
                <a:gd name="T36" fmla="*/ 20 w 24"/>
                <a:gd name="T37" fmla="*/ 6 h 27"/>
                <a:gd name="T38" fmla="*/ 18 w 24"/>
                <a:gd name="T39" fmla="*/ 8 h 27"/>
                <a:gd name="T40" fmla="*/ 10 w 24"/>
                <a:gd name="T41" fmla="*/ 21 h 27"/>
                <a:gd name="T42" fmla="*/ 9 w 24"/>
                <a:gd name="T43" fmla="*/ 24 h 27"/>
                <a:gd name="T44" fmla="*/ 9 w 24"/>
                <a:gd name="T45" fmla="*/ 25 h 27"/>
                <a:gd name="T46" fmla="*/ 10 w 24"/>
                <a:gd name="T47" fmla="*/ 26 h 27"/>
                <a:gd name="T48" fmla="*/ 11 w 24"/>
                <a:gd name="T49"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7">
                  <a:moveTo>
                    <a:pt x="11" y="26"/>
                  </a:moveTo>
                  <a:cubicBezTo>
                    <a:pt x="10" y="27"/>
                    <a:pt x="10" y="27"/>
                    <a:pt x="10" y="27"/>
                  </a:cubicBezTo>
                  <a:cubicBezTo>
                    <a:pt x="0" y="20"/>
                    <a:pt x="0" y="20"/>
                    <a:pt x="0" y="20"/>
                  </a:cubicBezTo>
                  <a:cubicBezTo>
                    <a:pt x="0" y="19"/>
                    <a:pt x="0" y="19"/>
                    <a:pt x="0" y="19"/>
                  </a:cubicBezTo>
                  <a:cubicBezTo>
                    <a:pt x="1" y="20"/>
                    <a:pt x="1" y="20"/>
                    <a:pt x="1" y="20"/>
                  </a:cubicBezTo>
                  <a:cubicBezTo>
                    <a:pt x="2" y="20"/>
                    <a:pt x="2" y="20"/>
                    <a:pt x="3" y="20"/>
                  </a:cubicBezTo>
                  <a:cubicBezTo>
                    <a:pt x="3" y="20"/>
                    <a:pt x="3" y="20"/>
                    <a:pt x="4" y="20"/>
                  </a:cubicBezTo>
                  <a:cubicBezTo>
                    <a:pt x="4" y="20"/>
                    <a:pt x="4" y="19"/>
                    <a:pt x="5" y="18"/>
                  </a:cubicBezTo>
                  <a:cubicBezTo>
                    <a:pt x="14" y="5"/>
                    <a:pt x="14" y="5"/>
                    <a:pt x="14" y="5"/>
                  </a:cubicBezTo>
                  <a:cubicBezTo>
                    <a:pt x="14" y="4"/>
                    <a:pt x="15" y="3"/>
                    <a:pt x="15" y="3"/>
                  </a:cubicBezTo>
                  <a:cubicBezTo>
                    <a:pt x="15" y="3"/>
                    <a:pt x="15" y="2"/>
                    <a:pt x="15" y="2"/>
                  </a:cubicBezTo>
                  <a:cubicBezTo>
                    <a:pt x="14" y="1"/>
                    <a:pt x="14" y="1"/>
                    <a:pt x="13" y="1"/>
                  </a:cubicBezTo>
                  <a:cubicBezTo>
                    <a:pt x="13" y="0"/>
                    <a:pt x="13" y="0"/>
                    <a:pt x="13" y="0"/>
                  </a:cubicBezTo>
                  <a:cubicBezTo>
                    <a:pt x="13" y="0"/>
                    <a:pt x="13" y="0"/>
                    <a:pt x="13" y="0"/>
                  </a:cubicBezTo>
                  <a:cubicBezTo>
                    <a:pt x="24" y="7"/>
                    <a:pt x="24" y="7"/>
                    <a:pt x="24" y="7"/>
                  </a:cubicBezTo>
                  <a:cubicBezTo>
                    <a:pt x="23" y="7"/>
                    <a:pt x="23" y="7"/>
                    <a:pt x="23" y="7"/>
                  </a:cubicBezTo>
                  <a:cubicBezTo>
                    <a:pt x="23" y="7"/>
                    <a:pt x="23" y="7"/>
                    <a:pt x="23" y="7"/>
                  </a:cubicBezTo>
                  <a:cubicBezTo>
                    <a:pt x="22" y="6"/>
                    <a:pt x="21" y="6"/>
                    <a:pt x="21" y="6"/>
                  </a:cubicBezTo>
                  <a:cubicBezTo>
                    <a:pt x="21" y="6"/>
                    <a:pt x="20" y="6"/>
                    <a:pt x="20" y="6"/>
                  </a:cubicBezTo>
                  <a:cubicBezTo>
                    <a:pt x="20" y="7"/>
                    <a:pt x="19" y="7"/>
                    <a:pt x="18" y="8"/>
                  </a:cubicBezTo>
                  <a:cubicBezTo>
                    <a:pt x="10" y="21"/>
                    <a:pt x="10" y="21"/>
                    <a:pt x="10" y="21"/>
                  </a:cubicBezTo>
                  <a:cubicBezTo>
                    <a:pt x="9" y="22"/>
                    <a:pt x="9" y="23"/>
                    <a:pt x="9" y="24"/>
                  </a:cubicBezTo>
                  <a:cubicBezTo>
                    <a:pt x="9" y="24"/>
                    <a:pt x="9" y="24"/>
                    <a:pt x="9" y="25"/>
                  </a:cubicBezTo>
                  <a:cubicBezTo>
                    <a:pt x="9" y="25"/>
                    <a:pt x="10" y="25"/>
                    <a:pt x="10" y="26"/>
                  </a:cubicBezTo>
                  <a:lnTo>
                    <a:pt x="11"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ṡļidê"/>
            <p:cNvSpPr/>
            <p:nvPr/>
          </p:nvSpPr>
          <p:spPr bwMode="auto">
            <a:xfrm>
              <a:off x="4681624" y="2808865"/>
              <a:ext cx="138849" cy="138849"/>
            </a:xfrm>
            <a:custGeom>
              <a:avLst/>
              <a:gdLst>
                <a:gd name="T0" fmla="*/ 27 w 27"/>
                <a:gd name="T1" fmla="*/ 18 h 27"/>
                <a:gd name="T2" fmla="*/ 26 w 27"/>
                <a:gd name="T3" fmla="*/ 18 h 27"/>
                <a:gd name="T4" fmla="*/ 24 w 27"/>
                <a:gd name="T5" fmla="*/ 17 h 27"/>
                <a:gd name="T6" fmla="*/ 19 w 27"/>
                <a:gd name="T7" fmla="*/ 19 h 27"/>
                <a:gd name="T8" fmla="*/ 1 w 27"/>
                <a:gd name="T9" fmla="*/ 27 h 27"/>
                <a:gd name="T10" fmla="*/ 0 w 27"/>
                <a:gd name="T11" fmla="*/ 26 h 27"/>
                <a:gd name="T12" fmla="*/ 7 w 27"/>
                <a:gd name="T13" fmla="*/ 7 h 27"/>
                <a:gd name="T14" fmla="*/ 9 w 27"/>
                <a:gd name="T15" fmla="*/ 2 h 27"/>
                <a:gd name="T16" fmla="*/ 8 w 27"/>
                <a:gd name="T17" fmla="*/ 1 h 27"/>
                <a:gd name="T18" fmla="*/ 8 w 27"/>
                <a:gd name="T19" fmla="*/ 0 h 27"/>
                <a:gd name="T20" fmla="*/ 17 w 27"/>
                <a:gd name="T21" fmla="*/ 8 h 27"/>
                <a:gd name="T22" fmla="*/ 16 w 27"/>
                <a:gd name="T23" fmla="*/ 8 h 27"/>
                <a:gd name="T24" fmla="*/ 16 w 27"/>
                <a:gd name="T25" fmla="*/ 8 h 27"/>
                <a:gd name="T26" fmla="*/ 14 w 27"/>
                <a:gd name="T27" fmla="*/ 7 h 27"/>
                <a:gd name="T28" fmla="*/ 13 w 27"/>
                <a:gd name="T29" fmla="*/ 7 h 27"/>
                <a:gd name="T30" fmla="*/ 13 w 27"/>
                <a:gd name="T31" fmla="*/ 8 h 27"/>
                <a:gd name="T32" fmla="*/ 12 w 27"/>
                <a:gd name="T33" fmla="*/ 10 h 27"/>
                <a:gd name="T34" fmla="*/ 8 w 27"/>
                <a:gd name="T35" fmla="*/ 23 h 27"/>
                <a:gd name="T36" fmla="*/ 18 w 27"/>
                <a:gd name="T37" fmla="*/ 18 h 27"/>
                <a:gd name="T38" fmla="*/ 21 w 27"/>
                <a:gd name="T39" fmla="*/ 17 h 27"/>
                <a:gd name="T40" fmla="*/ 22 w 27"/>
                <a:gd name="T41" fmla="*/ 16 h 27"/>
                <a:gd name="T42" fmla="*/ 22 w 27"/>
                <a:gd name="T43" fmla="*/ 15 h 27"/>
                <a:gd name="T44" fmla="*/ 22 w 27"/>
                <a:gd name="T45" fmla="*/ 14 h 27"/>
                <a:gd name="T46" fmla="*/ 21 w 27"/>
                <a:gd name="T47" fmla="*/ 13 h 27"/>
                <a:gd name="T48" fmla="*/ 21 w 27"/>
                <a:gd name="T49" fmla="*/ 12 h 27"/>
                <a:gd name="T50" fmla="*/ 27 w 27"/>
                <a:gd name="T51"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7">
                  <a:moveTo>
                    <a:pt x="27" y="18"/>
                  </a:moveTo>
                  <a:cubicBezTo>
                    <a:pt x="26" y="18"/>
                    <a:pt x="26" y="18"/>
                    <a:pt x="26" y="18"/>
                  </a:cubicBezTo>
                  <a:cubicBezTo>
                    <a:pt x="26" y="18"/>
                    <a:pt x="25" y="17"/>
                    <a:pt x="24" y="17"/>
                  </a:cubicBezTo>
                  <a:cubicBezTo>
                    <a:pt x="23" y="18"/>
                    <a:pt x="22" y="18"/>
                    <a:pt x="19" y="19"/>
                  </a:cubicBezTo>
                  <a:cubicBezTo>
                    <a:pt x="1" y="27"/>
                    <a:pt x="1" y="27"/>
                    <a:pt x="1" y="27"/>
                  </a:cubicBezTo>
                  <a:cubicBezTo>
                    <a:pt x="0" y="26"/>
                    <a:pt x="0" y="26"/>
                    <a:pt x="0" y="26"/>
                  </a:cubicBezTo>
                  <a:cubicBezTo>
                    <a:pt x="7" y="7"/>
                    <a:pt x="7" y="7"/>
                    <a:pt x="7" y="7"/>
                  </a:cubicBezTo>
                  <a:cubicBezTo>
                    <a:pt x="8" y="4"/>
                    <a:pt x="9" y="3"/>
                    <a:pt x="9" y="2"/>
                  </a:cubicBezTo>
                  <a:cubicBezTo>
                    <a:pt x="9" y="2"/>
                    <a:pt x="9" y="1"/>
                    <a:pt x="8" y="1"/>
                  </a:cubicBezTo>
                  <a:cubicBezTo>
                    <a:pt x="8" y="0"/>
                    <a:pt x="8" y="0"/>
                    <a:pt x="8" y="0"/>
                  </a:cubicBezTo>
                  <a:cubicBezTo>
                    <a:pt x="17" y="8"/>
                    <a:pt x="17" y="8"/>
                    <a:pt x="17" y="8"/>
                  </a:cubicBezTo>
                  <a:cubicBezTo>
                    <a:pt x="16" y="8"/>
                    <a:pt x="16" y="8"/>
                    <a:pt x="16" y="8"/>
                  </a:cubicBezTo>
                  <a:cubicBezTo>
                    <a:pt x="16" y="8"/>
                    <a:pt x="16" y="8"/>
                    <a:pt x="16" y="8"/>
                  </a:cubicBezTo>
                  <a:cubicBezTo>
                    <a:pt x="15" y="8"/>
                    <a:pt x="15" y="7"/>
                    <a:pt x="14" y="7"/>
                  </a:cubicBezTo>
                  <a:cubicBezTo>
                    <a:pt x="14" y="7"/>
                    <a:pt x="14" y="7"/>
                    <a:pt x="13" y="7"/>
                  </a:cubicBezTo>
                  <a:cubicBezTo>
                    <a:pt x="13" y="7"/>
                    <a:pt x="13" y="8"/>
                    <a:pt x="13" y="8"/>
                  </a:cubicBezTo>
                  <a:cubicBezTo>
                    <a:pt x="13" y="8"/>
                    <a:pt x="12" y="9"/>
                    <a:pt x="12" y="10"/>
                  </a:cubicBezTo>
                  <a:cubicBezTo>
                    <a:pt x="8" y="23"/>
                    <a:pt x="8" y="23"/>
                    <a:pt x="8" y="23"/>
                  </a:cubicBezTo>
                  <a:cubicBezTo>
                    <a:pt x="18" y="18"/>
                    <a:pt x="18" y="18"/>
                    <a:pt x="18" y="18"/>
                  </a:cubicBezTo>
                  <a:cubicBezTo>
                    <a:pt x="20" y="17"/>
                    <a:pt x="20" y="17"/>
                    <a:pt x="21" y="17"/>
                  </a:cubicBezTo>
                  <a:cubicBezTo>
                    <a:pt x="21" y="17"/>
                    <a:pt x="22" y="16"/>
                    <a:pt x="22" y="16"/>
                  </a:cubicBezTo>
                  <a:cubicBezTo>
                    <a:pt x="22" y="16"/>
                    <a:pt x="22" y="16"/>
                    <a:pt x="22" y="15"/>
                  </a:cubicBezTo>
                  <a:cubicBezTo>
                    <a:pt x="22" y="15"/>
                    <a:pt x="22" y="15"/>
                    <a:pt x="22" y="14"/>
                  </a:cubicBezTo>
                  <a:cubicBezTo>
                    <a:pt x="22" y="14"/>
                    <a:pt x="21" y="13"/>
                    <a:pt x="21" y="13"/>
                  </a:cubicBezTo>
                  <a:cubicBezTo>
                    <a:pt x="21" y="12"/>
                    <a:pt x="21" y="12"/>
                    <a:pt x="21" y="12"/>
                  </a:cubicBezTo>
                  <a:lnTo>
                    <a:pt x="27" y="18"/>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išḻïḋe"/>
            <p:cNvSpPr/>
            <p:nvPr/>
          </p:nvSpPr>
          <p:spPr bwMode="auto">
            <a:xfrm>
              <a:off x="4748878" y="2932529"/>
              <a:ext cx="158375" cy="158376"/>
            </a:xfrm>
            <a:custGeom>
              <a:avLst/>
              <a:gdLst>
                <a:gd name="T0" fmla="*/ 23 w 31"/>
                <a:gd name="T1" fmla="*/ 9 h 31"/>
                <a:gd name="T2" fmla="*/ 15 w 31"/>
                <a:gd name="T3" fmla="*/ 14 h 31"/>
                <a:gd name="T4" fmla="*/ 16 w 31"/>
                <a:gd name="T5" fmla="*/ 14 h 31"/>
                <a:gd name="T6" fmla="*/ 19 w 31"/>
                <a:gd name="T7" fmla="*/ 16 h 31"/>
                <a:gd name="T8" fmla="*/ 23 w 31"/>
                <a:gd name="T9" fmla="*/ 15 h 31"/>
                <a:gd name="T10" fmla="*/ 23 w 31"/>
                <a:gd name="T11" fmla="*/ 16 h 31"/>
                <a:gd name="T12" fmla="*/ 13 w 31"/>
                <a:gd name="T13" fmla="*/ 23 h 31"/>
                <a:gd name="T14" fmla="*/ 13 w 31"/>
                <a:gd name="T15" fmla="*/ 22 h 31"/>
                <a:gd name="T16" fmla="*/ 15 w 31"/>
                <a:gd name="T17" fmla="*/ 20 h 31"/>
                <a:gd name="T18" fmla="*/ 15 w 31"/>
                <a:gd name="T19" fmla="*/ 17 h 31"/>
                <a:gd name="T20" fmla="*/ 14 w 31"/>
                <a:gd name="T21" fmla="*/ 15 h 31"/>
                <a:gd name="T22" fmla="*/ 9 w 31"/>
                <a:gd name="T23" fmla="*/ 19 h 31"/>
                <a:gd name="T24" fmla="*/ 7 w 31"/>
                <a:gd name="T25" fmla="*/ 20 h 31"/>
                <a:gd name="T26" fmla="*/ 7 w 31"/>
                <a:gd name="T27" fmla="*/ 21 h 31"/>
                <a:gd name="T28" fmla="*/ 7 w 31"/>
                <a:gd name="T29" fmla="*/ 22 h 31"/>
                <a:gd name="T30" fmla="*/ 8 w 31"/>
                <a:gd name="T31" fmla="*/ 24 h 31"/>
                <a:gd name="T32" fmla="*/ 12 w 31"/>
                <a:gd name="T33" fmla="*/ 27 h 31"/>
                <a:gd name="T34" fmla="*/ 18 w 31"/>
                <a:gd name="T35" fmla="*/ 27 h 31"/>
                <a:gd name="T36" fmla="*/ 18 w 31"/>
                <a:gd name="T37" fmla="*/ 27 h 31"/>
                <a:gd name="T38" fmla="*/ 11 w 31"/>
                <a:gd name="T39" fmla="*/ 31 h 31"/>
                <a:gd name="T40" fmla="*/ 0 w 31"/>
                <a:gd name="T41" fmla="*/ 14 h 31"/>
                <a:gd name="T42" fmla="*/ 0 w 31"/>
                <a:gd name="T43" fmla="*/ 13 h 31"/>
                <a:gd name="T44" fmla="*/ 1 w 31"/>
                <a:gd name="T45" fmla="*/ 14 h 31"/>
                <a:gd name="T46" fmla="*/ 2 w 31"/>
                <a:gd name="T47" fmla="*/ 15 h 31"/>
                <a:gd name="T48" fmla="*/ 3 w 31"/>
                <a:gd name="T49" fmla="*/ 15 h 31"/>
                <a:gd name="T50" fmla="*/ 5 w 31"/>
                <a:gd name="T51" fmla="*/ 14 h 31"/>
                <a:gd name="T52" fmla="*/ 18 w 31"/>
                <a:gd name="T53" fmla="*/ 5 h 31"/>
                <a:gd name="T54" fmla="*/ 20 w 31"/>
                <a:gd name="T55" fmla="*/ 4 h 31"/>
                <a:gd name="T56" fmla="*/ 20 w 31"/>
                <a:gd name="T57" fmla="*/ 3 h 31"/>
                <a:gd name="T58" fmla="*/ 19 w 31"/>
                <a:gd name="T59" fmla="*/ 1 h 31"/>
                <a:gd name="T60" fmla="*/ 19 w 31"/>
                <a:gd name="T61" fmla="*/ 1 h 31"/>
                <a:gd name="T62" fmla="*/ 19 w 31"/>
                <a:gd name="T63" fmla="*/ 0 h 31"/>
                <a:gd name="T64" fmla="*/ 31 w 31"/>
                <a:gd name="T65" fmla="*/ 17 h 31"/>
                <a:gd name="T66" fmla="*/ 25 w 31"/>
                <a:gd name="T67" fmla="*/ 21 h 31"/>
                <a:gd name="T68" fmla="*/ 25 w 31"/>
                <a:gd name="T69" fmla="*/ 20 h 31"/>
                <a:gd name="T70" fmla="*/ 27 w 31"/>
                <a:gd name="T71" fmla="*/ 17 h 31"/>
                <a:gd name="T72" fmla="*/ 27 w 31"/>
                <a:gd name="T73" fmla="*/ 14 h 31"/>
                <a:gd name="T74" fmla="*/ 25 w 31"/>
                <a:gd name="T75" fmla="*/ 11 h 31"/>
                <a:gd name="T76" fmla="*/ 23 w 31"/>
                <a:gd name="T77" fmla="*/ 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31">
                  <a:moveTo>
                    <a:pt x="23" y="9"/>
                  </a:moveTo>
                  <a:cubicBezTo>
                    <a:pt x="15" y="14"/>
                    <a:pt x="15" y="14"/>
                    <a:pt x="15" y="14"/>
                  </a:cubicBezTo>
                  <a:cubicBezTo>
                    <a:pt x="16" y="14"/>
                    <a:pt x="16" y="14"/>
                    <a:pt x="16" y="14"/>
                  </a:cubicBezTo>
                  <a:cubicBezTo>
                    <a:pt x="16" y="16"/>
                    <a:pt x="17" y="16"/>
                    <a:pt x="19" y="16"/>
                  </a:cubicBezTo>
                  <a:cubicBezTo>
                    <a:pt x="20" y="16"/>
                    <a:pt x="21" y="16"/>
                    <a:pt x="23" y="15"/>
                  </a:cubicBezTo>
                  <a:cubicBezTo>
                    <a:pt x="23" y="16"/>
                    <a:pt x="23" y="16"/>
                    <a:pt x="23" y="16"/>
                  </a:cubicBezTo>
                  <a:cubicBezTo>
                    <a:pt x="13" y="23"/>
                    <a:pt x="13" y="23"/>
                    <a:pt x="13" y="23"/>
                  </a:cubicBezTo>
                  <a:cubicBezTo>
                    <a:pt x="13" y="22"/>
                    <a:pt x="13" y="22"/>
                    <a:pt x="13" y="22"/>
                  </a:cubicBezTo>
                  <a:cubicBezTo>
                    <a:pt x="14" y="21"/>
                    <a:pt x="14" y="20"/>
                    <a:pt x="15" y="20"/>
                  </a:cubicBezTo>
                  <a:cubicBezTo>
                    <a:pt x="15" y="19"/>
                    <a:pt x="15" y="18"/>
                    <a:pt x="15" y="17"/>
                  </a:cubicBezTo>
                  <a:cubicBezTo>
                    <a:pt x="15" y="17"/>
                    <a:pt x="15" y="16"/>
                    <a:pt x="14" y="15"/>
                  </a:cubicBezTo>
                  <a:cubicBezTo>
                    <a:pt x="9" y="19"/>
                    <a:pt x="9" y="19"/>
                    <a:pt x="9" y="19"/>
                  </a:cubicBezTo>
                  <a:cubicBezTo>
                    <a:pt x="8" y="19"/>
                    <a:pt x="7" y="20"/>
                    <a:pt x="7" y="20"/>
                  </a:cubicBezTo>
                  <a:cubicBezTo>
                    <a:pt x="7" y="20"/>
                    <a:pt x="6" y="21"/>
                    <a:pt x="7" y="21"/>
                  </a:cubicBezTo>
                  <a:cubicBezTo>
                    <a:pt x="7" y="21"/>
                    <a:pt x="7" y="22"/>
                    <a:pt x="7" y="22"/>
                  </a:cubicBezTo>
                  <a:cubicBezTo>
                    <a:pt x="8" y="24"/>
                    <a:pt x="8" y="24"/>
                    <a:pt x="8" y="24"/>
                  </a:cubicBezTo>
                  <a:cubicBezTo>
                    <a:pt x="9" y="25"/>
                    <a:pt x="11" y="27"/>
                    <a:pt x="12" y="27"/>
                  </a:cubicBezTo>
                  <a:cubicBezTo>
                    <a:pt x="14" y="28"/>
                    <a:pt x="16" y="28"/>
                    <a:pt x="18" y="27"/>
                  </a:cubicBezTo>
                  <a:cubicBezTo>
                    <a:pt x="18" y="27"/>
                    <a:pt x="18" y="27"/>
                    <a:pt x="18" y="27"/>
                  </a:cubicBezTo>
                  <a:cubicBezTo>
                    <a:pt x="11" y="31"/>
                    <a:pt x="11" y="31"/>
                    <a:pt x="11" y="31"/>
                  </a:cubicBezTo>
                  <a:cubicBezTo>
                    <a:pt x="0" y="14"/>
                    <a:pt x="0" y="14"/>
                    <a:pt x="0" y="14"/>
                  </a:cubicBezTo>
                  <a:cubicBezTo>
                    <a:pt x="0" y="13"/>
                    <a:pt x="0" y="13"/>
                    <a:pt x="0" y="13"/>
                  </a:cubicBezTo>
                  <a:cubicBezTo>
                    <a:pt x="1" y="14"/>
                    <a:pt x="1" y="14"/>
                    <a:pt x="1" y="14"/>
                  </a:cubicBezTo>
                  <a:cubicBezTo>
                    <a:pt x="1" y="15"/>
                    <a:pt x="1" y="15"/>
                    <a:pt x="2" y="15"/>
                  </a:cubicBezTo>
                  <a:cubicBezTo>
                    <a:pt x="2" y="15"/>
                    <a:pt x="2" y="15"/>
                    <a:pt x="3" y="15"/>
                  </a:cubicBezTo>
                  <a:cubicBezTo>
                    <a:pt x="3" y="15"/>
                    <a:pt x="4" y="15"/>
                    <a:pt x="5" y="14"/>
                  </a:cubicBezTo>
                  <a:cubicBezTo>
                    <a:pt x="18" y="5"/>
                    <a:pt x="18" y="5"/>
                    <a:pt x="18" y="5"/>
                  </a:cubicBezTo>
                  <a:cubicBezTo>
                    <a:pt x="19" y="5"/>
                    <a:pt x="19" y="4"/>
                    <a:pt x="20" y="4"/>
                  </a:cubicBezTo>
                  <a:cubicBezTo>
                    <a:pt x="20" y="4"/>
                    <a:pt x="20" y="3"/>
                    <a:pt x="20" y="3"/>
                  </a:cubicBezTo>
                  <a:cubicBezTo>
                    <a:pt x="20" y="3"/>
                    <a:pt x="20" y="2"/>
                    <a:pt x="19" y="1"/>
                  </a:cubicBezTo>
                  <a:cubicBezTo>
                    <a:pt x="19" y="1"/>
                    <a:pt x="19" y="1"/>
                    <a:pt x="19" y="1"/>
                  </a:cubicBezTo>
                  <a:cubicBezTo>
                    <a:pt x="19" y="0"/>
                    <a:pt x="19" y="0"/>
                    <a:pt x="19" y="0"/>
                  </a:cubicBezTo>
                  <a:cubicBezTo>
                    <a:pt x="31" y="17"/>
                    <a:pt x="31" y="17"/>
                    <a:pt x="31" y="17"/>
                  </a:cubicBezTo>
                  <a:cubicBezTo>
                    <a:pt x="25" y="21"/>
                    <a:pt x="25" y="21"/>
                    <a:pt x="25" y="21"/>
                  </a:cubicBezTo>
                  <a:cubicBezTo>
                    <a:pt x="25" y="20"/>
                    <a:pt x="25" y="20"/>
                    <a:pt x="25" y="20"/>
                  </a:cubicBezTo>
                  <a:cubicBezTo>
                    <a:pt x="26" y="19"/>
                    <a:pt x="26" y="18"/>
                    <a:pt x="27" y="17"/>
                  </a:cubicBezTo>
                  <a:cubicBezTo>
                    <a:pt x="27" y="16"/>
                    <a:pt x="27" y="15"/>
                    <a:pt x="27" y="14"/>
                  </a:cubicBezTo>
                  <a:cubicBezTo>
                    <a:pt x="26" y="13"/>
                    <a:pt x="26" y="12"/>
                    <a:pt x="25" y="11"/>
                  </a:cubicBezTo>
                  <a:lnTo>
                    <a:pt x="23"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ḷiḋe"/>
            <p:cNvSpPr/>
            <p:nvPr/>
          </p:nvSpPr>
          <p:spPr bwMode="auto">
            <a:xfrm>
              <a:off x="4820473" y="3071378"/>
              <a:ext cx="149697" cy="169222"/>
            </a:xfrm>
            <a:custGeom>
              <a:avLst/>
              <a:gdLst>
                <a:gd name="T0" fmla="*/ 14 w 29"/>
                <a:gd name="T1" fmla="*/ 13 h 33"/>
                <a:gd name="T2" fmla="*/ 7 w 29"/>
                <a:gd name="T3" fmla="*/ 16 h 33"/>
                <a:gd name="T4" fmla="*/ 5 w 29"/>
                <a:gd name="T5" fmla="*/ 17 h 33"/>
                <a:gd name="T6" fmla="*/ 5 w 29"/>
                <a:gd name="T7" fmla="*/ 18 h 33"/>
                <a:gd name="T8" fmla="*/ 5 w 29"/>
                <a:gd name="T9" fmla="*/ 20 h 33"/>
                <a:gd name="T10" fmla="*/ 5 w 29"/>
                <a:gd name="T11" fmla="*/ 20 h 33"/>
                <a:gd name="T12" fmla="*/ 0 w 29"/>
                <a:gd name="T13" fmla="*/ 9 h 33"/>
                <a:gd name="T14" fmla="*/ 1 w 29"/>
                <a:gd name="T15" fmla="*/ 9 h 33"/>
                <a:gd name="T16" fmla="*/ 2 w 29"/>
                <a:gd name="T17" fmla="*/ 11 h 33"/>
                <a:gd name="T18" fmla="*/ 3 w 29"/>
                <a:gd name="T19" fmla="*/ 11 h 33"/>
                <a:gd name="T20" fmla="*/ 5 w 29"/>
                <a:gd name="T21" fmla="*/ 10 h 33"/>
                <a:gd name="T22" fmla="*/ 20 w 29"/>
                <a:gd name="T23" fmla="*/ 4 h 33"/>
                <a:gd name="T24" fmla="*/ 22 w 29"/>
                <a:gd name="T25" fmla="*/ 3 h 33"/>
                <a:gd name="T26" fmla="*/ 23 w 29"/>
                <a:gd name="T27" fmla="*/ 2 h 33"/>
                <a:gd name="T28" fmla="*/ 22 w 29"/>
                <a:gd name="T29" fmla="*/ 0 h 33"/>
                <a:gd name="T30" fmla="*/ 23 w 29"/>
                <a:gd name="T31" fmla="*/ 0 h 33"/>
                <a:gd name="T32" fmla="*/ 27 w 29"/>
                <a:gd name="T33" fmla="*/ 10 h 33"/>
                <a:gd name="T34" fmla="*/ 29 w 29"/>
                <a:gd name="T35" fmla="*/ 16 h 33"/>
                <a:gd name="T36" fmla="*/ 28 w 29"/>
                <a:gd name="T37" fmla="*/ 20 h 33"/>
                <a:gd name="T38" fmla="*/ 25 w 29"/>
                <a:gd name="T39" fmla="*/ 23 h 33"/>
                <a:gd name="T40" fmla="*/ 20 w 29"/>
                <a:gd name="T41" fmla="*/ 23 h 33"/>
                <a:gd name="T42" fmla="*/ 17 w 29"/>
                <a:gd name="T43" fmla="*/ 20 h 33"/>
                <a:gd name="T44" fmla="*/ 12 w 29"/>
                <a:gd name="T45" fmla="*/ 28 h 33"/>
                <a:gd name="T46" fmla="*/ 10 w 29"/>
                <a:gd name="T47" fmla="*/ 31 h 33"/>
                <a:gd name="T48" fmla="*/ 10 w 29"/>
                <a:gd name="T49" fmla="*/ 32 h 33"/>
                <a:gd name="T50" fmla="*/ 10 w 29"/>
                <a:gd name="T51" fmla="*/ 33 h 33"/>
                <a:gd name="T52" fmla="*/ 7 w 29"/>
                <a:gd name="T53" fmla="*/ 26 h 33"/>
                <a:gd name="T54" fmla="*/ 14 w 29"/>
                <a:gd name="T55" fmla="*/ 14 h 33"/>
                <a:gd name="T56" fmla="*/ 14 w 29"/>
                <a:gd name="T57" fmla="*/ 13 h 33"/>
                <a:gd name="T58" fmla="*/ 25 w 29"/>
                <a:gd name="T59" fmla="*/ 9 h 33"/>
                <a:gd name="T60" fmla="*/ 15 w 29"/>
                <a:gd name="T61" fmla="*/ 13 h 33"/>
                <a:gd name="T62" fmla="*/ 15 w 29"/>
                <a:gd name="T63" fmla="*/ 13 h 33"/>
                <a:gd name="T64" fmla="*/ 17 w 29"/>
                <a:gd name="T65" fmla="*/ 17 h 33"/>
                <a:gd name="T66" fmla="*/ 19 w 29"/>
                <a:gd name="T67" fmla="*/ 18 h 33"/>
                <a:gd name="T68" fmla="*/ 22 w 29"/>
                <a:gd name="T69" fmla="*/ 17 h 33"/>
                <a:gd name="T70" fmla="*/ 26 w 29"/>
                <a:gd name="T71" fmla="*/ 15 h 33"/>
                <a:gd name="T72" fmla="*/ 25 w 29"/>
                <a:gd name="T73" fmla="*/ 10 h 33"/>
                <a:gd name="T74" fmla="*/ 25 w 29"/>
                <a:gd name="T7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33">
                  <a:moveTo>
                    <a:pt x="14" y="13"/>
                  </a:moveTo>
                  <a:cubicBezTo>
                    <a:pt x="7" y="16"/>
                    <a:pt x="7" y="16"/>
                    <a:pt x="7" y="16"/>
                  </a:cubicBezTo>
                  <a:cubicBezTo>
                    <a:pt x="6" y="16"/>
                    <a:pt x="6" y="16"/>
                    <a:pt x="5" y="17"/>
                  </a:cubicBezTo>
                  <a:cubicBezTo>
                    <a:pt x="5" y="17"/>
                    <a:pt x="5" y="17"/>
                    <a:pt x="5" y="18"/>
                  </a:cubicBezTo>
                  <a:cubicBezTo>
                    <a:pt x="5" y="18"/>
                    <a:pt x="5" y="19"/>
                    <a:pt x="5" y="20"/>
                  </a:cubicBezTo>
                  <a:cubicBezTo>
                    <a:pt x="5" y="20"/>
                    <a:pt x="5" y="20"/>
                    <a:pt x="5" y="20"/>
                  </a:cubicBezTo>
                  <a:cubicBezTo>
                    <a:pt x="0" y="9"/>
                    <a:pt x="0" y="9"/>
                    <a:pt x="0" y="9"/>
                  </a:cubicBezTo>
                  <a:cubicBezTo>
                    <a:pt x="1" y="9"/>
                    <a:pt x="1" y="9"/>
                    <a:pt x="1" y="9"/>
                  </a:cubicBezTo>
                  <a:cubicBezTo>
                    <a:pt x="1" y="10"/>
                    <a:pt x="2" y="10"/>
                    <a:pt x="2" y="11"/>
                  </a:cubicBezTo>
                  <a:cubicBezTo>
                    <a:pt x="2" y="11"/>
                    <a:pt x="3" y="11"/>
                    <a:pt x="3" y="11"/>
                  </a:cubicBezTo>
                  <a:cubicBezTo>
                    <a:pt x="3" y="11"/>
                    <a:pt x="4" y="11"/>
                    <a:pt x="5" y="10"/>
                  </a:cubicBezTo>
                  <a:cubicBezTo>
                    <a:pt x="20" y="4"/>
                    <a:pt x="20" y="4"/>
                    <a:pt x="20" y="4"/>
                  </a:cubicBezTo>
                  <a:cubicBezTo>
                    <a:pt x="21" y="4"/>
                    <a:pt x="22" y="4"/>
                    <a:pt x="22" y="3"/>
                  </a:cubicBezTo>
                  <a:cubicBezTo>
                    <a:pt x="22" y="3"/>
                    <a:pt x="22" y="3"/>
                    <a:pt x="23" y="2"/>
                  </a:cubicBezTo>
                  <a:cubicBezTo>
                    <a:pt x="23" y="2"/>
                    <a:pt x="22" y="1"/>
                    <a:pt x="22" y="0"/>
                  </a:cubicBezTo>
                  <a:cubicBezTo>
                    <a:pt x="23" y="0"/>
                    <a:pt x="23" y="0"/>
                    <a:pt x="23" y="0"/>
                  </a:cubicBezTo>
                  <a:cubicBezTo>
                    <a:pt x="27" y="10"/>
                    <a:pt x="27" y="10"/>
                    <a:pt x="27" y="10"/>
                  </a:cubicBezTo>
                  <a:cubicBezTo>
                    <a:pt x="28" y="13"/>
                    <a:pt x="28" y="15"/>
                    <a:pt x="29" y="16"/>
                  </a:cubicBezTo>
                  <a:cubicBezTo>
                    <a:pt x="29" y="18"/>
                    <a:pt x="28" y="19"/>
                    <a:pt x="28" y="20"/>
                  </a:cubicBezTo>
                  <a:cubicBezTo>
                    <a:pt x="27" y="21"/>
                    <a:pt x="26" y="22"/>
                    <a:pt x="25" y="23"/>
                  </a:cubicBezTo>
                  <a:cubicBezTo>
                    <a:pt x="23" y="23"/>
                    <a:pt x="21" y="23"/>
                    <a:pt x="20" y="23"/>
                  </a:cubicBezTo>
                  <a:cubicBezTo>
                    <a:pt x="19" y="22"/>
                    <a:pt x="18" y="21"/>
                    <a:pt x="17" y="20"/>
                  </a:cubicBezTo>
                  <a:cubicBezTo>
                    <a:pt x="12" y="28"/>
                    <a:pt x="12" y="28"/>
                    <a:pt x="12" y="28"/>
                  </a:cubicBezTo>
                  <a:cubicBezTo>
                    <a:pt x="11" y="30"/>
                    <a:pt x="11" y="30"/>
                    <a:pt x="10" y="31"/>
                  </a:cubicBezTo>
                  <a:cubicBezTo>
                    <a:pt x="10" y="31"/>
                    <a:pt x="10" y="32"/>
                    <a:pt x="10" y="32"/>
                  </a:cubicBezTo>
                  <a:cubicBezTo>
                    <a:pt x="10" y="33"/>
                    <a:pt x="10" y="33"/>
                    <a:pt x="10" y="33"/>
                  </a:cubicBezTo>
                  <a:cubicBezTo>
                    <a:pt x="7" y="26"/>
                    <a:pt x="7" y="26"/>
                    <a:pt x="7" y="26"/>
                  </a:cubicBezTo>
                  <a:cubicBezTo>
                    <a:pt x="14" y="14"/>
                    <a:pt x="14" y="14"/>
                    <a:pt x="14" y="14"/>
                  </a:cubicBezTo>
                  <a:lnTo>
                    <a:pt x="14" y="13"/>
                  </a:lnTo>
                  <a:close/>
                  <a:moveTo>
                    <a:pt x="25" y="9"/>
                  </a:moveTo>
                  <a:cubicBezTo>
                    <a:pt x="15" y="13"/>
                    <a:pt x="15" y="13"/>
                    <a:pt x="15" y="13"/>
                  </a:cubicBezTo>
                  <a:cubicBezTo>
                    <a:pt x="15" y="13"/>
                    <a:pt x="15" y="13"/>
                    <a:pt x="15" y="13"/>
                  </a:cubicBezTo>
                  <a:cubicBezTo>
                    <a:pt x="16" y="15"/>
                    <a:pt x="17" y="16"/>
                    <a:pt x="17" y="17"/>
                  </a:cubicBezTo>
                  <a:cubicBezTo>
                    <a:pt x="18" y="17"/>
                    <a:pt x="19" y="18"/>
                    <a:pt x="19" y="18"/>
                  </a:cubicBezTo>
                  <a:cubicBezTo>
                    <a:pt x="20" y="18"/>
                    <a:pt x="21" y="18"/>
                    <a:pt x="22" y="17"/>
                  </a:cubicBezTo>
                  <a:cubicBezTo>
                    <a:pt x="24" y="17"/>
                    <a:pt x="25" y="16"/>
                    <a:pt x="26" y="15"/>
                  </a:cubicBezTo>
                  <a:cubicBezTo>
                    <a:pt x="26" y="14"/>
                    <a:pt x="26" y="12"/>
                    <a:pt x="25" y="10"/>
                  </a:cubicBezTo>
                  <a:lnTo>
                    <a:pt x="25" y="9"/>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lîḍe"/>
            <p:cNvSpPr/>
            <p:nvPr/>
          </p:nvSpPr>
          <p:spPr bwMode="auto">
            <a:xfrm>
              <a:off x="4872541" y="3240600"/>
              <a:ext cx="138849" cy="97629"/>
            </a:xfrm>
            <a:custGeom>
              <a:avLst/>
              <a:gdLst>
                <a:gd name="T0" fmla="*/ 27 w 27"/>
                <a:gd name="T1" fmla="*/ 14 h 19"/>
                <a:gd name="T2" fmla="*/ 20 w 27"/>
                <a:gd name="T3" fmla="*/ 16 h 19"/>
                <a:gd name="T4" fmla="*/ 19 w 27"/>
                <a:gd name="T5" fmla="*/ 15 h 19"/>
                <a:gd name="T6" fmla="*/ 24 w 27"/>
                <a:gd name="T7" fmla="*/ 12 h 19"/>
                <a:gd name="T8" fmla="*/ 25 w 27"/>
                <a:gd name="T9" fmla="*/ 7 h 19"/>
                <a:gd name="T10" fmla="*/ 23 w 27"/>
                <a:gd name="T11" fmla="*/ 4 h 19"/>
                <a:gd name="T12" fmla="*/ 21 w 27"/>
                <a:gd name="T13" fmla="*/ 4 h 19"/>
                <a:gd name="T14" fmla="*/ 20 w 27"/>
                <a:gd name="T15" fmla="*/ 4 h 19"/>
                <a:gd name="T16" fmla="*/ 18 w 27"/>
                <a:gd name="T17" fmla="*/ 6 h 19"/>
                <a:gd name="T18" fmla="*/ 17 w 27"/>
                <a:gd name="T19" fmla="*/ 11 h 19"/>
                <a:gd name="T20" fmla="*/ 14 w 27"/>
                <a:gd name="T21" fmla="*/ 17 h 19"/>
                <a:gd name="T22" fmla="*/ 10 w 27"/>
                <a:gd name="T23" fmla="*/ 19 h 19"/>
                <a:gd name="T24" fmla="*/ 5 w 27"/>
                <a:gd name="T25" fmla="*/ 18 h 19"/>
                <a:gd name="T26" fmla="*/ 1 w 27"/>
                <a:gd name="T27" fmla="*/ 12 h 19"/>
                <a:gd name="T28" fmla="*/ 1 w 27"/>
                <a:gd name="T29" fmla="*/ 10 h 19"/>
                <a:gd name="T30" fmla="*/ 2 w 27"/>
                <a:gd name="T31" fmla="*/ 7 h 19"/>
                <a:gd name="T32" fmla="*/ 2 w 27"/>
                <a:gd name="T33" fmla="*/ 6 h 19"/>
                <a:gd name="T34" fmla="*/ 1 w 27"/>
                <a:gd name="T35" fmla="*/ 5 h 19"/>
                <a:gd name="T36" fmla="*/ 0 w 27"/>
                <a:gd name="T37" fmla="*/ 4 h 19"/>
                <a:gd name="T38" fmla="*/ 0 w 27"/>
                <a:gd name="T39" fmla="*/ 4 h 19"/>
                <a:gd name="T40" fmla="*/ 9 w 27"/>
                <a:gd name="T41" fmla="*/ 2 h 19"/>
                <a:gd name="T42" fmla="*/ 9 w 27"/>
                <a:gd name="T43" fmla="*/ 3 h 19"/>
                <a:gd name="T44" fmla="*/ 4 w 27"/>
                <a:gd name="T45" fmla="*/ 7 h 19"/>
                <a:gd name="T46" fmla="*/ 3 w 27"/>
                <a:gd name="T47" fmla="*/ 12 h 19"/>
                <a:gd name="T48" fmla="*/ 4 w 27"/>
                <a:gd name="T49" fmla="*/ 15 h 19"/>
                <a:gd name="T50" fmla="*/ 7 w 27"/>
                <a:gd name="T51" fmla="*/ 15 h 19"/>
                <a:gd name="T52" fmla="*/ 9 w 27"/>
                <a:gd name="T53" fmla="*/ 15 h 19"/>
                <a:gd name="T54" fmla="*/ 10 w 27"/>
                <a:gd name="T55" fmla="*/ 13 h 19"/>
                <a:gd name="T56" fmla="*/ 11 w 27"/>
                <a:gd name="T57" fmla="*/ 10 h 19"/>
                <a:gd name="T58" fmla="*/ 13 w 27"/>
                <a:gd name="T59" fmla="*/ 4 h 19"/>
                <a:gd name="T60" fmla="*/ 15 w 27"/>
                <a:gd name="T61" fmla="*/ 2 h 19"/>
                <a:gd name="T62" fmla="*/ 18 w 27"/>
                <a:gd name="T63" fmla="*/ 0 h 19"/>
                <a:gd name="T64" fmla="*/ 23 w 27"/>
                <a:gd name="T65" fmla="*/ 2 h 19"/>
                <a:gd name="T66" fmla="*/ 26 w 27"/>
                <a:gd name="T67" fmla="*/ 7 h 19"/>
                <a:gd name="T68" fmla="*/ 26 w 27"/>
                <a:gd name="T69" fmla="*/ 9 h 19"/>
                <a:gd name="T70" fmla="*/ 26 w 27"/>
                <a:gd name="T71" fmla="*/ 11 h 19"/>
                <a:gd name="T72" fmla="*/ 25 w 27"/>
                <a:gd name="T73" fmla="*/ 13 h 19"/>
                <a:gd name="T74" fmla="*/ 26 w 27"/>
                <a:gd name="T75" fmla="*/ 14 h 19"/>
                <a:gd name="T76" fmla="*/ 27 w 27"/>
                <a:gd name="T7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19">
                  <a:moveTo>
                    <a:pt x="27" y="14"/>
                  </a:moveTo>
                  <a:cubicBezTo>
                    <a:pt x="20" y="16"/>
                    <a:pt x="20" y="16"/>
                    <a:pt x="20" y="16"/>
                  </a:cubicBezTo>
                  <a:cubicBezTo>
                    <a:pt x="19" y="15"/>
                    <a:pt x="19" y="15"/>
                    <a:pt x="19" y="15"/>
                  </a:cubicBezTo>
                  <a:cubicBezTo>
                    <a:pt x="21" y="14"/>
                    <a:pt x="23" y="13"/>
                    <a:pt x="24" y="12"/>
                  </a:cubicBezTo>
                  <a:cubicBezTo>
                    <a:pt x="25" y="10"/>
                    <a:pt x="25" y="9"/>
                    <a:pt x="25" y="7"/>
                  </a:cubicBezTo>
                  <a:cubicBezTo>
                    <a:pt x="24" y="6"/>
                    <a:pt x="24" y="5"/>
                    <a:pt x="23" y="4"/>
                  </a:cubicBezTo>
                  <a:cubicBezTo>
                    <a:pt x="22" y="4"/>
                    <a:pt x="22" y="4"/>
                    <a:pt x="21" y="4"/>
                  </a:cubicBezTo>
                  <a:cubicBezTo>
                    <a:pt x="20" y="4"/>
                    <a:pt x="20" y="4"/>
                    <a:pt x="20" y="4"/>
                  </a:cubicBezTo>
                  <a:cubicBezTo>
                    <a:pt x="19" y="5"/>
                    <a:pt x="19" y="6"/>
                    <a:pt x="18" y="6"/>
                  </a:cubicBezTo>
                  <a:cubicBezTo>
                    <a:pt x="18" y="7"/>
                    <a:pt x="17" y="8"/>
                    <a:pt x="17" y="11"/>
                  </a:cubicBezTo>
                  <a:cubicBezTo>
                    <a:pt x="16" y="14"/>
                    <a:pt x="15" y="16"/>
                    <a:pt x="14" y="17"/>
                  </a:cubicBezTo>
                  <a:cubicBezTo>
                    <a:pt x="13" y="18"/>
                    <a:pt x="12" y="19"/>
                    <a:pt x="10" y="19"/>
                  </a:cubicBezTo>
                  <a:cubicBezTo>
                    <a:pt x="8" y="19"/>
                    <a:pt x="6" y="19"/>
                    <a:pt x="5" y="18"/>
                  </a:cubicBezTo>
                  <a:cubicBezTo>
                    <a:pt x="3" y="16"/>
                    <a:pt x="2" y="14"/>
                    <a:pt x="1" y="12"/>
                  </a:cubicBezTo>
                  <a:cubicBezTo>
                    <a:pt x="1" y="11"/>
                    <a:pt x="1" y="11"/>
                    <a:pt x="1" y="10"/>
                  </a:cubicBezTo>
                  <a:cubicBezTo>
                    <a:pt x="1" y="9"/>
                    <a:pt x="1" y="8"/>
                    <a:pt x="2" y="7"/>
                  </a:cubicBezTo>
                  <a:cubicBezTo>
                    <a:pt x="2" y="7"/>
                    <a:pt x="2" y="6"/>
                    <a:pt x="2" y="6"/>
                  </a:cubicBezTo>
                  <a:cubicBezTo>
                    <a:pt x="2" y="5"/>
                    <a:pt x="2" y="5"/>
                    <a:pt x="1" y="5"/>
                  </a:cubicBezTo>
                  <a:cubicBezTo>
                    <a:pt x="1" y="5"/>
                    <a:pt x="1" y="4"/>
                    <a:pt x="0" y="4"/>
                  </a:cubicBezTo>
                  <a:cubicBezTo>
                    <a:pt x="0" y="4"/>
                    <a:pt x="0" y="4"/>
                    <a:pt x="0" y="4"/>
                  </a:cubicBezTo>
                  <a:cubicBezTo>
                    <a:pt x="9" y="2"/>
                    <a:pt x="9" y="2"/>
                    <a:pt x="9" y="2"/>
                  </a:cubicBezTo>
                  <a:cubicBezTo>
                    <a:pt x="9" y="3"/>
                    <a:pt x="9" y="3"/>
                    <a:pt x="9" y="3"/>
                  </a:cubicBezTo>
                  <a:cubicBezTo>
                    <a:pt x="7" y="4"/>
                    <a:pt x="5" y="5"/>
                    <a:pt x="4" y="7"/>
                  </a:cubicBezTo>
                  <a:cubicBezTo>
                    <a:pt x="3" y="8"/>
                    <a:pt x="2" y="10"/>
                    <a:pt x="3" y="12"/>
                  </a:cubicBezTo>
                  <a:cubicBezTo>
                    <a:pt x="3" y="13"/>
                    <a:pt x="3" y="14"/>
                    <a:pt x="4" y="15"/>
                  </a:cubicBezTo>
                  <a:cubicBezTo>
                    <a:pt x="5" y="15"/>
                    <a:pt x="6" y="16"/>
                    <a:pt x="7" y="15"/>
                  </a:cubicBezTo>
                  <a:cubicBezTo>
                    <a:pt x="8" y="15"/>
                    <a:pt x="8" y="15"/>
                    <a:pt x="9" y="15"/>
                  </a:cubicBezTo>
                  <a:cubicBezTo>
                    <a:pt x="9" y="14"/>
                    <a:pt x="9" y="14"/>
                    <a:pt x="10" y="13"/>
                  </a:cubicBezTo>
                  <a:cubicBezTo>
                    <a:pt x="10" y="12"/>
                    <a:pt x="11" y="11"/>
                    <a:pt x="11" y="10"/>
                  </a:cubicBezTo>
                  <a:cubicBezTo>
                    <a:pt x="12" y="7"/>
                    <a:pt x="12" y="6"/>
                    <a:pt x="13" y="4"/>
                  </a:cubicBezTo>
                  <a:cubicBezTo>
                    <a:pt x="13" y="3"/>
                    <a:pt x="14" y="2"/>
                    <a:pt x="15" y="2"/>
                  </a:cubicBezTo>
                  <a:cubicBezTo>
                    <a:pt x="16" y="1"/>
                    <a:pt x="17" y="1"/>
                    <a:pt x="18" y="0"/>
                  </a:cubicBezTo>
                  <a:cubicBezTo>
                    <a:pt x="20" y="0"/>
                    <a:pt x="21" y="1"/>
                    <a:pt x="23" y="2"/>
                  </a:cubicBezTo>
                  <a:cubicBezTo>
                    <a:pt x="25" y="3"/>
                    <a:pt x="26" y="5"/>
                    <a:pt x="26" y="7"/>
                  </a:cubicBezTo>
                  <a:cubicBezTo>
                    <a:pt x="26" y="7"/>
                    <a:pt x="26" y="8"/>
                    <a:pt x="26" y="9"/>
                  </a:cubicBezTo>
                  <a:cubicBezTo>
                    <a:pt x="26" y="10"/>
                    <a:pt x="26" y="10"/>
                    <a:pt x="26" y="11"/>
                  </a:cubicBezTo>
                  <a:cubicBezTo>
                    <a:pt x="25" y="12"/>
                    <a:pt x="25" y="13"/>
                    <a:pt x="25" y="13"/>
                  </a:cubicBezTo>
                  <a:cubicBezTo>
                    <a:pt x="26" y="13"/>
                    <a:pt x="26" y="13"/>
                    <a:pt x="26" y="14"/>
                  </a:cubicBezTo>
                  <a:cubicBezTo>
                    <a:pt x="26" y="14"/>
                    <a:pt x="27" y="14"/>
                    <a:pt x="27"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S1îḍé"/>
            <p:cNvSpPr/>
            <p:nvPr/>
          </p:nvSpPr>
          <p:spPr bwMode="auto">
            <a:xfrm>
              <a:off x="4892066" y="3370771"/>
              <a:ext cx="123663" cy="65086"/>
            </a:xfrm>
            <a:custGeom>
              <a:avLst/>
              <a:gdLst>
                <a:gd name="T0" fmla="*/ 1 w 24"/>
                <a:gd name="T1" fmla="*/ 13 h 13"/>
                <a:gd name="T2" fmla="*/ 0 w 24"/>
                <a:gd name="T3" fmla="*/ 13 h 13"/>
                <a:gd name="T4" fmla="*/ 0 w 24"/>
                <a:gd name="T5" fmla="*/ 0 h 13"/>
                <a:gd name="T6" fmla="*/ 0 w 24"/>
                <a:gd name="T7" fmla="*/ 0 h 13"/>
                <a:gd name="T8" fmla="*/ 0 w 24"/>
                <a:gd name="T9" fmla="*/ 1 h 13"/>
                <a:gd name="T10" fmla="*/ 1 w 24"/>
                <a:gd name="T11" fmla="*/ 3 h 13"/>
                <a:gd name="T12" fmla="*/ 2 w 24"/>
                <a:gd name="T13" fmla="*/ 3 h 13"/>
                <a:gd name="T14" fmla="*/ 4 w 24"/>
                <a:gd name="T15" fmla="*/ 3 h 13"/>
                <a:gd name="T16" fmla="*/ 20 w 24"/>
                <a:gd name="T17" fmla="*/ 3 h 13"/>
                <a:gd name="T18" fmla="*/ 22 w 24"/>
                <a:gd name="T19" fmla="*/ 3 h 13"/>
                <a:gd name="T20" fmla="*/ 23 w 24"/>
                <a:gd name="T21" fmla="*/ 2 h 13"/>
                <a:gd name="T22" fmla="*/ 23 w 24"/>
                <a:gd name="T23" fmla="*/ 0 h 13"/>
                <a:gd name="T24" fmla="*/ 23 w 24"/>
                <a:gd name="T25" fmla="*/ 0 h 13"/>
                <a:gd name="T26" fmla="*/ 24 w 24"/>
                <a:gd name="T27" fmla="*/ 0 h 13"/>
                <a:gd name="T28" fmla="*/ 24 w 24"/>
                <a:gd name="T29" fmla="*/ 12 h 13"/>
                <a:gd name="T30" fmla="*/ 23 w 24"/>
                <a:gd name="T31" fmla="*/ 12 h 13"/>
                <a:gd name="T32" fmla="*/ 23 w 24"/>
                <a:gd name="T33" fmla="*/ 11 h 13"/>
                <a:gd name="T34" fmla="*/ 23 w 24"/>
                <a:gd name="T35" fmla="*/ 10 h 13"/>
                <a:gd name="T36" fmla="*/ 22 w 24"/>
                <a:gd name="T37" fmla="*/ 9 h 13"/>
                <a:gd name="T38" fmla="*/ 20 w 24"/>
                <a:gd name="T39" fmla="*/ 9 h 13"/>
                <a:gd name="T40" fmla="*/ 4 w 24"/>
                <a:gd name="T41" fmla="*/ 9 h 13"/>
                <a:gd name="T42" fmla="*/ 2 w 24"/>
                <a:gd name="T43" fmla="*/ 9 h 13"/>
                <a:gd name="T44" fmla="*/ 1 w 24"/>
                <a:gd name="T45" fmla="*/ 10 h 13"/>
                <a:gd name="T46" fmla="*/ 1 w 24"/>
                <a:gd name="T47" fmla="*/ 12 h 13"/>
                <a:gd name="T48" fmla="*/ 1 w 24"/>
                <a:gd name="T4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3">
                  <a:moveTo>
                    <a:pt x="1" y="13"/>
                  </a:moveTo>
                  <a:cubicBezTo>
                    <a:pt x="0" y="13"/>
                    <a:pt x="0" y="13"/>
                    <a:pt x="0" y="13"/>
                  </a:cubicBezTo>
                  <a:cubicBezTo>
                    <a:pt x="0" y="0"/>
                    <a:pt x="0" y="0"/>
                    <a:pt x="0" y="0"/>
                  </a:cubicBezTo>
                  <a:cubicBezTo>
                    <a:pt x="0" y="0"/>
                    <a:pt x="0" y="0"/>
                    <a:pt x="0" y="0"/>
                  </a:cubicBezTo>
                  <a:cubicBezTo>
                    <a:pt x="0" y="1"/>
                    <a:pt x="0" y="1"/>
                    <a:pt x="0" y="1"/>
                  </a:cubicBezTo>
                  <a:cubicBezTo>
                    <a:pt x="0" y="2"/>
                    <a:pt x="1" y="2"/>
                    <a:pt x="1" y="3"/>
                  </a:cubicBezTo>
                  <a:cubicBezTo>
                    <a:pt x="1" y="3"/>
                    <a:pt x="1" y="3"/>
                    <a:pt x="2" y="3"/>
                  </a:cubicBezTo>
                  <a:cubicBezTo>
                    <a:pt x="2" y="3"/>
                    <a:pt x="3" y="3"/>
                    <a:pt x="4" y="3"/>
                  </a:cubicBezTo>
                  <a:cubicBezTo>
                    <a:pt x="20" y="3"/>
                    <a:pt x="20" y="3"/>
                    <a:pt x="20" y="3"/>
                  </a:cubicBezTo>
                  <a:cubicBezTo>
                    <a:pt x="21" y="3"/>
                    <a:pt x="22" y="3"/>
                    <a:pt x="22" y="3"/>
                  </a:cubicBezTo>
                  <a:cubicBezTo>
                    <a:pt x="22" y="3"/>
                    <a:pt x="23" y="2"/>
                    <a:pt x="23" y="2"/>
                  </a:cubicBezTo>
                  <a:cubicBezTo>
                    <a:pt x="23" y="2"/>
                    <a:pt x="23" y="1"/>
                    <a:pt x="23" y="0"/>
                  </a:cubicBezTo>
                  <a:cubicBezTo>
                    <a:pt x="23" y="0"/>
                    <a:pt x="23" y="0"/>
                    <a:pt x="23" y="0"/>
                  </a:cubicBezTo>
                  <a:cubicBezTo>
                    <a:pt x="24" y="0"/>
                    <a:pt x="24" y="0"/>
                    <a:pt x="24" y="0"/>
                  </a:cubicBezTo>
                  <a:cubicBezTo>
                    <a:pt x="24" y="12"/>
                    <a:pt x="24" y="12"/>
                    <a:pt x="24" y="12"/>
                  </a:cubicBezTo>
                  <a:cubicBezTo>
                    <a:pt x="23" y="12"/>
                    <a:pt x="23" y="12"/>
                    <a:pt x="23" y="12"/>
                  </a:cubicBezTo>
                  <a:cubicBezTo>
                    <a:pt x="23" y="11"/>
                    <a:pt x="23" y="11"/>
                    <a:pt x="23" y="11"/>
                  </a:cubicBezTo>
                  <a:cubicBezTo>
                    <a:pt x="23" y="11"/>
                    <a:pt x="23" y="10"/>
                    <a:pt x="23" y="10"/>
                  </a:cubicBezTo>
                  <a:cubicBezTo>
                    <a:pt x="23" y="9"/>
                    <a:pt x="23" y="9"/>
                    <a:pt x="22" y="9"/>
                  </a:cubicBezTo>
                  <a:cubicBezTo>
                    <a:pt x="22" y="9"/>
                    <a:pt x="21" y="9"/>
                    <a:pt x="20" y="9"/>
                  </a:cubicBezTo>
                  <a:cubicBezTo>
                    <a:pt x="4" y="9"/>
                    <a:pt x="4" y="9"/>
                    <a:pt x="4" y="9"/>
                  </a:cubicBezTo>
                  <a:cubicBezTo>
                    <a:pt x="3" y="9"/>
                    <a:pt x="2" y="9"/>
                    <a:pt x="2" y="9"/>
                  </a:cubicBezTo>
                  <a:cubicBezTo>
                    <a:pt x="1" y="10"/>
                    <a:pt x="1" y="10"/>
                    <a:pt x="1" y="10"/>
                  </a:cubicBezTo>
                  <a:cubicBezTo>
                    <a:pt x="1" y="11"/>
                    <a:pt x="1" y="11"/>
                    <a:pt x="1" y="12"/>
                  </a:cubicBezTo>
                  <a:lnTo>
                    <a:pt x="1" y="1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Sḻïďe"/>
            <p:cNvSpPr/>
            <p:nvPr/>
          </p:nvSpPr>
          <p:spPr bwMode="auto">
            <a:xfrm>
              <a:off x="4883388" y="3472738"/>
              <a:ext cx="132341" cy="112815"/>
            </a:xfrm>
            <a:custGeom>
              <a:avLst/>
              <a:gdLst>
                <a:gd name="T0" fmla="*/ 23 w 26"/>
                <a:gd name="T1" fmla="*/ 22 h 22"/>
                <a:gd name="T2" fmla="*/ 16 w 26"/>
                <a:gd name="T3" fmla="*/ 21 h 22"/>
                <a:gd name="T4" fmla="*/ 16 w 26"/>
                <a:gd name="T5" fmla="*/ 21 h 22"/>
                <a:gd name="T6" fmla="*/ 20 w 26"/>
                <a:gd name="T7" fmla="*/ 20 h 22"/>
                <a:gd name="T8" fmla="*/ 22 w 26"/>
                <a:gd name="T9" fmla="*/ 18 h 22"/>
                <a:gd name="T10" fmla="*/ 22 w 26"/>
                <a:gd name="T11" fmla="*/ 16 h 22"/>
                <a:gd name="T12" fmla="*/ 23 w 26"/>
                <a:gd name="T13" fmla="*/ 14 h 22"/>
                <a:gd name="T14" fmla="*/ 4 w 26"/>
                <a:gd name="T15" fmla="*/ 12 h 22"/>
                <a:gd name="T16" fmla="*/ 2 w 26"/>
                <a:gd name="T17" fmla="*/ 11 h 22"/>
                <a:gd name="T18" fmla="*/ 1 w 26"/>
                <a:gd name="T19" fmla="*/ 12 h 22"/>
                <a:gd name="T20" fmla="*/ 0 w 26"/>
                <a:gd name="T21" fmla="*/ 14 h 22"/>
                <a:gd name="T22" fmla="*/ 0 w 26"/>
                <a:gd name="T23" fmla="*/ 14 h 22"/>
                <a:gd name="T24" fmla="*/ 0 w 26"/>
                <a:gd name="T25" fmla="*/ 14 h 22"/>
                <a:gd name="T26" fmla="*/ 2 w 26"/>
                <a:gd name="T27" fmla="*/ 2 h 22"/>
                <a:gd name="T28" fmla="*/ 2 w 26"/>
                <a:gd name="T29" fmla="*/ 2 h 22"/>
                <a:gd name="T30" fmla="*/ 2 w 26"/>
                <a:gd name="T31" fmla="*/ 3 h 22"/>
                <a:gd name="T32" fmla="*/ 2 w 26"/>
                <a:gd name="T33" fmla="*/ 5 h 22"/>
                <a:gd name="T34" fmla="*/ 3 w 26"/>
                <a:gd name="T35" fmla="*/ 5 h 22"/>
                <a:gd name="T36" fmla="*/ 5 w 26"/>
                <a:gd name="T37" fmla="*/ 6 h 22"/>
                <a:gd name="T38" fmla="*/ 23 w 26"/>
                <a:gd name="T39" fmla="*/ 9 h 22"/>
                <a:gd name="T40" fmla="*/ 24 w 26"/>
                <a:gd name="T41" fmla="*/ 7 h 22"/>
                <a:gd name="T42" fmla="*/ 23 w 26"/>
                <a:gd name="T43" fmla="*/ 3 h 22"/>
                <a:gd name="T44" fmla="*/ 19 w 26"/>
                <a:gd name="T45" fmla="*/ 1 h 22"/>
                <a:gd name="T46" fmla="*/ 20 w 26"/>
                <a:gd name="T47" fmla="*/ 0 h 22"/>
                <a:gd name="T48" fmla="*/ 26 w 26"/>
                <a:gd name="T49" fmla="*/ 1 h 22"/>
                <a:gd name="T50" fmla="*/ 23 w 26"/>
                <a:gd name="T5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 h="22">
                  <a:moveTo>
                    <a:pt x="23" y="22"/>
                  </a:moveTo>
                  <a:cubicBezTo>
                    <a:pt x="16" y="21"/>
                    <a:pt x="16" y="21"/>
                    <a:pt x="16" y="21"/>
                  </a:cubicBezTo>
                  <a:cubicBezTo>
                    <a:pt x="16" y="21"/>
                    <a:pt x="16" y="21"/>
                    <a:pt x="16" y="21"/>
                  </a:cubicBezTo>
                  <a:cubicBezTo>
                    <a:pt x="18" y="21"/>
                    <a:pt x="19" y="20"/>
                    <a:pt x="20" y="20"/>
                  </a:cubicBezTo>
                  <a:cubicBezTo>
                    <a:pt x="21" y="20"/>
                    <a:pt x="21" y="19"/>
                    <a:pt x="22" y="18"/>
                  </a:cubicBezTo>
                  <a:cubicBezTo>
                    <a:pt x="22" y="18"/>
                    <a:pt x="22" y="17"/>
                    <a:pt x="22" y="16"/>
                  </a:cubicBezTo>
                  <a:cubicBezTo>
                    <a:pt x="23" y="14"/>
                    <a:pt x="23" y="14"/>
                    <a:pt x="23" y="14"/>
                  </a:cubicBezTo>
                  <a:cubicBezTo>
                    <a:pt x="4" y="12"/>
                    <a:pt x="4" y="12"/>
                    <a:pt x="4" y="12"/>
                  </a:cubicBezTo>
                  <a:cubicBezTo>
                    <a:pt x="3" y="11"/>
                    <a:pt x="2" y="11"/>
                    <a:pt x="2" y="11"/>
                  </a:cubicBezTo>
                  <a:cubicBezTo>
                    <a:pt x="2" y="12"/>
                    <a:pt x="1" y="12"/>
                    <a:pt x="1" y="12"/>
                  </a:cubicBezTo>
                  <a:cubicBezTo>
                    <a:pt x="1" y="12"/>
                    <a:pt x="1" y="13"/>
                    <a:pt x="0" y="14"/>
                  </a:cubicBezTo>
                  <a:cubicBezTo>
                    <a:pt x="0" y="14"/>
                    <a:pt x="0" y="14"/>
                    <a:pt x="0" y="14"/>
                  </a:cubicBezTo>
                  <a:cubicBezTo>
                    <a:pt x="0" y="14"/>
                    <a:pt x="0" y="14"/>
                    <a:pt x="0" y="14"/>
                  </a:cubicBezTo>
                  <a:cubicBezTo>
                    <a:pt x="2" y="2"/>
                    <a:pt x="2" y="2"/>
                    <a:pt x="2" y="2"/>
                  </a:cubicBezTo>
                  <a:cubicBezTo>
                    <a:pt x="2" y="2"/>
                    <a:pt x="2" y="2"/>
                    <a:pt x="2" y="2"/>
                  </a:cubicBezTo>
                  <a:cubicBezTo>
                    <a:pt x="2" y="3"/>
                    <a:pt x="2" y="3"/>
                    <a:pt x="2" y="3"/>
                  </a:cubicBezTo>
                  <a:cubicBezTo>
                    <a:pt x="2" y="4"/>
                    <a:pt x="2" y="4"/>
                    <a:pt x="2" y="5"/>
                  </a:cubicBezTo>
                  <a:cubicBezTo>
                    <a:pt x="2" y="5"/>
                    <a:pt x="3" y="5"/>
                    <a:pt x="3" y="5"/>
                  </a:cubicBezTo>
                  <a:cubicBezTo>
                    <a:pt x="3" y="6"/>
                    <a:pt x="4" y="6"/>
                    <a:pt x="5" y="6"/>
                  </a:cubicBezTo>
                  <a:cubicBezTo>
                    <a:pt x="23" y="9"/>
                    <a:pt x="23" y="9"/>
                    <a:pt x="23" y="9"/>
                  </a:cubicBezTo>
                  <a:cubicBezTo>
                    <a:pt x="24" y="7"/>
                    <a:pt x="24" y="7"/>
                    <a:pt x="24" y="7"/>
                  </a:cubicBezTo>
                  <a:cubicBezTo>
                    <a:pt x="24" y="5"/>
                    <a:pt x="24" y="4"/>
                    <a:pt x="23" y="3"/>
                  </a:cubicBezTo>
                  <a:cubicBezTo>
                    <a:pt x="22" y="2"/>
                    <a:pt x="21" y="1"/>
                    <a:pt x="19" y="1"/>
                  </a:cubicBezTo>
                  <a:cubicBezTo>
                    <a:pt x="20" y="0"/>
                    <a:pt x="20" y="0"/>
                    <a:pt x="20" y="0"/>
                  </a:cubicBezTo>
                  <a:cubicBezTo>
                    <a:pt x="26" y="1"/>
                    <a:pt x="26" y="1"/>
                    <a:pt x="26" y="1"/>
                  </a:cubicBezTo>
                  <a:lnTo>
                    <a:pt x="23" y="2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ṣlíḓè"/>
            <p:cNvSpPr/>
            <p:nvPr/>
          </p:nvSpPr>
          <p:spPr bwMode="auto">
            <a:xfrm>
              <a:off x="4835659" y="3615926"/>
              <a:ext cx="154036" cy="141019"/>
            </a:xfrm>
            <a:custGeom>
              <a:avLst/>
              <a:gdLst>
                <a:gd name="T0" fmla="*/ 20 w 30"/>
                <a:gd name="T1" fmla="*/ 27 h 27"/>
                <a:gd name="T2" fmla="*/ 20 w 30"/>
                <a:gd name="T3" fmla="*/ 27 h 27"/>
                <a:gd name="T4" fmla="*/ 20 w 30"/>
                <a:gd name="T5" fmla="*/ 25 h 27"/>
                <a:gd name="T6" fmla="*/ 17 w 30"/>
                <a:gd name="T7" fmla="*/ 21 h 27"/>
                <a:gd name="T8" fmla="*/ 11 w 30"/>
                <a:gd name="T9" fmla="*/ 13 h 27"/>
                <a:gd name="T10" fmla="*/ 5 w 30"/>
                <a:gd name="T11" fmla="*/ 11 h 27"/>
                <a:gd name="T12" fmla="*/ 3 w 30"/>
                <a:gd name="T13" fmla="*/ 10 h 27"/>
                <a:gd name="T14" fmla="*/ 2 w 30"/>
                <a:gd name="T15" fmla="*/ 11 h 27"/>
                <a:gd name="T16" fmla="*/ 1 w 30"/>
                <a:gd name="T17" fmla="*/ 12 h 27"/>
                <a:gd name="T18" fmla="*/ 1 w 30"/>
                <a:gd name="T19" fmla="*/ 13 h 27"/>
                <a:gd name="T20" fmla="*/ 0 w 30"/>
                <a:gd name="T21" fmla="*/ 13 h 27"/>
                <a:gd name="T22" fmla="*/ 5 w 30"/>
                <a:gd name="T23" fmla="*/ 0 h 27"/>
                <a:gd name="T24" fmla="*/ 6 w 30"/>
                <a:gd name="T25" fmla="*/ 1 h 27"/>
                <a:gd name="T26" fmla="*/ 5 w 30"/>
                <a:gd name="T27" fmla="*/ 2 h 27"/>
                <a:gd name="T28" fmla="*/ 5 w 30"/>
                <a:gd name="T29" fmla="*/ 3 h 27"/>
                <a:gd name="T30" fmla="*/ 5 w 30"/>
                <a:gd name="T31" fmla="*/ 4 h 27"/>
                <a:gd name="T32" fmla="*/ 7 w 30"/>
                <a:gd name="T33" fmla="*/ 5 h 27"/>
                <a:gd name="T34" fmla="*/ 12 w 30"/>
                <a:gd name="T35" fmla="*/ 7 h 27"/>
                <a:gd name="T36" fmla="*/ 24 w 30"/>
                <a:gd name="T37" fmla="*/ 6 h 27"/>
                <a:gd name="T38" fmla="*/ 28 w 30"/>
                <a:gd name="T39" fmla="*/ 5 h 27"/>
                <a:gd name="T40" fmla="*/ 29 w 30"/>
                <a:gd name="T41" fmla="*/ 3 h 27"/>
                <a:gd name="T42" fmla="*/ 30 w 30"/>
                <a:gd name="T43" fmla="*/ 3 h 27"/>
                <a:gd name="T44" fmla="*/ 25 w 30"/>
                <a:gd name="T45" fmla="*/ 14 h 27"/>
                <a:gd name="T46" fmla="*/ 25 w 30"/>
                <a:gd name="T47" fmla="*/ 14 h 27"/>
                <a:gd name="T48" fmla="*/ 25 w 30"/>
                <a:gd name="T49" fmla="*/ 13 h 27"/>
                <a:gd name="T50" fmla="*/ 25 w 30"/>
                <a:gd name="T51" fmla="*/ 12 h 27"/>
                <a:gd name="T52" fmla="*/ 25 w 30"/>
                <a:gd name="T53" fmla="*/ 11 h 27"/>
                <a:gd name="T54" fmla="*/ 21 w 30"/>
                <a:gd name="T55" fmla="*/ 11 h 27"/>
                <a:gd name="T56" fmla="*/ 12 w 30"/>
                <a:gd name="T57" fmla="*/ 13 h 27"/>
                <a:gd name="T58" fmla="*/ 18 w 30"/>
                <a:gd name="T59" fmla="*/ 19 h 27"/>
                <a:gd name="T60" fmla="*/ 20 w 30"/>
                <a:gd name="T61" fmla="*/ 22 h 27"/>
                <a:gd name="T62" fmla="*/ 21 w 30"/>
                <a:gd name="T63" fmla="*/ 22 h 27"/>
                <a:gd name="T64" fmla="*/ 22 w 30"/>
                <a:gd name="T65" fmla="*/ 20 h 27"/>
                <a:gd name="T66" fmla="*/ 23 w 30"/>
                <a:gd name="T67" fmla="*/ 20 h 27"/>
                <a:gd name="T68" fmla="*/ 20 w 30"/>
                <a:gd name="T6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27">
                  <a:moveTo>
                    <a:pt x="20" y="27"/>
                  </a:moveTo>
                  <a:cubicBezTo>
                    <a:pt x="20" y="27"/>
                    <a:pt x="20" y="27"/>
                    <a:pt x="20" y="27"/>
                  </a:cubicBezTo>
                  <a:cubicBezTo>
                    <a:pt x="20" y="26"/>
                    <a:pt x="20" y="25"/>
                    <a:pt x="20" y="25"/>
                  </a:cubicBezTo>
                  <a:cubicBezTo>
                    <a:pt x="20" y="24"/>
                    <a:pt x="19" y="23"/>
                    <a:pt x="17" y="21"/>
                  </a:cubicBezTo>
                  <a:cubicBezTo>
                    <a:pt x="11" y="13"/>
                    <a:pt x="11" y="13"/>
                    <a:pt x="11" y="13"/>
                  </a:cubicBezTo>
                  <a:cubicBezTo>
                    <a:pt x="5" y="11"/>
                    <a:pt x="5" y="11"/>
                    <a:pt x="5" y="11"/>
                  </a:cubicBezTo>
                  <a:cubicBezTo>
                    <a:pt x="4" y="10"/>
                    <a:pt x="3" y="10"/>
                    <a:pt x="3" y="10"/>
                  </a:cubicBezTo>
                  <a:cubicBezTo>
                    <a:pt x="3" y="10"/>
                    <a:pt x="3" y="10"/>
                    <a:pt x="2" y="11"/>
                  </a:cubicBezTo>
                  <a:cubicBezTo>
                    <a:pt x="2" y="11"/>
                    <a:pt x="1" y="11"/>
                    <a:pt x="1" y="12"/>
                  </a:cubicBezTo>
                  <a:cubicBezTo>
                    <a:pt x="1" y="13"/>
                    <a:pt x="1" y="13"/>
                    <a:pt x="1" y="13"/>
                  </a:cubicBezTo>
                  <a:cubicBezTo>
                    <a:pt x="0" y="13"/>
                    <a:pt x="0" y="13"/>
                    <a:pt x="0" y="13"/>
                  </a:cubicBezTo>
                  <a:cubicBezTo>
                    <a:pt x="5" y="0"/>
                    <a:pt x="5" y="0"/>
                    <a:pt x="5" y="0"/>
                  </a:cubicBezTo>
                  <a:cubicBezTo>
                    <a:pt x="6" y="1"/>
                    <a:pt x="6" y="1"/>
                    <a:pt x="6" y="1"/>
                  </a:cubicBezTo>
                  <a:cubicBezTo>
                    <a:pt x="5" y="2"/>
                    <a:pt x="5" y="2"/>
                    <a:pt x="5" y="2"/>
                  </a:cubicBezTo>
                  <a:cubicBezTo>
                    <a:pt x="5" y="2"/>
                    <a:pt x="5" y="3"/>
                    <a:pt x="5" y="3"/>
                  </a:cubicBezTo>
                  <a:cubicBezTo>
                    <a:pt x="5" y="4"/>
                    <a:pt x="5" y="4"/>
                    <a:pt x="5" y="4"/>
                  </a:cubicBezTo>
                  <a:cubicBezTo>
                    <a:pt x="6" y="5"/>
                    <a:pt x="6" y="5"/>
                    <a:pt x="7" y="5"/>
                  </a:cubicBezTo>
                  <a:cubicBezTo>
                    <a:pt x="12" y="7"/>
                    <a:pt x="12" y="7"/>
                    <a:pt x="12" y="7"/>
                  </a:cubicBezTo>
                  <a:cubicBezTo>
                    <a:pt x="24" y="6"/>
                    <a:pt x="24" y="6"/>
                    <a:pt x="24" y="6"/>
                  </a:cubicBezTo>
                  <a:cubicBezTo>
                    <a:pt x="26" y="5"/>
                    <a:pt x="27" y="5"/>
                    <a:pt x="28" y="5"/>
                  </a:cubicBezTo>
                  <a:cubicBezTo>
                    <a:pt x="28" y="4"/>
                    <a:pt x="29" y="4"/>
                    <a:pt x="29" y="3"/>
                  </a:cubicBezTo>
                  <a:cubicBezTo>
                    <a:pt x="30" y="3"/>
                    <a:pt x="30" y="3"/>
                    <a:pt x="30" y="3"/>
                  </a:cubicBezTo>
                  <a:cubicBezTo>
                    <a:pt x="25" y="14"/>
                    <a:pt x="25" y="14"/>
                    <a:pt x="25" y="14"/>
                  </a:cubicBezTo>
                  <a:cubicBezTo>
                    <a:pt x="25" y="14"/>
                    <a:pt x="25" y="14"/>
                    <a:pt x="25" y="14"/>
                  </a:cubicBezTo>
                  <a:cubicBezTo>
                    <a:pt x="25" y="13"/>
                    <a:pt x="25" y="13"/>
                    <a:pt x="25" y="13"/>
                  </a:cubicBezTo>
                  <a:cubicBezTo>
                    <a:pt x="25" y="13"/>
                    <a:pt x="25" y="12"/>
                    <a:pt x="25" y="12"/>
                  </a:cubicBezTo>
                  <a:cubicBezTo>
                    <a:pt x="25" y="12"/>
                    <a:pt x="25" y="11"/>
                    <a:pt x="25" y="11"/>
                  </a:cubicBezTo>
                  <a:cubicBezTo>
                    <a:pt x="24" y="11"/>
                    <a:pt x="23" y="11"/>
                    <a:pt x="21" y="11"/>
                  </a:cubicBezTo>
                  <a:cubicBezTo>
                    <a:pt x="12" y="13"/>
                    <a:pt x="12" y="13"/>
                    <a:pt x="12" y="13"/>
                  </a:cubicBezTo>
                  <a:cubicBezTo>
                    <a:pt x="18" y="19"/>
                    <a:pt x="18" y="19"/>
                    <a:pt x="18" y="19"/>
                  </a:cubicBezTo>
                  <a:cubicBezTo>
                    <a:pt x="19" y="21"/>
                    <a:pt x="20" y="22"/>
                    <a:pt x="20" y="22"/>
                  </a:cubicBezTo>
                  <a:cubicBezTo>
                    <a:pt x="21" y="22"/>
                    <a:pt x="21" y="22"/>
                    <a:pt x="21" y="22"/>
                  </a:cubicBezTo>
                  <a:cubicBezTo>
                    <a:pt x="22" y="22"/>
                    <a:pt x="22" y="21"/>
                    <a:pt x="22" y="20"/>
                  </a:cubicBezTo>
                  <a:cubicBezTo>
                    <a:pt x="23" y="20"/>
                    <a:pt x="23" y="20"/>
                    <a:pt x="23" y="20"/>
                  </a:cubicBezTo>
                  <a:lnTo>
                    <a:pt x="20" y="2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şliḋé"/>
            <p:cNvSpPr/>
            <p:nvPr/>
          </p:nvSpPr>
          <p:spPr bwMode="auto">
            <a:xfrm>
              <a:off x="3690154" y="3566028"/>
              <a:ext cx="32543" cy="82442"/>
            </a:xfrm>
            <a:custGeom>
              <a:avLst/>
              <a:gdLst>
                <a:gd name="T0" fmla="*/ 6 w 6"/>
                <a:gd name="T1" fmla="*/ 16 h 16"/>
                <a:gd name="T2" fmla="*/ 4 w 6"/>
                <a:gd name="T3" fmla="*/ 16 h 16"/>
                <a:gd name="T4" fmla="*/ 4 w 6"/>
                <a:gd name="T5" fmla="*/ 4 h 16"/>
                <a:gd name="T6" fmla="*/ 2 w 6"/>
                <a:gd name="T7" fmla="*/ 5 h 16"/>
                <a:gd name="T8" fmla="*/ 0 w 6"/>
                <a:gd name="T9" fmla="*/ 6 h 16"/>
                <a:gd name="T10" fmla="*/ 0 w 6"/>
                <a:gd name="T11" fmla="*/ 4 h 16"/>
                <a:gd name="T12" fmla="*/ 3 w 6"/>
                <a:gd name="T13" fmla="*/ 2 h 16"/>
                <a:gd name="T14" fmla="*/ 5 w 6"/>
                <a:gd name="T15" fmla="*/ 0 h 16"/>
                <a:gd name="T16" fmla="*/ 6 w 6"/>
                <a:gd name="T17" fmla="*/ 0 h 16"/>
                <a:gd name="T18" fmla="*/ 6 w 6"/>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6">
                  <a:moveTo>
                    <a:pt x="6" y="16"/>
                  </a:moveTo>
                  <a:cubicBezTo>
                    <a:pt x="4" y="16"/>
                    <a:pt x="4" y="16"/>
                    <a:pt x="4" y="16"/>
                  </a:cubicBezTo>
                  <a:cubicBezTo>
                    <a:pt x="4" y="4"/>
                    <a:pt x="4" y="4"/>
                    <a:pt x="4" y="4"/>
                  </a:cubicBezTo>
                  <a:cubicBezTo>
                    <a:pt x="4" y="4"/>
                    <a:pt x="3" y="5"/>
                    <a:pt x="2" y="5"/>
                  </a:cubicBezTo>
                  <a:cubicBezTo>
                    <a:pt x="1" y="5"/>
                    <a:pt x="1" y="6"/>
                    <a:pt x="0" y="6"/>
                  </a:cubicBezTo>
                  <a:cubicBezTo>
                    <a:pt x="0" y="4"/>
                    <a:pt x="0" y="4"/>
                    <a:pt x="0" y="4"/>
                  </a:cubicBezTo>
                  <a:cubicBezTo>
                    <a:pt x="1" y="4"/>
                    <a:pt x="2" y="3"/>
                    <a:pt x="3" y="2"/>
                  </a:cubicBezTo>
                  <a:cubicBezTo>
                    <a:pt x="4" y="2"/>
                    <a:pt x="4" y="1"/>
                    <a:pt x="5" y="0"/>
                  </a:cubicBezTo>
                  <a:cubicBezTo>
                    <a:pt x="6" y="0"/>
                    <a:pt x="6" y="0"/>
                    <a:pt x="6" y="0"/>
                  </a:cubicBezTo>
                  <a:lnTo>
                    <a:pt x="6" y="1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ṡḻídé"/>
            <p:cNvSpPr/>
            <p:nvPr/>
          </p:nvSpPr>
          <p:spPr bwMode="auto">
            <a:xfrm>
              <a:off x="3742222" y="3566028"/>
              <a:ext cx="52068" cy="82442"/>
            </a:xfrm>
            <a:custGeom>
              <a:avLst/>
              <a:gdLst>
                <a:gd name="T0" fmla="*/ 0 w 10"/>
                <a:gd name="T1" fmla="*/ 12 h 16"/>
                <a:gd name="T2" fmla="*/ 2 w 10"/>
                <a:gd name="T3" fmla="*/ 12 h 16"/>
                <a:gd name="T4" fmla="*/ 3 w 10"/>
                <a:gd name="T5" fmla="*/ 14 h 16"/>
                <a:gd name="T6" fmla="*/ 5 w 10"/>
                <a:gd name="T7" fmla="*/ 15 h 16"/>
                <a:gd name="T8" fmla="*/ 6 w 10"/>
                <a:gd name="T9" fmla="*/ 14 h 16"/>
                <a:gd name="T10" fmla="*/ 7 w 10"/>
                <a:gd name="T11" fmla="*/ 13 h 16"/>
                <a:gd name="T12" fmla="*/ 8 w 10"/>
                <a:gd name="T13" fmla="*/ 11 h 16"/>
                <a:gd name="T14" fmla="*/ 8 w 10"/>
                <a:gd name="T15" fmla="*/ 9 h 16"/>
                <a:gd name="T16" fmla="*/ 8 w 10"/>
                <a:gd name="T17" fmla="*/ 9 h 16"/>
                <a:gd name="T18" fmla="*/ 7 w 10"/>
                <a:gd name="T19" fmla="*/ 10 h 16"/>
                <a:gd name="T20" fmla="*/ 4 w 10"/>
                <a:gd name="T21" fmla="*/ 11 h 16"/>
                <a:gd name="T22" fmla="*/ 1 w 10"/>
                <a:gd name="T23" fmla="*/ 9 h 16"/>
                <a:gd name="T24" fmla="*/ 0 w 10"/>
                <a:gd name="T25" fmla="*/ 5 h 16"/>
                <a:gd name="T26" fmla="*/ 1 w 10"/>
                <a:gd name="T27" fmla="*/ 2 h 16"/>
                <a:gd name="T28" fmla="*/ 5 w 10"/>
                <a:gd name="T29" fmla="*/ 0 h 16"/>
                <a:gd name="T30" fmla="*/ 7 w 10"/>
                <a:gd name="T31" fmla="*/ 1 h 16"/>
                <a:gd name="T32" fmla="*/ 9 w 10"/>
                <a:gd name="T33" fmla="*/ 3 h 16"/>
                <a:gd name="T34" fmla="*/ 10 w 10"/>
                <a:gd name="T35" fmla="*/ 8 h 16"/>
                <a:gd name="T36" fmla="*/ 9 w 10"/>
                <a:gd name="T37" fmla="*/ 13 h 16"/>
                <a:gd name="T38" fmla="*/ 7 w 10"/>
                <a:gd name="T39" fmla="*/ 15 h 16"/>
                <a:gd name="T40" fmla="*/ 4 w 10"/>
                <a:gd name="T41" fmla="*/ 16 h 16"/>
                <a:gd name="T42" fmla="*/ 1 w 10"/>
                <a:gd name="T43" fmla="*/ 15 h 16"/>
                <a:gd name="T44" fmla="*/ 0 w 10"/>
                <a:gd name="T45" fmla="*/ 12 h 16"/>
                <a:gd name="T46" fmla="*/ 8 w 10"/>
                <a:gd name="T47" fmla="*/ 5 h 16"/>
                <a:gd name="T48" fmla="*/ 7 w 10"/>
                <a:gd name="T49" fmla="*/ 3 h 16"/>
                <a:gd name="T50" fmla="*/ 5 w 10"/>
                <a:gd name="T51" fmla="*/ 2 h 16"/>
                <a:gd name="T52" fmla="*/ 3 w 10"/>
                <a:gd name="T53" fmla="*/ 3 h 16"/>
                <a:gd name="T54" fmla="*/ 2 w 10"/>
                <a:gd name="T55" fmla="*/ 6 h 16"/>
                <a:gd name="T56" fmla="*/ 3 w 10"/>
                <a:gd name="T57" fmla="*/ 8 h 16"/>
                <a:gd name="T58" fmla="*/ 5 w 10"/>
                <a:gd name="T59" fmla="*/ 9 h 16"/>
                <a:gd name="T60" fmla="*/ 7 w 10"/>
                <a:gd name="T61" fmla="*/ 8 h 16"/>
                <a:gd name="T62" fmla="*/ 8 w 10"/>
                <a:gd name="T63"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 h="16">
                  <a:moveTo>
                    <a:pt x="0" y="12"/>
                  </a:moveTo>
                  <a:cubicBezTo>
                    <a:pt x="2" y="12"/>
                    <a:pt x="2" y="12"/>
                    <a:pt x="2" y="12"/>
                  </a:cubicBezTo>
                  <a:cubicBezTo>
                    <a:pt x="2" y="13"/>
                    <a:pt x="2" y="14"/>
                    <a:pt x="3" y="14"/>
                  </a:cubicBezTo>
                  <a:cubicBezTo>
                    <a:pt x="3" y="14"/>
                    <a:pt x="4" y="15"/>
                    <a:pt x="5" y="15"/>
                  </a:cubicBezTo>
                  <a:cubicBezTo>
                    <a:pt x="5" y="15"/>
                    <a:pt x="6" y="14"/>
                    <a:pt x="6" y="14"/>
                  </a:cubicBezTo>
                  <a:cubicBezTo>
                    <a:pt x="7" y="14"/>
                    <a:pt x="7" y="14"/>
                    <a:pt x="7" y="13"/>
                  </a:cubicBezTo>
                  <a:cubicBezTo>
                    <a:pt x="7" y="13"/>
                    <a:pt x="8" y="12"/>
                    <a:pt x="8" y="11"/>
                  </a:cubicBezTo>
                  <a:cubicBezTo>
                    <a:pt x="8" y="11"/>
                    <a:pt x="8" y="10"/>
                    <a:pt x="8" y="9"/>
                  </a:cubicBezTo>
                  <a:cubicBezTo>
                    <a:pt x="8" y="9"/>
                    <a:pt x="8" y="9"/>
                    <a:pt x="8" y="9"/>
                  </a:cubicBezTo>
                  <a:cubicBezTo>
                    <a:pt x="8" y="9"/>
                    <a:pt x="7" y="10"/>
                    <a:pt x="7" y="10"/>
                  </a:cubicBezTo>
                  <a:cubicBezTo>
                    <a:pt x="6" y="10"/>
                    <a:pt x="5" y="11"/>
                    <a:pt x="4" y="11"/>
                  </a:cubicBezTo>
                  <a:cubicBezTo>
                    <a:pt x="3" y="11"/>
                    <a:pt x="2" y="10"/>
                    <a:pt x="1" y="9"/>
                  </a:cubicBezTo>
                  <a:cubicBezTo>
                    <a:pt x="0" y="8"/>
                    <a:pt x="0" y="7"/>
                    <a:pt x="0" y="5"/>
                  </a:cubicBezTo>
                  <a:cubicBezTo>
                    <a:pt x="0" y="4"/>
                    <a:pt x="0" y="3"/>
                    <a:pt x="1" y="2"/>
                  </a:cubicBezTo>
                  <a:cubicBezTo>
                    <a:pt x="2" y="1"/>
                    <a:pt x="3" y="0"/>
                    <a:pt x="5" y="0"/>
                  </a:cubicBezTo>
                  <a:cubicBezTo>
                    <a:pt x="6" y="0"/>
                    <a:pt x="7" y="0"/>
                    <a:pt x="7" y="1"/>
                  </a:cubicBezTo>
                  <a:cubicBezTo>
                    <a:pt x="8" y="2"/>
                    <a:pt x="9" y="2"/>
                    <a:pt x="9" y="3"/>
                  </a:cubicBezTo>
                  <a:cubicBezTo>
                    <a:pt x="10" y="4"/>
                    <a:pt x="10" y="6"/>
                    <a:pt x="10" y="8"/>
                  </a:cubicBezTo>
                  <a:cubicBezTo>
                    <a:pt x="10" y="10"/>
                    <a:pt x="10" y="11"/>
                    <a:pt x="9" y="13"/>
                  </a:cubicBezTo>
                  <a:cubicBezTo>
                    <a:pt x="9" y="14"/>
                    <a:pt x="8" y="15"/>
                    <a:pt x="7" y="15"/>
                  </a:cubicBezTo>
                  <a:cubicBezTo>
                    <a:pt x="7" y="16"/>
                    <a:pt x="6" y="16"/>
                    <a:pt x="4" y="16"/>
                  </a:cubicBezTo>
                  <a:cubicBezTo>
                    <a:pt x="3" y="16"/>
                    <a:pt x="2" y="16"/>
                    <a:pt x="1" y="15"/>
                  </a:cubicBezTo>
                  <a:cubicBezTo>
                    <a:pt x="1" y="14"/>
                    <a:pt x="0" y="14"/>
                    <a:pt x="0" y="12"/>
                  </a:cubicBezTo>
                  <a:close/>
                  <a:moveTo>
                    <a:pt x="8" y="5"/>
                  </a:moveTo>
                  <a:cubicBezTo>
                    <a:pt x="8" y="4"/>
                    <a:pt x="8" y="3"/>
                    <a:pt x="7" y="3"/>
                  </a:cubicBezTo>
                  <a:cubicBezTo>
                    <a:pt x="6" y="2"/>
                    <a:pt x="6" y="2"/>
                    <a:pt x="5" y="2"/>
                  </a:cubicBezTo>
                  <a:cubicBezTo>
                    <a:pt x="4" y="2"/>
                    <a:pt x="3" y="2"/>
                    <a:pt x="3" y="3"/>
                  </a:cubicBezTo>
                  <a:cubicBezTo>
                    <a:pt x="2" y="4"/>
                    <a:pt x="2" y="4"/>
                    <a:pt x="2" y="6"/>
                  </a:cubicBezTo>
                  <a:cubicBezTo>
                    <a:pt x="2" y="7"/>
                    <a:pt x="2" y="7"/>
                    <a:pt x="3" y="8"/>
                  </a:cubicBezTo>
                  <a:cubicBezTo>
                    <a:pt x="3" y="9"/>
                    <a:pt x="4" y="9"/>
                    <a:pt x="5" y="9"/>
                  </a:cubicBezTo>
                  <a:cubicBezTo>
                    <a:pt x="6" y="9"/>
                    <a:pt x="7" y="9"/>
                    <a:pt x="7" y="8"/>
                  </a:cubicBezTo>
                  <a:cubicBezTo>
                    <a:pt x="8" y="7"/>
                    <a:pt x="8" y="7"/>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iŝ1íḓe"/>
            <p:cNvSpPr/>
            <p:nvPr/>
          </p:nvSpPr>
          <p:spPr bwMode="auto">
            <a:xfrm>
              <a:off x="3798629" y="3566028"/>
              <a:ext cx="52068" cy="82442"/>
            </a:xfrm>
            <a:custGeom>
              <a:avLst/>
              <a:gdLst>
                <a:gd name="T0" fmla="*/ 0 w 10"/>
                <a:gd name="T1" fmla="*/ 8 h 16"/>
                <a:gd name="T2" fmla="*/ 0 w 10"/>
                <a:gd name="T3" fmla="*/ 4 h 16"/>
                <a:gd name="T4" fmla="*/ 2 w 10"/>
                <a:gd name="T5" fmla="*/ 1 h 16"/>
                <a:gd name="T6" fmla="*/ 5 w 10"/>
                <a:gd name="T7" fmla="*/ 0 h 16"/>
                <a:gd name="T8" fmla="*/ 7 w 10"/>
                <a:gd name="T9" fmla="*/ 1 h 16"/>
                <a:gd name="T10" fmla="*/ 9 w 10"/>
                <a:gd name="T11" fmla="*/ 2 h 16"/>
                <a:gd name="T12" fmla="*/ 10 w 10"/>
                <a:gd name="T13" fmla="*/ 5 h 16"/>
                <a:gd name="T14" fmla="*/ 10 w 10"/>
                <a:gd name="T15" fmla="*/ 8 h 16"/>
                <a:gd name="T16" fmla="*/ 9 w 10"/>
                <a:gd name="T17" fmla="*/ 13 h 16"/>
                <a:gd name="T18" fmla="*/ 8 w 10"/>
                <a:gd name="T19" fmla="*/ 15 h 16"/>
                <a:gd name="T20" fmla="*/ 5 w 10"/>
                <a:gd name="T21" fmla="*/ 16 h 16"/>
                <a:gd name="T22" fmla="*/ 1 w 10"/>
                <a:gd name="T23" fmla="*/ 15 h 16"/>
                <a:gd name="T24" fmla="*/ 0 w 10"/>
                <a:gd name="T25" fmla="*/ 8 h 16"/>
                <a:gd name="T26" fmla="*/ 2 w 10"/>
                <a:gd name="T27" fmla="*/ 8 h 16"/>
                <a:gd name="T28" fmla="*/ 3 w 10"/>
                <a:gd name="T29" fmla="*/ 13 h 16"/>
                <a:gd name="T30" fmla="*/ 5 w 10"/>
                <a:gd name="T31" fmla="*/ 15 h 16"/>
                <a:gd name="T32" fmla="*/ 7 w 10"/>
                <a:gd name="T33" fmla="*/ 13 h 16"/>
                <a:gd name="T34" fmla="*/ 8 w 10"/>
                <a:gd name="T35" fmla="*/ 8 h 16"/>
                <a:gd name="T36" fmla="*/ 7 w 10"/>
                <a:gd name="T37" fmla="*/ 3 h 16"/>
                <a:gd name="T38" fmla="*/ 5 w 10"/>
                <a:gd name="T39" fmla="*/ 2 h 16"/>
                <a:gd name="T40" fmla="*/ 3 w 10"/>
                <a:gd name="T41" fmla="*/ 3 h 16"/>
                <a:gd name="T42" fmla="*/ 2 w 10"/>
                <a:gd name="T4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16">
                  <a:moveTo>
                    <a:pt x="0" y="8"/>
                  </a:moveTo>
                  <a:cubicBezTo>
                    <a:pt x="0" y="6"/>
                    <a:pt x="0" y="5"/>
                    <a:pt x="0" y="4"/>
                  </a:cubicBezTo>
                  <a:cubicBezTo>
                    <a:pt x="1" y="3"/>
                    <a:pt x="1" y="2"/>
                    <a:pt x="2" y="1"/>
                  </a:cubicBezTo>
                  <a:cubicBezTo>
                    <a:pt x="3" y="1"/>
                    <a:pt x="4" y="0"/>
                    <a:pt x="5" y="0"/>
                  </a:cubicBezTo>
                  <a:cubicBezTo>
                    <a:pt x="6" y="0"/>
                    <a:pt x="7" y="0"/>
                    <a:pt x="7" y="1"/>
                  </a:cubicBezTo>
                  <a:cubicBezTo>
                    <a:pt x="8" y="1"/>
                    <a:pt x="8" y="2"/>
                    <a:pt x="9" y="2"/>
                  </a:cubicBezTo>
                  <a:cubicBezTo>
                    <a:pt x="9" y="3"/>
                    <a:pt x="9" y="4"/>
                    <a:pt x="10" y="5"/>
                  </a:cubicBezTo>
                  <a:cubicBezTo>
                    <a:pt x="10" y="5"/>
                    <a:pt x="10" y="7"/>
                    <a:pt x="10" y="8"/>
                  </a:cubicBezTo>
                  <a:cubicBezTo>
                    <a:pt x="10" y="10"/>
                    <a:pt x="10" y="12"/>
                    <a:pt x="9" y="13"/>
                  </a:cubicBezTo>
                  <a:cubicBezTo>
                    <a:pt x="9" y="14"/>
                    <a:pt x="9" y="15"/>
                    <a:pt x="8" y="15"/>
                  </a:cubicBezTo>
                  <a:cubicBezTo>
                    <a:pt x="7" y="16"/>
                    <a:pt x="6" y="16"/>
                    <a:pt x="5" y="16"/>
                  </a:cubicBezTo>
                  <a:cubicBezTo>
                    <a:pt x="3" y="16"/>
                    <a:pt x="2" y="16"/>
                    <a:pt x="1" y="15"/>
                  </a:cubicBezTo>
                  <a:cubicBezTo>
                    <a:pt x="0" y="13"/>
                    <a:pt x="0" y="11"/>
                    <a:pt x="0" y="8"/>
                  </a:cubicBezTo>
                  <a:close/>
                  <a:moveTo>
                    <a:pt x="2" y="8"/>
                  </a:moveTo>
                  <a:cubicBezTo>
                    <a:pt x="2" y="11"/>
                    <a:pt x="2" y="12"/>
                    <a:pt x="3" y="13"/>
                  </a:cubicBezTo>
                  <a:cubicBezTo>
                    <a:pt x="3" y="14"/>
                    <a:pt x="4" y="15"/>
                    <a:pt x="5" y="15"/>
                  </a:cubicBezTo>
                  <a:cubicBezTo>
                    <a:pt x="6" y="15"/>
                    <a:pt x="7" y="14"/>
                    <a:pt x="7" y="13"/>
                  </a:cubicBezTo>
                  <a:cubicBezTo>
                    <a:pt x="8" y="12"/>
                    <a:pt x="8" y="11"/>
                    <a:pt x="8" y="8"/>
                  </a:cubicBezTo>
                  <a:cubicBezTo>
                    <a:pt x="8" y="6"/>
                    <a:pt x="8" y="4"/>
                    <a:pt x="7" y="3"/>
                  </a:cubicBezTo>
                  <a:cubicBezTo>
                    <a:pt x="7" y="2"/>
                    <a:pt x="6" y="2"/>
                    <a:pt x="5" y="2"/>
                  </a:cubicBezTo>
                  <a:cubicBezTo>
                    <a:pt x="4" y="2"/>
                    <a:pt x="3" y="2"/>
                    <a:pt x="3" y="3"/>
                  </a:cubicBezTo>
                  <a:cubicBezTo>
                    <a:pt x="2" y="4"/>
                    <a:pt x="2" y="6"/>
                    <a:pt x="2" y="8"/>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ľiḑe"/>
            <p:cNvSpPr/>
            <p:nvPr/>
          </p:nvSpPr>
          <p:spPr bwMode="auto">
            <a:xfrm>
              <a:off x="3855037" y="3566028"/>
              <a:ext cx="52068" cy="82442"/>
            </a:xfrm>
            <a:custGeom>
              <a:avLst/>
              <a:gdLst>
                <a:gd name="T0" fmla="*/ 10 w 10"/>
                <a:gd name="T1" fmla="*/ 14 h 16"/>
                <a:gd name="T2" fmla="*/ 10 w 10"/>
                <a:gd name="T3" fmla="*/ 16 h 16"/>
                <a:gd name="T4" fmla="*/ 0 w 10"/>
                <a:gd name="T5" fmla="*/ 16 h 16"/>
                <a:gd name="T6" fmla="*/ 0 w 10"/>
                <a:gd name="T7" fmla="*/ 15 h 16"/>
                <a:gd name="T8" fmla="*/ 1 w 10"/>
                <a:gd name="T9" fmla="*/ 12 h 16"/>
                <a:gd name="T10" fmla="*/ 4 w 10"/>
                <a:gd name="T11" fmla="*/ 10 h 16"/>
                <a:gd name="T12" fmla="*/ 7 w 10"/>
                <a:gd name="T13" fmla="*/ 7 h 16"/>
                <a:gd name="T14" fmla="*/ 8 w 10"/>
                <a:gd name="T15" fmla="*/ 5 h 16"/>
                <a:gd name="T16" fmla="*/ 7 w 10"/>
                <a:gd name="T17" fmla="*/ 3 h 16"/>
                <a:gd name="T18" fmla="*/ 5 w 10"/>
                <a:gd name="T19" fmla="*/ 2 h 16"/>
                <a:gd name="T20" fmla="*/ 3 w 10"/>
                <a:gd name="T21" fmla="*/ 3 h 16"/>
                <a:gd name="T22" fmla="*/ 2 w 10"/>
                <a:gd name="T23" fmla="*/ 5 h 16"/>
                <a:gd name="T24" fmla="*/ 0 w 10"/>
                <a:gd name="T25" fmla="*/ 5 h 16"/>
                <a:gd name="T26" fmla="*/ 2 w 10"/>
                <a:gd name="T27" fmla="*/ 1 h 16"/>
                <a:gd name="T28" fmla="*/ 5 w 10"/>
                <a:gd name="T29" fmla="*/ 0 h 16"/>
                <a:gd name="T30" fmla="*/ 9 w 10"/>
                <a:gd name="T31" fmla="*/ 1 h 16"/>
                <a:gd name="T32" fmla="*/ 10 w 10"/>
                <a:gd name="T33" fmla="*/ 5 h 16"/>
                <a:gd name="T34" fmla="*/ 10 w 10"/>
                <a:gd name="T35" fmla="*/ 6 h 16"/>
                <a:gd name="T36" fmla="*/ 8 w 10"/>
                <a:gd name="T37" fmla="*/ 8 h 16"/>
                <a:gd name="T38" fmla="*/ 5 w 10"/>
                <a:gd name="T39" fmla="*/ 11 h 16"/>
                <a:gd name="T40" fmla="*/ 3 w 10"/>
                <a:gd name="T41" fmla="*/ 13 h 16"/>
                <a:gd name="T42" fmla="*/ 2 w 10"/>
                <a:gd name="T43" fmla="*/ 14 h 16"/>
                <a:gd name="T44" fmla="*/ 10 w 10"/>
                <a:gd name="T4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 h="16">
                  <a:moveTo>
                    <a:pt x="10" y="14"/>
                  </a:moveTo>
                  <a:cubicBezTo>
                    <a:pt x="10" y="16"/>
                    <a:pt x="10" y="16"/>
                    <a:pt x="10" y="16"/>
                  </a:cubicBezTo>
                  <a:cubicBezTo>
                    <a:pt x="0" y="16"/>
                    <a:pt x="0" y="16"/>
                    <a:pt x="0" y="16"/>
                  </a:cubicBezTo>
                  <a:cubicBezTo>
                    <a:pt x="0" y="15"/>
                    <a:pt x="0" y="15"/>
                    <a:pt x="0" y="15"/>
                  </a:cubicBezTo>
                  <a:cubicBezTo>
                    <a:pt x="0" y="14"/>
                    <a:pt x="1" y="13"/>
                    <a:pt x="1" y="12"/>
                  </a:cubicBezTo>
                  <a:cubicBezTo>
                    <a:pt x="2" y="12"/>
                    <a:pt x="3" y="11"/>
                    <a:pt x="4" y="10"/>
                  </a:cubicBezTo>
                  <a:cubicBezTo>
                    <a:pt x="5" y="9"/>
                    <a:pt x="6" y="8"/>
                    <a:pt x="7" y="7"/>
                  </a:cubicBezTo>
                  <a:cubicBezTo>
                    <a:pt x="8" y="6"/>
                    <a:pt x="8" y="5"/>
                    <a:pt x="8" y="5"/>
                  </a:cubicBezTo>
                  <a:cubicBezTo>
                    <a:pt x="8" y="4"/>
                    <a:pt x="8" y="3"/>
                    <a:pt x="7" y="3"/>
                  </a:cubicBezTo>
                  <a:cubicBezTo>
                    <a:pt x="7" y="2"/>
                    <a:pt x="6" y="2"/>
                    <a:pt x="5" y="2"/>
                  </a:cubicBezTo>
                  <a:cubicBezTo>
                    <a:pt x="4" y="2"/>
                    <a:pt x="3" y="2"/>
                    <a:pt x="3" y="3"/>
                  </a:cubicBezTo>
                  <a:cubicBezTo>
                    <a:pt x="2" y="3"/>
                    <a:pt x="2" y="4"/>
                    <a:pt x="2" y="5"/>
                  </a:cubicBezTo>
                  <a:cubicBezTo>
                    <a:pt x="0" y="5"/>
                    <a:pt x="0" y="5"/>
                    <a:pt x="0" y="5"/>
                  </a:cubicBezTo>
                  <a:cubicBezTo>
                    <a:pt x="0" y="3"/>
                    <a:pt x="1" y="2"/>
                    <a:pt x="2" y="1"/>
                  </a:cubicBezTo>
                  <a:cubicBezTo>
                    <a:pt x="2" y="1"/>
                    <a:pt x="4" y="0"/>
                    <a:pt x="5" y="0"/>
                  </a:cubicBezTo>
                  <a:cubicBezTo>
                    <a:pt x="7" y="0"/>
                    <a:pt x="8" y="1"/>
                    <a:pt x="9" y="1"/>
                  </a:cubicBezTo>
                  <a:cubicBezTo>
                    <a:pt x="10" y="2"/>
                    <a:pt x="10" y="3"/>
                    <a:pt x="10" y="5"/>
                  </a:cubicBezTo>
                  <a:cubicBezTo>
                    <a:pt x="10" y="5"/>
                    <a:pt x="10" y="6"/>
                    <a:pt x="10" y="6"/>
                  </a:cubicBezTo>
                  <a:cubicBezTo>
                    <a:pt x="9" y="7"/>
                    <a:pt x="9" y="8"/>
                    <a:pt x="8" y="8"/>
                  </a:cubicBezTo>
                  <a:cubicBezTo>
                    <a:pt x="8" y="9"/>
                    <a:pt x="7" y="10"/>
                    <a:pt x="5" y="11"/>
                  </a:cubicBezTo>
                  <a:cubicBezTo>
                    <a:pt x="4" y="12"/>
                    <a:pt x="3" y="13"/>
                    <a:pt x="3" y="13"/>
                  </a:cubicBezTo>
                  <a:cubicBezTo>
                    <a:pt x="3" y="13"/>
                    <a:pt x="3" y="14"/>
                    <a:pt x="2" y="14"/>
                  </a:cubicBezTo>
                  <a:lnTo>
                    <a:pt x="10" y="14"/>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śḷïḋé"/>
            <p:cNvSpPr/>
            <p:nvPr/>
          </p:nvSpPr>
          <p:spPr bwMode="auto">
            <a:xfrm>
              <a:off x="4583995" y="3555180"/>
              <a:ext cx="93290" cy="101968"/>
            </a:xfrm>
            <a:custGeom>
              <a:avLst/>
              <a:gdLst>
                <a:gd name="T0" fmla="*/ 0 w 18"/>
                <a:gd name="T1" fmla="*/ 4 h 20"/>
                <a:gd name="T2" fmla="*/ 0 w 18"/>
                <a:gd name="T3" fmla="*/ 3 h 20"/>
                <a:gd name="T4" fmla="*/ 8 w 18"/>
                <a:gd name="T5" fmla="*/ 3 h 20"/>
                <a:gd name="T6" fmla="*/ 8 w 18"/>
                <a:gd name="T7" fmla="*/ 2 h 20"/>
                <a:gd name="T8" fmla="*/ 8 w 18"/>
                <a:gd name="T9" fmla="*/ 0 h 20"/>
                <a:gd name="T10" fmla="*/ 10 w 18"/>
                <a:gd name="T11" fmla="*/ 0 h 20"/>
                <a:gd name="T12" fmla="*/ 10 w 18"/>
                <a:gd name="T13" fmla="*/ 3 h 20"/>
                <a:gd name="T14" fmla="*/ 13 w 18"/>
                <a:gd name="T15" fmla="*/ 3 h 20"/>
                <a:gd name="T16" fmla="*/ 18 w 18"/>
                <a:gd name="T17" fmla="*/ 4 h 20"/>
                <a:gd name="T18" fmla="*/ 18 w 18"/>
                <a:gd name="T19" fmla="*/ 5 h 20"/>
                <a:gd name="T20" fmla="*/ 10 w 18"/>
                <a:gd name="T21" fmla="*/ 5 h 20"/>
                <a:gd name="T22" fmla="*/ 14 w 18"/>
                <a:gd name="T23" fmla="*/ 7 h 20"/>
                <a:gd name="T24" fmla="*/ 16 w 18"/>
                <a:gd name="T25" fmla="*/ 8 h 20"/>
                <a:gd name="T26" fmla="*/ 16 w 18"/>
                <a:gd name="T27" fmla="*/ 18 h 20"/>
                <a:gd name="T28" fmla="*/ 15 w 18"/>
                <a:gd name="T29" fmla="*/ 19 h 20"/>
                <a:gd name="T30" fmla="*/ 13 w 18"/>
                <a:gd name="T31" fmla="*/ 19 h 20"/>
                <a:gd name="T32" fmla="*/ 12 w 18"/>
                <a:gd name="T33" fmla="*/ 17 h 20"/>
                <a:gd name="T34" fmla="*/ 14 w 18"/>
                <a:gd name="T35" fmla="*/ 18 h 20"/>
                <a:gd name="T36" fmla="*/ 14 w 18"/>
                <a:gd name="T37" fmla="*/ 8 h 20"/>
                <a:gd name="T38" fmla="*/ 3 w 18"/>
                <a:gd name="T39" fmla="*/ 17 h 20"/>
                <a:gd name="T40" fmla="*/ 3 w 18"/>
                <a:gd name="T41" fmla="*/ 20 h 20"/>
                <a:gd name="T42" fmla="*/ 1 w 18"/>
                <a:gd name="T43" fmla="*/ 18 h 20"/>
                <a:gd name="T44" fmla="*/ 1 w 18"/>
                <a:gd name="T45" fmla="*/ 8 h 20"/>
                <a:gd name="T46" fmla="*/ 1 w 18"/>
                <a:gd name="T47" fmla="*/ 7 h 20"/>
                <a:gd name="T48" fmla="*/ 8 w 18"/>
                <a:gd name="T49" fmla="*/ 7 h 20"/>
                <a:gd name="T50" fmla="*/ 5 w 18"/>
                <a:gd name="T51" fmla="*/ 5 h 20"/>
                <a:gd name="T52" fmla="*/ 6 w 18"/>
                <a:gd name="T53" fmla="*/ 14 h 20"/>
                <a:gd name="T54" fmla="*/ 8 w 18"/>
                <a:gd name="T55" fmla="*/ 12 h 20"/>
                <a:gd name="T56" fmla="*/ 4 w 18"/>
                <a:gd name="T57" fmla="*/ 13 h 20"/>
                <a:gd name="T58" fmla="*/ 4 w 18"/>
                <a:gd name="T59" fmla="*/ 12 h 20"/>
                <a:gd name="T60" fmla="*/ 6 w 18"/>
                <a:gd name="T61" fmla="*/ 11 h 20"/>
                <a:gd name="T62" fmla="*/ 6 w 18"/>
                <a:gd name="T63" fmla="*/ 11 h 20"/>
                <a:gd name="T64" fmla="*/ 6 w 18"/>
                <a:gd name="T65" fmla="*/ 9 h 20"/>
                <a:gd name="T66" fmla="*/ 7 w 18"/>
                <a:gd name="T67" fmla="*/ 8 h 20"/>
                <a:gd name="T68" fmla="*/ 7 w 18"/>
                <a:gd name="T69" fmla="*/ 11 h 20"/>
                <a:gd name="T70" fmla="*/ 10 w 18"/>
                <a:gd name="T71" fmla="*/ 10 h 20"/>
                <a:gd name="T72" fmla="*/ 11 w 18"/>
                <a:gd name="T73" fmla="*/ 8 h 20"/>
                <a:gd name="T74" fmla="*/ 12 w 18"/>
                <a:gd name="T75" fmla="*/ 10 h 20"/>
                <a:gd name="T76" fmla="*/ 11 w 18"/>
                <a:gd name="T77" fmla="*/ 11 h 20"/>
                <a:gd name="T78" fmla="*/ 13 w 18"/>
                <a:gd name="T79" fmla="*/ 12 h 20"/>
                <a:gd name="T80" fmla="*/ 13 w 18"/>
                <a:gd name="T81" fmla="*/ 13 h 20"/>
                <a:gd name="T82" fmla="*/ 10 w 18"/>
                <a:gd name="T83" fmla="*/ 12 h 20"/>
                <a:gd name="T84" fmla="*/ 11 w 18"/>
                <a:gd name="T85" fmla="*/ 14 h 20"/>
                <a:gd name="T86" fmla="*/ 14 w 18"/>
                <a:gd name="T87" fmla="*/ 14 h 20"/>
                <a:gd name="T88" fmla="*/ 14 w 18"/>
                <a:gd name="T89" fmla="*/ 15 h 20"/>
                <a:gd name="T90" fmla="*/ 10 w 18"/>
                <a:gd name="T91" fmla="*/ 15 h 20"/>
                <a:gd name="T92" fmla="*/ 10 w 18"/>
                <a:gd name="T93" fmla="*/ 18 h 20"/>
                <a:gd name="T94" fmla="*/ 9 w 18"/>
                <a:gd name="T95" fmla="*/ 19 h 20"/>
                <a:gd name="T96" fmla="*/ 8 w 18"/>
                <a:gd name="T97" fmla="*/ 19 h 20"/>
                <a:gd name="T98" fmla="*/ 8 w 18"/>
                <a:gd name="T99" fmla="*/ 17 h 20"/>
                <a:gd name="T100" fmla="*/ 6 w 18"/>
                <a:gd name="T101" fmla="*/ 15 h 20"/>
                <a:gd name="T102" fmla="*/ 3 w 18"/>
                <a:gd name="T103" fmla="*/ 15 h 20"/>
                <a:gd name="T104" fmla="*/ 3 w 18"/>
                <a:gd name="T105" fmla="*/ 14 h 20"/>
                <a:gd name="T106" fmla="*/ 6 w 18"/>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20">
                  <a:moveTo>
                    <a:pt x="0" y="5"/>
                  </a:moveTo>
                  <a:cubicBezTo>
                    <a:pt x="0" y="5"/>
                    <a:pt x="0" y="4"/>
                    <a:pt x="0" y="4"/>
                  </a:cubicBezTo>
                  <a:cubicBezTo>
                    <a:pt x="0" y="4"/>
                    <a:pt x="0" y="4"/>
                    <a:pt x="0" y="4"/>
                  </a:cubicBezTo>
                  <a:cubicBezTo>
                    <a:pt x="0" y="4"/>
                    <a:pt x="0" y="4"/>
                    <a:pt x="0" y="3"/>
                  </a:cubicBezTo>
                  <a:cubicBezTo>
                    <a:pt x="3" y="3"/>
                    <a:pt x="4" y="3"/>
                    <a:pt x="5" y="3"/>
                  </a:cubicBezTo>
                  <a:cubicBezTo>
                    <a:pt x="8" y="3"/>
                    <a:pt x="8" y="3"/>
                    <a:pt x="8" y="3"/>
                  </a:cubicBezTo>
                  <a:cubicBezTo>
                    <a:pt x="8" y="3"/>
                    <a:pt x="8" y="3"/>
                    <a:pt x="8" y="3"/>
                  </a:cubicBezTo>
                  <a:cubicBezTo>
                    <a:pt x="8" y="2"/>
                    <a:pt x="8" y="2"/>
                    <a:pt x="8" y="2"/>
                  </a:cubicBezTo>
                  <a:cubicBezTo>
                    <a:pt x="8" y="2"/>
                    <a:pt x="8" y="2"/>
                    <a:pt x="8" y="2"/>
                  </a:cubicBezTo>
                  <a:cubicBezTo>
                    <a:pt x="8" y="0"/>
                    <a:pt x="8" y="0"/>
                    <a:pt x="8" y="0"/>
                  </a:cubicBezTo>
                  <a:cubicBezTo>
                    <a:pt x="9" y="1"/>
                    <a:pt x="9" y="1"/>
                    <a:pt x="9" y="1"/>
                  </a:cubicBezTo>
                  <a:cubicBezTo>
                    <a:pt x="9" y="1"/>
                    <a:pt x="9" y="1"/>
                    <a:pt x="10" y="0"/>
                  </a:cubicBezTo>
                  <a:cubicBezTo>
                    <a:pt x="10" y="2"/>
                    <a:pt x="10" y="2"/>
                    <a:pt x="10" y="2"/>
                  </a:cubicBezTo>
                  <a:cubicBezTo>
                    <a:pt x="10" y="3"/>
                    <a:pt x="10" y="3"/>
                    <a:pt x="10" y="3"/>
                  </a:cubicBezTo>
                  <a:cubicBezTo>
                    <a:pt x="10" y="3"/>
                    <a:pt x="10" y="3"/>
                    <a:pt x="10" y="3"/>
                  </a:cubicBezTo>
                  <a:cubicBezTo>
                    <a:pt x="13" y="3"/>
                    <a:pt x="13" y="3"/>
                    <a:pt x="13" y="3"/>
                  </a:cubicBezTo>
                  <a:cubicBezTo>
                    <a:pt x="14" y="3"/>
                    <a:pt x="15" y="3"/>
                    <a:pt x="18" y="3"/>
                  </a:cubicBezTo>
                  <a:cubicBezTo>
                    <a:pt x="18" y="3"/>
                    <a:pt x="18" y="3"/>
                    <a:pt x="18" y="4"/>
                  </a:cubicBezTo>
                  <a:cubicBezTo>
                    <a:pt x="18" y="4"/>
                    <a:pt x="18" y="4"/>
                    <a:pt x="18" y="4"/>
                  </a:cubicBezTo>
                  <a:cubicBezTo>
                    <a:pt x="18" y="4"/>
                    <a:pt x="18" y="4"/>
                    <a:pt x="18" y="5"/>
                  </a:cubicBezTo>
                  <a:cubicBezTo>
                    <a:pt x="16" y="5"/>
                    <a:pt x="15" y="5"/>
                    <a:pt x="13" y="5"/>
                  </a:cubicBezTo>
                  <a:cubicBezTo>
                    <a:pt x="10" y="5"/>
                    <a:pt x="10" y="5"/>
                    <a:pt x="10" y="5"/>
                  </a:cubicBezTo>
                  <a:cubicBezTo>
                    <a:pt x="10" y="7"/>
                    <a:pt x="10" y="7"/>
                    <a:pt x="10" y="7"/>
                  </a:cubicBezTo>
                  <a:cubicBezTo>
                    <a:pt x="14" y="7"/>
                    <a:pt x="14" y="7"/>
                    <a:pt x="14" y="7"/>
                  </a:cubicBezTo>
                  <a:cubicBezTo>
                    <a:pt x="15" y="7"/>
                    <a:pt x="15" y="7"/>
                    <a:pt x="16" y="7"/>
                  </a:cubicBezTo>
                  <a:cubicBezTo>
                    <a:pt x="16" y="7"/>
                    <a:pt x="16" y="7"/>
                    <a:pt x="16" y="8"/>
                  </a:cubicBezTo>
                  <a:cubicBezTo>
                    <a:pt x="16" y="8"/>
                    <a:pt x="16" y="8"/>
                    <a:pt x="16" y="9"/>
                  </a:cubicBezTo>
                  <a:cubicBezTo>
                    <a:pt x="16" y="18"/>
                    <a:pt x="16" y="18"/>
                    <a:pt x="16" y="18"/>
                  </a:cubicBezTo>
                  <a:cubicBezTo>
                    <a:pt x="16" y="18"/>
                    <a:pt x="16" y="19"/>
                    <a:pt x="16" y="19"/>
                  </a:cubicBezTo>
                  <a:cubicBezTo>
                    <a:pt x="16" y="19"/>
                    <a:pt x="16" y="19"/>
                    <a:pt x="15" y="19"/>
                  </a:cubicBezTo>
                  <a:cubicBezTo>
                    <a:pt x="15" y="19"/>
                    <a:pt x="14" y="20"/>
                    <a:pt x="13" y="20"/>
                  </a:cubicBezTo>
                  <a:cubicBezTo>
                    <a:pt x="13" y="20"/>
                    <a:pt x="13" y="19"/>
                    <a:pt x="13" y="19"/>
                  </a:cubicBezTo>
                  <a:cubicBezTo>
                    <a:pt x="13" y="19"/>
                    <a:pt x="13" y="19"/>
                    <a:pt x="12" y="19"/>
                  </a:cubicBezTo>
                  <a:cubicBezTo>
                    <a:pt x="12" y="18"/>
                    <a:pt x="12" y="18"/>
                    <a:pt x="12" y="17"/>
                  </a:cubicBezTo>
                  <a:cubicBezTo>
                    <a:pt x="13" y="18"/>
                    <a:pt x="13" y="18"/>
                    <a:pt x="14" y="18"/>
                  </a:cubicBezTo>
                  <a:cubicBezTo>
                    <a:pt x="14" y="18"/>
                    <a:pt x="14" y="18"/>
                    <a:pt x="14" y="18"/>
                  </a:cubicBezTo>
                  <a:cubicBezTo>
                    <a:pt x="14" y="17"/>
                    <a:pt x="14" y="17"/>
                    <a:pt x="14" y="17"/>
                  </a:cubicBezTo>
                  <a:cubicBezTo>
                    <a:pt x="14" y="8"/>
                    <a:pt x="14" y="8"/>
                    <a:pt x="14" y="8"/>
                  </a:cubicBezTo>
                  <a:cubicBezTo>
                    <a:pt x="3" y="8"/>
                    <a:pt x="3" y="8"/>
                    <a:pt x="3" y="8"/>
                  </a:cubicBezTo>
                  <a:cubicBezTo>
                    <a:pt x="3" y="17"/>
                    <a:pt x="3" y="17"/>
                    <a:pt x="3" y="17"/>
                  </a:cubicBezTo>
                  <a:cubicBezTo>
                    <a:pt x="3" y="18"/>
                    <a:pt x="3" y="18"/>
                    <a:pt x="3" y="18"/>
                  </a:cubicBezTo>
                  <a:cubicBezTo>
                    <a:pt x="3" y="20"/>
                    <a:pt x="3" y="20"/>
                    <a:pt x="3" y="20"/>
                  </a:cubicBezTo>
                  <a:cubicBezTo>
                    <a:pt x="2" y="19"/>
                    <a:pt x="2" y="19"/>
                    <a:pt x="1" y="20"/>
                  </a:cubicBezTo>
                  <a:cubicBezTo>
                    <a:pt x="1" y="19"/>
                    <a:pt x="1" y="18"/>
                    <a:pt x="1" y="18"/>
                  </a:cubicBezTo>
                  <a:cubicBezTo>
                    <a:pt x="1" y="18"/>
                    <a:pt x="1" y="17"/>
                    <a:pt x="1" y="17"/>
                  </a:cubicBezTo>
                  <a:cubicBezTo>
                    <a:pt x="1" y="8"/>
                    <a:pt x="1" y="8"/>
                    <a:pt x="1" y="8"/>
                  </a:cubicBezTo>
                  <a:cubicBezTo>
                    <a:pt x="1" y="8"/>
                    <a:pt x="1" y="8"/>
                    <a:pt x="1" y="7"/>
                  </a:cubicBezTo>
                  <a:cubicBezTo>
                    <a:pt x="1" y="7"/>
                    <a:pt x="1" y="7"/>
                    <a:pt x="1" y="7"/>
                  </a:cubicBezTo>
                  <a:cubicBezTo>
                    <a:pt x="2" y="7"/>
                    <a:pt x="3" y="7"/>
                    <a:pt x="3" y="7"/>
                  </a:cubicBezTo>
                  <a:cubicBezTo>
                    <a:pt x="8" y="7"/>
                    <a:pt x="8" y="7"/>
                    <a:pt x="8" y="7"/>
                  </a:cubicBezTo>
                  <a:cubicBezTo>
                    <a:pt x="8" y="5"/>
                    <a:pt x="8" y="5"/>
                    <a:pt x="8" y="5"/>
                  </a:cubicBezTo>
                  <a:cubicBezTo>
                    <a:pt x="5" y="5"/>
                    <a:pt x="5" y="5"/>
                    <a:pt x="5" y="5"/>
                  </a:cubicBezTo>
                  <a:cubicBezTo>
                    <a:pt x="4" y="5"/>
                    <a:pt x="2" y="5"/>
                    <a:pt x="0" y="5"/>
                  </a:cubicBezTo>
                  <a:close/>
                  <a:moveTo>
                    <a:pt x="6" y="14"/>
                  </a:moveTo>
                  <a:cubicBezTo>
                    <a:pt x="8" y="14"/>
                    <a:pt x="8" y="14"/>
                    <a:pt x="8" y="14"/>
                  </a:cubicBezTo>
                  <a:cubicBezTo>
                    <a:pt x="8" y="12"/>
                    <a:pt x="8" y="12"/>
                    <a:pt x="8" y="12"/>
                  </a:cubicBezTo>
                  <a:cubicBezTo>
                    <a:pt x="6" y="12"/>
                    <a:pt x="6" y="12"/>
                    <a:pt x="6" y="12"/>
                  </a:cubicBezTo>
                  <a:cubicBezTo>
                    <a:pt x="6" y="12"/>
                    <a:pt x="5" y="12"/>
                    <a:pt x="4" y="13"/>
                  </a:cubicBezTo>
                  <a:cubicBezTo>
                    <a:pt x="4" y="12"/>
                    <a:pt x="4" y="12"/>
                    <a:pt x="4" y="12"/>
                  </a:cubicBezTo>
                  <a:cubicBezTo>
                    <a:pt x="4" y="12"/>
                    <a:pt x="4" y="12"/>
                    <a:pt x="4" y="12"/>
                  </a:cubicBezTo>
                  <a:cubicBezTo>
                    <a:pt x="4" y="12"/>
                    <a:pt x="4" y="12"/>
                    <a:pt x="4" y="11"/>
                  </a:cubicBezTo>
                  <a:cubicBezTo>
                    <a:pt x="5" y="11"/>
                    <a:pt x="6" y="11"/>
                    <a:pt x="6" y="11"/>
                  </a:cubicBezTo>
                  <a:cubicBezTo>
                    <a:pt x="7" y="11"/>
                    <a:pt x="7" y="11"/>
                    <a:pt x="7" y="11"/>
                  </a:cubicBezTo>
                  <a:cubicBezTo>
                    <a:pt x="6" y="11"/>
                    <a:pt x="6" y="11"/>
                    <a:pt x="6" y="11"/>
                  </a:cubicBezTo>
                  <a:cubicBezTo>
                    <a:pt x="6" y="11"/>
                    <a:pt x="6" y="11"/>
                    <a:pt x="6" y="10"/>
                  </a:cubicBezTo>
                  <a:cubicBezTo>
                    <a:pt x="6" y="10"/>
                    <a:pt x="6" y="10"/>
                    <a:pt x="6" y="9"/>
                  </a:cubicBezTo>
                  <a:cubicBezTo>
                    <a:pt x="5" y="9"/>
                    <a:pt x="5" y="9"/>
                    <a:pt x="5" y="9"/>
                  </a:cubicBezTo>
                  <a:cubicBezTo>
                    <a:pt x="6" y="9"/>
                    <a:pt x="6" y="9"/>
                    <a:pt x="7" y="8"/>
                  </a:cubicBezTo>
                  <a:cubicBezTo>
                    <a:pt x="8" y="11"/>
                    <a:pt x="8" y="11"/>
                    <a:pt x="8" y="11"/>
                  </a:cubicBezTo>
                  <a:cubicBezTo>
                    <a:pt x="8" y="11"/>
                    <a:pt x="8" y="11"/>
                    <a:pt x="7" y="11"/>
                  </a:cubicBezTo>
                  <a:cubicBezTo>
                    <a:pt x="9" y="11"/>
                    <a:pt x="9" y="11"/>
                    <a:pt x="9" y="11"/>
                  </a:cubicBezTo>
                  <a:cubicBezTo>
                    <a:pt x="10" y="11"/>
                    <a:pt x="10" y="10"/>
                    <a:pt x="10" y="10"/>
                  </a:cubicBezTo>
                  <a:cubicBezTo>
                    <a:pt x="10" y="9"/>
                    <a:pt x="10" y="9"/>
                    <a:pt x="10" y="9"/>
                  </a:cubicBezTo>
                  <a:cubicBezTo>
                    <a:pt x="11" y="8"/>
                    <a:pt x="11" y="8"/>
                    <a:pt x="11" y="8"/>
                  </a:cubicBezTo>
                  <a:cubicBezTo>
                    <a:pt x="11" y="9"/>
                    <a:pt x="12" y="9"/>
                    <a:pt x="12" y="9"/>
                  </a:cubicBezTo>
                  <a:cubicBezTo>
                    <a:pt x="12" y="10"/>
                    <a:pt x="12" y="10"/>
                    <a:pt x="12" y="10"/>
                  </a:cubicBezTo>
                  <a:cubicBezTo>
                    <a:pt x="11" y="10"/>
                    <a:pt x="11" y="11"/>
                    <a:pt x="11" y="11"/>
                  </a:cubicBezTo>
                  <a:cubicBezTo>
                    <a:pt x="11" y="11"/>
                    <a:pt x="11" y="11"/>
                    <a:pt x="11" y="11"/>
                  </a:cubicBezTo>
                  <a:cubicBezTo>
                    <a:pt x="12" y="11"/>
                    <a:pt x="13" y="11"/>
                    <a:pt x="13" y="11"/>
                  </a:cubicBezTo>
                  <a:cubicBezTo>
                    <a:pt x="13" y="11"/>
                    <a:pt x="13" y="11"/>
                    <a:pt x="13" y="12"/>
                  </a:cubicBezTo>
                  <a:cubicBezTo>
                    <a:pt x="13" y="12"/>
                    <a:pt x="13" y="12"/>
                    <a:pt x="13" y="12"/>
                  </a:cubicBezTo>
                  <a:cubicBezTo>
                    <a:pt x="13" y="12"/>
                    <a:pt x="13" y="12"/>
                    <a:pt x="13" y="13"/>
                  </a:cubicBezTo>
                  <a:cubicBezTo>
                    <a:pt x="13" y="12"/>
                    <a:pt x="12" y="12"/>
                    <a:pt x="11" y="12"/>
                  </a:cubicBezTo>
                  <a:cubicBezTo>
                    <a:pt x="10" y="12"/>
                    <a:pt x="10" y="12"/>
                    <a:pt x="10" y="12"/>
                  </a:cubicBezTo>
                  <a:cubicBezTo>
                    <a:pt x="10" y="14"/>
                    <a:pt x="10" y="14"/>
                    <a:pt x="10" y="14"/>
                  </a:cubicBezTo>
                  <a:cubicBezTo>
                    <a:pt x="11" y="14"/>
                    <a:pt x="11" y="14"/>
                    <a:pt x="11" y="14"/>
                  </a:cubicBezTo>
                  <a:cubicBezTo>
                    <a:pt x="12" y="14"/>
                    <a:pt x="13" y="14"/>
                    <a:pt x="14" y="14"/>
                  </a:cubicBezTo>
                  <a:cubicBezTo>
                    <a:pt x="14" y="14"/>
                    <a:pt x="14" y="14"/>
                    <a:pt x="14" y="14"/>
                  </a:cubicBezTo>
                  <a:cubicBezTo>
                    <a:pt x="14" y="15"/>
                    <a:pt x="14" y="15"/>
                    <a:pt x="14" y="15"/>
                  </a:cubicBezTo>
                  <a:cubicBezTo>
                    <a:pt x="14" y="15"/>
                    <a:pt x="14" y="15"/>
                    <a:pt x="14" y="15"/>
                  </a:cubicBezTo>
                  <a:cubicBezTo>
                    <a:pt x="13" y="15"/>
                    <a:pt x="12" y="15"/>
                    <a:pt x="11" y="15"/>
                  </a:cubicBezTo>
                  <a:cubicBezTo>
                    <a:pt x="10" y="15"/>
                    <a:pt x="10" y="15"/>
                    <a:pt x="10" y="15"/>
                  </a:cubicBezTo>
                  <a:cubicBezTo>
                    <a:pt x="10" y="17"/>
                    <a:pt x="10" y="17"/>
                    <a:pt x="10" y="17"/>
                  </a:cubicBezTo>
                  <a:cubicBezTo>
                    <a:pt x="10" y="17"/>
                    <a:pt x="10" y="18"/>
                    <a:pt x="10" y="18"/>
                  </a:cubicBezTo>
                  <a:cubicBezTo>
                    <a:pt x="10" y="19"/>
                    <a:pt x="10" y="19"/>
                    <a:pt x="10" y="19"/>
                  </a:cubicBezTo>
                  <a:cubicBezTo>
                    <a:pt x="9" y="19"/>
                    <a:pt x="9" y="19"/>
                    <a:pt x="9" y="19"/>
                  </a:cubicBezTo>
                  <a:cubicBezTo>
                    <a:pt x="8" y="19"/>
                    <a:pt x="8" y="19"/>
                    <a:pt x="8" y="19"/>
                  </a:cubicBezTo>
                  <a:cubicBezTo>
                    <a:pt x="8" y="19"/>
                    <a:pt x="8" y="19"/>
                    <a:pt x="8" y="19"/>
                  </a:cubicBezTo>
                  <a:cubicBezTo>
                    <a:pt x="8" y="19"/>
                    <a:pt x="8" y="18"/>
                    <a:pt x="8" y="18"/>
                  </a:cubicBezTo>
                  <a:cubicBezTo>
                    <a:pt x="8" y="18"/>
                    <a:pt x="8" y="17"/>
                    <a:pt x="8" y="17"/>
                  </a:cubicBezTo>
                  <a:cubicBezTo>
                    <a:pt x="8" y="15"/>
                    <a:pt x="8" y="15"/>
                    <a:pt x="8" y="15"/>
                  </a:cubicBezTo>
                  <a:cubicBezTo>
                    <a:pt x="6" y="15"/>
                    <a:pt x="6" y="15"/>
                    <a:pt x="6" y="15"/>
                  </a:cubicBezTo>
                  <a:cubicBezTo>
                    <a:pt x="5" y="15"/>
                    <a:pt x="4" y="15"/>
                    <a:pt x="3" y="15"/>
                  </a:cubicBezTo>
                  <a:cubicBezTo>
                    <a:pt x="3" y="15"/>
                    <a:pt x="3" y="15"/>
                    <a:pt x="3" y="15"/>
                  </a:cubicBezTo>
                  <a:cubicBezTo>
                    <a:pt x="3" y="15"/>
                    <a:pt x="3" y="15"/>
                    <a:pt x="3" y="15"/>
                  </a:cubicBezTo>
                  <a:cubicBezTo>
                    <a:pt x="3" y="14"/>
                    <a:pt x="3" y="14"/>
                    <a:pt x="3" y="14"/>
                  </a:cubicBezTo>
                  <a:cubicBezTo>
                    <a:pt x="3" y="14"/>
                    <a:pt x="3" y="14"/>
                    <a:pt x="3" y="14"/>
                  </a:cubicBezTo>
                  <a:cubicBezTo>
                    <a:pt x="4" y="14"/>
                    <a:pt x="5" y="14"/>
                    <a:pt x="6"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ṧlïdè"/>
            <p:cNvSpPr/>
            <p:nvPr/>
          </p:nvSpPr>
          <p:spPr bwMode="auto">
            <a:xfrm>
              <a:off x="4688132" y="3559519"/>
              <a:ext cx="91120" cy="97629"/>
            </a:xfrm>
            <a:custGeom>
              <a:avLst/>
              <a:gdLst>
                <a:gd name="T0" fmla="*/ 4 w 18"/>
                <a:gd name="T1" fmla="*/ 13 h 19"/>
                <a:gd name="T2" fmla="*/ 6 w 18"/>
                <a:gd name="T3" fmla="*/ 13 h 19"/>
                <a:gd name="T4" fmla="*/ 5 w 18"/>
                <a:gd name="T5" fmla="*/ 15 h 19"/>
                <a:gd name="T6" fmla="*/ 2 w 18"/>
                <a:gd name="T7" fmla="*/ 17 h 19"/>
                <a:gd name="T8" fmla="*/ 1 w 18"/>
                <a:gd name="T9" fmla="*/ 17 h 19"/>
                <a:gd name="T10" fmla="*/ 1 w 18"/>
                <a:gd name="T11" fmla="*/ 16 h 19"/>
                <a:gd name="T12" fmla="*/ 3 w 18"/>
                <a:gd name="T13" fmla="*/ 2 h 19"/>
                <a:gd name="T14" fmla="*/ 8 w 18"/>
                <a:gd name="T15" fmla="*/ 2 h 19"/>
                <a:gd name="T16" fmla="*/ 10 w 18"/>
                <a:gd name="T17" fmla="*/ 0 h 19"/>
                <a:gd name="T18" fmla="*/ 16 w 18"/>
                <a:gd name="T19" fmla="*/ 2 h 19"/>
                <a:gd name="T20" fmla="*/ 18 w 18"/>
                <a:gd name="T21" fmla="*/ 3 h 19"/>
                <a:gd name="T22" fmla="*/ 18 w 18"/>
                <a:gd name="T23" fmla="*/ 4 h 19"/>
                <a:gd name="T24" fmla="*/ 3 w 18"/>
                <a:gd name="T25" fmla="*/ 4 h 19"/>
                <a:gd name="T26" fmla="*/ 0 w 18"/>
                <a:gd name="T27" fmla="*/ 3 h 19"/>
                <a:gd name="T28" fmla="*/ 0 w 18"/>
                <a:gd name="T29" fmla="*/ 2 h 19"/>
                <a:gd name="T30" fmla="*/ 3 w 18"/>
                <a:gd name="T31" fmla="*/ 11 h 19"/>
                <a:gd name="T32" fmla="*/ 3 w 18"/>
                <a:gd name="T33" fmla="*/ 7 h 19"/>
                <a:gd name="T34" fmla="*/ 3 w 18"/>
                <a:gd name="T35" fmla="*/ 5 h 19"/>
                <a:gd name="T36" fmla="*/ 13 w 18"/>
                <a:gd name="T37" fmla="*/ 6 h 19"/>
                <a:gd name="T38" fmla="*/ 15 w 18"/>
                <a:gd name="T39" fmla="*/ 6 h 19"/>
                <a:gd name="T40" fmla="*/ 15 w 18"/>
                <a:gd name="T41" fmla="*/ 10 h 19"/>
                <a:gd name="T42" fmla="*/ 16 w 18"/>
                <a:gd name="T43" fmla="*/ 11 h 19"/>
                <a:gd name="T44" fmla="*/ 13 w 18"/>
                <a:gd name="T45" fmla="*/ 11 h 19"/>
                <a:gd name="T46" fmla="*/ 10 w 18"/>
                <a:gd name="T47" fmla="*/ 17 h 19"/>
                <a:gd name="T48" fmla="*/ 9 w 18"/>
                <a:gd name="T49" fmla="*/ 18 h 19"/>
                <a:gd name="T50" fmla="*/ 7 w 18"/>
                <a:gd name="T51" fmla="*/ 18 h 19"/>
                <a:gd name="T52" fmla="*/ 7 w 18"/>
                <a:gd name="T53" fmla="*/ 17 h 19"/>
                <a:gd name="T54" fmla="*/ 8 w 18"/>
                <a:gd name="T55" fmla="*/ 16 h 19"/>
                <a:gd name="T56" fmla="*/ 5 w 18"/>
                <a:gd name="T57" fmla="*/ 11 h 19"/>
                <a:gd name="T58" fmla="*/ 5 w 18"/>
                <a:gd name="T59" fmla="*/ 10 h 19"/>
                <a:gd name="T60" fmla="*/ 14 w 18"/>
                <a:gd name="T61" fmla="*/ 7 h 19"/>
                <a:gd name="T62" fmla="*/ 5 w 18"/>
                <a:gd name="T63" fmla="*/ 10 h 19"/>
                <a:gd name="T64" fmla="*/ 13 w 18"/>
                <a:gd name="T65" fmla="*/ 13 h 19"/>
                <a:gd name="T66" fmla="*/ 16 w 18"/>
                <a:gd name="T67" fmla="*/ 17 h 19"/>
                <a:gd name="T68" fmla="*/ 12 w 18"/>
                <a:gd name="T6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19">
                  <a:moveTo>
                    <a:pt x="1" y="16"/>
                  </a:moveTo>
                  <a:cubicBezTo>
                    <a:pt x="2" y="15"/>
                    <a:pt x="3" y="14"/>
                    <a:pt x="4" y="13"/>
                  </a:cubicBezTo>
                  <a:cubicBezTo>
                    <a:pt x="5" y="12"/>
                    <a:pt x="5" y="12"/>
                    <a:pt x="5" y="12"/>
                  </a:cubicBezTo>
                  <a:cubicBezTo>
                    <a:pt x="5" y="13"/>
                    <a:pt x="6" y="13"/>
                    <a:pt x="6" y="13"/>
                  </a:cubicBezTo>
                  <a:cubicBezTo>
                    <a:pt x="6" y="14"/>
                    <a:pt x="6" y="14"/>
                    <a:pt x="6" y="14"/>
                  </a:cubicBezTo>
                  <a:cubicBezTo>
                    <a:pt x="6" y="14"/>
                    <a:pt x="5" y="14"/>
                    <a:pt x="5" y="15"/>
                  </a:cubicBezTo>
                  <a:cubicBezTo>
                    <a:pt x="4" y="15"/>
                    <a:pt x="4" y="16"/>
                    <a:pt x="3" y="16"/>
                  </a:cubicBezTo>
                  <a:cubicBezTo>
                    <a:pt x="2" y="17"/>
                    <a:pt x="2" y="17"/>
                    <a:pt x="2" y="17"/>
                  </a:cubicBezTo>
                  <a:cubicBezTo>
                    <a:pt x="2" y="17"/>
                    <a:pt x="2" y="17"/>
                    <a:pt x="2" y="17"/>
                  </a:cubicBezTo>
                  <a:cubicBezTo>
                    <a:pt x="1" y="17"/>
                    <a:pt x="1" y="17"/>
                    <a:pt x="1" y="17"/>
                  </a:cubicBezTo>
                  <a:cubicBezTo>
                    <a:pt x="0" y="16"/>
                    <a:pt x="0" y="16"/>
                    <a:pt x="0" y="16"/>
                  </a:cubicBezTo>
                  <a:lnTo>
                    <a:pt x="1" y="16"/>
                  </a:lnTo>
                  <a:close/>
                  <a:moveTo>
                    <a:pt x="0" y="2"/>
                  </a:moveTo>
                  <a:cubicBezTo>
                    <a:pt x="2" y="2"/>
                    <a:pt x="2" y="2"/>
                    <a:pt x="3" y="2"/>
                  </a:cubicBezTo>
                  <a:cubicBezTo>
                    <a:pt x="9" y="2"/>
                    <a:pt x="9" y="2"/>
                    <a:pt x="9" y="2"/>
                  </a:cubicBezTo>
                  <a:cubicBezTo>
                    <a:pt x="8" y="2"/>
                    <a:pt x="8" y="2"/>
                    <a:pt x="8" y="2"/>
                  </a:cubicBezTo>
                  <a:cubicBezTo>
                    <a:pt x="8" y="0"/>
                    <a:pt x="8" y="0"/>
                    <a:pt x="8" y="0"/>
                  </a:cubicBezTo>
                  <a:cubicBezTo>
                    <a:pt x="8" y="0"/>
                    <a:pt x="9" y="0"/>
                    <a:pt x="10" y="0"/>
                  </a:cubicBezTo>
                  <a:cubicBezTo>
                    <a:pt x="10" y="2"/>
                    <a:pt x="10" y="2"/>
                    <a:pt x="10" y="2"/>
                  </a:cubicBezTo>
                  <a:cubicBezTo>
                    <a:pt x="16" y="2"/>
                    <a:pt x="16" y="2"/>
                    <a:pt x="16" y="2"/>
                  </a:cubicBezTo>
                  <a:cubicBezTo>
                    <a:pt x="16" y="2"/>
                    <a:pt x="17" y="2"/>
                    <a:pt x="18" y="2"/>
                  </a:cubicBezTo>
                  <a:cubicBezTo>
                    <a:pt x="18" y="2"/>
                    <a:pt x="18" y="3"/>
                    <a:pt x="18" y="3"/>
                  </a:cubicBezTo>
                  <a:cubicBezTo>
                    <a:pt x="18" y="3"/>
                    <a:pt x="18" y="3"/>
                    <a:pt x="18" y="3"/>
                  </a:cubicBezTo>
                  <a:cubicBezTo>
                    <a:pt x="18" y="3"/>
                    <a:pt x="18" y="4"/>
                    <a:pt x="18" y="4"/>
                  </a:cubicBezTo>
                  <a:cubicBezTo>
                    <a:pt x="17" y="4"/>
                    <a:pt x="16" y="4"/>
                    <a:pt x="16" y="4"/>
                  </a:cubicBezTo>
                  <a:cubicBezTo>
                    <a:pt x="3" y="4"/>
                    <a:pt x="3" y="4"/>
                    <a:pt x="3" y="4"/>
                  </a:cubicBezTo>
                  <a:cubicBezTo>
                    <a:pt x="2" y="4"/>
                    <a:pt x="2" y="4"/>
                    <a:pt x="0" y="4"/>
                  </a:cubicBezTo>
                  <a:cubicBezTo>
                    <a:pt x="0" y="4"/>
                    <a:pt x="0" y="4"/>
                    <a:pt x="0" y="3"/>
                  </a:cubicBezTo>
                  <a:cubicBezTo>
                    <a:pt x="0" y="3"/>
                    <a:pt x="0" y="3"/>
                    <a:pt x="0" y="3"/>
                  </a:cubicBezTo>
                  <a:cubicBezTo>
                    <a:pt x="0" y="3"/>
                    <a:pt x="0" y="3"/>
                    <a:pt x="0" y="2"/>
                  </a:cubicBezTo>
                  <a:close/>
                  <a:moveTo>
                    <a:pt x="3" y="11"/>
                  </a:moveTo>
                  <a:cubicBezTo>
                    <a:pt x="3" y="11"/>
                    <a:pt x="3" y="11"/>
                    <a:pt x="3" y="11"/>
                  </a:cubicBezTo>
                  <a:cubicBezTo>
                    <a:pt x="3" y="10"/>
                    <a:pt x="3" y="10"/>
                    <a:pt x="3" y="10"/>
                  </a:cubicBezTo>
                  <a:cubicBezTo>
                    <a:pt x="3" y="7"/>
                    <a:pt x="3" y="7"/>
                    <a:pt x="3" y="7"/>
                  </a:cubicBezTo>
                  <a:cubicBezTo>
                    <a:pt x="3" y="7"/>
                    <a:pt x="3" y="7"/>
                    <a:pt x="3" y="6"/>
                  </a:cubicBezTo>
                  <a:cubicBezTo>
                    <a:pt x="3" y="5"/>
                    <a:pt x="3" y="5"/>
                    <a:pt x="3" y="5"/>
                  </a:cubicBezTo>
                  <a:cubicBezTo>
                    <a:pt x="4" y="5"/>
                    <a:pt x="5" y="6"/>
                    <a:pt x="5" y="6"/>
                  </a:cubicBezTo>
                  <a:cubicBezTo>
                    <a:pt x="13" y="6"/>
                    <a:pt x="13" y="6"/>
                    <a:pt x="13" y="6"/>
                  </a:cubicBezTo>
                  <a:cubicBezTo>
                    <a:pt x="14" y="6"/>
                    <a:pt x="15" y="5"/>
                    <a:pt x="16" y="5"/>
                  </a:cubicBezTo>
                  <a:cubicBezTo>
                    <a:pt x="15" y="6"/>
                    <a:pt x="15" y="6"/>
                    <a:pt x="15" y="6"/>
                  </a:cubicBezTo>
                  <a:cubicBezTo>
                    <a:pt x="15" y="7"/>
                    <a:pt x="15" y="7"/>
                    <a:pt x="15" y="7"/>
                  </a:cubicBezTo>
                  <a:cubicBezTo>
                    <a:pt x="15" y="10"/>
                    <a:pt x="15" y="10"/>
                    <a:pt x="15" y="10"/>
                  </a:cubicBezTo>
                  <a:cubicBezTo>
                    <a:pt x="15" y="10"/>
                    <a:pt x="15" y="11"/>
                    <a:pt x="15" y="11"/>
                  </a:cubicBezTo>
                  <a:cubicBezTo>
                    <a:pt x="16" y="11"/>
                    <a:pt x="16" y="11"/>
                    <a:pt x="16" y="11"/>
                  </a:cubicBezTo>
                  <a:cubicBezTo>
                    <a:pt x="15" y="11"/>
                    <a:pt x="15" y="11"/>
                    <a:pt x="14" y="11"/>
                  </a:cubicBezTo>
                  <a:cubicBezTo>
                    <a:pt x="14" y="11"/>
                    <a:pt x="14" y="11"/>
                    <a:pt x="13" y="11"/>
                  </a:cubicBezTo>
                  <a:cubicBezTo>
                    <a:pt x="10" y="11"/>
                    <a:pt x="10" y="11"/>
                    <a:pt x="10" y="11"/>
                  </a:cubicBezTo>
                  <a:cubicBezTo>
                    <a:pt x="10" y="17"/>
                    <a:pt x="10" y="17"/>
                    <a:pt x="10" y="17"/>
                  </a:cubicBezTo>
                  <a:cubicBezTo>
                    <a:pt x="10" y="17"/>
                    <a:pt x="10" y="17"/>
                    <a:pt x="10" y="18"/>
                  </a:cubicBezTo>
                  <a:cubicBezTo>
                    <a:pt x="10" y="18"/>
                    <a:pt x="10" y="18"/>
                    <a:pt x="9" y="18"/>
                  </a:cubicBezTo>
                  <a:cubicBezTo>
                    <a:pt x="9" y="18"/>
                    <a:pt x="8" y="18"/>
                    <a:pt x="7" y="19"/>
                  </a:cubicBezTo>
                  <a:cubicBezTo>
                    <a:pt x="7" y="18"/>
                    <a:pt x="7" y="18"/>
                    <a:pt x="7" y="18"/>
                  </a:cubicBezTo>
                  <a:cubicBezTo>
                    <a:pt x="6" y="17"/>
                    <a:pt x="6" y="17"/>
                    <a:pt x="6" y="17"/>
                  </a:cubicBezTo>
                  <a:cubicBezTo>
                    <a:pt x="7" y="17"/>
                    <a:pt x="7" y="17"/>
                    <a:pt x="7" y="17"/>
                  </a:cubicBezTo>
                  <a:cubicBezTo>
                    <a:pt x="8" y="17"/>
                    <a:pt x="8" y="17"/>
                    <a:pt x="8" y="17"/>
                  </a:cubicBezTo>
                  <a:cubicBezTo>
                    <a:pt x="8" y="16"/>
                    <a:pt x="8" y="16"/>
                    <a:pt x="8" y="16"/>
                  </a:cubicBezTo>
                  <a:cubicBezTo>
                    <a:pt x="8" y="11"/>
                    <a:pt x="8" y="11"/>
                    <a:pt x="8" y="11"/>
                  </a:cubicBezTo>
                  <a:cubicBezTo>
                    <a:pt x="5" y="11"/>
                    <a:pt x="5" y="11"/>
                    <a:pt x="5" y="11"/>
                  </a:cubicBezTo>
                  <a:cubicBezTo>
                    <a:pt x="5" y="11"/>
                    <a:pt x="4" y="11"/>
                    <a:pt x="3" y="11"/>
                  </a:cubicBezTo>
                  <a:close/>
                  <a:moveTo>
                    <a:pt x="5" y="10"/>
                  </a:moveTo>
                  <a:cubicBezTo>
                    <a:pt x="14" y="10"/>
                    <a:pt x="14" y="10"/>
                    <a:pt x="14" y="10"/>
                  </a:cubicBezTo>
                  <a:cubicBezTo>
                    <a:pt x="14" y="7"/>
                    <a:pt x="14" y="7"/>
                    <a:pt x="14" y="7"/>
                  </a:cubicBezTo>
                  <a:cubicBezTo>
                    <a:pt x="5" y="7"/>
                    <a:pt x="5" y="7"/>
                    <a:pt x="5" y="7"/>
                  </a:cubicBezTo>
                  <a:lnTo>
                    <a:pt x="5" y="10"/>
                  </a:lnTo>
                  <a:close/>
                  <a:moveTo>
                    <a:pt x="12" y="14"/>
                  </a:moveTo>
                  <a:cubicBezTo>
                    <a:pt x="13" y="13"/>
                    <a:pt x="13" y="13"/>
                    <a:pt x="13" y="13"/>
                  </a:cubicBezTo>
                  <a:cubicBezTo>
                    <a:pt x="18" y="16"/>
                    <a:pt x="18" y="16"/>
                    <a:pt x="18" y="16"/>
                  </a:cubicBezTo>
                  <a:cubicBezTo>
                    <a:pt x="17" y="16"/>
                    <a:pt x="17" y="17"/>
                    <a:pt x="16" y="17"/>
                  </a:cubicBezTo>
                  <a:cubicBezTo>
                    <a:pt x="16" y="17"/>
                    <a:pt x="16" y="17"/>
                    <a:pt x="16" y="17"/>
                  </a:cubicBezTo>
                  <a:cubicBezTo>
                    <a:pt x="15" y="16"/>
                    <a:pt x="14" y="15"/>
                    <a:pt x="12" y="1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ṩḻîḋe"/>
            <p:cNvSpPr/>
            <p:nvPr/>
          </p:nvSpPr>
          <p:spPr bwMode="auto">
            <a:xfrm>
              <a:off x="3998225" y="4045491"/>
              <a:ext cx="26034" cy="30373"/>
            </a:xfrm>
            <a:custGeom>
              <a:avLst/>
              <a:gdLst>
                <a:gd name="T0" fmla="*/ 4 w 5"/>
                <a:gd name="T1" fmla="*/ 2 h 6"/>
                <a:gd name="T2" fmla="*/ 4 w 5"/>
                <a:gd name="T3" fmla="*/ 2 h 6"/>
                <a:gd name="T4" fmla="*/ 4 w 5"/>
                <a:gd name="T5" fmla="*/ 3 h 6"/>
                <a:gd name="T6" fmla="*/ 4 w 5"/>
                <a:gd name="T7" fmla="*/ 5 h 6"/>
                <a:gd name="T8" fmla="*/ 4 w 5"/>
                <a:gd name="T9" fmla="*/ 6 h 6"/>
                <a:gd name="T10" fmla="*/ 3 w 5"/>
                <a:gd name="T11" fmla="*/ 5 h 6"/>
                <a:gd name="T12" fmla="*/ 2 w 5"/>
                <a:gd name="T13" fmla="*/ 6 h 6"/>
                <a:gd name="T14" fmla="*/ 2 w 5"/>
                <a:gd name="T15" fmla="*/ 6 h 6"/>
                <a:gd name="T16" fmla="*/ 1 w 5"/>
                <a:gd name="T17" fmla="*/ 5 h 6"/>
                <a:gd name="T18" fmla="*/ 1 w 5"/>
                <a:gd name="T19" fmla="*/ 5 h 6"/>
                <a:gd name="T20" fmla="*/ 1 w 5"/>
                <a:gd name="T21" fmla="*/ 5 h 6"/>
                <a:gd name="T22" fmla="*/ 0 w 5"/>
                <a:gd name="T23" fmla="*/ 5 h 6"/>
                <a:gd name="T24" fmla="*/ 0 w 5"/>
                <a:gd name="T25" fmla="*/ 5 h 6"/>
                <a:gd name="T26" fmla="*/ 0 w 5"/>
                <a:gd name="T27" fmla="*/ 4 h 6"/>
                <a:gd name="T28" fmla="*/ 0 w 5"/>
                <a:gd name="T29" fmla="*/ 4 h 6"/>
                <a:gd name="T30" fmla="*/ 0 w 5"/>
                <a:gd name="T31" fmla="*/ 4 h 6"/>
                <a:gd name="T32" fmla="*/ 0 w 5"/>
                <a:gd name="T33" fmla="*/ 3 h 6"/>
                <a:gd name="T34" fmla="*/ 0 w 5"/>
                <a:gd name="T35" fmla="*/ 3 h 6"/>
                <a:gd name="T36" fmla="*/ 0 w 5"/>
                <a:gd name="T37" fmla="*/ 3 h 6"/>
                <a:gd name="T38" fmla="*/ 0 w 5"/>
                <a:gd name="T39" fmla="*/ 3 h 6"/>
                <a:gd name="T40" fmla="*/ 1 w 5"/>
                <a:gd name="T41" fmla="*/ 2 h 6"/>
                <a:gd name="T42" fmla="*/ 1 w 5"/>
                <a:gd name="T43" fmla="*/ 2 h 6"/>
                <a:gd name="T44" fmla="*/ 1 w 5"/>
                <a:gd name="T45" fmla="*/ 1 h 6"/>
                <a:gd name="T46" fmla="*/ 1 w 5"/>
                <a:gd name="T47" fmla="*/ 1 h 6"/>
                <a:gd name="T48" fmla="*/ 1 w 5"/>
                <a:gd name="T49" fmla="*/ 1 h 6"/>
                <a:gd name="T50" fmla="*/ 2 w 5"/>
                <a:gd name="T51" fmla="*/ 0 h 6"/>
                <a:gd name="T52" fmla="*/ 3 w 5"/>
                <a:gd name="T53" fmla="*/ 1 h 6"/>
                <a:gd name="T54" fmla="*/ 3 w 5"/>
                <a:gd name="T55" fmla="*/ 1 h 6"/>
                <a:gd name="T56" fmla="*/ 4 w 5"/>
                <a:gd name="T57" fmla="*/ 2 h 6"/>
                <a:gd name="T58" fmla="*/ 4 w 5"/>
                <a:gd name="T59" fmla="*/ 2 h 6"/>
                <a:gd name="T60" fmla="*/ 4 w 5"/>
                <a:gd name="T6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 h="6">
                  <a:moveTo>
                    <a:pt x="4" y="2"/>
                  </a:moveTo>
                  <a:cubicBezTo>
                    <a:pt x="4" y="2"/>
                    <a:pt x="4" y="2"/>
                    <a:pt x="4" y="2"/>
                  </a:cubicBezTo>
                  <a:cubicBezTo>
                    <a:pt x="4" y="3"/>
                    <a:pt x="4" y="3"/>
                    <a:pt x="4" y="3"/>
                  </a:cubicBezTo>
                  <a:cubicBezTo>
                    <a:pt x="4" y="4"/>
                    <a:pt x="5" y="4"/>
                    <a:pt x="4" y="5"/>
                  </a:cubicBezTo>
                  <a:cubicBezTo>
                    <a:pt x="4" y="5"/>
                    <a:pt x="4" y="5"/>
                    <a:pt x="4" y="6"/>
                  </a:cubicBezTo>
                  <a:cubicBezTo>
                    <a:pt x="4" y="6"/>
                    <a:pt x="3" y="6"/>
                    <a:pt x="3" y="5"/>
                  </a:cubicBezTo>
                  <a:cubicBezTo>
                    <a:pt x="3" y="6"/>
                    <a:pt x="3" y="6"/>
                    <a:pt x="2" y="6"/>
                  </a:cubicBezTo>
                  <a:cubicBezTo>
                    <a:pt x="2" y="6"/>
                    <a:pt x="2" y="6"/>
                    <a:pt x="2" y="6"/>
                  </a:cubicBezTo>
                  <a:cubicBezTo>
                    <a:pt x="2" y="6"/>
                    <a:pt x="2" y="6"/>
                    <a:pt x="1" y="5"/>
                  </a:cubicBezTo>
                  <a:cubicBezTo>
                    <a:pt x="1" y="5"/>
                    <a:pt x="1" y="5"/>
                    <a:pt x="1" y="5"/>
                  </a:cubicBezTo>
                  <a:cubicBezTo>
                    <a:pt x="1" y="5"/>
                    <a:pt x="1" y="5"/>
                    <a:pt x="1" y="5"/>
                  </a:cubicBezTo>
                  <a:cubicBezTo>
                    <a:pt x="1" y="5"/>
                    <a:pt x="1" y="5"/>
                    <a:pt x="0" y="5"/>
                  </a:cubicBezTo>
                  <a:cubicBezTo>
                    <a:pt x="0" y="5"/>
                    <a:pt x="0" y="5"/>
                    <a:pt x="0" y="5"/>
                  </a:cubicBezTo>
                  <a:cubicBezTo>
                    <a:pt x="0" y="4"/>
                    <a:pt x="0" y="4"/>
                    <a:pt x="0" y="4"/>
                  </a:cubicBezTo>
                  <a:cubicBezTo>
                    <a:pt x="0" y="4"/>
                    <a:pt x="0" y="4"/>
                    <a:pt x="0" y="4"/>
                  </a:cubicBezTo>
                  <a:cubicBezTo>
                    <a:pt x="0" y="4"/>
                    <a:pt x="0" y="4"/>
                    <a:pt x="0" y="4"/>
                  </a:cubicBezTo>
                  <a:cubicBezTo>
                    <a:pt x="0" y="4"/>
                    <a:pt x="0" y="3"/>
                    <a:pt x="0" y="3"/>
                  </a:cubicBezTo>
                  <a:cubicBezTo>
                    <a:pt x="0" y="3"/>
                    <a:pt x="0" y="3"/>
                    <a:pt x="0" y="3"/>
                  </a:cubicBezTo>
                  <a:cubicBezTo>
                    <a:pt x="0" y="3"/>
                    <a:pt x="0" y="3"/>
                    <a:pt x="0" y="3"/>
                  </a:cubicBezTo>
                  <a:cubicBezTo>
                    <a:pt x="0" y="3"/>
                    <a:pt x="0" y="3"/>
                    <a:pt x="0" y="3"/>
                  </a:cubicBezTo>
                  <a:cubicBezTo>
                    <a:pt x="0" y="2"/>
                    <a:pt x="1" y="2"/>
                    <a:pt x="1" y="2"/>
                  </a:cubicBezTo>
                  <a:cubicBezTo>
                    <a:pt x="1" y="2"/>
                    <a:pt x="1" y="2"/>
                    <a:pt x="1" y="2"/>
                  </a:cubicBezTo>
                  <a:cubicBezTo>
                    <a:pt x="1" y="1"/>
                    <a:pt x="1" y="1"/>
                    <a:pt x="1" y="1"/>
                  </a:cubicBezTo>
                  <a:cubicBezTo>
                    <a:pt x="1" y="1"/>
                    <a:pt x="1" y="1"/>
                    <a:pt x="1" y="1"/>
                  </a:cubicBezTo>
                  <a:cubicBezTo>
                    <a:pt x="1" y="1"/>
                    <a:pt x="1" y="1"/>
                    <a:pt x="1" y="1"/>
                  </a:cubicBezTo>
                  <a:cubicBezTo>
                    <a:pt x="2" y="0"/>
                    <a:pt x="2" y="0"/>
                    <a:pt x="2" y="0"/>
                  </a:cubicBezTo>
                  <a:cubicBezTo>
                    <a:pt x="2" y="0"/>
                    <a:pt x="3" y="1"/>
                    <a:pt x="3" y="1"/>
                  </a:cubicBezTo>
                  <a:cubicBezTo>
                    <a:pt x="3" y="1"/>
                    <a:pt x="3" y="1"/>
                    <a:pt x="3" y="1"/>
                  </a:cubicBezTo>
                  <a:cubicBezTo>
                    <a:pt x="3" y="1"/>
                    <a:pt x="4" y="1"/>
                    <a:pt x="4" y="2"/>
                  </a:cubicBezTo>
                  <a:cubicBezTo>
                    <a:pt x="4" y="2"/>
                    <a:pt x="4" y="2"/>
                    <a:pt x="4" y="2"/>
                  </a:cubicBezTo>
                  <a:cubicBezTo>
                    <a:pt x="4" y="2"/>
                    <a:pt x="4" y="2"/>
                    <a:pt x="4"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ŝḻíďè"/>
            <p:cNvSpPr/>
            <p:nvPr/>
          </p:nvSpPr>
          <p:spPr bwMode="auto">
            <a:xfrm>
              <a:off x="3937479" y="4038983"/>
              <a:ext cx="30373" cy="26034"/>
            </a:xfrm>
            <a:custGeom>
              <a:avLst/>
              <a:gdLst>
                <a:gd name="T0" fmla="*/ 6 w 6"/>
                <a:gd name="T1" fmla="*/ 2 h 5"/>
                <a:gd name="T2" fmla="*/ 6 w 6"/>
                <a:gd name="T3" fmla="*/ 3 h 5"/>
                <a:gd name="T4" fmla="*/ 5 w 6"/>
                <a:gd name="T5" fmla="*/ 3 h 5"/>
                <a:gd name="T6" fmla="*/ 5 w 6"/>
                <a:gd name="T7" fmla="*/ 4 h 5"/>
                <a:gd name="T8" fmla="*/ 5 w 6"/>
                <a:gd name="T9" fmla="*/ 4 h 5"/>
                <a:gd name="T10" fmla="*/ 4 w 6"/>
                <a:gd name="T11" fmla="*/ 4 h 5"/>
                <a:gd name="T12" fmla="*/ 4 w 6"/>
                <a:gd name="T13" fmla="*/ 4 h 5"/>
                <a:gd name="T14" fmla="*/ 4 w 6"/>
                <a:gd name="T15" fmla="*/ 4 h 5"/>
                <a:gd name="T16" fmla="*/ 4 w 6"/>
                <a:gd name="T17" fmla="*/ 4 h 5"/>
                <a:gd name="T18" fmla="*/ 4 w 6"/>
                <a:gd name="T19" fmla="*/ 4 h 5"/>
                <a:gd name="T20" fmla="*/ 4 w 6"/>
                <a:gd name="T21" fmla="*/ 4 h 5"/>
                <a:gd name="T22" fmla="*/ 4 w 6"/>
                <a:gd name="T23" fmla="*/ 5 h 5"/>
                <a:gd name="T24" fmla="*/ 4 w 6"/>
                <a:gd name="T25" fmla="*/ 4 h 5"/>
                <a:gd name="T26" fmla="*/ 3 w 6"/>
                <a:gd name="T27" fmla="*/ 5 h 5"/>
                <a:gd name="T28" fmla="*/ 3 w 6"/>
                <a:gd name="T29" fmla="*/ 5 h 5"/>
                <a:gd name="T30" fmla="*/ 3 w 6"/>
                <a:gd name="T31" fmla="*/ 5 h 5"/>
                <a:gd name="T32" fmla="*/ 3 w 6"/>
                <a:gd name="T33" fmla="*/ 5 h 5"/>
                <a:gd name="T34" fmla="*/ 2 w 6"/>
                <a:gd name="T35" fmla="*/ 5 h 5"/>
                <a:gd name="T36" fmla="*/ 1 w 6"/>
                <a:gd name="T37" fmla="*/ 5 h 5"/>
                <a:gd name="T38" fmla="*/ 1 w 6"/>
                <a:gd name="T39" fmla="*/ 4 h 5"/>
                <a:gd name="T40" fmla="*/ 1 w 6"/>
                <a:gd name="T41" fmla="*/ 4 h 5"/>
                <a:gd name="T42" fmla="*/ 1 w 6"/>
                <a:gd name="T43" fmla="*/ 4 h 5"/>
                <a:gd name="T44" fmla="*/ 1 w 6"/>
                <a:gd name="T45" fmla="*/ 4 h 5"/>
                <a:gd name="T46" fmla="*/ 1 w 6"/>
                <a:gd name="T47" fmla="*/ 4 h 5"/>
                <a:gd name="T48" fmla="*/ 1 w 6"/>
                <a:gd name="T49" fmla="*/ 4 h 5"/>
                <a:gd name="T50" fmla="*/ 0 w 6"/>
                <a:gd name="T51" fmla="*/ 2 h 5"/>
                <a:gd name="T52" fmla="*/ 0 w 6"/>
                <a:gd name="T53" fmla="*/ 2 h 5"/>
                <a:gd name="T54" fmla="*/ 1 w 6"/>
                <a:gd name="T55" fmla="*/ 1 h 5"/>
                <a:gd name="T56" fmla="*/ 1 w 6"/>
                <a:gd name="T57" fmla="*/ 1 h 5"/>
                <a:gd name="T58" fmla="*/ 1 w 6"/>
                <a:gd name="T59" fmla="*/ 1 h 5"/>
                <a:gd name="T60" fmla="*/ 1 w 6"/>
                <a:gd name="T61" fmla="*/ 1 h 5"/>
                <a:gd name="T62" fmla="*/ 1 w 6"/>
                <a:gd name="T63" fmla="*/ 0 h 5"/>
                <a:gd name="T64" fmla="*/ 2 w 6"/>
                <a:gd name="T65" fmla="*/ 0 h 5"/>
                <a:gd name="T66" fmla="*/ 2 w 6"/>
                <a:gd name="T67" fmla="*/ 0 h 5"/>
                <a:gd name="T68" fmla="*/ 2 w 6"/>
                <a:gd name="T69" fmla="*/ 0 h 5"/>
                <a:gd name="T70" fmla="*/ 2 w 6"/>
                <a:gd name="T71" fmla="*/ 0 h 5"/>
                <a:gd name="T72" fmla="*/ 2 w 6"/>
                <a:gd name="T73" fmla="*/ 0 h 5"/>
                <a:gd name="T74" fmla="*/ 2 w 6"/>
                <a:gd name="T75" fmla="*/ 1 h 5"/>
                <a:gd name="T76" fmla="*/ 3 w 6"/>
                <a:gd name="T77" fmla="*/ 1 h 5"/>
                <a:gd name="T78" fmla="*/ 3 w 6"/>
                <a:gd name="T79" fmla="*/ 1 h 5"/>
                <a:gd name="T80" fmla="*/ 3 w 6"/>
                <a:gd name="T81" fmla="*/ 2 h 5"/>
                <a:gd name="T82" fmla="*/ 3 w 6"/>
                <a:gd name="T83" fmla="*/ 1 h 5"/>
                <a:gd name="T84" fmla="*/ 3 w 6"/>
                <a:gd name="T85" fmla="*/ 2 h 5"/>
                <a:gd name="T86" fmla="*/ 4 w 6"/>
                <a:gd name="T87" fmla="*/ 2 h 5"/>
                <a:gd name="T88" fmla="*/ 4 w 6"/>
                <a:gd name="T89" fmla="*/ 2 h 5"/>
                <a:gd name="T90" fmla="*/ 4 w 6"/>
                <a:gd name="T91" fmla="*/ 2 h 5"/>
                <a:gd name="T92" fmla="*/ 4 w 6"/>
                <a:gd name="T93" fmla="*/ 2 h 5"/>
                <a:gd name="T94" fmla="*/ 5 w 6"/>
                <a:gd name="T95" fmla="*/ 2 h 5"/>
                <a:gd name="T96" fmla="*/ 5 w 6"/>
                <a:gd name="T97" fmla="*/ 2 h 5"/>
                <a:gd name="T98" fmla="*/ 5 w 6"/>
                <a:gd name="T99" fmla="*/ 2 h 5"/>
                <a:gd name="T100" fmla="*/ 6 w 6"/>
                <a:gd name="T101" fmla="*/ 2 h 5"/>
                <a:gd name="T102" fmla="*/ 6 w 6"/>
                <a:gd name="T10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 h="5">
                  <a:moveTo>
                    <a:pt x="6" y="2"/>
                  </a:moveTo>
                  <a:cubicBezTo>
                    <a:pt x="6" y="3"/>
                    <a:pt x="6" y="3"/>
                    <a:pt x="6" y="3"/>
                  </a:cubicBezTo>
                  <a:cubicBezTo>
                    <a:pt x="5" y="3"/>
                    <a:pt x="5" y="3"/>
                    <a:pt x="5" y="3"/>
                  </a:cubicBezTo>
                  <a:cubicBezTo>
                    <a:pt x="5" y="3"/>
                    <a:pt x="5" y="3"/>
                    <a:pt x="5" y="4"/>
                  </a:cubicBezTo>
                  <a:cubicBezTo>
                    <a:pt x="5" y="4"/>
                    <a:pt x="5" y="4"/>
                    <a:pt x="5" y="4"/>
                  </a:cubicBezTo>
                  <a:cubicBezTo>
                    <a:pt x="5"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4"/>
                  </a:cubicBezTo>
                  <a:cubicBezTo>
                    <a:pt x="3" y="5"/>
                    <a:pt x="4" y="5"/>
                    <a:pt x="3" y="5"/>
                  </a:cubicBezTo>
                  <a:cubicBezTo>
                    <a:pt x="3" y="5"/>
                    <a:pt x="3" y="5"/>
                    <a:pt x="3" y="5"/>
                  </a:cubicBezTo>
                  <a:cubicBezTo>
                    <a:pt x="3" y="5"/>
                    <a:pt x="3" y="5"/>
                    <a:pt x="3" y="5"/>
                  </a:cubicBezTo>
                  <a:cubicBezTo>
                    <a:pt x="3" y="5"/>
                    <a:pt x="3" y="5"/>
                    <a:pt x="3" y="5"/>
                  </a:cubicBezTo>
                  <a:cubicBezTo>
                    <a:pt x="2" y="5"/>
                    <a:pt x="2" y="5"/>
                    <a:pt x="2" y="5"/>
                  </a:cubicBezTo>
                  <a:cubicBezTo>
                    <a:pt x="2" y="5"/>
                    <a:pt x="2"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0" y="2"/>
                    <a:pt x="0" y="2"/>
                  </a:cubicBezTo>
                  <a:cubicBezTo>
                    <a:pt x="0" y="2"/>
                    <a:pt x="0" y="2"/>
                    <a:pt x="0" y="2"/>
                  </a:cubicBezTo>
                  <a:cubicBezTo>
                    <a:pt x="0" y="2"/>
                    <a:pt x="1" y="1"/>
                    <a:pt x="1" y="1"/>
                  </a:cubicBezTo>
                  <a:cubicBezTo>
                    <a:pt x="1" y="1"/>
                    <a:pt x="1" y="1"/>
                    <a:pt x="1" y="1"/>
                  </a:cubicBezTo>
                  <a:cubicBezTo>
                    <a:pt x="1" y="1"/>
                    <a:pt x="1" y="1"/>
                    <a:pt x="1" y="1"/>
                  </a:cubicBezTo>
                  <a:cubicBezTo>
                    <a:pt x="1" y="1"/>
                    <a:pt x="1" y="1"/>
                    <a:pt x="1" y="1"/>
                  </a:cubicBezTo>
                  <a:cubicBezTo>
                    <a:pt x="1" y="1"/>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3" y="1"/>
                    <a:pt x="3" y="1"/>
                  </a:cubicBezTo>
                  <a:cubicBezTo>
                    <a:pt x="3" y="1"/>
                    <a:pt x="3" y="1"/>
                    <a:pt x="3" y="1"/>
                  </a:cubicBezTo>
                  <a:cubicBezTo>
                    <a:pt x="3" y="1"/>
                    <a:pt x="3" y="1"/>
                    <a:pt x="3" y="2"/>
                  </a:cubicBezTo>
                  <a:cubicBezTo>
                    <a:pt x="3" y="2"/>
                    <a:pt x="3" y="2"/>
                    <a:pt x="3" y="1"/>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6" y="2"/>
                    <a:pt x="6" y="2"/>
                  </a:cubicBezTo>
                  <a:cubicBezTo>
                    <a:pt x="6" y="2"/>
                    <a:pt x="6" y="2"/>
                    <a:pt x="6"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śḻiḓè"/>
            <p:cNvSpPr/>
            <p:nvPr/>
          </p:nvSpPr>
          <p:spPr bwMode="auto">
            <a:xfrm>
              <a:off x="3870224" y="4023796"/>
              <a:ext cx="104137" cy="86781"/>
            </a:xfrm>
            <a:custGeom>
              <a:avLst/>
              <a:gdLst>
                <a:gd name="T0" fmla="*/ 8 w 20"/>
                <a:gd name="T1" fmla="*/ 5 h 17"/>
                <a:gd name="T2" fmla="*/ 8 w 20"/>
                <a:gd name="T3" fmla="*/ 6 h 17"/>
                <a:gd name="T4" fmla="*/ 7 w 20"/>
                <a:gd name="T5" fmla="*/ 6 h 17"/>
                <a:gd name="T6" fmla="*/ 7 w 20"/>
                <a:gd name="T7" fmla="*/ 7 h 17"/>
                <a:gd name="T8" fmla="*/ 6 w 20"/>
                <a:gd name="T9" fmla="*/ 7 h 17"/>
                <a:gd name="T10" fmla="*/ 6 w 20"/>
                <a:gd name="T11" fmla="*/ 7 h 17"/>
                <a:gd name="T12" fmla="*/ 5 w 20"/>
                <a:gd name="T13" fmla="*/ 8 h 17"/>
                <a:gd name="T14" fmla="*/ 4 w 20"/>
                <a:gd name="T15" fmla="*/ 9 h 17"/>
                <a:gd name="T16" fmla="*/ 6 w 20"/>
                <a:gd name="T17" fmla="*/ 10 h 17"/>
                <a:gd name="T18" fmla="*/ 6 w 20"/>
                <a:gd name="T19" fmla="*/ 10 h 17"/>
                <a:gd name="T20" fmla="*/ 7 w 20"/>
                <a:gd name="T21" fmla="*/ 10 h 17"/>
                <a:gd name="T22" fmla="*/ 8 w 20"/>
                <a:gd name="T23" fmla="*/ 10 h 17"/>
                <a:gd name="T24" fmla="*/ 9 w 20"/>
                <a:gd name="T25" fmla="*/ 11 h 17"/>
                <a:gd name="T26" fmla="*/ 10 w 20"/>
                <a:gd name="T27" fmla="*/ 11 h 17"/>
                <a:gd name="T28" fmla="*/ 12 w 20"/>
                <a:gd name="T29" fmla="*/ 12 h 17"/>
                <a:gd name="T30" fmla="*/ 13 w 20"/>
                <a:gd name="T31" fmla="*/ 12 h 17"/>
                <a:gd name="T32" fmla="*/ 14 w 20"/>
                <a:gd name="T33" fmla="*/ 13 h 17"/>
                <a:gd name="T34" fmla="*/ 14 w 20"/>
                <a:gd name="T35" fmla="*/ 13 h 17"/>
                <a:gd name="T36" fmla="*/ 15 w 20"/>
                <a:gd name="T37" fmla="*/ 13 h 17"/>
                <a:gd name="T38" fmla="*/ 16 w 20"/>
                <a:gd name="T39" fmla="*/ 13 h 17"/>
                <a:gd name="T40" fmla="*/ 19 w 20"/>
                <a:gd name="T41" fmla="*/ 13 h 17"/>
                <a:gd name="T42" fmla="*/ 19 w 20"/>
                <a:gd name="T43" fmla="*/ 14 h 17"/>
                <a:gd name="T44" fmla="*/ 20 w 20"/>
                <a:gd name="T45" fmla="*/ 14 h 17"/>
                <a:gd name="T46" fmla="*/ 20 w 20"/>
                <a:gd name="T47" fmla="*/ 15 h 17"/>
                <a:gd name="T48" fmla="*/ 20 w 20"/>
                <a:gd name="T49" fmla="*/ 16 h 17"/>
                <a:gd name="T50" fmla="*/ 16 w 20"/>
                <a:gd name="T51" fmla="*/ 16 h 17"/>
                <a:gd name="T52" fmla="*/ 16 w 20"/>
                <a:gd name="T53" fmla="*/ 16 h 17"/>
                <a:gd name="T54" fmla="*/ 11 w 20"/>
                <a:gd name="T55" fmla="*/ 14 h 17"/>
                <a:gd name="T56" fmla="*/ 11 w 20"/>
                <a:gd name="T57" fmla="*/ 13 h 17"/>
                <a:gd name="T58" fmla="*/ 10 w 20"/>
                <a:gd name="T59" fmla="*/ 13 h 17"/>
                <a:gd name="T60" fmla="*/ 8 w 20"/>
                <a:gd name="T61" fmla="*/ 12 h 17"/>
                <a:gd name="T62" fmla="*/ 8 w 20"/>
                <a:gd name="T63" fmla="*/ 12 h 17"/>
                <a:gd name="T64" fmla="*/ 7 w 20"/>
                <a:gd name="T65" fmla="*/ 12 h 17"/>
                <a:gd name="T66" fmla="*/ 7 w 20"/>
                <a:gd name="T67" fmla="*/ 12 h 17"/>
                <a:gd name="T68" fmla="*/ 6 w 20"/>
                <a:gd name="T69" fmla="*/ 12 h 17"/>
                <a:gd name="T70" fmla="*/ 5 w 20"/>
                <a:gd name="T71" fmla="*/ 12 h 17"/>
                <a:gd name="T72" fmla="*/ 3 w 20"/>
                <a:gd name="T73" fmla="*/ 11 h 17"/>
                <a:gd name="T74" fmla="*/ 2 w 20"/>
                <a:gd name="T75" fmla="*/ 11 h 17"/>
                <a:gd name="T76" fmla="*/ 1 w 20"/>
                <a:gd name="T77" fmla="*/ 10 h 17"/>
                <a:gd name="T78" fmla="*/ 0 w 20"/>
                <a:gd name="T79" fmla="*/ 10 h 17"/>
                <a:gd name="T80" fmla="*/ 1 w 20"/>
                <a:gd name="T81" fmla="*/ 9 h 17"/>
                <a:gd name="T82" fmla="*/ 1 w 20"/>
                <a:gd name="T83" fmla="*/ 8 h 17"/>
                <a:gd name="T84" fmla="*/ 2 w 20"/>
                <a:gd name="T85" fmla="*/ 7 h 17"/>
                <a:gd name="T86" fmla="*/ 2 w 20"/>
                <a:gd name="T87" fmla="*/ 7 h 17"/>
                <a:gd name="T88" fmla="*/ 4 w 20"/>
                <a:gd name="T89" fmla="*/ 6 h 17"/>
                <a:gd name="T90" fmla="*/ 4 w 20"/>
                <a:gd name="T91" fmla="*/ 5 h 17"/>
                <a:gd name="T92" fmla="*/ 6 w 20"/>
                <a:gd name="T93" fmla="*/ 3 h 17"/>
                <a:gd name="T94" fmla="*/ 7 w 20"/>
                <a:gd name="T95" fmla="*/ 1 h 17"/>
                <a:gd name="T96" fmla="*/ 7 w 20"/>
                <a:gd name="T97" fmla="*/ 1 h 17"/>
                <a:gd name="T98" fmla="*/ 8 w 20"/>
                <a:gd name="T99" fmla="*/ 2 h 17"/>
                <a:gd name="T100" fmla="*/ 9 w 20"/>
                <a:gd name="T101" fmla="*/ 3 h 17"/>
                <a:gd name="T102" fmla="*/ 8 w 20"/>
                <a:gd name="T103"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17">
                  <a:moveTo>
                    <a:pt x="8" y="5"/>
                  </a:move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7" y="6"/>
                    <a:pt x="7" y="6"/>
                    <a:pt x="7" y="6"/>
                  </a:cubicBezTo>
                  <a:cubicBezTo>
                    <a:pt x="7" y="6"/>
                    <a:pt x="7" y="6"/>
                    <a:pt x="7" y="6"/>
                  </a:cubicBezTo>
                  <a:cubicBezTo>
                    <a:pt x="7" y="6"/>
                    <a:pt x="7" y="6"/>
                    <a:pt x="7" y="6"/>
                  </a:cubicBezTo>
                  <a:cubicBezTo>
                    <a:pt x="7" y="6"/>
                    <a:pt x="7" y="6"/>
                    <a:pt x="7" y="6"/>
                  </a:cubicBezTo>
                  <a:cubicBezTo>
                    <a:pt x="7" y="6"/>
                    <a:pt x="7" y="6"/>
                    <a:pt x="7" y="7"/>
                  </a:cubicBezTo>
                  <a:cubicBezTo>
                    <a:pt x="7" y="7"/>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8"/>
                    <a:pt x="5" y="8"/>
                    <a:pt x="5" y="8"/>
                  </a:cubicBezTo>
                  <a:cubicBezTo>
                    <a:pt x="5" y="8"/>
                    <a:pt x="5" y="8"/>
                    <a:pt x="5" y="8"/>
                  </a:cubicBezTo>
                  <a:cubicBezTo>
                    <a:pt x="5" y="8"/>
                    <a:pt x="5" y="8"/>
                    <a:pt x="5" y="8"/>
                  </a:cubicBezTo>
                  <a:cubicBezTo>
                    <a:pt x="5" y="8"/>
                    <a:pt x="5" y="8"/>
                    <a:pt x="5" y="8"/>
                  </a:cubicBezTo>
                  <a:cubicBezTo>
                    <a:pt x="4" y="8"/>
                    <a:pt x="4" y="9"/>
                    <a:pt x="4" y="9"/>
                  </a:cubicBezTo>
                  <a:cubicBezTo>
                    <a:pt x="4" y="10"/>
                    <a:pt x="5" y="10"/>
                    <a:pt x="5" y="10"/>
                  </a:cubicBezTo>
                  <a:cubicBezTo>
                    <a:pt x="5" y="10"/>
                    <a:pt x="5" y="10"/>
                    <a:pt x="5" y="10"/>
                  </a:cubicBezTo>
                  <a:cubicBezTo>
                    <a:pt x="6" y="10"/>
                    <a:pt x="6" y="10"/>
                    <a:pt x="6" y="10"/>
                  </a:cubicBezTo>
                  <a:cubicBezTo>
                    <a:pt x="6" y="10"/>
                    <a:pt x="6" y="10"/>
                    <a:pt x="6" y="10"/>
                  </a:cubicBezTo>
                  <a:cubicBezTo>
                    <a:pt x="6" y="10"/>
                    <a:pt x="6" y="10"/>
                    <a:pt x="6" y="10"/>
                  </a:cubicBezTo>
                  <a:cubicBezTo>
                    <a:pt x="6" y="10"/>
                    <a:pt x="6" y="10"/>
                    <a:pt x="6"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1"/>
                    <a:pt x="8" y="11"/>
                    <a:pt x="9" y="11"/>
                  </a:cubicBezTo>
                  <a:cubicBezTo>
                    <a:pt x="9" y="11"/>
                    <a:pt x="9" y="11"/>
                    <a:pt x="9" y="11"/>
                  </a:cubicBezTo>
                  <a:cubicBezTo>
                    <a:pt x="9" y="11"/>
                    <a:pt x="9" y="11"/>
                    <a:pt x="9" y="11"/>
                  </a:cubicBezTo>
                  <a:cubicBezTo>
                    <a:pt x="9" y="11"/>
                    <a:pt x="9" y="11"/>
                    <a:pt x="9" y="11"/>
                  </a:cubicBezTo>
                  <a:cubicBezTo>
                    <a:pt x="9" y="11"/>
                    <a:pt x="9" y="11"/>
                    <a:pt x="10" y="11"/>
                  </a:cubicBezTo>
                  <a:cubicBezTo>
                    <a:pt x="10" y="11"/>
                    <a:pt x="10" y="11"/>
                    <a:pt x="10" y="11"/>
                  </a:cubicBezTo>
                  <a:cubicBezTo>
                    <a:pt x="10" y="11"/>
                    <a:pt x="10" y="12"/>
                    <a:pt x="11" y="12"/>
                  </a:cubicBezTo>
                  <a:cubicBezTo>
                    <a:pt x="11" y="12"/>
                    <a:pt x="11" y="12"/>
                    <a:pt x="11" y="12"/>
                  </a:cubicBezTo>
                  <a:cubicBezTo>
                    <a:pt x="11" y="12"/>
                    <a:pt x="12" y="12"/>
                    <a:pt x="12" y="12"/>
                  </a:cubicBezTo>
                  <a:cubicBezTo>
                    <a:pt x="12" y="12"/>
                    <a:pt x="12" y="12"/>
                    <a:pt x="12" y="12"/>
                  </a:cubicBezTo>
                  <a:cubicBezTo>
                    <a:pt x="12" y="12"/>
                    <a:pt x="13" y="12"/>
                    <a:pt x="13" y="12"/>
                  </a:cubicBezTo>
                  <a:cubicBezTo>
                    <a:pt x="13" y="12"/>
                    <a:pt x="13" y="12"/>
                    <a:pt x="13" y="12"/>
                  </a:cubicBezTo>
                  <a:cubicBezTo>
                    <a:pt x="13" y="12"/>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7" y="13"/>
                  </a:cubicBezTo>
                  <a:cubicBezTo>
                    <a:pt x="17" y="12"/>
                    <a:pt x="17" y="12"/>
                    <a:pt x="18" y="13"/>
                  </a:cubicBezTo>
                  <a:cubicBezTo>
                    <a:pt x="18" y="13"/>
                    <a:pt x="19" y="13"/>
                    <a:pt x="19" y="13"/>
                  </a:cubicBezTo>
                  <a:cubicBezTo>
                    <a:pt x="19" y="13"/>
                    <a:pt x="19" y="14"/>
                    <a:pt x="19" y="14"/>
                  </a:cubicBezTo>
                  <a:cubicBezTo>
                    <a:pt x="19" y="14"/>
                    <a:pt x="19" y="14"/>
                    <a:pt x="19" y="14"/>
                  </a:cubicBezTo>
                  <a:cubicBezTo>
                    <a:pt x="19" y="14"/>
                    <a:pt x="19" y="14"/>
                    <a:pt x="19" y="14"/>
                  </a:cubicBezTo>
                  <a:cubicBezTo>
                    <a:pt x="19" y="14"/>
                    <a:pt x="19" y="14"/>
                    <a:pt x="19" y="14"/>
                  </a:cubicBezTo>
                  <a:cubicBezTo>
                    <a:pt x="19" y="14"/>
                    <a:pt x="19" y="14"/>
                    <a:pt x="19" y="14"/>
                  </a:cubicBezTo>
                  <a:cubicBezTo>
                    <a:pt x="19" y="14"/>
                    <a:pt x="19"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7"/>
                    <a:pt x="20" y="17"/>
                    <a:pt x="20" y="17"/>
                  </a:cubicBezTo>
                  <a:cubicBezTo>
                    <a:pt x="20" y="17"/>
                    <a:pt x="19" y="17"/>
                    <a:pt x="19" y="17"/>
                  </a:cubicBezTo>
                  <a:cubicBezTo>
                    <a:pt x="18" y="17"/>
                    <a:pt x="17" y="17"/>
                    <a:pt x="16" y="16"/>
                  </a:cubicBezTo>
                  <a:cubicBezTo>
                    <a:pt x="16" y="16"/>
                    <a:pt x="16" y="16"/>
                    <a:pt x="16" y="16"/>
                  </a:cubicBezTo>
                  <a:cubicBezTo>
                    <a:pt x="16" y="16"/>
                    <a:pt x="16" y="16"/>
                    <a:pt x="16" y="16"/>
                  </a:cubicBezTo>
                  <a:cubicBezTo>
                    <a:pt x="16" y="16"/>
                    <a:pt x="16" y="16"/>
                    <a:pt x="16" y="16"/>
                  </a:cubicBezTo>
                  <a:cubicBezTo>
                    <a:pt x="15" y="15"/>
                    <a:pt x="13" y="14"/>
                    <a:pt x="13" y="14"/>
                  </a:cubicBezTo>
                  <a:cubicBezTo>
                    <a:pt x="12" y="14"/>
                    <a:pt x="12" y="14"/>
                    <a:pt x="11" y="13"/>
                  </a:cubicBezTo>
                  <a:cubicBezTo>
                    <a:pt x="11" y="14"/>
                    <a:pt x="11" y="14"/>
                    <a:pt x="11" y="14"/>
                  </a:cubicBezTo>
                  <a:cubicBezTo>
                    <a:pt x="11" y="14"/>
                    <a:pt x="11" y="13"/>
                    <a:pt x="11" y="13"/>
                  </a:cubicBezTo>
                  <a:cubicBezTo>
                    <a:pt x="11" y="13"/>
                    <a:pt x="11" y="13"/>
                    <a:pt x="11" y="14"/>
                  </a:cubicBezTo>
                  <a:cubicBezTo>
                    <a:pt x="11" y="13"/>
                    <a:pt x="11" y="13"/>
                    <a:pt x="11" y="13"/>
                  </a:cubicBezTo>
                  <a:cubicBezTo>
                    <a:pt x="11" y="13"/>
                    <a:pt x="11" y="13"/>
                    <a:pt x="11" y="13"/>
                  </a:cubicBezTo>
                  <a:cubicBezTo>
                    <a:pt x="10" y="13"/>
                    <a:pt x="10" y="13"/>
                    <a:pt x="10" y="13"/>
                  </a:cubicBezTo>
                  <a:cubicBezTo>
                    <a:pt x="10" y="13"/>
                    <a:pt x="10" y="13"/>
                    <a:pt x="10" y="13"/>
                  </a:cubicBezTo>
                  <a:cubicBezTo>
                    <a:pt x="10" y="13"/>
                    <a:pt x="9" y="13"/>
                    <a:pt x="9" y="13"/>
                  </a:cubicBezTo>
                  <a:cubicBezTo>
                    <a:pt x="9" y="13"/>
                    <a:pt x="9" y="13"/>
                    <a:pt x="9" y="13"/>
                  </a:cubicBezTo>
                  <a:cubicBezTo>
                    <a:pt x="9" y="13"/>
                    <a:pt x="9"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7" y="12"/>
                    <a:pt x="7" y="12"/>
                    <a:pt x="7" y="12"/>
                  </a:cubicBezTo>
                  <a:cubicBezTo>
                    <a:pt x="6" y="12"/>
                    <a:pt x="6" y="12"/>
                    <a:pt x="6" y="12"/>
                  </a:cubicBezTo>
                  <a:cubicBezTo>
                    <a:pt x="6" y="12"/>
                    <a:pt x="6" y="12"/>
                    <a:pt x="6" y="12"/>
                  </a:cubicBezTo>
                  <a:cubicBezTo>
                    <a:pt x="6" y="12"/>
                    <a:pt x="6" y="12"/>
                    <a:pt x="6" y="12"/>
                  </a:cubicBezTo>
                  <a:cubicBezTo>
                    <a:pt x="6" y="12"/>
                    <a:pt x="6" y="12"/>
                    <a:pt x="6" y="12"/>
                  </a:cubicBezTo>
                  <a:cubicBezTo>
                    <a:pt x="5" y="12"/>
                    <a:pt x="5" y="12"/>
                    <a:pt x="5" y="11"/>
                  </a:cubicBezTo>
                  <a:cubicBezTo>
                    <a:pt x="5" y="11"/>
                    <a:pt x="5" y="12"/>
                    <a:pt x="5" y="12"/>
                  </a:cubicBezTo>
                  <a:cubicBezTo>
                    <a:pt x="5" y="12"/>
                    <a:pt x="5" y="11"/>
                    <a:pt x="4" y="11"/>
                  </a:cubicBezTo>
                  <a:cubicBezTo>
                    <a:pt x="4" y="11"/>
                    <a:pt x="4" y="11"/>
                    <a:pt x="4" y="12"/>
                  </a:cubicBezTo>
                  <a:cubicBezTo>
                    <a:pt x="4" y="11"/>
                    <a:pt x="3" y="11"/>
                    <a:pt x="3" y="11"/>
                  </a:cubicBezTo>
                  <a:cubicBezTo>
                    <a:pt x="3" y="11"/>
                    <a:pt x="3" y="11"/>
                    <a:pt x="2" y="11"/>
                  </a:cubicBezTo>
                  <a:cubicBezTo>
                    <a:pt x="2" y="11"/>
                    <a:pt x="2" y="12"/>
                    <a:pt x="2" y="12"/>
                  </a:cubicBezTo>
                  <a:cubicBezTo>
                    <a:pt x="2" y="12"/>
                    <a:pt x="2" y="11"/>
                    <a:pt x="2" y="11"/>
                  </a:cubicBezTo>
                  <a:cubicBezTo>
                    <a:pt x="2" y="11"/>
                    <a:pt x="2" y="11"/>
                    <a:pt x="2" y="11"/>
                  </a:cubicBezTo>
                  <a:cubicBezTo>
                    <a:pt x="1" y="11"/>
                    <a:pt x="0" y="11"/>
                    <a:pt x="0" y="11"/>
                  </a:cubicBezTo>
                  <a:cubicBezTo>
                    <a:pt x="1" y="11"/>
                    <a:pt x="1" y="11"/>
                    <a:pt x="1" y="10"/>
                  </a:cubicBezTo>
                  <a:cubicBezTo>
                    <a:pt x="1" y="10"/>
                    <a:pt x="1" y="10"/>
                    <a:pt x="0" y="10"/>
                  </a:cubicBezTo>
                  <a:cubicBezTo>
                    <a:pt x="0" y="10"/>
                    <a:pt x="1" y="10"/>
                    <a:pt x="1" y="10"/>
                  </a:cubicBezTo>
                  <a:cubicBezTo>
                    <a:pt x="1" y="10"/>
                    <a:pt x="0" y="10"/>
                    <a:pt x="0" y="10"/>
                  </a:cubicBezTo>
                  <a:cubicBezTo>
                    <a:pt x="0" y="10"/>
                    <a:pt x="1" y="10"/>
                    <a:pt x="1" y="10"/>
                  </a:cubicBezTo>
                  <a:cubicBezTo>
                    <a:pt x="1" y="10"/>
                    <a:pt x="0" y="10"/>
                    <a:pt x="0" y="10"/>
                  </a:cubicBezTo>
                  <a:cubicBezTo>
                    <a:pt x="1" y="9"/>
                    <a:pt x="1" y="9"/>
                    <a:pt x="1" y="9"/>
                  </a:cubicBezTo>
                  <a:cubicBezTo>
                    <a:pt x="1" y="9"/>
                    <a:pt x="1" y="9"/>
                    <a:pt x="1" y="9"/>
                  </a:cubicBezTo>
                  <a:cubicBezTo>
                    <a:pt x="1" y="8"/>
                    <a:pt x="1" y="8"/>
                    <a:pt x="1" y="8"/>
                  </a:cubicBezTo>
                  <a:cubicBezTo>
                    <a:pt x="1" y="8"/>
                    <a:pt x="1" y="8"/>
                    <a:pt x="1" y="8"/>
                  </a:cubicBezTo>
                  <a:cubicBezTo>
                    <a:pt x="1" y="8"/>
                    <a:pt x="1" y="8"/>
                    <a:pt x="2" y="8"/>
                  </a:cubicBezTo>
                  <a:cubicBezTo>
                    <a:pt x="2" y="8"/>
                    <a:pt x="2" y="8"/>
                    <a:pt x="2" y="8"/>
                  </a:cubicBezTo>
                  <a:cubicBezTo>
                    <a:pt x="2" y="8"/>
                    <a:pt x="2" y="8"/>
                    <a:pt x="2" y="7"/>
                  </a:cubicBezTo>
                  <a:cubicBezTo>
                    <a:pt x="2" y="7"/>
                    <a:pt x="2" y="7"/>
                    <a:pt x="2" y="7"/>
                  </a:cubicBezTo>
                  <a:cubicBezTo>
                    <a:pt x="2" y="7"/>
                    <a:pt x="2" y="7"/>
                    <a:pt x="2" y="7"/>
                  </a:cubicBezTo>
                  <a:cubicBezTo>
                    <a:pt x="2" y="7"/>
                    <a:pt x="2" y="7"/>
                    <a:pt x="2" y="7"/>
                  </a:cubicBezTo>
                  <a:cubicBezTo>
                    <a:pt x="3" y="7"/>
                    <a:pt x="3" y="6"/>
                    <a:pt x="3" y="6"/>
                  </a:cubicBezTo>
                  <a:cubicBezTo>
                    <a:pt x="3" y="6"/>
                    <a:pt x="3" y="6"/>
                    <a:pt x="3" y="6"/>
                  </a:cubicBezTo>
                  <a:cubicBezTo>
                    <a:pt x="4" y="6"/>
                    <a:pt x="4" y="6"/>
                    <a:pt x="4" y="6"/>
                  </a:cubicBezTo>
                  <a:cubicBezTo>
                    <a:pt x="4" y="6"/>
                    <a:pt x="4" y="6"/>
                    <a:pt x="4" y="6"/>
                  </a:cubicBezTo>
                  <a:cubicBezTo>
                    <a:pt x="4" y="6"/>
                    <a:pt x="4" y="6"/>
                    <a:pt x="4" y="5"/>
                  </a:cubicBezTo>
                  <a:cubicBezTo>
                    <a:pt x="4" y="5"/>
                    <a:pt x="4" y="5"/>
                    <a:pt x="4" y="5"/>
                  </a:cubicBezTo>
                  <a:cubicBezTo>
                    <a:pt x="4" y="5"/>
                    <a:pt x="5" y="4"/>
                    <a:pt x="5" y="4"/>
                  </a:cubicBezTo>
                  <a:cubicBezTo>
                    <a:pt x="5" y="4"/>
                    <a:pt x="6" y="3"/>
                    <a:pt x="6" y="3"/>
                  </a:cubicBezTo>
                  <a:cubicBezTo>
                    <a:pt x="6" y="3"/>
                    <a:pt x="6" y="3"/>
                    <a:pt x="6" y="3"/>
                  </a:cubicBezTo>
                  <a:cubicBezTo>
                    <a:pt x="6" y="3"/>
                    <a:pt x="6" y="2"/>
                    <a:pt x="6" y="2"/>
                  </a:cubicBezTo>
                  <a:cubicBezTo>
                    <a:pt x="6" y="1"/>
                    <a:pt x="6" y="1"/>
                    <a:pt x="6" y="1"/>
                  </a:cubicBezTo>
                  <a:cubicBezTo>
                    <a:pt x="6" y="1"/>
                    <a:pt x="6" y="1"/>
                    <a:pt x="7" y="1"/>
                  </a:cubicBezTo>
                  <a:cubicBezTo>
                    <a:pt x="7" y="1"/>
                    <a:pt x="7" y="0"/>
                    <a:pt x="7" y="0"/>
                  </a:cubicBezTo>
                  <a:cubicBezTo>
                    <a:pt x="7" y="0"/>
                    <a:pt x="7" y="1"/>
                    <a:pt x="7" y="1"/>
                  </a:cubicBezTo>
                  <a:cubicBezTo>
                    <a:pt x="7" y="1"/>
                    <a:pt x="7" y="1"/>
                    <a:pt x="7" y="1"/>
                  </a:cubicBezTo>
                  <a:cubicBezTo>
                    <a:pt x="8" y="1"/>
                    <a:pt x="8" y="1"/>
                    <a:pt x="8" y="1"/>
                  </a:cubicBezTo>
                  <a:cubicBezTo>
                    <a:pt x="8" y="1"/>
                    <a:pt x="8" y="1"/>
                    <a:pt x="8" y="1"/>
                  </a:cubicBezTo>
                  <a:cubicBezTo>
                    <a:pt x="8" y="1"/>
                    <a:pt x="8" y="2"/>
                    <a:pt x="8" y="2"/>
                  </a:cubicBezTo>
                  <a:cubicBezTo>
                    <a:pt x="8" y="2"/>
                    <a:pt x="8" y="2"/>
                    <a:pt x="8" y="2"/>
                  </a:cubicBezTo>
                  <a:cubicBezTo>
                    <a:pt x="8" y="2"/>
                    <a:pt x="9" y="2"/>
                    <a:pt x="9" y="2"/>
                  </a:cubicBezTo>
                  <a:cubicBezTo>
                    <a:pt x="9" y="3"/>
                    <a:pt x="9" y="3"/>
                    <a:pt x="9" y="3"/>
                  </a:cubicBezTo>
                  <a:cubicBezTo>
                    <a:pt x="9" y="3"/>
                    <a:pt x="9" y="3"/>
                    <a:pt x="9" y="3"/>
                  </a:cubicBezTo>
                  <a:cubicBezTo>
                    <a:pt x="9" y="3"/>
                    <a:pt x="9" y="3"/>
                    <a:pt x="9" y="3"/>
                  </a:cubicBezTo>
                  <a:cubicBezTo>
                    <a:pt x="9" y="4"/>
                    <a:pt x="9" y="4"/>
                    <a:pt x="8" y="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śliḑê"/>
            <p:cNvSpPr/>
            <p:nvPr/>
          </p:nvSpPr>
          <p:spPr bwMode="auto">
            <a:xfrm>
              <a:off x="4297618" y="4054169"/>
              <a:ext cx="91120" cy="78103"/>
            </a:xfrm>
            <a:custGeom>
              <a:avLst/>
              <a:gdLst>
                <a:gd name="T0" fmla="*/ 17 w 18"/>
                <a:gd name="T1" fmla="*/ 0 h 15"/>
                <a:gd name="T2" fmla="*/ 18 w 18"/>
                <a:gd name="T3" fmla="*/ 1 h 15"/>
                <a:gd name="T4" fmla="*/ 18 w 18"/>
                <a:gd name="T5" fmla="*/ 2 h 15"/>
                <a:gd name="T6" fmla="*/ 17 w 18"/>
                <a:gd name="T7" fmla="*/ 2 h 15"/>
                <a:gd name="T8" fmla="*/ 17 w 18"/>
                <a:gd name="T9" fmla="*/ 3 h 15"/>
                <a:gd name="T10" fmla="*/ 15 w 18"/>
                <a:gd name="T11" fmla="*/ 3 h 15"/>
                <a:gd name="T12" fmla="*/ 15 w 18"/>
                <a:gd name="T13" fmla="*/ 3 h 15"/>
                <a:gd name="T14" fmla="*/ 14 w 18"/>
                <a:gd name="T15" fmla="*/ 3 h 15"/>
                <a:gd name="T16" fmla="*/ 14 w 18"/>
                <a:gd name="T17" fmla="*/ 3 h 15"/>
                <a:gd name="T18" fmla="*/ 11 w 18"/>
                <a:gd name="T19" fmla="*/ 4 h 15"/>
                <a:gd name="T20" fmla="*/ 11 w 18"/>
                <a:gd name="T21" fmla="*/ 5 h 15"/>
                <a:gd name="T22" fmla="*/ 11 w 18"/>
                <a:gd name="T23" fmla="*/ 6 h 15"/>
                <a:gd name="T24" fmla="*/ 11 w 18"/>
                <a:gd name="T25" fmla="*/ 7 h 15"/>
                <a:gd name="T26" fmla="*/ 10 w 18"/>
                <a:gd name="T27" fmla="*/ 8 h 15"/>
                <a:gd name="T28" fmla="*/ 8 w 18"/>
                <a:gd name="T29" fmla="*/ 9 h 15"/>
                <a:gd name="T30" fmla="*/ 7 w 18"/>
                <a:gd name="T31" fmla="*/ 9 h 15"/>
                <a:gd name="T32" fmla="*/ 6 w 18"/>
                <a:gd name="T33" fmla="*/ 10 h 15"/>
                <a:gd name="T34" fmla="*/ 6 w 18"/>
                <a:gd name="T35" fmla="*/ 10 h 15"/>
                <a:gd name="T36" fmla="*/ 6 w 18"/>
                <a:gd name="T37" fmla="*/ 11 h 15"/>
                <a:gd name="T38" fmla="*/ 7 w 18"/>
                <a:gd name="T39" fmla="*/ 11 h 15"/>
                <a:gd name="T40" fmla="*/ 9 w 18"/>
                <a:gd name="T41" fmla="*/ 11 h 15"/>
                <a:gd name="T42" fmla="*/ 8 w 18"/>
                <a:gd name="T43" fmla="*/ 12 h 15"/>
                <a:gd name="T44" fmla="*/ 7 w 18"/>
                <a:gd name="T45" fmla="*/ 12 h 15"/>
                <a:gd name="T46" fmla="*/ 7 w 18"/>
                <a:gd name="T47" fmla="*/ 13 h 15"/>
                <a:gd name="T48" fmla="*/ 6 w 18"/>
                <a:gd name="T49" fmla="*/ 13 h 15"/>
                <a:gd name="T50" fmla="*/ 5 w 18"/>
                <a:gd name="T51" fmla="*/ 13 h 15"/>
                <a:gd name="T52" fmla="*/ 5 w 18"/>
                <a:gd name="T53" fmla="*/ 13 h 15"/>
                <a:gd name="T54" fmla="*/ 4 w 18"/>
                <a:gd name="T55" fmla="*/ 14 h 15"/>
                <a:gd name="T56" fmla="*/ 4 w 18"/>
                <a:gd name="T57" fmla="*/ 14 h 15"/>
                <a:gd name="T58" fmla="*/ 3 w 18"/>
                <a:gd name="T59" fmla="*/ 14 h 15"/>
                <a:gd name="T60" fmla="*/ 1 w 18"/>
                <a:gd name="T61" fmla="*/ 15 h 15"/>
                <a:gd name="T62" fmla="*/ 1 w 18"/>
                <a:gd name="T63" fmla="*/ 13 h 15"/>
                <a:gd name="T64" fmla="*/ 0 w 18"/>
                <a:gd name="T65" fmla="*/ 13 h 15"/>
                <a:gd name="T66" fmla="*/ 0 w 18"/>
                <a:gd name="T67" fmla="*/ 12 h 15"/>
                <a:gd name="T68" fmla="*/ 4 w 18"/>
                <a:gd name="T69" fmla="*/ 9 h 15"/>
                <a:gd name="T70" fmla="*/ 5 w 18"/>
                <a:gd name="T71" fmla="*/ 9 h 15"/>
                <a:gd name="T72" fmla="*/ 5 w 18"/>
                <a:gd name="T73" fmla="*/ 8 h 15"/>
                <a:gd name="T74" fmla="*/ 6 w 18"/>
                <a:gd name="T75" fmla="*/ 7 h 15"/>
                <a:gd name="T76" fmla="*/ 6 w 18"/>
                <a:gd name="T77" fmla="*/ 6 h 15"/>
                <a:gd name="T78" fmla="*/ 6 w 18"/>
                <a:gd name="T79" fmla="*/ 6 h 15"/>
                <a:gd name="T80" fmla="*/ 5 w 18"/>
                <a:gd name="T81" fmla="*/ 6 h 15"/>
                <a:gd name="T82" fmla="*/ 5 w 18"/>
                <a:gd name="T83" fmla="*/ 6 h 15"/>
                <a:gd name="T84" fmla="*/ 4 w 18"/>
                <a:gd name="T85" fmla="*/ 6 h 15"/>
                <a:gd name="T86" fmla="*/ 3 w 18"/>
                <a:gd name="T87" fmla="*/ 6 h 15"/>
                <a:gd name="T88" fmla="*/ 3 w 18"/>
                <a:gd name="T89" fmla="*/ 6 h 15"/>
                <a:gd name="T90" fmla="*/ 2 w 18"/>
                <a:gd name="T91" fmla="*/ 6 h 15"/>
                <a:gd name="T92" fmla="*/ 2 w 18"/>
                <a:gd name="T93" fmla="*/ 6 h 15"/>
                <a:gd name="T94" fmla="*/ 1 w 18"/>
                <a:gd name="T95" fmla="*/ 5 h 15"/>
                <a:gd name="T96" fmla="*/ 1 w 18"/>
                <a:gd name="T97" fmla="*/ 4 h 15"/>
                <a:gd name="T98" fmla="*/ 4 w 18"/>
                <a:gd name="T99" fmla="*/ 4 h 15"/>
                <a:gd name="T100" fmla="*/ 4 w 18"/>
                <a:gd name="T101" fmla="*/ 4 h 15"/>
                <a:gd name="T102" fmla="*/ 7 w 18"/>
                <a:gd name="T103" fmla="*/ 3 h 15"/>
                <a:gd name="T104" fmla="*/ 7 w 18"/>
                <a:gd name="T105" fmla="*/ 3 h 15"/>
                <a:gd name="T106" fmla="*/ 10 w 18"/>
                <a:gd name="T107" fmla="*/ 2 h 15"/>
                <a:gd name="T108" fmla="*/ 12 w 18"/>
                <a:gd name="T109" fmla="*/ 1 h 15"/>
                <a:gd name="T110" fmla="*/ 13 w 18"/>
                <a:gd name="T111" fmla="*/ 1 h 15"/>
                <a:gd name="T112" fmla="*/ 14 w 18"/>
                <a:gd name="T113" fmla="*/ 1 h 15"/>
                <a:gd name="T114" fmla="*/ 14 w 18"/>
                <a:gd name="T11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 h="15">
                  <a:moveTo>
                    <a:pt x="17" y="0"/>
                  </a:moveTo>
                  <a:cubicBezTo>
                    <a:pt x="17" y="0"/>
                    <a:pt x="17" y="0"/>
                    <a:pt x="17" y="0"/>
                  </a:cubicBezTo>
                  <a:cubicBezTo>
                    <a:pt x="17" y="0"/>
                    <a:pt x="17" y="0"/>
                    <a:pt x="17" y="0"/>
                  </a:cubicBezTo>
                  <a:cubicBezTo>
                    <a:pt x="17" y="0"/>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7" y="2"/>
                    <a:pt x="17" y="2"/>
                  </a:cubicBezTo>
                  <a:cubicBezTo>
                    <a:pt x="17" y="2"/>
                    <a:pt x="17" y="2"/>
                    <a:pt x="17" y="2"/>
                  </a:cubicBezTo>
                  <a:cubicBezTo>
                    <a:pt x="17" y="2"/>
                    <a:pt x="17" y="3"/>
                    <a:pt x="17" y="3"/>
                  </a:cubicBezTo>
                  <a:cubicBezTo>
                    <a:pt x="17" y="3"/>
                    <a:pt x="17" y="3"/>
                    <a:pt x="17" y="3"/>
                  </a:cubicBezTo>
                  <a:cubicBezTo>
                    <a:pt x="17" y="3"/>
                    <a:pt x="17" y="3"/>
                    <a:pt x="16" y="3"/>
                  </a:cubicBezTo>
                  <a:cubicBezTo>
                    <a:pt x="16" y="3"/>
                    <a:pt x="16" y="3"/>
                    <a:pt x="16" y="3"/>
                  </a:cubicBezTo>
                  <a:cubicBezTo>
                    <a:pt x="16" y="3"/>
                    <a:pt x="16" y="3"/>
                    <a:pt x="15" y="3"/>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4"/>
                    <a:pt x="12" y="4"/>
                    <a:pt x="11" y="4"/>
                  </a:cubicBezTo>
                  <a:cubicBezTo>
                    <a:pt x="11" y="4"/>
                    <a:pt x="11" y="4"/>
                    <a:pt x="11" y="4"/>
                  </a:cubicBezTo>
                  <a:cubicBezTo>
                    <a:pt x="11" y="4"/>
                    <a:pt x="11" y="4"/>
                    <a:pt x="11" y="4"/>
                  </a:cubicBezTo>
                  <a:cubicBezTo>
                    <a:pt x="11" y="4"/>
                    <a:pt x="11" y="5"/>
                    <a:pt x="11" y="5"/>
                  </a:cubicBezTo>
                  <a:cubicBezTo>
                    <a:pt x="11" y="5"/>
                    <a:pt x="11" y="5"/>
                    <a:pt x="11" y="5"/>
                  </a:cubicBezTo>
                  <a:cubicBezTo>
                    <a:pt x="11" y="5"/>
                    <a:pt x="11" y="6"/>
                    <a:pt x="11" y="6"/>
                  </a:cubicBezTo>
                  <a:cubicBezTo>
                    <a:pt x="11"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10" y="7"/>
                    <a:pt x="10" y="7"/>
                    <a:pt x="10" y="8"/>
                  </a:cubicBezTo>
                  <a:cubicBezTo>
                    <a:pt x="9" y="8"/>
                    <a:pt x="9" y="8"/>
                    <a:pt x="9" y="8"/>
                  </a:cubicBezTo>
                  <a:cubicBezTo>
                    <a:pt x="9" y="8"/>
                    <a:pt x="8" y="8"/>
                    <a:pt x="8" y="8"/>
                  </a:cubicBezTo>
                  <a:cubicBezTo>
                    <a:pt x="8" y="9"/>
                    <a:pt x="8" y="9"/>
                    <a:pt x="8" y="9"/>
                  </a:cubicBezTo>
                  <a:cubicBezTo>
                    <a:pt x="7" y="9"/>
                    <a:pt x="7" y="9"/>
                    <a:pt x="7" y="9"/>
                  </a:cubicBezTo>
                  <a:cubicBezTo>
                    <a:pt x="7" y="9"/>
                    <a:pt x="7" y="9"/>
                    <a:pt x="7" y="9"/>
                  </a:cubicBezTo>
                  <a:cubicBezTo>
                    <a:pt x="7" y="9"/>
                    <a:pt x="7" y="9"/>
                    <a:pt x="7" y="9"/>
                  </a:cubicBezTo>
                  <a:cubicBezTo>
                    <a:pt x="7" y="10"/>
                    <a:pt x="7" y="9"/>
                    <a:pt x="7" y="10"/>
                  </a:cubicBezTo>
                  <a:cubicBezTo>
                    <a:pt x="7" y="10"/>
                    <a:pt x="7" y="10"/>
                    <a:pt x="7"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5" y="10"/>
                  </a:cubicBezTo>
                  <a:cubicBezTo>
                    <a:pt x="5" y="11"/>
                    <a:pt x="5" y="11"/>
                    <a:pt x="5" y="11"/>
                  </a:cubicBezTo>
                  <a:cubicBezTo>
                    <a:pt x="5" y="11"/>
                    <a:pt x="6" y="11"/>
                    <a:pt x="6" y="11"/>
                  </a:cubicBezTo>
                  <a:cubicBezTo>
                    <a:pt x="6" y="11"/>
                    <a:pt x="6" y="11"/>
                    <a:pt x="6" y="11"/>
                  </a:cubicBezTo>
                  <a:cubicBezTo>
                    <a:pt x="6" y="11"/>
                    <a:pt x="6" y="11"/>
                    <a:pt x="7" y="11"/>
                  </a:cubicBezTo>
                  <a:cubicBezTo>
                    <a:pt x="7" y="11"/>
                    <a:pt x="7" y="11"/>
                    <a:pt x="7" y="11"/>
                  </a:cubicBezTo>
                  <a:cubicBezTo>
                    <a:pt x="8" y="11"/>
                    <a:pt x="9" y="11"/>
                    <a:pt x="9" y="11"/>
                  </a:cubicBezTo>
                  <a:cubicBezTo>
                    <a:pt x="9" y="11"/>
                    <a:pt x="9" y="11"/>
                    <a:pt x="9" y="11"/>
                  </a:cubicBezTo>
                  <a:cubicBezTo>
                    <a:pt x="9" y="11"/>
                    <a:pt x="9" y="11"/>
                    <a:pt x="9" y="11"/>
                  </a:cubicBezTo>
                  <a:cubicBezTo>
                    <a:pt x="9" y="11"/>
                    <a:pt x="9" y="12"/>
                    <a:pt x="9" y="12"/>
                  </a:cubicBezTo>
                  <a:cubicBezTo>
                    <a:pt x="9" y="12"/>
                    <a:pt x="9" y="12"/>
                    <a:pt x="8" y="12"/>
                  </a:cubicBezTo>
                  <a:cubicBezTo>
                    <a:pt x="8" y="12"/>
                    <a:pt x="8" y="12"/>
                    <a:pt x="8" y="12"/>
                  </a:cubicBezTo>
                  <a:cubicBezTo>
                    <a:pt x="8" y="12"/>
                    <a:pt x="8" y="12"/>
                    <a:pt x="8" y="12"/>
                  </a:cubicBezTo>
                  <a:cubicBezTo>
                    <a:pt x="8" y="12"/>
                    <a:pt x="8" y="12"/>
                    <a:pt x="8" y="12"/>
                  </a:cubicBezTo>
                  <a:cubicBezTo>
                    <a:pt x="8" y="12"/>
                    <a:pt x="7" y="12"/>
                    <a:pt x="7" y="12"/>
                  </a:cubicBezTo>
                  <a:cubicBezTo>
                    <a:pt x="7" y="12"/>
                    <a:pt x="7" y="12"/>
                    <a:pt x="7" y="12"/>
                  </a:cubicBezTo>
                  <a:cubicBezTo>
                    <a:pt x="7" y="13"/>
                    <a:pt x="7" y="13"/>
                    <a:pt x="7" y="13"/>
                  </a:cubicBezTo>
                  <a:cubicBezTo>
                    <a:pt x="7" y="13"/>
                    <a:pt x="7" y="13"/>
                    <a:pt x="7" y="13"/>
                  </a:cubicBezTo>
                  <a:cubicBezTo>
                    <a:pt x="6" y="13"/>
                    <a:pt x="6" y="13"/>
                    <a:pt x="6" y="13"/>
                  </a:cubicBezTo>
                  <a:cubicBezTo>
                    <a:pt x="6" y="13"/>
                    <a:pt x="6" y="13"/>
                    <a:pt x="6" y="13"/>
                  </a:cubicBezTo>
                  <a:cubicBezTo>
                    <a:pt x="6" y="13"/>
                    <a:pt x="6" y="13"/>
                    <a:pt x="6" y="13"/>
                  </a:cubicBezTo>
                  <a:cubicBezTo>
                    <a:pt x="6" y="13"/>
                    <a:pt x="6" y="13"/>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4"/>
                    <a:pt x="5" y="14"/>
                  </a:cubicBezTo>
                  <a:cubicBezTo>
                    <a:pt x="5"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3" y="14"/>
                    <a:pt x="3" y="14"/>
                    <a:pt x="3" y="14"/>
                  </a:cubicBezTo>
                  <a:cubicBezTo>
                    <a:pt x="3" y="14"/>
                    <a:pt x="3" y="14"/>
                    <a:pt x="3" y="14"/>
                  </a:cubicBezTo>
                  <a:cubicBezTo>
                    <a:pt x="2" y="14"/>
                    <a:pt x="2" y="15"/>
                    <a:pt x="1" y="15"/>
                  </a:cubicBezTo>
                  <a:cubicBezTo>
                    <a:pt x="1" y="15"/>
                    <a:pt x="1" y="15"/>
                    <a:pt x="1" y="15"/>
                  </a:cubicBezTo>
                  <a:cubicBezTo>
                    <a:pt x="1" y="14"/>
                    <a:pt x="1" y="15"/>
                    <a:pt x="1" y="15"/>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0" y="13"/>
                    <a:pt x="0" y="13"/>
                  </a:cubicBezTo>
                  <a:cubicBezTo>
                    <a:pt x="0" y="13"/>
                    <a:pt x="0" y="13"/>
                    <a:pt x="0" y="13"/>
                  </a:cubicBezTo>
                  <a:cubicBezTo>
                    <a:pt x="0" y="13"/>
                    <a:pt x="0" y="13"/>
                    <a:pt x="0" y="13"/>
                  </a:cubicBezTo>
                  <a:cubicBezTo>
                    <a:pt x="0" y="13"/>
                    <a:pt x="0" y="12"/>
                    <a:pt x="0" y="12"/>
                  </a:cubicBezTo>
                  <a:cubicBezTo>
                    <a:pt x="0" y="12"/>
                    <a:pt x="0" y="12"/>
                    <a:pt x="1" y="11"/>
                  </a:cubicBezTo>
                  <a:cubicBezTo>
                    <a:pt x="1" y="11"/>
                    <a:pt x="3" y="10"/>
                    <a:pt x="3" y="10"/>
                  </a:cubicBezTo>
                  <a:cubicBezTo>
                    <a:pt x="4" y="10"/>
                    <a:pt x="3" y="10"/>
                    <a:pt x="4" y="9"/>
                  </a:cubicBezTo>
                  <a:cubicBezTo>
                    <a:pt x="4" y="9"/>
                    <a:pt x="4" y="9"/>
                    <a:pt x="4" y="9"/>
                  </a:cubicBezTo>
                  <a:cubicBezTo>
                    <a:pt x="4" y="9"/>
                    <a:pt x="4" y="9"/>
                    <a:pt x="4" y="9"/>
                  </a:cubicBezTo>
                  <a:cubicBezTo>
                    <a:pt x="4" y="9"/>
                    <a:pt x="4" y="9"/>
                    <a:pt x="5" y="9"/>
                  </a:cubicBezTo>
                  <a:cubicBezTo>
                    <a:pt x="5" y="9"/>
                    <a:pt x="5" y="9"/>
                    <a:pt x="5" y="9"/>
                  </a:cubicBezTo>
                  <a:cubicBezTo>
                    <a:pt x="5" y="8"/>
                    <a:pt x="5" y="8"/>
                    <a:pt x="5" y="8"/>
                  </a:cubicBezTo>
                  <a:cubicBezTo>
                    <a:pt x="5" y="8"/>
                    <a:pt x="5" y="8"/>
                    <a:pt x="5" y="8"/>
                  </a:cubicBezTo>
                  <a:cubicBezTo>
                    <a:pt x="5" y="8"/>
                    <a:pt x="5" y="8"/>
                    <a:pt x="6" y="8"/>
                  </a:cubicBezTo>
                  <a:cubicBezTo>
                    <a:pt x="6" y="8"/>
                    <a:pt x="6" y="8"/>
                    <a:pt x="6" y="8"/>
                  </a:cubicBezTo>
                  <a:cubicBezTo>
                    <a:pt x="6" y="7"/>
                    <a:pt x="6" y="7"/>
                    <a:pt x="6" y="7"/>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5"/>
                  </a:cubicBezTo>
                  <a:cubicBezTo>
                    <a:pt x="2" y="5"/>
                    <a:pt x="2"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2" y="4"/>
                    <a:pt x="3" y="4"/>
                    <a:pt x="4" y="4"/>
                  </a:cubicBezTo>
                  <a:cubicBezTo>
                    <a:pt x="4" y="4"/>
                    <a:pt x="4" y="4"/>
                    <a:pt x="4" y="4"/>
                  </a:cubicBezTo>
                  <a:cubicBezTo>
                    <a:pt x="4" y="4"/>
                    <a:pt x="4" y="4"/>
                    <a:pt x="4" y="4"/>
                  </a:cubicBezTo>
                  <a:cubicBezTo>
                    <a:pt x="4" y="4"/>
                    <a:pt x="4" y="4"/>
                    <a:pt x="4" y="4"/>
                  </a:cubicBezTo>
                  <a:cubicBezTo>
                    <a:pt x="5" y="3"/>
                    <a:pt x="5" y="3"/>
                    <a:pt x="5" y="3"/>
                  </a:cubicBezTo>
                  <a:cubicBezTo>
                    <a:pt x="5" y="3"/>
                    <a:pt x="5" y="3"/>
                    <a:pt x="5" y="3"/>
                  </a:cubicBezTo>
                  <a:cubicBezTo>
                    <a:pt x="6" y="3"/>
                    <a:pt x="6" y="3"/>
                    <a:pt x="7" y="3"/>
                  </a:cubicBezTo>
                  <a:cubicBezTo>
                    <a:pt x="7" y="3"/>
                    <a:pt x="7" y="3"/>
                    <a:pt x="7" y="3"/>
                  </a:cubicBezTo>
                  <a:cubicBezTo>
                    <a:pt x="7" y="3"/>
                    <a:pt x="7" y="3"/>
                    <a:pt x="7" y="3"/>
                  </a:cubicBezTo>
                  <a:cubicBezTo>
                    <a:pt x="7" y="3"/>
                    <a:pt x="7" y="3"/>
                    <a:pt x="7" y="3"/>
                  </a:cubicBezTo>
                  <a:cubicBezTo>
                    <a:pt x="7" y="3"/>
                    <a:pt x="8" y="3"/>
                    <a:pt x="8" y="3"/>
                  </a:cubicBezTo>
                  <a:cubicBezTo>
                    <a:pt x="8" y="3"/>
                    <a:pt x="8" y="2"/>
                    <a:pt x="8" y="2"/>
                  </a:cubicBezTo>
                  <a:cubicBezTo>
                    <a:pt x="9" y="3"/>
                    <a:pt x="9" y="2"/>
                    <a:pt x="10" y="2"/>
                  </a:cubicBezTo>
                  <a:cubicBezTo>
                    <a:pt x="10" y="2"/>
                    <a:pt x="10" y="2"/>
                    <a:pt x="10" y="2"/>
                  </a:cubicBezTo>
                  <a:cubicBezTo>
                    <a:pt x="10" y="2"/>
                    <a:pt x="11" y="1"/>
                    <a:pt x="11" y="1"/>
                  </a:cubicBezTo>
                  <a:cubicBezTo>
                    <a:pt x="12" y="1"/>
                    <a:pt x="12" y="1"/>
                    <a:pt x="12" y="1"/>
                  </a:cubicBezTo>
                  <a:cubicBezTo>
                    <a:pt x="12" y="1"/>
                    <a:pt x="12" y="1"/>
                    <a:pt x="12" y="1"/>
                  </a:cubicBezTo>
                  <a:cubicBezTo>
                    <a:pt x="12" y="1"/>
                    <a:pt x="13" y="1"/>
                    <a:pt x="13" y="1"/>
                  </a:cubicBezTo>
                  <a:cubicBezTo>
                    <a:pt x="13" y="1"/>
                    <a:pt x="13" y="1"/>
                    <a:pt x="13" y="1"/>
                  </a:cubicBezTo>
                  <a:cubicBezTo>
                    <a:pt x="13" y="1"/>
                    <a:pt x="13" y="1"/>
                    <a:pt x="13" y="1"/>
                  </a:cubicBezTo>
                  <a:cubicBezTo>
                    <a:pt x="13" y="1"/>
                    <a:pt x="13" y="1"/>
                    <a:pt x="13" y="1"/>
                  </a:cubicBezTo>
                  <a:cubicBezTo>
                    <a:pt x="13" y="1"/>
                    <a:pt x="14" y="1"/>
                    <a:pt x="14" y="1"/>
                  </a:cubicBezTo>
                  <a:cubicBezTo>
                    <a:pt x="14" y="1"/>
                    <a:pt x="14" y="1"/>
                    <a:pt x="14" y="1"/>
                  </a:cubicBezTo>
                  <a:cubicBezTo>
                    <a:pt x="14" y="1"/>
                    <a:pt x="14" y="1"/>
                    <a:pt x="14" y="1"/>
                  </a:cubicBezTo>
                  <a:cubicBezTo>
                    <a:pt x="14" y="1"/>
                    <a:pt x="14" y="0"/>
                    <a:pt x="14" y="0"/>
                  </a:cubicBezTo>
                  <a:cubicBezTo>
                    <a:pt x="14" y="0"/>
                    <a:pt x="15" y="0"/>
                    <a:pt x="15" y="0"/>
                  </a:cubicBezTo>
                  <a:cubicBezTo>
                    <a:pt x="16" y="0"/>
                    <a:pt x="17" y="0"/>
                    <a:pt x="17"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ṧ1íḍè"/>
            <p:cNvSpPr/>
            <p:nvPr/>
          </p:nvSpPr>
          <p:spPr bwMode="auto">
            <a:xfrm>
              <a:off x="4362704" y="4095390"/>
              <a:ext cx="36882" cy="21695"/>
            </a:xfrm>
            <a:custGeom>
              <a:avLst/>
              <a:gdLst>
                <a:gd name="T0" fmla="*/ 7 w 7"/>
                <a:gd name="T1" fmla="*/ 1 h 4"/>
                <a:gd name="T2" fmla="*/ 7 w 7"/>
                <a:gd name="T3" fmla="*/ 2 h 4"/>
                <a:gd name="T4" fmla="*/ 7 w 7"/>
                <a:gd name="T5" fmla="*/ 2 h 4"/>
                <a:gd name="T6" fmla="*/ 7 w 7"/>
                <a:gd name="T7" fmla="*/ 3 h 4"/>
                <a:gd name="T8" fmla="*/ 7 w 7"/>
                <a:gd name="T9" fmla="*/ 4 h 4"/>
                <a:gd name="T10" fmla="*/ 6 w 7"/>
                <a:gd name="T11" fmla="*/ 4 h 4"/>
                <a:gd name="T12" fmla="*/ 6 w 7"/>
                <a:gd name="T13" fmla="*/ 4 h 4"/>
                <a:gd name="T14" fmla="*/ 6 w 7"/>
                <a:gd name="T15" fmla="*/ 4 h 4"/>
                <a:gd name="T16" fmla="*/ 5 w 7"/>
                <a:gd name="T17" fmla="*/ 3 h 4"/>
                <a:gd name="T18" fmla="*/ 5 w 7"/>
                <a:gd name="T19" fmla="*/ 3 h 4"/>
                <a:gd name="T20" fmla="*/ 4 w 7"/>
                <a:gd name="T21" fmla="*/ 3 h 4"/>
                <a:gd name="T22" fmla="*/ 4 w 7"/>
                <a:gd name="T23" fmla="*/ 3 h 4"/>
                <a:gd name="T24" fmla="*/ 3 w 7"/>
                <a:gd name="T25" fmla="*/ 2 h 4"/>
                <a:gd name="T26" fmla="*/ 3 w 7"/>
                <a:gd name="T27" fmla="*/ 2 h 4"/>
                <a:gd name="T28" fmla="*/ 3 w 7"/>
                <a:gd name="T29" fmla="*/ 2 h 4"/>
                <a:gd name="T30" fmla="*/ 3 w 7"/>
                <a:gd name="T31" fmla="*/ 2 h 4"/>
                <a:gd name="T32" fmla="*/ 2 w 7"/>
                <a:gd name="T33" fmla="*/ 2 h 4"/>
                <a:gd name="T34" fmla="*/ 2 w 7"/>
                <a:gd name="T35" fmla="*/ 2 h 4"/>
                <a:gd name="T36" fmla="*/ 2 w 7"/>
                <a:gd name="T37" fmla="*/ 2 h 4"/>
                <a:gd name="T38" fmla="*/ 2 w 7"/>
                <a:gd name="T39" fmla="*/ 2 h 4"/>
                <a:gd name="T40" fmla="*/ 1 w 7"/>
                <a:gd name="T41" fmla="*/ 2 h 4"/>
                <a:gd name="T42" fmla="*/ 1 w 7"/>
                <a:gd name="T43" fmla="*/ 2 h 4"/>
                <a:gd name="T44" fmla="*/ 0 w 7"/>
                <a:gd name="T45" fmla="*/ 2 h 4"/>
                <a:gd name="T46" fmla="*/ 0 w 7"/>
                <a:gd name="T47" fmla="*/ 2 h 4"/>
                <a:gd name="T48" fmla="*/ 0 w 7"/>
                <a:gd name="T49" fmla="*/ 2 h 4"/>
                <a:gd name="T50" fmla="*/ 0 w 7"/>
                <a:gd name="T51" fmla="*/ 1 h 4"/>
                <a:gd name="T52" fmla="*/ 1 w 7"/>
                <a:gd name="T53" fmla="*/ 1 h 4"/>
                <a:gd name="T54" fmla="*/ 1 w 7"/>
                <a:gd name="T55" fmla="*/ 1 h 4"/>
                <a:gd name="T56" fmla="*/ 1 w 7"/>
                <a:gd name="T57" fmla="*/ 0 h 4"/>
                <a:gd name="T58" fmla="*/ 2 w 7"/>
                <a:gd name="T59" fmla="*/ 0 h 4"/>
                <a:gd name="T60" fmla="*/ 2 w 7"/>
                <a:gd name="T61" fmla="*/ 0 h 4"/>
                <a:gd name="T62" fmla="*/ 2 w 7"/>
                <a:gd name="T63" fmla="*/ 0 h 4"/>
                <a:gd name="T64" fmla="*/ 2 w 7"/>
                <a:gd name="T65" fmla="*/ 0 h 4"/>
                <a:gd name="T66" fmla="*/ 3 w 7"/>
                <a:gd name="T67" fmla="*/ 0 h 4"/>
                <a:gd name="T68" fmla="*/ 3 w 7"/>
                <a:gd name="T69" fmla="*/ 0 h 4"/>
                <a:gd name="T70" fmla="*/ 3 w 7"/>
                <a:gd name="T71" fmla="*/ 0 h 4"/>
                <a:gd name="T72" fmla="*/ 3 w 7"/>
                <a:gd name="T73" fmla="*/ 0 h 4"/>
                <a:gd name="T74" fmla="*/ 4 w 7"/>
                <a:gd name="T75" fmla="*/ 0 h 4"/>
                <a:gd name="T76" fmla="*/ 4 w 7"/>
                <a:gd name="T77" fmla="*/ 1 h 4"/>
                <a:gd name="T78" fmla="*/ 5 w 7"/>
                <a:gd name="T79" fmla="*/ 0 h 4"/>
                <a:gd name="T80" fmla="*/ 5 w 7"/>
                <a:gd name="T81" fmla="*/ 1 h 4"/>
                <a:gd name="T82" fmla="*/ 6 w 7"/>
                <a:gd name="T83" fmla="*/ 1 h 4"/>
                <a:gd name="T84" fmla="*/ 6 w 7"/>
                <a:gd name="T85" fmla="*/ 1 h 4"/>
                <a:gd name="T86" fmla="*/ 6 w 7"/>
                <a:gd name="T87" fmla="*/ 1 h 4"/>
                <a:gd name="T88" fmla="*/ 6 w 7"/>
                <a:gd name="T89" fmla="*/ 1 h 4"/>
                <a:gd name="T90" fmla="*/ 6 w 7"/>
                <a:gd name="T91" fmla="*/ 1 h 4"/>
                <a:gd name="T92" fmla="*/ 7 w 7"/>
                <a:gd name="T9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4">
                  <a:moveTo>
                    <a:pt x="7" y="1"/>
                  </a:moveTo>
                  <a:cubicBezTo>
                    <a:pt x="7" y="2"/>
                    <a:pt x="7" y="2"/>
                    <a:pt x="7" y="2"/>
                  </a:cubicBezTo>
                  <a:cubicBezTo>
                    <a:pt x="7" y="2"/>
                    <a:pt x="7" y="2"/>
                    <a:pt x="7" y="2"/>
                  </a:cubicBezTo>
                  <a:cubicBezTo>
                    <a:pt x="7" y="2"/>
                    <a:pt x="7" y="3"/>
                    <a:pt x="7" y="3"/>
                  </a:cubicBezTo>
                  <a:cubicBezTo>
                    <a:pt x="7" y="3"/>
                    <a:pt x="7" y="3"/>
                    <a:pt x="7" y="4"/>
                  </a:cubicBezTo>
                  <a:cubicBezTo>
                    <a:pt x="7" y="4"/>
                    <a:pt x="6" y="4"/>
                    <a:pt x="6" y="4"/>
                  </a:cubicBezTo>
                  <a:cubicBezTo>
                    <a:pt x="6" y="4"/>
                    <a:pt x="6" y="4"/>
                    <a:pt x="6" y="4"/>
                  </a:cubicBezTo>
                  <a:cubicBezTo>
                    <a:pt x="6" y="4"/>
                    <a:pt x="6" y="4"/>
                    <a:pt x="6" y="4"/>
                  </a:cubicBezTo>
                  <a:cubicBezTo>
                    <a:pt x="5" y="3"/>
                    <a:pt x="5" y="3"/>
                    <a:pt x="5" y="3"/>
                  </a:cubicBezTo>
                  <a:cubicBezTo>
                    <a:pt x="5" y="3"/>
                    <a:pt x="5" y="3"/>
                    <a:pt x="5" y="3"/>
                  </a:cubicBezTo>
                  <a:cubicBezTo>
                    <a:pt x="5" y="3"/>
                    <a:pt x="4" y="3"/>
                    <a:pt x="4" y="3"/>
                  </a:cubicBezTo>
                  <a:cubicBezTo>
                    <a:pt x="4" y="3"/>
                    <a:pt x="4" y="3"/>
                    <a:pt x="4" y="3"/>
                  </a:cubicBezTo>
                  <a:cubicBezTo>
                    <a:pt x="4"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1" y="1"/>
                  </a:cubicBezTo>
                  <a:cubicBezTo>
                    <a:pt x="1" y="1"/>
                    <a:pt x="1" y="1"/>
                    <a:pt x="1" y="1"/>
                  </a:cubicBezTo>
                  <a:cubicBezTo>
                    <a:pt x="1" y="1"/>
                    <a:pt x="1" y="1"/>
                    <a:pt x="1" y="0"/>
                  </a:cubicBezTo>
                  <a:cubicBezTo>
                    <a:pt x="1" y="0"/>
                    <a:pt x="2" y="0"/>
                    <a:pt x="2" y="0"/>
                  </a:cubicBezTo>
                  <a:cubicBezTo>
                    <a:pt x="2" y="0"/>
                    <a:pt x="2" y="0"/>
                    <a:pt x="2" y="0"/>
                  </a:cubicBezTo>
                  <a:cubicBezTo>
                    <a:pt x="2" y="0"/>
                    <a:pt x="2" y="0"/>
                    <a:pt x="2" y="0"/>
                  </a:cubicBezTo>
                  <a:cubicBezTo>
                    <a:pt x="2" y="0"/>
                    <a:pt x="2" y="0"/>
                    <a:pt x="2" y="0"/>
                  </a:cubicBezTo>
                  <a:cubicBezTo>
                    <a:pt x="2" y="0"/>
                    <a:pt x="3" y="0"/>
                    <a:pt x="3" y="0"/>
                  </a:cubicBezTo>
                  <a:cubicBezTo>
                    <a:pt x="3" y="0"/>
                    <a:pt x="3" y="0"/>
                    <a:pt x="3" y="0"/>
                  </a:cubicBezTo>
                  <a:cubicBezTo>
                    <a:pt x="3" y="0"/>
                    <a:pt x="3" y="0"/>
                    <a:pt x="3" y="0"/>
                  </a:cubicBezTo>
                  <a:cubicBezTo>
                    <a:pt x="3" y="0"/>
                    <a:pt x="3" y="0"/>
                    <a:pt x="3" y="0"/>
                  </a:cubicBezTo>
                  <a:cubicBezTo>
                    <a:pt x="3" y="0"/>
                    <a:pt x="4" y="0"/>
                    <a:pt x="4" y="0"/>
                  </a:cubicBezTo>
                  <a:cubicBezTo>
                    <a:pt x="4" y="0"/>
                    <a:pt x="4" y="0"/>
                    <a:pt x="4" y="1"/>
                  </a:cubicBezTo>
                  <a:cubicBezTo>
                    <a:pt x="4" y="0"/>
                    <a:pt x="5" y="0"/>
                    <a:pt x="5" y="0"/>
                  </a:cubicBezTo>
                  <a:cubicBezTo>
                    <a:pt x="5" y="0"/>
                    <a:pt x="5" y="1"/>
                    <a:pt x="5" y="1"/>
                  </a:cubicBezTo>
                  <a:cubicBezTo>
                    <a:pt x="5"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7"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ļîḑè"/>
            <p:cNvSpPr/>
            <p:nvPr/>
          </p:nvSpPr>
          <p:spPr bwMode="auto">
            <a:xfrm>
              <a:off x="4306296" y="4121425"/>
              <a:ext cx="104137" cy="78103"/>
            </a:xfrm>
            <a:custGeom>
              <a:avLst/>
              <a:gdLst>
                <a:gd name="T0" fmla="*/ 12 w 20"/>
                <a:gd name="T1" fmla="*/ 3 h 15"/>
                <a:gd name="T2" fmla="*/ 13 w 20"/>
                <a:gd name="T3" fmla="*/ 3 h 15"/>
                <a:gd name="T4" fmla="*/ 14 w 20"/>
                <a:gd name="T5" fmla="*/ 2 h 15"/>
                <a:gd name="T6" fmla="*/ 15 w 20"/>
                <a:gd name="T7" fmla="*/ 2 h 15"/>
                <a:gd name="T8" fmla="*/ 16 w 20"/>
                <a:gd name="T9" fmla="*/ 2 h 15"/>
                <a:gd name="T10" fmla="*/ 17 w 20"/>
                <a:gd name="T11" fmla="*/ 3 h 15"/>
                <a:gd name="T12" fmla="*/ 16 w 20"/>
                <a:gd name="T13" fmla="*/ 4 h 15"/>
                <a:gd name="T14" fmla="*/ 13 w 20"/>
                <a:gd name="T15" fmla="*/ 5 h 15"/>
                <a:gd name="T16" fmla="*/ 12 w 20"/>
                <a:gd name="T17" fmla="*/ 7 h 15"/>
                <a:gd name="T18" fmla="*/ 11 w 20"/>
                <a:gd name="T19" fmla="*/ 9 h 15"/>
                <a:gd name="T20" fmla="*/ 12 w 20"/>
                <a:gd name="T21" fmla="*/ 10 h 15"/>
                <a:gd name="T22" fmla="*/ 14 w 20"/>
                <a:gd name="T23" fmla="*/ 10 h 15"/>
                <a:gd name="T24" fmla="*/ 14 w 20"/>
                <a:gd name="T25" fmla="*/ 10 h 15"/>
                <a:gd name="T26" fmla="*/ 15 w 20"/>
                <a:gd name="T27" fmla="*/ 9 h 15"/>
                <a:gd name="T28" fmla="*/ 19 w 20"/>
                <a:gd name="T29" fmla="*/ 10 h 15"/>
                <a:gd name="T30" fmla="*/ 20 w 20"/>
                <a:gd name="T31" fmla="*/ 10 h 15"/>
                <a:gd name="T32" fmla="*/ 20 w 20"/>
                <a:gd name="T33" fmla="*/ 12 h 15"/>
                <a:gd name="T34" fmla="*/ 18 w 20"/>
                <a:gd name="T35" fmla="*/ 12 h 15"/>
                <a:gd name="T36" fmla="*/ 16 w 20"/>
                <a:gd name="T37" fmla="*/ 12 h 15"/>
                <a:gd name="T38" fmla="*/ 13 w 20"/>
                <a:gd name="T39" fmla="*/ 12 h 15"/>
                <a:gd name="T40" fmla="*/ 13 w 20"/>
                <a:gd name="T41" fmla="*/ 12 h 15"/>
                <a:gd name="T42" fmla="*/ 9 w 20"/>
                <a:gd name="T43" fmla="*/ 13 h 15"/>
                <a:gd name="T44" fmla="*/ 8 w 20"/>
                <a:gd name="T45" fmla="*/ 13 h 15"/>
                <a:gd name="T46" fmla="*/ 7 w 20"/>
                <a:gd name="T47" fmla="*/ 14 h 15"/>
                <a:gd name="T48" fmla="*/ 6 w 20"/>
                <a:gd name="T49" fmla="*/ 14 h 15"/>
                <a:gd name="T50" fmla="*/ 5 w 20"/>
                <a:gd name="T51" fmla="*/ 15 h 15"/>
                <a:gd name="T52" fmla="*/ 4 w 20"/>
                <a:gd name="T53" fmla="*/ 15 h 15"/>
                <a:gd name="T54" fmla="*/ 1 w 20"/>
                <a:gd name="T55" fmla="*/ 15 h 15"/>
                <a:gd name="T56" fmla="*/ 0 w 20"/>
                <a:gd name="T57" fmla="*/ 14 h 15"/>
                <a:gd name="T58" fmla="*/ 0 w 20"/>
                <a:gd name="T59" fmla="*/ 14 h 15"/>
                <a:gd name="T60" fmla="*/ 0 w 20"/>
                <a:gd name="T61" fmla="*/ 13 h 15"/>
                <a:gd name="T62" fmla="*/ 1 w 20"/>
                <a:gd name="T63" fmla="*/ 12 h 15"/>
                <a:gd name="T64" fmla="*/ 2 w 20"/>
                <a:gd name="T65" fmla="*/ 13 h 15"/>
                <a:gd name="T66" fmla="*/ 3 w 20"/>
                <a:gd name="T67" fmla="*/ 13 h 15"/>
                <a:gd name="T68" fmla="*/ 5 w 20"/>
                <a:gd name="T69" fmla="*/ 12 h 15"/>
                <a:gd name="T70" fmla="*/ 6 w 20"/>
                <a:gd name="T71" fmla="*/ 12 h 15"/>
                <a:gd name="T72" fmla="*/ 8 w 20"/>
                <a:gd name="T73" fmla="*/ 11 h 15"/>
                <a:gd name="T74" fmla="*/ 8 w 20"/>
                <a:gd name="T75" fmla="*/ 8 h 15"/>
                <a:gd name="T76" fmla="*/ 7 w 20"/>
                <a:gd name="T77" fmla="*/ 8 h 15"/>
                <a:gd name="T78" fmla="*/ 4 w 20"/>
                <a:gd name="T79" fmla="*/ 8 h 15"/>
                <a:gd name="T80" fmla="*/ 4 w 20"/>
                <a:gd name="T81" fmla="*/ 6 h 15"/>
                <a:gd name="T82" fmla="*/ 5 w 20"/>
                <a:gd name="T83" fmla="*/ 5 h 15"/>
                <a:gd name="T84" fmla="*/ 7 w 20"/>
                <a:gd name="T85" fmla="*/ 5 h 15"/>
                <a:gd name="T86" fmla="*/ 8 w 20"/>
                <a:gd name="T87" fmla="*/ 5 h 15"/>
                <a:gd name="T88" fmla="*/ 8 w 20"/>
                <a:gd name="T89" fmla="*/ 4 h 15"/>
                <a:gd name="T90" fmla="*/ 9 w 20"/>
                <a:gd name="T91" fmla="*/ 3 h 15"/>
                <a:gd name="T92" fmla="*/ 9 w 20"/>
                <a:gd name="T93" fmla="*/ 2 h 15"/>
                <a:gd name="T94" fmla="*/ 10 w 20"/>
                <a:gd name="T95" fmla="*/ 0 h 15"/>
                <a:gd name="T96" fmla="*/ 11 w 20"/>
                <a:gd name="T9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 h="15">
                  <a:moveTo>
                    <a:pt x="11" y="2"/>
                  </a:moveTo>
                  <a:cubicBezTo>
                    <a:pt x="11" y="2"/>
                    <a:pt x="12" y="2"/>
                    <a:pt x="12" y="2"/>
                  </a:cubicBezTo>
                  <a:cubicBezTo>
                    <a:pt x="12" y="2"/>
                    <a:pt x="12" y="2"/>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2"/>
                    <a:pt x="13" y="2"/>
                  </a:cubicBezTo>
                  <a:cubicBezTo>
                    <a:pt x="14" y="2"/>
                    <a:pt x="14" y="2"/>
                    <a:pt x="14" y="2"/>
                  </a:cubicBezTo>
                  <a:cubicBezTo>
                    <a:pt x="14" y="2"/>
                    <a:pt x="14" y="2"/>
                    <a:pt x="14" y="2"/>
                  </a:cubicBezTo>
                  <a:cubicBezTo>
                    <a:pt x="15" y="2"/>
                    <a:pt x="15" y="2"/>
                    <a:pt x="15" y="2"/>
                  </a:cubicBezTo>
                  <a:cubicBezTo>
                    <a:pt x="15" y="2"/>
                    <a:pt x="15" y="2"/>
                    <a:pt x="15" y="2"/>
                  </a:cubicBezTo>
                  <a:cubicBezTo>
                    <a:pt x="15" y="2"/>
                    <a:pt x="15" y="2"/>
                    <a:pt x="15" y="2"/>
                  </a:cubicBezTo>
                  <a:cubicBezTo>
                    <a:pt x="15" y="2"/>
                    <a:pt x="15" y="2"/>
                    <a:pt x="15" y="2"/>
                  </a:cubicBezTo>
                  <a:cubicBezTo>
                    <a:pt x="15"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7" y="3"/>
                    <a:pt x="16" y="3"/>
                    <a:pt x="17" y="3"/>
                  </a:cubicBezTo>
                  <a:cubicBezTo>
                    <a:pt x="17" y="3"/>
                    <a:pt x="17" y="3"/>
                    <a:pt x="17" y="3"/>
                  </a:cubicBezTo>
                  <a:cubicBezTo>
                    <a:pt x="17" y="3"/>
                    <a:pt x="17" y="3"/>
                    <a:pt x="17" y="3"/>
                  </a:cubicBezTo>
                  <a:cubicBezTo>
                    <a:pt x="17" y="4"/>
                    <a:pt x="17" y="4"/>
                    <a:pt x="17" y="4"/>
                  </a:cubicBezTo>
                  <a:cubicBezTo>
                    <a:pt x="17" y="4"/>
                    <a:pt x="17" y="4"/>
                    <a:pt x="17" y="4"/>
                  </a:cubicBezTo>
                  <a:cubicBezTo>
                    <a:pt x="16" y="4"/>
                    <a:pt x="16" y="4"/>
                    <a:pt x="16" y="4"/>
                  </a:cubicBezTo>
                  <a:cubicBezTo>
                    <a:pt x="16" y="4"/>
                    <a:pt x="16" y="4"/>
                    <a:pt x="16" y="4"/>
                  </a:cubicBezTo>
                  <a:cubicBezTo>
                    <a:pt x="15" y="4"/>
                    <a:pt x="15" y="5"/>
                    <a:pt x="14" y="5"/>
                  </a:cubicBezTo>
                  <a:cubicBezTo>
                    <a:pt x="14" y="5"/>
                    <a:pt x="13" y="5"/>
                    <a:pt x="13" y="5"/>
                  </a:cubicBezTo>
                  <a:cubicBezTo>
                    <a:pt x="13" y="5"/>
                    <a:pt x="13" y="5"/>
                    <a:pt x="13" y="5"/>
                  </a:cubicBezTo>
                  <a:cubicBezTo>
                    <a:pt x="13" y="5"/>
                    <a:pt x="13" y="6"/>
                    <a:pt x="12" y="6"/>
                  </a:cubicBezTo>
                  <a:cubicBezTo>
                    <a:pt x="12" y="6"/>
                    <a:pt x="12" y="6"/>
                    <a:pt x="12" y="6"/>
                  </a:cubicBezTo>
                  <a:cubicBezTo>
                    <a:pt x="12" y="6"/>
                    <a:pt x="12" y="6"/>
                    <a:pt x="12" y="6"/>
                  </a:cubicBezTo>
                  <a:cubicBezTo>
                    <a:pt x="12" y="6"/>
                    <a:pt x="12" y="6"/>
                    <a:pt x="12" y="7"/>
                  </a:cubicBezTo>
                  <a:cubicBezTo>
                    <a:pt x="12" y="6"/>
                    <a:pt x="12" y="6"/>
                    <a:pt x="12" y="7"/>
                  </a:cubicBezTo>
                  <a:cubicBezTo>
                    <a:pt x="12" y="7"/>
                    <a:pt x="12" y="7"/>
                    <a:pt x="12" y="8"/>
                  </a:cubicBezTo>
                  <a:cubicBezTo>
                    <a:pt x="12" y="8"/>
                    <a:pt x="12" y="8"/>
                    <a:pt x="12" y="8"/>
                  </a:cubicBezTo>
                  <a:cubicBezTo>
                    <a:pt x="11" y="8"/>
                    <a:pt x="11" y="9"/>
                    <a:pt x="11" y="9"/>
                  </a:cubicBezTo>
                  <a:cubicBezTo>
                    <a:pt x="11" y="9"/>
                    <a:pt x="11" y="9"/>
                    <a:pt x="11" y="9"/>
                  </a:cubicBezTo>
                  <a:cubicBezTo>
                    <a:pt x="11" y="10"/>
                    <a:pt x="11" y="10"/>
                    <a:pt x="11" y="11"/>
                  </a:cubicBezTo>
                  <a:cubicBezTo>
                    <a:pt x="12" y="11"/>
                    <a:pt x="12" y="11"/>
                    <a:pt x="12" y="11"/>
                  </a:cubicBezTo>
                  <a:cubicBezTo>
                    <a:pt x="12" y="11"/>
                    <a:pt x="12" y="11"/>
                    <a:pt x="12" y="10"/>
                  </a:cubicBezTo>
                  <a:cubicBezTo>
                    <a:pt x="13" y="10"/>
                    <a:pt x="13" y="10"/>
                    <a:pt x="13" y="10"/>
                  </a:cubicBezTo>
                  <a:cubicBezTo>
                    <a:pt x="13" y="10"/>
                    <a:pt x="13" y="10"/>
                    <a:pt x="13" y="10"/>
                  </a:cubicBezTo>
                  <a:cubicBezTo>
                    <a:pt x="13" y="10"/>
                    <a:pt x="13"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5" y="10"/>
                    <a:pt x="15" y="10"/>
                  </a:cubicBezTo>
                  <a:cubicBezTo>
                    <a:pt x="15" y="10"/>
                    <a:pt x="15" y="10"/>
                    <a:pt x="15" y="10"/>
                  </a:cubicBezTo>
                  <a:cubicBezTo>
                    <a:pt x="15" y="10"/>
                    <a:pt x="15" y="10"/>
                    <a:pt x="15" y="10"/>
                  </a:cubicBezTo>
                  <a:cubicBezTo>
                    <a:pt x="15" y="10"/>
                    <a:pt x="15" y="10"/>
                    <a:pt x="15" y="9"/>
                  </a:cubicBezTo>
                  <a:cubicBezTo>
                    <a:pt x="16" y="9"/>
                    <a:pt x="17" y="9"/>
                    <a:pt x="19" y="9"/>
                  </a:cubicBezTo>
                  <a:cubicBezTo>
                    <a:pt x="19" y="9"/>
                    <a:pt x="19" y="9"/>
                    <a:pt x="19" y="9"/>
                  </a:cubicBezTo>
                  <a:cubicBezTo>
                    <a:pt x="19" y="9"/>
                    <a:pt x="19" y="9"/>
                    <a:pt x="19" y="9"/>
                  </a:cubicBezTo>
                  <a:cubicBezTo>
                    <a:pt x="19" y="10"/>
                    <a:pt x="19" y="10"/>
                    <a:pt x="19" y="10"/>
                  </a:cubicBezTo>
                  <a:cubicBezTo>
                    <a:pt x="19" y="10"/>
                    <a:pt x="19" y="10"/>
                    <a:pt x="19" y="10"/>
                  </a:cubicBezTo>
                  <a:cubicBezTo>
                    <a:pt x="19" y="10"/>
                    <a:pt x="19" y="10"/>
                    <a:pt x="19" y="10"/>
                  </a:cubicBezTo>
                  <a:cubicBezTo>
                    <a:pt x="20" y="10"/>
                    <a:pt x="20" y="10"/>
                    <a:pt x="20" y="10"/>
                  </a:cubicBezTo>
                  <a:cubicBezTo>
                    <a:pt x="20" y="10"/>
                    <a:pt x="20" y="10"/>
                    <a:pt x="20" y="10"/>
                  </a:cubicBezTo>
                  <a:cubicBezTo>
                    <a:pt x="20" y="11"/>
                    <a:pt x="20" y="11"/>
                    <a:pt x="20" y="11"/>
                  </a:cubicBezTo>
                  <a:cubicBezTo>
                    <a:pt x="20" y="11"/>
                    <a:pt x="20" y="11"/>
                    <a:pt x="20" y="11"/>
                  </a:cubicBezTo>
                  <a:cubicBezTo>
                    <a:pt x="20" y="11"/>
                    <a:pt x="20" y="11"/>
                    <a:pt x="20" y="11"/>
                  </a:cubicBezTo>
                  <a:cubicBezTo>
                    <a:pt x="20" y="11"/>
                    <a:pt x="20" y="11"/>
                    <a:pt x="20" y="12"/>
                  </a:cubicBezTo>
                  <a:cubicBezTo>
                    <a:pt x="20" y="12"/>
                    <a:pt x="19" y="12"/>
                    <a:pt x="18" y="12"/>
                  </a:cubicBezTo>
                  <a:cubicBezTo>
                    <a:pt x="18" y="12"/>
                    <a:pt x="18" y="12"/>
                    <a:pt x="18" y="12"/>
                  </a:cubicBezTo>
                  <a:cubicBezTo>
                    <a:pt x="18" y="12"/>
                    <a:pt x="18" y="12"/>
                    <a:pt x="18" y="12"/>
                  </a:cubicBezTo>
                  <a:cubicBezTo>
                    <a:pt x="18" y="12"/>
                    <a:pt x="18" y="12"/>
                    <a:pt x="18" y="12"/>
                  </a:cubicBezTo>
                  <a:cubicBezTo>
                    <a:pt x="18" y="12"/>
                    <a:pt x="17" y="12"/>
                    <a:pt x="17" y="12"/>
                  </a:cubicBezTo>
                  <a:cubicBezTo>
                    <a:pt x="17" y="12"/>
                    <a:pt x="17" y="12"/>
                    <a:pt x="17" y="12"/>
                  </a:cubicBezTo>
                  <a:cubicBezTo>
                    <a:pt x="17" y="12"/>
                    <a:pt x="17" y="12"/>
                    <a:pt x="16" y="12"/>
                  </a:cubicBezTo>
                  <a:cubicBezTo>
                    <a:pt x="16" y="12"/>
                    <a:pt x="16" y="12"/>
                    <a:pt x="16" y="12"/>
                  </a:cubicBezTo>
                  <a:cubicBezTo>
                    <a:pt x="16" y="12"/>
                    <a:pt x="16" y="12"/>
                    <a:pt x="16" y="12"/>
                  </a:cubicBezTo>
                  <a:cubicBezTo>
                    <a:pt x="16" y="12"/>
                    <a:pt x="14"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2" y="12"/>
                    <a:pt x="11" y="13"/>
                    <a:pt x="10" y="13"/>
                  </a:cubicBezTo>
                  <a:cubicBezTo>
                    <a:pt x="10" y="13"/>
                    <a:pt x="10" y="13"/>
                    <a:pt x="10" y="13"/>
                  </a:cubicBezTo>
                  <a:cubicBezTo>
                    <a:pt x="9" y="13"/>
                    <a:pt x="9" y="13"/>
                    <a:pt x="9" y="13"/>
                  </a:cubicBezTo>
                  <a:cubicBezTo>
                    <a:pt x="9" y="13"/>
                    <a:pt x="9" y="13"/>
                    <a:pt x="9" y="13"/>
                  </a:cubicBezTo>
                  <a:cubicBezTo>
                    <a:pt x="9" y="13"/>
                    <a:pt x="9" y="13"/>
                    <a:pt x="9" y="13"/>
                  </a:cubicBezTo>
                  <a:cubicBezTo>
                    <a:pt x="9" y="13"/>
                    <a:pt x="9" y="13"/>
                    <a:pt x="9" y="13"/>
                  </a:cubicBezTo>
                  <a:cubicBezTo>
                    <a:pt x="8" y="13"/>
                    <a:pt x="8" y="13"/>
                    <a:pt x="8" y="13"/>
                  </a:cubicBezTo>
                  <a:cubicBezTo>
                    <a:pt x="8" y="13"/>
                    <a:pt x="8" y="13"/>
                    <a:pt x="8" y="13"/>
                  </a:cubicBezTo>
                  <a:cubicBezTo>
                    <a:pt x="8" y="14"/>
                    <a:pt x="8" y="14"/>
                    <a:pt x="8" y="14"/>
                  </a:cubicBezTo>
                  <a:cubicBezTo>
                    <a:pt x="8" y="14"/>
                    <a:pt x="8" y="14"/>
                    <a:pt x="8" y="14"/>
                  </a:cubicBezTo>
                  <a:cubicBezTo>
                    <a:pt x="7" y="14"/>
                    <a:pt x="7" y="14"/>
                    <a:pt x="7" y="14"/>
                  </a:cubicBezTo>
                  <a:cubicBezTo>
                    <a:pt x="7" y="14"/>
                    <a:pt x="7" y="14"/>
                    <a:pt x="7" y="14"/>
                  </a:cubicBezTo>
                  <a:cubicBezTo>
                    <a:pt x="7"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5" y="14"/>
                    <a:pt x="5" y="14"/>
                    <a:pt x="5" y="14"/>
                  </a:cubicBezTo>
                  <a:cubicBezTo>
                    <a:pt x="5" y="15"/>
                    <a:pt x="5" y="15"/>
                    <a:pt x="5" y="15"/>
                  </a:cubicBezTo>
                  <a:cubicBezTo>
                    <a:pt x="5" y="15"/>
                    <a:pt x="4" y="15"/>
                    <a:pt x="4" y="15"/>
                  </a:cubicBezTo>
                  <a:cubicBezTo>
                    <a:pt x="4" y="15"/>
                    <a:pt x="4" y="15"/>
                    <a:pt x="4" y="15"/>
                  </a:cubicBezTo>
                  <a:cubicBezTo>
                    <a:pt x="4" y="15"/>
                    <a:pt x="4" y="15"/>
                    <a:pt x="4" y="15"/>
                  </a:cubicBezTo>
                  <a:cubicBezTo>
                    <a:pt x="4" y="15"/>
                    <a:pt x="4" y="15"/>
                    <a:pt x="4" y="15"/>
                  </a:cubicBezTo>
                  <a:cubicBezTo>
                    <a:pt x="4" y="15"/>
                    <a:pt x="4" y="15"/>
                    <a:pt x="3" y="15"/>
                  </a:cubicBezTo>
                  <a:cubicBezTo>
                    <a:pt x="3" y="15"/>
                    <a:pt x="3" y="15"/>
                    <a:pt x="3" y="15"/>
                  </a:cubicBezTo>
                  <a:cubicBezTo>
                    <a:pt x="3" y="15"/>
                    <a:pt x="2" y="15"/>
                    <a:pt x="2" y="15"/>
                  </a:cubicBezTo>
                  <a:cubicBezTo>
                    <a:pt x="1" y="15"/>
                    <a:pt x="1" y="15"/>
                    <a:pt x="1" y="15"/>
                  </a:cubicBezTo>
                  <a:cubicBezTo>
                    <a:pt x="1" y="15"/>
                    <a:pt x="1" y="15"/>
                    <a:pt x="1" y="15"/>
                  </a:cubicBezTo>
                  <a:cubicBezTo>
                    <a:pt x="1" y="15"/>
                    <a:pt x="1" y="15"/>
                    <a:pt x="1" y="15"/>
                  </a:cubicBezTo>
                  <a:cubicBezTo>
                    <a:pt x="1" y="15"/>
                    <a:pt x="1" y="15"/>
                    <a:pt x="1" y="15"/>
                  </a:cubicBezTo>
                  <a:cubicBezTo>
                    <a:pt x="0" y="15"/>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0" y="13"/>
                    <a:pt x="0" y="13"/>
                    <a:pt x="0" y="13"/>
                  </a:cubicBezTo>
                  <a:cubicBezTo>
                    <a:pt x="0" y="13"/>
                    <a:pt x="0" y="13"/>
                    <a:pt x="0" y="13"/>
                  </a:cubicBezTo>
                  <a:cubicBezTo>
                    <a:pt x="0" y="13"/>
                    <a:pt x="0" y="13"/>
                    <a:pt x="0" y="13"/>
                  </a:cubicBezTo>
                  <a:cubicBezTo>
                    <a:pt x="0" y="13"/>
                    <a:pt x="1" y="12"/>
                    <a:pt x="1" y="12"/>
                  </a:cubicBezTo>
                  <a:cubicBezTo>
                    <a:pt x="1" y="12"/>
                    <a:pt x="1" y="12"/>
                    <a:pt x="1" y="12"/>
                  </a:cubicBezTo>
                  <a:cubicBezTo>
                    <a:pt x="1"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3" y="13"/>
                    <a:pt x="3" y="13"/>
                    <a:pt x="3" y="13"/>
                  </a:cubicBezTo>
                  <a:cubicBezTo>
                    <a:pt x="3" y="13"/>
                    <a:pt x="3" y="13"/>
                    <a:pt x="3" y="13"/>
                  </a:cubicBezTo>
                  <a:cubicBezTo>
                    <a:pt x="3" y="13"/>
                    <a:pt x="3" y="13"/>
                    <a:pt x="3" y="13"/>
                  </a:cubicBezTo>
                  <a:cubicBezTo>
                    <a:pt x="3" y="13"/>
                    <a:pt x="3" y="13"/>
                    <a:pt x="3" y="13"/>
                  </a:cubicBezTo>
                  <a:cubicBezTo>
                    <a:pt x="4" y="13"/>
                    <a:pt x="4" y="13"/>
                    <a:pt x="4" y="13"/>
                  </a:cubicBezTo>
                  <a:cubicBezTo>
                    <a:pt x="4" y="13"/>
                    <a:pt x="4" y="13"/>
                    <a:pt x="4" y="13"/>
                  </a:cubicBezTo>
                  <a:cubicBezTo>
                    <a:pt x="4" y="13"/>
                    <a:pt x="4" y="13"/>
                    <a:pt x="5" y="12"/>
                  </a:cubicBezTo>
                  <a:cubicBezTo>
                    <a:pt x="5" y="12"/>
                    <a:pt x="5" y="12"/>
                    <a:pt x="5" y="12"/>
                  </a:cubicBezTo>
                  <a:cubicBezTo>
                    <a:pt x="5" y="12"/>
                    <a:pt x="5" y="12"/>
                    <a:pt x="5" y="12"/>
                  </a:cubicBezTo>
                  <a:cubicBezTo>
                    <a:pt x="5" y="12"/>
                    <a:pt x="5" y="12"/>
                    <a:pt x="5" y="12"/>
                  </a:cubicBezTo>
                  <a:cubicBezTo>
                    <a:pt x="6" y="12"/>
                    <a:pt x="6" y="12"/>
                    <a:pt x="6" y="12"/>
                  </a:cubicBezTo>
                  <a:cubicBezTo>
                    <a:pt x="6" y="12"/>
                    <a:pt x="6" y="12"/>
                    <a:pt x="6" y="12"/>
                  </a:cubicBezTo>
                  <a:cubicBezTo>
                    <a:pt x="6" y="12"/>
                    <a:pt x="7" y="12"/>
                    <a:pt x="7" y="12"/>
                  </a:cubicBezTo>
                  <a:cubicBezTo>
                    <a:pt x="7" y="12"/>
                    <a:pt x="7" y="12"/>
                    <a:pt x="7" y="12"/>
                  </a:cubicBezTo>
                  <a:cubicBezTo>
                    <a:pt x="7" y="12"/>
                    <a:pt x="7" y="12"/>
                    <a:pt x="8" y="11"/>
                  </a:cubicBezTo>
                  <a:cubicBezTo>
                    <a:pt x="8" y="11"/>
                    <a:pt x="8" y="11"/>
                    <a:pt x="8" y="11"/>
                  </a:cubicBezTo>
                  <a:cubicBezTo>
                    <a:pt x="8" y="11"/>
                    <a:pt x="8" y="11"/>
                    <a:pt x="8" y="11"/>
                  </a:cubicBezTo>
                  <a:cubicBezTo>
                    <a:pt x="8" y="11"/>
                    <a:pt x="8" y="11"/>
                    <a:pt x="8" y="11"/>
                  </a:cubicBezTo>
                  <a:cubicBezTo>
                    <a:pt x="8" y="10"/>
                    <a:pt x="8" y="9"/>
                    <a:pt x="8" y="8"/>
                  </a:cubicBezTo>
                  <a:cubicBezTo>
                    <a:pt x="8" y="8"/>
                    <a:pt x="8" y="8"/>
                    <a:pt x="8" y="8"/>
                  </a:cubicBezTo>
                  <a:cubicBezTo>
                    <a:pt x="8" y="8"/>
                    <a:pt x="8" y="8"/>
                    <a:pt x="8" y="8"/>
                  </a:cubicBezTo>
                  <a:cubicBezTo>
                    <a:pt x="7" y="8"/>
                    <a:pt x="7" y="8"/>
                    <a:pt x="7" y="8"/>
                  </a:cubicBezTo>
                  <a:cubicBezTo>
                    <a:pt x="7" y="8"/>
                    <a:pt x="7" y="8"/>
                    <a:pt x="7" y="8"/>
                  </a:cubicBezTo>
                  <a:cubicBezTo>
                    <a:pt x="7" y="8"/>
                    <a:pt x="7" y="8"/>
                    <a:pt x="6" y="8"/>
                  </a:cubicBezTo>
                  <a:cubicBezTo>
                    <a:pt x="6" y="8"/>
                    <a:pt x="6" y="8"/>
                    <a:pt x="6" y="8"/>
                  </a:cubicBezTo>
                  <a:cubicBezTo>
                    <a:pt x="5" y="8"/>
                    <a:pt x="5" y="8"/>
                    <a:pt x="4" y="8"/>
                  </a:cubicBezTo>
                  <a:cubicBezTo>
                    <a:pt x="4" y="8"/>
                    <a:pt x="4" y="8"/>
                    <a:pt x="4" y="8"/>
                  </a:cubicBezTo>
                  <a:cubicBezTo>
                    <a:pt x="3" y="8"/>
                    <a:pt x="3" y="8"/>
                    <a:pt x="3" y="8"/>
                  </a:cubicBezTo>
                  <a:cubicBezTo>
                    <a:pt x="2" y="7"/>
                    <a:pt x="2" y="7"/>
                    <a:pt x="2" y="7"/>
                  </a:cubicBezTo>
                  <a:cubicBezTo>
                    <a:pt x="2" y="6"/>
                    <a:pt x="2" y="6"/>
                    <a:pt x="2" y="6"/>
                  </a:cubicBezTo>
                  <a:cubicBezTo>
                    <a:pt x="3" y="6"/>
                    <a:pt x="3" y="6"/>
                    <a:pt x="4" y="6"/>
                  </a:cubicBezTo>
                  <a:cubicBezTo>
                    <a:pt x="4" y="6"/>
                    <a:pt x="4" y="6"/>
                    <a:pt x="4" y="6"/>
                  </a:cubicBezTo>
                  <a:cubicBezTo>
                    <a:pt x="4" y="6"/>
                    <a:pt x="4" y="6"/>
                    <a:pt x="4" y="6"/>
                  </a:cubicBezTo>
                  <a:cubicBezTo>
                    <a:pt x="5" y="6"/>
                    <a:pt x="5" y="6"/>
                    <a:pt x="5" y="6"/>
                  </a:cubicBezTo>
                  <a:cubicBezTo>
                    <a:pt x="5" y="5"/>
                    <a:pt x="5" y="5"/>
                    <a:pt x="5" y="5"/>
                  </a:cubicBezTo>
                  <a:cubicBezTo>
                    <a:pt x="6" y="5"/>
                    <a:pt x="6" y="5"/>
                    <a:pt x="6" y="5"/>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5"/>
                    <a:pt x="8" y="5"/>
                    <a:pt x="8" y="5"/>
                  </a:cubicBezTo>
                  <a:cubicBezTo>
                    <a:pt x="8" y="5"/>
                    <a:pt x="8" y="5"/>
                    <a:pt x="8" y="5"/>
                  </a:cubicBezTo>
                  <a:cubicBezTo>
                    <a:pt x="8" y="5"/>
                    <a:pt x="8" y="5"/>
                    <a:pt x="8" y="5"/>
                  </a:cubicBezTo>
                  <a:cubicBezTo>
                    <a:pt x="8" y="4"/>
                    <a:pt x="8" y="5"/>
                    <a:pt x="8" y="4"/>
                  </a:cubicBezTo>
                  <a:cubicBezTo>
                    <a:pt x="8" y="4"/>
                    <a:pt x="8" y="4"/>
                    <a:pt x="8" y="4"/>
                  </a:cubicBezTo>
                  <a:cubicBezTo>
                    <a:pt x="8" y="4"/>
                    <a:pt x="8" y="4"/>
                    <a:pt x="8" y="4"/>
                  </a:cubicBezTo>
                  <a:cubicBezTo>
                    <a:pt x="9" y="4"/>
                    <a:pt x="9" y="4"/>
                    <a:pt x="9" y="4"/>
                  </a:cubicBezTo>
                  <a:cubicBezTo>
                    <a:pt x="9" y="4"/>
                    <a:pt x="9" y="3"/>
                    <a:pt x="9" y="3"/>
                  </a:cubicBezTo>
                  <a:cubicBezTo>
                    <a:pt x="9" y="3"/>
                    <a:pt x="9" y="3"/>
                    <a:pt x="9" y="3"/>
                  </a:cubicBezTo>
                  <a:cubicBezTo>
                    <a:pt x="9" y="3"/>
                    <a:pt x="9" y="3"/>
                    <a:pt x="9" y="2"/>
                  </a:cubicBezTo>
                  <a:cubicBezTo>
                    <a:pt x="9" y="2"/>
                    <a:pt x="9" y="2"/>
                    <a:pt x="9" y="2"/>
                  </a:cubicBezTo>
                  <a:cubicBezTo>
                    <a:pt x="9" y="2"/>
                    <a:pt x="9" y="2"/>
                    <a:pt x="9" y="2"/>
                  </a:cubicBezTo>
                  <a:cubicBezTo>
                    <a:pt x="9" y="2"/>
                    <a:pt x="9" y="2"/>
                    <a:pt x="9" y="2"/>
                  </a:cubicBezTo>
                  <a:cubicBezTo>
                    <a:pt x="9" y="1"/>
                    <a:pt x="9" y="1"/>
                    <a:pt x="9" y="1"/>
                  </a:cubicBezTo>
                  <a:cubicBezTo>
                    <a:pt x="9" y="0"/>
                    <a:pt x="9" y="0"/>
                    <a:pt x="9" y="0"/>
                  </a:cubicBezTo>
                  <a:cubicBezTo>
                    <a:pt x="9" y="0"/>
                    <a:pt x="10" y="0"/>
                    <a:pt x="10" y="0"/>
                  </a:cubicBezTo>
                  <a:cubicBezTo>
                    <a:pt x="10" y="0"/>
                    <a:pt x="10" y="0"/>
                    <a:pt x="10" y="0"/>
                  </a:cubicBezTo>
                  <a:cubicBezTo>
                    <a:pt x="10" y="0"/>
                    <a:pt x="10" y="0"/>
                    <a:pt x="10" y="0"/>
                  </a:cubicBezTo>
                  <a:cubicBezTo>
                    <a:pt x="10" y="0"/>
                    <a:pt x="10" y="0"/>
                    <a:pt x="10" y="0"/>
                  </a:cubicBezTo>
                  <a:cubicBezTo>
                    <a:pt x="11" y="0"/>
                    <a:pt x="11" y="0"/>
                    <a:pt x="11" y="1"/>
                  </a:cubicBezTo>
                  <a:cubicBezTo>
                    <a:pt x="11" y="1"/>
                    <a:pt x="11" y="1"/>
                    <a:pt x="11"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iS1íḍê"/>
            <p:cNvSpPr/>
            <p:nvPr/>
          </p:nvSpPr>
          <p:spPr bwMode="auto">
            <a:xfrm>
              <a:off x="4501553" y="4008610"/>
              <a:ext cx="21695" cy="30373"/>
            </a:xfrm>
            <a:custGeom>
              <a:avLst/>
              <a:gdLst>
                <a:gd name="T0" fmla="*/ 2 w 4"/>
                <a:gd name="T1" fmla="*/ 0 h 6"/>
                <a:gd name="T2" fmla="*/ 3 w 4"/>
                <a:gd name="T3" fmla="*/ 0 h 6"/>
                <a:gd name="T4" fmla="*/ 3 w 4"/>
                <a:gd name="T5" fmla="*/ 1 h 6"/>
                <a:gd name="T6" fmla="*/ 4 w 4"/>
                <a:gd name="T7" fmla="*/ 1 h 6"/>
                <a:gd name="T8" fmla="*/ 4 w 4"/>
                <a:gd name="T9" fmla="*/ 2 h 6"/>
                <a:gd name="T10" fmla="*/ 4 w 4"/>
                <a:gd name="T11" fmla="*/ 2 h 6"/>
                <a:gd name="T12" fmla="*/ 4 w 4"/>
                <a:gd name="T13" fmla="*/ 2 h 6"/>
                <a:gd name="T14" fmla="*/ 4 w 4"/>
                <a:gd name="T15" fmla="*/ 2 h 6"/>
                <a:gd name="T16" fmla="*/ 4 w 4"/>
                <a:gd name="T17" fmla="*/ 3 h 6"/>
                <a:gd name="T18" fmla="*/ 4 w 4"/>
                <a:gd name="T19" fmla="*/ 3 h 6"/>
                <a:gd name="T20" fmla="*/ 4 w 4"/>
                <a:gd name="T21" fmla="*/ 4 h 6"/>
                <a:gd name="T22" fmla="*/ 3 w 4"/>
                <a:gd name="T23" fmla="*/ 4 h 6"/>
                <a:gd name="T24" fmla="*/ 3 w 4"/>
                <a:gd name="T25" fmla="*/ 4 h 6"/>
                <a:gd name="T26" fmla="*/ 2 w 4"/>
                <a:gd name="T27" fmla="*/ 4 h 6"/>
                <a:gd name="T28" fmla="*/ 2 w 4"/>
                <a:gd name="T29" fmla="*/ 5 h 6"/>
                <a:gd name="T30" fmla="*/ 2 w 4"/>
                <a:gd name="T31" fmla="*/ 5 h 6"/>
                <a:gd name="T32" fmla="*/ 2 w 4"/>
                <a:gd name="T33" fmla="*/ 5 h 6"/>
                <a:gd name="T34" fmla="*/ 2 w 4"/>
                <a:gd name="T35" fmla="*/ 5 h 6"/>
                <a:gd name="T36" fmla="*/ 2 w 4"/>
                <a:gd name="T37" fmla="*/ 6 h 6"/>
                <a:gd name="T38" fmla="*/ 1 w 4"/>
                <a:gd name="T39" fmla="*/ 6 h 6"/>
                <a:gd name="T40" fmla="*/ 1 w 4"/>
                <a:gd name="T41" fmla="*/ 6 h 6"/>
                <a:gd name="T42" fmla="*/ 1 w 4"/>
                <a:gd name="T43" fmla="*/ 6 h 6"/>
                <a:gd name="T44" fmla="*/ 0 w 4"/>
                <a:gd name="T45" fmla="*/ 6 h 6"/>
                <a:gd name="T46" fmla="*/ 0 w 4"/>
                <a:gd name="T47" fmla="*/ 5 h 6"/>
                <a:gd name="T48" fmla="*/ 0 w 4"/>
                <a:gd name="T49" fmla="*/ 5 h 6"/>
                <a:gd name="T50" fmla="*/ 0 w 4"/>
                <a:gd name="T51" fmla="*/ 4 h 6"/>
                <a:gd name="T52" fmla="*/ 1 w 4"/>
                <a:gd name="T53" fmla="*/ 4 h 6"/>
                <a:gd name="T54" fmla="*/ 0 w 4"/>
                <a:gd name="T55" fmla="*/ 4 h 6"/>
                <a:gd name="T56" fmla="*/ 1 w 4"/>
                <a:gd name="T57" fmla="*/ 4 h 6"/>
                <a:gd name="T58" fmla="*/ 1 w 4"/>
                <a:gd name="T59" fmla="*/ 3 h 6"/>
                <a:gd name="T60" fmla="*/ 1 w 4"/>
                <a:gd name="T61" fmla="*/ 3 h 6"/>
                <a:gd name="T62" fmla="*/ 0 w 4"/>
                <a:gd name="T63" fmla="*/ 3 h 6"/>
                <a:gd name="T64" fmla="*/ 0 w 4"/>
                <a:gd name="T65" fmla="*/ 3 h 6"/>
                <a:gd name="T66" fmla="*/ 1 w 4"/>
                <a:gd name="T67" fmla="*/ 3 h 6"/>
                <a:gd name="T68" fmla="*/ 0 w 4"/>
                <a:gd name="T69" fmla="*/ 2 h 6"/>
                <a:gd name="T70" fmla="*/ 0 w 4"/>
                <a:gd name="T71" fmla="*/ 2 h 6"/>
                <a:gd name="T72" fmla="*/ 0 w 4"/>
                <a:gd name="T73" fmla="*/ 2 h 6"/>
                <a:gd name="T74" fmla="*/ 0 w 4"/>
                <a:gd name="T75" fmla="*/ 2 h 6"/>
                <a:gd name="T76" fmla="*/ 0 w 4"/>
                <a:gd name="T77" fmla="*/ 1 h 6"/>
                <a:gd name="T78" fmla="*/ 0 w 4"/>
                <a:gd name="T79" fmla="*/ 1 h 6"/>
                <a:gd name="T80" fmla="*/ 0 w 4"/>
                <a:gd name="T81" fmla="*/ 1 h 6"/>
                <a:gd name="T82" fmla="*/ 0 w 4"/>
                <a:gd name="T83" fmla="*/ 1 h 6"/>
                <a:gd name="T84" fmla="*/ 0 w 4"/>
                <a:gd name="T85" fmla="*/ 1 h 6"/>
                <a:gd name="T86" fmla="*/ 0 w 4"/>
                <a:gd name="T87" fmla="*/ 1 h 6"/>
                <a:gd name="T88" fmla="*/ 0 w 4"/>
                <a:gd name="T89" fmla="*/ 1 h 6"/>
                <a:gd name="T90" fmla="*/ 0 w 4"/>
                <a:gd name="T91" fmla="*/ 0 h 6"/>
                <a:gd name="T92" fmla="*/ 0 w 4"/>
                <a:gd name="T93" fmla="*/ 0 h 6"/>
                <a:gd name="T94" fmla="*/ 0 w 4"/>
                <a:gd name="T95" fmla="*/ 0 h 6"/>
                <a:gd name="T96" fmla="*/ 1 w 4"/>
                <a:gd name="T97" fmla="*/ 0 h 6"/>
                <a:gd name="T98" fmla="*/ 2 w 4"/>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 h="6">
                  <a:moveTo>
                    <a:pt x="2" y="0"/>
                  </a:moveTo>
                  <a:cubicBezTo>
                    <a:pt x="2" y="0"/>
                    <a:pt x="3" y="0"/>
                    <a:pt x="3" y="0"/>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4"/>
                  </a:cubicBezTo>
                  <a:cubicBezTo>
                    <a:pt x="3" y="4"/>
                    <a:pt x="3" y="4"/>
                    <a:pt x="3" y="4"/>
                  </a:cubicBezTo>
                  <a:cubicBezTo>
                    <a:pt x="3" y="4"/>
                    <a:pt x="3" y="4"/>
                    <a:pt x="3" y="4"/>
                  </a:cubicBezTo>
                  <a:cubicBezTo>
                    <a:pt x="3"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1" y="6"/>
                    <a:pt x="1" y="6"/>
                  </a:cubicBezTo>
                  <a:cubicBezTo>
                    <a:pt x="1" y="6"/>
                    <a:pt x="1" y="6"/>
                    <a:pt x="1" y="6"/>
                  </a:cubicBezTo>
                  <a:cubicBezTo>
                    <a:pt x="1" y="6"/>
                    <a:pt x="1" y="6"/>
                    <a:pt x="1" y="6"/>
                  </a:cubicBezTo>
                  <a:cubicBezTo>
                    <a:pt x="1" y="6"/>
                    <a:pt x="0" y="6"/>
                    <a:pt x="0" y="6"/>
                  </a:cubicBezTo>
                  <a:cubicBezTo>
                    <a:pt x="0" y="5"/>
                    <a:pt x="0" y="5"/>
                    <a:pt x="0" y="5"/>
                  </a:cubicBezTo>
                  <a:cubicBezTo>
                    <a:pt x="0" y="5"/>
                    <a:pt x="0" y="5"/>
                    <a:pt x="0" y="5"/>
                  </a:cubicBezTo>
                  <a:cubicBezTo>
                    <a:pt x="0" y="5"/>
                    <a:pt x="0" y="5"/>
                    <a:pt x="0" y="4"/>
                  </a:cubicBezTo>
                  <a:cubicBezTo>
                    <a:pt x="0" y="4"/>
                    <a:pt x="0" y="4"/>
                    <a:pt x="1" y="4"/>
                  </a:cubicBezTo>
                  <a:cubicBezTo>
                    <a:pt x="0" y="4"/>
                    <a:pt x="0" y="4"/>
                    <a:pt x="0" y="4"/>
                  </a:cubicBezTo>
                  <a:cubicBezTo>
                    <a:pt x="1" y="4"/>
                    <a:pt x="1" y="4"/>
                    <a:pt x="1" y="4"/>
                  </a:cubicBezTo>
                  <a:cubicBezTo>
                    <a:pt x="1" y="4"/>
                    <a:pt x="1" y="3"/>
                    <a:pt x="1" y="3"/>
                  </a:cubicBezTo>
                  <a:cubicBezTo>
                    <a:pt x="1" y="3"/>
                    <a:pt x="1" y="3"/>
                    <a:pt x="1" y="3"/>
                  </a:cubicBezTo>
                  <a:cubicBezTo>
                    <a:pt x="1" y="3"/>
                    <a:pt x="0" y="3"/>
                    <a:pt x="0" y="3"/>
                  </a:cubicBezTo>
                  <a:cubicBezTo>
                    <a:pt x="0" y="3"/>
                    <a:pt x="0" y="3"/>
                    <a:pt x="0" y="3"/>
                  </a:cubicBezTo>
                  <a:cubicBezTo>
                    <a:pt x="0" y="3"/>
                    <a:pt x="0" y="3"/>
                    <a:pt x="1" y="3"/>
                  </a:cubicBezTo>
                  <a:cubicBezTo>
                    <a:pt x="0" y="3"/>
                    <a:pt x="0" y="3"/>
                    <a:pt x="0" y="2"/>
                  </a:cubicBezTo>
                  <a:cubicBezTo>
                    <a:pt x="0" y="2"/>
                    <a:pt x="0" y="2"/>
                    <a:pt x="0" y="2"/>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1" y="0"/>
                    <a:pt x="1" y="0"/>
                  </a:cubicBezTo>
                  <a:cubicBezTo>
                    <a:pt x="1" y="0"/>
                    <a:pt x="2" y="0"/>
                    <a:pt x="2"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îḓê"/>
            <p:cNvSpPr/>
            <p:nvPr/>
          </p:nvSpPr>
          <p:spPr bwMode="auto">
            <a:xfrm>
              <a:off x="4466841" y="4034644"/>
              <a:ext cx="19526" cy="19526"/>
            </a:xfrm>
            <a:custGeom>
              <a:avLst/>
              <a:gdLst>
                <a:gd name="T0" fmla="*/ 3 w 4"/>
                <a:gd name="T1" fmla="*/ 0 h 4"/>
                <a:gd name="T2" fmla="*/ 4 w 4"/>
                <a:gd name="T3" fmla="*/ 0 h 4"/>
                <a:gd name="T4" fmla="*/ 4 w 4"/>
                <a:gd name="T5" fmla="*/ 0 h 4"/>
                <a:gd name="T6" fmla="*/ 4 w 4"/>
                <a:gd name="T7" fmla="*/ 1 h 4"/>
                <a:gd name="T8" fmla="*/ 4 w 4"/>
                <a:gd name="T9" fmla="*/ 1 h 4"/>
                <a:gd name="T10" fmla="*/ 4 w 4"/>
                <a:gd name="T11" fmla="*/ 1 h 4"/>
                <a:gd name="T12" fmla="*/ 4 w 4"/>
                <a:gd name="T13" fmla="*/ 1 h 4"/>
                <a:gd name="T14" fmla="*/ 4 w 4"/>
                <a:gd name="T15" fmla="*/ 2 h 4"/>
                <a:gd name="T16" fmla="*/ 4 w 4"/>
                <a:gd name="T17" fmla="*/ 2 h 4"/>
                <a:gd name="T18" fmla="*/ 4 w 4"/>
                <a:gd name="T19" fmla="*/ 2 h 4"/>
                <a:gd name="T20" fmla="*/ 4 w 4"/>
                <a:gd name="T21" fmla="*/ 2 h 4"/>
                <a:gd name="T22" fmla="*/ 4 w 4"/>
                <a:gd name="T23" fmla="*/ 3 h 4"/>
                <a:gd name="T24" fmla="*/ 3 w 4"/>
                <a:gd name="T25" fmla="*/ 3 h 4"/>
                <a:gd name="T26" fmla="*/ 3 w 4"/>
                <a:gd name="T27" fmla="*/ 3 h 4"/>
                <a:gd name="T28" fmla="*/ 3 w 4"/>
                <a:gd name="T29" fmla="*/ 4 h 4"/>
                <a:gd name="T30" fmla="*/ 2 w 4"/>
                <a:gd name="T31" fmla="*/ 3 h 4"/>
                <a:gd name="T32" fmla="*/ 0 w 4"/>
                <a:gd name="T33" fmla="*/ 2 h 4"/>
                <a:gd name="T34" fmla="*/ 0 w 4"/>
                <a:gd name="T35" fmla="*/ 2 h 4"/>
                <a:gd name="T36" fmla="*/ 0 w 4"/>
                <a:gd name="T37" fmla="*/ 1 h 4"/>
                <a:gd name="T38" fmla="*/ 1 w 4"/>
                <a:gd name="T39" fmla="*/ 1 h 4"/>
                <a:gd name="T40" fmla="*/ 1 w 4"/>
                <a:gd name="T41" fmla="*/ 1 h 4"/>
                <a:gd name="T42" fmla="*/ 1 w 4"/>
                <a:gd name="T43" fmla="*/ 1 h 4"/>
                <a:gd name="T44" fmla="*/ 1 w 4"/>
                <a:gd name="T45" fmla="*/ 1 h 4"/>
                <a:gd name="T46" fmla="*/ 2 w 4"/>
                <a:gd name="T47" fmla="*/ 1 h 4"/>
                <a:gd name="T48" fmla="*/ 2 w 4"/>
                <a:gd name="T49" fmla="*/ 1 h 4"/>
                <a:gd name="T50" fmla="*/ 3 w 4"/>
                <a:gd name="T51" fmla="*/ 1 h 4"/>
                <a:gd name="T52" fmla="*/ 3 w 4"/>
                <a:gd name="T53" fmla="*/ 0 h 4"/>
                <a:gd name="T54" fmla="*/ 3 w 4"/>
                <a:gd name="T55" fmla="*/ 0 h 4"/>
                <a:gd name="T56" fmla="*/ 3 w 4"/>
                <a:gd name="T57" fmla="*/ 0 h 4"/>
                <a:gd name="T58" fmla="*/ 3 w 4"/>
                <a:gd name="T59" fmla="*/ 0 h 4"/>
                <a:gd name="T60" fmla="*/ 3 w 4"/>
                <a:gd name="T61" fmla="*/ 0 h 4"/>
                <a:gd name="T62" fmla="*/ 3 w 4"/>
                <a:gd name="T6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 h="4">
                  <a:moveTo>
                    <a:pt x="3" y="0"/>
                  </a:move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4" y="2"/>
                  </a:cubicBezTo>
                  <a:cubicBezTo>
                    <a:pt x="4" y="2"/>
                    <a:pt x="4" y="2"/>
                    <a:pt x="4" y="2"/>
                  </a:cubicBezTo>
                  <a:cubicBezTo>
                    <a:pt x="4" y="2"/>
                    <a:pt x="4" y="3"/>
                    <a:pt x="4" y="3"/>
                  </a:cubicBezTo>
                  <a:cubicBezTo>
                    <a:pt x="3" y="3"/>
                    <a:pt x="3" y="3"/>
                    <a:pt x="3" y="3"/>
                  </a:cubicBezTo>
                  <a:cubicBezTo>
                    <a:pt x="3" y="3"/>
                    <a:pt x="3" y="3"/>
                    <a:pt x="3" y="3"/>
                  </a:cubicBezTo>
                  <a:cubicBezTo>
                    <a:pt x="3" y="3"/>
                    <a:pt x="3" y="3"/>
                    <a:pt x="3" y="4"/>
                  </a:cubicBezTo>
                  <a:cubicBezTo>
                    <a:pt x="2" y="3"/>
                    <a:pt x="2" y="3"/>
                    <a:pt x="2" y="3"/>
                  </a:cubicBezTo>
                  <a:cubicBezTo>
                    <a:pt x="1" y="3"/>
                    <a:pt x="1" y="2"/>
                    <a:pt x="0" y="2"/>
                  </a:cubicBezTo>
                  <a:cubicBezTo>
                    <a:pt x="0" y="2"/>
                    <a:pt x="0" y="2"/>
                    <a:pt x="0" y="2"/>
                  </a:cubicBezTo>
                  <a:cubicBezTo>
                    <a:pt x="0" y="2"/>
                    <a:pt x="0" y="2"/>
                    <a:pt x="0" y="1"/>
                  </a:cubicBezTo>
                  <a:cubicBezTo>
                    <a:pt x="0" y="1"/>
                    <a:pt x="0"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ŝ1ïdé"/>
            <p:cNvSpPr/>
            <p:nvPr/>
          </p:nvSpPr>
          <p:spPr bwMode="auto">
            <a:xfrm>
              <a:off x="4471180" y="4038983"/>
              <a:ext cx="56407" cy="71595"/>
            </a:xfrm>
            <a:custGeom>
              <a:avLst/>
              <a:gdLst>
                <a:gd name="T0" fmla="*/ 11 w 11"/>
                <a:gd name="T1" fmla="*/ 1 h 14"/>
                <a:gd name="T2" fmla="*/ 9 w 11"/>
                <a:gd name="T3" fmla="*/ 2 h 14"/>
                <a:gd name="T4" fmla="*/ 9 w 11"/>
                <a:gd name="T5" fmla="*/ 2 h 14"/>
                <a:gd name="T6" fmla="*/ 7 w 11"/>
                <a:gd name="T7" fmla="*/ 4 h 14"/>
                <a:gd name="T8" fmla="*/ 9 w 11"/>
                <a:gd name="T9" fmla="*/ 4 h 14"/>
                <a:gd name="T10" fmla="*/ 11 w 11"/>
                <a:gd name="T11" fmla="*/ 3 h 14"/>
                <a:gd name="T12" fmla="*/ 11 w 11"/>
                <a:gd name="T13" fmla="*/ 3 h 14"/>
                <a:gd name="T14" fmla="*/ 11 w 11"/>
                <a:gd name="T15" fmla="*/ 4 h 14"/>
                <a:gd name="T16" fmla="*/ 10 w 11"/>
                <a:gd name="T17" fmla="*/ 5 h 14"/>
                <a:gd name="T18" fmla="*/ 9 w 11"/>
                <a:gd name="T19" fmla="*/ 6 h 14"/>
                <a:gd name="T20" fmla="*/ 8 w 11"/>
                <a:gd name="T21" fmla="*/ 6 h 14"/>
                <a:gd name="T22" fmla="*/ 8 w 11"/>
                <a:gd name="T23" fmla="*/ 7 h 14"/>
                <a:gd name="T24" fmla="*/ 8 w 11"/>
                <a:gd name="T25" fmla="*/ 8 h 14"/>
                <a:gd name="T26" fmla="*/ 9 w 11"/>
                <a:gd name="T27" fmla="*/ 8 h 14"/>
                <a:gd name="T28" fmla="*/ 9 w 11"/>
                <a:gd name="T29" fmla="*/ 10 h 14"/>
                <a:gd name="T30" fmla="*/ 8 w 11"/>
                <a:gd name="T31" fmla="*/ 10 h 14"/>
                <a:gd name="T32" fmla="*/ 8 w 11"/>
                <a:gd name="T33" fmla="*/ 11 h 14"/>
                <a:gd name="T34" fmla="*/ 7 w 11"/>
                <a:gd name="T35" fmla="*/ 11 h 14"/>
                <a:gd name="T36" fmla="*/ 6 w 11"/>
                <a:gd name="T37" fmla="*/ 11 h 14"/>
                <a:gd name="T38" fmla="*/ 6 w 11"/>
                <a:gd name="T39" fmla="*/ 12 h 14"/>
                <a:gd name="T40" fmla="*/ 5 w 11"/>
                <a:gd name="T41" fmla="*/ 13 h 14"/>
                <a:gd name="T42" fmla="*/ 5 w 11"/>
                <a:gd name="T43" fmla="*/ 13 h 14"/>
                <a:gd name="T44" fmla="*/ 4 w 11"/>
                <a:gd name="T45" fmla="*/ 13 h 14"/>
                <a:gd name="T46" fmla="*/ 4 w 11"/>
                <a:gd name="T47" fmla="*/ 14 h 14"/>
                <a:gd name="T48" fmla="*/ 4 w 11"/>
                <a:gd name="T49" fmla="*/ 14 h 14"/>
                <a:gd name="T50" fmla="*/ 3 w 11"/>
                <a:gd name="T51" fmla="*/ 14 h 14"/>
                <a:gd name="T52" fmla="*/ 2 w 11"/>
                <a:gd name="T53" fmla="*/ 14 h 14"/>
                <a:gd name="T54" fmla="*/ 2 w 11"/>
                <a:gd name="T55" fmla="*/ 13 h 14"/>
                <a:gd name="T56" fmla="*/ 4 w 11"/>
                <a:gd name="T57" fmla="*/ 13 h 14"/>
                <a:gd name="T58" fmla="*/ 4 w 11"/>
                <a:gd name="T59" fmla="*/ 12 h 14"/>
                <a:gd name="T60" fmla="*/ 5 w 11"/>
                <a:gd name="T61" fmla="*/ 12 h 14"/>
                <a:gd name="T62" fmla="*/ 5 w 11"/>
                <a:gd name="T63" fmla="*/ 11 h 14"/>
                <a:gd name="T64" fmla="*/ 6 w 11"/>
                <a:gd name="T65" fmla="*/ 10 h 14"/>
                <a:gd name="T66" fmla="*/ 5 w 11"/>
                <a:gd name="T67" fmla="*/ 9 h 14"/>
                <a:gd name="T68" fmla="*/ 4 w 11"/>
                <a:gd name="T69" fmla="*/ 9 h 14"/>
                <a:gd name="T70" fmla="*/ 2 w 11"/>
                <a:gd name="T71" fmla="*/ 10 h 14"/>
                <a:gd name="T72" fmla="*/ 1 w 11"/>
                <a:gd name="T73" fmla="*/ 10 h 14"/>
                <a:gd name="T74" fmla="*/ 3 w 11"/>
                <a:gd name="T75" fmla="*/ 9 h 14"/>
                <a:gd name="T76" fmla="*/ 3 w 11"/>
                <a:gd name="T77" fmla="*/ 8 h 14"/>
                <a:gd name="T78" fmla="*/ 4 w 11"/>
                <a:gd name="T79" fmla="*/ 8 h 14"/>
                <a:gd name="T80" fmla="*/ 4 w 11"/>
                <a:gd name="T81" fmla="*/ 7 h 14"/>
                <a:gd name="T82" fmla="*/ 5 w 11"/>
                <a:gd name="T83" fmla="*/ 7 h 14"/>
                <a:gd name="T84" fmla="*/ 4 w 11"/>
                <a:gd name="T85" fmla="*/ 6 h 14"/>
                <a:gd name="T86" fmla="*/ 4 w 11"/>
                <a:gd name="T87" fmla="*/ 6 h 14"/>
                <a:gd name="T88" fmla="*/ 3 w 11"/>
                <a:gd name="T89" fmla="*/ 7 h 14"/>
                <a:gd name="T90" fmla="*/ 2 w 11"/>
                <a:gd name="T91" fmla="*/ 7 h 14"/>
                <a:gd name="T92" fmla="*/ 1 w 11"/>
                <a:gd name="T93" fmla="*/ 7 h 14"/>
                <a:gd name="T94" fmla="*/ 1 w 11"/>
                <a:gd name="T95" fmla="*/ 7 h 14"/>
                <a:gd name="T96" fmla="*/ 1 w 11"/>
                <a:gd name="T97" fmla="*/ 6 h 14"/>
                <a:gd name="T98" fmla="*/ 2 w 11"/>
                <a:gd name="T99" fmla="*/ 5 h 14"/>
                <a:gd name="T100" fmla="*/ 3 w 11"/>
                <a:gd name="T101" fmla="*/ 5 h 14"/>
                <a:gd name="T102" fmla="*/ 3 w 11"/>
                <a:gd name="T103" fmla="*/ 4 h 14"/>
                <a:gd name="T104" fmla="*/ 4 w 11"/>
                <a:gd name="T105" fmla="*/ 4 h 14"/>
                <a:gd name="T106" fmla="*/ 4 w 11"/>
                <a:gd name="T107" fmla="*/ 4 h 14"/>
                <a:gd name="T108" fmla="*/ 5 w 11"/>
                <a:gd name="T109" fmla="*/ 3 h 14"/>
                <a:gd name="T110" fmla="*/ 5 w 11"/>
                <a:gd name="T111" fmla="*/ 3 h 14"/>
                <a:gd name="T112" fmla="*/ 6 w 11"/>
                <a:gd name="T113" fmla="*/ 2 h 14"/>
                <a:gd name="T114" fmla="*/ 7 w 11"/>
                <a:gd name="T115" fmla="*/ 1 h 14"/>
                <a:gd name="T116" fmla="*/ 7 w 11"/>
                <a:gd name="T117" fmla="*/ 1 h 14"/>
                <a:gd name="T118" fmla="*/ 8 w 11"/>
                <a:gd name="T119" fmla="*/ 0 h 14"/>
                <a:gd name="T120" fmla="*/ 9 w 11"/>
                <a:gd name="T1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14">
                  <a:moveTo>
                    <a:pt x="10" y="0"/>
                  </a:moveTo>
                  <a:cubicBezTo>
                    <a:pt x="10" y="0"/>
                    <a:pt x="10" y="0"/>
                    <a:pt x="10" y="0"/>
                  </a:cubicBezTo>
                  <a:cubicBezTo>
                    <a:pt x="11" y="0"/>
                    <a:pt x="11" y="1"/>
                    <a:pt x="11" y="1"/>
                  </a:cubicBezTo>
                  <a:cubicBezTo>
                    <a:pt x="11" y="1"/>
                    <a:pt x="11" y="1"/>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9" y="2"/>
                    <a:pt x="9" y="2"/>
                    <a:pt x="8" y="2"/>
                  </a:cubicBezTo>
                  <a:cubicBezTo>
                    <a:pt x="8" y="3"/>
                    <a:pt x="8" y="3"/>
                    <a:pt x="8" y="3"/>
                  </a:cubicBezTo>
                  <a:cubicBezTo>
                    <a:pt x="8" y="3"/>
                    <a:pt x="7" y="3"/>
                    <a:pt x="7" y="4"/>
                  </a:cubicBezTo>
                  <a:cubicBezTo>
                    <a:pt x="7" y="4"/>
                    <a:pt x="7" y="4"/>
                    <a:pt x="8" y="4"/>
                  </a:cubicBezTo>
                  <a:cubicBezTo>
                    <a:pt x="8" y="4"/>
                    <a:pt x="8" y="4"/>
                    <a:pt x="8" y="4"/>
                  </a:cubicBezTo>
                  <a:cubicBezTo>
                    <a:pt x="8" y="4"/>
                    <a:pt x="9" y="4"/>
                    <a:pt x="9" y="4"/>
                  </a:cubicBezTo>
                  <a:cubicBezTo>
                    <a:pt x="10" y="4"/>
                    <a:pt x="10"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4"/>
                    <a:pt x="11" y="4"/>
                  </a:cubicBezTo>
                  <a:cubicBezTo>
                    <a:pt x="11" y="4"/>
                    <a:pt x="11" y="4"/>
                    <a:pt x="11" y="4"/>
                  </a:cubicBezTo>
                  <a:cubicBezTo>
                    <a:pt x="11" y="4"/>
                    <a:pt x="11" y="4"/>
                    <a:pt x="11" y="4"/>
                  </a:cubicBezTo>
                  <a:cubicBezTo>
                    <a:pt x="11" y="4"/>
                    <a:pt x="11" y="4"/>
                    <a:pt x="11" y="4"/>
                  </a:cubicBezTo>
                  <a:cubicBezTo>
                    <a:pt x="11" y="5"/>
                    <a:pt x="11" y="5"/>
                    <a:pt x="11" y="5"/>
                  </a:cubicBezTo>
                  <a:cubicBezTo>
                    <a:pt x="11" y="5"/>
                    <a:pt x="10" y="5"/>
                    <a:pt x="10" y="5"/>
                  </a:cubicBezTo>
                  <a:cubicBezTo>
                    <a:pt x="10" y="5"/>
                    <a:pt x="10" y="5"/>
                    <a:pt x="10" y="5"/>
                  </a:cubicBezTo>
                  <a:cubicBezTo>
                    <a:pt x="10" y="5"/>
                    <a:pt x="10" y="5"/>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7"/>
                    <a:pt x="8" y="7"/>
                    <a:pt x="8" y="7"/>
                  </a:cubicBezTo>
                  <a:cubicBezTo>
                    <a:pt x="8" y="7"/>
                    <a:pt x="8" y="7"/>
                    <a:pt x="8" y="7"/>
                  </a:cubicBezTo>
                  <a:cubicBezTo>
                    <a:pt x="8" y="7"/>
                    <a:pt x="8" y="7"/>
                    <a:pt x="8" y="7"/>
                  </a:cubicBezTo>
                  <a:cubicBezTo>
                    <a:pt x="8" y="7"/>
                    <a:pt x="8" y="7"/>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9"/>
                    <a:pt x="9" y="9"/>
                    <a:pt x="9" y="9"/>
                  </a:cubicBezTo>
                  <a:cubicBezTo>
                    <a:pt x="9" y="9"/>
                    <a:pt x="9" y="10"/>
                    <a:pt x="9" y="10"/>
                  </a:cubicBezTo>
                  <a:cubicBezTo>
                    <a:pt x="9" y="10"/>
                    <a:pt x="8"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1"/>
                  </a:cubicBezTo>
                  <a:cubicBezTo>
                    <a:pt x="7" y="11"/>
                    <a:pt x="7" y="11"/>
                    <a:pt x="7" y="11"/>
                  </a:cubicBezTo>
                  <a:cubicBezTo>
                    <a:pt x="7" y="11"/>
                    <a:pt x="7" y="11"/>
                    <a:pt x="7" y="11"/>
                  </a:cubicBezTo>
                  <a:cubicBezTo>
                    <a:pt x="6" y="11"/>
                    <a:pt x="6" y="11"/>
                    <a:pt x="6" y="11"/>
                  </a:cubicBezTo>
                  <a:cubicBezTo>
                    <a:pt x="6" y="11"/>
                    <a:pt x="6" y="11"/>
                    <a:pt x="6" y="11"/>
                  </a:cubicBezTo>
                  <a:cubicBezTo>
                    <a:pt x="6" y="11"/>
                    <a:pt x="6" y="11"/>
                    <a:pt x="6" y="11"/>
                  </a:cubicBezTo>
                  <a:cubicBezTo>
                    <a:pt x="6" y="11"/>
                    <a:pt x="6" y="11"/>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4" y="13"/>
                  </a:cubicBezTo>
                  <a:cubicBezTo>
                    <a:pt x="4" y="13"/>
                    <a:pt x="5" y="13"/>
                    <a:pt x="5" y="13"/>
                  </a:cubicBezTo>
                  <a:cubicBezTo>
                    <a:pt x="4" y="13"/>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3" y="14"/>
                    <a:pt x="3" y="14"/>
                  </a:cubicBezTo>
                  <a:cubicBezTo>
                    <a:pt x="3" y="14"/>
                    <a:pt x="3" y="14"/>
                    <a:pt x="3" y="14"/>
                  </a:cubicBezTo>
                  <a:cubicBezTo>
                    <a:pt x="3" y="14"/>
                    <a:pt x="3"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3" y="13"/>
                    <a:pt x="3" y="13"/>
                  </a:cubicBezTo>
                  <a:cubicBezTo>
                    <a:pt x="3" y="13"/>
                    <a:pt x="3" y="13"/>
                    <a:pt x="3" y="13"/>
                  </a:cubicBezTo>
                  <a:cubicBezTo>
                    <a:pt x="3" y="13"/>
                    <a:pt x="4" y="13"/>
                    <a:pt x="4" y="13"/>
                  </a:cubicBezTo>
                  <a:cubicBezTo>
                    <a:pt x="4" y="13"/>
                    <a:pt x="4" y="13"/>
                    <a:pt x="4" y="13"/>
                  </a:cubicBezTo>
                  <a:cubicBezTo>
                    <a:pt x="4" y="12"/>
                    <a:pt x="4" y="12"/>
                    <a:pt x="4" y="12"/>
                  </a:cubicBezTo>
                  <a:cubicBezTo>
                    <a:pt x="4" y="12"/>
                    <a:pt x="4" y="12"/>
                    <a:pt x="4" y="12"/>
                  </a:cubicBezTo>
                  <a:cubicBezTo>
                    <a:pt x="4" y="12"/>
                    <a:pt x="4" y="12"/>
                    <a:pt x="5" y="12"/>
                  </a:cubicBezTo>
                  <a:cubicBezTo>
                    <a:pt x="5" y="12"/>
                    <a:pt x="5" y="12"/>
                    <a:pt x="5" y="12"/>
                  </a:cubicBezTo>
                  <a:cubicBezTo>
                    <a:pt x="5" y="12"/>
                    <a:pt x="5" y="12"/>
                    <a:pt x="5" y="12"/>
                  </a:cubicBezTo>
                  <a:cubicBezTo>
                    <a:pt x="5" y="12"/>
                    <a:pt x="5" y="12"/>
                    <a:pt x="5" y="12"/>
                  </a:cubicBezTo>
                  <a:cubicBezTo>
                    <a:pt x="5" y="12"/>
                    <a:pt x="5" y="12"/>
                    <a:pt x="5" y="11"/>
                  </a:cubicBezTo>
                  <a:cubicBezTo>
                    <a:pt x="5" y="11"/>
                    <a:pt x="5" y="11"/>
                    <a:pt x="5" y="11"/>
                  </a:cubicBezTo>
                  <a:cubicBezTo>
                    <a:pt x="5" y="11"/>
                    <a:pt x="6" y="11"/>
                    <a:pt x="6" y="11"/>
                  </a:cubicBezTo>
                  <a:cubicBezTo>
                    <a:pt x="6" y="11"/>
                    <a:pt x="6" y="11"/>
                    <a:pt x="6" y="11"/>
                  </a:cubicBezTo>
                  <a:cubicBezTo>
                    <a:pt x="6" y="10"/>
                    <a:pt x="6" y="10"/>
                    <a:pt x="6" y="10"/>
                  </a:cubicBezTo>
                  <a:cubicBezTo>
                    <a:pt x="6" y="10"/>
                    <a:pt x="6" y="10"/>
                    <a:pt x="6" y="9"/>
                  </a:cubicBezTo>
                  <a:cubicBezTo>
                    <a:pt x="6" y="9"/>
                    <a:pt x="6" y="9"/>
                    <a:pt x="6" y="9"/>
                  </a:cubicBezTo>
                  <a:cubicBezTo>
                    <a:pt x="6" y="9"/>
                    <a:pt x="5" y="9"/>
                    <a:pt x="5" y="9"/>
                  </a:cubicBezTo>
                  <a:cubicBezTo>
                    <a:pt x="5" y="9"/>
                    <a:pt x="5" y="9"/>
                    <a:pt x="5" y="9"/>
                  </a:cubicBezTo>
                  <a:cubicBezTo>
                    <a:pt x="5" y="9"/>
                    <a:pt x="4" y="9"/>
                    <a:pt x="4" y="9"/>
                  </a:cubicBezTo>
                  <a:cubicBezTo>
                    <a:pt x="4" y="9"/>
                    <a:pt x="4" y="9"/>
                    <a:pt x="4" y="9"/>
                  </a:cubicBezTo>
                  <a:cubicBezTo>
                    <a:pt x="4" y="9"/>
                    <a:pt x="4" y="10"/>
                    <a:pt x="4" y="10"/>
                  </a:cubicBezTo>
                  <a:cubicBezTo>
                    <a:pt x="4" y="10"/>
                    <a:pt x="4" y="10"/>
                    <a:pt x="4" y="10"/>
                  </a:cubicBezTo>
                  <a:cubicBezTo>
                    <a:pt x="3" y="10"/>
                    <a:pt x="3" y="10"/>
                    <a:pt x="2" y="10"/>
                  </a:cubicBezTo>
                  <a:cubicBezTo>
                    <a:pt x="2" y="10"/>
                    <a:pt x="2" y="10"/>
                    <a:pt x="2" y="10"/>
                  </a:cubicBezTo>
                  <a:cubicBezTo>
                    <a:pt x="2" y="10"/>
                    <a:pt x="2" y="10"/>
                    <a:pt x="2" y="10"/>
                  </a:cubicBezTo>
                  <a:cubicBezTo>
                    <a:pt x="1" y="10"/>
                    <a:pt x="1" y="10"/>
                    <a:pt x="1" y="10"/>
                  </a:cubicBezTo>
                  <a:cubicBezTo>
                    <a:pt x="2" y="10"/>
                    <a:pt x="2" y="9"/>
                    <a:pt x="2" y="9"/>
                  </a:cubicBezTo>
                  <a:cubicBezTo>
                    <a:pt x="2" y="9"/>
                    <a:pt x="2" y="9"/>
                    <a:pt x="2" y="9"/>
                  </a:cubicBezTo>
                  <a:cubicBezTo>
                    <a:pt x="2" y="9"/>
                    <a:pt x="3" y="9"/>
                    <a:pt x="3" y="9"/>
                  </a:cubicBezTo>
                  <a:cubicBezTo>
                    <a:pt x="3" y="9"/>
                    <a:pt x="3" y="8"/>
                    <a:pt x="3" y="8"/>
                  </a:cubicBezTo>
                  <a:cubicBezTo>
                    <a:pt x="3" y="8"/>
                    <a:pt x="3" y="8"/>
                    <a:pt x="3" y="8"/>
                  </a:cubicBezTo>
                  <a:cubicBezTo>
                    <a:pt x="3" y="8"/>
                    <a:pt x="3" y="8"/>
                    <a:pt x="3" y="8"/>
                  </a:cubicBezTo>
                  <a:cubicBezTo>
                    <a:pt x="3" y="8"/>
                    <a:pt x="4" y="8"/>
                    <a:pt x="4" y="8"/>
                  </a:cubicBezTo>
                  <a:cubicBezTo>
                    <a:pt x="4" y="8"/>
                    <a:pt x="4" y="8"/>
                    <a:pt x="4" y="8"/>
                  </a:cubicBezTo>
                  <a:cubicBezTo>
                    <a:pt x="4" y="8"/>
                    <a:pt x="4" y="8"/>
                    <a:pt x="4" y="8"/>
                  </a:cubicBezTo>
                  <a:cubicBezTo>
                    <a:pt x="4" y="8"/>
                    <a:pt x="4" y="8"/>
                    <a:pt x="4" y="8"/>
                  </a:cubicBezTo>
                  <a:cubicBezTo>
                    <a:pt x="4" y="8"/>
                    <a:pt x="4" y="7"/>
                    <a:pt x="4" y="7"/>
                  </a:cubicBezTo>
                  <a:cubicBezTo>
                    <a:pt x="4" y="7"/>
                    <a:pt x="4" y="7"/>
                    <a:pt x="4" y="7"/>
                  </a:cubicBezTo>
                  <a:cubicBezTo>
                    <a:pt x="4" y="7"/>
                    <a:pt x="4" y="7"/>
                    <a:pt x="5" y="7"/>
                  </a:cubicBezTo>
                  <a:cubicBezTo>
                    <a:pt x="5" y="7"/>
                    <a:pt x="5" y="7"/>
                    <a:pt x="5" y="7"/>
                  </a:cubicBezTo>
                  <a:cubicBezTo>
                    <a:pt x="5" y="7"/>
                    <a:pt x="5" y="7"/>
                    <a:pt x="5" y="7"/>
                  </a:cubicBezTo>
                  <a:cubicBezTo>
                    <a:pt x="5" y="6"/>
                    <a:pt x="5" y="6"/>
                    <a:pt x="5" y="6"/>
                  </a:cubicBezTo>
                  <a:cubicBezTo>
                    <a:pt x="5" y="6"/>
                    <a:pt x="5" y="6"/>
                    <a:pt x="5" y="6"/>
                  </a:cubicBezTo>
                  <a:cubicBezTo>
                    <a:pt x="4" y="6"/>
                    <a:pt x="4" y="6"/>
                    <a:pt x="4" y="6"/>
                  </a:cubicBezTo>
                  <a:cubicBezTo>
                    <a:pt x="4" y="6"/>
                    <a:pt x="4" y="6"/>
                    <a:pt x="4" y="6"/>
                  </a:cubicBezTo>
                  <a:cubicBezTo>
                    <a:pt x="4" y="6"/>
                    <a:pt x="4" y="6"/>
                    <a:pt x="3" y="6"/>
                  </a:cubicBezTo>
                  <a:cubicBezTo>
                    <a:pt x="3" y="6"/>
                    <a:pt x="3" y="6"/>
                    <a:pt x="4" y="6"/>
                  </a:cubicBezTo>
                  <a:cubicBezTo>
                    <a:pt x="3" y="6"/>
                    <a:pt x="3" y="6"/>
                    <a:pt x="3" y="6"/>
                  </a:cubicBezTo>
                  <a:cubicBezTo>
                    <a:pt x="3" y="6"/>
                    <a:pt x="3" y="7"/>
                    <a:pt x="3" y="7"/>
                  </a:cubicBezTo>
                  <a:cubicBezTo>
                    <a:pt x="3" y="7"/>
                    <a:pt x="3" y="7"/>
                    <a:pt x="3" y="7"/>
                  </a:cubicBezTo>
                  <a:cubicBezTo>
                    <a:pt x="3" y="7"/>
                    <a:pt x="3" y="7"/>
                    <a:pt x="3" y="7"/>
                  </a:cubicBezTo>
                  <a:cubicBezTo>
                    <a:pt x="3" y="7"/>
                    <a:pt x="3" y="7"/>
                    <a:pt x="2" y="7"/>
                  </a:cubicBezTo>
                  <a:cubicBezTo>
                    <a:pt x="2" y="7"/>
                    <a:pt x="2" y="7"/>
                    <a:pt x="2" y="7"/>
                  </a:cubicBezTo>
                  <a:cubicBezTo>
                    <a:pt x="2" y="7"/>
                    <a:pt x="2" y="7"/>
                    <a:pt x="2" y="8"/>
                  </a:cubicBezTo>
                  <a:cubicBezTo>
                    <a:pt x="1" y="7"/>
                    <a:pt x="1" y="8"/>
                    <a:pt x="1" y="7"/>
                  </a:cubicBezTo>
                  <a:cubicBezTo>
                    <a:pt x="1" y="7"/>
                    <a:pt x="1" y="7"/>
                    <a:pt x="1" y="7"/>
                  </a:cubicBezTo>
                  <a:cubicBezTo>
                    <a:pt x="1" y="7"/>
                    <a:pt x="1" y="7"/>
                    <a:pt x="1" y="7"/>
                  </a:cubicBezTo>
                  <a:cubicBezTo>
                    <a:pt x="1" y="7"/>
                    <a:pt x="1" y="7"/>
                    <a:pt x="1" y="7"/>
                  </a:cubicBezTo>
                  <a:cubicBezTo>
                    <a:pt x="1" y="7"/>
                    <a:pt x="1" y="7"/>
                    <a:pt x="1" y="7"/>
                  </a:cubicBezTo>
                  <a:cubicBezTo>
                    <a:pt x="0" y="7"/>
                    <a:pt x="0" y="7"/>
                    <a:pt x="0" y="7"/>
                  </a:cubicBezTo>
                  <a:cubicBezTo>
                    <a:pt x="0" y="6"/>
                    <a:pt x="0" y="6"/>
                    <a:pt x="1" y="6"/>
                  </a:cubicBezTo>
                  <a:cubicBezTo>
                    <a:pt x="1" y="6"/>
                    <a:pt x="1" y="6"/>
                    <a:pt x="1" y="6"/>
                  </a:cubicBezTo>
                  <a:cubicBezTo>
                    <a:pt x="1" y="6"/>
                    <a:pt x="2" y="6"/>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3" y="4"/>
                    <a:pt x="3" y="4"/>
                  </a:cubicBezTo>
                  <a:cubicBezTo>
                    <a:pt x="3"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6" y="2"/>
                    <a:pt x="6" y="2"/>
                  </a:cubicBezTo>
                  <a:cubicBezTo>
                    <a:pt x="6" y="2"/>
                    <a:pt x="6" y="2"/>
                    <a:pt x="6" y="2"/>
                  </a:cubicBezTo>
                  <a:cubicBezTo>
                    <a:pt x="6" y="2"/>
                    <a:pt x="6" y="2"/>
                    <a:pt x="6" y="2"/>
                  </a:cubicBezTo>
                  <a:cubicBezTo>
                    <a:pt x="6" y="2"/>
                    <a:pt x="6" y="2"/>
                    <a:pt x="6" y="2"/>
                  </a:cubicBezTo>
                  <a:cubicBezTo>
                    <a:pt x="6"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8" y="0"/>
                    <a:pt x="8" y="0"/>
                    <a:pt x="8" y="0"/>
                  </a:cubicBezTo>
                  <a:cubicBezTo>
                    <a:pt x="8" y="0"/>
                    <a:pt x="8" y="0"/>
                    <a:pt x="8" y="0"/>
                  </a:cubicBezTo>
                  <a:cubicBezTo>
                    <a:pt x="8" y="0"/>
                    <a:pt x="8" y="0"/>
                    <a:pt x="8" y="0"/>
                  </a:cubicBezTo>
                  <a:cubicBezTo>
                    <a:pt x="8" y="0"/>
                    <a:pt x="8"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ṧḷïďè"/>
            <p:cNvSpPr/>
            <p:nvPr/>
          </p:nvSpPr>
          <p:spPr bwMode="auto">
            <a:xfrm>
              <a:off x="4516740" y="4060678"/>
              <a:ext cx="32543" cy="45561"/>
            </a:xfrm>
            <a:custGeom>
              <a:avLst/>
              <a:gdLst>
                <a:gd name="T0" fmla="*/ 5 w 6"/>
                <a:gd name="T1" fmla="*/ 1 h 9"/>
                <a:gd name="T2" fmla="*/ 6 w 6"/>
                <a:gd name="T3" fmla="*/ 2 h 9"/>
                <a:gd name="T4" fmla="*/ 5 w 6"/>
                <a:gd name="T5" fmla="*/ 2 h 9"/>
                <a:gd name="T6" fmla="*/ 5 w 6"/>
                <a:gd name="T7" fmla="*/ 3 h 9"/>
                <a:gd name="T8" fmla="*/ 4 w 6"/>
                <a:gd name="T9" fmla="*/ 3 h 9"/>
                <a:gd name="T10" fmla="*/ 4 w 6"/>
                <a:gd name="T11" fmla="*/ 3 h 9"/>
                <a:gd name="T12" fmla="*/ 3 w 6"/>
                <a:gd name="T13" fmla="*/ 3 h 9"/>
                <a:gd name="T14" fmla="*/ 3 w 6"/>
                <a:gd name="T15" fmla="*/ 4 h 9"/>
                <a:gd name="T16" fmla="*/ 3 w 6"/>
                <a:gd name="T17" fmla="*/ 4 h 9"/>
                <a:gd name="T18" fmla="*/ 2 w 6"/>
                <a:gd name="T19" fmla="*/ 4 h 9"/>
                <a:gd name="T20" fmla="*/ 3 w 6"/>
                <a:gd name="T21" fmla="*/ 5 h 9"/>
                <a:gd name="T22" fmla="*/ 4 w 6"/>
                <a:gd name="T23" fmla="*/ 5 h 9"/>
                <a:gd name="T24" fmla="*/ 4 w 6"/>
                <a:gd name="T25" fmla="*/ 6 h 9"/>
                <a:gd name="T26" fmla="*/ 4 w 6"/>
                <a:gd name="T27" fmla="*/ 7 h 9"/>
                <a:gd name="T28" fmla="*/ 4 w 6"/>
                <a:gd name="T29" fmla="*/ 7 h 9"/>
                <a:gd name="T30" fmla="*/ 4 w 6"/>
                <a:gd name="T31" fmla="*/ 7 h 9"/>
                <a:gd name="T32" fmla="*/ 4 w 6"/>
                <a:gd name="T33" fmla="*/ 7 h 9"/>
                <a:gd name="T34" fmla="*/ 4 w 6"/>
                <a:gd name="T35" fmla="*/ 7 h 9"/>
                <a:gd name="T36" fmla="*/ 3 w 6"/>
                <a:gd name="T37" fmla="*/ 8 h 9"/>
                <a:gd name="T38" fmla="*/ 3 w 6"/>
                <a:gd name="T39" fmla="*/ 9 h 9"/>
                <a:gd name="T40" fmla="*/ 2 w 6"/>
                <a:gd name="T41" fmla="*/ 9 h 9"/>
                <a:gd name="T42" fmla="*/ 1 w 6"/>
                <a:gd name="T43" fmla="*/ 9 h 9"/>
                <a:gd name="T44" fmla="*/ 2 w 6"/>
                <a:gd name="T45" fmla="*/ 8 h 9"/>
                <a:gd name="T46" fmla="*/ 2 w 6"/>
                <a:gd name="T47" fmla="*/ 8 h 9"/>
                <a:gd name="T48" fmla="*/ 2 w 6"/>
                <a:gd name="T49" fmla="*/ 7 h 9"/>
                <a:gd name="T50" fmla="*/ 2 w 6"/>
                <a:gd name="T51" fmla="*/ 7 h 9"/>
                <a:gd name="T52" fmla="*/ 2 w 6"/>
                <a:gd name="T53" fmla="*/ 6 h 9"/>
                <a:gd name="T54" fmla="*/ 2 w 6"/>
                <a:gd name="T55" fmla="*/ 5 h 9"/>
                <a:gd name="T56" fmla="*/ 2 w 6"/>
                <a:gd name="T57" fmla="*/ 5 h 9"/>
                <a:gd name="T58" fmla="*/ 1 w 6"/>
                <a:gd name="T59" fmla="*/ 5 h 9"/>
                <a:gd name="T60" fmla="*/ 1 w 6"/>
                <a:gd name="T61" fmla="*/ 5 h 9"/>
                <a:gd name="T62" fmla="*/ 0 w 6"/>
                <a:gd name="T63" fmla="*/ 4 h 9"/>
                <a:gd name="T64" fmla="*/ 1 w 6"/>
                <a:gd name="T65" fmla="*/ 4 h 9"/>
                <a:gd name="T66" fmla="*/ 1 w 6"/>
                <a:gd name="T67" fmla="*/ 3 h 9"/>
                <a:gd name="T68" fmla="*/ 2 w 6"/>
                <a:gd name="T69" fmla="*/ 3 h 9"/>
                <a:gd name="T70" fmla="*/ 2 w 6"/>
                <a:gd name="T71" fmla="*/ 3 h 9"/>
                <a:gd name="T72" fmla="*/ 2 w 6"/>
                <a:gd name="T73" fmla="*/ 3 h 9"/>
                <a:gd name="T74" fmla="*/ 2 w 6"/>
                <a:gd name="T75" fmla="*/ 2 h 9"/>
                <a:gd name="T76" fmla="*/ 3 w 6"/>
                <a:gd name="T77" fmla="*/ 1 h 9"/>
                <a:gd name="T78" fmla="*/ 3 w 6"/>
                <a:gd name="T79" fmla="*/ 1 h 9"/>
                <a:gd name="T80" fmla="*/ 4 w 6"/>
                <a:gd name="T81" fmla="*/ 1 h 9"/>
                <a:gd name="T82" fmla="*/ 5 w 6"/>
                <a:gd name="T83" fmla="*/ 1 h 9"/>
                <a:gd name="T84" fmla="*/ 5 w 6"/>
                <a:gd name="T8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 h="9">
                  <a:moveTo>
                    <a:pt x="5" y="1"/>
                  </a:moveTo>
                  <a:cubicBezTo>
                    <a:pt x="5" y="1"/>
                    <a:pt x="5" y="1"/>
                    <a:pt x="5" y="1"/>
                  </a:cubicBezTo>
                  <a:cubicBezTo>
                    <a:pt x="6" y="1"/>
                    <a:pt x="6" y="1"/>
                    <a:pt x="6" y="1"/>
                  </a:cubicBezTo>
                  <a:cubicBezTo>
                    <a:pt x="6" y="2"/>
                    <a:pt x="6" y="2"/>
                    <a:pt x="6" y="2"/>
                  </a:cubicBezTo>
                  <a:cubicBezTo>
                    <a:pt x="6" y="2"/>
                    <a:pt x="6" y="2"/>
                    <a:pt x="6" y="2"/>
                  </a:cubicBezTo>
                  <a:cubicBezTo>
                    <a:pt x="5" y="2"/>
                    <a:pt x="5" y="2"/>
                    <a:pt x="5" y="2"/>
                  </a:cubicBezTo>
                  <a:cubicBezTo>
                    <a:pt x="5" y="2"/>
                    <a:pt x="5" y="3"/>
                    <a:pt x="5" y="3"/>
                  </a:cubicBezTo>
                  <a:cubicBezTo>
                    <a:pt x="5" y="3"/>
                    <a:pt x="5" y="3"/>
                    <a:pt x="5" y="3"/>
                  </a:cubicBezTo>
                  <a:cubicBezTo>
                    <a:pt x="5" y="3"/>
                    <a:pt x="5" y="3"/>
                    <a:pt x="5" y="3"/>
                  </a:cubicBezTo>
                  <a:cubicBezTo>
                    <a:pt x="5" y="3"/>
                    <a:pt x="4" y="3"/>
                    <a:pt x="4" y="3"/>
                  </a:cubicBezTo>
                  <a:cubicBezTo>
                    <a:pt x="4" y="3"/>
                    <a:pt x="4" y="3"/>
                    <a:pt x="4" y="3"/>
                  </a:cubicBezTo>
                  <a:cubicBezTo>
                    <a:pt x="4" y="3"/>
                    <a:pt x="4" y="3"/>
                    <a:pt x="4" y="3"/>
                  </a:cubicBezTo>
                  <a:cubicBezTo>
                    <a:pt x="4" y="3"/>
                    <a:pt x="4" y="3"/>
                    <a:pt x="4"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3" y="4"/>
                    <a:pt x="3" y="4"/>
                    <a:pt x="3" y="5"/>
                  </a:cubicBezTo>
                  <a:cubicBezTo>
                    <a:pt x="3" y="5"/>
                    <a:pt x="3" y="5"/>
                    <a:pt x="3" y="5"/>
                  </a:cubicBezTo>
                  <a:cubicBezTo>
                    <a:pt x="3" y="5"/>
                    <a:pt x="3"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8"/>
                    <a:pt x="3" y="8"/>
                    <a:pt x="3" y="8"/>
                  </a:cubicBezTo>
                  <a:cubicBezTo>
                    <a:pt x="3" y="8"/>
                    <a:pt x="3" y="8"/>
                    <a:pt x="3" y="8"/>
                  </a:cubicBezTo>
                  <a:cubicBezTo>
                    <a:pt x="3" y="8"/>
                    <a:pt x="3" y="8"/>
                    <a:pt x="3" y="8"/>
                  </a:cubicBezTo>
                  <a:cubicBezTo>
                    <a:pt x="3" y="8"/>
                    <a:pt x="3" y="8"/>
                    <a:pt x="3" y="9"/>
                  </a:cubicBezTo>
                  <a:cubicBezTo>
                    <a:pt x="2" y="9"/>
                    <a:pt x="2" y="9"/>
                    <a:pt x="2" y="9"/>
                  </a:cubicBezTo>
                  <a:cubicBezTo>
                    <a:pt x="2" y="9"/>
                    <a:pt x="2" y="9"/>
                    <a:pt x="2" y="9"/>
                  </a:cubicBezTo>
                  <a:cubicBezTo>
                    <a:pt x="2" y="9"/>
                    <a:pt x="2" y="9"/>
                    <a:pt x="2" y="9"/>
                  </a:cubicBezTo>
                  <a:cubicBezTo>
                    <a:pt x="2" y="9"/>
                    <a:pt x="1" y="9"/>
                    <a:pt x="1" y="9"/>
                  </a:cubicBezTo>
                  <a:cubicBezTo>
                    <a:pt x="1" y="9"/>
                    <a:pt x="2" y="9"/>
                    <a:pt x="2" y="9"/>
                  </a:cubicBezTo>
                  <a:cubicBezTo>
                    <a:pt x="2" y="8"/>
                    <a:pt x="2" y="8"/>
                    <a:pt x="2" y="8"/>
                  </a:cubicBezTo>
                  <a:cubicBezTo>
                    <a:pt x="2" y="8"/>
                    <a:pt x="2" y="8"/>
                    <a:pt x="2" y="8"/>
                  </a:cubicBezTo>
                  <a:cubicBezTo>
                    <a:pt x="2" y="8"/>
                    <a:pt x="2" y="8"/>
                    <a:pt x="2" y="8"/>
                  </a:cubicBezTo>
                  <a:cubicBezTo>
                    <a:pt x="2" y="7"/>
                    <a:pt x="2" y="8"/>
                    <a:pt x="2" y="7"/>
                  </a:cubicBezTo>
                  <a:cubicBezTo>
                    <a:pt x="2" y="7"/>
                    <a:pt x="2" y="7"/>
                    <a:pt x="2" y="7"/>
                  </a:cubicBezTo>
                  <a:cubicBezTo>
                    <a:pt x="2" y="7"/>
                    <a:pt x="2" y="7"/>
                    <a:pt x="2" y="7"/>
                  </a:cubicBezTo>
                  <a:cubicBezTo>
                    <a:pt x="2" y="7"/>
                    <a:pt x="2" y="7"/>
                    <a:pt x="2" y="7"/>
                  </a:cubicBezTo>
                  <a:cubicBezTo>
                    <a:pt x="2" y="6"/>
                    <a:pt x="2" y="6"/>
                    <a:pt x="2" y="6"/>
                  </a:cubicBezTo>
                  <a:cubicBezTo>
                    <a:pt x="2" y="6"/>
                    <a:pt x="2" y="6"/>
                    <a:pt x="2" y="6"/>
                  </a:cubicBezTo>
                  <a:cubicBezTo>
                    <a:pt x="2" y="6"/>
                    <a:pt x="2" y="6"/>
                    <a:pt x="2" y="5"/>
                  </a:cubicBezTo>
                  <a:cubicBezTo>
                    <a:pt x="2" y="5"/>
                    <a:pt x="2" y="5"/>
                    <a:pt x="2" y="5"/>
                  </a:cubicBezTo>
                  <a:cubicBezTo>
                    <a:pt x="2" y="5"/>
                    <a:pt x="2" y="5"/>
                    <a:pt x="2" y="5"/>
                  </a:cubicBezTo>
                  <a:cubicBezTo>
                    <a:pt x="2" y="5"/>
                    <a:pt x="2" y="5"/>
                    <a:pt x="2" y="5"/>
                  </a:cubicBezTo>
                  <a:cubicBezTo>
                    <a:pt x="2" y="5"/>
                    <a:pt x="2" y="5"/>
                    <a:pt x="2" y="5"/>
                  </a:cubicBezTo>
                  <a:cubicBezTo>
                    <a:pt x="2" y="5"/>
                    <a:pt x="1" y="5"/>
                    <a:pt x="1" y="5"/>
                  </a:cubicBezTo>
                  <a:cubicBezTo>
                    <a:pt x="1" y="5"/>
                    <a:pt x="1" y="5"/>
                    <a:pt x="1" y="5"/>
                  </a:cubicBezTo>
                  <a:cubicBezTo>
                    <a:pt x="1" y="5"/>
                    <a:pt x="1" y="5"/>
                    <a:pt x="1" y="5"/>
                  </a:cubicBezTo>
                  <a:cubicBezTo>
                    <a:pt x="0" y="5"/>
                    <a:pt x="0" y="5"/>
                    <a:pt x="0" y="4"/>
                  </a:cubicBezTo>
                  <a:cubicBezTo>
                    <a:pt x="0" y="4"/>
                    <a:pt x="0" y="4"/>
                    <a:pt x="0" y="4"/>
                  </a:cubicBezTo>
                  <a:cubicBezTo>
                    <a:pt x="0" y="4"/>
                    <a:pt x="0" y="4"/>
                    <a:pt x="0" y="4"/>
                  </a:cubicBezTo>
                  <a:cubicBezTo>
                    <a:pt x="1" y="4"/>
                    <a:pt x="1" y="4"/>
                    <a:pt x="1" y="4"/>
                  </a:cubicBezTo>
                  <a:cubicBezTo>
                    <a:pt x="1" y="4"/>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3" y="2"/>
                    <a:pt x="3" y="2"/>
                    <a:pt x="3" y="2"/>
                  </a:cubicBezTo>
                  <a:cubicBezTo>
                    <a:pt x="3" y="2"/>
                    <a:pt x="3" y="2"/>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1"/>
                  </a:cubicBezTo>
                  <a:cubicBezTo>
                    <a:pt x="5" y="0"/>
                    <a:pt x="5" y="0"/>
                    <a:pt x="5" y="0"/>
                  </a:cubicBezTo>
                  <a:cubicBezTo>
                    <a:pt x="5" y="0"/>
                    <a:pt x="5" y="0"/>
                    <a:pt x="5" y="0"/>
                  </a:cubicBezTo>
                  <a:cubicBezTo>
                    <a:pt x="5" y="1"/>
                    <a:pt x="5" y="0"/>
                    <a:pt x="5"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ṩlîdé"/>
            <p:cNvSpPr/>
            <p:nvPr/>
          </p:nvSpPr>
          <p:spPr bwMode="auto">
            <a:xfrm>
              <a:off x="4542775" y="4069356"/>
              <a:ext cx="41222" cy="21695"/>
            </a:xfrm>
            <a:custGeom>
              <a:avLst/>
              <a:gdLst>
                <a:gd name="T0" fmla="*/ 6 w 8"/>
                <a:gd name="T1" fmla="*/ 0 h 4"/>
                <a:gd name="T2" fmla="*/ 7 w 8"/>
                <a:gd name="T3" fmla="*/ 0 h 4"/>
                <a:gd name="T4" fmla="*/ 7 w 8"/>
                <a:gd name="T5" fmla="*/ 0 h 4"/>
                <a:gd name="T6" fmla="*/ 7 w 8"/>
                <a:gd name="T7" fmla="*/ 0 h 4"/>
                <a:gd name="T8" fmla="*/ 8 w 8"/>
                <a:gd name="T9" fmla="*/ 1 h 4"/>
                <a:gd name="T10" fmla="*/ 8 w 8"/>
                <a:gd name="T11" fmla="*/ 1 h 4"/>
                <a:gd name="T12" fmla="*/ 8 w 8"/>
                <a:gd name="T13" fmla="*/ 1 h 4"/>
                <a:gd name="T14" fmla="*/ 8 w 8"/>
                <a:gd name="T15" fmla="*/ 2 h 4"/>
                <a:gd name="T16" fmla="*/ 8 w 8"/>
                <a:gd name="T17" fmla="*/ 2 h 4"/>
                <a:gd name="T18" fmla="*/ 8 w 8"/>
                <a:gd name="T19" fmla="*/ 3 h 4"/>
                <a:gd name="T20" fmla="*/ 6 w 8"/>
                <a:gd name="T21" fmla="*/ 3 h 4"/>
                <a:gd name="T22" fmla="*/ 6 w 8"/>
                <a:gd name="T23" fmla="*/ 3 h 4"/>
                <a:gd name="T24" fmla="*/ 6 w 8"/>
                <a:gd name="T25" fmla="*/ 3 h 4"/>
                <a:gd name="T26" fmla="*/ 6 w 8"/>
                <a:gd name="T27" fmla="*/ 3 h 4"/>
                <a:gd name="T28" fmla="*/ 5 w 8"/>
                <a:gd name="T29" fmla="*/ 3 h 4"/>
                <a:gd name="T30" fmla="*/ 5 w 8"/>
                <a:gd name="T31" fmla="*/ 3 h 4"/>
                <a:gd name="T32" fmla="*/ 4 w 8"/>
                <a:gd name="T33" fmla="*/ 3 h 4"/>
                <a:gd name="T34" fmla="*/ 4 w 8"/>
                <a:gd name="T35" fmla="*/ 3 h 4"/>
                <a:gd name="T36" fmla="*/ 1 w 8"/>
                <a:gd name="T37" fmla="*/ 4 h 4"/>
                <a:gd name="T38" fmla="*/ 0 w 8"/>
                <a:gd name="T39" fmla="*/ 4 h 4"/>
                <a:gd name="T40" fmla="*/ 1 w 8"/>
                <a:gd name="T41" fmla="*/ 4 h 4"/>
                <a:gd name="T42" fmla="*/ 0 w 8"/>
                <a:gd name="T43" fmla="*/ 3 h 4"/>
                <a:gd name="T44" fmla="*/ 0 w 8"/>
                <a:gd name="T45" fmla="*/ 3 h 4"/>
                <a:gd name="T46" fmla="*/ 0 w 8"/>
                <a:gd name="T47" fmla="*/ 3 h 4"/>
                <a:gd name="T48" fmla="*/ 1 w 8"/>
                <a:gd name="T49" fmla="*/ 3 h 4"/>
                <a:gd name="T50" fmla="*/ 1 w 8"/>
                <a:gd name="T51" fmla="*/ 3 h 4"/>
                <a:gd name="T52" fmla="*/ 1 w 8"/>
                <a:gd name="T53" fmla="*/ 3 h 4"/>
                <a:gd name="T54" fmla="*/ 1 w 8"/>
                <a:gd name="T55" fmla="*/ 3 h 4"/>
                <a:gd name="T56" fmla="*/ 2 w 8"/>
                <a:gd name="T57" fmla="*/ 2 h 4"/>
                <a:gd name="T58" fmla="*/ 2 w 8"/>
                <a:gd name="T59" fmla="*/ 2 h 4"/>
                <a:gd name="T60" fmla="*/ 3 w 8"/>
                <a:gd name="T61" fmla="*/ 1 h 4"/>
                <a:gd name="T62" fmla="*/ 3 w 8"/>
                <a:gd name="T63" fmla="*/ 1 h 4"/>
                <a:gd name="T64" fmla="*/ 4 w 8"/>
                <a:gd name="T65" fmla="*/ 1 h 4"/>
                <a:gd name="T66" fmla="*/ 4 w 8"/>
                <a:gd name="T67" fmla="*/ 1 h 4"/>
                <a:gd name="T68" fmla="*/ 5 w 8"/>
                <a:gd name="T69" fmla="*/ 1 h 4"/>
                <a:gd name="T70" fmla="*/ 5 w 8"/>
                <a:gd name="T71" fmla="*/ 1 h 4"/>
                <a:gd name="T72" fmla="*/ 5 w 8"/>
                <a:gd name="T73" fmla="*/ 1 h 4"/>
                <a:gd name="T74" fmla="*/ 5 w 8"/>
                <a:gd name="T75" fmla="*/ 1 h 4"/>
                <a:gd name="T76" fmla="*/ 5 w 8"/>
                <a:gd name="T77" fmla="*/ 0 h 4"/>
                <a:gd name="T78" fmla="*/ 5 w 8"/>
                <a:gd name="T79" fmla="*/ 0 h 4"/>
                <a:gd name="T80" fmla="*/ 6 w 8"/>
                <a:gd name="T81" fmla="*/ 0 h 4"/>
                <a:gd name="T82" fmla="*/ 6 w 8"/>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 h="4">
                  <a:moveTo>
                    <a:pt x="6" y="0"/>
                  </a:moveTo>
                  <a:cubicBezTo>
                    <a:pt x="6" y="0"/>
                    <a:pt x="7" y="0"/>
                    <a:pt x="7" y="0"/>
                  </a:cubicBezTo>
                  <a:cubicBezTo>
                    <a:pt x="7" y="0"/>
                    <a:pt x="7" y="0"/>
                    <a:pt x="7" y="0"/>
                  </a:cubicBezTo>
                  <a:cubicBezTo>
                    <a:pt x="7" y="0"/>
                    <a:pt x="7" y="0"/>
                    <a:pt x="7" y="0"/>
                  </a:cubicBezTo>
                  <a:cubicBezTo>
                    <a:pt x="7" y="1"/>
                    <a:pt x="7" y="1"/>
                    <a:pt x="8" y="1"/>
                  </a:cubicBezTo>
                  <a:cubicBezTo>
                    <a:pt x="8" y="1"/>
                    <a:pt x="8" y="1"/>
                    <a:pt x="8" y="1"/>
                  </a:cubicBezTo>
                  <a:cubicBezTo>
                    <a:pt x="8" y="1"/>
                    <a:pt x="8" y="1"/>
                    <a:pt x="8" y="1"/>
                  </a:cubicBezTo>
                  <a:cubicBezTo>
                    <a:pt x="8" y="2"/>
                    <a:pt x="8" y="2"/>
                    <a:pt x="8" y="2"/>
                  </a:cubicBezTo>
                  <a:cubicBezTo>
                    <a:pt x="8" y="2"/>
                    <a:pt x="8" y="2"/>
                    <a:pt x="8" y="2"/>
                  </a:cubicBezTo>
                  <a:cubicBezTo>
                    <a:pt x="8" y="2"/>
                    <a:pt x="7" y="2"/>
                    <a:pt x="8" y="3"/>
                  </a:cubicBezTo>
                  <a:cubicBezTo>
                    <a:pt x="7" y="3"/>
                    <a:pt x="7"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4" y="3"/>
                  </a:cubicBezTo>
                  <a:cubicBezTo>
                    <a:pt x="4" y="3"/>
                    <a:pt x="4" y="3"/>
                    <a:pt x="4" y="3"/>
                  </a:cubicBezTo>
                  <a:cubicBezTo>
                    <a:pt x="3" y="3"/>
                    <a:pt x="2" y="4"/>
                    <a:pt x="1" y="4"/>
                  </a:cubicBezTo>
                  <a:cubicBezTo>
                    <a:pt x="0" y="4"/>
                    <a:pt x="0" y="4"/>
                    <a:pt x="0" y="4"/>
                  </a:cubicBezTo>
                  <a:cubicBezTo>
                    <a:pt x="1" y="4"/>
                    <a:pt x="0" y="4"/>
                    <a:pt x="1" y="4"/>
                  </a:cubicBezTo>
                  <a:cubicBezTo>
                    <a:pt x="1" y="4"/>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2" y="2"/>
                    <a:pt x="2" y="2"/>
                  </a:cubicBezTo>
                  <a:cubicBezTo>
                    <a:pt x="2" y="2"/>
                    <a:pt x="2" y="2"/>
                    <a:pt x="2" y="2"/>
                  </a:cubicBezTo>
                  <a:cubicBezTo>
                    <a:pt x="2" y="2"/>
                    <a:pt x="3" y="1"/>
                    <a:pt x="3" y="1"/>
                  </a:cubicBezTo>
                  <a:cubicBezTo>
                    <a:pt x="3" y="1"/>
                    <a:pt x="3" y="1"/>
                    <a:pt x="3" y="1"/>
                  </a:cubicBezTo>
                  <a:cubicBezTo>
                    <a:pt x="4" y="1"/>
                    <a:pt x="4" y="1"/>
                    <a:pt x="4" y="1"/>
                  </a:cubicBezTo>
                  <a:cubicBezTo>
                    <a:pt x="4" y="1"/>
                    <a:pt x="4" y="1"/>
                    <a:pt x="4" y="1"/>
                  </a:cubicBezTo>
                  <a:cubicBezTo>
                    <a:pt x="4"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6" y="0"/>
                    <a:pt x="6" y="0"/>
                    <a:pt x="6" y="0"/>
                  </a:cubicBezTo>
                  <a:cubicBezTo>
                    <a:pt x="6" y="0"/>
                    <a:pt x="6" y="0"/>
                    <a:pt x="6"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îśḷîdé"/>
            <p:cNvSpPr/>
            <p:nvPr/>
          </p:nvSpPr>
          <p:spPr bwMode="auto">
            <a:xfrm>
              <a:off x="4440807" y="4106237"/>
              <a:ext cx="71595" cy="52068"/>
            </a:xfrm>
            <a:custGeom>
              <a:avLst/>
              <a:gdLst>
                <a:gd name="T0" fmla="*/ 11 w 14"/>
                <a:gd name="T1" fmla="*/ 4 h 10"/>
                <a:gd name="T2" fmla="*/ 10 w 14"/>
                <a:gd name="T3" fmla="*/ 5 h 10"/>
                <a:gd name="T4" fmla="*/ 9 w 14"/>
                <a:gd name="T5" fmla="*/ 5 h 10"/>
                <a:gd name="T6" fmla="*/ 9 w 14"/>
                <a:gd name="T7" fmla="*/ 5 h 10"/>
                <a:gd name="T8" fmla="*/ 8 w 14"/>
                <a:gd name="T9" fmla="*/ 5 h 10"/>
                <a:gd name="T10" fmla="*/ 8 w 14"/>
                <a:gd name="T11" fmla="*/ 5 h 10"/>
                <a:gd name="T12" fmla="*/ 8 w 14"/>
                <a:gd name="T13" fmla="*/ 5 h 10"/>
                <a:gd name="T14" fmla="*/ 8 w 14"/>
                <a:gd name="T15" fmla="*/ 6 h 10"/>
                <a:gd name="T16" fmla="*/ 7 w 14"/>
                <a:gd name="T17" fmla="*/ 6 h 10"/>
                <a:gd name="T18" fmla="*/ 6 w 14"/>
                <a:gd name="T19" fmla="*/ 7 h 10"/>
                <a:gd name="T20" fmla="*/ 5 w 14"/>
                <a:gd name="T21" fmla="*/ 7 h 10"/>
                <a:gd name="T22" fmla="*/ 5 w 14"/>
                <a:gd name="T23" fmla="*/ 8 h 10"/>
                <a:gd name="T24" fmla="*/ 4 w 14"/>
                <a:gd name="T25" fmla="*/ 8 h 10"/>
                <a:gd name="T26" fmla="*/ 4 w 14"/>
                <a:gd name="T27" fmla="*/ 9 h 10"/>
                <a:gd name="T28" fmla="*/ 2 w 14"/>
                <a:gd name="T29" fmla="*/ 10 h 10"/>
                <a:gd name="T30" fmla="*/ 2 w 14"/>
                <a:gd name="T31" fmla="*/ 10 h 10"/>
                <a:gd name="T32" fmla="*/ 2 w 14"/>
                <a:gd name="T33" fmla="*/ 10 h 10"/>
                <a:gd name="T34" fmla="*/ 1 w 14"/>
                <a:gd name="T35" fmla="*/ 10 h 10"/>
                <a:gd name="T36" fmla="*/ 0 w 14"/>
                <a:gd name="T37" fmla="*/ 9 h 10"/>
                <a:gd name="T38" fmla="*/ 0 w 14"/>
                <a:gd name="T39" fmla="*/ 9 h 10"/>
                <a:gd name="T40" fmla="*/ 2 w 14"/>
                <a:gd name="T41" fmla="*/ 8 h 10"/>
                <a:gd name="T42" fmla="*/ 3 w 14"/>
                <a:gd name="T43" fmla="*/ 7 h 10"/>
                <a:gd name="T44" fmla="*/ 3 w 14"/>
                <a:gd name="T45" fmla="*/ 7 h 10"/>
                <a:gd name="T46" fmla="*/ 6 w 14"/>
                <a:gd name="T47" fmla="*/ 6 h 10"/>
                <a:gd name="T48" fmla="*/ 6 w 14"/>
                <a:gd name="T49" fmla="*/ 6 h 10"/>
                <a:gd name="T50" fmla="*/ 6 w 14"/>
                <a:gd name="T51" fmla="*/ 6 h 10"/>
                <a:gd name="T52" fmla="*/ 7 w 14"/>
                <a:gd name="T53" fmla="*/ 5 h 10"/>
                <a:gd name="T54" fmla="*/ 7 w 14"/>
                <a:gd name="T55" fmla="*/ 5 h 10"/>
                <a:gd name="T56" fmla="*/ 7 w 14"/>
                <a:gd name="T57" fmla="*/ 4 h 10"/>
                <a:gd name="T58" fmla="*/ 8 w 14"/>
                <a:gd name="T59" fmla="*/ 4 h 10"/>
                <a:gd name="T60" fmla="*/ 8 w 14"/>
                <a:gd name="T61" fmla="*/ 4 h 10"/>
                <a:gd name="T62" fmla="*/ 9 w 14"/>
                <a:gd name="T63" fmla="*/ 3 h 10"/>
                <a:gd name="T64" fmla="*/ 10 w 14"/>
                <a:gd name="T65" fmla="*/ 2 h 10"/>
                <a:gd name="T66" fmla="*/ 11 w 14"/>
                <a:gd name="T67" fmla="*/ 2 h 10"/>
                <a:gd name="T68" fmla="*/ 12 w 14"/>
                <a:gd name="T69" fmla="*/ 1 h 10"/>
                <a:gd name="T70" fmla="*/ 12 w 14"/>
                <a:gd name="T71" fmla="*/ 1 h 10"/>
                <a:gd name="T72" fmla="*/ 13 w 14"/>
                <a:gd name="T73" fmla="*/ 0 h 10"/>
                <a:gd name="T74" fmla="*/ 14 w 14"/>
                <a:gd name="T75" fmla="*/ 1 h 10"/>
                <a:gd name="T76" fmla="*/ 14 w 14"/>
                <a:gd name="T77" fmla="*/ 1 h 10"/>
                <a:gd name="T78" fmla="*/ 14 w 14"/>
                <a:gd name="T79" fmla="*/ 1 h 10"/>
                <a:gd name="T80" fmla="*/ 14 w 14"/>
                <a:gd name="T81" fmla="*/ 2 h 10"/>
                <a:gd name="T82" fmla="*/ 14 w 14"/>
                <a:gd name="T83" fmla="*/ 2 h 10"/>
                <a:gd name="T84" fmla="*/ 13 w 14"/>
                <a:gd name="T85" fmla="*/ 3 h 10"/>
                <a:gd name="T86" fmla="*/ 13 w 14"/>
                <a:gd name="T87" fmla="*/ 3 h 10"/>
                <a:gd name="T88" fmla="*/ 12 w 14"/>
                <a:gd name="T8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0">
                  <a:moveTo>
                    <a:pt x="11" y="4"/>
                  </a:moveTo>
                  <a:cubicBezTo>
                    <a:pt x="11" y="4"/>
                    <a:pt x="11" y="4"/>
                    <a:pt x="11" y="4"/>
                  </a:cubicBezTo>
                  <a:cubicBezTo>
                    <a:pt x="11" y="4"/>
                    <a:pt x="11" y="5"/>
                    <a:pt x="11" y="5"/>
                  </a:cubicBezTo>
                  <a:cubicBezTo>
                    <a:pt x="10" y="5"/>
                    <a:pt x="10" y="5"/>
                    <a:pt x="10" y="5"/>
                  </a:cubicBezTo>
                  <a:cubicBezTo>
                    <a:pt x="10" y="5"/>
                    <a:pt x="10" y="5"/>
                    <a:pt x="10" y="5"/>
                  </a:cubicBezTo>
                  <a:cubicBezTo>
                    <a:pt x="10" y="5"/>
                    <a:pt x="9" y="5"/>
                    <a:pt x="9" y="5"/>
                  </a:cubicBezTo>
                  <a:cubicBezTo>
                    <a:pt x="9" y="5"/>
                    <a:pt x="9" y="5"/>
                    <a:pt x="9" y="5"/>
                  </a:cubicBezTo>
                  <a:cubicBezTo>
                    <a:pt x="9" y="5"/>
                    <a:pt x="9" y="5"/>
                    <a:pt x="9" y="5"/>
                  </a:cubicBezTo>
                  <a:cubicBezTo>
                    <a:pt x="9" y="5"/>
                    <a:pt x="9"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6"/>
                    <a:pt x="8" y="6"/>
                  </a:cubicBezTo>
                  <a:cubicBezTo>
                    <a:pt x="8" y="6"/>
                    <a:pt x="8" y="6"/>
                    <a:pt x="8" y="6"/>
                  </a:cubicBezTo>
                  <a:cubicBezTo>
                    <a:pt x="8" y="6"/>
                    <a:pt x="8" y="6"/>
                    <a:pt x="8" y="6"/>
                  </a:cubicBezTo>
                  <a:cubicBezTo>
                    <a:pt x="7" y="6"/>
                    <a:pt x="7" y="6"/>
                    <a:pt x="7" y="6"/>
                  </a:cubicBezTo>
                  <a:cubicBezTo>
                    <a:pt x="7" y="6"/>
                    <a:pt x="7" y="6"/>
                    <a:pt x="7" y="6"/>
                  </a:cubicBezTo>
                  <a:cubicBezTo>
                    <a:pt x="7" y="6"/>
                    <a:pt x="6" y="6"/>
                    <a:pt x="6" y="7"/>
                  </a:cubicBezTo>
                  <a:cubicBezTo>
                    <a:pt x="6" y="7"/>
                    <a:pt x="6" y="7"/>
                    <a:pt x="6" y="7"/>
                  </a:cubicBezTo>
                  <a:cubicBezTo>
                    <a:pt x="6" y="7"/>
                    <a:pt x="5" y="7"/>
                    <a:pt x="5" y="7"/>
                  </a:cubicBezTo>
                  <a:cubicBezTo>
                    <a:pt x="5" y="7"/>
                    <a:pt x="5" y="8"/>
                    <a:pt x="5" y="8"/>
                  </a:cubicBezTo>
                  <a:cubicBezTo>
                    <a:pt x="5" y="8"/>
                    <a:pt x="5" y="8"/>
                    <a:pt x="5" y="8"/>
                  </a:cubicBezTo>
                  <a:cubicBezTo>
                    <a:pt x="5" y="8"/>
                    <a:pt x="5" y="8"/>
                    <a:pt x="5" y="8"/>
                  </a:cubicBezTo>
                  <a:cubicBezTo>
                    <a:pt x="5" y="8"/>
                    <a:pt x="4" y="8"/>
                    <a:pt x="4" y="8"/>
                  </a:cubicBezTo>
                  <a:cubicBezTo>
                    <a:pt x="4" y="8"/>
                    <a:pt x="4" y="8"/>
                    <a:pt x="4" y="9"/>
                  </a:cubicBezTo>
                  <a:cubicBezTo>
                    <a:pt x="4" y="9"/>
                    <a:pt x="4" y="9"/>
                    <a:pt x="4" y="9"/>
                  </a:cubicBezTo>
                  <a:cubicBezTo>
                    <a:pt x="4" y="9"/>
                    <a:pt x="4" y="9"/>
                    <a:pt x="4" y="9"/>
                  </a:cubicBezTo>
                  <a:cubicBezTo>
                    <a:pt x="3" y="9"/>
                    <a:pt x="3" y="9"/>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1" y="10"/>
                    <a:pt x="1" y="10"/>
                  </a:cubicBezTo>
                  <a:cubicBezTo>
                    <a:pt x="1" y="10"/>
                    <a:pt x="1" y="10"/>
                    <a:pt x="1" y="9"/>
                  </a:cubicBezTo>
                  <a:cubicBezTo>
                    <a:pt x="1" y="9"/>
                    <a:pt x="1" y="9"/>
                    <a:pt x="0" y="9"/>
                  </a:cubicBezTo>
                  <a:cubicBezTo>
                    <a:pt x="0" y="9"/>
                    <a:pt x="0" y="9"/>
                    <a:pt x="0" y="9"/>
                  </a:cubicBezTo>
                  <a:cubicBezTo>
                    <a:pt x="0" y="9"/>
                    <a:pt x="0" y="9"/>
                    <a:pt x="0" y="9"/>
                  </a:cubicBezTo>
                  <a:cubicBezTo>
                    <a:pt x="0" y="9"/>
                    <a:pt x="0" y="9"/>
                    <a:pt x="0" y="9"/>
                  </a:cubicBezTo>
                  <a:cubicBezTo>
                    <a:pt x="0" y="9"/>
                    <a:pt x="1" y="8"/>
                    <a:pt x="2" y="8"/>
                  </a:cubicBezTo>
                  <a:cubicBezTo>
                    <a:pt x="2" y="8"/>
                    <a:pt x="2" y="8"/>
                    <a:pt x="3" y="8"/>
                  </a:cubicBezTo>
                  <a:cubicBezTo>
                    <a:pt x="3" y="7"/>
                    <a:pt x="3" y="7"/>
                    <a:pt x="3" y="7"/>
                  </a:cubicBezTo>
                  <a:cubicBezTo>
                    <a:pt x="3" y="7"/>
                    <a:pt x="3" y="7"/>
                    <a:pt x="3" y="7"/>
                  </a:cubicBezTo>
                  <a:cubicBezTo>
                    <a:pt x="3" y="7"/>
                    <a:pt x="3" y="7"/>
                    <a:pt x="3" y="7"/>
                  </a:cubicBezTo>
                  <a:cubicBezTo>
                    <a:pt x="4" y="7"/>
                    <a:pt x="4" y="6"/>
                    <a:pt x="4" y="6"/>
                  </a:cubicBezTo>
                  <a:cubicBezTo>
                    <a:pt x="5" y="6"/>
                    <a:pt x="5" y="6"/>
                    <a:pt x="6" y="6"/>
                  </a:cubicBezTo>
                  <a:cubicBezTo>
                    <a:pt x="6" y="6"/>
                    <a:pt x="6" y="6"/>
                    <a:pt x="6" y="6"/>
                  </a:cubicBezTo>
                  <a:cubicBezTo>
                    <a:pt x="6" y="6"/>
                    <a:pt x="6" y="6"/>
                    <a:pt x="6" y="6"/>
                  </a:cubicBezTo>
                  <a:cubicBezTo>
                    <a:pt x="6" y="6"/>
                    <a:pt x="6" y="6"/>
                    <a:pt x="6" y="6"/>
                  </a:cubicBezTo>
                  <a:cubicBezTo>
                    <a:pt x="6" y="6"/>
                    <a:pt x="6" y="6"/>
                    <a:pt x="6" y="6"/>
                  </a:cubicBezTo>
                  <a:cubicBezTo>
                    <a:pt x="6" y="5"/>
                    <a:pt x="6"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4"/>
                  </a:cubicBezTo>
                  <a:cubicBezTo>
                    <a:pt x="7" y="4"/>
                    <a:pt x="8" y="4"/>
                    <a:pt x="8" y="4"/>
                  </a:cubicBezTo>
                  <a:cubicBezTo>
                    <a:pt x="8" y="4"/>
                    <a:pt x="8" y="4"/>
                    <a:pt x="8" y="4"/>
                  </a:cubicBezTo>
                  <a:cubicBezTo>
                    <a:pt x="8" y="4"/>
                    <a:pt x="8" y="4"/>
                    <a:pt x="8" y="4"/>
                  </a:cubicBezTo>
                  <a:cubicBezTo>
                    <a:pt x="8" y="4"/>
                    <a:pt x="8" y="4"/>
                    <a:pt x="8" y="4"/>
                  </a:cubicBezTo>
                  <a:cubicBezTo>
                    <a:pt x="9" y="4"/>
                    <a:pt x="9" y="3"/>
                    <a:pt x="9" y="3"/>
                  </a:cubicBezTo>
                  <a:cubicBezTo>
                    <a:pt x="9" y="3"/>
                    <a:pt x="9" y="3"/>
                    <a:pt x="9" y="3"/>
                  </a:cubicBezTo>
                  <a:cubicBezTo>
                    <a:pt x="9" y="3"/>
                    <a:pt x="9" y="3"/>
                    <a:pt x="10" y="3"/>
                  </a:cubicBezTo>
                  <a:cubicBezTo>
                    <a:pt x="10" y="2"/>
                    <a:pt x="10" y="3"/>
                    <a:pt x="10" y="2"/>
                  </a:cubicBezTo>
                  <a:cubicBezTo>
                    <a:pt x="10" y="2"/>
                    <a:pt x="10" y="2"/>
                    <a:pt x="10" y="2"/>
                  </a:cubicBezTo>
                  <a:cubicBezTo>
                    <a:pt x="10" y="2"/>
                    <a:pt x="10" y="2"/>
                    <a:pt x="11" y="2"/>
                  </a:cubicBezTo>
                  <a:cubicBezTo>
                    <a:pt x="11" y="2"/>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3" y="0"/>
                    <a:pt x="13" y="0"/>
                  </a:cubicBezTo>
                  <a:cubicBezTo>
                    <a:pt x="14" y="0"/>
                    <a:pt x="14" y="0"/>
                    <a:pt x="14" y="0"/>
                  </a:cubicBezTo>
                  <a:cubicBezTo>
                    <a:pt x="14" y="0"/>
                    <a:pt x="14" y="0"/>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2"/>
                    <a:pt x="14" y="2"/>
                  </a:cubicBezTo>
                  <a:cubicBezTo>
                    <a:pt x="13" y="2"/>
                    <a:pt x="13" y="2"/>
                    <a:pt x="13" y="2"/>
                  </a:cubicBezTo>
                  <a:cubicBezTo>
                    <a:pt x="13" y="2"/>
                    <a:pt x="13" y="2"/>
                    <a:pt x="13" y="3"/>
                  </a:cubicBezTo>
                  <a:cubicBezTo>
                    <a:pt x="13" y="3"/>
                    <a:pt x="13" y="3"/>
                    <a:pt x="13" y="3"/>
                  </a:cubicBezTo>
                  <a:cubicBezTo>
                    <a:pt x="13" y="3"/>
                    <a:pt x="13" y="3"/>
                    <a:pt x="13" y="3"/>
                  </a:cubicBezTo>
                  <a:cubicBezTo>
                    <a:pt x="13" y="3"/>
                    <a:pt x="12" y="3"/>
                    <a:pt x="12" y="3"/>
                  </a:cubicBezTo>
                  <a:cubicBezTo>
                    <a:pt x="12" y="3"/>
                    <a:pt x="12" y="3"/>
                    <a:pt x="12" y="3"/>
                  </a:cubicBezTo>
                  <a:cubicBezTo>
                    <a:pt x="11" y="3"/>
                    <a:pt x="11" y="3"/>
                    <a:pt x="11" y="4"/>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ṡḻíďé"/>
            <p:cNvSpPr/>
            <p:nvPr/>
          </p:nvSpPr>
          <p:spPr bwMode="auto">
            <a:xfrm>
              <a:off x="4501553" y="4106237"/>
              <a:ext cx="62917" cy="45561"/>
            </a:xfrm>
            <a:custGeom>
              <a:avLst/>
              <a:gdLst>
                <a:gd name="T0" fmla="*/ 10 w 12"/>
                <a:gd name="T1" fmla="*/ 0 h 9"/>
                <a:gd name="T2" fmla="*/ 10 w 12"/>
                <a:gd name="T3" fmla="*/ 0 h 9"/>
                <a:gd name="T4" fmla="*/ 12 w 12"/>
                <a:gd name="T5" fmla="*/ 0 h 9"/>
                <a:gd name="T6" fmla="*/ 12 w 12"/>
                <a:gd name="T7" fmla="*/ 1 h 9"/>
                <a:gd name="T8" fmla="*/ 12 w 12"/>
                <a:gd name="T9" fmla="*/ 2 h 9"/>
                <a:gd name="T10" fmla="*/ 12 w 12"/>
                <a:gd name="T11" fmla="*/ 2 h 9"/>
                <a:gd name="T12" fmla="*/ 12 w 12"/>
                <a:gd name="T13" fmla="*/ 2 h 9"/>
                <a:gd name="T14" fmla="*/ 12 w 12"/>
                <a:gd name="T15" fmla="*/ 3 h 9"/>
                <a:gd name="T16" fmla="*/ 11 w 12"/>
                <a:gd name="T17" fmla="*/ 4 h 9"/>
                <a:gd name="T18" fmla="*/ 11 w 12"/>
                <a:gd name="T19" fmla="*/ 4 h 9"/>
                <a:gd name="T20" fmla="*/ 11 w 12"/>
                <a:gd name="T21" fmla="*/ 5 h 9"/>
                <a:gd name="T22" fmla="*/ 11 w 12"/>
                <a:gd name="T23" fmla="*/ 6 h 9"/>
                <a:gd name="T24" fmla="*/ 11 w 12"/>
                <a:gd name="T25" fmla="*/ 6 h 9"/>
                <a:gd name="T26" fmla="*/ 10 w 12"/>
                <a:gd name="T27" fmla="*/ 7 h 9"/>
                <a:gd name="T28" fmla="*/ 9 w 12"/>
                <a:gd name="T29" fmla="*/ 8 h 9"/>
                <a:gd name="T30" fmla="*/ 7 w 12"/>
                <a:gd name="T31" fmla="*/ 8 h 9"/>
                <a:gd name="T32" fmla="*/ 6 w 12"/>
                <a:gd name="T33" fmla="*/ 8 h 9"/>
                <a:gd name="T34" fmla="*/ 5 w 12"/>
                <a:gd name="T35" fmla="*/ 9 h 9"/>
                <a:gd name="T36" fmla="*/ 5 w 12"/>
                <a:gd name="T37" fmla="*/ 9 h 9"/>
                <a:gd name="T38" fmla="*/ 4 w 12"/>
                <a:gd name="T39" fmla="*/ 9 h 9"/>
                <a:gd name="T40" fmla="*/ 3 w 12"/>
                <a:gd name="T41" fmla="*/ 8 h 9"/>
                <a:gd name="T42" fmla="*/ 3 w 12"/>
                <a:gd name="T43" fmla="*/ 7 h 9"/>
                <a:gd name="T44" fmla="*/ 2 w 12"/>
                <a:gd name="T45" fmla="*/ 7 h 9"/>
                <a:gd name="T46" fmla="*/ 2 w 12"/>
                <a:gd name="T47" fmla="*/ 7 h 9"/>
                <a:gd name="T48" fmla="*/ 2 w 12"/>
                <a:gd name="T49" fmla="*/ 6 h 9"/>
                <a:gd name="T50" fmla="*/ 2 w 12"/>
                <a:gd name="T51" fmla="*/ 6 h 9"/>
                <a:gd name="T52" fmla="*/ 1 w 12"/>
                <a:gd name="T53" fmla="*/ 6 h 9"/>
                <a:gd name="T54" fmla="*/ 1 w 12"/>
                <a:gd name="T55" fmla="*/ 6 h 9"/>
                <a:gd name="T56" fmla="*/ 1 w 12"/>
                <a:gd name="T57" fmla="*/ 6 h 9"/>
                <a:gd name="T58" fmla="*/ 0 w 12"/>
                <a:gd name="T59" fmla="*/ 5 h 9"/>
                <a:gd name="T60" fmla="*/ 0 w 12"/>
                <a:gd name="T61" fmla="*/ 5 h 9"/>
                <a:gd name="T62" fmla="*/ 1 w 12"/>
                <a:gd name="T63" fmla="*/ 4 h 9"/>
                <a:gd name="T64" fmla="*/ 1 w 12"/>
                <a:gd name="T65" fmla="*/ 4 h 9"/>
                <a:gd name="T66" fmla="*/ 2 w 12"/>
                <a:gd name="T67" fmla="*/ 4 h 9"/>
                <a:gd name="T68" fmla="*/ 2 w 12"/>
                <a:gd name="T69" fmla="*/ 4 h 9"/>
                <a:gd name="T70" fmla="*/ 2 w 12"/>
                <a:gd name="T71" fmla="*/ 4 h 9"/>
                <a:gd name="T72" fmla="*/ 3 w 12"/>
                <a:gd name="T73" fmla="*/ 5 h 9"/>
                <a:gd name="T74" fmla="*/ 4 w 12"/>
                <a:gd name="T75" fmla="*/ 6 h 9"/>
                <a:gd name="T76" fmla="*/ 4 w 12"/>
                <a:gd name="T77" fmla="*/ 6 h 9"/>
                <a:gd name="T78" fmla="*/ 4 w 12"/>
                <a:gd name="T79" fmla="*/ 6 h 9"/>
                <a:gd name="T80" fmla="*/ 4 w 12"/>
                <a:gd name="T81" fmla="*/ 7 h 9"/>
                <a:gd name="T82" fmla="*/ 5 w 12"/>
                <a:gd name="T83" fmla="*/ 7 h 9"/>
                <a:gd name="T84" fmla="*/ 7 w 12"/>
                <a:gd name="T85" fmla="*/ 6 h 9"/>
                <a:gd name="T86" fmla="*/ 8 w 12"/>
                <a:gd name="T87" fmla="*/ 6 h 9"/>
                <a:gd name="T88" fmla="*/ 8 w 12"/>
                <a:gd name="T89" fmla="*/ 6 h 9"/>
                <a:gd name="T90" fmla="*/ 9 w 12"/>
                <a:gd name="T91" fmla="*/ 5 h 9"/>
                <a:gd name="T92" fmla="*/ 9 w 12"/>
                <a:gd name="T93" fmla="*/ 5 h 9"/>
                <a:gd name="T94" fmla="*/ 9 w 12"/>
                <a:gd name="T95" fmla="*/ 4 h 9"/>
                <a:gd name="T96" fmla="*/ 9 w 12"/>
                <a:gd name="T97" fmla="*/ 3 h 9"/>
                <a:gd name="T98" fmla="*/ 9 w 12"/>
                <a:gd name="T99" fmla="*/ 3 h 9"/>
                <a:gd name="T100" fmla="*/ 9 w 12"/>
                <a:gd name="T101" fmla="*/ 2 h 9"/>
                <a:gd name="T102" fmla="*/ 8 w 12"/>
                <a:gd name="T103" fmla="*/ 2 h 9"/>
                <a:gd name="T104" fmla="*/ 6 w 12"/>
                <a:gd name="T105" fmla="*/ 2 h 9"/>
                <a:gd name="T106" fmla="*/ 6 w 12"/>
                <a:gd name="T107" fmla="*/ 2 h 9"/>
                <a:gd name="T108" fmla="*/ 6 w 12"/>
                <a:gd name="T109" fmla="*/ 2 h 9"/>
                <a:gd name="T110" fmla="*/ 7 w 12"/>
                <a:gd name="T111" fmla="*/ 2 h 9"/>
                <a:gd name="T112" fmla="*/ 7 w 12"/>
                <a:gd name="T113" fmla="*/ 1 h 9"/>
                <a:gd name="T114" fmla="*/ 9 w 12"/>
                <a:gd name="T115" fmla="*/ 0 h 9"/>
                <a:gd name="T116" fmla="*/ 9 w 12"/>
                <a:gd name="T117" fmla="*/ 0 h 9"/>
                <a:gd name="T118" fmla="*/ 10 w 12"/>
                <a:gd name="T1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 h="9">
                  <a:moveTo>
                    <a:pt x="10" y="0"/>
                  </a:moveTo>
                  <a:cubicBezTo>
                    <a:pt x="10" y="0"/>
                    <a:pt x="10" y="0"/>
                    <a:pt x="10" y="0"/>
                  </a:cubicBezTo>
                  <a:cubicBezTo>
                    <a:pt x="10" y="0"/>
                    <a:pt x="10" y="0"/>
                    <a:pt x="10" y="0"/>
                  </a:cubicBezTo>
                  <a:cubicBezTo>
                    <a:pt x="10" y="0"/>
                    <a:pt x="10" y="0"/>
                    <a:pt x="10" y="0"/>
                  </a:cubicBezTo>
                  <a:cubicBezTo>
                    <a:pt x="11" y="0"/>
                    <a:pt x="11" y="0"/>
                    <a:pt x="12" y="0"/>
                  </a:cubicBezTo>
                  <a:cubicBezTo>
                    <a:pt x="12" y="0"/>
                    <a:pt x="12" y="0"/>
                    <a:pt x="12" y="0"/>
                  </a:cubicBezTo>
                  <a:cubicBezTo>
                    <a:pt x="12" y="0"/>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3"/>
                    <a:pt x="12" y="3"/>
                    <a:pt x="12" y="3"/>
                  </a:cubicBezTo>
                  <a:cubicBezTo>
                    <a:pt x="12" y="3"/>
                    <a:pt x="12" y="3"/>
                    <a:pt x="12" y="3"/>
                  </a:cubicBezTo>
                  <a:cubicBezTo>
                    <a:pt x="12" y="3"/>
                    <a:pt x="11" y="3"/>
                    <a:pt x="11" y="3"/>
                  </a:cubicBezTo>
                  <a:cubicBezTo>
                    <a:pt x="11" y="3"/>
                    <a:pt x="11" y="4"/>
                    <a:pt x="11" y="4"/>
                  </a:cubicBezTo>
                  <a:cubicBezTo>
                    <a:pt x="11" y="4"/>
                    <a:pt x="11" y="4"/>
                    <a:pt x="11" y="4"/>
                  </a:cubicBezTo>
                  <a:cubicBezTo>
                    <a:pt x="11" y="4"/>
                    <a:pt x="11" y="4"/>
                    <a:pt x="11" y="4"/>
                  </a:cubicBezTo>
                  <a:cubicBezTo>
                    <a:pt x="11" y="5"/>
                    <a:pt x="11" y="5"/>
                    <a:pt x="11" y="5"/>
                  </a:cubicBezTo>
                  <a:cubicBezTo>
                    <a:pt x="11" y="5"/>
                    <a:pt x="11" y="5"/>
                    <a:pt x="11" y="5"/>
                  </a:cubicBezTo>
                  <a:cubicBezTo>
                    <a:pt x="11" y="5"/>
                    <a:pt x="11" y="6"/>
                    <a:pt x="12" y="6"/>
                  </a:cubicBezTo>
                  <a:cubicBezTo>
                    <a:pt x="12" y="6"/>
                    <a:pt x="11" y="6"/>
                    <a:pt x="11" y="6"/>
                  </a:cubicBezTo>
                  <a:cubicBezTo>
                    <a:pt x="11" y="6"/>
                    <a:pt x="11" y="6"/>
                    <a:pt x="11" y="6"/>
                  </a:cubicBezTo>
                  <a:cubicBezTo>
                    <a:pt x="11" y="6"/>
                    <a:pt x="11" y="6"/>
                    <a:pt x="11" y="6"/>
                  </a:cubicBezTo>
                  <a:cubicBezTo>
                    <a:pt x="11" y="6"/>
                    <a:pt x="11" y="6"/>
                    <a:pt x="11" y="7"/>
                  </a:cubicBezTo>
                  <a:cubicBezTo>
                    <a:pt x="10" y="7"/>
                    <a:pt x="10" y="7"/>
                    <a:pt x="10" y="7"/>
                  </a:cubicBezTo>
                  <a:cubicBezTo>
                    <a:pt x="10" y="7"/>
                    <a:pt x="10" y="7"/>
                    <a:pt x="10" y="7"/>
                  </a:cubicBezTo>
                  <a:cubicBezTo>
                    <a:pt x="9" y="7"/>
                    <a:pt x="9" y="7"/>
                    <a:pt x="9" y="8"/>
                  </a:cubicBezTo>
                  <a:cubicBezTo>
                    <a:pt x="8" y="8"/>
                    <a:pt x="8" y="8"/>
                    <a:pt x="7" y="8"/>
                  </a:cubicBezTo>
                  <a:cubicBezTo>
                    <a:pt x="7" y="8"/>
                    <a:pt x="7" y="8"/>
                    <a:pt x="7" y="8"/>
                  </a:cubicBezTo>
                  <a:cubicBezTo>
                    <a:pt x="7" y="8"/>
                    <a:pt x="7" y="8"/>
                    <a:pt x="7" y="8"/>
                  </a:cubicBezTo>
                  <a:cubicBezTo>
                    <a:pt x="7" y="8"/>
                    <a:pt x="7" y="8"/>
                    <a:pt x="6" y="8"/>
                  </a:cubicBezTo>
                  <a:cubicBezTo>
                    <a:pt x="6" y="8"/>
                    <a:pt x="6" y="8"/>
                    <a:pt x="6" y="8"/>
                  </a:cubicBezTo>
                  <a:cubicBezTo>
                    <a:pt x="6" y="8"/>
                    <a:pt x="5" y="9"/>
                    <a:pt x="5" y="9"/>
                  </a:cubicBezTo>
                  <a:cubicBezTo>
                    <a:pt x="5" y="9"/>
                    <a:pt x="5" y="9"/>
                    <a:pt x="5" y="9"/>
                  </a:cubicBezTo>
                  <a:cubicBezTo>
                    <a:pt x="5" y="9"/>
                    <a:pt x="5" y="9"/>
                    <a:pt x="5" y="9"/>
                  </a:cubicBezTo>
                  <a:cubicBezTo>
                    <a:pt x="4" y="9"/>
                    <a:pt x="4" y="9"/>
                    <a:pt x="4" y="9"/>
                  </a:cubicBezTo>
                  <a:cubicBezTo>
                    <a:pt x="4" y="9"/>
                    <a:pt x="4" y="9"/>
                    <a:pt x="4" y="9"/>
                  </a:cubicBezTo>
                  <a:cubicBezTo>
                    <a:pt x="4" y="9"/>
                    <a:pt x="4" y="9"/>
                    <a:pt x="4" y="8"/>
                  </a:cubicBezTo>
                  <a:cubicBezTo>
                    <a:pt x="3" y="8"/>
                    <a:pt x="3" y="8"/>
                    <a:pt x="3" y="8"/>
                  </a:cubicBezTo>
                  <a:cubicBezTo>
                    <a:pt x="3" y="8"/>
                    <a:pt x="3" y="8"/>
                    <a:pt x="3" y="8"/>
                  </a:cubicBezTo>
                  <a:cubicBezTo>
                    <a:pt x="3" y="8"/>
                    <a:pt x="3" y="7"/>
                    <a:pt x="3" y="7"/>
                  </a:cubicBezTo>
                  <a:cubicBezTo>
                    <a:pt x="3" y="7"/>
                    <a:pt x="3"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6"/>
                  </a:cubicBezTo>
                  <a:cubicBezTo>
                    <a:pt x="2"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0" y="6"/>
                    <a:pt x="1" y="6"/>
                    <a:pt x="0" y="6"/>
                  </a:cubicBezTo>
                  <a:cubicBezTo>
                    <a:pt x="0" y="6"/>
                    <a:pt x="0" y="6"/>
                    <a:pt x="0" y="5"/>
                  </a:cubicBezTo>
                  <a:cubicBezTo>
                    <a:pt x="0" y="5"/>
                    <a:pt x="0" y="5"/>
                    <a:pt x="0" y="5"/>
                  </a:cubicBezTo>
                  <a:cubicBezTo>
                    <a:pt x="0" y="5"/>
                    <a:pt x="0" y="5"/>
                    <a:pt x="0" y="5"/>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3" y="5"/>
                    <a:pt x="3"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7"/>
                  </a:cubicBezTo>
                  <a:cubicBezTo>
                    <a:pt x="4" y="7"/>
                    <a:pt x="4" y="7"/>
                    <a:pt x="5" y="7"/>
                  </a:cubicBezTo>
                  <a:cubicBezTo>
                    <a:pt x="5" y="7"/>
                    <a:pt x="5" y="7"/>
                    <a:pt x="5" y="7"/>
                  </a:cubicBezTo>
                  <a:cubicBezTo>
                    <a:pt x="5" y="7"/>
                    <a:pt x="5" y="7"/>
                    <a:pt x="6" y="7"/>
                  </a:cubicBezTo>
                  <a:cubicBezTo>
                    <a:pt x="6" y="7"/>
                    <a:pt x="7" y="7"/>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9" y="5"/>
                    <a:pt x="9" y="5"/>
                    <a:pt x="9" y="5"/>
                  </a:cubicBezTo>
                  <a:cubicBezTo>
                    <a:pt x="9" y="5"/>
                    <a:pt x="9" y="5"/>
                    <a:pt x="9" y="5"/>
                  </a:cubicBezTo>
                  <a:cubicBezTo>
                    <a:pt x="9" y="5"/>
                    <a:pt x="9" y="5"/>
                    <a:pt x="9" y="5"/>
                  </a:cubicBezTo>
                  <a:cubicBezTo>
                    <a:pt x="9" y="5"/>
                    <a:pt x="9" y="5"/>
                    <a:pt x="9" y="5"/>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8" y="2"/>
                    <a:pt x="8" y="2"/>
                  </a:cubicBezTo>
                  <a:cubicBezTo>
                    <a:pt x="8" y="2"/>
                    <a:pt x="8" y="2"/>
                    <a:pt x="8" y="2"/>
                  </a:cubicBezTo>
                  <a:cubicBezTo>
                    <a:pt x="8" y="2"/>
                    <a:pt x="7" y="3"/>
                    <a:pt x="6" y="3"/>
                  </a:cubicBezTo>
                  <a:cubicBezTo>
                    <a:pt x="6" y="3"/>
                    <a:pt x="6" y="3"/>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1"/>
                    <a:pt x="7" y="1"/>
                    <a:pt x="7" y="1"/>
                  </a:cubicBezTo>
                  <a:cubicBezTo>
                    <a:pt x="7" y="1"/>
                    <a:pt x="7" y="1"/>
                    <a:pt x="7" y="1"/>
                  </a:cubicBezTo>
                  <a:cubicBezTo>
                    <a:pt x="8" y="1"/>
                    <a:pt x="8" y="0"/>
                    <a:pt x="8" y="0"/>
                  </a:cubicBezTo>
                  <a:cubicBezTo>
                    <a:pt x="8" y="0"/>
                    <a:pt x="9" y="0"/>
                    <a:pt x="9" y="0"/>
                  </a:cubicBezTo>
                  <a:cubicBezTo>
                    <a:pt x="9" y="0"/>
                    <a:pt x="9" y="0"/>
                    <a:pt x="9" y="0"/>
                  </a:cubicBezTo>
                  <a:cubicBezTo>
                    <a:pt x="9" y="0"/>
                    <a:pt x="9" y="0"/>
                    <a:pt x="9" y="0"/>
                  </a:cubicBezTo>
                  <a:cubicBezTo>
                    <a:pt x="9" y="0"/>
                    <a:pt x="9" y="0"/>
                    <a:pt x="9" y="0"/>
                  </a:cubicBezTo>
                  <a:cubicBezTo>
                    <a:pt x="9" y="0"/>
                    <a:pt x="10" y="0"/>
                    <a:pt x="10"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1iḓé"/>
            <p:cNvSpPr/>
            <p:nvPr/>
          </p:nvSpPr>
          <p:spPr bwMode="auto">
            <a:xfrm>
              <a:off x="4035107" y="4054169"/>
              <a:ext cx="112815" cy="130171"/>
            </a:xfrm>
            <a:custGeom>
              <a:avLst/>
              <a:gdLst>
                <a:gd name="T0" fmla="*/ 15 w 22"/>
                <a:gd name="T1" fmla="*/ 9 h 25"/>
                <a:gd name="T2" fmla="*/ 17 w 22"/>
                <a:gd name="T3" fmla="*/ 7 h 25"/>
                <a:gd name="T4" fmla="*/ 18 w 22"/>
                <a:gd name="T5" fmla="*/ 6 h 25"/>
                <a:gd name="T6" fmla="*/ 18 w 22"/>
                <a:gd name="T7" fmla="*/ 5 h 25"/>
                <a:gd name="T8" fmla="*/ 18 w 22"/>
                <a:gd name="T9" fmla="*/ 2 h 25"/>
                <a:gd name="T10" fmla="*/ 20 w 22"/>
                <a:gd name="T11" fmla="*/ 2 h 25"/>
                <a:gd name="T12" fmla="*/ 21 w 22"/>
                <a:gd name="T13" fmla="*/ 3 h 25"/>
                <a:gd name="T14" fmla="*/ 21 w 22"/>
                <a:gd name="T15" fmla="*/ 4 h 25"/>
                <a:gd name="T16" fmla="*/ 22 w 22"/>
                <a:gd name="T17" fmla="*/ 5 h 25"/>
                <a:gd name="T18" fmla="*/ 21 w 22"/>
                <a:gd name="T19" fmla="*/ 6 h 25"/>
                <a:gd name="T20" fmla="*/ 20 w 22"/>
                <a:gd name="T21" fmla="*/ 8 h 25"/>
                <a:gd name="T22" fmla="*/ 19 w 22"/>
                <a:gd name="T23" fmla="*/ 9 h 25"/>
                <a:gd name="T24" fmla="*/ 17 w 22"/>
                <a:gd name="T25" fmla="*/ 11 h 25"/>
                <a:gd name="T26" fmla="*/ 16 w 22"/>
                <a:gd name="T27" fmla="*/ 12 h 25"/>
                <a:gd name="T28" fmla="*/ 14 w 22"/>
                <a:gd name="T29" fmla="*/ 13 h 25"/>
                <a:gd name="T30" fmla="*/ 14 w 22"/>
                <a:gd name="T31" fmla="*/ 15 h 25"/>
                <a:gd name="T32" fmla="*/ 13 w 22"/>
                <a:gd name="T33" fmla="*/ 16 h 25"/>
                <a:gd name="T34" fmla="*/ 13 w 22"/>
                <a:gd name="T35" fmla="*/ 19 h 25"/>
                <a:gd name="T36" fmla="*/ 13 w 22"/>
                <a:gd name="T37" fmla="*/ 20 h 25"/>
                <a:gd name="T38" fmla="*/ 13 w 22"/>
                <a:gd name="T39" fmla="*/ 22 h 25"/>
                <a:gd name="T40" fmla="*/ 12 w 22"/>
                <a:gd name="T41" fmla="*/ 23 h 25"/>
                <a:gd name="T42" fmla="*/ 11 w 22"/>
                <a:gd name="T43" fmla="*/ 25 h 25"/>
                <a:gd name="T44" fmla="*/ 8 w 22"/>
                <a:gd name="T45" fmla="*/ 24 h 25"/>
                <a:gd name="T46" fmla="*/ 9 w 22"/>
                <a:gd name="T47" fmla="*/ 21 h 25"/>
                <a:gd name="T48" fmla="*/ 11 w 22"/>
                <a:gd name="T49" fmla="*/ 16 h 25"/>
                <a:gd name="T50" fmla="*/ 11 w 22"/>
                <a:gd name="T51" fmla="*/ 15 h 25"/>
                <a:gd name="T52" fmla="*/ 10 w 22"/>
                <a:gd name="T53" fmla="*/ 14 h 25"/>
                <a:gd name="T54" fmla="*/ 9 w 22"/>
                <a:gd name="T55" fmla="*/ 16 h 25"/>
                <a:gd name="T56" fmla="*/ 8 w 22"/>
                <a:gd name="T57" fmla="*/ 16 h 25"/>
                <a:gd name="T58" fmla="*/ 6 w 22"/>
                <a:gd name="T59" fmla="*/ 18 h 25"/>
                <a:gd name="T60" fmla="*/ 6 w 22"/>
                <a:gd name="T61" fmla="*/ 19 h 25"/>
                <a:gd name="T62" fmla="*/ 4 w 22"/>
                <a:gd name="T63" fmla="*/ 19 h 25"/>
                <a:gd name="T64" fmla="*/ 2 w 22"/>
                <a:gd name="T65" fmla="*/ 19 h 25"/>
                <a:gd name="T66" fmla="*/ 4 w 22"/>
                <a:gd name="T67" fmla="*/ 18 h 25"/>
                <a:gd name="T68" fmla="*/ 6 w 22"/>
                <a:gd name="T69" fmla="*/ 16 h 25"/>
                <a:gd name="T70" fmla="*/ 7 w 22"/>
                <a:gd name="T71" fmla="*/ 15 h 25"/>
                <a:gd name="T72" fmla="*/ 7 w 22"/>
                <a:gd name="T73" fmla="*/ 15 h 25"/>
                <a:gd name="T74" fmla="*/ 8 w 22"/>
                <a:gd name="T75" fmla="*/ 14 h 25"/>
                <a:gd name="T76" fmla="*/ 9 w 22"/>
                <a:gd name="T77" fmla="*/ 13 h 25"/>
                <a:gd name="T78" fmla="*/ 10 w 22"/>
                <a:gd name="T79" fmla="*/ 11 h 25"/>
                <a:gd name="T80" fmla="*/ 8 w 22"/>
                <a:gd name="T81" fmla="*/ 11 h 25"/>
                <a:gd name="T82" fmla="*/ 7 w 22"/>
                <a:gd name="T83" fmla="*/ 12 h 25"/>
                <a:gd name="T84" fmla="*/ 5 w 22"/>
                <a:gd name="T85" fmla="*/ 13 h 25"/>
                <a:gd name="T86" fmla="*/ 4 w 22"/>
                <a:gd name="T87" fmla="*/ 14 h 25"/>
                <a:gd name="T88" fmla="*/ 1 w 22"/>
                <a:gd name="T89" fmla="*/ 14 h 25"/>
                <a:gd name="T90" fmla="*/ 0 w 22"/>
                <a:gd name="T91" fmla="*/ 15 h 25"/>
                <a:gd name="T92" fmla="*/ 0 w 22"/>
                <a:gd name="T93" fmla="*/ 13 h 25"/>
                <a:gd name="T94" fmla="*/ 0 w 22"/>
                <a:gd name="T95" fmla="*/ 12 h 25"/>
                <a:gd name="T96" fmla="*/ 3 w 22"/>
                <a:gd name="T97" fmla="*/ 11 h 25"/>
                <a:gd name="T98" fmla="*/ 4 w 22"/>
                <a:gd name="T99" fmla="*/ 10 h 25"/>
                <a:gd name="T100" fmla="*/ 5 w 22"/>
                <a:gd name="T101" fmla="*/ 10 h 25"/>
                <a:gd name="T102" fmla="*/ 9 w 22"/>
                <a:gd name="T103" fmla="*/ 10 h 25"/>
                <a:gd name="T104" fmla="*/ 11 w 22"/>
                <a:gd name="T105" fmla="*/ 7 h 25"/>
                <a:gd name="T106" fmla="*/ 12 w 22"/>
                <a:gd name="T107" fmla="*/ 6 h 25"/>
                <a:gd name="T108" fmla="*/ 11 w 22"/>
                <a:gd name="T109" fmla="*/ 1 h 25"/>
                <a:gd name="T110" fmla="*/ 12 w 22"/>
                <a:gd name="T111" fmla="*/ 0 h 25"/>
                <a:gd name="T112" fmla="*/ 14 w 22"/>
                <a:gd name="T113" fmla="*/ 0 h 25"/>
                <a:gd name="T114" fmla="*/ 14 w 22"/>
                <a:gd name="T115" fmla="*/ 2 h 25"/>
                <a:gd name="T116" fmla="*/ 14 w 22"/>
                <a:gd name="T117" fmla="*/ 4 h 25"/>
                <a:gd name="T118" fmla="*/ 14 w 22"/>
                <a:gd name="T119" fmla="*/ 6 h 25"/>
                <a:gd name="T120" fmla="*/ 15 w 22"/>
                <a:gd name="T121" fmla="*/ 8 h 25"/>
                <a:gd name="T122" fmla="*/ 14 w 22"/>
                <a:gd name="T123"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 h="25">
                  <a:moveTo>
                    <a:pt x="15" y="9"/>
                  </a:moveTo>
                  <a:cubicBezTo>
                    <a:pt x="15" y="9"/>
                    <a:pt x="15" y="9"/>
                    <a:pt x="15" y="9"/>
                  </a:cubicBezTo>
                  <a:cubicBezTo>
                    <a:pt x="15" y="9"/>
                    <a:pt x="15" y="9"/>
                    <a:pt x="15" y="9"/>
                  </a:cubicBezTo>
                  <a:cubicBezTo>
                    <a:pt x="15" y="9"/>
                    <a:pt x="15" y="9"/>
                    <a:pt x="15" y="9"/>
                  </a:cubicBezTo>
                  <a:cubicBezTo>
                    <a:pt x="15" y="9"/>
                    <a:pt x="15" y="9"/>
                    <a:pt x="15" y="9"/>
                  </a:cubicBezTo>
                  <a:cubicBezTo>
                    <a:pt x="15" y="9"/>
                    <a:pt x="15" y="9"/>
                    <a:pt x="16" y="9"/>
                  </a:cubicBezTo>
                  <a:cubicBezTo>
                    <a:pt x="16" y="8"/>
                    <a:pt x="16" y="8"/>
                    <a:pt x="16" y="8"/>
                  </a:cubicBezTo>
                  <a:cubicBezTo>
                    <a:pt x="16" y="8"/>
                    <a:pt x="16" y="8"/>
                    <a:pt x="16" y="7"/>
                  </a:cubicBezTo>
                  <a:cubicBezTo>
                    <a:pt x="17" y="7"/>
                    <a:pt x="17" y="7"/>
                    <a:pt x="17" y="7"/>
                  </a:cubicBezTo>
                  <a:cubicBezTo>
                    <a:pt x="17" y="7"/>
                    <a:pt x="17" y="7"/>
                    <a:pt x="17" y="7"/>
                  </a:cubicBezTo>
                  <a:cubicBezTo>
                    <a:pt x="17" y="7"/>
                    <a:pt x="17" y="7"/>
                    <a:pt x="17" y="7"/>
                  </a:cubicBezTo>
                  <a:cubicBezTo>
                    <a:pt x="17" y="7"/>
                    <a:pt x="17" y="7"/>
                    <a:pt x="17" y="6"/>
                  </a:cubicBezTo>
                  <a:cubicBezTo>
                    <a:pt x="17" y="6"/>
                    <a:pt x="17" y="6"/>
                    <a:pt x="17" y="6"/>
                  </a:cubicBezTo>
                  <a:cubicBezTo>
                    <a:pt x="17" y="6"/>
                    <a:pt x="17" y="6"/>
                    <a:pt x="17" y="6"/>
                  </a:cubicBezTo>
                  <a:cubicBezTo>
                    <a:pt x="17" y="6"/>
                    <a:pt x="18" y="6"/>
                    <a:pt x="18" y="6"/>
                  </a:cubicBezTo>
                  <a:cubicBezTo>
                    <a:pt x="18" y="6"/>
                    <a:pt x="18" y="6"/>
                    <a:pt x="18" y="6"/>
                  </a:cubicBezTo>
                  <a:cubicBezTo>
                    <a:pt x="18" y="6"/>
                    <a:pt x="18" y="6"/>
                    <a:pt x="18" y="6"/>
                  </a:cubicBezTo>
                  <a:cubicBezTo>
                    <a:pt x="18" y="5"/>
                    <a:pt x="18" y="5"/>
                    <a:pt x="18" y="5"/>
                  </a:cubicBezTo>
                  <a:cubicBezTo>
                    <a:pt x="18" y="5"/>
                    <a:pt x="18" y="5"/>
                    <a:pt x="18" y="5"/>
                  </a:cubicBezTo>
                  <a:cubicBezTo>
                    <a:pt x="18" y="5"/>
                    <a:pt x="18" y="5"/>
                    <a:pt x="18" y="5"/>
                  </a:cubicBezTo>
                  <a:cubicBezTo>
                    <a:pt x="18" y="5"/>
                    <a:pt x="18" y="4"/>
                    <a:pt x="19" y="4"/>
                  </a:cubicBezTo>
                  <a:cubicBezTo>
                    <a:pt x="19" y="4"/>
                    <a:pt x="19" y="3"/>
                    <a:pt x="19" y="3"/>
                  </a:cubicBezTo>
                  <a:cubicBezTo>
                    <a:pt x="19" y="3"/>
                    <a:pt x="18" y="3"/>
                    <a:pt x="18" y="3"/>
                  </a:cubicBezTo>
                  <a:cubicBezTo>
                    <a:pt x="18" y="3"/>
                    <a:pt x="18" y="2"/>
                    <a:pt x="18" y="2"/>
                  </a:cubicBezTo>
                  <a:cubicBezTo>
                    <a:pt x="18" y="2"/>
                    <a:pt x="18" y="2"/>
                    <a:pt x="18" y="2"/>
                  </a:cubicBezTo>
                  <a:cubicBezTo>
                    <a:pt x="18" y="2"/>
                    <a:pt x="18" y="2"/>
                    <a:pt x="18" y="2"/>
                  </a:cubicBezTo>
                  <a:cubicBezTo>
                    <a:pt x="19" y="2"/>
                    <a:pt x="19" y="1"/>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1" y="2"/>
                  </a:cubicBezTo>
                  <a:cubicBezTo>
                    <a:pt x="21" y="2"/>
                    <a:pt x="21" y="2"/>
                    <a:pt x="21" y="2"/>
                  </a:cubicBezTo>
                  <a:cubicBezTo>
                    <a:pt x="21" y="2"/>
                    <a:pt x="21" y="2"/>
                    <a:pt x="21" y="3"/>
                  </a:cubicBezTo>
                  <a:cubicBezTo>
                    <a:pt x="21" y="3"/>
                    <a:pt x="21" y="3"/>
                    <a:pt x="21" y="3"/>
                  </a:cubicBezTo>
                  <a:cubicBezTo>
                    <a:pt x="21" y="3"/>
                    <a:pt x="21" y="3"/>
                    <a:pt x="21" y="3"/>
                  </a:cubicBezTo>
                  <a:cubicBezTo>
                    <a:pt x="21" y="3"/>
                    <a:pt x="21" y="3"/>
                    <a:pt x="21" y="3"/>
                  </a:cubicBezTo>
                  <a:cubicBezTo>
                    <a:pt x="21" y="3"/>
                    <a:pt x="21" y="3"/>
                    <a:pt x="21" y="3"/>
                  </a:cubicBezTo>
                  <a:cubicBezTo>
                    <a:pt x="21" y="3"/>
                    <a:pt x="21" y="3"/>
                    <a:pt x="21"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6"/>
                    <a:pt x="21" y="6"/>
                    <a:pt x="21" y="7"/>
                  </a:cubicBezTo>
                  <a:cubicBezTo>
                    <a:pt x="21" y="7"/>
                    <a:pt x="21" y="7"/>
                    <a:pt x="21" y="7"/>
                  </a:cubicBezTo>
                  <a:cubicBezTo>
                    <a:pt x="20" y="7"/>
                    <a:pt x="20" y="7"/>
                    <a:pt x="20" y="7"/>
                  </a:cubicBezTo>
                  <a:cubicBezTo>
                    <a:pt x="20" y="7"/>
                    <a:pt x="20" y="7"/>
                    <a:pt x="20" y="8"/>
                  </a:cubicBezTo>
                  <a:cubicBezTo>
                    <a:pt x="20" y="8"/>
                    <a:pt x="20" y="8"/>
                    <a:pt x="20" y="8"/>
                  </a:cubicBezTo>
                  <a:cubicBezTo>
                    <a:pt x="20" y="8"/>
                    <a:pt x="20" y="8"/>
                    <a:pt x="20" y="9"/>
                  </a:cubicBezTo>
                  <a:cubicBezTo>
                    <a:pt x="20" y="9"/>
                    <a:pt x="20" y="9"/>
                    <a:pt x="20" y="9"/>
                  </a:cubicBezTo>
                  <a:cubicBezTo>
                    <a:pt x="19" y="9"/>
                    <a:pt x="19" y="9"/>
                    <a:pt x="19" y="9"/>
                  </a:cubicBezTo>
                  <a:cubicBezTo>
                    <a:pt x="19" y="9"/>
                    <a:pt x="19" y="9"/>
                    <a:pt x="19" y="9"/>
                  </a:cubicBezTo>
                  <a:cubicBezTo>
                    <a:pt x="19" y="10"/>
                    <a:pt x="18" y="10"/>
                    <a:pt x="18" y="10"/>
                  </a:cubicBezTo>
                  <a:cubicBezTo>
                    <a:pt x="18" y="10"/>
                    <a:pt x="18" y="10"/>
                    <a:pt x="18" y="11"/>
                  </a:cubicBezTo>
                  <a:cubicBezTo>
                    <a:pt x="18" y="11"/>
                    <a:pt x="17" y="11"/>
                    <a:pt x="17" y="11"/>
                  </a:cubicBezTo>
                  <a:cubicBezTo>
                    <a:pt x="17" y="11"/>
                    <a:pt x="17" y="11"/>
                    <a:pt x="17" y="11"/>
                  </a:cubicBezTo>
                  <a:cubicBezTo>
                    <a:pt x="17" y="11"/>
                    <a:pt x="17" y="11"/>
                    <a:pt x="17" y="11"/>
                  </a:cubicBezTo>
                  <a:cubicBezTo>
                    <a:pt x="17" y="11"/>
                    <a:pt x="17" y="11"/>
                    <a:pt x="17" y="11"/>
                  </a:cubicBezTo>
                  <a:cubicBezTo>
                    <a:pt x="17" y="11"/>
                    <a:pt x="16" y="11"/>
                    <a:pt x="16" y="11"/>
                  </a:cubicBezTo>
                  <a:cubicBezTo>
                    <a:pt x="16" y="12"/>
                    <a:pt x="16" y="12"/>
                    <a:pt x="16" y="12"/>
                  </a:cubicBezTo>
                  <a:cubicBezTo>
                    <a:pt x="16" y="12"/>
                    <a:pt x="16" y="12"/>
                    <a:pt x="16" y="12"/>
                  </a:cubicBezTo>
                  <a:cubicBezTo>
                    <a:pt x="16" y="12"/>
                    <a:pt x="16" y="12"/>
                    <a:pt x="16" y="12"/>
                  </a:cubicBezTo>
                  <a:cubicBezTo>
                    <a:pt x="15" y="12"/>
                    <a:pt x="15" y="12"/>
                    <a:pt x="15" y="12"/>
                  </a:cubicBezTo>
                  <a:cubicBezTo>
                    <a:pt x="15" y="12"/>
                    <a:pt x="15" y="12"/>
                    <a:pt x="15" y="12"/>
                  </a:cubicBezTo>
                  <a:cubicBezTo>
                    <a:pt x="15" y="12"/>
                    <a:pt x="15" y="12"/>
                    <a:pt x="15" y="13"/>
                  </a:cubicBezTo>
                  <a:cubicBezTo>
                    <a:pt x="15" y="13"/>
                    <a:pt x="15" y="13"/>
                    <a:pt x="15" y="13"/>
                  </a:cubicBezTo>
                  <a:cubicBezTo>
                    <a:pt x="15" y="13"/>
                    <a:pt x="15" y="13"/>
                    <a:pt x="14" y="13"/>
                  </a:cubicBezTo>
                  <a:cubicBezTo>
                    <a:pt x="14" y="13"/>
                    <a:pt x="14" y="13"/>
                    <a:pt x="14" y="13"/>
                  </a:cubicBezTo>
                  <a:cubicBezTo>
                    <a:pt x="14" y="13"/>
                    <a:pt x="14" y="13"/>
                    <a:pt x="14" y="13"/>
                  </a:cubicBezTo>
                  <a:cubicBezTo>
                    <a:pt x="14" y="13"/>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3" y="16"/>
                    <a:pt x="14"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8"/>
                    <a:pt x="13" y="18"/>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20"/>
                  </a:cubicBezTo>
                  <a:cubicBezTo>
                    <a:pt x="13" y="20"/>
                    <a:pt x="13" y="20"/>
                    <a:pt x="13" y="20"/>
                  </a:cubicBezTo>
                  <a:cubicBezTo>
                    <a:pt x="13" y="20"/>
                    <a:pt x="13" y="21"/>
                    <a:pt x="13" y="21"/>
                  </a:cubicBezTo>
                  <a:cubicBezTo>
                    <a:pt x="13" y="21"/>
                    <a:pt x="13" y="21"/>
                    <a:pt x="13" y="21"/>
                  </a:cubicBezTo>
                  <a:cubicBezTo>
                    <a:pt x="13" y="21"/>
                    <a:pt x="13" y="21"/>
                    <a:pt x="13" y="21"/>
                  </a:cubicBezTo>
                  <a:cubicBezTo>
                    <a:pt x="13" y="22"/>
                    <a:pt x="13" y="22"/>
                    <a:pt x="13" y="22"/>
                  </a:cubicBezTo>
                  <a:cubicBezTo>
                    <a:pt x="12" y="22"/>
                    <a:pt x="12" y="22"/>
                    <a:pt x="12" y="22"/>
                  </a:cubicBezTo>
                  <a:cubicBezTo>
                    <a:pt x="12" y="22"/>
                    <a:pt x="12" y="22"/>
                    <a:pt x="12" y="22"/>
                  </a:cubicBezTo>
                  <a:cubicBezTo>
                    <a:pt x="12" y="22"/>
                    <a:pt x="12" y="22"/>
                    <a:pt x="12" y="22"/>
                  </a:cubicBezTo>
                  <a:cubicBezTo>
                    <a:pt x="12" y="23"/>
                    <a:pt x="12" y="23"/>
                    <a:pt x="12" y="23"/>
                  </a:cubicBezTo>
                  <a:cubicBezTo>
                    <a:pt x="12" y="23"/>
                    <a:pt x="12" y="23"/>
                    <a:pt x="12" y="23"/>
                  </a:cubicBezTo>
                  <a:cubicBezTo>
                    <a:pt x="12" y="23"/>
                    <a:pt x="12" y="23"/>
                    <a:pt x="12" y="23"/>
                  </a:cubicBezTo>
                  <a:cubicBezTo>
                    <a:pt x="12" y="23"/>
                    <a:pt x="12" y="23"/>
                    <a:pt x="12" y="23"/>
                  </a:cubicBezTo>
                  <a:cubicBezTo>
                    <a:pt x="12" y="23"/>
                    <a:pt x="12" y="24"/>
                    <a:pt x="12" y="24"/>
                  </a:cubicBezTo>
                  <a:cubicBezTo>
                    <a:pt x="12" y="24"/>
                    <a:pt x="12" y="24"/>
                    <a:pt x="12" y="24"/>
                  </a:cubicBezTo>
                  <a:cubicBezTo>
                    <a:pt x="12" y="24"/>
                    <a:pt x="11" y="24"/>
                    <a:pt x="11" y="25"/>
                  </a:cubicBezTo>
                  <a:cubicBezTo>
                    <a:pt x="11" y="25"/>
                    <a:pt x="11" y="25"/>
                    <a:pt x="11" y="25"/>
                  </a:cubicBezTo>
                  <a:cubicBezTo>
                    <a:pt x="11" y="25"/>
                    <a:pt x="11" y="25"/>
                    <a:pt x="11" y="25"/>
                  </a:cubicBezTo>
                  <a:cubicBezTo>
                    <a:pt x="10" y="25"/>
                    <a:pt x="10" y="25"/>
                    <a:pt x="9" y="25"/>
                  </a:cubicBezTo>
                  <a:cubicBezTo>
                    <a:pt x="9" y="24"/>
                    <a:pt x="9" y="24"/>
                    <a:pt x="8" y="24"/>
                  </a:cubicBezTo>
                  <a:cubicBezTo>
                    <a:pt x="8" y="24"/>
                    <a:pt x="8" y="24"/>
                    <a:pt x="8" y="24"/>
                  </a:cubicBezTo>
                  <a:cubicBezTo>
                    <a:pt x="8" y="23"/>
                    <a:pt x="8" y="23"/>
                    <a:pt x="8" y="23"/>
                  </a:cubicBezTo>
                  <a:cubicBezTo>
                    <a:pt x="8" y="23"/>
                    <a:pt x="8" y="23"/>
                    <a:pt x="8" y="23"/>
                  </a:cubicBezTo>
                  <a:cubicBezTo>
                    <a:pt x="8" y="23"/>
                    <a:pt x="8" y="23"/>
                    <a:pt x="8" y="23"/>
                  </a:cubicBezTo>
                  <a:cubicBezTo>
                    <a:pt x="8" y="22"/>
                    <a:pt x="8" y="22"/>
                    <a:pt x="8" y="22"/>
                  </a:cubicBezTo>
                  <a:cubicBezTo>
                    <a:pt x="8" y="22"/>
                    <a:pt x="9" y="22"/>
                    <a:pt x="9" y="21"/>
                  </a:cubicBezTo>
                  <a:cubicBezTo>
                    <a:pt x="9" y="21"/>
                    <a:pt x="10" y="21"/>
                    <a:pt x="10" y="21"/>
                  </a:cubicBezTo>
                  <a:cubicBezTo>
                    <a:pt x="10" y="20"/>
                    <a:pt x="10" y="19"/>
                    <a:pt x="10" y="19"/>
                  </a:cubicBezTo>
                  <a:cubicBezTo>
                    <a:pt x="10" y="18"/>
                    <a:pt x="10" y="17"/>
                    <a:pt x="10" y="17"/>
                  </a:cubicBezTo>
                  <a:cubicBezTo>
                    <a:pt x="10" y="17"/>
                    <a:pt x="11" y="17"/>
                    <a:pt x="11" y="17"/>
                  </a:cubicBezTo>
                  <a:cubicBezTo>
                    <a:pt x="11" y="16"/>
                    <a:pt x="11" y="16"/>
                    <a:pt x="11" y="16"/>
                  </a:cubicBezTo>
                  <a:cubicBezTo>
                    <a:pt x="11" y="16"/>
                    <a:pt x="11" y="16"/>
                    <a:pt x="11" y="16"/>
                  </a:cubicBezTo>
                  <a:cubicBezTo>
                    <a:pt x="11" y="16"/>
                    <a:pt x="11" y="16"/>
                    <a:pt x="11" y="16"/>
                  </a:cubicBezTo>
                  <a:cubicBezTo>
                    <a:pt x="11" y="16"/>
                    <a:pt x="11" y="16"/>
                    <a:pt x="11" y="16"/>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4"/>
                    <a:pt x="10" y="14"/>
                    <a:pt x="10" y="14"/>
                  </a:cubicBezTo>
                  <a:cubicBezTo>
                    <a:pt x="10" y="14"/>
                    <a:pt x="10" y="15"/>
                    <a:pt x="10" y="15"/>
                  </a:cubicBezTo>
                  <a:cubicBezTo>
                    <a:pt x="10" y="15"/>
                    <a:pt x="9" y="15"/>
                    <a:pt x="9" y="15"/>
                  </a:cubicBezTo>
                  <a:cubicBezTo>
                    <a:pt x="9" y="15"/>
                    <a:pt x="9" y="15"/>
                    <a:pt x="9" y="15"/>
                  </a:cubicBezTo>
                  <a:cubicBezTo>
                    <a:pt x="9" y="15"/>
                    <a:pt x="9" y="15"/>
                    <a:pt x="9" y="16"/>
                  </a:cubicBezTo>
                  <a:cubicBezTo>
                    <a:pt x="9" y="16"/>
                    <a:pt x="9" y="16"/>
                    <a:pt x="9" y="16"/>
                  </a:cubicBezTo>
                  <a:cubicBezTo>
                    <a:pt x="9" y="16"/>
                    <a:pt x="9" y="16"/>
                    <a:pt x="9" y="16"/>
                  </a:cubicBezTo>
                  <a:cubicBezTo>
                    <a:pt x="9" y="16"/>
                    <a:pt x="8" y="16"/>
                    <a:pt x="8" y="16"/>
                  </a:cubicBezTo>
                  <a:cubicBezTo>
                    <a:pt x="8" y="16"/>
                    <a:pt x="8" y="16"/>
                    <a:pt x="8" y="16"/>
                  </a:cubicBezTo>
                  <a:cubicBezTo>
                    <a:pt x="8" y="16"/>
                    <a:pt x="8" y="16"/>
                    <a:pt x="8" y="16"/>
                  </a:cubicBezTo>
                  <a:cubicBezTo>
                    <a:pt x="8" y="16"/>
                    <a:pt x="8" y="16"/>
                    <a:pt x="8" y="16"/>
                  </a:cubicBezTo>
                  <a:cubicBezTo>
                    <a:pt x="7" y="17"/>
                    <a:pt x="8" y="17"/>
                    <a:pt x="7" y="17"/>
                  </a:cubicBezTo>
                  <a:cubicBezTo>
                    <a:pt x="7" y="17"/>
                    <a:pt x="7" y="17"/>
                    <a:pt x="7" y="17"/>
                  </a:cubicBezTo>
                  <a:cubicBezTo>
                    <a:pt x="7" y="18"/>
                    <a:pt x="7" y="18"/>
                    <a:pt x="7" y="18"/>
                  </a:cubicBezTo>
                  <a:cubicBezTo>
                    <a:pt x="7" y="18"/>
                    <a:pt x="7" y="18"/>
                    <a:pt x="7" y="18"/>
                  </a:cubicBezTo>
                  <a:cubicBezTo>
                    <a:pt x="7" y="18"/>
                    <a:pt x="7" y="18"/>
                    <a:pt x="6" y="18"/>
                  </a:cubicBezTo>
                  <a:cubicBezTo>
                    <a:pt x="6" y="18"/>
                    <a:pt x="6" y="18"/>
                    <a:pt x="6" y="18"/>
                  </a:cubicBezTo>
                  <a:cubicBezTo>
                    <a:pt x="6" y="18"/>
                    <a:pt x="6" y="18"/>
                    <a:pt x="6" y="18"/>
                  </a:cubicBezTo>
                  <a:cubicBezTo>
                    <a:pt x="6" y="18"/>
                    <a:pt x="6" y="18"/>
                    <a:pt x="6" y="18"/>
                  </a:cubicBezTo>
                  <a:cubicBezTo>
                    <a:pt x="6" y="18"/>
                    <a:pt x="6" y="18"/>
                    <a:pt x="6" y="18"/>
                  </a:cubicBezTo>
                  <a:cubicBezTo>
                    <a:pt x="6" y="18"/>
                    <a:pt x="6" y="18"/>
                    <a:pt x="6" y="19"/>
                  </a:cubicBezTo>
                  <a:cubicBezTo>
                    <a:pt x="6" y="19"/>
                    <a:pt x="5" y="19"/>
                    <a:pt x="5" y="19"/>
                  </a:cubicBezTo>
                  <a:cubicBezTo>
                    <a:pt x="5" y="19"/>
                    <a:pt x="5" y="19"/>
                    <a:pt x="5" y="19"/>
                  </a:cubicBezTo>
                  <a:cubicBezTo>
                    <a:pt x="5" y="19"/>
                    <a:pt x="5" y="19"/>
                    <a:pt x="5" y="19"/>
                  </a:cubicBezTo>
                  <a:cubicBezTo>
                    <a:pt x="5" y="19"/>
                    <a:pt x="5" y="19"/>
                    <a:pt x="5" y="19"/>
                  </a:cubicBezTo>
                  <a:cubicBezTo>
                    <a:pt x="5" y="19"/>
                    <a:pt x="4" y="19"/>
                    <a:pt x="4" y="19"/>
                  </a:cubicBezTo>
                  <a:cubicBezTo>
                    <a:pt x="4" y="19"/>
                    <a:pt x="4" y="20"/>
                    <a:pt x="4" y="20"/>
                  </a:cubicBezTo>
                  <a:cubicBezTo>
                    <a:pt x="4" y="20"/>
                    <a:pt x="4" y="20"/>
                    <a:pt x="4" y="20"/>
                  </a:cubicBezTo>
                  <a:cubicBezTo>
                    <a:pt x="4" y="20"/>
                    <a:pt x="4" y="20"/>
                    <a:pt x="4" y="20"/>
                  </a:cubicBezTo>
                  <a:cubicBezTo>
                    <a:pt x="3" y="20"/>
                    <a:pt x="3" y="20"/>
                    <a:pt x="2" y="20"/>
                  </a:cubicBezTo>
                  <a:cubicBezTo>
                    <a:pt x="2" y="20"/>
                    <a:pt x="2" y="20"/>
                    <a:pt x="2" y="19"/>
                  </a:cubicBezTo>
                  <a:cubicBezTo>
                    <a:pt x="2" y="19"/>
                    <a:pt x="2" y="19"/>
                    <a:pt x="3" y="19"/>
                  </a:cubicBezTo>
                  <a:cubicBezTo>
                    <a:pt x="3" y="18"/>
                    <a:pt x="3" y="18"/>
                    <a:pt x="3" y="18"/>
                  </a:cubicBezTo>
                  <a:cubicBezTo>
                    <a:pt x="3" y="18"/>
                    <a:pt x="4" y="18"/>
                    <a:pt x="4" y="18"/>
                  </a:cubicBezTo>
                  <a:cubicBezTo>
                    <a:pt x="4" y="18"/>
                    <a:pt x="4" y="18"/>
                    <a:pt x="4" y="18"/>
                  </a:cubicBezTo>
                  <a:cubicBezTo>
                    <a:pt x="4" y="18"/>
                    <a:pt x="4" y="18"/>
                    <a:pt x="4" y="18"/>
                  </a:cubicBezTo>
                  <a:cubicBezTo>
                    <a:pt x="4" y="18"/>
                    <a:pt x="4" y="18"/>
                    <a:pt x="5" y="18"/>
                  </a:cubicBezTo>
                  <a:cubicBezTo>
                    <a:pt x="5" y="18"/>
                    <a:pt x="5" y="17"/>
                    <a:pt x="5" y="17"/>
                  </a:cubicBezTo>
                  <a:cubicBezTo>
                    <a:pt x="5" y="17"/>
                    <a:pt x="5" y="18"/>
                    <a:pt x="5" y="17"/>
                  </a:cubicBezTo>
                  <a:cubicBezTo>
                    <a:pt x="5" y="17"/>
                    <a:pt x="5" y="17"/>
                    <a:pt x="5" y="17"/>
                  </a:cubicBezTo>
                  <a:cubicBezTo>
                    <a:pt x="6" y="17"/>
                    <a:pt x="6" y="16"/>
                    <a:pt x="6" y="16"/>
                  </a:cubicBezTo>
                  <a:cubicBezTo>
                    <a:pt x="6" y="16"/>
                    <a:pt x="6" y="16"/>
                    <a:pt x="6" y="16"/>
                  </a:cubicBezTo>
                  <a:cubicBezTo>
                    <a:pt x="6"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8" y="15"/>
                    <a:pt x="8" y="15"/>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3"/>
                    <a:pt x="9" y="13"/>
                    <a:pt x="9" y="13"/>
                  </a:cubicBezTo>
                  <a:cubicBezTo>
                    <a:pt x="9" y="12"/>
                    <a:pt x="9" y="12"/>
                    <a:pt x="10" y="12"/>
                  </a:cubicBezTo>
                  <a:cubicBezTo>
                    <a:pt x="10" y="12"/>
                    <a:pt x="10" y="12"/>
                    <a:pt x="10" y="12"/>
                  </a:cubicBezTo>
                  <a:cubicBezTo>
                    <a:pt x="10" y="12"/>
                    <a:pt x="10" y="11"/>
                    <a:pt x="10" y="11"/>
                  </a:cubicBezTo>
                  <a:cubicBezTo>
                    <a:pt x="10" y="11"/>
                    <a:pt x="10" y="11"/>
                    <a:pt x="10" y="11"/>
                  </a:cubicBezTo>
                  <a:cubicBezTo>
                    <a:pt x="10" y="11"/>
                    <a:pt x="10" y="11"/>
                    <a:pt x="10" y="11"/>
                  </a:cubicBezTo>
                  <a:cubicBezTo>
                    <a:pt x="10" y="11"/>
                    <a:pt x="9" y="11"/>
                    <a:pt x="9" y="11"/>
                  </a:cubicBezTo>
                  <a:cubicBezTo>
                    <a:pt x="9" y="11"/>
                    <a:pt x="9" y="11"/>
                    <a:pt x="8" y="11"/>
                  </a:cubicBezTo>
                  <a:cubicBezTo>
                    <a:pt x="8" y="11"/>
                    <a:pt x="8" y="11"/>
                    <a:pt x="8" y="11"/>
                  </a:cubicBezTo>
                  <a:cubicBezTo>
                    <a:pt x="8" y="11"/>
                    <a:pt x="8" y="11"/>
                    <a:pt x="8" y="11"/>
                  </a:cubicBezTo>
                  <a:cubicBezTo>
                    <a:pt x="8" y="11"/>
                    <a:pt x="8" y="12"/>
                    <a:pt x="8" y="12"/>
                  </a:cubicBezTo>
                  <a:cubicBezTo>
                    <a:pt x="8" y="12"/>
                    <a:pt x="8" y="12"/>
                    <a:pt x="8" y="12"/>
                  </a:cubicBezTo>
                  <a:cubicBezTo>
                    <a:pt x="8" y="12"/>
                    <a:pt x="8" y="12"/>
                    <a:pt x="8" y="12"/>
                  </a:cubicBezTo>
                  <a:cubicBezTo>
                    <a:pt x="7" y="12"/>
                    <a:pt x="7" y="12"/>
                    <a:pt x="7" y="12"/>
                  </a:cubicBezTo>
                  <a:cubicBezTo>
                    <a:pt x="7" y="12"/>
                    <a:pt x="7" y="12"/>
                    <a:pt x="7" y="12"/>
                  </a:cubicBezTo>
                  <a:cubicBezTo>
                    <a:pt x="7" y="12"/>
                    <a:pt x="7" y="12"/>
                    <a:pt x="7" y="12"/>
                  </a:cubicBezTo>
                  <a:cubicBezTo>
                    <a:pt x="6" y="13"/>
                    <a:pt x="6" y="13"/>
                    <a:pt x="6" y="13"/>
                  </a:cubicBezTo>
                  <a:cubicBezTo>
                    <a:pt x="6" y="13"/>
                    <a:pt x="6" y="13"/>
                    <a:pt x="6" y="13"/>
                  </a:cubicBezTo>
                  <a:cubicBezTo>
                    <a:pt x="5" y="13"/>
                    <a:pt x="5" y="13"/>
                    <a:pt x="5" y="13"/>
                  </a:cubicBezTo>
                  <a:cubicBezTo>
                    <a:pt x="5" y="13"/>
                    <a:pt x="5" y="13"/>
                    <a:pt x="5" y="13"/>
                  </a:cubicBezTo>
                  <a:cubicBezTo>
                    <a:pt x="5" y="13"/>
                    <a:pt x="5" y="13"/>
                    <a:pt x="4" y="13"/>
                  </a:cubicBezTo>
                  <a:cubicBezTo>
                    <a:pt x="4" y="13"/>
                    <a:pt x="4" y="13"/>
                    <a:pt x="4" y="14"/>
                  </a:cubicBezTo>
                  <a:cubicBezTo>
                    <a:pt x="4" y="14"/>
                    <a:pt x="4" y="14"/>
                    <a:pt x="4" y="14"/>
                  </a:cubicBezTo>
                  <a:cubicBezTo>
                    <a:pt x="4" y="14"/>
                    <a:pt x="4" y="14"/>
                    <a:pt x="4"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1" y="14"/>
                  </a:cubicBezTo>
                  <a:cubicBezTo>
                    <a:pt x="1" y="14"/>
                    <a:pt x="1" y="14"/>
                    <a:pt x="1" y="14"/>
                  </a:cubicBezTo>
                  <a:cubicBezTo>
                    <a:pt x="1" y="14"/>
                    <a:pt x="1" y="15"/>
                    <a:pt x="1" y="15"/>
                  </a:cubicBezTo>
                  <a:cubicBezTo>
                    <a:pt x="1" y="15"/>
                    <a:pt x="1" y="15"/>
                    <a:pt x="1" y="15"/>
                  </a:cubicBezTo>
                  <a:cubicBezTo>
                    <a:pt x="1" y="15"/>
                    <a:pt x="1" y="15"/>
                    <a:pt x="1" y="15"/>
                  </a:cubicBezTo>
                  <a:cubicBezTo>
                    <a:pt x="0" y="15"/>
                    <a:pt x="0" y="15"/>
                    <a:pt x="0" y="15"/>
                  </a:cubicBezTo>
                  <a:cubicBezTo>
                    <a:pt x="0" y="15"/>
                    <a:pt x="0" y="14"/>
                    <a:pt x="0" y="14"/>
                  </a:cubicBezTo>
                  <a:cubicBezTo>
                    <a:pt x="0" y="14"/>
                    <a:pt x="0" y="14"/>
                    <a:pt x="0" y="14"/>
                  </a:cubicBezTo>
                  <a:cubicBezTo>
                    <a:pt x="0" y="14"/>
                    <a:pt x="0" y="14"/>
                    <a:pt x="0" y="14"/>
                  </a:cubicBezTo>
                  <a:cubicBezTo>
                    <a:pt x="0" y="14"/>
                    <a:pt x="0" y="14"/>
                    <a:pt x="0" y="14"/>
                  </a:cubicBezTo>
                  <a:cubicBezTo>
                    <a:pt x="0" y="14"/>
                    <a:pt x="0"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0" y="12"/>
                    <a:pt x="0" y="12"/>
                  </a:cubicBezTo>
                  <a:cubicBezTo>
                    <a:pt x="1" y="12"/>
                    <a:pt x="1" y="12"/>
                    <a:pt x="1" y="12"/>
                  </a:cubicBezTo>
                  <a:cubicBezTo>
                    <a:pt x="1" y="12"/>
                    <a:pt x="1" y="11"/>
                    <a:pt x="1" y="11"/>
                  </a:cubicBezTo>
                  <a:cubicBezTo>
                    <a:pt x="1" y="11"/>
                    <a:pt x="1" y="11"/>
                    <a:pt x="1" y="11"/>
                  </a:cubicBezTo>
                  <a:cubicBezTo>
                    <a:pt x="2" y="10"/>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4" y="10"/>
                    <a:pt x="4" y="10"/>
                  </a:cubicBezTo>
                  <a:cubicBezTo>
                    <a:pt x="4" y="10"/>
                    <a:pt x="4" y="10"/>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8" y="10"/>
                    <a:pt x="8" y="9"/>
                  </a:cubicBezTo>
                  <a:cubicBezTo>
                    <a:pt x="8" y="9"/>
                    <a:pt x="9" y="10"/>
                    <a:pt x="9" y="10"/>
                  </a:cubicBezTo>
                  <a:cubicBezTo>
                    <a:pt x="9" y="9"/>
                    <a:pt x="9" y="9"/>
                    <a:pt x="9" y="9"/>
                  </a:cubicBezTo>
                  <a:cubicBezTo>
                    <a:pt x="9" y="9"/>
                    <a:pt x="9" y="9"/>
                    <a:pt x="9" y="9"/>
                  </a:cubicBezTo>
                  <a:cubicBezTo>
                    <a:pt x="9" y="9"/>
                    <a:pt x="10" y="9"/>
                    <a:pt x="10" y="9"/>
                  </a:cubicBezTo>
                  <a:cubicBezTo>
                    <a:pt x="10" y="9"/>
                    <a:pt x="11" y="9"/>
                    <a:pt x="11" y="8"/>
                  </a:cubicBezTo>
                  <a:cubicBezTo>
                    <a:pt x="11" y="8"/>
                    <a:pt x="11" y="8"/>
                    <a:pt x="11" y="7"/>
                  </a:cubicBezTo>
                  <a:cubicBezTo>
                    <a:pt x="11" y="7"/>
                    <a:pt x="11" y="7"/>
                    <a:pt x="11" y="7"/>
                  </a:cubicBezTo>
                  <a:cubicBezTo>
                    <a:pt x="11" y="7"/>
                    <a:pt x="11" y="7"/>
                    <a:pt x="11" y="7"/>
                  </a:cubicBezTo>
                  <a:cubicBezTo>
                    <a:pt x="11" y="7"/>
                    <a:pt x="11" y="7"/>
                    <a:pt x="11" y="7"/>
                  </a:cubicBezTo>
                  <a:cubicBezTo>
                    <a:pt x="11" y="7"/>
                    <a:pt x="11" y="7"/>
                    <a:pt x="12" y="6"/>
                  </a:cubicBezTo>
                  <a:cubicBezTo>
                    <a:pt x="12" y="6"/>
                    <a:pt x="12" y="6"/>
                    <a:pt x="12" y="6"/>
                  </a:cubicBezTo>
                  <a:cubicBezTo>
                    <a:pt x="12" y="5"/>
                    <a:pt x="12" y="5"/>
                    <a:pt x="12" y="4"/>
                  </a:cubicBezTo>
                  <a:cubicBezTo>
                    <a:pt x="12" y="4"/>
                    <a:pt x="12" y="3"/>
                    <a:pt x="12" y="4"/>
                  </a:cubicBezTo>
                  <a:cubicBezTo>
                    <a:pt x="12" y="3"/>
                    <a:pt x="12" y="2"/>
                    <a:pt x="12" y="1"/>
                  </a:cubicBezTo>
                  <a:cubicBezTo>
                    <a:pt x="12" y="1"/>
                    <a:pt x="11" y="1"/>
                    <a:pt x="11" y="1"/>
                  </a:cubicBezTo>
                  <a:cubicBezTo>
                    <a:pt x="11" y="1"/>
                    <a:pt x="11" y="1"/>
                    <a:pt x="11" y="1"/>
                  </a:cubicBezTo>
                  <a:cubicBezTo>
                    <a:pt x="11" y="1"/>
                    <a:pt x="11" y="0"/>
                    <a:pt x="11" y="0"/>
                  </a:cubicBezTo>
                  <a:cubicBezTo>
                    <a:pt x="11" y="0"/>
                    <a:pt x="11" y="0"/>
                    <a:pt x="11" y="0"/>
                  </a:cubicBezTo>
                  <a:cubicBezTo>
                    <a:pt x="11" y="0"/>
                    <a:pt x="11" y="0"/>
                    <a:pt x="11" y="0"/>
                  </a:cubicBezTo>
                  <a:cubicBezTo>
                    <a:pt x="11" y="0"/>
                    <a:pt x="11" y="0"/>
                    <a:pt x="11" y="0"/>
                  </a:cubicBezTo>
                  <a:cubicBezTo>
                    <a:pt x="12" y="0"/>
                    <a:pt x="12" y="0"/>
                    <a:pt x="12" y="0"/>
                  </a:cubicBezTo>
                  <a:cubicBezTo>
                    <a:pt x="12" y="0"/>
                    <a:pt x="12" y="0"/>
                    <a:pt x="12" y="0"/>
                  </a:cubicBezTo>
                  <a:cubicBezTo>
                    <a:pt x="12" y="0"/>
                    <a:pt x="12" y="0"/>
                    <a:pt x="12" y="0"/>
                  </a:cubicBezTo>
                  <a:cubicBezTo>
                    <a:pt x="12" y="0"/>
                    <a:pt x="13" y="0"/>
                    <a:pt x="13" y="0"/>
                  </a:cubicBezTo>
                  <a:cubicBezTo>
                    <a:pt x="13" y="0"/>
                    <a:pt x="13" y="0"/>
                    <a:pt x="13" y="0"/>
                  </a:cubicBezTo>
                  <a:cubicBezTo>
                    <a:pt x="13" y="0"/>
                    <a:pt x="13"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2"/>
                  </a:cubicBezTo>
                  <a:cubicBezTo>
                    <a:pt x="14" y="2"/>
                    <a:pt x="14" y="2"/>
                    <a:pt x="14" y="2"/>
                  </a:cubicBezTo>
                  <a:cubicBezTo>
                    <a:pt x="14" y="2"/>
                    <a:pt x="14" y="3"/>
                    <a:pt x="14"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14" y="5"/>
                    <a:pt x="14" y="5"/>
                  </a:cubicBezTo>
                  <a:cubicBezTo>
                    <a:pt x="14" y="5"/>
                    <a:pt x="14" y="5"/>
                    <a:pt x="14" y="5"/>
                  </a:cubicBezTo>
                  <a:cubicBezTo>
                    <a:pt x="14" y="5"/>
                    <a:pt x="14" y="6"/>
                    <a:pt x="14" y="6"/>
                  </a:cubicBezTo>
                  <a:cubicBezTo>
                    <a:pt x="14" y="6"/>
                    <a:pt x="14" y="6"/>
                    <a:pt x="14" y="7"/>
                  </a:cubicBezTo>
                  <a:cubicBezTo>
                    <a:pt x="14" y="7"/>
                    <a:pt x="14" y="7"/>
                    <a:pt x="14" y="7"/>
                  </a:cubicBezTo>
                  <a:cubicBezTo>
                    <a:pt x="14" y="7"/>
                    <a:pt x="14" y="7"/>
                    <a:pt x="14" y="7"/>
                  </a:cubicBezTo>
                  <a:cubicBezTo>
                    <a:pt x="14" y="7"/>
                    <a:pt x="14" y="7"/>
                    <a:pt x="15" y="8"/>
                  </a:cubicBezTo>
                  <a:cubicBezTo>
                    <a:pt x="15" y="8"/>
                    <a:pt x="15" y="8"/>
                    <a:pt x="15" y="8"/>
                  </a:cubicBezTo>
                  <a:cubicBezTo>
                    <a:pt x="15" y="8"/>
                    <a:pt x="15" y="8"/>
                    <a:pt x="15" y="8"/>
                  </a:cubicBezTo>
                  <a:cubicBezTo>
                    <a:pt x="15" y="8"/>
                    <a:pt x="15" y="9"/>
                    <a:pt x="15" y="10"/>
                  </a:cubicBezTo>
                  <a:cubicBezTo>
                    <a:pt x="14" y="10"/>
                    <a:pt x="14" y="10"/>
                    <a:pt x="14" y="10"/>
                  </a:cubicBezTo>
                  <a:cubicBezTo>
                    <a:pt x="14" y="10"/>
                    <a:pt x="14" y="10"/>
                    <a:pt x="14" y="10"/>
                  </a:cubicBezTo>
                  <a:cubicBezTo>
                    <a:pt x="14" y="10"/>
                    <a:pt x="14" y="10"/>
                    <a:pt x="14" y="10"/>
                  </a:cubicBezTo>
                  <a:cubicBezTo>
                    <a:pt x="14" y="10"/>
                    <a:pt x="14" y="10"/>
                    <a:pt x="14" y="10"/>
                  </a:cubicBezTo>
                  <a:cubicBezTo>
                    <a:pt x="15" y="10"/>
                    <a:pt x="14" y="10"/>
                    <a:pt x="15" y="10"/>
                  </a:cubicBezTo>
                  <a:cubicBezTo>
                    <a:pt x="15" y="10"/>
                    <a:pt x="15" y="10"/>
                    <a:pt x="15" y="10"/>
                  </a:cubicBezTo>
                  <a:cubicBezTo>
                    <a:pt x="15" y="9"/>
                    <a:pt x="15" y="9"/>
                    <a:pt x="15" y="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ṡ1ïḑé"/>
            <p:cNvSpPr/>
            <p:nvPr/>
          </p:nvSpPr>
          <p:spPr bwMode="auto">
            <a:xfrm>
              <a:off x="4143583" y="4091051"/>
              <a:ext cx="45561" cy="15187"/>
            </a:xfrm>
            <a:custGeom>
              <a:avLst/>
              <a:gdLst>
                <a:gd name="T0" fmla="*/ 8 w 9"/>
                <a:gd name="T1" fmla="*/ 0 h 3"/>
                <a:gd name="T2" fmla="*/ 8 w 9"/>
                <a:gd name="T3" fmla="*/ 0 h 3"/>
                <a:gd name="T4" fmla="*/ 9 w 9"/>
                <a:gd name="T5" fmla="*/ 1 h 3"/>
                <a:gd name="T6" fmla="*/ 9 w 9"/>
                <a:gd name="T7" fmla="*/ 1 h 3"/>
                <a:gd name="T8" fmla="*/ 9 w 9"/>
                <a:gd name="T9" fmla="*/ 1 h 3"/>
                <a:gd name="T10" fmla="*/ 9 w 9"/>
                <a:gd name="T11" fmla="*/ 2 h 3"/>
                <a:gd name="T12" fmla="*/ 9 w 9"/>
                <a:gd name="T13" fmla="*/ 2 h 3"/>
                <a:gd name="T14" fmla="*/ 9 w 9"/>
                <a:gd name="T15" fmla="*/ 3 h 3"/>
                <a:gd name="T16" fmla="*/ 9 w 9"/>
                <a:gd name="T17" fmla="*/ 3 h 3"/>
                <a:gd name="T18" fmla="*/ 9 w 9"/>
                <a:gd name="T19" fmla="*/ 3 h 3"/>
                <a:gd name="T20" fmla="*/ 9 w 9"/>
                <a:gd name="T21" fmla="*/ 3 h 3"/>
                <a:gd name="T22" fmla="*/ 9 w 9"/>
                <a:gd name="T23" fmla="*/ 3 h 3"/>
                <a:gd name="T24" fmla="*/ 8 w 9"/>
                <a:gd name="T25" fmla="*/ 3 h 3"/>
                <a:gd name="T26" fmla="*/ 8 w 9"/>
                <a:gd name="T27" fmla="*/ 3 h 3"/>
                <a:gd name="T28" fmla="*/ 8 w 9"/>
                <a:gd name="T29" fmla="*/ 3 h 3"/>
                <a:gd name="T30" fmla="*/ 8 w 9"/>
                <a:gd name="T31" fmla="*/ 3 h 3"/>
                <a:gd name="T32" fmla="*/ 7 w 9"/>
                <a:gd name="T33" fmla="*/ 3 h 3"/>
                <a:gd name="T34" fmla="*/ 5 w 9"/>
                <a:gd name="T35" fmla="*/ 3 h 3"/>
                <a:gd name="T36" fmla="*/ 5 w 9"/>
                <a:gd name="T37" fmla="*/ 3 h 3"/>
                <a:gd name="T38" fmla="*/ 3 w 9"/>
                <a:gd name="T39" fmla="*/ 3 h 3"/>
                <a:gd name="T40" fmla="*/ 3 w 9"/>
                <a:gd name="T41" fmla="*/ 3 h 3"/>
                <a:gd name="T42" fmla="*/ 3 w 9"/>
                <a:gd name="T43" fmla="*/ 3 h 3"/>
                <a:gd name="T44" fmla="*/ 3 w 9"/>
                <a:gd name="T45" fmla="*/ 3 h 3"/>
                <a:gd name="T46" fmla="*/ 2 w 9"/>
                <a:gd name="T47" fmla="*/ 3 h 3"/>
                <a:gd name="T48" fmla="*/ 2 w 9"/>
                <a:gd name="T49" fmla="*/ 3 h 3"/>
                <a:gd name="T50" fmla="*/ 2 w 9"/>
                <a:gd name="T51" fmla="*/ 3 h 3"/>
                <a:gd name="T52" fmla="*/ 2 w 9"/>
                <a:gd name="T53" fmla="*/ 3 h 3"/>
                <a:gd name="T54" fmla="*/ 0 w 9"/>
                <a:gd name="T55" fmla="*/ 3 h 3"/>
                <a:gd name="T56" fmla="*/ 0 w 9"/>
                <a:gd name="T57" fmla="*/ 3 h 3"/>
                <a:gd name="T58" fmla="*/ 0 w 9"/>
                <a:gd name="T59" fmla="*/ 3 h 3"/>
                <a:gd name="T60" fmla="*/ 0 w 9"/>
                <a:gd name="T61" fmla="*/ 2 h 3"/>
                <a:gd name="T62" fmla="*/ 1 w 9"/>
                <a:gd name="T63" fmla="*/ 1 h 3"/>
                <a:gd name="T64" fmla="*/ 1 w 9"/>
                <a:gd name="T65" fmla="*/ 1 h 3"/>
                <a:gd name="T66" fmla="*/ 3 w 9"/>
                <a:gd name="T67" fmla="*/ 1 h 3"/>
                <a:gd name="T68" fmla="*/ 3 w 9"/>
                <a:gd name="T69" fmla="*/ 1 h 3"/>
                <a:gd name="T70" fmla="*/ 3 w 9"/>
                <a:gd name="T71" fmla="*/ 1 h 3"/>
                <a:gd name="T72" fmla="*/ 3 w 9"/>
                <a:gd name="T73" fmla="*/ 1 h 3"/>
                <a:gd name="T74" fmla="*/ 3 w 9"/>
                <a:gd name="T75" fmla="*/ 1 h 3"/>
                <a:gd name="T76" fmla="*/ 3 w 9"/>
                <a:gd name="T77" fmla="*/ 1 h 3"/>
                <a:gd name="T78" fmla="*/ 4 w 9"/>
                <a:gd name="T79" fmla="*/ 1 h 3"/>
                <a:gd name="T80" fmla="*/ 4 w 9"/>
                <a:gd name="T81" fmla="*/ 1 h 3"/>
                <a:gd name="T82" fmla="*/ 5 w 9"/>
                <a:gd name="T83" fmla="*/ 0 h 3"/>
                <a:gd name="T84" fmla="*/ 5 w 9"/>
                <a:gd name="T85" fmla="*/ 0 h 3"/>
                <a:gd name="T86" fmla="*/ 5 w 9"/>
                <a:gd name="T87" fmla="*/ 0 h 3"/>
                <a:gd name="T88" fmla="*/ 5 w 9"/>
                <a:gd name="T89" fmla="*/ 0 h 3"/>
                <a:gd name="T90" fmla="*/ 5 w 9"/>
                <a:gd name="T91" fmla="*/ 0 h 3"/>
                <a:gd name="T92" fmla="*/ 5 w 9"/>
                <a:gd name="T93" fmla="*/ 0 h 3"/>
                <a:gd name="T94" fmla="*/ 6 w 9"/>
                <a:gd name="T95" fmla="*/ 0 h 3"/>
                <a:gd name="T96" fmla="*/ 6 w 9"/>
                <a:gd name="T97" fmla="*/ 0 h 3"/>
                <a:gd name="T98" fmla="*/ 7 w 9"/>
                <a:gd name="T99" fmla="*/ 0 h 3"/>
                <a:gd name="T100" fmla="*/ 7 w 9"/>
                <a:gd name="T101" fmla="*/ 0 h 3"/>
                <a:gd name="T102" fmla="*/ 7 w 9"/>
                <a:gd name="T103" fmla="*/ 0 h 3"/>
                <a:gd name="T104" fmla="*/ 7 w 9"/>
                <a:gd name="T105" fmla="*/ 0 h 3"/>
                <a:gd name="T106" fmla="*/ 8 w 9"/>
                <a:gd name="T10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 h="3">
                  <a:moveTo>
                    <a:pt x="8" y="0"/>
                  </a:moveTo>
                  <a:cubicBezTo>
                    <a:pt x="8" y="0"/>
                    <a:pt x="8" y="0"/>
                    <a:pt x="8" y="0"/>
                  </a:cubicBezTo>
                  <a:cubicBezTo>
                    <a:pt x="8" y="1"/>
                    <a:pt x="9" y="1"/>
                    <a:pt x="9" y="1"/>
                  </a:cubicBezTo>
                  <a:cubicBezTo>
                    <a:pt x="9" y="1"/>
                    <a:pt x="9" y="1"/>
                    <a:pt x="9" y="1"/>
                  </a:cubicBezTo>
                  <a:cubicBezTo>
                    <a:pt x="9" y="1"/>
                    <a:pt x="9" y="1"/>
                    <a:pt x="9" y="1"/>
                  </a:cubicBezTo>
                  <a:cubicBezTo>
                    <a:pt x="9" y="2"/>
                    <a:pt x="9" y="2"/>
                    <a:pt x="9" y="2"/>
                  </a:cubicBezTo>
                  <a:cubicBezTo>
                    <a:pt x="9" y="2"/>
                    <a:pt x="9" y="2"/>
                    <a:pt x="9" y="2"/>
                  </a:cubicBezTo>
                  <a:cubicBezTo>
                    <a:pt x="9" y="2"/>
                    <a:pt x="9" y="2"/>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8" y="3"/>
                  </a:cubicBezTo>
                  <a:cubicBezTo>
                    <a:pt x="8" y="3"/>
                    <a:pt x="8" y="3"/>
                    <a:pt x="8" y="3"/>
                  </a:cubicBezTo>
                  <a:cubicBezTo>
                    <a:pt x="8" y="3"/>
                    <a:pt x="7" y="3"/>
                    <a:pt x="7" y="3"/>
                  </a:cubicBezTo>
                  <a:cubicBezTo>
                    <a:pt x="6" y="3"/>
                    <a:pt x="6" y="3"/>
                    <a:pt x="5" y="3"/>
                  </a:cubicBezTo>
                  <a:cubicBezTo>
                    <a:pt x="5" y="3"/>
                    <a:pt x="5" y="3"/>
                    <a:pt x="5" y="3"/>
                  </a:cubicBezTo>
                  <a:cubicBezTo>
                    <a:pt x="4" y="3"/>
                    <a:pt x="4"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1" y="3"/>
                    <a:pt x="0" y="3"/>
                  </a:cubicBezTo>
                  <a:cubicBezTo>
                    <a:pt x="0" y="3"/>
                    <a:pt x="0" y="3"/>
                    <a:pt x="0" y="3"/>
                  </a:cubicBezTo>
                  <a:cubicBezTo>
                    <a:pt x="0" y="3"/>
                    <a:pt x="0" y="3"/>
                    <a:pt x="0" y="3"/>
                  </a:cubicBezTo>
                  <a:cubicBezTo>
                    <a:pt x="0" y="2"/>
                    <a:pt x="0" y="3"/>
                    <a:pt x="0" y="2"/>
                  </a:cubicBezTo>
                  <a:cubicBezTo>
                    <a:pt x="0" y="1"/>
                    <a:pt x="0" y="1"/>
                    <a:pt x="1" y="1"/>
                  </a:cubicBezTo>
                  <a:cubicBezTo>
                    <a:pt x="1" y="1"/>
                    <a:pt x="1" y="1"/>
                    <a:pt x="1"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6" y="0"/>
                  </a:cubicBezTo>
                  <a:cubicBezTo>
                    <a:pt x="6" y="0"/>
                    <a:pt x="6" y="0"/>
                    <a:pt x="6" y="0"/>
                  </a:cubicBezTo>
                  <a:cubicBezTo>
                    <a:pt x="6" y="0"/>
                    <a:pt x="7" y="0"/>
                    <a:pt x="7" y="0"/>
                  </a:cubicBezTo>
                  <a:cubicBezTo>
                    <a:pt x="7" y="0"/>
                    <a:pt x="7" y="0"/>
                    <a:pt x="7" y="0"/>
                  </a:cubicBezTo>
                  <a:cubicBezTo>
                    <a:pt x="7" y="0"/>
                    <a:pt x="7" y="0"/>
                    <a:pt x="7" y="0"/>
                  </a:cubicBezTo>
                  <a:cubicBezTo>
                    <a:pt x="7" y="0"/>
                    <a:pt x="7" y="0"/>
                    <a:pt x="7" y="0"/>
                  </a:cubicBezTo>
                  <a:cubicBezTo>
                    <a:pt x="8" y="0"/>
                    <a:pt x="8" y="0"/>
                    <a:pt x="8" y="0"/>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lîḍê"/>
            <p:cNvSpPr/>
            <p:nvPr/>
          </p:nvSpPr>
          <p:spPr bwMode="auto">
            <a:xfrm>
              <a:off x="4137074" y="4121425"/>
              <a:ext cx="21695" cy="30373"/>
            </a:xfrm>
            <a:custGeom>
              <a:avLst/>
              <a:gdLst>
                <a:gd name="T0" fmla="*/ 3 w 4"/>
                <a:gd name="T1" fmla="*/ 1 h 6"/>
                <a:gd name="T2" fmla="*/ 4 w 4"/>
                <a:gd name="T3" fmla="*/ 1 h 6"/>
                <a:gd name="T4" fmla="*/ 4 w 4"/>
                <a:gd name="T5" fmla="*/ 2 h 6"/>
                <a:gd name="T6" fmla="*/ 4 w 4"/>
                <a:gd name="T7" fmla="*/ 2 h 6"/>
                <a:gd name="T8" fmla="*/ 4 w 4"/>
                <a:gd name="T9" fmla="*/ 3 h 6"/>
                <a:gd name="T10" fmla="*/ 4 w 4"/>
                <a:gd name="T11" fmla="*/ 3 h 6"/>
                <a:gd name="T12" fmla="*/ 4 w 4"/>
                <a:gd name="T13" fmla="*/ 3 h 6"/>
                <a:gd name="T14" fmla="*/ 4 w 4"/>
                <a:gd name="T15" fmla="*/ 3 h 6"/>
                <a:gd name="T16" fmla="*/ 4 w 4"/>
                <a:gd name="T17" fmla="*/ 4 h 6"/>
                <a:gd name="T18" fmla="*/ 4 w 4"/>
                <a:gd name="T19" fmla="*/ 4 h 6"/>
                <a:gd name="T20" fmla="*/ 3 w 4"/>
                <a:gd name="T21" fmla="*/ 4 h 6"/>
                <a:gd name="T22" fmla="*/ 3 w 4"/>
                <a:gd name="T23" fmla="*/ 5 h 6"/>
                <a:gd name="T24" fmla="*/ 2 w 4"/>
                <a:gd name="T25" fmla="*/ 5 h 6"/>
                <a:gd name="T26" fmla="*/ 1 w 4"/>
                <a:gd name="T27" fmla="*/ 6 h 6"/>
                <a:gd name="T28" fmla="*/ 1 w 4"/>
                <a:gd name="T29" fmla="*/ 4 h 6"/>
                <a:gd name="T30" fmla="*/ 1 w 4"/>
                <a:gd name="T31" fmla="*/ 4 h 6"/>
                <a:gd name="T32" fmla="*/ 1 w 4"/>
                <a:gd name="T33" fmla="*/ 4 h 6"/>
                <a:gd name="T34" fmla="*/ 1 w 4"/>
                <a:gd name="T35" fmla="*/ 4 h 6"/>
                <a:gd name="T36" fmla="*/ 1 w 4"/>
                <a:gd name="T37" fmla="*/ 4 h 6"/>
                <a:gd name="T38" fmla="*/ 1 w 4"/>
                <a:gd name="T39" fmla="*/ 4 h 6"/>
                <a:gd name="T40" fmla="*/ 1 w 4"/>
                <a:gd name="T41" fmla="*/ 3 h 6"/>
                <a:gd name="T42" fmla="*/ 1 w 4"/>
                <a:gd name="T43" fmla="*/ 3 h 6"/>
                <a:gd name="T44" fmla="*/ 1 w 4"/>
                <a:gd name="T45" fmla="*/ 3 h 6"/>
                <a:gd name="T46" fmla="*/ 1 w 4"/>
                <a:gd name="T47" fmla="*/ 2 h 6"/>
                <a:gd name="T48" fmla="*/ 0 w 4"/>
                <a:gd name="T49" fmla="*/ 2 h 6"/>
                <a:gd name="T50" fmla="*/ 0 w 4"/>
                <a:gd name="T51" fmla="*/ 2 h 6"/>
                <a:gd name="T52" fmla="*/ 0 w 4"/>
                <a:gd name="T53" fmla="*/ 2 h 6"/>
                <a:gd name="T54" fmla="*/ 0 w 4"/>
                <a:gd name="T55" fmla="*/ 1 h 6"/>
                <a:gd name="T56" fmla="*/ 0 w 4"/>
                <a:gd name="T57" fmla="*/ 1 h 6"/>
                <a:gd name="T58" fmla="*/ 0 w 4"/>
                <a:gd name="T59" fmla="*/ 1 h 6"/>
                <a:gd name="T60" fmla="*/ 0 w 4"/>
                <a:gd name="T61" fmla="*/ 1 h 6"/>
                <a:gd name="T62" fmla="*/ 0 w 4"/>
                <a:gd name="T63" fmla="*/ 1 h 6"/>
                <a:gd name="T64" fmla="*/ 0 w 4"/>
                <a:gd name="T65" fmla="*/ 0 h 6"/>
                <a:gd name="T66" fmla="*/ 0 w 4"/>
                <a:gd name="T67" fmla="*/ 0 h 6"/>
                <a:gd name="T68" fmla="*/ 0 w 4"/>
                <a:gd name="T69" fmla="*/ 0 h 6"/>
                <a:gd name="T70" fmla="*/ 0 w 4"/>
                <a:gd name="T71" fmla="*/ 0 h 6"/>
                <a:gd name="T72" fmla="*/ 1 w 4"/>
                <a:gd name="T73" fmla="*/ 0 h 6"/>
                <a:gd name="T74" fmla="*/ 1 w 4"/>
                <a:gd name="T75" fmla="*/ 0 h 6"/>
                <a:gd name="T76" fmla="*/ 2 w 4"/>
                <a:gd name="T77" fmla="*/ 0 h 6"/>
                <a:gd name="T78" fmla="*/ 3 w 4"/>
                <a:gd name="T79" fmla="*/ 0 h 6"/>
                <a:gd name="T80" fmla="*/ 3 w 4"/>
                <a:gd name="T81" fmla="*/ 1 h 6"/>
                <a:gd name="T82" fmla="*/ 3 w 4"/>
                <a:gd name="T8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 h="6">
                  <a:moveTo>
                    <a:pt x="3" y="1"/>
                  </a:moveTo>
                  <a:cubicBezTo>
                    <a:pt x="3" y="1"/>
                    <a:pt x="4" y="1"/>
                    <a:pt x="4" y="1"/>
                  </a:cubicBezTo>
                  <a:cubicBezTo>
                    <a:pt x="4" y="1"/>
                    <a:pt x="4" y="2"/>
                    <a:pt x="4" y="2"/>
                  </a:cubicBezTo>
                  <a:cubicBezTo>
                    <a:pt x="4" y="2"/>
                    <a:pt x="4" y="2"/>
                    <a:pt x="4" y="2"/>
                  </a:cubicBezTo>
                  <a:cubicBezTo>
                    <a:pt x="4" y="2"/>
                    <a:pt x="4" y="2"/>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3" y="4"/>
                    <a:pt x="3" y="4"/>
                  </a:cubicBezTo>
                  <a:cubicBezTo>
                    <a:pt x="3" y="4"/>
                    <a:pt x="3" y="5"/>
                    <a:pt x="3" y="5"/>
                  </a:cubicBezTo>
                  <a:cubicBezTo>
                    <a:pt x="3" y="5"/>
                    <a:pt x="3" y="5"/>
                    <a:pt x="2" y="5"/>
                  </a:cubicBezTo>
                  <a:cubicBezTo>
                    <a:pt x="2" y="5"/>
                    <a:pt x="2" y="6"/>
                    <a:pt x="1" y="6"/>
                  </a:cubicBezTo>
                  <a:cubicBezTo>
                    <a:pt x="1" y="6"/>
                    <a:pt x="1" y="5"/>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ubicBezTo>
                    <a:pt x="1" y="3"/>
                    <a:pt x="1" y="3"/>
                    <a:pt x="1" y="3"/>
                  </a:cubicBezTo>
                  <a:cubicBezTo>
                    <a:pt x="1" y="3"/>
                    <a:pt x="1" y="3"/>
                    <a:pt x="1" y="3"/>
                  </a:cubicBezTo>
                  <a:cubicBezTo>
                    <a:pt x="1" y="2"/>
                    <a:pt x="1" y="2"/>
                    <a:pt x="1" y="2"/>
                  </a:cubicBezTo>
                  <a:cubicBezTo>
                    <a:pt x="1"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0"/>
                    <a:pt x="0" y="1"/>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2" y="0"/>
                    <a:pt x="2" y="0"/>
                  </a:cubicBezTo>
                  <a:cubicBezTo>
                    <a:pt x="3" y="0"/>
                    <a:pt x="3" y="0"/>
                    <a:pt x="3" y="0"/>
                  </a:cubicBezTo>
                  <a:cubicBezTo>
                    <a:pt x="3" y="0"/>
                    <a:pt x="3" y="0"/>
                    <a:pt x="3" y="1"/>
                  </a:cubicBezTo>
                  <a:cubicBezTo>
                    <a:pt x="3" y="1"/>
                    <a:pt x="3" y="1"/>
                    <a:pt x="3" y="1"/>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îṩ1îďè"/>
            <p:cNvSpPr/>
            <p:nvPr/>
          </p:nvSpPr>
          <p:spPr bwMode="auto">
            <a:xfrm>
              <a:off x="4132735" y="4162645"/>
              <a:ext cx="26034" cy="26034"/>
            </a:xfrm>
            <a:custGeom>
              <a:avLst/>
              <a:gdLst>
                <a:gd name="T0" fmla="*/ 2 w 5"/>
                <a:gd name="T1" fmla="*/ 2 h 5"/>
                <a:gd name="T2" fmla="*/ 5 w 5"/>
                <a:gd name="T3" fmla="*/ 3 h 5"/>
                <a:gd name="T4" fmla="*/ 5 w 5"/>
                <a:gd name="T5" fmla="*/ 4 h 5"/>
                <a:gd name="T6" fmla="*/ 4 w 5"/>
                <a:gd name="T7" fmla="*/ 4 h 5"/>
                <a:gd name="T8" fmla="*/ 4 w 5"/>
                <a:gd name="T9" fmla="*/ 5 h 5"/>
                <a:gd name="T10" fmla="*/ 4 w 5"/>
                <a:gd name="T11" fmla="*/ 5 h 5"/>
                <a:gd name="T12" fmla="*/ 4 w 5"/>
                <a:gd name="T13" fmla="*/ 5 h 5"/>
                <a:gd name="T14" fmla="*/ 2 w 5"/>
                <a:gd name="T15" fmla="*/ 5 h 5"/>
                <a:gd name="T16" fmla="*/ 2 w 5"/>
                <a:gd name="T17" fmla="*/ 5 h 5"/>
                <a:gd name="T18" fmla="*/ 2 w 5"/>
                <a:gd name="T19" fmla="*/ 5 h 5"/>
                <a:gd name="T20" fmla="*/ 2 w 5"/>
                <a:gd name="T21" fmla="*/ 4 h 5"/>
                <a:gd name="T22" fmla="*/ 2 w 5"/>
                <a:gd name="T23" fmla="*/ 4 h 5"/>
                <a:gd name="T24" fmla="*/ 1 w 5"/>
                <a:gd name="T25" fmla="*/ 4 h 5"/>
                <a:gd name="T26" fmla="*/ 1 w 5"/>
                <a:gd name="T27" fmla="*/ 4 h 5"/>
                <a:gd name="T28" fmla="*/ 1 w 5"/>
                <a:gd name="T29" fmla="*/ 3 h 5"/>
                <a:gd name="T30" fmla="*/ 1 w 5"/>
                <a:gd name="T31" fmla="*/ 3 h 5"/>
                <a:gd name="T32" fmla="*/ 1 w 5"/>
                <a:gd name="T33" fmla="*/ 3 h 5"/>
                <a:gd name="T34" fmla="*/ 1 w 5"/>
                <a:gd name="T35" fmla="*/ 3 h 5"/>
                <a:gd name="T36" fmla="*/ 1 w 5"/>
                <a:gd name="T37" fmla="*/ 3 h 5"/>
                <a:gd name="T38" fmla="*/ 0 w 5"/>
                <a:gd name="T39" fmla="*/ 3 h 5"/>
                <a:gd name="T40" fmla="*/ 0 w 5"/>
                <a:gd name="T41" fmla="*/ 1 h 5"/>
                <a:gd name="T42" fmla="*/ 0 w 5"/>
                <a:gd name="T43" fmla="*/ 0 h 5"/>
                <a:gd name="T44" fmla="*/ 1 w 5"/>
                <a:gd name="T45" fmla="*/ 0 h 5"/>
                <a:gd name="T46" fmla="*/ 1 w 5"/>
                <a:gd name="T47" fmla="*/ 1 h 5"/>
                <a:gd name="T48" fmla="*/ 2 w 5"/>
                <a:gd name="T49" fmla="*/ 1 h 5"/>
                <a:gd name="T50" fmla="*/ 2 w 5"/>
                <a:gd name="T51" fmla="*/ 1 h 5"/>
                <a:gd name="T52" fmla="*/ 2 w 5"/>
                <a:gd name="T53" fmla="*/ 1 h 5"/>
                <a:gd name="T54" fmla="*/ 2 w 5"/>
                <a:gd name="T55" fmla="*/ 1 h 5"/>
                <a:gd name="T56" fmla="*/ 2 w 5"/>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 h="5">
                  <a:moveTo>
                    <a:pt x="2" y="2"/>
                  </a:moveTo>
                  <a:cubicBezTo>
                    <a:pt x="3" y="2"/>
                    <a:pt x="4" y="2"/>
                    <a:pt x="5" y="3"/>
                  </a:cubicBezTo>
                  <a:cubicBezTo>
                    <a:pt x="5" y="3"/>
                    <a:pt x="5" y="4"/>
                    <a:pt x="5" y="4"/>
                  </a:cubicBezTo>
                  <a:cubicBezTo>
                    <a:pt x="5" y="4"/>
                    <a:pt x="4" y="4"/>
                    <a:pt x="4" y="4"/>
                  </a:cubicBezTo>
                  <a:cubicBezTo>
                    <a:pt x="4" y="4"/>
                    <a:pt x="4" y="4"/>
                    <a:pt x="4" y="5"/>
                  </a:cubicBezTo>
                  <a:cubicBezTo>
                    <a:pt x="4" y="5"/>
                    <a:pt x="4" y="5"/>
                    <a:pt x="4" y="5"/>
                  </a:cubicBezTo>
                  <a:cubicBezTo>
                    <a:pt x="4" y="5"/>
                    <a:pt x="4" y="5"/>
                    <a:pt x="4" y="5"/>
                  </a:cubicBezTo>
                  <a:cubicBezTo>
                    <a:pt x="4" y="5"/>
                    <a:pt x="3" y="5"/>
                    <a:pt x="2" y="5"/>
                  </a:cubicBezTo>
                  <a:cubicBezTo>
                    <a:pt x="2" y="5"/>
                    <a:pt x="2" y="5"/>
                    <a:pt x="2" y="5"/>
                  </a:cubicBezTo>
                  <a:cubicBezTo>
                    <a:pt x="2" y="5"/>
                    <a:pt x="2" y="5"/>
                    <a:pt x="2" y="5"/>
                  </a:cubicBezTo>
                  <a:cubicBezTo>
                    <a:pt x="2" y="4"/>
                    <a:pt x="2" y="4"/>
                    <a:pt x="2" y="4"/>
                  </a:cubicBezTo>
                  <a:cubicBezTo>
                    <a:pt x="2" y="4"/>
                    <a:pt x="2" y="4"/>
                    <a:pt x="2" y="4"/>
                  </a:cubicBezTo>
                  <a:cubicBezTo>
                    <a:pt x="2" y="4"/>
                    <a:pt x="2" y="4"/>
                    <a:pt x="1" y="4"/>
                  </a:cubicBezTo>
                  <a:cubicBezTo>
                    <a:pt x="1" y="4"/>
                    <a:pt x="1" y="4"/>
                    <a:pt x="1" y="4"/>
                  </a:cubicBezTo>
                  <a:cubicBezTo>
                    <a:pt x="1" y="4"/>
                    <a:pt x="1" y="4"/>
                    <a:pt x="1" y="3"/>
                  </a:cubicBezTo>
                  <a:cubicBezTo>
                    <a:pt x="1" y="3"/>
                    <a:pt x="1" y="3"/>
                    <a:pt x="1" y="3"/>
                  </a:cubicBezTo>
                  <a:cubicBezTo>
                    <a:pt x="1" y="3"/>
                    <a:pt x="1" y="3"/>
                    <a:pt x="1" y="3"/>
                  </a:cubicBezTo>
                  <a:cubicBezTo>
                    <a:pt x="1" y="3"/>
                    <a:pt x="1" y="3"/>
                    <a:pt x="1" y="3"/>
                  </a:cubicBezTo>
                  <a:cubicBezTo>
                    <a:pt x="1" y="3"/>
                    <a:pt x="1" y="3"/>
                    <a:pt x="1" y="3"/>
                  </a:cubicBezTo>
                  <a:cubicBezTo>
                    <a:pt x="1" y="3"/>
                    <a:pt x="0" y="3"/>
                    <a:pt x="0" y="3"/>
                  </a:cubicBezTo>
                  <a:cubicBezTo>
                    <a:pt x="0" y="3"/>
                    <a:pt x="0" y="1"/>
                    <a:pt x="0" y="1"/>
                  </a:cubicBezTo>
                  <a:cubicBezTo>
                    <a:pt x="0" y="1"/>
                    <a:pt x="0" y="0"/>
                    <a:pt x="0" y="0"/>
                  </a:cubicBezTo>
                  <a:cubicBezTo>
                    <a:pt x="0" y="0"/>
                    <a:pt x="1" y="0"/>
                    <a:pt x="1" y="0"/>
                  </a:cubicBezTo>
                  <a:cubicBezTo>
                    <a:pt x="1" y="0"/>
                    <a:pt x="1" y="0"/>
                    <a:pt x="1" y="1"/>
                  </a:cubicBezTo>
                  <a:cubicBezTo>
                    <a:pt x="2" y="1"/>
                    <a:pt x="2" y="1"/>
                    <a:pt x="2" y="1"/>
                  </a:cubicBezTo>
                  <a:cubicBezTo>
                    <a:pt x="2" y="1"/>
                    <a:pt x="2" y="1"/>
                    <a:pt x="2" y="1"/>
                  </a:cubicBezTo>
                  <a:cubicBezTo>
                    <a:pt x="2" y="1"/>
                    <a:pt x="2" y="1"/>
                    <a:pt x="2" y="1"/>
                  </a:cubicBezTo>
                  <a:cubicBezTo>
                    <a:pt x="2" y="1"/>
                    <a:pt x="2" y="1"/>
                    <a:pt x="2" y="1"/>
                  </a:cubicBezTo>
                  <a:cubicBezTo>
                    <a:pt x="2" y="1"/>
                    <a:pt x="2" y="1"/>
                    <a:pt x="2"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işḷíḑê"/>
            <p:cNvSpPr/>
            <p:nvPr/>
          </p:nvSpPr>
          <p:spPr bwMode="auto">
            <a:xfrm>
              <a:off x="3891919" y="3195040"/>
              <a:ext cx="702924" cy="592279"/>
            </a:xfrm>
            <a:custGeom>
              <a:avLst/>
              <a:gdLst>
                <a:gd name="T0" fmla="*/ 122 w 137"/>
                <a:gd name="T1" fmla="*/ 57 h 115"/>
                <a:gd name="T2" fmla="*/ 122 w 137"/>
                <a:gd name="T3" fmla="*/ 46 h 115"/>
                <a:gd name="T4" fmla="*/ 111 w 137"/>
                <a:gd name="T5" fmla="*/ 46 h 115"/>
                <a:gd name="T6" fmla="*/ 100 w 137"/>
                <a:gd name="T7" fmla="*/ 27 h 115"/>
                <a:gd name="T8" fmla="*/ 77 w 137"/>
                <a:gd name="T9" fmla="*/ 17 h 115"/>
                <a:gd name="T10" fmla="*/ 77 w 137"/>
                <a:gd name="T11" fmla="*/ 12 h 115"/>
                <a:gd name="T12" fmla="*/ 79 w 137"/>
                <a:gd name="T13" fmla="*/ 12 h 115"/>
                <a:gd name="T14" fmla="*/ 79 w 137"/>
                <a:gd name="T15" fmla="*/ 11 h 115"/>
                <a:gd name="T16" fmla="*/ 75 w 137"/>
                <a:gd name="T17" fmla="*/ 9 h 115"/>
                <a:gd name="T18" fmla="*/ 70 w 137"/>
                <a:gd name="T19" fmla="*/ 8 h 115"/>
                <a:gd name="T20" fmla="*/ 70 w 137"/>
                <a:gd name="T21" fmla="*/ 0 h 115"/>
                <a:gd name="T22" fmla="*/ 68 w 137"/>
                <a:gd name="T23" fmla="*/ 0 h 115"/>
                <a:gd name="T24" fmla="*/ 68 w 137"/>
                <a:gd name="T25" fmla="*/ 8 h 115"/>
                <a:gd name="T26" fmla="*/ 62 w 137"/>
                <a:gd name="T27" fmla="*/ 9 h 115"/>
                <a:gd name="T28" fmla="*/ 58 w 137"/>
                <a:gd name="T29" fmla="*/ 11 h 115"/>
                <a:gd name="T30" fmla="*/ 58 w 137"/>
                <a:gd name="T31" fmla="*/ 12 h 115"/>
                <a:gd name="T32" fmla="*/ 60 w 137"/>
                <a:gd name="T33" fmla="*/ 12 h 115"/>
                <a:gd name="T34" fmla="*/ 60 w 137"/>
                <a:gd name="T35" fmla="*/ 17 h 115"/>
                <a:gd name="T36" fmla="*/ 38 w 137"/>
                <a:gd name="T37" fmla="*/ 27 h 115"/>
                <a:gd name="T38" fmla="*/ 27 w 137"/>
                <a:gd name="T39" fmla="*/ 46 h 115"/>
                <a:gd name="T40" fmla="*/ 16 w 137"/>
                <a:gd name="T41" fmla="*/ 46 h 115"/>
                <a:gd name="T42" fmla="*/ 16 w 137"/>
                <a:gd name="T43" fmla="*/ 57 h 115"/>
                <a:gd name="T44" fmla="*/ 0 w 137"/>
                <a:gd name="T45" fmla="*/ 57 h 115"/>
                <a:gd name="T46" fmla="*/ 33 w 137"/>
                <a:gd name="T47" fmla="*/ 115 h 115"/>
                <a:gd name="T48" fmla="*/ 34 w 137"/>
                <a:gd name="T49" fmla="*/ 113 h 115"/>
                <a:gd name="T50" fmla="*/ 35 w 137"/>
                <a:gd name="T51" fmla="*/ 114 h 115"/>
                <a:gd name="T52" fmla="*/ 36 w 137"/>
                <a:gd name="T53" fmla="*/ 113 h 115"/>
                <a:gd name="T54" fmla="*/ 102 w 137"/>
                <a:gd name="T55" fmla="*/ 113 h 115"/>
                <a:gd name="T56" fmla="*/ 103 w 137"/>
                <a:gd name="T57" fmla="*/ 114 h 115"/>
                <a:gd name="T58" fmla="*/ 103 w 137"/>
                <a:gd name="T59" fmla="*/ 113 h 115"/>
                <a:gd name="T60" fmla="*/ 104 w 137"/>
                <a:gd name="T61" fmla="*/ 111 h 115"/>
                <a:gd name="T62" fmla="*/ 137 w 137"/>
                <a:gd name="T63" fmla="*/ 57 h 115"/>
                <a:gd name="T64" fmla="*/ 122 w 137"/>
                <a:gd name="T65"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5">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5"/>
                    <a:pt x="33" y="115"/>
                    <a:pt x="33" y="115"/>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noFill/>
            <a:ln w="14288" cap="flat">
              <a:solidFill>
                <a:srgbClr val="58561A"/>
              </a:solidFill>
              <a:prstDash val="solid"/>
              <a:miter lim="800000"/>
            </a:ln>
            <a:extLst>
              <a:ext uri="{909E8E84-426E-40DD-AFC4-6F175D3DCCD1}">
                <a14:hiddenFill xmlns:a14="http://schemas.microsoft.com/office/drawing/2010/main">
                  <a:solidFill>
                    <a:srgbClr val="FFFFFF"/>
                  </a:solidFill>
                </a14:hiddenFill>
              </a:ext>
            </a:extLst>
          </p:spPr>
          <p:txBody>
            <a:bodyPr anchor="ctr"/>
            <a:lstStyle/>
            <a:p>
              <a:pPr algn="ctr"/>
            </a:p>
          </p:txBody>
        </p:sp>
        <p:sp>
          <p:nvSpPr>
            <p:cNvPr id="72" name="îŝḻiḍé"/>
            <p:cNvSpPr/>
            <p:nvPr/>
          </p:nvSpPr>
          <p:spPr bwMode="auto">
            <a:xfrm>
              <a:off x="3891919" y="3195040"/>
              <a:ext cx="702924" cy="585770"/>
            </a:xfrm>
            <a:custGeom>
              <a:avLst/>
              <a:gdLst>
                <a:gd name="T0" fmla="*/ 122 w 137"/>
                <a:gd name="T1" fmla="*/ 57 h 114"/>
                <a:gd name="T2" fmla="*/ 122 w 137"/>
                <a:gd name="T3" fmla="*/ 46 h 114"/>
                <a:gd name="T4" fmla="*/ 111 w 137"/>
                <a:gd name="T5" fmla="*/ 46 h 114"/>
                <a:gd name="T6" fmla="*/ 100 w 137"/>
                <a:gd name="T7" fmla="*/ 27 h 114"/>
                <a:gd name="T8" fmla="*/ 77 w 137"/>
                <a:gd name="T9" fmla="*/ 17 h 114"/>
                <a:gd name="T10" fmla="*/ 77 w 137"/>
                <a:gd name="T11" fmla="*/ 12 h 114"/>
                <a:gd name="T12" fmla="*/ 79 w 137"/>
                <a:gd name="T13" fmla="*/ 12 h 114"/>
                <a:gd name="T14" fmla="*/ 79 w 137"/>
                <a:gd name="T15" fmla="*/ 11 h 114"/>
                <a:gd name="T16" fmla="*/ 75 w 137"/>
                <a:gd name="T17" fmla="*/ 9 h 114"/>
                <a:gd name="T18" fmla="*/ 70 w 137"/>
                <a:gd name="T19" fmla="*/ 8 h 114"/>
                <a:gd name="T20" fmla="*/ 70 w 137"/>
                <a:gd name="T21" fmla="*/ 0 h 114"/>
                <a:gd name="T22" fmla="*/ 68 w 137"/>
                <a:gd name="T23" fmla="*/ 0 h 114"/>
                <a:gd name="T24" fmla="*/ 68 w 137"/>
                <a:gd name="T25" fmla="*/ 8 h 114"/>
                <a:gd name="T26" fmla="*/ 62 w 137"/>
                <a:gd name="T27" fmla="*/ 9 h 114"/>
                <a:gd name="T28" fmla="*/ 58 w 137"/>
                <a:gd name="T29" fmla="*/ 11 h 114"/>
                <a:gd name="T30" fmla="*/ 58 w 137"/>
                <a:gd name="T31" fmla="*/ 12 h 114"/>
                <a:gd name="T32" fmla="*/ 60 w 137"/>
                <a:gd name="T33" fmla="*/ 12 h 114"/>
                <a:gd name="T34" fmla="*/ 60 w 137"/>
                <a:gd name="T35" fmla="*/ 17 h 114"/>
                <a:gd name="T36" fmla="*/ 38 w 137"/>
                <a:gd name="T37" fmla="*/ 27 h 114"/>
                <a:gd name="T38" fmla="*/ 27 w 137"/>
                <a:gd name="T39" fmla="*/ 46 h 114"/>
                <a:gd name="T40" fmla="*/ 16 w 137"/>
                <a:gd name="T41" fmla="*/ 46 h 114"/>
                <a:gd name="T42" fmla="*/ 16 w 137"/>
                <a:gd name="T43" fmla="*/ 57 h 114"/>
                <a:gd name="T44" fmla="*/ 0 w 137"/>
                <a:gd name="T45" fmla="*/ 57 h 114"/>
                <a:gd name="T46" fmla="*/ 33 w 137"/>
                <a:gd name="T47" fmla="*/ 114 h 114"/>
                <a:gd name="T48" fmla="*/ 34 w 137"/>
                <a:gd name="T49" fmla="*/ 113 h 114"/>
                <a:gd name="T50" fmla="*/ 35 w 137"/>
                <a:gd name="T51" fmla="*/ 114 h 114"/>
                <a:gd name="T52" fmla="*/ 36 w 137"/>
                <a:gd name="T53" fmla="*/ 113 h 114"/>
                <a:gd name="T54" fmla="*/ 102 w 137"/>
                <a:gd name="T55" fmla="*/ 113 h 114"/>
                <a:gd name="T56" fmla="*/ 103 w 137"/>
                <a:gd name="T57" fmla="*/ 114 h 114"/>
                <a:gd name="T58" fmla="*/ 103 w 137"/>
                <a:gd name="T59" fmla="*/ 113 h 114"/>
                <a:gd name="T60" fmla="*/ 104 w 137"/>
                <a:gd name="T61" fmla="*/ 111 h 114"/>
                <a:gd name="T62" fmla="*/ 137 w 137"/>
                <a:gd name="T63" fmla="*/ 57 h 114"/>
                <a:gd name="T64" fmla="*/ 122 w 137"/>
                <a:gd name="T65"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14">
                  <a:moveTo>
                    <a:pt x="122" y="57"/>
                  </a:moveTo>
                  <a:cubicBezTo>
                    <a:pt x="122" y="46"/>
                    <a:pt x="122" y="46"/>
                    <a:pt x="122" y="46"/>
                  </a:cubicBezTo>
                  <a:cubicBezTo>
                    <a:pt x="111" y="46"/>
                    <a:pt x="111" y="46"/>
                    <a:pt x="111" y="46"/>
                  </a:cubicBezTo>
                  <a:cubicBezTo>
                    <a:pt x="111" y="46"/>
                    <a:pt x="109" y="37"/>
                    <a:pt x="100" y="27"/>
                  </a:cubicBezTo>
                  <a:cubicBezTo>
                    <a:pt x="90" y="18"/>
                    <a:pt x="77" y="17"/>
                    <a:pt x="77" y="17"/>
                  </a:cubicBezTo>
                  <a:cubicBezTo>
                    <a:pt x="77" y="12"/>
                    <a:pt x="77" y="12"/>
                    <a:pt x="77" y="12"/>
                  </a:cubicBezTo>
                  <a:cubicBezTo>
                    <a:pt x="79" y="12"/>
                    <a:pt x="79" y="12"/>
                    <a:pt x="79" y="12"/>
                  </a:cubicBezTo>
                  <a:cubicBezTo>
                    <a:pt x="79" y="11"/>
                    <a:pt x="79" y="11"/>
                    <a:pt x="79" y="11"/>
                  </a:cubicBezTo>
                  <a:cubicBezTo>
                    <a:pt x="79" y="11"/>
                    <a:pt x="78" y="10"/>
                    <a:pt x="75" y="9"/>
                  </a:cubicBezTo>
                  <a:cubicBezTo>
                    <a:pt x="73" y="8"/>
                    <a:pt x="70" y="8"/>
                    <a:pt x="70" y="8"/>
                  </a:cubicBezTo>
                  <a:cubicBezTo>
                    <a:pt x="70" y="0"/>
                    <a:pt x="70" y="0"/>
                    <a:pt x="70" y="0"/>
                  </a:cubicBezTo>
                  <a:cubicBezTo>
                    <a:pt x="68" y="0"/>
                    <a:pt x="68" y="0"/>
                    <a:pt x="68" y="0"/>
                  </a:cubicBezTo>
                  <a:cubicBezTo>
                    <a:pt x="68" y="8"/>
                    <a:pt x="68" y="8"/>
                    <a:pt x="68" y="8"/>
                  </a:cubicBezTo>
                  <a:cubicBezTo>
                    <a:pt x="68" y="8"/>
                    <a:pt x="65" y="8"/>
                    <a:pt x="62" y="9"/>
                  </a:cubicBezTo>
                  <a:cubicBezTo>
                    <a:pt x="59" y="10"/>
                    <a:pt x="58" y="11"/>
                    <a:pt x="58" y="11"/>
                  </a:cubicBezTo>
                  <a:cubicBezTo>
                    <a:pt x="58" y="12"/>
                    <a:pt x="58" y="12"/>
                    <a:pt x="58" y="12"/>
                  </a:cubicBezTo>
                  <a:cubicBezTo>
                    <a:pt x="60" y="12"/>
                    <a:pt x="60" y="12"/>
                    <a:pt x="60" y="12"/>
                  </a:cubicBezTo>
                  <a:cubicBezTo>
                    <a:pt x="60" y="17"/>
                    <a:pt x="60" y="17"/>
                    <a:pt x="60" y="17"/>
                  </a:cubicBezTo>
                  <a:cubicBezTo>
                    <a:pt x="60" y="17"/>
                    <a:pt x="47" y="19"/>
                    <a:pt x="38" y="27"/>
                  </a:cubicBezTo>
                  <a:cubicBezTo>
                    <a:pt x="29" y="36"/>
                    <a:pt x="27" y="46"/>
                    <a:pt x="27" y="46"/>
                  </a:cubicBezTo>
                  <a:cubicBezTo>
                    <a:pt x="16" y="46"/>
                    <a:pt x="16" y="46"/>
                    <a:pt x="16" y="46"/>
                  </a:cubicBezTo>
                  <a:cubicBezTo>
                    <a:pt x="16" y="57"/>
                    <a:pt x="16" y="57"/>
                    <a:pt x="16" y="57"/>
                  </a:cubicBezTo>
                  <a:cubicBezTo>
                    <a:pt x="0" y="57"/>
                    <a:pt x="0" y="57"/>
                    <a:pt x="0" y="57"/>
                  </a:cubicBezTo>
                  <a:cubicBezTo>
                    <a:pt x="33" y="114"/>
                    <a:pt x="33" y="114"/>
                    <a:pt x="33" y="114"/>
                  </a:cubicBezTo>
                  <a:cubicBezTo>
                    <a:pt x="34" y="113"/>
                    <a:pt x="34" y="113"/>
                    <a:pt x="34" y="113"/>
                  </a:cubicBezTo>
                  <a:cubicBezTo>
                    <a:pt x="35" y="114"/>
                    <a:pt x="35" y="114"/>
                    <a:pt x="35" y="114"/>
                  </a:cubicBezTo>
                  <a:cubicBezTo>
                    <a:pt x="36" y="113"/>
                    <a:pt x="36" y="113"/>
                    <a:pt x="36" y="113"/>
                  </a:cubicBezTo>
                  <a:cubicBezTo>
                    <a:pt x="102" y="113"/>
                    <a:pt x="102" y="113"/>
                    <a:pt x="102" y="113"/>
                  </a:cubicBezTo>
                  <a:cubicBezTo>
                    <a:pt x="103" y="114"/>
                    <a:pt x="103" y="114"/>
                    <a:pt x="103" y="114"/>
                  </a:cubicBezTo>
                  <a:cubicBezTo>
                    <a:pt x="103" y="113"/>
                    <a:pt x="103" y="113"/>
                    <a:pt x="103" y="113"/>
                  </a:cubicBezTo>
                  <a:cubicBezTo>
                    <a:pt x="104" y="111"/>
                    <a:pt x="104" y="111"/>
                    <a:pt x="104" y="111"/>
                  </a:cubicBezTo>
                  <a:cubicBezTo>
                    <a:pt x="137" y="57"/>
                    <a:pt x="137" y="57"/>
                    <a:pt x="137" y="57"/>
                  </a:cubicBezTo>
                  <a:lnTo>
                    <a:pt x="122" y="5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šḷíḍé"/>
            <p:cNvSpPr/>
            <p:nvPr/>
          </p:nvSpPr>
          <p:spPr bwMode="auto">
            <a:xfrm>
              <a:off x="4087176" y="3370771"/>
              <a:ext cx="316750" cy="56407"/>
            </a:xfrm>
            <a:custGeom>
              <a:avLst/>
              <a:gdLst>
                <a:gd name="T0" fmla="*/ 0 w 146"/>
                <a:gd name="T1" fmla="*/ 26 h 26"/>
                <a:gd name="T2" fmla="*/ 146 w 146"/>
                <a:gd name="T3" fmla="*/ 26 h 26"/>
                <a:gd name="T4" fmla="*/ 73 w 146"/>
                <a:gd name="T5" fmla="*/ 0 h 26"/>
                <a:gd name="T6" fmla="*/ 0 w 146"/>
                <a:gd name="T7" fmla="*/ 26 h 26"/>
              </a:gdLst>
              <a:ahLst/>
              <a:cxnLst>
                <a:cxn ang="0">
                  <a:pos x="T0" y="T1"/>
                </a:cxn>
                <a:cxn ang="0">
                  <a:pos x="T2" y="T3"/>
                </a:cxn>
                <a:cxn ang="0">
                  <a:pos x="T4" y="T5"/>
                </a:cxn>
                <a:cxn ang="0">
                  <a:pos x="T6" y="T7"/>
                </a:cxn>
              </a:cxnLst>
              <a:rect l="0" t="0" r="r" b="b"/>
              <a:pathLst>
                <a:path w="146" h="26">
                  <a:moveTo>
                    <a:pt x="0" y="26"/>
                  </a:moveTo>
                  <a:lnTo>
                    <a:pt x="146" y="26"/>
                  </a:lnTo>
                  <a:lnTo>
                    <a:pt x="73" y="0"/>
                  </a:lnTo>
                  <a:lnTo>
                    <a:pt x="0" y="26"/>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ṣḷiḋê"/>
            <p:cNvSpPr/>
            <p:nvPr/>
          </p:nvSpPr>
          <p:spPr bwMode="auto">
            <a:xfrm>
              <a:off x="4087176" y="3442365"/>
              <a:ext cx="316750"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5" name="íṥḻiḑè"/>
            <p:cNvSpPr/>
            <p:nvPr/>
          </p:nvSpPr>
          <p:spPr bwMode="auto">
            <a:xfrm>
              <a:off x="4071989" y="3615926"/>
              <a:ext cx="347123" cy="32543"/>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6" name="îṧľîďé"/>
            <p:cNvSpPr/>
            <p:nvPr/>
          </p:nvSpPr>
          <p:spPr bwMode="auto">
            <a:xfrm>
              <a:off x="4087176" y="3657148"/>
              <a:ext cx="316750" cy="78103"/>
            </a:xfrm>
            <a:custGeom>
              <a:avLst/>
              <a:gdLst>
                <a:gd name="T0" fmla="*/ 0 w 146"/>
                <a:gd name="T1" fmla="*/ 0 h 36"/>
                <a:gd name="T2" fmla="*/ 0 w 146"/>
                <a:gd name="T3" fmla="*/ 36 h 36"/>
                <a:gd name="T4" fmla="*/ 16 w 146"/>
                <a:gd name="T5" fmla="*/ 36 h 36"/>
                <a:gd name="T6" fmla="*/ 16 w 146"/>
                <a:gd name="T7" fmla="*/ 12 h 36"/>
                <a:gd name="T8" fmla="*/ 35 w 146"/>
                <a:gd name="T9" fmla="*/ 12 h 36"/>
                <a:gd name="T10" fmla="*/ 35 w 146"/>
                <a:gd name="T11" fmla="*/ 36 h 36"/>
                <a:gd name="T12" fmla="*/ 64 w 146"/>
                <a:gd name="T13" fmla="*/ 36 h 36"/>
                <a:gd name="T14" fmla="*/ 64 w 146"/>
                <a:gd name="T15" fmla="*/ 12 h 36"/>
                <a:gd name="T16" fmla="*/ 82 w 146"/>
                <a:gd name="T17" fmla="*/ 12 h 36"/>
                <a:gd name="T18" fmla="*/ 82 w 146"/>
                <a:gd name="T19" fmla="*/ 36 h 36"/>
                <a:gd name="T20" fmla="*/ 111 w 146"/>
                <a:gd name="T21" fmla="*/ 36 h 36"/>
                <a:gd name="T22" fmla="*/ 111 w 146"/>
                <a:gd name="T23" fmla="*/ 12 h 36"/>
                <a:gd name="T24" fmla="*/ 130 w 146"/>
                <a:gd name="T25" fmla="*/ 12 h 36"/>
                <a:gd name="T26" fmla="*/ 130 w 146"/>
                <a:gd name="T27" fmla="*/ 36 h 36"/>
                <a:gd name="T28" fmla="*/ 146 w 146"/>
                <a:gd name="T29" fmla="*/ 36 h 36"/>
                <a:gd name="T30" fmla="*/ 146 w 146"/>
                <a:gd name="T31" fmla="*/ 0 h 36"/>
                <a:gd name="T32" fmla="*/ 0 w 146"/>
                <a:gd name="T3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 h="36">
                  <a:moveTo>
                    <a:pt x="0" y="0"/>
                  </a:moveTo>
                  <a:lnTo>
                    <a:pt x="0" y="36"/>
                  </a:lnTo>
                  <a:lnTo>
                    <a:pt x="16" y="36"/>
                  </a:lnTo>
                  <a:lnTo>
                    <a:pt x="16" y="12"/>
                  </a:lnTo>
                  <a:lnTo>
                    <a:pt x="35" y="12"/>
                  </a:lnTo>
                  <a:lnTo>
                    <a:pt x="35" y="36"/>
                  </a:lnTo>
                  <a:lnTo>
                    <a:pt x="64" y="36"/>
                  </a:lnTo>
                  <a:lnTo>
                    <a:pt x="64" y="12"/>
                  </a:lnTo>
                  <a:lnTo>
                    <a:pt x="82" y="12"/>
                  </a:lnTo>
                  <a:lnTo>
                    <a:pt x="82" y="36"/>
                  </a:lnTo>
                  <a:lnTo>
                    <a:pt x="111" y="36"/>
                  </a:lnTo>
                  <a:lnTo>
                    <a:pt x="111" y="12"/>
                  </a:lnTo>
                  <a:lnTo>
                    <a:pt x="130" y="12"/>
                  </a:lnTo>
                  <a:lnTo>
                    <a:pt x="130" y="36"/>
                  </a:lnTo>
                  <a:lnTo>
                    <a:pt x="146" y="36"/>
                  </a:lnTo>
                  <a:lnTo>
                    <a:pt x="146" y="0"/>
                  </a:ln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šḷíḋê"/>
            <p:cNvSpPr/>
            <p:nvPr/>
          </p:nvSpPr>
          <p:spPr bwMode="auto">
            <a:xfrm>
              <a:off x="4071989" y="3477077"/>
              <a:ext cx="347123" cy="123663"/>
            </a:xfrm>
            <a:custGeom>
              <a:avLst/>
              <a:gdLst>
                <a:gd name="T0" fmla="*/ 153 w 160"/>
                <a:gd name="T1" fmla="*/ 53 h 57"/>
                <a:gd name="T2" fmla="*/ 153 w 160"/>
                <a:gd name="T3" fmla="*/ 0 h 57"/>
                <a:gd name="T4" fmla="*/ 7 w 160"/>
                <a:gd name="T5" fmla="*/ 0 h 57"/>
                <a:gd name="T6" fmla="*/ 7 w 160"/>
                <a:gd name="T7" fmla="*/ 53 h 57"/>
                <a:gd name="T8" fmla="*/ 0 w 160"/>
                <a:gd name="T9" fmla="*/ 53 h 57"/>
                <a:gd name="T10" fmla="*/ 0 w 160"/>
                <a:gd name="T11" fmla="*/ 57 h 57"/>
                <a:gd name="T12" fmla="*/ 160 w 160"/>
                <a:gd name="T13" fmla="*/ 57 h 57"/>
                <a:gd name="T14" fmla="*/ 160 w 160"/>
                <a:gd name="T15" fmla="*/ 53 h 57"/>
                <a:gd name="T16" fmla="*/ 153 w 160"/>
                <a:gd name="T17" fmla="*/ 53 h 57"/>
                <a:gd name="T18" fmla="*/ 108 w 160"/>
                <a:gd name="T19" fmla="*/ 12 h 57"/>
                <a:gd name="T20" fmla="*/ 137 w 160"/>
                <a:gd name="T21" fmla="*/ 12 h 57"/>
                <a:gd name="T22" fmla="*/ 137 w 160"/>
                <a:gd name="T23" fmla="*/ 53 h 57"/>
                <a:gd name="T24" fmla="*/ 108 w 160"/>
                <a:gd name="T25" fmla="*/ 53 h 57"/>
                <a:gd name="T26" fmla="*/ 108 w 160"/>
                <a:gd name="T27" fmla="*/ 12 h 57"/>
                <a:gd name="T28" fmla="*/ 66 w 160"/>
                <a:gd name="T29" fmla="*/ 12 h 57"/>
                <a:gd name="T30" fmla="*/ 94 w 160"/>
                <a:gd name="T31" fmla="*/ 12 h 57"/>
                <a:gd name="T32" fmla="*/ 94 w 160"/>
                <a:gd name="T33" fmla="*/ 53 h 57"/>
                <a:gd name="T34" fmla="*/ 66 w 160"/>
                <a:gd name="T35" fmla="*/ 53 h 57"/>
                <a:gd name="T36" fmla="*/ 66 w 160"/>
                <a:gd name="T37" fmla="*/ 12 h 57"/>
                <a:gd name="T38" fmla="*/ 21 w 160"/>
                <a:gd name="T39" fmla="*/ 12 h 57"/>
                <a:gd name="T40" fmla="*/ 52 w 160"/>
                <a:gd name="T41" fmla="*/ 12 h 57"/>
                <a:gd name="T42" fmla="*/ 52 w 160"/>
                <a:gd name="T43" fmla="*/ 53 h 57"/>
                <a:gd name="T44" fmla="*/ 21 w 160"/>
                <a:gd name="T45" fmla="*/ 53 h 57"/>
                <a:gd name="T46" fmla="*/ 21 w 160"/>
                <a:gd name="T4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57">
                  <a:moveTo>
                    <a:pt x="153" y="53"/>
                  </a:moveTo>
                  <a:lnTo>
                    <a:pt x="153" y="0"/>
                  </a:lnTo>
                  <a:lnTo>
                    <a:pt x="7" y="0"/>
                  </a:lnTo>
                  <a:lnTo>
                    <a:pt x="7" y="53"/>
                  </a:lnTo>
                  <a:lnTo>
                    <a:pt x="0" y="53"/>
                  </a:lnTo>
                  <a:lnTo>
                    <a:pt x="0" y="57"/>
                  </a:lnTo>
                  <a:lnTo>
                    <a:pt x="160" y="57"/>
                  </a:lnTo>
                  <a:lnTo>
                    <a:pt x="160" y="53"/>
                  </a:lnTo>
                  <a:lnTo>
                    <a:pt x="153" y="53"/>
                  </a:lnTo>
                  <a:close/>
                  <a:moveTo>
                    <a:pt x="108" y="12"/>
                  </a:moveTo>
                  <a:lnTo>
                    <a:pt x="137" y="12"/>
                  </a:lnTo>
                  <a:lnTo>
                    <a:pt x="137" y="53"/>
                  </a:lnTo>
                  <a:lnTo>
                    <a:pt x="108" y="53"/>
                  </a:lnTo>
                  <a:lnTo>
                    <a:pt x="108" y="12"/>
                  </a:lnTo>
                  <a:close/>
                  <a:moveTo>
                    <a:pt x="66" y="12"/>
                  </a:moveTo>
                  <a:lnTo>
                    <a:pt x="94" y="12"/>
                  </a:lnTo>
                  <a:lnTo>
                    <a:pt x="94" y="53"/>
                  </a:lnTo>
                  <a:lnTo>
                    <a:pt x="66" y="53"/>
                  </a:lnTo>
                  <a:lnTo>
                    <a:pt x="66" y="12"/>
                  </a:lnTo>
                  <a:close/>
                  <a:moveTo>
                    <a:pt x="21" y="12"/>
                  </a:moveTo>
                  <a:lnTo>
                    <a:pt x="52" y="12"/>
                  </a:lnTo>
                  <a:lnTo>
                    <a:pt x="52" y="53"/>
                  </a:lnTo>
                  <a:lnTo>
                    <a:pt x="21" y="53"/>
                  </a:lnTo>
                  <a:lnTo>
                    <a:pt x="21"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śḷîḋé"/>
            <p:cNvSpPr/>
            <p:nvPr/>
          </p:nvSpPr>
          <p:spPr bwMode="auto">
            <a:xfrm>
              <a:off x="4061142" y="3761285"/>
              <a:ext cx="364479" cy="26034"/>
            </a:xfrm>
            <a:prstGeom prst="rect">
              <a:avLst/>
            </a:prstGeom>
            <a:solidFill>
              <a:srgbClr val="58561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9" name="i$1ídè"/>
            <p:cNvSpPr/>
            <p:nvPr/>
          </p:nvSpPr>
          <p:spPr bwMode="auto">
            <a:xfrm>
              <a:off x="3625068" y="2793679"/>
              <a:ext cx="1240964" cy="1334254"/>
            </a:xfrm>
            <a:custGeom>
              <a:avLst/>
              <a:gdLst>
                <a:gd name="T0" fmla="*/ 242 w 242"/>
                <a:gd name="T1" fmla="*/ 121 h 259"/>
                <a:gd name="T2" fmla="*/ 121 w 242"/>
                <a:gd name="T3" fmla="*/ 0 h 259"/>
                <a:gd name="T4" fmla="*/ 0 w 242"/>
                <a:gd name="T5" fmla="*/ 121 h 259"/>
                <a:gd name="T6" fmla="*/ 111 w 242"/>
                <a:gd name="T7" fmla="*/ 242 h 259"/>
                <a:gd name="T8" fmla="*/ 121 w 242"/>
                <a:gd name="T9" fmla="*/ 259 h 259"/>
                <a:gd name="T10" fmla="*/ 130 w 242"/>
                <a:gd name="T11" fmla="*/ 242 h 259"/>
                <a:gd name="T12" fmla="*/ 242 w 242"/>
                <a:gd name="T13" fmla="*/ 121 h 259"/>
                <a:gd name="T14" fmla="*/ 37 w 242"/>
                <a:gd name="T15" fmla="*/ 38 h 259"/>
                <a:gd name="T16" fmla="*/ 121 w 242"/>
                <a:gd name="T17" fmla="*/ 3 h 259"/>
                <a:gd name="T18" fmla="*/ 204 w 242"/>
                <a:gd name="T19" fmla="*/ 38 h 259"/>
                <a:gd name="T20" fmla="*/ 227 w 242"/>
                <a:gd name="T21" fmla="*/ 70 h 259"/>
                <a:gd name="T22" fmla="*/ 14 w 242"/>
                <a:gd name="T23" fmla="*/ 70 h 259"/>
                <a:gd name="T24" fmla="*/ 37 w 242"/>
                <a:gd name="T25" fmla="*/ 38 h 259"/>
                <a:gd name="T26" fmla="*/ 37 w 242"/>
                <a:gd name="T27" fmla="*/ 205 h 259"/>
                <a:gd name="T28" fmla="*/ 3 w 242"/>
                <a:gd name="T29" fmla="*/ 121 h 259"/>
                <a:gd name="T30" fmla="*/ 13 w 242"/>
                <a:gd name="T31" fmla="*/ 73 h 259"/>
                <a:gd name="T32" fmla="*/ 109 w 242"/>
                <a:gd name="T33" fmla="*/ 239 h 259"/>
                <a:gd name="T34" fmla="*/ 37 w 242"/>
                <a:gd name="T35" fmla="*/ 205 h 259"/>
                <a:gd name="T36" fmla="*/ 121 w 242"/>
                <a:gd name="T37" fmla="*/ 244 h 259"/>
                <a:gd name="T38" fmla="*/ 26 w 242"/>
                <a:gd name="T39" fmla="*/ 78 h 259"/>
                <a:gd name="T40" fmla="*/ 216 w 242"/>
                <a:gd name="T41" fmla="*/ 78 h 259"/>
                <a:gd name="T42" fmla="*/ 121 w 242"/>
                <a:gd name="T43" fmla="*/ 244 h 259"/>
                <a:gd name="T44" fmla="*/ 132 w 242"/>
                <a:gd name="T45" fmla="*/ 239 h 259"/>
                <a:gd name="T46" fmla="*/ 228 w 242"/>
                <a:gd name="T47" fmla="*/ 73 h 259"/>
                <a:gd name="T48" fmla="*/ 239 w 242"/>
                <a:gd name="T49" fmla="*/ 121 h 259"/>
                <a:gd name="T50" fmla="*/ 204 w 242"/>
                <a:gd name="T51" fmla="*/ 205 h 259"/>
                <a:gd name="T52" fmla="*/ 132 w 242"/>
                <a:gd name="T53" fmla="*/ 23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259">
                  <a:moveTo>
                    <a:pt x="242" y="121"/>
                  </a:moveTo>
                  <a:cubicBezTo>
                    <a:pt x="242" y="54"/>
                    <a:pt x="188" y="0"/>
                    <a:pt x="121" y="0"/>
                  </a:cubicBezTo>
                  <a:cubicBezTo>
                    <a:pt x="54" y="0"/>
                    <a:pt x="0" y="54"/>
                    <a:pt x="0" y="121"/>
                  </a:cubicBezTo>
                  <a:cubicBezTo>
                    <a:pt x="0" y="185"/>
                    <a:pt x="49" y="237"/>
                    <a:pt x="111" y="242"/>
                  </a:cubicBezTo>
                  <a:cubicBezTo>
                    <a:pt x="121" y="259"/>
                    <a:pt x="121" y="259"/>
                    <a:pt x="121" y="259"/>
                  </a:cubicBezTo>
                  <a:cubicBezTo>
                    <a:pt x="130" y="242"/>
                    <a:pt x="130" y="242"/>
                    <a:pt x="130" y="242"/>
                  </a:cubicBezTo>
                  <a:cubicBezTo>
                    <a:pt x="193" y="237"/>
                    <a:pt x="242" y="185"/>
                    <a:pt x="242" y="121"/>
                  </a:cubicBezTo>
                  <a:close/>
                  <a:moveTo>
                    <a:pt x="37" y="38"/>
                  </a:moveTo>
                  <a:cubicBezTo>
                    <a:pt x="59" y="17"/>
                    <a:pt x="88" y="3"/>
                    <a:pt x="121" y="3"/>
                  </a:cubicBezTo>
                  <a:cubicBezTo>
                    <a:pt x="153" y="3"/>
                    <a:pt x="183" y="17"/>
                    <a:pt x="204" y="38"/>
                  </a:cubicBezTo>
                  <a:cubicBezTo>
                    <a:pt x="214" y="47"/>
                    <a:pt x="221" y="58"/>
                    <a:pt x="227" y="70"/>
                  </a:cubicBezTo>
                  <a:cubicBezTo>
                    <a:pt x="14" y="70"/>
                    <a:pt x="14" y="70"/>
                    <a:pt x="14" y="70"/>
                  </a:cubicBezTo>
                  <a:cubicBezTo>
                    <a:pt x="20" y="58"/>
                    <a:pt x="28" y="47"/>
                    <a:pt x="37" y="38"/>
                  </a:cubicBezTo>
                  <a:close/>
                  <a:moveTo>
                    <a:pt x="37" y="205"/>
                  </a:moveTo>
                  <a:cubicBezTo>
                    <a:pt x="16" y="183"/>
                    <a:pt x="3" y="154"/>
                    <a:pt x="3" y="121"/>
                  </a:cubicBezTo>
                  <a:cubicBezTo>
                    <a:pt x="3" y="104"/>
                    <a:pt x="7" y="87"/>
                    <a:pt x="13" y="73"/>
                  </a:cubicBezTo>
                  <a:cubicBezTo>
                    <a:pt x="109" y="239"/>
                    <a:pt x="109" y="239"/>
                    <a:pt x="109" y="239"/>
                  </a:cubicBezTo>
                  <a:cubicBezTo>
                    <a:pt x="81" y="236"/>
                    <a:pt x="56" y="224"/>
                    <a:pt x="37" y="205"/>
                  </a:cubicBezTo>
                  <a:close/>
                  <a:moveTo>
                    <a:pt x="121" y="244"/>
                  </a:moveTo>
                  <a:cubicBezTo>
                    <a:pt x="26" y="78"/>
                    <a:pt x="26" y="78"/>
                    <a:pt x="26" y="78"/>
                  </a:cubicBezTo>
                  <a:cubicBezTo>
                    <a:pt x="216" y="78"/>
                    <a:pt x="216" y="78"/>
                    <a:pt x="216" y="78"/>
                  </a:cubicBezTo>
                  <a:lnTo>
                    <a:pt x="121" y="244"/>
                  </a:lnTo>
                  <a:close/>
                  <a:moveTo>
                    <a:pt x="132" y="239"/>
                  </a:moveTo>
                  <a:cubicBezTo>
                    <a:pt x="228" y="73"/>
                    <a:pt x="228" y="73"/>
                    <a:pt x="228" y="73"/>
                  </a:cubicBezTo>
                  <a:cubicBezTo>
                    <a:pt x="235" y="87"/>
                    <a:pt x="239" y="104"/>
                    <a:pt x="239" y="121"/>
                  </a:cubicBezTo>
                  <a:cubicBezTo>
                    <a:pt x="239" y="154"/>
                    <a:pt x="226" y="183"/>
                    <a:pt x="204" y="205"/>
                  </a:cubicBezTo>
                  <a:cubicBezTo>
                    <a:pt x="185" y="224"/>
                    <a:pt x="160" y="236"/>
                    <a:pt x="132" y="239"/>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sḷïďe"/>
            <p:cNvSpPr/>
            <p:nvPr/>
          </p:nvSpPr>
          <p:spPr bwMode="auto">
            <a:xfrm>
              <a:off x="8130345" y="2781311"/>
              <a:ext cx="629059" cy="612103"/>
            </a:xfrm>
            <a:custGeom>
              <a:avLst/>
              <a:gdLst>
                <a:gd name="T0" fmla="*/ 103 w 157"/>
                <a:gd name="T1" fmla="*/ 92 h 152"/>
                <a:gd name="T2" fmla="*/ 98 w 157"/>
                <a:gd name="T3" fmla="*/ 84 h 152"/>
                <a:gd name="T4" fmla="*/ 101 w 157"/>
                <a:gd name="T5" fmla="*/ 73 h 152"/>
                <a:gd name="T6" fmla="*/ 109 w 157"/>
                <a:gd name="T7" fmla="*/ 76 h 152"/>
                <a:gd name="T8" fmla="*/ 100 w 157"/>
                <a:gd name="T9" fmla="*/ 105 h 152"/>
                <a:gd name="T10" fmla="*/ 92 w 157"/>
                <a:gd name="T11" fmla="*/ 113 h 152"/>
                <a:gd name="T12" fmla="*/ 76 w 157"/>
                <a:gd name="T13" fmla="*/ 106 h 152"/>
                <a:gd name="T14" fmla="*/ 80 w 157"/>
                <a:gd name="T15" fmla="*/ 78 h 152"/>
                <a:gd name="T16" fmla="*/ 85 w 157"/>
                <a:gd name="T17" fmla="*/ 76 h 152"/>
                <a:gd name="T18" fmla="*/ 88 w 157"/>
                <a:gd name="T19" fmla="*/ 97 h 152"/>
                <a:gd name="T20" fmla="*/ 100 w 157"/>
                <a:gd name="T21" fmla="*/ 105 h 152"/>
                <a:gd name="T22" fmla="*/ 139 w 157"/>
                <a:gd name="T23" fmla="*/ 105 h 152"/>
                <a:gd name="T24" fmla="*/ 112 w 157"/>
                <a:gd name="T25" fmla="*/ 110 h 152"/>
                <a:gd name="T26" fmla="*/ 121 w 157"/>
                <a:gd name="T27" fmla="*/ 62 h 152"/>
                <a:gd name="T28" fmla="*/ 108 w 157"/>
                <a:gd name="T29" fmla="*/ 27 h 152"/>
                <a:gd name="T30" fmla="*/ 78 w 157"/>
                <a:gd name="T31" fmla="*/ 41 h 152"/>
                <a:gd name="T32" fmla="*/ 94 w 157"/>
                <a:gd name="T33" fmla="*/ 39 h 152"/>
                <a:gd name="T34" fmla="*/ 105 w 157"/>
                <a:gd name="T35" fmla="*/ 42 h 152"/>
                <a:gd name="T36" fmla="*/ 105 w 157"/>
                <a:gd name="T37" fmla="*/ 64 h 152"/>
                <a:gd name="T38" fmla="*/ 83 w 157"/>
                <a:gd name="T39" fmla="*/ 69 h 152"/>
                <a:gd name="T40" fmla="*/ 74 w 157"/>
                <a:gd name="T41" fmla="*/ 59 h 152"/>
                <a:gd name="T42" fmla="*/ 76 w 157"/>
                <a:gd name="T43" fmla="*/ 45 h 152"/>
                <a:gd name="T44" fmla="*/ 62 w 157"/>
                <a:gd name="T45" fmla="*/ 55 h 152"/>
                <a:gd name="T46" fmla="*/ 64 w 157"/>
                <a:gd name="T47" fmla="*/ 28 h 152"/>
                <a:gd name="T48" fmla="*/ 80 w 157"/>
                <a:gd name="T49" fmla="*/ 18 h 152"/>
                <a:gd name="T50" fmla="*/ 97 w 157"/>
                <a:gd name="T51" fmla="*/ 5 h 152"/>
                <a:gd name="T52" fmla="*/ 70 w 157"/>
                <a:gd name="T53" fmla="*/ 12 h 152"/>
                <a:gd name="T54" fmla="*/ 61 w 157"/>
                <a:gd name="T55" fmla="*/ 0 h 152"/>
                <a:gd name="T56" fmla="*/ 54 w 157"/>
                <a:gd name="T57" fmla="*/ 61 h 152"/>
                <a:gd name="T58" fmla="*/ 62 w 157"/>
                <a:gd name="T59" fmla="*/ 66 h 152"/>
                <a:gd name="T60" fmla="*/ 70 w 157"/>
                <a:gd name="T61" fmla="*/ 85 h 152"/>
                <a:gd name="T62" fmla="*/ 59 w 157"/>
                <a:gd name="T63" fmla="*/ 100 h 152"/>
                <a:gd name="T64" fmla="*/ 57 w 157"/>
                <a:gd name="T65" fmla="*/ 71 h 152"/>
                <a:gd name="T66" fmla="*/ 53 w 157"/>
                <a:gd name="T67" fmla="*/ 89 h 152"/>
                <a:gd name="T68" fmla="*/ 54 w 157"/>
                <a:gd name="T69" fmla="*/ 119 h 152"/>
                <a:gd name="T70" fmla="*/ 44 w 157"/>
                <a:gd name="T71" fmla="*/ 120 h 152"/>
                <a:gd name="T72" fmla="*/ 32 w 157"/>
                <a:gd name="T73" fmla="*/ 43 h 152"/>
                <a:gd name="T74" fmla="*/ 24 w 157"/>
                <a:gd name="T75" fmla="*/ 69 h 152"/>
                <a:gd name="T76" fmla="*/ 30 w 157"/>
                <a:gd name="T77" fmla="*/ 123 h 152"/>
                <a:gd name="T78" fmla="*/ 26 w 157"/>
                <a:gd name="T79" fmla="*/ 124 h 152"/>
                <a:gd name="T80" fmla="*/ 14 w 157"/>
                <a:gd name="T81" fmla="*/ 72 h 152"/>
                <a:gd name="T82" fmla="*/ 0 w 157"/>
                <a:gd name="T83" fmla="*/ 65 h 152"/>
                <a:gd name="T84" fmla="*/ 8 w 157"/>
                <a:gd name="T85" fmla="*/ 123 h 152"/>
                <a:gd name="T86" fmla="*/ 23 w 157"/>
                <a:gd name="T87" fmla="*/ 130 h 152"/>
                <a:gd name="T88" fmla="*/ 38 w 157"/>
                <a:gd name="T89" fmla="*/ 132 h 152"/>
                <a:gd name="T90" fmla="*/ 56 w 157"/>
                <a:gd name="T91" fmla="*/ 126 h 152"/>
                <a:gd name="T92" fmla="*/ 71 w 157"/>
                <a:gd name="T93" fmla="*/ 122 h 152"/>
                <a:gd name="T94" fmla="*/ 92 w 157"/>
                <a:gd name="T95" fmla="*/ 122 h 152"/>
                <a:gd name="T96" fmla="*/ 111 w 157"/>
                <a:gd name="T97" fmla="*/ 119 h 152"/>
                <a:gd name="T98" fmla="*/ 107 w 157"/>
                <a:gd name="T99" fmla="*/ 149 h 152"/>
                <a:gd name="T100" fmla="*/ 140 w 157"/>
                <a:gd name="T101" fmla="*/ 132 h 152"/>
                <a:gd name="T102" fmla="*/ 153 w 157"/>
                <a:gd name="T103" fmla="*/ 123 h 152"/>
                <a:gd name="T104" fmla="*/ 148 w 157"/>
                <a:gd name="T105" fmla="*/ 10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 h="152">
                  <a:moveTo>
                    <a:pt x="105" y="86"/>
                  </a:moveTo>
                  <a:cubicBezTo>
                    <a:pt x="104" y="89"/>
                    <a:pt x="104" y="91"/>
                    <a:pt x="103" y="92"/>
                  </a:cubicBezTo>
                  <a:cubicBezTo>
                    <a:pt x="100" y="93"/>
                    <a:pt x="98" y="94"/>
                    <a:pt x="97" y="92"/>
                  </a:cubicBezTo>
                  <a:cubicBezTo>
                    <a:pt x="97" y="90"/>
                    <a:pt x="97" y="87"/>
                    <a:pt x="98" y="84"/>
                  </a:cubicBezTo>
                  <a:cubicBezTo>
                    <a:pt x="98" y="82"/>
                    <a:pt x="98" y="80"/>
                    <a:pt x="98" y="78"/>
                  </a:cubicBezTo>
                  <a:cubicBezTo>
                    <a:pt x="99" y="75"/>
                    <a:pt x="101" y="73"/>
                    <a:pt x="101" y="73"/>
                  </a:cubicBezTo>
                  <a:cubicBezTo>
                    <a:pt x="102" y="73"/>
                    <a:pt x="107" y="72"/>
                    <a:pt x="107" y="72"/>
                  </a:cubicBezTo>
                  <a:cubicBezTo>
                    <a:pt x="107" y="72"/>
                    <a:pt x="108" y="74"/>
                    <a:pt x="109" y="76"/>
                  </a:cubicBezTo>
                  <a:cubicBezTo>
                    <a:pt x="109" y="79"/>
                    <a:pt x="105" y="83"/>
                    <a:pt x="105" y="86"/>
                  </a:cubicBezTo>
                  <a:moveTo>
                    <a:pt x="100" y="105"/>
                  </a:moveTo>
                  <a:cubicBezTo>
                    <a:pt x="99" y="108"/>
                    <a:pt x="100" y="111"/>
                    <a:pt x="97" y="112"/>
                  </a:cubicBezTo>
                  <a:cubicBezTo>
                    <a:pt x="92" y="113"/>
                    <a:pt x="92" y="113"/>
                    <a:pt x="92" y="113"/>
                  </a:cubicBezTo>
                  <a:cubicBezTo>
                    <a:pt x="88" y="113"/>
                    <a:pt x="82" y="112"/>
                    <a:pt x="81" y="112"/>
                  </a:cubicBezTo>
                  <a:cubicBezTo>
                    <a:pt x="78" y="111"/>
                    <a:pt x="77" y="109"/>
                    <a:pt x="76" y="106"/>
                  </a:cubicBezTo>
                  <a:cubicBezTo>
                    <a:pt x="75" y="102"/>
                    <a:pt x="78" y="96"/>
                    <a:pt x="80" y="90"/>
                  </a:cubicBezTo>
                  <a:cubicBezTo>
                    <a:pt x="81" y="86"/>
                    <a:pt x="80" y="83"/>
                    <a:pt x="80" y="78"/>
                  </a:cubicBezTo>
                  <a:cubicBezTo>
                    <a:pt x="82" y="76"/>
                    <a:pt x="82" y="76"/>
                    <a:pt x="82" y="76"/>
                  </a:cubicBezTo>
                  <a:cubicBezTo>
                    <a:pt x="85" y="76"/>
                    <a:pt x="85" y="76"/>
                    <a:pt x="85" y="76"/>
                  </a:cubicBezTo>
                  <a:cubicBezTo>
                    <a:pt x="87" y="78"/>
                    <a:pt x="87" y="78"/>
                    <a:pt x="87" y="78"/>
                  </a:cubicBezTo>
                  <a:cubicBezTo>
                    <a:pt x="89" y="84"/>
                    <a:pt x="86" y="91"/>
                    <a:pt x="88" y="97"/>
                  </a:cubicBezTo>
                  <a:cubicBezTo>
                    <a:pt x="90" y="101"/>
                    <a:pt x="93" y="98"/>
                    <a:pt x="98" y="100"/>
                  </a:cubicBezTo>
                  <a:cubicBezTo>
                    <a:pt x="100" y="100"/>
                    <a:pt x="102" y="103"/>
                    <a:pt x="100" y="105"/>
                  </a:cubicBezTo>
                  <a:moveTo>
                    <a:pt x="148" y="109"/>
                  </a:moveTo>
                  <a:cubicBezTo>
                    <a:pt x="145" y="108"/>
                    <a:pt x="141" y="106"/>
                    <a:pt x="139" y="105"/>
                  </a:cubicBezTo>
                  <a:cubicBezTo>
                    <a:pt x="135" y="104"/>
                    <a:pt x="129" y="107"/>
                    <a:pt x="123" y="108"/>
                  </a:cubicBezTo>
                  <a:cubicBezTo>
                    <a:pt x="120" y="109"/>
                    <a:pt x="116" y="108"/>
                    <a:pt x="112" y="110"/>
                  </a:cubicBezTo>
                  <a:cubicBezTo>
                    <a:pt x="112" y="110"/>
                    <a:pt x="111" y="106"/>
                    <a:pt x="112" y="104"/>
                  </a:cubicBezTo>
                  <a:cubicBezTo>
                    <a:pt x="113" y="93"/>
                    <a:pt x="116" y="78"/>
                    <a:pt x="121" y="62"/>
                  </a:cubicBezTo>
                  <a:cubicBezTo>
                    <a:pt x="125" y="52"/>
                    <a:pt x="124" y="43"/>
                    <a:pt x="121" y="35"/>
                  </a:cubicBezTo>
                  <a:cubicBezTo>
                    <a:pt x="119" y="30"/>
                    <a:pt x="113" y="27"/>
                    <a:pt x="108" y="27"/>
                  </a:cubicBezTo>
                  <a:cubicBezTo>
                    <a:pt x="102" y="26"/>
                    <a:pt x="94" y="29"/>
                    <a:pt x="83" y="36"/>
                  </a:cubicBezTo>
                  <a:cubicBezTo>
                    <a:pt x="80" y="38"/>
                    <a:pt x="79" y="40"/>
                    <a:pt x="78" y="41"/>
                  </a:cubicBezTo>
                  <a:cubicBezTo>
                    <a:pt x="76" y="44"/>
                    <a:pt x="77" y="45"/>
                    <a:pt x="81" y="44"/>
                  </a:cubicBezTo>
                  <a:cubicBezTo>
                    <a:pt x="85" y="43"/>
                    <a:pt x="90" y="40"/>
                    <a:pt x="94" y="39"/>
                  </a:cubicBezTo>
                  <a:cubicBezTo>
                    <a:pt x="97" y="38"/>
                    <a:pt x="99" y="38"/>
                    <a:pt x="100" y="38"/>
                  </a:cubicBezTo>
                  <a:cubicBezTo>
                    <a:pt x="100" y="38"/>
                    <a:pt x="103" y="39"/>
                    <a:pt x="105" y="42"/>
                  </a:cubicBezTo>
                  <a:cubicBezTo>
                    <a:pt x="107" y="46"/>
                    <a:pt x="108" y="51"/>
                    <a:pt x="108" y="55"/>
                  </a:cubicBezTo>
                  <a:cubicBezTo>
                    <a:pt x="109" y="59"/>
                    <a:pt x="109" y="63"/>
                    <a:pt x="105" y="64"/>
                  </a:cubicBezTo>
                  <a:cubicBezTo>
                    <a:pt x="99" y="66"/>
                    <a:pt x="97" y="65"/>
                    <a:pt x="92" y="66"/>
                  </a:cubicBezTo>
                  <a:cubicBezTo>
                    <a:pt x="92" y="66"/>
                    <a:pt x="86" y="70"/>
                    <a:pt x="83" y="69"/>
                  </a:cubicBezTo>
                  <a:cubicBezTo>
                    <a:pt x="82" y="69"/>
                    <a:pt x="81" y="65"/>
                    <a:pt x="79" y="61"/>
                  </a:cubicBezTo>
                  <a:cubicBezTo>
                    <a:pt x="77" y="59"/>
                    <a:pt x="74" y="59"/>
                    <a:pt x="74" y="59"/>
                  </a:cubicBezTo>
                  <a:cubicBezTo>
                    <a:pt x="75" y="54"/>
                    <a:pt x="77" y="51"/>
                    <a:pt x="77" y="47"/>
                  </a:cubicBezTo>
                  <a:cubicBezTo>
                    <a:pt x="78" y="45"/>
                    <a:pt x="76" y="45"/>
                    <a:pt x="76" y="45"/>
                  </a:cubicBezTo>
                  <a:cubicBezTo>
                    <a:pt x="71" y="48"/>
                    <a:pt x="69" y="53"/>
                    <a:pt x="66" y="55"/>
                  </a:cubicBezTo>
                  <a:cubicBezTo>
                    <a:pt x="65" y="56"/>
                    <a:pt x="63" y="56"/>
                    <a:pt x="62" y="55"/>
                  </a:cubicBezTo>
                  <a:cubicBezTo>
                    <a:pt x="61" y="53"/>
                    <a:pt x="62" y="50"/>
                    <a:pt x="62" y="45"/>
                  </a:cubicBezTo>
                  <a:cubicBezTo>
                    <a:pt x="63" y="37"/>
                    <a:pt x="64" y="28"/>
                    <a:pt x="64" y="28"/>
                  </a:cubicBezTo>
                  <a:cubicBezTo>
                    <a:pt x="64" y="28"/>
                    <a:pt x="68" y="26"/>
                    <a:pt x="72" y="23"/>
                  </a:cubicBezTo>
                  <a:cubicBezTo>
                    <a:pt x="80" y="18"/>
                    <a:pt x="80" y="18"/>
                    <a:pt x="80" y="18"/>
                  </a:cubicBezTo>
                  <a:cubicBezTo>
                    <a:pt x="84" y="15"/>
                    <a:pt x="90" y="17"/>
                    <a:pt x="94" y="15"/>
                  </a:cubicBezTo>
                  <a:cubicBezTo>
                    <a:pt x="97" y="13"/>
                    <a:pt x="96" y="8"/>
                    <a:pt x="97" y="5"/>
                  </a:cubicBezTo>
                  <a:cubicBezTo>
                    <a:pt x="96" y="1"/>
                    <a:pt x="92" y="1"/>
                    <a:pt x="89" y="2"/>
                  </a:cubicBezTo>
                  <a:cubicBezTo>
                    <a:pt x="82" y="4"/>
                    <a:pt x="74" y="13"/>
                    <a:pt x="70" y="12"/>
                  </a:cubicBezTo>
                  <a:cubicBezTo>
                    <a:pt x="69" y="11"/>
                    <a:pt x="69" y="6"/>
                    <a:pt x="67" y="3"/>
                  </a:cubicBezTo>
                  <a:cubicBezTo>
                    <a:pt x="66" y="0"/>
                    <a:pt x="63" y="0"/>
                    <a:pt x="61" y="0"/>
                  </a:cubicBezTo>
                  <a:cubicBezTo>
                    <a:pt x="61" y="0"/>
                    <a:pt x="57" y="1"/>
                    <a:pt x="57" y="1"/>
                  </a:cubicBezTo>
                  <a:cubicBezTo>
                    <a:pt x="55" y="7"/>
                    <a:pt x="54" y="27"/>
                    <a:pt x="54" y="61"/>
                  </a:cubicBezTo>
                  <a:cubicBezTo>
                    <a:pt x="54" y="62"/>
                    <a:pt x="57" y="66"/>
                    <a:pt x="58" y="66"/>
                  </a:cubicBezTo>
                  <a:cubicBezTo>
                    <a:pt x="59" y="66"/>
                    <a:pt x="62" y="66"/>
                    <a:pt x="62" y="66"/>
                  </a:cubicBezTo>
                  <a:cubicBezTo>
                    <a:pt x="62" y="66"/>
                    <a:pt x="67" y="67"/>
                    <a:pt x="68" y="68"/>
                  </a:cubicBezTo>
                  <a:cubicBezTo>
                    <a:pt x="70" y="72"/>
                    <a:pt x="70" y="80"/>
                    <a:pt x="70" y="85"/>
                  </a:cubicBezTo>
                  <a:cubicBezTo>
                    <a:pt x="71" y="91"/>
                    <a:pt x="64" y="103"/>
                    <a:pt x="64" y="103"/>
                  </a:cubicBezTo>
                  <a:cubicBezTo>
                    <a:pt x="64" y="103"/>
                    <a:pt x="59" y="104"/>
                    <a:pt x="59" y="100"/>
                  </a:cubicBezTo>
                  <a:cubicBezTo>
                    <a:pt x="58" y="96"/>
                    <a:pt x="59" y="87"/>
                    <a:pt x="58" y="82"/>
                  </a:cubicBezTo>
                  <a:cubicBezTo>
                    <a:pt x="57" y="80"/>
                    <a:pt x="58" y="74"/>
                    <a:pt x="57" y="71"/>
                  </a:cubicBezTo>
                  <a:cubicBezTo>
                    <a:pt x="57" y="69"/>
                    <a:pt x="55" y="70"/>
                    <a:pt x="55" y="71"/>
                  </a:cubicBezTo>
                  <a:cubicBezTo>
                    <a:pt x="54" y="72"/>
                    <a:pt x="54" y="82"/>
                    <a:pt x="53" y="89"/>
                  </a:cubicBezTo>
                  <a:cubicBezTo>
                    <a:pt x="53" y="96"/>
                    <a:pt x="52" y="102"/>
                    <a:pt x="52" y="102"/>
                  </a:cubicBezTo>
                  <a:cubicBezTo>
                    <a:pt x="52" y="106"/>
                    <a:pt x="53" y="117"/>
                    <a:pt x="54" y="119"/>
                  </a:cubicBezTo>
                  <a:cubicBezTo>
                    <a:pt x="48" y="121"/>
                    <a:pt x="48" y="121"/>
                    <a:pt x="48" y="121"/>
                  </a:cubicBezTo>
                  <a:cubicBezTo>
                    <a:pt x="44" y="120"/>
                    <a:pt x="44" y="120"/>
                    <a:pt x="44" y="120"/>
                  </a:cubicBezTo>
                  <a:cubicBezTo>
                    <a:pt x="40" y="92"/>
                    <a:pt x="39" y="68"/>
                    <a:pt x="35" y="43"/>
                  </a:cubicBezTo>
                  <a:cubicBezTo>
                    <a:pt x="32" y="43"/>
                    <a:pt x="32" y="43"/>
                    <a:pt x="32" y="43"/>
                  </a:cubicBezTo>
                  <a:cubicBezTo>
                    <a:pt x="27" y="48"/>
                    <a:pt x="27" y="48"/>
                    <a:pt x="27" y="48"/>
                  </a:cubicBezTo>
                  <a:cubicBezTo>
                    <a:pt x="26" y="51"/>
                    <a:pt x="24" y="69"/>
                    <a:pt x="24" y="69"/>
                  </a:cubicBezTo>
                  <a:cubicBezTo>
                    <a:pt x="23" y="78"/>
                    <a:pt x="30" y="104"/>
                    <a:pt x="30" y="112"/>
                  </a:cubicBezTo>
                  <a:cubicBezTo>
                    <a:pt x="30" y="112"/>
                    <a:pt x="30" y="123"/>
                    <a:pt x="30" y="123"/>
                  </a:cubicBezTo>
                  <a:cubicBezTo>
                    <a:pt x="28" y="124"/>
                    <a:pt x="28" y="124"/>
                    <a:pt x="28" y="124"/>
                  </a:cubicBezTo>
                  <a:cubicBezTo>
                    <a:pt x="26" y="124"/>
                    <a:pt x="26" y="124"/>
                    <a:pt x="26" y="124"/>
                  </a:cubicBezTo>
                  <a:cubicBezTo>
                    <a:pt x="21" y="122"/>
                    <a:pt x="21" y="122"/>
                    <a:pt x="21" y="122"/>
                  </a:cubicBezTo>
                  <a:cubicBezTo>
                    <a:pt x="19" y="108"/>
                    <a:pt x="20" y="83"/>
                    <a:pt x="14" y="72"/>
                  </a:cubicBezTo>
                  <a:cubicBezTo>
                    <a:pt x="13" y="70"/>
                    <a:pt x="7" y="61"/>
                    <a:pt x="4" y="60"/>
                  </a:cubicBezTo>
                  <a:cubicBezTo>
                    <a:pt x="2" y="59"/>
                    <a:pt x="0" y="65"/>
                    <a:pt x="0" y="65"/>
                  </a:cubicBezTo>
                  <a:cubicBezTo>
                    <a:pt x="1" y="71"/>
                    <a:pt x="3" y="73"/>
                    <a:pt x="4" y="79"/>
                  </a:cubicBezTo>
                  <a:cubicBezTo>
                    <a:pt x="6" y="94"/>
                    <a:pt x="7" y="110"/>
                    <a:pt x="8" y="123"/>
                  </a:cubicBezTo>
                  <a:cubicBezTo>
                    <a:pt x="9" y="125"/>
                    <a:pt x="10" y="126"/>
                    <a:pt x="11" y="128"/>
                  </a:cubicBezTo>
                  <a:cubicBezTo>
                    <a:pt x="15" y="129"/>
                    <a:pt x="19" y="129"/>
                    <a:pt x="23" y="130"/>
                  </a:cubicBezTo>
                  <a:cubicBezTo>
                    <a:pt x="25" y="131"/>
                    <a:pt x="28" y="133"/>
                    <a:pt x="30" y="133"/>
                  </a:cubicBezTo>
                  <a:cubicBezTo>
                    <a:pt x="33" y="134"/>
                    <a:pt x="38" y="132"/>
                    <a:pt x="38" y="132"/>
                  </a:cubicBezTo>
                  <a:cubicBezTo>
                    <a:pt x="42" y="127"/>
                    <a:pt x="42" y="127"/>
                    <a:pt x="42" y="127"/>
                  </a:cubicBezTo>
                  <a:cubicBezTo>
                    <a:pt x="44" y="126"/>
                    <a:pt x="52" y="125"/>
                    <a:pt x="56" y="126"/>
                  </a:cubicBezTo>
                  <a:cubicBezTo>
                    <a:pt x="58" y="129"/>
                    <a:pt x="61" y="130"/>
                    <a:pt x="63" y="129"/>
                  </a:cubicBezTo>
                  <a:cubicBezTo>
                    <a:pt x="65" y="129"/>
                    <a:pt x="67" y="124"/>
                    <a:pt x="71" y="122"/>
                  </a:cubicBezTo>
                  <a:cubicBezTo>
                    <a:pt x="71" y="122"/>
                    <a:pt x="75" y="120"/>
                    <a:pt x="81" y="119"/>
                  </a:cubicBezTo>
                  <a:cubicBezTo>
                    <a:pt x="85" y="119"/>
                    <a:pt x="88" y="122"/>
                    <a:pt x="92" y="122"/>
                  </a:cubicBezTo>
                  <a:cubicBezTo>
                    <a:pt x="98" y="124"/>
                    <a:pt x="104" y="124"/>
                    <a:pt x="103" y="124"/>
                  </a:cubicBezTo>
                  <a:cubicBezTo>
                    <a:pt x="109" y="124"/>
                    <a:pt x="109" y="120"/>
                    <a:pt x="111" y="119"/>
                  </a:cubicBezTo>
                  <a:cubicBezTo>
                    <a:pt x="114" y="117"/>
                    <a:pt x="119" y="116"/>
                    <a:pt x="127" y="116"/>
                  </a:cubicBezTo>
                  <a:cubicBezTo>
                    <a:pt x="151" y="114"/>
                    <a:pt x="85" y="152"/>
                    <a:pt x="107" y="149"/>
                  </a:cubicBezTo>
                  <a:cubicBezTo>
                    <a:pt x="118" y="147"/>
                    <a:pt x="119" y="144"/>
                    <a:pt x="125" y="141"/>
                  </a:cubicBezTo>
                  <a:cubicBezTo>
                    <a:pt x="132" y="138"/>
                    <a:pt x="136" y="135"/>
                    <a:pt x="140" y="132"/>
                  </a:cubicBezTo>
                  <a:cubicBezTo>
                    <a:pt x="142" y="131"/>
                    <a:pt x="147" y="131"/>
                    <a:pt x="150" y="129"/>
                  </a:cubicBezTo>
                  <a:cubicBezTo>
                    <a:pt x="150" y="129"/>
                    <a:pt x="151" y="125"/>
                    <a:pt x="153" y="123"/>
                  </a:cubicBezTo>
                  <a:cubicBezTo>
                    <a:pt x="154" y="120"/>
                    <a:pt x="157" y="117"/>
                    <a:pt x="157" y="115"/>
                  </a:cubicBezTo>
                  <a:cubicBezTo>
                    <a:pt x="157" y="110"/>
                    <a:pt x="153" y="110"/>
                    <a:pt x="148" y="109"/>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ŝ1íḓé"/>
            <p:cNvSpPr/>
            <p:nvPr/>
          </p:nvSpPr>
          <p:spPr bwMode="auto">
            <a:xfrm>
              <a:off x="8262600" y="3381544"/>
              <a:ext cx="420502" cy="451023"/>
            </a:xfrm>
            <a:custGeom>
              <a:avLst/>
              <a:gdLst>
                <a:gd name="T0" fmla="*/ 29 w 105"/>
                <a:gd name="T1" fmla="*/ 105 h 112"/>
                <a:gd name="T2" fmla="*/ 13 w 105"/>
                <a:gd name="T3" fmla="*/ 101 h 112"/>
                <a:gd name="T4" fmla="*/ 7 w 105"/>
                <a:gd name="T5" fmla="*/ 86 h 112"/>
                <a:gd name="T6" fmla="*/ 17 w 105"/>
                <a:gd name="T7" fmla="*/ 75 h 112"/>
                <a:gd name="T8" fmla="*/ 32 w 105"/>
                <a:gd name="T9" fmla="*/ 71 h 112"/>
                <a:gd name="T10" fmla="*/ 44 w 105"/>
                <a:gd name="T11" fmla="*/ 73 h 112"/>
                <a:gd name="T12" fmla="*/ 29 w 105"/>
                <a:gd name="T13" fmla="*/ 105 h 112"/>
                <a:gd name="T14" fmla="*/ 104 w 105"/>
                <a:gd name="T15" fmla="*/ 73 h 112"/>
                <a:gd name="T16" fmla="*/ 94 w 105"/>
                <a:gd name="T17" fmla="*/ 63 h 112"/>
                <a:gd name="T18" fmla="*/ 84 w 105"/>
                <a:gd name="T19" fmla="*/ 60 h 112"/>
                <a:gd name="T20" fmla="*/ 68 w 105"/>
                <a:gd name="T21" fmla="*/ 61 h 112"/>
                <a:gd name="T22" fmla="*/ 61 w 105"/>
                <a:gd name="T23" fmla="*/ 60 h 112"/>
                <a:gd name="T24" fmla="*/ 55 w 105"/>
                <a:gd name="T25" fmla="*/ 45 h 112"/>
                <a:gd name="T26" fmla="*/ 49 w 105"/>
                <a:gd name="T27" fmla="*/ 44 h 112"/>
                <a:gd name="T28" fmla="*/ 44 w 105"/>
                <a:gd name="T29" fmla="*/ 44 h 112"/>
                <a:gd name="T30" fmla="*/ 44 w 105"/>
                <a:gd name="T31" fmla="*/ 40 h 112"/>
                <a:gd name="T32" fmla="*/ 61 w 105"/>
                <a:gd name="T33" fmla="*/ 18 h 112"/>
                <a:gd name="T34" fmla="*/ 67 w 105"/>
                <a:gd name="T35" fmla="*/ 13 h 112"/>
                <a:gd name="T36" fmla="*/ 67 w 105"/>
                <a:gd name="T37" fmla="*/ 3 h 112"/>
                <a:gd name="T38" fmla="*/ 53 w 105"/>
                <a:gd name="T39" fmla="*/ 2 h 112"/>
                <a:gd name="T40" fmla="*/ 41 w 105"/>
                <a:gd name="T41" fmla="*/ 1 h 112"/>
                <a:gd name="T42" fmla="*/ 25 w 105"/>
                <a:gd name="T43" fmla="*/ 12 h 112"/>
                <a:gd name="T44" fmla="*/ 24 w 105"/>
                <a:gd name="T45" fmla="*/ 13 h 112"/>
                <a:gd name="T46" fmla="*/ 17 w 105"/>
                <a:gd name="T47" fmla="*/ 18 h 112"/>
                <a:gd name="T48" fmla="*/ 21 w 105"/>
                <a:gd name="T49" fmla="*/ 22 h 112"/>
                <a:gd name="T50" fmla="*/ 38 w 105"/>
                <a:gd name="T51" fmla="*/ 19 h 112"/>
                <a:gd name="T52" fmla="*/ 44 w 105"/>
                <a:gd name="T53" fmla="*/ 20 h 112"/>
                <a:gd name="T54" fmla="*/ 36 w 105"/>
                <a:gd name="T55" fmla="*/ 35 h 112"/>
                <a:gd name="T56" fmla="*/ 32 w 105"/>
                <a:gd name="T57" fmla="*/ 42 h 112"/>
                <a:gd name="T58" fmla="*/ 37 w 105"/>
                <a:gd name="T59" fmla="*/ 52 h 112"/>
                <a:gd name="T60" fmla="*/ 39 w 105"/>
                <a:gd name="T61" fmla="*/ 59 h 112"/>
                <a:gd name="T62" fmla="*/ 37 w 105"/>
                <a:gd name="T63" fmla="*/ 60 h 112"/>
                <a:gd name="T64" fmla="*/ 21 w 105"/>
                <a:gd name="T65" fmla="*/ 62 h 112"/>
                <a:gd name="T66" fmla="*/ 2 w 105"/>
                <a:gd name="T67" fmla="*/ 79 h 112"/>
                <a:gd name="T68" fmla="*/ 2 w 105"/>
                <a:gd name="T69" fmla="*/ 95 h 112"/>
                <a:gd name="T70" fmla="*/ 10 w 105"/>
                <a:gd name="T71" fmla="*/ 107 h 112"/>
                <a:gd name="T72" fmla="*/ 19 w 105"/>
                <a:gd name="T73" fmla="*/ 111 h 112"/>
                <a:gd name="T74" fmla="*/ 33 w 105"/>
                <a:gd name="T75" fmla="*/ 111 h 112"/>
                <a:gd name="T76" fmla="*/ 62 w 105"/>
                <a:gd name="T77" fmla="*/ 71 h 112"/>
                <a:gd name="T78" fmla="*/ 69 w 105"/>
                <a:gd name="T79" fmla="*/ 70 h 112"/>
                <a:gd name="T80" fmla="*/ 88 w 105"/>
                <a:gd name="T81" fmla="*/ 73 h 112"/>
                <a:gd name="T82" fmla="*/ 104 w 105"/>
                <a:gd name="T83" fmla="*/ 80 h 112"/>
                <a:gd name="T84" fmla="*/ 104 w 105"/>
                <a:gd name="T85"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112">
                  <a:moveTo>
                    <a:pt x="29" y="105"/>
                  </a:moveTo>
                  <a:cubicBezTo>
                    <a:pt x="29" y="105"/>
                    <a:pt x="20" y="109"/>
                    <a:pt x="13" y="101"/>
                  </a:cubicBezTo>
                  <a:cubicBezTo>
                    <a:pt x="6" y="92"/>
                    <a:pt x="7" y="86"/>
                    <a:pt x="7" y="86"/>
                  </a:cubicBezTo>
                  <a:cubicBezTo>
                    <a:pt x="8" y="81"/>
                    <a:pt x="11" y="78"/>
                    <a:pt x="17" y="75"/>
                  </a:cubicBezTo>
                  <a:cubicBezTo>
                    <a:pt x="19" y="73"/>
                    <a:pt x="26" y="71"/>
                    <a:pt x="32" y="71"/>
                  </a:cubicBezTo>
                  <a:cubicBezTo>
                    <a:pt x="36" y="70"/>
                    <a:pt x="42" y="69"/>
                    <a:pt x="44" y="73"/>
                  </a:cubicBezTo>
                  <a:cubicBezTo>
                    <a:pt x="45" y="89"/>
                    <a:pt x="42" y="95"/>
                    <a:pt x="29" y="105"/>
                  </a:cubicBezTo>
                  <a:moveTo>
                    <a:pt x="104" y="73"/>
                  </a:moveTo>
                  <a:cubicBezTo>
                    <a:pt x="103" y="70"/>
                    <a:pt x="96" y="66"/>
                    <a:pt x="94" y="63"/>
                  </a:cubicBezTo>
                  <a:cubicBezTo>
                    <a:pt x="91" y="60"/>
                    <a:pt x="89" y="59"/>
                    <a:pt x="84" y="60"/>
                  </a:cubicBezTo>
                  <a:cubicBezTo>
                    <a:pt x="80" y="60"/>
                    <a:pt x="75" y="62"/>
                    <a:pt x="68" y="61"/>
                  </a:cubicBezTo>
                  <a:cubicBezTo>
                    <a:pt x="65" y="61"/>
                    <a:pt x="61" y="60"/>
                    <a:pt x="61" y="60"/>
                  </a:cubicBezTo>
                  <a:cubicBezTo>
                    <a:pt x="61" y="51"/>
                    <a:pt x="59" y="49"/>
                    <a:pt x="55" y="45"/>
                  </a:cubicBezTo>
                  <a:cubicBezTo>
                    <a:pt x="52" y="43"/>
                    <a:pt x="49" y="44"/>
                    <a:pt x="49" y="44"/>
                  </a:cubicBezTo>
                  <a:cubicBezTo>
                    <a:pt x="47" y="45"/>
                    <a:pt x="45" y="44"/>
                    <a:pt x="44" y="44"/>
                  </a:cubicBezTo>
                  <a:cubicBezTo>
                    <a:pt x="44" y="40"/>
                    <a:pt x="44" y="40"/>
                    <a:pt x="44" y="40"/>
                  </a:cubicBezTo>
                  <a:cubicBezTo>
                    <a:pt x="50" y="31"/>
                    <a:pt x="53" y="25"/>
                    <a:pt x="61" y="18"/>
                  </a:cubicBezTo>
                  <a:cubicBezTo>
                    <a:pt x="60" y="18"/>
                    <a:pt x="67" y="14"/>
                    <a:pt x="67" y="13"/>
                  </a:cubicBezTo>
                  <a:cubicBezTo>
                    <a:pt x="70" y="10"/>
                    <a:pt x="68" y="6"/>
                    <a:pt x="67" y="3"/>
                  </a:cubicBezTo>
                  <a:cubicBezTo>
                    <a:pt x="63" y="3"/>
                    <a:pt x="59" y="3"/>
                    <a:pt x="53" y="2"/>
                  </a:cubicBezTo>
                  <a:cubicBezTo>
                    <a:pt x="49" y="2"/>
                    <a:pt x="44" y="0"/>
                    <a:pt x="41" y="1"/>
                  </a:cubicBezTo>
                  <a:cubicBezTo>
                    <a:pt x="36" y="2"/>
                    <a:pt x="32" y="9"/>
                    <a:pt x="25" y="12"/>
                  </a:cubicBezTo>
                  <a:cubicBezTo>
                    <a:pt x="24" y="12"/>
                    <a:pt x="24" y="13"/>
                    <a:pt x="24" y="13"/>
                  </a:cubicBezTo>
                  <a:cubicBezTo>
                    <a:pt x="20" y="16"/>
                    <a:pt x="17" y="18"/>
                    <a:pt x="17" y="18"/>
                  </a:cubicBezTo>
                  <a:cubicBezTo>
                    <a:pt x="17" y="18"/>
                    <a:pt x="17" y="22"/>
                    <a:pt x="21" y="22"/>
                  </a:cubicBezTo>
                  <a:cubicBezTo>
                    <a:pt x="25" y="22"/>
                    <a:pt x="33" y="19"/>
                    <a:pt x="38" y="19"/>
                  </a:cubicBezTo>
                  <a:cubicBezTo>
                    <a:pt x="42" y="18"/>
                    <a:pt x="44" y="20"/>
                    <a:pt x="44" y="20"/>
                  </a:cubicBezTo>
                  <a:cubicBezTo>
                    <a:pt x="42" y="25"/>
                    <a:pt x="39" y="31"/>
                    <a:pt x="36" y="35"/>
                  </a:cubicBezTo>
                  <a:cubicBezTo>
                    <a:pt x="34" y="38"/>
                    <a:pt x="32" y="39"/>
                    <a:pt x="32" y="42"/>
                  </a:cubicBezTo>
                  <a:cubicBezTo>
                    <a:pt x="31" y="45"/>
                    <a:pt x="35" y="48"/>
                    <a:pt x="37" y="52"/>
                  </a:cubicBezTo>
                  <a:cubicBezTo>
                    <a:pt x="37" y="54"/>
                    <a:pt x="39" y="58"/>
                    <a:pt x="39" y="59"/>
                  </a:cubicBezTo>
                  <a:cubicBezTo>
                    <a:pt x="37" y="60"/>
                    <a:pt x="37" y="60"/>
                    <a:pt x="37" y="60"/>
                  </a:cubicBezTo>
                  <a:cubicBezTo>
                    <a:pt x="32" y="62"/>
                    <a:pt x="26" y="61"/>
                    <a:pt x="21" y="62"/>
                  </a:cubicBezTo>
                  <a:cubicBezTo>
                    <a:pt x="11" y="65"/>
                    <a:pt x="4" y="72"/>
                    <a:pt x="2" y="79"/>
                  </a:cubicBezTo>
                  <a:cubicBezTo>
                    <a:pt x="0" y="85"/>
                    <a:pt x="1" y="91"/>
                    <a:pt x="2" y="95"/>
                  </a:cubicBezTo>
                  <a:cubicBezTo>
                    <a:pt x="4" y="100"/>
                    <a:pt x="7" y="105"/>
                    <a:pt x="10" y="107"/>
                  </a:cubicBezTo>
                  <a:cubicBezTo>
                    <a:pt x="10" y="107"/>
                    <a:pt x="13" y="109"/>
                    <a:pt x="19" y="111"/>
                  </a:cubicBezTo>
                  <a:cubicBezTo>
                    <a:pt x="26" y="112"/>
                    <a:pt x="33" y="111"/>
                    <a:pt x="33" y="111"/>
                  </a:cubicBezTo>
                  <a:cubicBezTo>
                    <a:pt x="48" y="106"/>
                    <a:pt x="57" y="90"/>
                    <a:pt x="62" y="71"/>
                  </a:cubicBezTo>
                  <a:cubicBezTo>
                    <a:pt x="62" y="71"/>
                    <a:pt x="66" y="70"/>
                    <a:pt x="69" y="70"/>
                  </a:cubicBezTo>
                  <a:cubicBezTo>
                    <a:pt x="76" y="70"/>
                    <a:pt x="81" y="71"/>
                    <a:pt x="88" y="73"/>
                  </a:cubicBezTo>
                  <a:cubicBezTo>
                    <a:pt x="93" y="74"/>
                    <a:pt x="97" y="80"/>
                    <a:pt x="104" y="80"/>
                  </a:cubicBezTo>
                  <a:cubicBezTo>
                    <a:pt x="104" y="80"/>
                    <a:pt x="105" y="77"/>
                    <a:pt x="104" y="73"/>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išḻiḍé"/>
            <p:cNvSpPr/>
            <p:nvPr/>
          </p:nvSpPr>
          <p:spPr bwMode="auto">
            <a:xfrm>
              <a:off x="7960788" y="3279810"/>
              <a:ext cx="140733" cy="218730"/>
            </a:xfrm>
            <a:custGeom>
              <a:avLst/>
              <a:gdLst>
                <a:gd name="T0" fmla="*/ 17 w 35"/>
                <a:gd name="T1" fmla="*/ 5 h 54"/>
                <a:gd name="T2" fmla="*/ 22 w 35"/>
                <a:gd name="T3" fmla="*/ 1 h 54"/>
                <a:gd name="T4" fmla="*/ 28 w 35"/>
                <a:gd name="T5" fmla="*/ 11 h 54"/>
                <a:gd name="T6" fmla="*/ 9 w 35"/>
                <a:gd name="T7" fmla="*/ 51 h 54"/>
                <a:gd name="T8" fmla="*/ 2 w 35"/>
                <a:gd name="T9" fmla="*/ 41 h 54"/>
                <a:gd name="T10" fmla="*/ 17 w 35"/>
                <a:gd name="T11" fmla="*/ 5 h 54"/>
              </a:gdLst>
              <a:ahLst/>
              <a:cxnLst>
                <a:cxn ang="0">
                  <a:pos x="T0" y="T1"/>
                </a:cxn>
                <a:cxn ang="0">
                  <a:pos x="T2" y="T3"/>
                </a:cxn>
                <a:cxn ang="0">
                  <a:pos x="T4" y="T5"/>
                </a:cxn>
                <a:cxn ang="0">
                  <a:pos x="T6" y="T7"/>
                </a:cxn>
                <a:cxn ang="0">
                  <a:pos x="T8" y="T9"/>
                </a:cxn>
                <a:cxn ang="0">
                  <a:pos x="T10" y="T11"/>
                </a:cxn>
              </a:cxnLst>
              <a:rect l="0" t="0" r="r" b="b"/>
              <a:pathLst>
                <a:path w="35" h="54">
                  <a:moveTo>
                    <a:pt x="17" y="5"/>
                  </a:moveTo>
                  <a:cubicBezTo>
                    <a:pt x="17" y="5"/>
                    <a:pt x="20" y="0"/>
                    <a:pt x="22" y="1"/>
                  </a:cubicBezTo>
                  <a:cubicBezTo>
                    <a:pt x="25" y="4"/>
                    <a:pt x="28" y="9"/>
                    <a:pt x="28" y="11"/>
                  </a:cubicBezTo>
                  <a:cubicBezTo>
                    <a:pt x="35" y="35"/>
                    <a:pt x="19" y="43"/>
                    <a:pt x="9" y="51"/>
                  </a:cubicBezTo>
                  <a:cubicBezTo>
                    <a:pt x="10" y="52"/>
                    <a:pt x="0" y="54"/>
                    <a:pt x="2" y="41"/>
                  </a:cubicBezTo>
                  <a:cubicBezTo>
                    <a:pt x="3" y="33"/>
                    <a:pt x="15" y="21"/>
                    <a:pt x="17"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śľîḋê"/>
            <p:cNvSpPr/>
            <p:nvPr/>
          </p:nvSpPr>
          <p:spPr bwMode="auto">
            <a:xfrm>
              <a:off x="6106000" y="3358890"/>
              <a:ext cx="128588" cy="304800"/>
            </a:xfrm>
            <a:custGeom>
              <a:avLst/>
              <a:gdLst>
                <a:gd name="T0" fmla="*/ 17 w 34"/>
                <a:gd name="T1" fmla="*/ 2 h 81"/>
                <a:gd name="T2" fmla="*/ 23 w 34"/>
                <a:gd name="T3" fmla="*/ 4 h 81"/>
                <a:gd name="T4" fmla="*/ 30 w 34"/>
                <a:gd name="T5" fmla="*/ 14 h 81"/>
                <a:gd name="T6" fmla="*/ 34 w 34"/>
                <a:gd name="T7" fmla="*/ 69 h 81"/>
                <a:gd name="T8" fmla="*/ 32 w 34"/>
                <a:gd name="T9" fmla="*/ 76 h 81"/>
                <a:gd name="T10" fmla="*/ 26 w 34"/>
                <a:gd name="T11" fmla="*/ 79 h 81"/>
                <a:gd name="T12" fmla="*/ 20 w 34"/>
                <a:gd name="T13" fmla="*/ 71 h 81"/>
                <a:gd name="T14" fmla="*/ 17 w 34"/>
                <a:gd name="T15" fmla="*/ 2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81">
                  <a:moveTo>
                    <a:pt x="17" y="2"/>
                  </a:moveTo>
                  <a:cubicBezTo>
                    <a:pt x="17" y="3"/>
                    <a:pt x="20" y="0"/>
                    <a:pt x="23" y="4"/>
                  </a:cubicBezTo>
                  <a:cubicBezTo>
                    <a:pt x="26" y="7"/>
                    <a:pt x="29" y="13"/>
                    <a:pt x="30" y="14"/>
                  </a:cubicBezTo>
                  <a:cubicBezTo>
                    <a:pt x="27" y="37"/>
                    <a:pt x="31" y="52"/>
                    <a:pt x="34" y="69"/>
                  </a:cubicBezTo>
                  <a:cubicBezTo>
                    <a:pt x="34" y="70"/>
                    <a:pt x="32" y="76"/>
                    <a:pt x="32" y="76"/>
                  </a:cubicBezTo>
                  <a:cubicBezTo>
                    <a:pt x="32" y="76"/>
                    <a:pt x="33" y="81"/>
                    <a:pt x="26" y="79"/>
                  </a:cubicBezTo>
                  <a:cubicBezTo>
                    <a:pt x="26" y="79"/>
                    <a:pt x="21" y="72"/>
                    <a:pt x="20" y="71"/>
                  </a:cubicBezTo>
                  <a:cubicBezTo>
                    <a:pt x="0" y="53"/>
                    <a:pt x="16" y="31"/>
                    <a:pt x="17"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šlíďè"/>
            <p:cNvSpPr/>
            <p:nvPr/>
          </p:nvSpPr>
          <p:spPr bwMode="auto">
            <a:xfrm>
              <a:off x="6272688" y="2963602"/>
              <a:ext cx="588963" cy="828675"/>
            </a:xfrm>
            <a:custGeom>
              <a:avLst/>
              <a:gdLst>
                <a:gd name="T0" fmla="*/ 42 w 157"/>
                <a:gd name="T1" fmla="*/ 0 h 220"/>
                <a:gd name="T2" fmla="*/ 54 w 157"/>
                <a:gd name="T3" fmla="*/ 15 h 220"/>
                <a:gd name="T4" fmla="*/ 73 w 157"/>
                <a:gd name="T5" fmla="*/ 26 h 220"/>
                <a:gd name="T6" fmla="*/ 92 w 157"/>
                <a:gd name="T7" fmla="*/ 24 h 220"/>
                <a:gd name="T8" fmla="*/ 50 w 157"/>
                <a:gd name="T9" fmla="*/ 44 h 220"/>
                <a:gd name="T10" fmla="*/ 22 w 157"/>
                <a:gd name="T11" fmla="*/ 112 h 220"/>
                <a:gd name="T12" fmla="*/ 34 w 157"/>
                <a:gd name="T13" fmla="*/ 111 h 220"/>
                <a:gd name="T14" fmla="*/ 31 w 157"/>
                <a:gd name="T15" fmla="*/ 124 h 220"/>
                <a:gd name="T16" fmla="*/ 42 w 157"/>
                <a:gd name="T17" fmla="*/ 130 h 220"/>
                <a:gd name="T18" fmla="*/ 60 w 157"/>
                <a:gd name="T19" fmla="*/ 108 h 220"/>
                <a:gd name="T20" fmla="*/ 56 w 157"/>
                <a:gd name="T21" fmla="*/ 88 h 220"/>
                <a:gd name="T22" fmla="*/ 68 w 157"/>
                <a:gd name="T23" fmla="*/ 81 h 220"/>
                <a:gd name="T24" fmla="*/ 119 w 157"/>
                <a:gd name="T25" fmla="*/ 75 h 220"/>
                <a:gd name="T26" fmla="*/ 149 w 157"/>
                <a:gd name="T27" fmla="*/ 74 h 220"/>
                <a:gd name="T28" fmla="*/ 153 w 157"/>
                <a:gd name="T29" fmla="*/ 102 h 220"/>
                <a:gd name="T30" fmla="*/ 151 w 157"/>
                <a:gd name="T31" fmla="*/ 124 h 220"/>
                <a:gd name="T32" fmla="*/ 126 w 157"/>
                <a:gd name="T33" fmla="*/ 201 h 220"/>
                <a:gd name="T34" fmla="*/ 109 w 157"/>
                <a:gd name="T35" fmla="*/ 210 h 220"/>
                <a:gd name="T36" fmla="*/ 82 w 157"/>
                <a:gd name="T37" fmla="*/ 182 h 220"/>
                <a:gd name="T38" fmla="*/ 111 w 157"/>
                <a:gd name="T39" fmla="*/ 180 h 220"/>
                <a:gd name="T40" fmla="*/ 134 w 157"/>
                <a:gd name="T41" fmla="*/ 122 h 220"/>
                <a:gd name="T42" fmla="*/ 131 w 157"/>
                <a:gd name="T43" fmla="*/ 88 h 220"/>
                <a:gd name="T44" fmla="*/ 75 w 157"/>
                <a:gd name="T45" fmla="*/ 90 h 220"/>
                <a:gd name="T46" fmla="*/ 56 w 157"/>
                <a:gd name="T47" fmla="*/ 119 h 220"/>
                <a:gd name="T48" fmla="*/ 78 w 157"/>
                <a:gd name="T49" fmla="*/ 120 h 220"/>
                <a:gd name="T50" fmla="*/ 77 w 157"/>
                <a:gd name="T51" fmla="*/ 125 h 220"/>
                <a:gd name="T52" fmla="*/ 60 w 157"/>
                <a:gd name="T53" fmla="*/ 148 h 220"/>
                <a:gd name="T54" fmla="*/ 76 w 157"/>
                <a:gd name="T55" fmla="*/ 154 h 220"/>
                <a:gd name="T56" fmla="*/ 58 w 157"/>
                <a:gd name="T57" fmla="*/ 185 h 220"/>
                <a:gd name="T58" fmla="*/ 44 w 157"/>
                <a:gd name="T59" fmla="*/ 217 h 220"/>
                <a:gd name="T60" fmla="*/ 32 w 157"/>
                <a:gd name="T61" fmla="*/ 218 h 220"/>
                <a:gd name="T62" fmla="*/ 41 w 157"/>
                <a:gd name="T63" fmla="*/ 204 h 220"/>
                <a:gd name="T64" fmla="*/ 45 w 157"/>
                <a:gd name="T65" fmla="*/ 168 h 220"/>
                <a:gd name="T66" fmla="*/ 15 w 157"/>
                <a:gd name="T67" fmla="*/ 172 h 220"/>
                <a:gd name="T68" fmla="*/ 18 w 157"/>
                <a:gd name="T69" fmla="*/ 165 h 220"/>
                <a:gd name="T70" fmla="*/ 46 w 157"/>
                <a:gd name="T71" fmla="*/ 153 h 220"/>
                <a:gd name="T72" fmla="*/ 23 w 157"/>
                <a:gd name="T73" fmla="*/ 148 h 220"/>
                <a:gd name="T74" fmla="*/ 13 w 157"/>
                <a:gd name="T75" fmla="*/ 124 h 220"/>
                <a:gd name="T76" fmla="*/ 35 w 157"/>
                <a:gd name="T77" fmla="*/ 44 h 220"/>
                <a:gd name="T78" fmla="*/ 4 w 157"/>
                <a:gd name="T79" fmla="*/ 43 h 220"/>
                <a:gd name="T80" fmla="*/ 6 w 157"/>
                <a:gd name="T81" fmla="*/ 31 h 220"/>
                <a:gd name="T82" fmla="*/ 38 w 157"/>
                <a:gd name="T83" fmla="*/ 2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 h="220">
                  <a:moveTo>
                    <a:pt x="37" y="4"/>
                  </a:moveTo>
                  <a:cubicBezTo>
                    <a:pt x="37" y="4"/>
                    <a:pt x="40" y="0"/>
                    <a:pt x="42" y="0"/>
                  </a:cubicBezTo>
                  <a:cubicBezTo>
                    <a:pt x="48" y="2"/>
                    <a:pt x="56" y="7"/>
                    <a:pt x="56" y="9"/>
                  </a:cubicBezTo>
                  <a:cubicBezTo>
                    <a:pt x="56" y="9"/>
                    <a:pt x="56" y="14"/>
                    <a:pt x="54" y="15"/>
                  </a:cubicBezTo>
                  <a:cubicBezTo>
                    <a:pt x="53" y="20"/>
                    <a:pt x="54" y="26"/>
                    <a:pt x="53" y="29"/>
                  </a:cubicBezTo>
                  <a:cubicBezTo>
                    <a:pt x="53" y="29"/>
                    <a:pt x="68" y="28"/>
                    <a:pt x="73" y="26"/>
                  </a:cubicBezTo>
                  <a:cubicBezTo>
                    <a:pt x="78" y="25"/>
                    <a:pt x="82" y="22"/>
                    <a:pt x="89" y="20"/>
                  </a:cubicBezTo>
                  <a:cubicBezTo>
                    <a:pt x="89" y="20"/>
                    <a:pt x="92" y="22"/>
                    <a:pt x="92" y="24"/>
                  </a:cubicBezTo>
                  <a:cubicBezTo>
                    <a:pt x="92" y="27"/>
                    <a:pt x="89" y="30"/>
                    <a:pt x="89" y="31"/>
                  </a:cubicBezTo>
                  <a:cubicBezTo>
                    <a:pt x="78" y="36"/>
                    <a:pt x="55" y="42"/>
                    <a:pt x="50" y="44"/>
                  </a:cubicBezTo>
                  <a:cubicBezTo>
                    <a:pt x="49" y="44"/>
                    <a:pt x="41" y="72"/>
                    <a:pt x="33" y="93"/>
                  </a:cubicBezTo>
                  <a:cubicBezTo>
                    <a:pt x="30" y="101"/>
                    <a:pt x="24" y="107"/>
                    <a:pt x="22" y="112"/>
                  </a:cubicBezTo>
                  <a:cubicBezTo>
                    <a:pt x="21" y="114"/>
                    <a:pt x="23" y="115"/>
                    <a:pt x="23" y="115"/>
                  </a:cubicBezTo>
                  <a:cubicBezTo>
                    <a:pt x="23" y="115"/>
                    <a:pt x="34" y="111"/>
                    <a:pt x="34" y="111"/>
                  </a:cubicBezTo>
                  <a:cubicBezTo>
                    <a:pt x="37" y="110"/>
                    <a:pt x="46" y="104"/>
                    <a:pt x="47" y="105"/>
                  </a:cubicBezTo>
                  <a:cubicBezTo>
                    <a:pt x="49" y="105"/>
                    <a:pt x="37" y="119"/>
                    <a:pt x="31" y="124"/>
                  </a:cubicBezTo>
                  <a:cubicBezTo>
                    <a:pt x="30" y="127"/>
                    <a:pt x="30" y="131"/>
                    <a:pt x="30" y="131"/>
                  </a:cubicBezTo>
                  <a:cubicBezTo>
                    <a:pt x="32" y="131"/>
                    <a:pt x="40" y="131"/>
                    <a:pt x="42" y="130"/>
                  </a:cubicBezTo>
                  <a:cubicBezTo>
                    <a:pt x="42" y="130"/>
                    <a:pt x="45" y="123"/>
                    <a:pt x="45" y="122"/>
                  </a:cubicBezTo>
                  <a:cubicBezTo>
                    <a:pt x="48" y="119"/>
                    <a:pt x="59" y="112"/>
                    <a:pt x="60" y="108"/>
                  </a:cubicBezTo>
                  <a:cubicBezTo>
                    <a:pt x="61" y="103"/>
                    <a:pt x="56" y="93"/>
                    <a:pt x="56" y="93"/>
                  </a:cubicBezTo>
                  <a:cubicBezTo>
                    <a:pt x="56" y="88"/>
                    <a:pt x="56" y="88"/>
                    <a:pt x="56" y="88"/>
                  </a:cubicBezTo>
                  <a:cubicBezTo>
                    <a:pt x="60" y="84"/>
                    <a:pt x="60" y="84"/>
                    <a:pt x="60" y="84"/>
                  </a:cubicBezTo>
                  <a:cubicBezTo>
                    <a:pt x="60" y="84"/>
                    <a:pt x="65" y="82"/>
                    <a:pt x="68" y="81"/>
                  </a:cubicBezTo>
                  <a:cubicBezTo>
                    <a:pt x="71" y="80"/>
                    <a:pt x="80" y="80"/>
                    <a:pt x="89" y="79"/>
                  </a:cubicBezTo>
                  <a:cubicBezTo>
                    <a:pt x="97" y="78"/>
                    <a:pt x="108" y="77"/>
                    <a:pt x="119" y="75"/>
                  </a:cubicBezTo>
                  <a:cubicBezTo>
                    <a:pt x="125" y="74"/>
                    <a:pt x="131" y="72"/>
                    <a:pt x="135" y="71"/>
                  </a:cubicBezTo>
                  <a:cubicBezTo>
                    <a:pt x="143" y="71"/>
                    <a:pt x="147" y="73"/>
                    <a:pt x="149" y="74"/>
                  </a:cubicBezTo>
                  <a:cubicBezTo>
                    <a:pt x="149" y="74"/>
                    <a:pt x="152" y="81"/>
                    <a:pt x="152" y="83"/>
                  </a:cubicBezTo>
                  <a:cubicBezTo>
                    <a:pt x="153" y="89"/>
                    <a:pt x="153" y="97"/>
                    <a:pt x="153" y="102"/>
                  </a:cubicBezTo>
                  <a:cubicBezTo>
                    <a:pt x="154" y="105"/>
                    <a:pt x="157" y="106"/>
                    <a:pt x="157" y="109"/>
                  </a:cubicBezTo>
                  <a:cubicBezTo>
                    <a:pt x="157" y="114"/>
                    <a:pt x="153" y="118"/>
                    <a:pt x="151" y="124"/>
                  </a:cubicBezTo>
                  <a:cubicBezTo>
                    <a:pt x="149" y="129"/>
                    <a:pt x="151" y="135"/>
                    <a:pt x="149" y="141"/>
                  </a:cubicBezTo>
                  <a:cubicBezTo>
                    <a:pt x="147" y="150"/>
                    <a:pt x="129" y="196"/>
                    <a:pt x="126" y="201"/>
                  </a:cubicBezTo>
                  <a:cubicBezTo>
                    <a:pt x="123" y="205"/>
                    <a:pt x="119" y="209"/>
                    <a:pt x="116" y="209"/>
                  </a:cubicBezTo>
                  <a:cubicBezTo>
                    <a:pt x="116" y="209"/>
                    <a:pt x="109" y="210"/>
                    <a:pt x="109" y="210"/>
                  </a:cubicBezTo>
                  <a:cubicBezTo>
                    <a:pt x="105" y="202"/>
                    <a:pt x="107" y="206"/>
                    <a:pt x="101" y="200"/>
                  </a:cubicBezTo>
                  <a:cubicBezTo>
                    <a:pt x="95" y="195"/>
                    <a:pt x="89" y="187"/>
                    <a:pt x="82" y="182"/>
                  </a:cubicBezTo>
                  <a:cubicBezTo>
                    <a:pt x="82" y="182"/>
                    <a:pt x="85" y="179"/>
                    <a:pt x="87" y="179"/>
                  </a:cubicBezTo>
                  <a:cubicBezTo>
                    <a:pt x="95" y="179"/>
                    <a:pt x="103" y="180"/>
                    <a:pt x="111" y="180"/>
                  </a:cubicBezTo>
                  <a:cubicBezTo>
                    <a:pt x="111" y="180"/>
                    <a:pt x="115" y="179"/>
                    <a:pt x="116" y="175"/>
                  </a:cubicBezTo>
                  <a:cubicBezTo>
                    <a:pt x="124" y="161"/>
                    <a:pt x="131" y="139"/>
                    <a:pt x="134" y="122"/>
                  </a:cubicBezTo>
                  <a:cubicBezTo>
                    <a:pt x="137" y="106"/>
                    <a:pt x="134" y="102"/>
                    <a:pt x="135" y="91"/>
                  </a:cubicBezTo>
                  <a:cubicBezTo>
                    <a:pt x="135" y="91"/>
                    <a:pt x="133" y="88"/>
                    <a:pt x="131" y="88"/>
                  </a:cubicBezTo>
                  <a:cubicBezTo>
                    <a:pt x="131" y="88"/>
                    <a:pt x="127" y="87"/>
                    <a:pt x="124" y="87"/>
                  </a:cubicBezTo>
                  <a:cubicBezTo>
                    <a:pt x="106" y="87"/>
                    <a:pt x="87" y="89"/>
                    <a:pt x="75" y="90"/>
                  </a:cubicBezTo>
                  <a:cubicBezTo>
                    <a:pt x="74" y="93"/>
                    <a:pt x="76" y="103"/>
                    <a:pt x="76" y="103"/>
                  </a:cubicBezTo>
                  <a:cubicBezTo>
                    <a:pt x="71" y="108"/>
                    <a:pt x="58" y="113"/>
                    <a:pt x="56" y="119"/>
                  </a:cubicBezTo>
                  <a:cubicBezTo>
                    <a:pt x="56" y="126"/>
                    <a:pt x="56" y="126"/>
                    <a:pt x="56" y="126"/>
                  </a:cubicBezTo>
                  <a:cubicBezTo>
                    <a:pt x="65" y="125"/>
                    <a:pt x="73" y="120"/>
                    <a:pt x="78" y="120"/>
                  </a:cubicBezTo>
                  <a:cubicBezTo>
                    <a:pt x="80" y="119"/>
                    <a:pt x="82" y="122"/>
                    <a:pt x="82" y="122"/>
                  </a:cubicBezTo>
                  <a:cubicBezTo>
                    <a:pt x="81" y="123"/>
                    <a:pt x="78" y="125"/>
                    <a:pt x="77" y="125"/>
                  </a:cubicBezTo>
                  <a:cubicBezTo>
                    <a:pt x="71" y="128"/>
                    <a:pt x="68" y="129"/>
                    <a:pt x="60" y="132"/>
                  </a:cubicBezTo>
                  <a:cubicBezTo>
                    <a:pt x="60" y="148"/>
                    <a:pt x="60" y="148"/>
                    <a:pt x="60" y="148"/>
                  </a:cubicBezTo>
                  <a:cubicBezTo>
                    <a:pt x="67" y="147"/>
                    <a:pt x="70" y="145"/>
                    <a:pt x="75" y="146"/>
                  </a:cubicBezTo>
                  <a:cubicBezTo>
                    <a:pt x="83" y="148"/>
                    <a:pt x="79" y="152"/>
                    <a:pt x="76" y="154"/>
                  </a:cubicBezTo>
                  <a:cubicBezTo>
                    <a:pt x="70" y="157"/>
                    <a:pt x="61" y="161"/>
                    <a:pt x="61" y="161"/>
                  </a:cubicBezTo>
                  <a:cubicBezTo>
                    <a:pt x="61" y="161"/>
                    <a:pt x="60" y="173"/>
                    <a:pt x="58" y="185"/>
                  </a:cubicBezTo>
                  <a:cubicBezTo>
                    <a:pt x="57" y="195"/>
                    <a:pt x="54" y="204"/>
                    <a:pt x="53" y="210"/>
                  </a:cubicBezTo>
                  <a:cubicBezTo>
                    <a:pt x="48" y="212"/>
                    <a:pt x="48" y="216"/>
                    <a:pt x="44" y="217"/>
                  </a:cubicBezTo>
                  <a:cubicBezTo>
                    <a:pt x="42" y="218"/>
                    <a:pt x="38" y="220"/>
                    <a:pt x="35" y="219"/>
                  </a:cubicBezTo>
                  <a:cubicBezTo>
                    <a:pt x="33" y="219"/>
                    <a:pt x="32" y="218"/>
                    <a:pt x="32" y="218"/>
                  </a:cubicBezTo>
                  <a:cubicBezTo>
                    <a:pt x="32" y="218"/>
                    <a:pt x="29" y="218"/>
                    <a:pt x="33" y="212"/>
                  </a:cubicBezTo>
                  <a:cubicBezTo>
                    <a:pt x="35" y="209"/>
                    <a:pt x="42" y="204"/>
                    <a:pt x="41" y="204"/>
                  </a:cubicBezTo>
                  <a:cubicBezTo>
                    <a:pt x="42" y="198"/>
                    <a:pt x="44" y="192"/>
                    <a:pt x="44" y="186"/>
                  </a:cubicBezTo>
                  <a:cubicBezTo>
                    <a:pt x="45" y="181"/>
                    <a:pt x="45" y="168"/>
                    <a:pt x="45" y="168"/>
                  </a:cubicBezTo>
                  <a:cubicBezTo>
                    <a:pt x="25" y="172"/>
                    <a:pt x="25" y="172"/>
                    <a:pt x="25" y="172"/>
                  </a:cubicBezTo>
                  <a:cubicBezTo>
                    <a:pt x="15" y="172"/>
                    <a:pt x="15" y="172"/>
                    <a:pt x="15" y="172"/>
                  </a:cubicBezTo>
                  <a:cubicBezTo>
                    <a:pt x="15" y="171"/>
                    <a:pt x="12" y="167"/>
                    <a:pt x="12" y="167"/>
                  </a:cubicBezTo>
                  <a:cubicBezTo>
                    <a:pt x="13" y="167"/>
                    <a:pt x="15" y="166"/>
                    <a:pt x="18" y="165"/>
                  </a:cubicBezTo>
                  <a:cubicBezTo>
                    <a:pt x="21" y="164"/>
                    <a:pt x="26" y="163"/>
                    <a:pt x="26" y="163"/>
                  </a:cubicBezTo>
                  <a:cubicBezTo>
                    <a:pt x="26" y="163"/>
                    <a:pt x="39" y="156"/>
                    <a:pt x="46" y="153"/>
                  </a:cubicBezTo>
                  <a:cubicBezTo>
                    <a:pt x="45" y="140"/>
                    <a:pt x="45" y="140"/>
                    <a:pt x="45" y="140"/>
                  </a:cubicBezTo>
                  <a:cubicBezTo>
                    <a:pt x="36" y="142"/>
                    <a:pt x="32" y="145"/>
                    <a:pt x="23" y="148"/>
                  </a:cubicBezTo>
                  <a:cubicBezTo>
                    <a:pt x="16" y="145"/>
                    <a:pt x="16" y="145"/>
                    <a:pt x="16" y="145"/>
                  </a:cubicBezTo>
                  <a:cubicBezTo>
                    <a:pt x="13" y="137"/>
                    <a:pt x="18" y="132"/>
                    <a:pt x="13" y="124"/>
                  </a:cubicBezTo>
                  <a:cubicBezTo>
                    <a:pt x="12" y="123"/>
                    <a:pt x="3" y="118"/>
                    <a:pt x="1" y="115"/>
                  </a:cubicBezTo>
                  <a:cubicBezTo>
                    <a:pt x="22" y="95"/>
                    <a:pt x="28" y="81"/>
                    <a:pt x="35" y="44"/>
                  </a:cubicBezTo>
                  <a:cubicBezTo>
                    <a:pt x="28" y="44"/>
                    <a:pt x="23" y="45"/>
                    <a:pt x="18" y="45"/>
                  </a:cubicBezTo>
                  <a:cubicBezTo>
                    <a:pt x="15" y="44"/>
                    <a:pt x="7" y="44"/>
                    <a:pt x="4" y="43"/>
                  </a:cubicBezTo>
                  <a:cubicBezTo>
                    <a:pt x="4" y="43"/>
                    <a:pt x="0" y="36"/>
                    <a:pt x="0" y="34"/>
                  </a:cubicBezTo>
                  <a:cubicBezTo>
                    <a:pt x="0" y="32"/>
                    <a:pt x="6" y="31"/>
                    <a:pt x="6" y="31"/>
                  </a:cubicBezTo>
                  <a:cubicBezTo>
                    <a:pt x="9" y="33"/>
                    <a:pt x="34" y="32"/>
                    <a:pt x="34" y="32"/>
                  </a:cubicBezTo>
                  <a:cubicBezTo>
                    <a:pt x="34" y="32"/>
                    <a:pt x="37" y="29"/>
                    <a:pt x="38" y="29"/>
                  </a:cubicBezTo>
                  <a:cubicBezTo>
                    <a:pt x="38" y="21"/>
                    <a:pt x="37" y="7"/>
                    <a:pt x="37" y="4"/>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sḷiḓê"/>
            <p:cNvSpPr/>
            <p:nvPr/>
          </p:nvSpPr>
          <p:spPr bwMode="auto">
            <a:xfrm>
              <a:off x="7548093" y="3532180"/>
              <a:ext cx="198438" cy="236538"/>
            </a:xfrm>
            <a:custGeom>
              <a:avLst/>
              <a:gdLst>
                <a:gd name="T0" fmla="*/ 3 w 53"/>
                <a:gd name="T1" fmla="*/ 0 h 63"/>
                <a:gd name="T2" fmla="*/ 39 w 53"/>
                <a:gd name="T3" fmla="*/ 25 h 63"/>
                <a:gd name="T4" fmla="*/ 52 w 53"/>
                <a:gd name="T5" fmla="*/ 53 h 63"/>
                <a:gd name="T6" fmla="*/ 47 w 53"/>
                <a:gd name="T7" fmla="*/ 61 h 63"/>
                <a:gd name="T8" fmla="*/ 25 w 53"/>
                <a:gd name="T9" fmla="*/ 54 h 63"/>
                <a:gd name="T10" fmla="*/ 2 w 53"/>
                <a:gd name="T11" fmla="*/ 7 h 63"/>
                <a:gd name="T12" fmla="*/ 3 w 53"/>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53" h="63">
                  <a:moveTo>
                    <a:pt x="3" y="0"/>
                  </a:moveTo>
                  <a:cubicBezTo>
                    <a:pt x="14" y="2"/>
                    <a:pt x="30" y="14"/>
                    <a:pt x="39" y="25"/>
                  </a:cubicBezTo>
                  <a:cubicBezTo>
                    <a:pt x="48" y="35"/>
                    <a:pt x="51" y="44"/>
                    <a:pt x="52" y="53"/>
                  </a:cubicBezTo>
                  <a:cubicBezTo>
                    <a:pt x="53" y="63"/>
                    <a:pt x="49" y="61"/>
                    <a:pt x="47" y="61"/>
                  </a:cubicBezTo>
                  <a:cubicBezTo>
                    <a:pt x="42" y="59"/>
                    <a:pt x="31" y="58"/>
                    <a:pt x="25" y="54"/>
                  </a:cubicBezTo>
                  <a:cubicBezTo>
                    <a:pt x="13" y="45"/>
                    <a:pt x="14" y="18"/>
                    <a:pt x="2" y="7"/>
                  </a:cubicBezTo>
                  <a:cubicBezTo>
                    <a:pt x="0" y="5"/>
                    <a:pt x="0" y="0"/>
                    <a:pt x="3" y="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Sḻîḑé"/>
            <p:cNvSpPr/>
            <p:nvPr/>
          </p:nvSpPr>
          <p:spPr bwMode="auto">
            <a:xfrm>
              <a:off x="7119468" y="3297230"/>
              <a:ext cx="60325" cy="41275"/>
            </a:xfrm>
            <a:custGeom>
              <a:avLst/>
              <a:gdLst>
                <a:gd name="T0" fmla="*/ 5 w 16"/>
                <a:gd name="T1" fmla="*/ 2 h 11"/>
                <a:gd name="T2" fmla="*/ 11 w 16"/>
                <a:gd name="T3" fmla="*/ 2 h 11"/>
                <a:gd name="T4" fmla="*/ 13 w 16"/>
                <a:gd name="T5" fmla="*/ 6 h 11"/>
                <a:gd name="T6" fmla="*/ 16 w 16"/>
                <a:gd name="T7" fmla="*/ 10 h 11"/>
                <a:gd name="T8" fmla="*/ 11 w 16"/>
                <a:gd name="T9" fmla="*/ 10 h 11"/>
                <a:gd name="T10" fmla="*/ 5 w 16"/>
                <a:gd name="T11" fmla="*/ 2 h 11"/>
              </a:gdLst>
              <a:ahLst/>
              <a:cxnLst>
                <a:cxn ang="0">
                  <a:pos x="T0" y="T1"/>
                </a:cxn>
                <a:cxn ang="0">
                  <a:pos x="T2" y="T3"/>
                </a:cxn>
                <a:cxn ang="0">
                  <a:pos x="T4" y="T5"/>
                </a:cxn>
                <a:cxn ang="0">
                  <a:pos x="T6" y="T7"/>
                </a:cxn>
                <a:cxn ang="0">
                  <a:pos x="T8" y="T9"/>
                </a:cxn>
                <a:cxn ang="0">
                  <a:pos x="T10" y="T11"/>
                </a:cxn>
              </a:cxnLst>
              <a:rect l="0" t="0" r="r" b="b"/>
              <a:pathLst>
                <a:path w="16" h="11">
                  <a:moveTo>
                    <a:pt x="5" y="2"/>
                  </a:moveTo>
                  <a:cubicBezTo>
                    <a:pt x="6" y="1"/>
                    <a:pt x="9" y="0"/>
                    <a:pt x="11" y="2"/>
                  </a:cubicBezTo>
                  <a:cubicBezTo>
                    <a:pt x="12" y="3"/>
                    <a:pt x="12" y="4"/>
                    <a:pt x="13" y="6"/>
                  </a:cubicBezTo>
                  <a:cubicBezTo>
                    <a:pt x="14" y="8"/>
                    <a:pt x="16" y="9"/>
                    <a:pt x="16" y="10"/>
                  </a:cubicBezTo>
                  <a:cubicBezTo>
                    <a:pt x="15" y="11"/>
                    <a:pt x="13" y="11"/>
                    <a:pt x="11" y="10"/>
                  </a:cubicBezTo>
                  <a:cubicBezTo>
                    <a:pt x="4" y="10"/>
                    <a:pt x="0" y="2"/>
                    <a:pt x="5" y="2"/>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ṡļiḍè"/>
            <p:cNvSpPr/>
            <p:nvPr/>
          </p:nvSpPr>
          <p:spPr bwMode="auto">
            <a:xfrm>
              <a:off x="7152806" y="2959092"/>
              <a:ext cx="590550" cy="754063"/>
            </a:xfrm>
            <a:custGeom>
              <a:avLst/>
              <a:gdLst>
                <a:gd name="T0" fmla="*/ 64 w 157"/>
                <a:gd name="T1" fmla="*/ 5 h 200"/>
                <a:gd name="T2" fmla="*/ 66 w 157"/>
                <a:gd name="T3" fmla="*/ 0 h 200"/>
                <a:gd name="T4" fmla="*/ 73 w 157"/>
                <a:gd name="T5" fmla="*/ 3 h 200"/>
                <a:gd name="T6" fmla="*/ 75 w 157"/>
                <a:gd name="T7" fmla="*/ 5 h 200"/>
                <a:gd name="T8" fmla="*/ 77 w 157"/>
                <a:gd name="T9" fmla="*/ 89 h 200"/>
                <a:gd name="T10" fmla="*/ 80 w 157"/>
                <a:gd name="T11" fmla="*/ 92 h 200"/>
                <a:gd name="T12" fmla="*/ 92 w 157"/>
                <a:gd name="T13" fmla="*/ 90 h 200"/>
                <a:gd name="T14" fmla="*/ 107 w 157"/>
                <a:gd name="T15" fmla="*/ 86 h 200"/>
                <a:gd name="T16" fmla="*/ 131 w 157"/>
                <a:gd name="T17" fmla="*/ 78 h 200"/>
                <a:gd name="T18" fmla="*/ 142 w 157"/>
                <a:gd name="T19" fmla="*/ 66 h 200"/>
                <a:gd name="T20" fmla="*/ 153 w 157"/>
                <a:gd name="T21" fmla="*/ 76 h 200"/>
                <a:gd name="T22" fmla="*/ 157 w 157"/>
                <a:gd name="T23" fmla="*/ 88 h 200"/>
                <a:gd name="T24" fmla="*/ 153 w 157"/>
                <a:gd name="T25" fmla="*/ 96 h 200"/>
                <a:gd name="T26" fmla="*/ 138 w 157"/>
                <a:gd name="T27" fmla="*/ 98 h 200"/>
                <a:gd name="T28" fmla="*/ 128 w 157"/>
                <a:gd name="T29" fmla="*/ 102 h 200"/>
                <a:gd name="T30" fmla="*/ 85 w 157"/>
                <a:gd name="T31" fmla="*/ 116 h 200"/>
                <a:gd name="T32" fmla="*/ 69 w 157"/>
                <a:gd name="T33" fmla="*/ 118 h 200"/>
                <a:gd name="T34" fmla="*/ 57 w 157"/>
                <a:gd name="T35" fmla="*/ 182 h 200"/>
                <a:gd name="T36" fmla="*/ 13 w 157"/>
                <a:gd name="T37" fmla="*/ 199 h 200"/>
                <a:gd name="T38" fmla="*/ 1 w 157"/>
                <a:gd name="T39" fmla="*/ 200 h 200"/>
                <a:gd name="T40" fmla="*/ 0 w 157"/>
                <a:gd name="T41" fmla="*/ 196 h 200"/>
                <a:gd name="T42" fmla="*/ 2 w 157"/>
                <a:gd name="T43" fmla="*/ 192 h 200"/>
                <a:gd name="T44" fmla="*/ 36 w 157"/>
                <a:gd name="T45" fmla="*/ 166 h 200"/>
                <a:gd name="T46" fmla="*/ 53 w 157"/>
                <a:gd name="T47" fmla="*/ 123 h 200"/>
                <a:gd name="T48" fmla="*/ 53 w 157"/>
                <a:gd name="T49" fmla="*/ 118 h 200"/>
                <a:gd name="T50" fmla="*/ 27 w 157"/>
                <a:gd name="T51" fmla="*/ 110 h 200"/>
                <a:gd name="T52" fmla="*/ 12 w 157"/>
                <a:gd name="T53" fmla="*/ 98 h 200"/>
                <a:gd name="T54" fmla="*/ 16 w 157"/>
                <a:gd name="T55" fmla="*/ 95 h 200"/>
                <a:gd name="T56" fmla="*/ 25 w 157"/>
                <a:gd name="T57" fmla="*/ 94 h 200"/>
                <a:gd name="T58" fmla="*/ 57 w 157"/>
                <a:gd name="T59" fmla="*/ 94 h 200"/>
                <a:gd name="T60" fmla="*/ 60 w 157"/>
                <a:gd name="T61" fmla="*/ 93 h 200"/>
                <a:gd name="T62" fmla="*/ 62 w 157"/>
                <a:gd name="T63" fmla="*/ 53 h 200"/>
                <a:gd name="T64" fmla="*/ 64 w 157"/>
                <a:gd name="T65" fmla="*/ 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7" h="200">
                  <a:moveTo>
                    <a:pt x="64" y="5"/>
                  </a:moveTo>
                  <a:cubicBezTo>
                    <a:pt x="64" y="5"/>
                    <a:pt x="65" y="0"/>
                    <a:pt x="66" y="0"/>
                  </a:cubicBezTo>
                  <a:cubicBezTo>
                    <a:pt x="68" y="0"/>
                    <a:pt x="71" y="1"/>
                    <a:pt x="73" y="3"/>
                  </a:cubicBezTo>
                  <a:cubicBezTo>
                    <a:pt x="74" y="3"/>
                    <a:pt x="75" y="5"/>
                    <a:pt x="75" y="5"/>
                  </a:cubicBezTo>
                  <a:cubicBezTo>
                    <a:pt x="75" y="31"/>
                    <a:pt x="75" y="66"/>
                    <a:pt x="77" y="89"/>
                  </a:cubicBezTo>
                  <a:cubicBezTo>
                    <a:pt x="77" y="92"/>
                    <a:pt x="80" y="92"/>
                    <a:pt x="80" y="92"/>
                  </a:cubicBezTo>
                  <a:cubicBezTo>
                    <a:pt x="80" y="92"/>
                    <a:pt x="85" y="92"/>
                    <a:pt x="92" y="90"/>
                  </a:cubicBezTo>
                  <a:cubicBezTo>
                    <a:pt x="97" y="89"/>
                    <a:pt x="102" y="87"/>
                    <a:pt x="107" y="86"/>
                  </a:cubicBezTo>
                  <a:cubicBezTo>
                    <a:pt x="117" y="85"/>
                    <a:pt x="124" y="82"/>
                    <a:pt x="131" y="78"/>
                  </a:cubicBezTo>
                  <a:cubicBezTo>
                    <a:pt x="135" y="76"/>
                    <a:pt x="138" y="69"/>
                    <a:pt x="142" y="66"/>
                  </a:cubicBezTo>
                  <a:cubicBezTo>
                    <a:pt x="148" y="64"/>
                    <a:pt x="152" y="74"/>
                    <a:pt x="153" y="76"/>
                  </a:cubicBezTo>
                  <a:cubicBezTo>
                    <a:pt x="156" y="81"/>
                    <a:pt x="157" y="86"/>
                    <a:pt x="157" y="88"/>
                  </a:cubicBezTo>
                  <a:cubicBezTo>
                    <a:pt x="157" y="93"/>
                    <a:pt x="154" y="95"/>
                    <a:pt x="153" y="96"/>
                  </a:cubicBezTo>
                  <a:cubicBezTo>
                    <a:pt x="149" y="98"/>
                    <a:pt x="142" y="97"/>
                    <a:pt x="138" y="98"/>
                  </a:cubicBezTo>
                  <a:cubicBezTo>
                    <a:pt x="128" y="102"/>
                    <a:pt x="128" y="102"/>
                    <a:pt x="128" y="102"/>
                  </a:cubicBezTo>
                  <a:cubicBezTo>
                    <a:pt x="111" y="107"/>
                    <a:pt x="99" y="113"/>
                    <a:pt x="85" y="116"/>
                  </a:cubicBezTo>
                  <a:cubicBezTo>
                    <a:pt x="79" y="118"/>
                    <a:pt x="74" y="117"/>
                    <a:pt x="69" y="118"/>
                  </a:cubicBezTo>
                  <a:cubicBezTo>
                    <a:pt x="66" y="137"/>
                    <a:pt x="64" y="165"/>
                    <a:pt x="57" y="182"/>
                  </a:cubicBezTo>
                  <a:cubicBezTo>
                    <a:pt x="48" y="199"/>
                    <a:pt x="39" y="199"/>
                    <a:pt x="13" y="199"/>
                  </a:cubicBezTo>
                  <a:cubicBezTo>
                    <a:pt x="11" y="199"/>
                    <a:pt x="3" y="200"/>
                    <a:pt x="1" y="200"/>
                  </a:cubicBezTo>
                  <a:cubicBezTo>
                    <a:pt x="0" y="196"/>
                    <a:pt x="0" y="196"/>
                    <a:pt x="0" y="196"/>
                  </a:cubicBezTo>
                  <a:cubicBezTo>
                    <a:pt x="2" y="192"/>
                    <a:pt x="2" y="192"/>
                    <a:pt x="2" y="192"/>
                  </a:cubicBezTo>
                  <a:cubicBezTo>
                    <a:pt x="17" y="183"/>
                    <a:pt x="29" y="177"/>
                    <a:pt x="36" y="166"/>
                  </a:cubicBezTo>
                  <a:cubicBezTo>
                    <a:pt x="44" y="156"/>
                    <a:pt x="51" y="137"/>
                    <a:pt x="53" y="123"/>
                  </a:cubicBezTo>
                  <a:cubicBezTo>
                    <a:pt x="53" y="121"/>
                    <a:pt x="53" y="118"/>
                    <a:pt x="53" y="118"/>
                  </a:cubicBezTo>
                  <a:cubicBezTo>
                    <a:pt x="49" y="116"/>
                    <a:pt x="34" y="114"/>
                    <a:pt x="27" y="110"/>
                  </a:cubicBezTo>
                  <a:cubicBezTo>
                    <a:pt x="21" y="107"/>
                    <a:pt x="14" y="101"/>
                    <a:pt x="12" y="98"/>
                  </a:cubicBezTo>
                  <a:cubicBezTo>
                    <a:pt x="12" y="98"/>
                    <a:pt x="14" y="95"/>
                    <a:pt x="16" y="95"/>
                  </a:cubicBezTo>
                  <a:cubicBezTo>
                    <a:pt x="19" y="95"/>
                    <a:pt x="22" y="94"/>
                    <a:pt x="25" y="94"/>
                  </a:cubicBezTo>
                  <a:cubicBezTo>
                    <a:pt x="38" y="94"/>
                    <a:pt x="51" y="95"/>
                    <a:pt x="57" y="94"/>
                  </a:cubicBezTo>
                  <a:cubicBezTo>
                    <a:pt x="59" y="94"/>
                    <a:pt x="60" y="93"/>
                    <a:pt x="60" y="93"/>
                  </a:cubicBezTo>
                  <a:cubicBezTo>
                    <a:pt x="60" y="93"/>
                    <a:pt x="60" y="70"/>
                    <a:pt x="62" y="53"/>
                  </a:cubicBezTo>
                  <a:cubicBezTo>
                    <a:pt x="63" y="41"/>
                    <a:pt x="64" y="5"/>
                    <a:pt x="64" y="5"/>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îSḷíḑê"/>
            <p:cNvSpPr/>
            <p:nvPr/>
          </p:nvSpPr>
          <p:spPr bwMode="auto">
            <a:xfrm>
              <a:off x="5316490" y="2844016"/>
              <a:ext cx="601663" cy="944563"/>
            </a:xfrm>
            <a:custGeom>
              <a:avLst/>
              <a:gdLst>
                <a:gd name="T0" fmla="*/ 83 w 160"/>
                <a:gd name="T1" fmla="*/ 137 h 251"/>
                <a:gd name="T2" fmla="*/ 100 w 160"/>
                <a:gd name="T3" fmla="*/ 120 h 251"/>
                <a:gd name="T4" fmla="*/ 98 w 160"/>
                <a:gd name="T5" fmla="*/ 108 h 251"/>
                <a:gd name="T6" fmla="*/ 82 w 160"/>
                <a:gd name="T7" fmla="*/ 96 h 251"/>
                <a:gd name="T8" fmla="*/ 131 w 160"/>
                <a:gd name="T9" fmla="*/ 91 h 251"/>
                <a:gd name="T10" fmla="*/ 64 w 160"/>
                <a:gd name="T11" fmla="*/ 144 h 251"/>
                <a:gd name="T12" fmla="*/ 33 w 160"/>
                <a:gd name="T13" fmla="*/ 149 h 251"/>
                <a:gd name="T14" fmla="*/ 31 w 160"/>
                <a:gd name="T15" fmla="*/ 131 h 251"/>
                <a:gd name="T16" fmla="*/ 64 w 160"/>
                <a:gd name="T17" fmla="*/ 126 h 251"/>
                <a:gd name="T18" fmla="*/ 160 w 160"/>
                <a:gd name="T19" fmla="*/ 90 h 251"/>
                <a:gd name="T20" fmla="*/ 142 w 160"/>
                <a:gd name="T21" fmla="*/ 70 h 251"/>
                <a:gd name="T22" fmla="*/ 86 w 160"/>
                <a:gd name="T23" fmla="*/ 70 h 251"/>
                <a:gd name="T24" fmla="*/ 100 w 160"/>
                <a:gd name="T25" fmla="*/ 53 h 251"/>
                <a:gd name="T26" fmla="*/ 91 w 160"/>
                <a:gd name="T27" fmla="*/ 14 h 251"/>
                <a:gd name="T28" fmla="*/ 58 w 160"/>
                <a:gd name="T29" fmla="*/ 17 h 251"/>
                <a:gd name="T30" fmla="*/ 63 w 160"/>
                <a:gd name="T31" fmla="*/ 51 h 251"/>
                <a:gd name="T32" fmla="*/ 34 w 160"/>
                <a:gd name="T33" fmla="*/ 58 h 251"/>
                <a:gd name="T34" fmla="*/ 42 w 160"/>
                <a:gd name="T35" fmla="*/ 69 h 251"/>
                <a:gd name="T36" fmla="*/ 63 w 160"/>
                <a:gd name="T37" fmla="*/ 85 h 251"/>
                <a:gd name="T38" fmla="*/ 63 w 160"/>
                <a:gd name="T39" fmla="*/ 100 h 251"/>
                <a:gd name="T40" fmla="*/ 26 w 160"/>
                <a:gd name="T41" fmla="*/ 122 h 251"/>
                <a:gd name="T42" fmla="*/ 1 w 160"/>
                <a:gd name="T43" fmla="*/ 117 h 251"/>
                <a:gd name="T44" fmla="*/ 28 w 160"/>
                <a:gd name="T45" fmla="*/ 160 h 251"/>
                <a:gd name="T46" fmla="*/ 63 w 160"/>
                <a:gd name="T47" fmla="*/ 153 h 251"/>
                <a:gd name="T48" fmla="*/ 49 w 160"/>
                <a:gd name="T49" fmla="*/ 177 h 251"/>
                <a:gd name="T50" fmla="*/ 5 w 160"/>
                <a:gd name="T51" fmla="*/ 221 h 251"/>
                <a:gd name="T52" fmla="*/ 38 w 160"/>
                <a:gd name="T53" fmla="*/ 207 h 251"/>
                <a:gd name="T54" fmla="*/ 63 w 160"/>
                <a:gd name="T55" fmla="*/ 194 h 251"/>
                <a:gd name="T56" fmla="*/ 38 w 160"/>
                <a:gd name="T57" fmla="*/ 227 h 251"/>
                <a:gd name="T58" fmla="*/ 58 w 160"/>
                <a:gd name="T59" fmla="*/ 243 h 251"/>
                <a:gd name="T60" fmla="*/ 77 w 160"/>
                <a:gd name="T61" fmla="*/ 245 h 251"/>
                <a:gd name="T62" fmla="*/ 87 w 160"/>
                <a:gd name="T63" fmla="*/ 156 h 251"/>
                <a:gd name="T64" fmla="*/ 123 w 160"/>
                <a:gd name="T65" fmla="*/ 125 h 251"/>
                <a:gd name="T66" fmla="*/ 159 w 160"/>
                <a:gd name="T67"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0" h="251">
                  <a:moveTo>
                    <a:pt x="103" y="129"/>
                  </a:moveTo>
                  <a:cubicBezTo>
                    <a:pt x="95" y="133"/>
                    <a:pt x="82" y="139"/>
                    <a:pt x="83" y="137"/>
                  </a:cubicBezTo>
                  <a:cubicBezTo>
                    <a:pt x="83" y="123"/>
                    <a:pt x="83" y="123"/>
                    <a:pt x="83" y="123"/>
                  </a:cubicBezTo>
                  <a:cubicBezTo>
                    <a:pt x="83" y="123"/>
                    <a:pt x="97" y="121"/>
                    <a:pt x="100" y="120"/>
                  </a:cubicBezTo>
                  <a:cubicBezTo>
                    <a:pt x="100" y="119"/>
                    <a:pt x="103" y="116"/>
                    <a:pt x="102" y="113"/>
                  </a:cubicBezTo>
                  <a:cubicBezTo>
                    <a:pt x="101" y="110"/>
                    <a:pt x="98" y="108"/>
                    <a:pt x="98" y="108"/>
                  </a:cubicBezTo>
                  <a:cubicBezTo>
                    <a:pt x="95" y="107"/>
                    <a:pt x="82" y="110"/>
                    <a:pt x="82" y="110"/>
                  </a:cubicBezTo>
                  <a:cubicBezTo>
                    <a:pt x="82" y="110"/>
                    <a:pt x="82" y="99"/>
                    <a:pt x="82" y="96"/>
                  </a:cubicBezTo>
                  <a:cubicBezTo>
                    <a:pt x="89" y="94"/>
                    <a:pt x="105" y="88"/>
                    <a:pt x="113" y="89"/>
                  </a:cubicBezTo>
                  <a:cubicBezTo>
                    <a:pt x="119" y="89"/>
                    <a:pt x="130" y="88"/>
                    <a:pt x="131" y="91"/>
                  </a:cubicBezTo>
                  <a:cubicBezTo>
                    <a:pt x="132" y="99"/>
                    <a:pt x="106" y="128"/>
                    <a:pt x="103" y="129"/>
                  </a:cubicBezTo>
                  <a:moveTo>
                    <a:pt x="64" y="144"/>
                  </a:moveTo>
                  <a:cubicBezTo>
                    <a:pt x="49" y="146"/>
                    <a:pt x="49" y="146"/>
                    <a:pt x="49" y="146"/>
                  </a:cubicBezTo>
                  <a:cubicBezTo>
                    <a:pt x="49" y="146"/>
                    <a:pt x="37" y="149"/>
                    <a:pt x="33" y="149"/>
                  </a:cubicBezTo>
                  <a:cubicBezTo>
                    <a:pt x="33" y="149"/>
                    <a:pt x="30" y="140"/>
                    <a:pt x="30" y="139"/>
                  </a:cubicBezTo>
                  <a:cubicBezTo>
                    <a:pt x="30" y="136"/>
                    <a:pt x="28" y="133"/>
                    <a:pt x="31" y="131"/>
                  </a:cubicBezTo>
                  <a:cubicBezTo>
                    <a:pt x="34" y="128"/>
                    <a:pt x="41" y="127"/>
                    <a:pt x="48" y="127"/>
                  </a:cubicBezTo>
                  <a:cubicBezTo>
                    <a:pt x="56" y="127"/>
                    <a:pt x="64" y="126"/>
                    <a:pt x="64" y="126"/>
                  </a:cubicBezTo>
                  <a:lnTo>
                    <a:pt x="64" y="144"/>
                  </a:lnTo>
                  <a:close/>
                  <a:moveTo>
                    <a:pt x="160" y="90"/>
                  </a:moveTo>
                  <a:cubicBezTo>
                    <a:pt x="159" y="87"/>
                    <a:pt x="157" y="86"/>
                    <a:pt x="156" y="79"/>
                  </a:cubicBezTo>
                  <a:cubicBezTo>
                    <a:pt x="155" y="73"/>
                    <a:pt x="147" y="68"/>
                    <a:pt x="142" y="70"/>
                  </a:cubicBezTo>
                  <a:cubicBezTo>
                    <a:pt x="130" y="74"/>
                    <a:pt x="86" y="80"/>
                    <a:pt x="86" y="80"/>
                  </a:cubicBezTo>
                  <a:cubicBezTo>
                    <a:pt x="86" y="70"/>
                    <a:pt x="86" y="70"/>
                    <a:pt x="86" y="70"/>
                  </a:cubicBezTo>
                  <a:cubicBezTo>
                    <a:pt x="86" y="70"/>
                    <a:pt x="98" y="66"/>
                    <a:pt x="101" y="62"/>
                  </a:cubicBezTo>
                  <a:cubicBezTo>
                    <a:pt x="101" y="62"/>
                    <a:pt x="102" y="56"/>
                    <a:pt x="100" y="53"/>
                  </a:cubicBezTo>
                  <a:cubicBezTo>
                    <a:pt x="98" y="51"/>
                    <a:pt x="93" y="51"/>
                    <a:pt x="93" y="49"/>
                  </a:cubicBezTo>
                  <a:cubicBezTo>
                    <a:pt x="88" y="33"/>
                    <a:pt x="92" y="20"/>
                    <a:pt x="91" y="14"/>
                  </a:cubicBezTo>
                  <a:cubicBezTo>
                    <a:pt x="88" y="4"/>
                    <a:pt x="76" y="3"/>
                    <a:pt x="72" y="3"/>
                  </a:cubicBezTo>
                  <a:cubicBezTo>
                    <a:pt x="59" y="0"/>
                    <a:pt x="54" y="8"/>
                    <a:pt x="58" y="17"/>
                  </a:cubicBezTo>
                  <a:cubicBezTo>
                    <a:pt x="58" y="19"/>
                    <a:pt x="63" y="25"/>
                    <a:pt x="63" y="25"/>
                  </a:cubicBezTo>
                  <a:cubicBezTo>
                    <a:pt x="63" y="51"/>
                    <a:pt x="63" y="51"/>
                    <a:pt x="63" y="51"/>
                  </a:cubicBezTo>
                  <a:cubicBezTo>
                    <a:pt x="63" y="51"/>
                    <a:pt x="61" y="51"/>
                    <a:pt x="54" y="53"/>
                  </a:cubicBezTo>
                  <a:cubicBezTo>
                    <a:pt x="47" y="54"/>
                    <a:pt x="35" y="57"/>
                    <a:pt x="34" y="58"/>
                  </a:cubicBezTo>
                  <a:cubicBezTo>
                    <a:pt x="34" y="58"/>
                    <a:pt x="33" y="62"/>
                    <a:pt x="35" y="65"/>
                  </a:cubicBezTo>
                  <a:cubicBezTo>
                    <a:pt x="37" y="68"/>
                    <a:pt x="41" y="69"/>
                    <a:pt x="42" y="69"/>
                  </a:cubicBezTo>
                  <a:cubicBezTo>
                    <a:pt x="48" y="71"/>
                    <a:pt x="63" y="71"/>
                    <a:pt x="63" y="71"/>
                  </a:cubicBezTo>
                  <a:cubicBezTo>
                    <a:pt x="63" y="85"/>
                    <a:pt x="63" y="85"/>
                    <a:pt x="63" y="85"/>
                  </a:cubicBezTo>
                  <a:cubicBezTo>
                    <a:pt x="48" y="88"/>
                    <a:pt x="23" y="90"/>
                    <a:pt x="18" y="93"/>
                  </a:cubicBezTo>
                  <a:cubicBezTo>
                    <a:pt x="17" y="107"/>
                    <a:pt x="63" y="100"/>
                    <a:pt x="63" y="100"/>
                  </a:cubicBezTo>
                  <a:cubicBezTo>
                    <a:pt x="63" y="114"/>
                    <a:pt x="63" y="114"/>
                    <a:pt x="63" y="114"/>
                  </a:cubicBezTo>
                  <a:cubicBezTo>
                    <a:pt x="63" y="114"/>
                    <a:pt x="38" y="120"/>
                    <a:pt x="26" y="122"/>
                  </a:cubicBezTo>
                  <a:cubicBezTo>
                    <a:pt x="26" y="122"/>
                    <a:pt x="11" y="114"/>
                    <a:pt x="9" y="114"/>
                  </a:cubicBezTo>
                  <a:cubicBezTo>
                    <a:pt x="0" y="113"/>
                    <a:pt x="1" y="117"/>
                    <a:pt x="1" y="117"/>
                  </a:cubicBezTo>
                  <a:cubicBezTo>
                    <a:pt x="6" y="130"/>
                    <a:pt x="12" y="143"/>
                    <a:pt x="16" y="158"/>
                  </a:cubicBezTo>
                  <a:cubicBezTo>
                    <a:pt x="18" y="160"/>
                    <a:pt x="24" y="160"/>
                    <a:pt x="28" y="160"/>
                  </a:cubicBezTo>
                  <a:cubicBezTo>
                    <a:pt x="34" y="160"/>
                    <a:pt x="41" y="157"/>
                    <a:pt x="46" y="156"/>
                  </a:cubicBezTo>
                  <a:cubicBezTo>
                    <a:pt x="55" y="154"/>
                    <a:pt x="63" y="153"/>
                    <a:pt x="63" y="153"/>
                  </a:cubicBezTo>
                  <a:cubicBezTo>
                    <a:pt x="63" y="165"/>
                    <a:pt x="63" y="165"/>
                    <a:pt x="63" y="165"/>
                  </a:cubicBezTo>
                  <a:cubicBezTo>
                    <a:pt x="63" y="165"/>
                    <a:pt x="52" y="173"/>
                    <a:pt x="49" y="177"/>
                  </a:cubicBezTo>
                  <a:cubicBezTo>
                    <a:pt x="37" y="192"/>
                    <a:pt x="25" y="202"/>
                    <a:pt x="10" y="214"/>
                  </a:cubicBezTo>
                  <a:cubicBezTo>
                    <a:pt x="8" y="215"/>
                    <a:pt x="3" y="220"/>
                    <a:pt x="5" y="221"/>
                  </a:cubicBezTo>
                  <a:cubicBezTo>
                    <a:pt x="10" y="221"/>
                    <a:pt x="15" y="220"/>
                    <a:pt x="19" y="219"/>
                  </a:cubicBezTo>
                  <a:cubicBezTo>
                    <a:pt x="24" y="218"/>
                    <a:pt x="34" y="211"/>
                    <a:pt x="38" y="207"/>
                  </a:cubicBezTo>
                  <a:cubicBezTo>
                    <a:pt x="45" y="202"/>
                    <a:pt x="56" y="187"/>
                    <a:pt x="63" y="181"/>
                  </a:cubicBezTo>
                  <a:cubicBezTo>
                    <a:pt x="63" y="194"/>
                    <a:pt x="63" y="194"/>
                    <a:pt x="63" y="194"/>
                  </a:cubicBezTo>
                  <a:cubicBezTo>
                    <a:pt x="62" y="215"/>
                    <a:pt x="64" y="226"/>
                    <a:pt x="63" y="227"/>
                  </a:cubicBezTo>
                  <a:cubicBezTo>
                    <a:pt x="60" y="229"/>
                    <a:pt x="52" y="227"/>
                    <a:pt x="38" y="227"/>
                  </a:cubicBezTo>
                  <a:cubicBezTo>
                    <a:pt x="38" y="232"/>
                    <a:pt x="38" y="232"/>
                    <a:pt x="38" y="232"/>
                  </a:cubicBezTo>
                  <a:cubicBezTo>
                    <a:pt x="46" y="237"/>
                    <a:pt x="50" y="240"/>
                    <a:pt x="58" y="243"/>
                  </a:cubicBezTo>
                  <a:cubicBezTo>
                    <a:pt x="62" y="249"/>
                    <a:pt x="62" y="249"/>
                    <a:pt x="62" y="249"/>
                  </a:cubicBezTo>
                  <a:cubicBezTo>
                    <a:pt x="64" y="251"/>
                    <a:pt x="75" y="250"/>
                    <a:pt x="77" y="245"/>
                  </a:cubicBezTo>
                  <a:cubicBezTo>
                    <a:pt x="78" y="237"/>
                    <a:pt x="75" y="176"/>
                    <a:pt x="77" y="173"/>
                  </a:cubicBezTo>
                  <a:cubicBezTo>
                    <a:pt x="80" y="168"/>
                    <a:pt x="86" y="157"/>
                    <a:pt x="87" y="156"/>
                  </a:cubicBezTo>
                  <a:cubicBezTo>
                    <a:pt x="91" y="153"/>
                    <a:pt x="97" y="149"/>
                    <a:pt x="101" y="146"/>
                  </a:cubicBezTo>
                  <a:cubicBezTo>
                    <a:pt x="105" y="144"/>
                    <a:pt x="115" y="132"/>
                    <a:pt x="123" y="125"/>
                  </a:cubicBezTo>
                  <a:cubicBezTo>
                    <a:pt x="135" y="115"/>
                    <a:pt x="146" y="108"/>
                    <a:pt x="157" y="99"/>
                  </a:cubicBezTo>
                  <a:cubicBezTo>
                    <a:pt x="158" y="99"/>
                    <a:pt x="159" y="97"/>
                    <a:pt x="159" y="97"/>
                  </a:cubicBezTo>
                  <a:cubicBezTo>
                    <a:pt x="159" y="97"/>
                    <a:pt x="160" y="92"/>
                    <a:pt x="160" y="90"/>
                  </a:cubicBezTo>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Sḻîďe"/>
            <p:cNvSpPr/>
            <p:nvPr/>
          </p:nvSpPr>
          <p:spPr bwMode="auto">
            <a:xfrm>
              <a:off x="5692728" y="3540929"/>
              <a:ext cx="217488" cy="169863"/>
            </a:xfrm>
            <a:custGeom>
              <a:avLst/>
              <a:gdLst>
                <a:gd name="T0" fmla="*/ 0 w 137"/>
                <a:gd name="T1" fmla="*/ 12 h 107"/>
                <a:gd name="T2" fmla="*/ 0 w 137"/>
                <a:gd name="T3" fmla="*/ 2 h 107"/>
                <a:gd name="T4" fmla="*/ 7 w 137"/>
                <a:gd name="T5" fmla="*/ 0 h 107"/>
                <a:gd name="T6" fmla="*/ 97 w 137"/>
                <a:gd name="T7" fmla="*/ 24 h 107"/>
                <a:gd name="T8" fmla="*/ 125 w 137"/>
                <a:gd name="T9" fmla="*/ 35 h 107"/>
                <a:gd name="T10" fmla="*/ 137 w 137"/>
                <a:gd name="T11" fmla="*/ 54 h 107"/>
                <a:gd name="T12" fmla="*/ 135 w 137"/>
                <a:gd name="T13" fmla="*/ 71 h 107"/>
                <a:gd name="T14" fmla="*/ 123 w 137"/>
                <a:gd name="T15" fmla="*/ 81 h 107"/>
                <a:gd name="T16" fmla="*/ 121 w 137"/>
                <a:gd name="T17" fmla="*/ 90 h 107"/>
                <a:gd name="T18" fmla="*/ 116 w 137"/>
                <a:gd name="T19" fmla="*/ 104 h 107"/>
                <a:gd name="T20" fmla="*/ 104 w 137"/>
                <a:gd name="T21" fmla="*/ 107 h 107"/>
                <a:gd name="T22" fmla="*/ 90 w 137"/>
                <a:gd name="T23" fmla="*/ 97 h 107"/>
                <a:gd name="T24" fmla="*/ 83 w 137"/>
                <a:gd name="T25" fmla="*/ 81 h 107"/>
                <a:gd name="T26" fmla="*/ 78 w 137"/>
                <a:gd name="T27" fmla="*/ 59 h 107"/>
                <a:gd name="T28" fmla="*/ 64 w 137"/>
                <a:gd name="T29" fmla="*/ 47 h 107"/>
                <a:gd name="T30" fmla="*/ 36 w 137"/>
                <a:gd name="T31" fmla="*/ 33 h 107"/>
                <a:gd name="T32" fmla="*/ 9 w 137"/>
                <a:gd name="T33" fmla="*/ 21 h 107"/>
                <a:gd name="T34" fmla="*/ 0 w 137"/>
                <a:gd name="T35" fmla="*/ 1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07">
                  <a:moveTo>
                    <a:pt x="0" y="12"/>
                  </a:moveTo>
                  <a:lnTo>
                    <a:pt x="0" y="2"/>
                  </a:lnTo>
                  <a:lnTo>
                    <a:pt x="7" y="0"/>
                  </a:lnTo>
                  <a:lnTo>
                    <a:pt x="97" y="24"/>
                  </a:lnTo>
                  <a:lnTo>
                    <a:pt x="125" y="35"/>
                  </a:lnTo>
                  <a:lnTo>
                    <a:pt x="137" y="54"/>
                  </a:lnTo>
                  <a:lnTo>
                    <a:pt x="135" y="71"/>
                  </a:lnTo>
                  <a:lnTo>
                    <a:pt x="123" y="81"/>
                  </a:lnTo>
                  <a:lnTo>
                    <a:pt x="121" y="90"/>
                  </a:lnTo>
                  <a:lnTo>
                    <a:pt x="116" y="104"/>
                  </a:lnTo>
                  <a:lnTo>
                    <a:pt x="104" y="107"/>
                  </a:lnTo>
                  <a:lnTo>
                    <a:pt x="90" y="97"/>
                  </a:lnTo>
                  <a:lnTo>
                    <a:pt x="83" y="81"/>
                  </a:lnTo>
                  <a:lnTo>
                    <a:pt x="78" y="59"/>
                  </a:lnTo>
                  <a:lnTo>
                    <a:pt x="64" y="47"/>
                  </a:lnTo>
                  <a:lnTo>
                    <a:pt x="36" y="33"/>
                  </a:lnTo>
                  <a:lnTo>
                    <a:pt x="9" y="21"/>
                  </a:lnTo>
                  <a:lnTo>
                    <a:pt x="0" y="12"/>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ïṡḷîďé"/>
            <p:cNvSpPr/>
            <p:nvPr/>
          </p:nvSpPr>
          <p:spPr bwMode="auto">
            <a:xfrm>
              <a:off x="5291170" y="3875097"/>
              <a:ext cx="134938" cy="217488"/>
            </a:xfrm>
            <a:custGeom>
              <a:avLst/>
              <a:gdLst>
                <a:gd name="T0" fmla="*/ 20 w 36"/>
                <a:gd name="T1" fmla="*/ 55 h 55"/>
                <a:gd name="T2" fmla="*/ 13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0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29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8" y="55"/>
                    <a:pt x="16" y="55"/>
                    <a:pt x="13" y="54"/>
                  </a:cubicBezTo>
                  <a:cubicBezTo>
                    <a:pt x="12" y="53"/>
                    <a:pt x="11" y="53"/>
                    <a:pt x="11" y="53"/>
                  </a:cubicBezTo>
                  <a:cubicBezTo>
                    <a:pt x="8" y="53"/>
                    <a:pt x="6" y="55"/>
                    <a:pt x="5" y="55"/>
                  </a:cubicBezTo>
                  <a:cubicBezTo>
                    <a:pt x="0" y="41"/>
                    <a:pt x="0" y="41"/>
                    <a:pt x="0" y="41"/>
                  </a:cubicBezTo>
                  <a:cubicBezTo>
                    <a:pt x="2" y="40"/>
                    <a:pt x="2" y="40"/>
                    <a:pt x="2" y="40"/>
                  </a:cubicBezTo>
                  <a:cubicBezTo>
                    <a:pt x="3" y="43"/>
                    <a:pt x="10" y="53"/>
                    <a:pt x="20" y="53"/>
                  </a:cubicBezTo>
                  <a:cubicBezTo>
                    <a:pt x="27" y="53"/>
                    <a:pt x="30" y="47"/>
                    <a:pt x="30" y="43"/>
                  </a:cubicBezTo>
                  <a:cubicBezTo>
                    <a:pt x="30" y="37"/>
                    <a:pt x="26" y="34"/>
                    <a:pt x="17" y="31"/>
                  </a:cubicBezTo>
                  <a:cubicBezTo>
                    <a:pt x="12" y="29"/>
                    <a:pt x="3" y="25"/>
                    <a:pt x="3" y="14"/>
                  </a:cubicBezTo>
                  <a:cubicBezTo>
                    <a:pt x="3" y="8"/>
                    <a:pt x="7" y="0"/>
                    <a:pt x="17" y="0"/>
                  </a:cubicBezTo>
                  <a:cubicBezTo>
                    <a:pt x="19" y="0"/>
                    <a:pt x="20" y="0"/>
                    <a:pt x="24" y="1"/>
                  </a:cubicBezTo>
                  <a:cubicBezTo>
                    <a:pt x="25" y="1"/>
                    <a:pt x="26" y="1"/>
                    <a:pt x="26" y="1"/>
                  </a:cubicBezTo>
                  <a:cubicBezTo>
                    <a:pt x="27" y="1"/>
                    <a:pt x="28" y="1"/>
                    <a:pt x="30" y="0"/>
                  </a:cubicBezTo>
                  <a:cubicBezTo>
                    <a:pt x="35" y="13"/>
                    <a:pt x="35" y="13"/>
                    <a:pt x="35" y="13"/>
                  </a:cubicBezTo>
                  <a:cubicBezTo>
                    <a:pt x="33" y="13"/>
                    <a:pt x="33" y="13"/>
                    <a:pt x="33" y="13"/>
                  </a:cubicBezTo>
                  <a:cubicBezTo>
                    <a:pt x="32" y="12"/>
                    <a:pt x="31" y="10"/>
                    <a:pt x="29"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1idè"/>
            <p:cNvSpPr/>
            <p:nvPr/>
          </p:nvSpPr>
          <p:spPr bwMode="auto">
            <a:xfrm>
              <a:off x="5448333" y="3875097"/>
              <a:ext cx="173038" cy="217488"/>
            </a:xfrm>
            <a:custGeom>
              <a:avLst/>
              <a:gdLst>
                <a:gd name="T0" fmla="*/ 23 w 46"/>
                <a:gd name="T1" fmla="*/ 55 h 55"/>
                <a:gd name="T2" fmla="*/ 0 w 46"/>
                <a:gd name="T3" fmla="*/ 27 h 55"/>
                <a:gd name="T4" fmla="*/ 23 w 46"/>
                <a:gd name="T5" fmla="*/ 0 h 55"/>
                <a:gd name="T6" fmla="*/ 46 w 46"/>
                <a:gd name="T7" fmla="*/ 27 h 55"/>
                <a:gd name="T8" fmla="*/ 23 w 46"/>
                <a:gd name="T9" fmla="*/ 55 h 55"/>
                <a:gd name="T10" fmla="*/ 23 w 46"/>
                <a:gd name="T11" fmla="*/ 2 h 55"/>
                <a:gd name="T12" fmla="*/ 9 w 46"/>
                <a:gd name="T13" fmla="*/ 27 h 55"/>
                <a:gd name="T14" fmla="*/ 23 w 46"/>
                <a:gd name="T15" fmla="*/ 53 h 55"/>
                <a:gd name="T16" fmla="*/ 32 w 46"/>
                <a:gd name="T17" fmla="*/ 47 h 55"/>
                <a:gd name="T18" fmla="*/ 37 w 46"/>
                <a:gd name="T19" fmla="*/ 27 h 55"/>
                <a:gd name="T20" fmla="*/ 23 w 46"/>
                <a:gd name="T21"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5">
                  <a:moveTo>
                    <a:pt x="23" y="55"/>
                  </a:moveTo>
                  <a:cubicBezTo>
                    <a:pt x="14" y="55"/>
                    <a:pt x="0" y="47"/>
                    <a:pt x="0" y="27"/>
                  </a:cubicBezTo>
                  <a:cubicBezTo>
                    <a:pt x="0" y="8"/>
                    <a:pt x="14" y="0"/>
                    <a:pt x="23" y="0"/>
                  </a:cubicBezTo>
                  <a:cubicBezTo>
                    <a:pt x="32" y="0"/>
                    <a:pt x="46" y="8"/>
                    <a:pt x="46" y="27"/>
                  </a:cubicBezTo>
                  <a:cubicBezTo>
                    <a:pt x="46" y="47"/>
                    <a:pt x="32" y="55"/>
                    <a:pt x="23" y="55"/>
                  </a:cubicBezTo>
                  <a:close/>
                  <a:moveTo>
                    <a:pt x="23" y="2"/>
                  </a:moveTo>
                  <a:cubicBezTo>
                    <a:pt x="16" y="2"/>
                    <a:pt x="9" y="10"/>
                    <a:pt x="9" y="27"/>
                  </a:cubicBezTo>
                  <a:cubicBezTo>
                    <a:pt x="9" y="42"/>
                    <a:pt x="15" y="53"/>
                    <a:pt x="23" y="53"/>
                  </a:cubicBezTo>
                  <a:cubicBezTo>
                    <a:pt x="28" y="53"/>
                    <a:pt x="31" y="49"/>
                    <a:pt x="32" y="47"/>
                  </a:cubicBezTo>
                  <a:cubicBezTo>
                    <a:pt x="35" y="42"/>
                    <a:pt x="37" y="34"/>
                    <a:pt x="37" y="27"/>
                  </a:cubicBezTo>
                  <a:cubicBezTo>
                    <a:pt x="37" y="14"/>
                    <a:pt x="31" y="2"/>
                    <a:pt x="23" y="2"/>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ḷïḓê"/>
            <p:cNvSpPr/>
            <p:nvPr/>
          </p:nvSpPr>
          <p:spPr bwMode="auto">
            <a:xfrm>
              <a:off x="5640420" y="3879860"/>
              <a:ext cx="184150" cy="212725"/>
            </a:xfrm>
            <a:custGeom>
              <a:avLst/>
              <a:gdLst>
                <a:gd name="T0" fmla="*/ 49 w 49"/>
                <a:gd name="T1" fmla="*/ 3 h 54"/>
                <a:gd name="T2" fmla="*/ 47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7" y="3"/>
                    <a:pt x="47" y="3"/>
                    <a:pt x="47"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šľïďê"/>
            <p:cNvSpPr/>
            <p:nvPr/>
          </p:nvSpPr>
          <p:spPr bwMode="auto">
            <a:xfrm>
              <a:off x="5843620" y="3879860"/>
              <a:ext cx="188913"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3"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8"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şļïdé"/>
            <p:cNvSpPr/>
            <p:nvPr/>
          </p:nvSpPr>
          <p:spPr bwMode="auto">
            <a:xfrm>
              <a:off x="6049995" y="3879860"/>
              <a:ext cx="196850" cy="207963"/>
            </a:xfrm>
            <a:custGeom>
              <a:avLst/>
              <a:gdLst>
                <a:gd name="T0" fmla="*/ 30 w 52"/>
                <a:gd name="T1" fmla="*/ 53 h 53"/>
                <a:gd name="T2" fmla="*/ 30 w 52"/>
                <a:gd name="T3" fmla="*/ 50 h 53"/>
                <a:gd name="T4" fmla="*/ 32 w 52"/>
                <a:gd name="T5" fmla="*/ 50 h 53"/>
                <a:gd name="T6" fmla="*/ 37 w 52"/>
                <a:gd name="T7" fmla="*/ 46 h 53"/>
                <a:gd name="T8" fmla="*/ 37 w 52"/>
                <a:gd name="T9" fmla="*/ 28 h 53"/>
                <a:gd name="T10" fmla="*/ 16 w 52"/>
                <a:gd name="T11" fmla="*/ 28 h 53"/>
                <a:gd name="T12" fmla="*/ 16 w 52"/>
                <a:gd name="T13" fmla="*/ 46 h 53"/>
                <a:gd name="T14" fmla="*/ 21 w 52"/>
                <a:gd name="T15" fmla="*/ 50 h 53"/>
                <a:gd name="T16" fmla="*/ 23 w 52"/>
                <a:gd name="T17" fmla="*/ 50 h 53"/>
                <a:gd name="T18" fmla="*/ 23 w 52"/>
                <a:gd name="T19" fmla="*/ 53 h 53"/>
                <a:gd name="T20" fmla="*/ 0 w 52"/>
                <a:gd name="T21" fmla="*/ 53 h 53"/>
                <a:gd name="T22" fmla="*/ 0 w 52"/>
                <a:gd name="T23" fmla="*/ 50 h 53"/>
                <a:gd name="T24" fmla="*/ 3 w 52"/>
                <a:gd name="T25" fmla="*/ 50 h 53"/>
                <a:gd name="T26" fmla="*/ 8 w 52"/>
                <a:gd name="T27" fmla="*/ 46 h 53"/>
                <a:gd name="T28" fmla="*/ 8 w 52"/>
                <a:gd name="T29" fmla="*/ 8 h 53"/>
                <a:gd name="T30" fmla="*/ 3 w 52"/>
                <a:gd name="T31" fmla="*/ 3 h 53"/>
                <a:gd name="T32" fmla="*/ 0 w 52"/>
                <a:gd name="T33" fmla="*/ 3 h 53"/>
                <a:gd name="T34" fmla="*/ 0 w 52"/>
                <a:gd name="T35" fmla="*/ 0 h 53"/>
                <a:gd name="T36" fmla="*/ 23 w 52"/>
                <a:gd name="T37" fmla="*/ 0 h 53"/>
                <a:gd name="T38" fmla="*/ 23 w 52"/>
                <a:gd name="T39" fmla="*/ 3 h 53"/>
                <a:gd name="T40" fmla="*/ 21 w 52"/>
                <a:gd name="T41" fmla="*/ 3 h 53"/>
                <a:gd name="T42" fmla="*/ 16 w 52"/>
                <a:gd name="T43" fmla="*/ 8 h 53"/>
                <a:gd name="T44" fmla="*/ 16 w 52"/>
                <a:gd name="T45" fmla="*/ 25 h 53"/>
                <a:gd name="T46" fmla="*/ 37 w 52"/>
                <a:gd name="T47" fmla="*/ 25 h 53"/>
                <a:gd name="T48" fmla="*/ 37 w 52"/>
                <a:gd name="T49" fmla="*/ 8 h 53"/>
                <a:gd name="T50" fmla="*/ 32 w 52"/>
                <a:gd name="T51" fmla="*/ 3 h 53"/>
                <a:gd name="T52" fmla="*/ 30 w 52"/>
                <a:gd name="T53" fmla="*/ 3 h 53"/>
                <a:gd name="T54" fmla="*/ 30 w 52"/>
                <a:gd name="T55" fmla="*/ 0 h 53"/>
                <a:gd name="T56" fmla="*/ 52 w 52"/>
                <a:gd name="T57" fmla="*/ 0 h 53"/>
                <a:gd name="T58" fmla="*/ 52 w 52"/>
                <a:gd name="T59" fmla="*/ 3 h 53"/>
                <a:gd name="T60" fmla="*/ 50 w 52"/>
                <a:gd name="T61" fmla="*/ 3 h 53"/>
                <a:gd name="T62" fmla="*/ 45 w 52"/>
                <a:gd name="T63" fmla="*/ 8 h 53"/>
                <a:gd name="T64" fmla="*/ 45 w 52"/>
                <a:gd name="T65" fmla="*/ 46 h 53"/>
                <a:gd name="T66" fmla="*/ 50 w 52"/>
                <a:gd name="T67" fmla="*/ 50 h 53"/>
                <a:gd name="T68" fmla="*/ 52 w 52"/>
                <a:gd name="T69" fmla="*/ 50 h 53"/>
                <a:gd name="T70" fmla="*/ 52 w 52"/>
                <a:gd name="T71" fmla="*/ 53 h 53"/>
                <a:gd name="T72" fmla="*/ 30 w 52"/>
                <a:gd name="T7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30" y="53"/>
                  </a:moveTo>
                  <a:cubicBezTo>
                    <a:pt x="30" y="50"/>
                    <a:pt x="30" y="50"/>
                    <a:pt x="30" y="50"/>
                  </a:cubicBezTo>
                  <a:cubicBezTo>
                    <a:pt x="32" y="50"/>
                    <a:pt x="32" y="50"/>
                    <a:pt x="32" y="50"/>
                  </a:cubicBezTo>
                  <a:cubicBezTo>
                    <a:pt x="36" y="50"/>
                    <a:pt x="37" y="49"/>
                    <a:pt x="37" y="46"/>
                  </a:cubicBezTo>
                  <a:cubicBezTo>
                    <a:pt x="37" y="28"/>
                    <a:pt x="37" y="28"/>
                    <a:pt x="37" y="28"/>
                  </a:cubicBezTo>
                  <a:cubicBezTo>
                    <a:pt x="16" y="28"/>
                    <a:pt x="16" y="28"/>
                    <a:pt x="16" y="28"/>
                  </a:cubicBezTo>
                  <a:cubicBezTo>
                    <a:pt x="16" y="46"/>
                    <a:pt x="16" y="46"/>
                    <a:pt x="16" y="46"/>
                  </a:cubicBezTo>
                  <a:cubicBezTo>
                    <a:pt x="16" y="49"/>
                    <a:pt x="17" y="50"/>
                    <a:pt x="21"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8" y="49"/>
                    <a:pt x="8" y="4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25"/>
                    <a:pt x="16" y="25"/>
                    <a:pt x="16" y="25"/>
                  </a:cubicBezTo>
                  <a:cubicBezTo>
                    <a:pt x="37" y="25"/>
                    <a:pt x="37" y="25"/>
                    <a:pt x="37" y="25"/>
                  </a:cubicBezTo>
                  <a:cubicBezTo>
                    <a:pt x="37" y="8"/>
                    <a:pt x="37" y="8"/>
                    <a:pt x="37" y="8"/>
                  </a:cubicBezTo>
                  <a:cubicBezTo>
                    <a:pt x="37" y="4"/>
                    <a:pt x="36" y="3"/>
                    <a:pt x="32" y="3"/>
                  </a:cubicBezTo>
                  <a:cubicBezTo>
                    <a:pt x="30" y="3"/>
                    <a:pt x="30" y="3"/>
                    <a:pt x="30" y="3"/>
                  </a:cubicBezTo>
                  <a:cubicBezTo>
                    <a:pt x="30" y="0"/>
                    <a:pt x="30" y="0"/>
                    <a:pt x="30" y="0"/>
                  </a:cubicBezTo>
                  <a:cubicBezTo>
                    <a:pt x="52" y="0"/>
                    <a:pt x="52" y="0"/>
                    <a:pt x="52" y="0"/>
                  </a:cubicBezTo>
                  <a:cubicBezTo>
                    <a:pt x="52" y="3"/>
                    <a:pt x="52" y="3"/>
                    <a:pt x="52" y="3"/>
                  </a:cubicBezTo>
                  <a:cubicBezTo>
                    <a:pt x="50" y="3"/>
                    <a:pt x="50" y="3"/>
                    <a:pt x="50" y="3"/>
                  </a:cubicBezTo>
                  <a:cubicBezTo>
                    <a:pt x="46" y="3"/>
                    <a:pt x="45" y="4"/>
                    <a:pt x="45" y="8"/>
                  </a:cubicBezTo>
                  <a:cubicBezTo>
                    <a:pt x="45" y="46"/>
                    <a:pt x="45" y="46"/>
                    <a:pt x="45" y="46"/>
                  </a:cubicBezTo>
                  <a:cubicBezTo>
                    <a:pt x="45" y="49"/>
                    <a:pt x="46" y="50"/>
                    <a:pt x="50" y="50"/>
                  </a:cubicBezTo>
                  <a:cubicBezTo>
                    <a:pt x="52" y="50"/>
                    <a:pt x="52" y="50"/>
                    <a:pt x="52" y="50"/>
                  </a:cubicBezTo>
                  <a:cubicBezTo>
                    <a:pt x="52" y="53"/>
                    <a:pt x="52" y="53"/>
                    <a:pt x="52" y="53"/>
                  </a:cubicBezTo>
                  <a:lnTo>
                    <a:pt x="3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ïś1ïďe"/>
            <p:cNvSpPr/>
            <p:nvPr/>
          </p:nvSpPr>
          <p:spPr bwMode="auto">
            <a:xfrm>
              <a:off x="6264308" y="3879860"/>
              <a:ext cx="161925"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30 w 43"/>
                <a:gd name="T19" fmla="*/ 18 h 53"/>
                <a:gd name="T20" fmla="*/ 30 w 43"/>
                <a:gd name="T21" fmla="*/ 16 h 53"/>
                <a:gd name="T22" fmla="*/ 32 w 43"/>
                <a:gd name="T23" fmla="*/ 16 h 53"/>
                <a:gd name="T24" fmla="*/ 32 w 43"/>
                <a:gd name="T25" fmla="*/ 36 h 53"/>
                <a:gd name="T26" fmla="*/ 30 w 43"/>
                <a:gd name="T27" fmla="*/ 36 h 53"/>
                <a:gd name="T28" fmla="*/ 30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30" y="23"/>
                    <a:pt x="30" y="18"/>
                  </a:cubicBezTo>
                  <a:cubicBezTo>
                    <a:pt x="30" y="16"/>
                    <a:pt x="30" y="16"/>
                    <a:pt x="30" y="16"/>
                  </a:cubicBezTo>
                  <a:cubicBezTo>
                    <a:pt x="32" y="16"/>
                    <a:pt x="32" y="16"/>
                    <a:pt x="32" y="16"/>
                  </a:cubicBezTo>
                  <a:cubicBezTo>
                    <a:pt x="32" y="36"/>
                    <a:pt x="32" y="36"/>
                    <a:pt x="32" y="36"/>
                  </a:cubicBezTo>
                  <a:cubicBezTo>
                    <a:pt x="30" y="36"/>
                    <a:pt x="30" y="36"/>
                    <a:pt x="30" y="36"/>
                  </a:cubicBezTo>
                  <a:cubicBezTo>
                    <a:pt x="30" y="34"/>
                    <a:pt x="30" y="34"/>
                    <a:pt x="30" y="34"/>
                  </a:cubicBezTo>
                  <a:cubicBezTo>
                    <a:pt x="30" y="31"/>
                    <a:pt x="27" y="27"/>
                    <a:pt x="22" y="27"/>
                  </a:cubicBezTo>
                  <a:cubicBezTo>
                    <a:pt x="15" y="27"/>
                    <a:pt x="15" y="27"/>
                    <a:pt x="15" y="27"/>
                  </a:cubicBezTo>
                  <a:cubicBezTo>
                    <a:pt x="15" y="46"/>
                    <a:pt x="15" y="46"/>
                    <a:pt x="15" y="46"/>
                  </a:cubicBezTo>
                  <a:cubicBezTo>
                    <a:pt x="15" y="49"/>
                    <a:pt x="17"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ṡľiḋe"/>
            <p:cNvSpPr/>
            <p:nvPr/>
          </p:nvSpPr>
          <p:spPr bwMode="auto">
            <a:xfrm>
              <a:off x="6442108" y="3875097"/>
              <a:ext cx="195263" cy="212725"/>
            </a:xfrm>
            <a:custGeom>
              <a:avLst/>
              <a:gdLst>
                <a:gd name="T0" fmla="*/ 29 w 52"/>
                <a:gd name="T1" fmla="*/ 54 h 54"/>
                <a:gd name="T2" fmla="*/ 29 w 52"/>
                <a:gd name="T3" fmla="*/ 51 h 54"/>
                <a:gd name="T4" fmla="*/ 33 w 52"/>
                <a:gd name="T5" fmla="*/ 51 h 54"/>
                <a:gd name="T6" fmla="*/ 36 w 52"/>
                <a:gd name="T7" fmla="*/ 49 h 54"/>
                <a:gd name="T8" fmla="*/ 35 w 52"/>
                <a:gd name="T9" fmla="*/ 45 h 54"/>
                <a:gd name="T10" fmla="*/ 32 w 52"/>
                <a:gd name="T11" fmla="*/ 35 h 54"/>
                <a:gd name="T12" fmla="*/ 14 w 52"/>
                <a:gd name="T13" fmla="*/ 35 h 54"/>
                <a:gd name="T14" fmla="*/ 11 w 52"/>
                <a:gd name="T15" fmla="*/ 47 h 54"/>
                <a:gd name="T16" fmla="*/ 10 w 52"/>
                <a:gd name="T17" fmla="*/ 49 h 54"/>
                <a:gd name="T18" fmla="*/ 14 w 52"/>
                <a:gd name="T19" fmla="*/ 51 h 54"/>
                <a:gd name="T20" fmla="*/ 17 w 52"/>
                <a:gd name="T21" fmla="*/ 51 h 54"/>
                <a:gd name="T22" fmla="*/ 17 w 52"/>
                <a:gd name="T23" fmla="*/ 54 h 54"/>
                <a:gd name="T24" fmla="*/ 0 w 52"/>
                <a:gd name="T25" fmla="*/ 54 h 54"/>
                <a:gd name="T26" fmla="*/ 0 w 52"/>
                <a:gd name="T27" fmla="*/ 51 h 54"/>
                <a:gd name="T28" fmla="*/ 2 w 52"/>
                <a:gd name="T29" fmla="*/ 51 h 54"/>
                <a:gd name="T30" fmla="*/ 9 w 52"/>
                <a:gd name="T31" fmla="*/ 46 h 54"/>
                <a:gd name="T32" fmla="*/ 22 w 52"/>
                <a:gd name="T33" fmla="*/ 1 h 54"/>
                <a:gd name="T34" fmla="*/ 28 w 52"/>
                <a:gd name="T35" fmla="*/ 0 h 54"/>
                <a:gd name="T36" fmla="*/ 44 w 52"/>
                <a:gd name="T37" fmla="*/ 45 h 54"/>
                <a:gd name="T38" fmla="*/ 50 w 52"/>
                <a:gd name="T39" fmla="*/ 51 h 54"/>
                <a:gd name="T40" fmla="*/ 52 w 52"/>
                <a:gd name="T41" fmla="*/ 51 h 54"/>
                <a:gd name="T42" fmla="*/ 52 w 52"/>
                <a:gd name="T43" fmla="*/ 54 h 54"/>
                <a:gd name="T44" fmla="*/ 29 w 52"/>
                <a:gd name="T45" fmla="*/ 54 h 54"/>
                <a:gd name="T46" fmla="*/ 22 w 52"/>
                <a:gd name="T47" fmla="*/ 7 h 54"/>
                <a:gd name="T48" fmla="*/ 15 w 52"/>
                <a:gd name="T49" fmla="*/ 33 h 54"/>
                <a:gd name="T50" fmla="*/ 31 w 52"/>
                <a:gd name="T51" fmla="*/ 33 h 54"/>
                <a:gd name="T52" fmla="*/ 22 w 52"/>
                <a:gd name="T53"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4">
                  <a:moveTo>
                    <a:pt x="29" y="54"/>
                  </a:moveTo>
                  <a:cubicBezTo>
                    <a:pt x="29" y="51"/>
                    <a:pt x="29" y="51"/>
                    <a:pt x="29" y="51"/>
                  </a:cubicBezTo>
                  <a:cubicBezTo>
                    <a:pt x="33" y="51"/>
                    <a:pt x="33" y="51"/>
                    <a:pt x="33" y="51"/>
                  </a:cubicBezTo>
                  <a:cubicBezTo>
                    <a:pt x="34" y="51"/>
                    <a:pt x="36" y="51"/>
                    <a:pt x="36" y="49"/>
                  </a:cubicBezTo>
                  <a:cubicBezTo>
                    <a:pt x="36" y="48"/>
                    <a:pt x="35" y="46"/>
                    <a:pt x="35" y="45"/>
                  </a:cubicBezTo>
                  <a:cubicBezTo>
                    <a:pt x="32" y="35"/>
                    <a:pt x="32" y="35"/>
                    <a:pt x="32" y="35"/>
                  </a:cubicBezTo>
                  <a:cubicBezTo>
                    <a:pt x="14" y="35"/>
                    <a:pt x="14" y="35"/>
                    <a:pt x="14" y="35"/>
                  </a:cubicBezTo>
                  <a:cubicBezTo>
                    <a:pt x="11" y="47"/>
                    <a:pt x="11" y="47"/>
                    <a:pt x="11" y="47"/>
                  </a:cubicBezTo>
                  <a:cubicBezTo>
                    <a:pt x="11" y="47"/>
                    <a:pt x="10" y="48"/>
                    <a:pt x="10" y="49"/>
                  </a:cubicBezTo>
                  <a:cubicBezTo>
                    <a:pt x="10" y="50"/>
                    <a:pt x="12" y="51"/>
                    <a:pt x="14" y="51"/>
                  </a:cubicBezTo>
                  <a:cubicBezTo>
                    <a:pt x="17" y="51"/>
                    <a:pt x="17" y="51"/>
                    <a:pt x="17" y="51"/>
                  </a:cubicBezTo>
                  <a:cubicBezTo>
                    <a:pt x="17" y="54"/>
                    <a:pt x="17" y="54"/>
                    <a:pt x="17" y="54"/>
                  </a:cubicBezTo>
                  <a:cubicBezTo>
                    <a:pt x="0" y="54"/>
                    <a:pt x="0" y="54"/>
                    <a:pt x="0" y="54"/>
                  </a:cubicBezTo>
                  <a:cubicBezTo>
                    <a:pt x="0" y="51"/>
                    <a:pt x="0" y="51"/>
                    <a:pt x="0" y="51"/>
                  </a:cubicBezTo>
                  <a:cubicBezTo>
                    <a:pt x="2" y="51"/>
                    <a:pt x="2" y="51"/>
                    <a:pt x="2" y="51"/>
                  </a:cubicBezTo>
                  <a:cubicBezTo>
                    <a:pt x="4" y="51"/>
                    <a:pt x="7" y="51"/>
                    <a:pt x="9" y="46"/>
                  </a:cubicBezTo>
                  <a:cubicBezTo>
                    <a:pt x="22" y="1"/>
                    <a:pt x="22" y="1"/>
                    <a:pt x="22" y="1"/>
                  </a:cubicBezTo>
                  <a:cubicBezTo>
                    <a:pt x="28" y="0"/>
                    <a:pt x="28" y="0"/>
                    <a:pt x="28" y="0"/>
                  </a:cubicBezTo>
                  <a:cubicBezTo>
                    <a:pt x="44" y="45"/>
                    <a:pt x="44" y="45"/>
                    <a:pt x="44" y="45"/>
                  </a:cubicBezTo>
                  <a:cubicBezTo>
                    <a:pt x="45" y="48"/>
                    <a:pt x="46" y="51"/>
                    <a:pt x="50" y="51"/>
                  </a:cubicBezTo>
                  <a:cubicBezTo>
                    <a:pt x="52" y="51"/>
                    <a:pt x="52" y="51"/>
                    <a:pt x="52" y="51"/>
                  </a:cubicBezTo>
                  <a:cubicBezTo>
                    <a:pt x="52" y="54"/>
                    <a:pt x="52" y="54"/>
                    <a:pt x="52" y="54"/>
                  </a:cubicBezTo>
                  <a:lnTo>
                    <a:pt x="29" y="54"/>
                  </a:lnTo>
                  <a:close/>
                  <a:moveTo>
                    <a:pt x="22" y="7"/>
                  </a:moveTo>
                  <a:cubicBezTo>
                    <a:pt x="15" y="33"/>
                    <a:pt x="15" y="33"/>
                    <a:pt x="15" y="33"/>
                  </a:cubicBezTo>
                  <a:cubicBezTo>
                    <a:pt x="31" y="33"/>
                    <a:pt x="31" y="33"/>
                    <a:pt x="31" y="33"/>
                  </a:cubicBezTo>
                  <a:lnTo>
                    <a:pt x="22" y="7"/>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ṡḻíďè"/>
            <p:cNvSpPr/>
            <p:nvPr/>
          </p:nvSpPr>
          <p:spPr bwMode="auto">
            <a:xfrm>
              <a:off x="6648483" y="3875097"/>
              <a:ext cx="134938" cy="217488"/>
            </a:xfrm>
            <a:custGeom>
              <a:avLst/>
              <a:gdLst>
                <a:gd name="T0" fmla="*/ 20 w 36"/>
                <a:gd name="T1" fmla="*/ 55 h 55"/>
                <a:gd name="T2" fmla="*/ 14 w 36"/>
                <a:gd name="T3" fmla="*/ 54 h 55"/>
                <a:gd name="T4" fmla="*/ 11 w 36"/>
                <a:gd name="T5" fmla="*/ 53 h 55"/>
                <a:gd name="T6" fmla="*/ 5 w 36"/>
                <a:gd name="T7" fmla="*/ 55 h 55"/>
                <a:gd name="T8" fmla="*/ 0 w 36"/>
                <a:gd name="T9" fmla="*/ 41 h 55"/>
                <a:gd name="T10" fmla="*/ 2 w 36"/>
                <a:gd name="T11" fmla="*/ 40 h 55"/>
                <a:gd name="T12" fmla="*/ 20 w 36"/>
                <a:gd name="T13" fmla="*/ 53 h 55"/>
                <a:gd name="T14" fmla="*/ 31 w 36"/>
                <a:gd name="T15" fmla="*/ 43 h 55"/>
                <a:gd name="T16" fmla="*/ 17 w 36"/>
                <a:gd name="T17" fmla="*/ 31 h 55"/>
                <a:gd name="T18" fmla="*/ 3 w 36"/>
                <a:gd name="T19" fmla="*/ 14 h 55"/>
                <a:gd name="T20" fmla="*/ 17 w 36"/>
                <a:gd name="T21" fmla="*/ 0 h 55"/>
                <a:gd name="T22" fmla="*/ 24 w 36"/>
                <a:gd name="T23" fmla="*/ 1 h 55"/>
                <a:gd name="T24" fmla="*/ 26 w 36"/>
                <a:gd name="T25" fmla="*/ 1 h 55"/>
                <a:gd name="T26" fmla="*/ 30 w 36"/>
                <a:gd name="T27" fmla="*/ 0 h 55"/>
                <a:gd name="T28" fmla="*/ 35 w 36"/>
                <a:gd name="T29" fmla="*/ 13 h 55"/>
                <a:gd name="T30" fmla="*/ 33 w 36"/>
                <a:gd name="T31" fmla="*/ 13 h 55"/>
                <a:gd name="T32" fmla="*/ 30 w 36"/>
                <a:gd name="T33" fmla="*/ 8 h 55"/>
                <a:gd name="T34" fmla="*/ 17 w 36"/>
                <a:gd name="T35" fmla="*/ 2 h 55"/>
                <a:gd name="T36" fmla="*/ 8 w 36"/>
                <a:gd name="T37" fmla="*/ 11 h 55"/>
                <a:gd name="T38" fmla="*/ 20 w 36"/>
                <a:gd name="T39" fmla="*/ 23 h 55"/>
                <a:gd name="T40" fmla="*/ 36 w 36"/>
                <a:gd name="T41" fmla="*/ 39 h 55"/>
                <a:gd name="T42" fmla="*/ 20 w 36"/>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3" y="43"/>
                    <a:pt x="10" y="53"/>
                    <a:pt x="20" y="53"/>
                  </a:cubicBezTo>
                  <a:cubicBezTo>
                    <a:pt x="27" y="53"/>
                    <a:pt x="31" y="47"/>
                    <a:pt x="31" y="43"/>
                  </a:cubicBezTo>
                  <a:cubicBezTo>
                    <a:pt x="31" y="37"/>
                    <a:pt x="26" y="34"/>
                    <a:pt x="17" y="31"/>
                  </a:cubicBezTo>
                  <a:cubicBezTo>
                    <a:pt x="13" y="29"/>
                    <a:pt x="3" y="25"/>
                    <a:pt x="3" y="14"/>
                  </a:cubicBezTo>
                  <a:cubicBezTo>
                    <a:pt x="3" y="8"/>
                    <a:pt x="8" y="0"/>
                    <a:pt x="17" y="0"/>
                  </a:cubicBezTo>
                  <a:cubicBezTo>
                    <a:pt x="19" y="0"/>
                    <a:pt x="20" y="0"/>
                    <a:pt x="24" y="1"/>
                  </a:cubicBezTo>
                  <a:cubicBezTo>
                    <a:pt x="26" y="1"/>
                    <a:pt x="26" y="1"/>
                    <a:pt x="26" y="1"/>
                  </a:cubicBezTo>
                  <a:cubicBezTo>
                    <a:pt x="27" y="1"/>
                    <a:pt x="28" y="1"/>
                    <a:pt x="30" y="0"/>
                  </a:cubicBezTo>
                  <a:cubicBezTo>
                    <a:pt x="35" y="13"/>
                    <a:pt x="35" y="13"/>
                    <a:pt x="35" y="13"/>
                  </a:cubicBezTo>
                  <a:cubicBezTo>
                    <a:pt x="33" y="13"/>
                    <a:pt x="33" y="13"/>
                    <a:pt x="33" y="13"/>
                  </a:cubicBezTo>
                  <a:cubicBezTo>
                    <a:pt x="32" y="12"/>
                    <a:pt x="31" y="10"/>
                    <a:pt x="30" y="8"/>
                  </a:cubicBezTo>
                  <a:cubicBezTo>
                    <a:pt x="26" y="4"/>
                    <a:pt x="22" y="2"/>
                    <a:pt x="17" y="2"/>
                  </a:cubicBezTo>
                  <a:cubicBezTo>
                    <a:pt x="12" y="2"/>
                    <a:pt x="8" y="6"/>
                    <a:pt x="8" y="11"/>
                  </a:cubicBezTo>
                  <a:cubicBezTo>
                    <a:pt x="8" y="17"/>
                    <a:pt x="12" y="19"/>
                    <a:pt x="20" y="23"/>
                  </a:cubicBezTo>
                  <a:cubicBezTo>
                    <a:pt x="30" y="26"/>
                    <a:pt x="36" y="30"/>
                    <a:pt x="36" y="39"/>
                  </a:cubicBezTo>
                  <a:cubicBezTo>
                    <a:pt x="36"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sliḍe"/>
            <p:cNvSpPr/>
            <p:nvPr/>
          </p:nvSpPr>
          <p:spPr bwMode="auto">
            <a:xfrm>
              <a:off x="6807233" y="3879860"/>
              <a:ext cx="187325" cy="207963"/>
            </a:xfrm>
            <a:custGeom>
              <a:avLst/>
              <a:gdLst>
                <a:gd name="T0" fmla="*/ 48 w 50"/>
                <a:gd name="T1" fmla="*/ 15 h 53"/>
                <a:gd name="T2" fmla="*/ 34 w 50"/>
                <a:gd name="T3" fmla="*/ 3 h 53"/>
                <a:gd name="T4" fmla="*/ 29 w 50"/>
                <a:gd name="T5" fmla="*/ 8 h 53"/>
                <a:gd name="T6" fmla="*/ 29 w 50"/>
                <a:gd name="T7" fmla="*/ 45 h 53"/>
                <a:gd name="T8" fmla="*/ 34 w 50"/>
                <a:gd name="T9" fmla="*/ 50 h 53"/>
                <a:gd name="T10" fmla="*/ 38 w 50"/>
                <a:gd name="T11" fmla="*/ 50 h 53"/>
                <a:gd name="T12" fmla="*/ 38 w 50"/>
                <a:gd name="T13" fmla="*/ 53 h 53"/>
                <a:gd name="T14" fmla="*/ 12 w 50"/>
                <a:gd name="T15" fmla="*/ 53 h 53"/>
                <a:gd name="T16" fmla="*/ 12 w 50"/>
                <a:gd name="T17" fmla="*/ 50 h 53"/>
                <a:gd name="T18" fmla="*/ 16 w 50"/>
                <a:gd name="T19" fmla="*/ 50 h 53"/>
                <a:gd name="T20" fmla="*/ 21 w 50"/>
                <a:gd name="T21" fmla="*/ 45 h 53"/>
                <a:gd name="T22" fmla="*/ 21 w 50"/>
                <a:gd name="T23" fmla="*/ 8 h 53"/>
                <a:gd name="T24" fmla="*/ 16 w 50"/>
                <a:gd name="T25" fmla="*/ 3 h 53"/>
                <a:gd name="T26" fmla="*/ 2 w 50"/>
                <a:gd name="T27" fmla="*/ 15 h 53"/>
                <a:gd name="T28" fmla="*/ 0 w 50"/>
                <a:gd name="T29" fmla="*/ 14 h 53"/>
                <a:gd name="T30" fmla="*/ 5 w 50"/>
                <a:gd name="T31" fmla="*/ 0 h 53"/>
                <a:gd name="T32" fmla="*/ 45 w 50"/>
                <a:gd name="T33" fmla="*/ 0 h 53"/>
                <a:gd name="T34" fmla="*/ 50 w 50"/>
                <a:gd name="T35" fmla="*/ 14 h 53"/>
                <a:gd name="T36" fmla="*/ 48 w 50"/>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 h="53">
                  <a:moveTo>
                    <a:pt x="48" y="15"/>
                  </a:moveTo>
                  <a:cubicBezTo>
                    <a:pt x="44" y="6"/>
                    <a:pt x="40" y="3"/>
                    <a:pt x="34" y="3"/>
                  </a:cubicBezTo>
                  <a:cubicBezTo>
                    <a:pt x="30" y="3"/>
                    <a:pt x="29" y="4"/>
                    <a:pt x="29" y="8"/>
                  </a:cubicBezTo>
                  <a:cubicBezTo>
                    <a:pt x="29" y="45"/>
                    <a:pt x="29" y="45"/>
                    <a:pt x="29" y="45"/>
                  </a:cubicBezTo>
                  <a:cubicBezTo>
                    <a:pt x="29" y="48"/>
                    <a:pt x="31"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20" y="50"/>
                    <a:pt x="21" y="48"/>
                    <a:pt x="21" y="45"/>
                  </a:cubicBezTo>
                  <a:cubicBezTo>
                    <a:pt x="21" y="8"/>
                    <a:pt x="21" y="8"/>
                    <a:pt x="21" y="8"/>
                  </a:cubicBezTo>
                  <a:cubicBezTo>
                    <a:pt x="21" y="4"/>
                    <a:pt x="20" y="3"/>
                    <a:pt x="16" y="3"/>
                  </a:cubicBezTo>
                  <a:cubicBezTo>
                    <a:pt x="9" y="3"/>
                    <a:pt x="5" y="10"/>
                    <a:pt x="2" y="15"/>
                  </a:cubicBezTo>
                  <a:cubicBezTo>
                    <a:pt x="0" y="14"/>
                    <a:pt x="0" y="14"/>
                    <a:pt x="0" y="14"/>
                  </a:cubicBezTo>
                  <a:cubicBezTo>
                    <a:pt x="5" y="0"/>
                    <a:pt x="5" y="0"/>
                    <a:pt x="5" y="0"/>
                  </a:cubicBezTo>
                  <a:cubicBezTo>
                    <a:pt x="45" y="0"/>
                    <a:pt x="45" y="0"/>
                    <a:pt x="45" y="0"/>
                  </a:cubicBezTo>
                  <a:cubicBezTo>
                    <a:pt x="50" y="14"/>
                    <a:pt x="50" y="14"/>
                    <a:pt x="50" y="14"/>
                  </a:cubicBezTo>
                  <a:lnTo>
                    <a:pt x="48"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Sļïďê"/>
            <p:cNvSpPr/>
            <p:nvPr/>
          </p:nvSpPr>
          <p:spPr bwMode="auto">
            <a:xfrm>
              <a:off x="7100920" y="3879860"/>
              <a:ext cx="184150" cy="212725"/>
            </a:xfrm>
            <a:custGeom>
              <a:avLst/>
              <a:gdLst>
                <a:gd name="T0" fmla="*/ 49 w 49"/>
                <a:gd name="T1" fmla="*/ 3 h 54"/>
                <a:gd name="T2" fmla="*/ 46 w 49"/>
                <a:gd name="T3" fmla="*/ 3 h 54"/>
                <a:gd name="T4" fmla="*/ 42 w 49"/>
                <a:gd name="T5" fmla="*/ 8 h 54"/>
                <a:gd name="T6" fmla="*/ 42 w 49"/>
                <a:gd name="T7" fmla="*/ 37 h 54"/>
                <a:gd name="T8" fmla="*/ 25 w 49"/>
                <a:gd name="T9" fmla="*/ 54 h 54"/>
                <a:gd name="T10" fmla="*/ 8 w 49"/>
                <a:gd name="T11" fmla="*/ 36 h 54"/>
                <a:gd name="T12" fmla="*/ 8 w 49"/>
                <a:gd name="T13" fmla="*/ 8 h 54"/>
                <a:gd name="T14" fmla="*/ 3 w 49"/>
                <a:gd name="T15" fmla="*/ 3 h 54"/>
                <a:gd name="T16" fmla="*/ 0 w 49"/>
                <a:gd name="T17" fmla="*/ 3 h 54"/>
                <a:gd name="T18" fmla="*/ 0 w 49"/>
                <a:gd name="T19" fmla="*/ 0 h 54"/>
                <a:gd name="T20" fmla="*/ 23 w 49"/>
                <a:gd name="T21" fmla="*/ 0 h 54"/>
                <a:gd name="T22" fmla="*/ 23 w 49"/>
                <a:gd name="T23" fmla="*/ 3 h 54"/>
                <a:gd name="T24" fmla="*/ 21 w 49"/>
                <a:gd name="T25" fmla="*/ 3 h 54"/>
                <a:gd name="T26" fmla="*/ 16 w 49"/>
                <a:gd name="T27" fmla="*/ 8 h 54"/>
                <a:gd name="T28" fmla="*/ 16 w 49"/>
                <a:gd name="T29" fmla="*/ 35 h 54"/>
                <a:gd name="T30" fmla="*/ 28 w 49"/>
                <a:gd name="T31" fmla="*/ 51 h 54"/>
                <a:gd name="T32" fmla="*/ 39 w 49"/>
                <a:gd name="T33" fmla="*/ 37 h 54"/>
                <a:gd name="T34" fmla="*/ 39 w 49"/>
                <a:gd name="T35" fmla="*/ 8 h 54"/>
                <a:gd name="T36" fmla="*/ 34 w 49"/>
                <a:gd name="T37" fmla="*/ 3 h 54"/>
                <a:gd name="T38" fmla="*/ 33 w 49"/>
                <a:gd name="T39" fmla="*/ 3 h 54"/>
                <a:gd name="T40" fmla="*/ 33 w 49"/>
                <a:gd name="T41" fmla="*/ 0 h 54"/>
                <a:gd name="T42" fmla="*/ 49 w 49"/>
                <a:gd name="T43" fmla="*/ 0 h 54"/>
                <a:gd name="T44" fmla="*/ 49 w 49"/>
                <a:gd name="T4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4">
                  <a:moveTo>
                    <a:pt x="49" y="3"/>
                  </a:moveTo>
                  <a:cubicBezTo>
                    <a:pt x="46" y="3"/>
                    <a:pt x="46" y="3"/>
                    <a:pt x="46" y="3"/>
                  </a:cubicBezTo>
                  <a:cubicBezTo>
                    <a:pt x="43" y="3"/>
                    <a:pt x="42" y="5"/>
                    <a:pt x="42" y="8"/>
                  </a:cubicBezTo>
                  <a:cubicBezTo>
                    <a:pt x="42" y="37"/>
                    <a:pt x="42" y="37"/>
                    <a:pt x="42" y="37"/>
                  </a:cubicBezTo>
                  <a:cubicBezTo>
                    <a:pt x="42" y="45"/>
                    <a:pt x="38" y="54"/>
                    <a:pt x="25" y="54"/>
                  </a:cubicBezTo>
                  <a:cubicBezTo>
                    <a:pt x="16" y="54"/>
                    <a:pt x="8" y="50"/>
                    <a:pt x="8" y="36"/>
                  </a:cubicBezTo>
                  <a:cubicBezTo>
                    <a:pt x="8" y="8"/>
                    <a:pt x="8" y="8"/>
                    <a:pt x="8" y="8"/>
                  </a:cubicBezTo>
                  <a:cubicBezTo>
                    <a:pt x="8" y="4"/>
                    <a:pt x="6"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4"/>
                    <a:pt x="16" y="8"/>
                  </a:cubicBezTo>
                  <a:cubicBezTo>
                    <a:pt x="16" y="35"/>
                    <a:pt x="16" y="35"/>
                    <a:pt x="16" y="35"/>
                  </a:cubicBezTo>
                  <a:cubicBezTo>
                    <a:pt x="16" y="46"/>
                    <a:pt x="21" y="51"/>
                    <a:pt x="28" y="51"/>
                  </a:cubicBezTo>
                  <a:cubicBezTo>
                    <a:pt x="34" y="51"/>
                    <a:pt x="39" y="45"/>
                    <a:pt x="39" y="37"/>
                  </a:cubicBezTo>
                  <a:cubicBezTo>
                    <a:pt x="39" y="8"/>
                    <a:pt x="39" y="8"/>
                    <a:pt x="39" y="8"/>
                  </a:cubicBezTo>
                  <a:cubicBezTo>
                    <a:pt x="39" y="5"/>
                    <a:pt x="38" y="3"/>
                    <a:pt x="34" y="3"/>
                  </a:cubicBezTo>
                  <a:cubicBezTo>
                    <a:pt x="33" y="3"/>
                    <a:pt x="33" y="3"/>
                    <a:pt x="33" y="3"/>
                  </a:cubicBezTo>
                  <a:cubicBezTo>
                    <a:pt x="33" y="0"/>
                    <a:pt x="33" y="0"/>
                    <a:pt x="33" y="0"/>
                  </a:cubicBezTo>
                  <a:cubicBezTo>
                    <a:pt x="49" y="0"/>
                    <a:pt x="49" y="0"/>
                    <a:pt x="49" y="0"/>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iş1íḋê"/>
            <p:cNvSpPr/>
            <p:nvPr/>
          </p:nvSpPr>
          <p:spPr bwMode="auto">
            <a:xfrm>
              <a:off x="7299358" y="3879860"/>
              <a:ext cx="180975" cy="207963"/>
            </a:xfrm>
            <a:custGeom>
              <a:avLst/>
              <a:gdLst>
                <a:gd name="T0" fmla="*/ 40 w 48"/>
                <a:gd name="T1" fmla="*/ 53 h 53"/>
                <a:gd name="T2" fmla="*/ 9 w 48"/>
                <a:gd name="T3" fmla="*/ 8 h 53"/>
                <a:gd name="T4" fmla="*/ 9 w 48"/>
                <a:gd name="T5" fmla="*/ 44 h 53"/>
                <a:gd name="T6" fmla="*/ 15 w 48"/>
                <a:gd name="T7" fmla="*/ 50 h 53"/>
                <a:gd name="T8" fmla="*/ 17 w 48"/>
                <a:gd name="T9" fmla="*/ 50 h 53"/>
                <a:gd name="T10" fmla="*/ 17 w 48"/>
                <a:gd name="T11" fmla="*/ 53 h 53"/>
                <a:gd name="T12" fmla="*/ 0 w 48"/>
                <a:gd name="T13" fmla="*/ 53 h 53"/>
                <a:gd name="T14" fmla="*/ 0 w 48"/>
                <a:gd name="T15" fmla="*/ 50 h 53"/>
                <a:gd name="T16" fmla="*/ 2 w 48"/>
                <a:gd name="T17" fmla="*/ 50 h 53"/>
                <a:gd name="T18" fmla="*/ 7 w 48"/>
                <a:gd name="T19" fmla="*/ 44 h 53"/>
                <a:gd name="T20" fmla="*/ 7 w 48"/>
                <a:gd name="T21" fmla="*/ 8 h 53"/>
                <a:gd name="T22" fmla="*/ 1 w 48"/>
                <a:gd name="T23" fmla="*/ 3 h 53"/>
                <a:gd name="T24" fmla="*/ 0 w 48"/>
                <a:gd name="T25" fmla="*/ 3 h 53"/>
                <a:gd name="T26" fmla="*/ 0 w 48"/>
                <a:gd name="T27" fmla="*/ 0 h 53"/>
                <a:gd name="T28" fmla="*/ 14 w 48"/>
                <a:gd name="T29" fmla="*/ 0 h 53"/>
                <a:gd name="T30" fmla="*/ 39 w 48"/>
                <a:gd name="T31" fmla="*/ 37 h 53"/>
                <a:gd name="T32" fmla="*/ 39 w 48"/>
                <a:gd name="T33" fmla="*/ 9 h 53"/>
                <a:gd name="T34" fmla="*/ 33 w 48"/>
                <a:gd name="T35" fmla="*/ 3 h 53"/>
                <a:gd name="T36" fmla="*/ 33 w 48"/>
                <a:gd name="T37" fmla="*/ 0 h 53"/>
                <a:gd name="T38" fmla="*/ 48 w 48"/>
                <a:gd name="T39" fmla="*/ 0 h 53"/>
                <a:gd name="T40" fmla="*/ 48 w 48"/>
                <a:gd name="T41" fmla="*/ 3 h 53"/>
                <a:gd name="T42" fmla="*/ 42 w 48"/>
                <a:gd name="T43" fmla="*/ 9 h 53"/>
                <a:gd name="T44" fmla="*/ 42 w 48"/>
                <a:gd name="T45" fmla="*/ 53 h 53"/>
                <a:gd name="T46" fmla="*/ 40 w 48"/>
                <a:gd name="T4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3">
                  <a:moveTo>
                    <a:pt x="40" y="53"/>
                  </a:moveTo>
                  <a:cubicBezTo>
                    <a:pt x="9" y="8"/>
                    <a:pt x="9" y="8"/>
                    <a:pt x="9" y="8"/>
                  </a:cubicBezTo>
                  <a:cubicBezTo>
                    <a:pt x="9" y="44"/>
                    <a:pt x="9" y="44"/>
                    <a:pt x="9" y="44"/>
                  </a:cubicBezTo>
                  <a:cubicBezTo>
                    <a:pt x="9" y="48"/>
                    <a:pt x="11" y="50"/>
                    <a:pt x="15" y="50"/>
                  </a:cubicBezTo>
                  <a:cubicBezTo>
                    <a:pt x="17" y="50"/>
                    <a:pt x="17" y="50"/>
                    <a:pt x="17" y="50"/>
                  </a:cubicBezTo>
                  <a:cubicBezTo>
                    <a:pt x="17" y="53"/>
                    <a:pt x="17" y="53"/>
                    <a:pt x="17" y="53"/>
                  </a:cubicBezTo>
                  <a:cubicBezTo>
                    <a:pt x="0" y="53"/>
                    <a:pt x="0" y="53"/>
                    <a:pt x="0" y="53"/>
                  </a:cubicBezTo>
                  <a:cubicBezTo>
                    <a:pt x="0" y="50"/>
                    <a:pt x="0" y="50"/>
                    <a:pt x="0" y="50"/>
                  </a:cubicBezTo>
                  <a:cubicBezTo>
                    <a:pt x="2" y="50"/>
                    <a:pt x="2" y="50"/>
                    <a:pt x="2" y="50"/>
                  </a:cubicBezTo>
                  <a:cubicBezTo>
                    <a:pt x="5" y="50"/>
                    <a:pt x="7" y="48"/>
                    <a:pt x="7" y="44"/>
                  </a:cubicBezTo>
                  <a:cubicBezTo>
                    <a:pt x="7" y="8"/>
                    <a:pt x="7" y="8"/>
                    <a:pt x="7" y="8"/>
                  </a:cubicBezTo>
                  <a:cubicBezTo>
                    <a:pt x="7" y="3"/>
                    <a:pt x="3" y="3"/>
                    <a:pt x="1" y="3"/>
                  </a:cubicBezTo>
                  <a:cubicBezTo>
                    <a:pt x="0" y="3"/>
                    <a:pt x="0" y="3"/>
                    <a:pt x="0" y="3"/>
                  </a:cubicBezTo>
                  <a:cubicBezTo>
                    <a:pt x="0" y="0"/>
                    <a:pt x="0" y="0"/>
                    <a:pt x="0" y="0"/>
                  </a:cubicBezTo>
                  <a:cubicBezTo>
                    <a:pt x="14" y="0"/>
                    <a:pt x="14" y="0"/>
                    <a:pt x="14" y="0"/>
                  </a:cubicBezTo>
                  <a:cubicBezTo>
                    <a:pt x="39" y="37"/>
                    <a:pt x="39" y="37"/>
                    <a:pt x="39" y="37"/>
                  </a:cubicBezTo>
                  <a:cubicBezTo>
                    <a:pt x="39" y="9"/>
                    <a:pt x="39" y="9"/>
                    <a:pt x="39" y="9"/>
                  </a:cubicBezTo>
                  <a:cubicBezTo>
                    <a:pt x="39" y="3"/>
                    <a:pt x="36" y="3"/>
                    <a:pt x="33" y="3"/>
                  </a:cubicBezTo>
                  <a:cubicBezTo>
                    <a:pt x="33" y="0"/>
                    <a:pt x="33" y="0"/>
                    <a:pt x="33" y="0"/>
                  </a:cubicBezTo>
                  <a:cubicBezTo>
                    <a:pt x="48" y="0"/>
                    <a:pt x="48" y="0"/>
                    <a:pt x="48" y="0"/>
                  </a:cubicBezTo>
                  <a:cubicBezTo>
                    <a:pt x="48" y="3"/>
                    <a:pt x="48" y="3"/>
                    <a:pt x="48" y="3"/>
                  </a:cubicBezTo>
                  <a:cubicBezTo>
                    <a:pt x="46" y="3"/>
                    <a:pt x="42" y="3"/>
                    <a:pt x="42" y="9"/>
                  </a:cubicBezTo>
                  <a:cubicBezTo>
                    <a:pt x="42" y="53"/>
                    <a:pt x="42" y="53"/>
                    <a:pt x="42" y="53"/>
                  </a:cubicBezTo>
                  <a:lnTo>
                    <a:pt x="4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ṣlîďè"/>
            <p:cNvSpPr/>
            <p:nvPr/>
          </p:nvSpPr>
          <p:spPr bwMode="auto">
            <a:xfrm>
              <a:off x="7494620" y="3879860"/>
              <a:ext cx="87313" cy="207963"/>
            </a:xfrm>
            <a:custGeom>
              <a:avLst/>
              <a:gdLst>
                <a:gd name="T0" fmla="*/ 0 w 23"/>
                <a:gd name="T1" fmla="*/ 53 h 53"/>
                <a:gd name="T2" fmla="*/ 0 w 23"/>
                <a:gd name="T3" fmla="*/ 50 h 53"/>
                <a:gd name="T4" fmla="*/ 2 w 23"/>
                <a:gd name="T5" fmla="*/ 50 h 53"/>
                <a:gd name="T6" fmla="*/ 7 w 23"/>
                <a:gd name="T7" fmla="*/ 46 h 53"/>
                <a:gd name="T8" fmla="*/ 7 w 23"/>
                <a:gd name="T9" fmla="*/ 8 h 53"/>
                <a:gd name="T10" fmla="*/ 2 w 23"/>
                <a:gd name="T11" fmla="*/ 3 h 53"/>
                <a:gd name="T12" fmla="*/ 0 w 23"/>
                <a:gd name="T13" fmla="*/ 3 h 53"/>
                <a:gd name="T14" fmla="*/ 0 w 23"/>
                <a:gd name="T15" fmla="*/ 0 h 53"/>
                <a:gd name="T16" fmla="*/ 23 w 23"/>
                <a:gd name="T17" fmla="*/ 0 h 53"/>
                <a:gd name="T18" fmla="*/ 23 w 23"/>
                <a:gd name="T19" fmla="*/ 3 h 53"/>
                <a:gd name="T20" fmla="*/ 20 w 23"/>
                <a:gd name="T21" fmla="*/ 3 h 53"/>
                <a:gd name="T22" fmla="*/ 15 w 23"/>
                <a:gd name="T23" fmla="*/ 8 h 53"/>
                <a:gd name="T24" fmla="*/ 15 w 23"/>
                <a:gd name="T25" fmla="*/ 46 h 53"/>
                <a:gd name="T26" fmla="*/ 20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2" y="50"/>
                    <a:pt x="2" y="50"/>
                    <a:pt x="2" y="50"/>
                  </a:cubicBezTo>
                  <a:cubicBezTo>
                    <a:pt x="6" y="50"/>
                    <a:pt x="7" y="49"/>
                    <a:pt x="7" y="46"/>
                  </a:cubicBezTo>
                  <a:cubicBezTo>
                    <a:pt x="7" y="8"/>
                    <a:pt x="7" y="8"/>
                    <a:pt x="7" y="8"/>
                  </a:cubicBezTo>
                  <a:cubicBezTo>
                    <a:pt x="7" y="4"/>
                    <a:pt x="6"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6" y="3"/>
                    <a:pt x="15" y="5"/>
                    <a:pt x="15" y="8"/>
                  </a:cubicBezTo>
                  <a:cubicBezTo>
                    <a:pt x="15" y="46"/>
                    <a:pt x="15" y="46"/>
                    <a:pt x="15" y="46"/>
                  </a:cubicBezTo>
                  <a:cubicBezTo>
                    <a:pt x="15" y="49"/>
                    <a:pt x="17" y="50"/>
                    <a:pt x="20"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ṡḷíḍè"/>
            <p:cNvSpPr/>
            <p:nvPr/>
          </p:nvSpPr>
          <p:spPr bwMode="auto">
            <a:xfrm>
              <a:off x="7593045" y="3879860"/>
              <a:ext cx="180975" cy="212725"/>
            </a:xfrm>
            <a:custGeom>
              <a:avLst/>
              <a:gdLst>
                <a:gd name="T0" fmla="*/ 46 w 48"/>
                <a:gd name="T1" fmla="*/ 3 h 54"/>
                <a:gd name="T2" fmla="*/ 40 w 48"/>
                <a:gd name="T3" fmla="*/ 9 h 54"/>
                <a:gd name="T4" fmla="*/ 24 w 48"/>
                <a:gd name="T5" fmla="*/ 54 h 54"/>
                <a:gd name="T6" fmla="*/ 23 w 48"/>
                <a:gd name="T7" fmla="*/ 54 h 54"/>
                <a:gd name="T8" fmla="*/ 8 w 48"/>
                <a:gd name="T9" fmla="*/ 8 h 54"/>
                <a:gd name="T10" fmla="*/ 2 w 48"/>
                <a:gd name="T11" fmla="*/ 3 h 54"/>
                <a:gd name="T12" fmla="*/ 0 w 48"/>
                <a:gd name="T13" fmla="*/ 3 h 54"/>
                <a:gd name="T14" fmla="*/ 0 w 48"/>
                <a:gd name="T15" fmla="*/ 0 h 54"/>
                <a:gd name="T16" fmla="*/ 22 w 48"/>
                <a:gd name="T17" fmla="*/ 0 h 54"/>
                <a:gd name="T18" fmla="*/ 22 w 48"/>
                <a:gd name="T19" fmla="*/ 3 h 54"/>
                <a:gd name="T20" fmla="*/ 19 w 48"/>
                <a:gd name="T21" fmla="*/ 3 h 54"/>
                <a:gd name="T22" fmla="*/ 16 w 48"/>
                <a:gd name="T23" fmla="*/ 6 h 54"/>
                <a:gd name="T24" fmla="*/ 16 w 48"/>
                <a:gd name="T25" fmla="*/ 8 h 54"/>
                <a:gd name="T26" fmla="*/ 27 w 48"/>
                <a:gd name="T27" fmla="*/ 40 h 54"/>
                <a:gd name="T28" fmla="*/ 37 w 48"/>
                <a:gd name="T29" fmla="*/ 9 h 54"/>
                <a:gd name="T30" fmla="*/ 38 w 48"/>
                <a:gd name="T31" fmla="*/ 5 h 54"/>
                <a:gd name="T32" fmla="*/ 35 w 48"/>
                <a:gd name="T33" fmla="*/ 3 h 54"/>
                <a:gd name="T34" fmla="*/ 32 w 48"/>
                <a:gd name="T35" fmla="*/ 3 h 54"/>
                <a:gd name="T36" fmla="*/ 32 w 48"/>
                <a:gd name="T37" fmla="*/ 0 h 54"/>
                <a:gd name="T38" fmla="*/ 48 w 48"/>
                <a:gd name="T39" fmla="*/ 0 h 54"/>
                <a:gd name="T40" fmla="*/ 48 w 48"/>
                <a:gd name="T41" fmla="*/ 3 h 54"/>
                <a:gd name="T42" fmla="*/ 46 w 48"/>
                <a:gd name="T4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54">
                  <a:moveTo>
                    <a:pt x="46" y="3"/>
                  </a:moveTo>
                  <a:cubicBezTo>
                    <a:pt x="43" y="3"/>
                    <a:pt x="41" y="5"/>
                    <a:pt x="40" y="9"/>
                  </a:cubicBezTo>
                  <a:cubicBezTo>
                    <a:pt x="24" y="54"/>
                    <a:pt x="24" y="54"/>
                    <a:pt x="24" y="54"/>
                  </a:cubicBezTo>
                  <a:cubicBezTo>
                    <a:pt x="23" y="54"/>
                    <a:pt x="23" y="54"/>
                    <a:pt x="23" y="54"/>
                  </a:cubicBezTo>
                  <a:cubicBezTo>
                    <a:pt x="8" y="8"/>
                    <a:pt x="8" y="8"/>
                    <a:pt x="8" y="8"/>
                  </a:cubicBezTo>
                  <a:cubicBezTo>
                    <a:pt x="7" y="5"/>
                    <a:pt x="5" y="3"/>
                    <a:pt x="2" y="3"/>
                  </a:cubicBezTo>
                  <a:cubicBezTo>
                    <a:pt x="0" y="3"/>
                    <a:pt x="0" y="3"/>
                    <a:pt x="0" y="3"/>
                  </a:cubicBezTo>
                  <a:cubicBezTo>
                    <a:pt x="0" y="0"/>
                    <a:pt x="0" y="0"/>
                    <a:pt x="0" y="0"/>
                  </a:cubicBezTo>
                  <a:cubicBezTo>
                    <a:pt x="22" y="0"/>
                    <a:pt x="22" y="0"/>
                    <a:pt x="22" y="0"/>
                  </a:cubicBezTo>
                  <a:cubicBezTo>
                    <a:pt x="22" y="3"/>
                    <a:pt x="22" y="3"/>
                    <a:pt x="22" y="3"/>
                  </a:cubicBezTo>
                  <a:cubicBezTo>
                    <a:pt x="19" y="3"/>
                    <a:pt x="19" y="3"/>
                    <a:pt x="19" y="3"/>
                  </a:cubicBezTo>
                  <a:cubicBezTo>
                    <a:pt x="16" y="3"/>
                    <a:pt x="16" y="4"/>
                    <a:pt x="16" y="6"/>
                  </a:cubicBezTo>
                  <a:cubicBezTo>
                    <a:pt x="16" y="7"/>
                    <a:pt x="16" y="8"/>
                    <a:pt x="16" y="8"/>
                  </a:cubicBezTo>
                  <a:cubicBezTo>
                    <a:pt x="27" y="40"/>
                    <a:pt x="27" y="40"/>
                    <a:pt x="27" y="40"/>
                  </a:cubicBezTo>
                  <a:cubicBezTo>
                    <a:pt x="37" y="9"/>
                    <a:pt x="37" y="9"/>
                    <a:pt x="37" y="9"/>
                  </a:cubicBezTo>
                  <a:cubicBezTo>
                    <a:pt x="38" y="7"/>
                    <a:pt x="38" y="6"/>
                    <a:pt x="38" y="5"/>
                  </a:cubicBezTo>
                  <a:cubicBezTo>
                    <a:pt x="38" y="4"/>
                    <a:pt x="37" y="3"/>
                    <a:pt x="35" y="3"/>
                  </a:cubicBezTo>
                  <a:cubicBezTo>
                    <a:pt x="32" y="3"/>
                    <a:pt x="32" y="3"/>
                    <a:pt x="32" y="3"/>
                  </a:cubicBezTo>
                  <a:cubicBezTo>
                    <a:pt x="32" y="0"/>
                    <a:pt x="32" y="0"/>
                    <a:pt x="32" y="0"/>
                  </a:cubicBezTo>
                  <a:cubicBezTo>
                    <a:pt x="48" y="0"/>
                    <a:pt x="48" y="0"/>
                    <a:pt x="48" y="0"/>
                  </a:cubicBezTo>
                  <a:cubicBezTo>
                    <a:pt x="48" y="3"/>
                    <a:pt x="48" y="3"/>
                    <a:pt x="48" y="3"/>
                  </a:cubicBezTo>
                  <a:lnTo>
                    <a:pt x="46"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ś1idê"/>
            <p:cNvSpPr/>
            <p:nvPr/>
          </p:nvSpPr>
          <p:spPr bwMode="auto">
            <a:xfrm>
              <a:off x="7793070" y="3879860"/>
              <a:ext cx="160338" cy="207963"/>
            </a:xfrm>
            <a:custGeom>
              <a:avLst/>
              <a:gdLst>
                <a:gd name="T0" fmla="*/ 0 w 43"/>
                <a:gd name="T1" fmla="*/ 0 h 53"/>
                <a:gd name="T2" fmla="*/ 37 w 43"/>
                <a:gd name="T3" fmla="*/ 0 h 53"/>
                <a:gd name="T4" fmla="*/ 41 w 43"/>
                <a:gd name="T5" fmla="*/ 12 h 53"/>
                <a:gd name="T6" fmla="*/ 40 w 43"/>
                <a:gd name="T7" fmla="*/ 13 h 53"/>
                <a:gd name="T8" fmla="*/ 22 w 43"/>
                <a:gd name="T9" fmla="*/ 3 h 53"/>
                <a:gd name="T10" fmla="*/ 20 w 43"/>
                <a:gd name="T11" fmla="*/ 3 h 53"/>
                <a:gd name="T12" fmla="*/ 15 w 43"/>
                <a:gd name="T13" fmla="*/ 8 h 53"/>
                <a:gd name="T14" fmla="*/ 15 w 43"/>
                <a:gd name="T15" fmla="*/ 25 h 53"/>
                <a:gd name="T16" fmla="*/ 21 w 43"/>
                <a:gd name="T17" fmla="*/ 25 h 53"/>
                <a:gd name="T18" fmla="*/ 29 w 43"/>
                <a:gd name="T19" fmla="*/ 18 h 53"/>
                <a:gd name="T20" fmla="*/ 29 w 43"/>
                <a:gd name="T21" fmla="*/ 16 h 53"/>
                <a:gd name="T22" fmla="*/ 32 w 43"/>
                <a:gd name="T23" fmla="*/ 16 h 53"/>
                <a:gd name="T24" fmla="*/ 32 w 43"/>
                <a:gd name="T25" fmla="*/ 36 h 53"/>
                <a:gd name="T26" fmla="*/ 29 w 43"/>
                <a:gd name="T27" fmla="*/ 36 h 53"/>
                <a:gd name="T28" fmla="*/ 29 w 43"/>
                <a:gd name="T29" fmla="*/ 34 h 53"/>
                <a:gd name="T30" fmla="*/ 22 w 43"/>
                <a:gd name="T31" fmla="*/ 27 h 53"/>
                <a:gd name="T32" fmla="*/ 15 w 43"/>
                <a:gd name="T33" fmla="*/ 27 h 53"/>
                <a:gd name="T34" fmla="*/ 15 w 43"/>
                <a:gd name="T35" fmla="*/ 46 h 53"/>
                <a:gd name="T36" fmla="*/ 20 w 43"/>
                <a:gd name="T37" fmla="*/ 50 h 53"/>
                <a:gd name="T38" fmla="*/ 24 w 43"/>
                <a:gd name="T39" fmla="*/ 50 h 53"/>
                <a:gd name="T40" fmla="*/ 41 w 43"/>
                <a:gd name="T41" fmla="*/ 39 h 53"/>
                <a:gd name="T42" fmla="*/ 43 w 43"/>
                <a:gd name="T43" fmla="*/ 40 h 53"/>
                <a:gd name="T44" fmla="*/ 38 w 43"/>
                <a:gd name="T45" fmla="*/ 53 h 53"/>
                <a:gd name="T46" fmla="*/ 0 w 43"/>
                <a:gd name="T47" fmla="*/ 53 h 53"/>
                <a:gd name="T48" fmla="*/ 0 w 43"/>
                <a:gd name="T49" fmla="*/ 50 h 53"/>
                <a:gd name="T50" fmla="*/ 2 w 43"/>
                <a:gd name="T51" fmla="*/ 50 h 53"/>
                <a:gd name="T52" fmla="*/ 7 w 43"/>
                <a:gd name="T53" fmla="*/ 46 h 53"/>
                <a:gd name="T54" fmla="*/ 7 w 43"/>
                <a:gd name="T55" fmla="*/ 8 h 53"/>
                <a:gd name="T56" fmla="*/ 2 w 43"/>
                <a:gd name="T57" fmla="*/ 3 h 53"/>
                <a:gd name="T58" fmla="*/ 0 w 43"/>
                <a:gd name="T59" fmla="*/ 3 h 53"/>
                <a:gd name="T60" fmla="*/ 0 w 43"/>
                <a:gd name="T6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53">
                  <a:moveTo>
                    <a:pt x="0" y="0"/>
                  </a:moveTo>
                  <a:cubicBezTo>
                    <a:pt x="37" y="0"/>
                    <a:pt x="37" y="0"/>
                    <a:pt x="37" y="0"/>
                  </a:cubicBezTo>
                  <a:cubicBezTo>
                    <a:pt x="41" y="12"/>
                    <a:pt x="41" y="12"/>
                    <a:pt x="41" y="12"/>
                  </a:cubicBezTo>
                  <a:cubicBezTo>
                    <a:pt x="40" y="13"/>
                    <a:pt x="40" y="13"/>
                    <a:pt x="40" y="13"/>
                  </a:cubicBezTo>
                  <a:cubicBezTo>
                    <a:pt x="34" y="6"/>
                    <a:pt x="31" y="3"/>
                    <a:pt x="22" y="3"/>
                  </a:cubicBezTo>
                  <a:cubicBezTo>
                    <a:pt x="20" y="3"/>
                    <a:pt x="20" y="3"/>
                    <a:pt x="20" y="3"/>
                  </a:cubicBezTo>
                  <a:cubicBezTo>
                    <a:pt x="16" y="3"/>
                    <a:pt x="15" y="4"/>
                    <a:pt x="15" y="8"/>
                  </a:cubicBezTo>
                  <a:cubicBezTo>
                    <a:pt x="15" y="25"/>
                    <a:pt x="15" y="25"/>
                    <a:pt x="15" y="25"/>
                  </a:cubicBezTo>
                  <a:cubicBezTo>
                    <a:pt x="21" y="25"/>
                    <a:pt x="21" y="25"/>
                    <a:pt x="21" y="25"/>
                  </a:cubicBezTo>
                  <a:cubicBezTo>
                    <a:pt x="25" y="25"/>
                    <a:pt x="29" y="23"/>
                    <a:pt x="29" y="18"/>
                  </a:cubicBezTo>
                  <a:cubicBezTo>
                    <a:pt x="29" y="16"/>
                    <a:pt x="29" y="16"/>
                    <a:pt x="29" y="16"/>
                  </a:cubicBezTo>
                  <a:cubicBezTo>
                    <a:pt x="32" y="16"/>
                    <a:pt x="32" y="16"/>
                    <a:pt x="32" y="16"/>
                  </a:cubicBezTo>
                  <a:cubicBezTo>
                    <a:pt x="32" y="36"/>
                    <a:pt x="32" y="36"/>
                    <a:pt x="32" y="36"/>
                  </a:cubicBezTo>
                  <a:cubicBezTo>
                    <a:pt x="29" y="36"/>
                    <a:pt x="29" y="36"/>
                    <a:pt x="29" y="36"/>
                  </a:cubicBezTo>
                  <a:cubicBezTo>
                    <a:pt x="29" y="34"/>
                    <a:pt x="29" y="34"/>
                    <a:pt x="29" y="34"/>
                  </a:cubicBezTo>
                  <a:cubicBezTo>
                    <a:pt x="29" y="31"/>
                    <a:pt x="27" y="27"/>
                    <a:pt x="22" y="27"/>
                  </a:cubicBezTo>
                  <a:cubicBezTo>
                    <a:pt x="15" y="27"/>
                    <a:pt x="15" y="27"/>
                    <a:pt x="15" y="27"/>
                  </a:cubicBezTo>
                  <a:cubicBezTo>
                    <a:pt x="15" y="46"/>
                    <a:pt x="15" y="46"/>
                    <a:pt x="15" y="46"/>
                  </a:cubicBezTo>
                  <a:cubicBezTo>
                    <a:pt x="15" y="49"/>
                    <a:pt x="16" y="50"/>
                    <a:pt x="20" y="50"/>
                  </a:cubicBezTo>
                  <a:cubicBezTo>
                    <a:pt x="24" y="50"/>
                    <a:pt x="24" y="50"/>
                    <a:pt x="24" y="50"/>
                  </a:cubicBezTo>
                  <a:cubicBezTo>
                    <a:pt x="33" y="50"/>
                    <a:pt x="39" y="42"/>
                    <a:pt x="41" y="39"/>
                  </a:cubicBezTo>
                  <a:cubicBezTo>
                    <a:pt x="43" y="40"/>
                    <a:pt x="43" y="40"/>
                    <a:pt x="43" y="40"/>
                  </a:cubicBezTo>
                  <a:cubicBezTo>
                    <a:pt x="38" y="53"/>
                    <a:pt x="38" y="53"/>
                    <a:pt x="38" y="53"/>
                  </a:cubicBezTo>
                  <a:cubicBezTo>
                    <a:pt x="0" y="53"/>
                    <a:pt x="0" y="53"/>
                    <a:pt x="0" y="53"/>
                  </a:cubicBezTo>
                  <a:cubicBezTo>
                    <a:pt x="0" y="50"/>
                    <a:pt x="0" y="50"/>
                    <a:pt x="0" y="50"/>
                  </a:cubicBezTo>
                  <a:cubicBezTo>
                    <a:pt x="2" y="50"/>
                    <a:pt x="2" y="50"/>
                    <a:pt x="2" y="50"/>
                  </a:cubicBezTo>
                  <a:cubicBezTo>
                    <a:pt x="5" y="50"/>
                    <a:pt x="7" y="49"/>
                    <a:pt x="7" y="46"/>
                  </a:cubicBezTo>
                  <a:cubicBezTo>
                    <a:pt x="7" y="8"/>
                    <a:pt x="7" y="8"/>
                    <a:pt x="7" y="8"/>
                  </a:cubicBezTo>
                  <a:cubicBezTo>
                    <a:pt x="7" y="4"/>
                    <a:pt x="5" y="3"/>
                    <a:pt x="2" y="3"/>
                  </a:cubicBezTo>
                  <a:cubicBezTo>
                    <a:pt x="0" y="3"/>
                    <a:pt x="0" y="3"/>
                    <a:pt x="0" y="3"/>
                  </a:cubicBezTo>
                  <a:lnTo>
                    <a:pt x="0" y="0"/>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íṧḻiḍê"/>
            <p:cNvSpPr/>
            <p:nvPr/>
          </p:nvSpPr>
          <p:spPr bwMode="auto">
            <a:xfrm>
              <a:off x="7969283" y="3879860"/>
              <a:ext cx="180975" cy="207963"/>
            </a:xfrm>
            <a:custGeom>
              <a:avLst/>
              <a:gdLst>
                <a:gd name="T0" fmla="*/ 34 w 48"/>
                <a:gd name="T1" fmla="*/ 53 h 53"/>
                <a:gd name="T2" fmla="*/ 22 w 48"/>
                <a:gd name="T3" fmla="*/ 27 h 53"/>
                <a:gd name="T4" fmla="*/ 16 w 48"/>
                <a:gd name="T5" fmla="*/ 27 h 53"/>
                <a:gd name="T6" fmla="*/ 16 w 48"/>
                <a:gd name="T7" fmla="*/ 46 h 53"/>
                <a:gd name="T8" fmla="*/ 20 w 48"/>
                <a:gd name="T9" fmla="*/ 50 h 53"/>
                <a:gd name="T10" fmla="*/ 23 w 48"/>
                <a:gd name="T11" fmla="*/ 50 h 53"/>
                <a:gd name="T12" fmla="*/ 23 w 48"/>
                <a:gd name="T13" fmla="*/ 53 h 53"/>
                <a:gd name="T14" fmla="*/ 0 w 48"/>
                <a:gd name="T15" fmla="*/ 53 h 53"/>
                <a:gd name="T16" fmla="*/ 0 w 48"/>
                <a:gd name="T17" fmla="*/ 50 h 53"/>
                <a:gd name="T18" fmla="*/ 3 w 48"/>
                <a:gd name="T19" fmla="*/ 50 h 53"/>
                <a:gd name="T20" fmla="*/ 7 w 48"/>
                <a:gd name="T21" fmla="*/ 46 h 53"/>
                <a:gd name="T22" fmla="*/ 7 w 48"/>
                <a:gd name="T23" fmla="*/ 8 h 53"/>
                <a:gd name="T24" fmla="*/ 3 w 48"/>
                <a:gd name="T25" fmla="*/ 3 h 53"/>
                <a:gd name="T26" fmla="*/ 0 w 48"/>
                <a:gd name="T27" fmla="*/ 3 h 53"/>
                <a:gd name="T28" fmla="*/ 0 w 48"/>
                <a:gd name="T29" fmla="*/ 0 h 53"/>
                <a:gd name="T30" fmla="*/ 28 w 48"/>
                <a:gd name="T31" fmla="*/ 0 h 53"/>
                <a:gd name="T32" fmla="*/ 44 w 48"/>
                <a:gd name="T33" fmla="*/ 13 h 53"/>
                <a:gd name="T34" fmla="*/ 40 w 48"/>
                <a:gd name="T35" fmla="*/ 23 h 53"/>
                <a:gd name="T36" fmla="*/ 31 w 48"/>
                <a:gd name="T37" fmla="*/ 27 h 53"/>
                <a:gd name="T38" fmla="*/ 39 w 48"/>
                <a:gd name="T39" fmla="*/ 44 h 53"/>
                <a:gd name="T40" fmla="*/ 47 w 48"/>
                <a:gd name="T41" fmla="*/ 50 h 53"/>
                <a:gd name="T42" fmla="*/ 48 w 48"/>
                <a:gd name="T43" fmla="*/ 50 h 53"/>
                <a:gd name="T44" fmla="*/ 48 w 48"/>
                <a:gd name="T45" fmla="*/ 53 h 53"/>
                <a:gd name="T46" fmla="*/ 34 w 48"/>
                <a:gd name="T47" fmla="*/ 53 h 53"/>
                <a:gd name="T48" fmla="*/ 25 w 48"/>
                <a:gd name="T49" fmla="*/ 3 h 53"/>
                <a:gd name="T50" fmla="*/ 20 w 48"/>
                <a:gd name="T51" fmla="*/ 3 h 53"/>
                <a:gd name="T52" fmla="*/ 16 w 48"/>
                <a:gd name="T53" fmla="*/ 8 h 53"/>
                <a:gd name="T54" fmla="*/ 16 w 48"/>
                <a:gd name="T55" fmla="*/ 25 h 53"/>
                <a:gd name="T56" fmla="*/ 25 w 48"/>
                <a:gd name="T57" fmla="*/ 25 h 53"/>
                <a:gd name="T58" fmla="*/ 35 w 48"/>
                <a:gd name="T59" fmla="*/ 13 h 53"/>
                <a:gd name="T60" fmla="*/ 25 w 48"/>
                <a:gd name="T61"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53">
                  <a:moveTo>
                    <a:pt x="34" y="53"/>
                  </a:moveTo>
                  <a:cubicBezTo>
                    <a:pt x="22" y="27"/>
                    <a:pt x="22" y="27"/>
                    <a:pt x="22" y="27"/>
                  </a:cubicBezTo>
                  <a:cubicBezTo>
                    <a:pt x="16" y="27"/>
                    <a:pt x="16" y="27"/>
                    <a:pt x="16" y="27"/>
                  </a:cubicBezTo>
                  <a:cubicBezTo>
                    <a:pt x="16" y="46"/>
                    <a:pt x="16" y="46"/>
                    <a:pt x="16" y="46"/>
                  </a:cubicBezTo>
                  <a:cubicBezTo>
                    <a:pt x="16" y="49"/>
                    <a:pt x="17" y="50"/>
                    <a:pt x="20" y="50"/>
                  </a:cubicBezTo>
                  <a:cubicBezTo>
                    <a:pt x="23" y="50"/>
                    <a:pt x="23" y="50"/>
                    <a:pt x="23" y="50"/>
                  </a:cubicBezTo>
                  <a:cubicBezTo>
                    <a:pt x="23" y="53"/>
                    <a:pt x="23" y="53"/>
                    <a:pt x="23" y="53"/>
                  </a:cubicBezTo>
                  <a:cubicBezTo>
                    <a:pt x="0" y="53"/>
                    <a:pt x="0" y="53"/>
                    <a:pt x="0" y="53"/>
                  </a:cubicBezTo>
                  <a:cubicBezTo>
                    <a:pt x="0" y="50"/>
                    <a:pt x="0" y="50"/>
                    <a:pt x="0" y="50"/>
                  </a:cubicBezTo>
                  <a:cubicBezTo>
                    <a:pt x="3" y="50"/>
                    <a:pt x="3" y="50"/>
                    <a:pt x="3" y="50"/>
                  </a:cubicBezTo>
                  <a:cubicBezTo>
                    <a:pt x="6" y="50"/>
                    <a:pt x="7" y="49"/>
                    <a:pt x="7" y="46"/>
                  </a:cubicBezTo>
                  <a:cubicBezTo>
                    <a:pt x="7" y="8"/>
                    <a:pt x="7" y="8"/>
                    <a:pt x="7" y="8"/>
                  </a:cubicBezTo>
                  <a:cubicBezTo>
                    <a:pt x="7" y="4"/>
                    <a:pt x="6" y="3"/>
                    <a:pt x="3" y="3"/>
                  </a:cubicBezTo>
                  <a:cubicBezTo>
                    <a:pt x="0" y="3"/>
                    <a:pt x="0" y="3"/>
                    <a:pt x="0" y="3"/>
                  </a:cubicBezTo>
                  <a:cubicBezTo>
                    <a:pt x="0" y="0"/>
                    <a:pt x="0" y="0"/>
                    <a:pt x="0" y="0"/>
                  </a:cubicBezTo>
                  <a:cubicBezTo>
                    <a:pt x="28" y="0"/>
                    <a:pt x="28" y="0"/>
                    <a:pt x="28" y="0"/>
                  </a:cubicBezTo>
                  <a:cubicBezTo>
                    <a:pt x="38" y="0"/>
                    <a:pt x="44" y="5"/>
                    <a:pt x="44" y="13"/>
                  </a:cubicBezTo>
                  <a:cubicBezTo>
                    <a:pt x="44" y="17"/>
                    <a:pt x="42" y="21"/>
                    <a:pt x="40" y="23"/>
                  </a:cubicBezTo>
                  <a:cubicBezTo>
                    <a:pt x="37" y="25"/>
                    <a:pt x="33" y="26"/>
                    <a:pt x="31" y="27"/>
                  </a:cubicBezTo>
                  <a:cubicBezTo>
                    <a:pt x="39" y="44"/>
                    <a:pt x="39" y="44"/>
                    <a:pt x="39" y="44"/>
                  </a:cubicBezTo>
                  <a:cubicBezTo>
                    <a:pt x="42" y="50"/>
                    <a:pt x="44" y="50"/>
                    <a:pt x="47" y="50"/>
                  </a:cubicBezTo>
                  <a:cubicBezTo>
                    <a:pt x="48" y="50"/>
                    <a:pt x="48" y="50"/>
                    <a:pt x="48" y="50"/>
                  </a:cubicBezTo>
                  <a:cubicBezTo>
                    <a:pt x="48" y="53"/>
                    <a:pt x="48" y="53"/>
                    <a:pt x="48" y="53"/>
                  </a:cubicBezTo>
                  <a:lnTo>
                    <a:pt x="34" y="53"/>
                  </a:lnTo>
                  <a:close/>
                  <a:moveTo>
                    <a:pt x="25" y="3"/>
                  </a:moveTo>
                  <a:cubicBezTo>
                    <a:pt x="20" y="3"/>
                    <a:pt x="20" y="3"/>
                    <a:pt x="20" y="3"/>
                  </a:cubicBezTo>
                  <a:cubicBezTo>
                    <a:pt x="17" y="3"/>
                    <a:pt x="16" y="4"/>
                    <a:pt x="16" y="8"/>
                  </a:cubicBezTo>
                  <a:cubicBezTo>
                    <a:pt x="16" y="25"/>
                    <a:pt x="16" y="25"/>
                    <a:pt x="16" y="25"/>
                  </a:cubicBezTo>
                  <a:cubicBezTo>
                    <a:pt x="25" y="25"/>
                    <a:pt x="25" y="25"/>
                    <a:pt x="25" y="25"/>
                  </a:cubicBezTo>
                  <a:cubicBezTo>
                    <a:pt x="32" y="25"/>
                    <a:pt x="35" y="20"/>
                    <a:pt x="35" y="13"/>
                  </a:cubicBezTo>
                  <a:cubicBezTo>
                    <a:pt x="35" y="6"/>
                    <a:pt x="32" y="3"/>
                    <a:pt x="25" y="3"/>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Sľíde"/>
            <p:cNvSpPr/>
            <p:nvPr/>
          </p:nvSpPr>
          <p:spPr bwMode="auto">
            <a:xfrm>
              <a:off x="8161370" y="3875097"/>
              <a:ext cx="138113" cy="217488"/>
            </a:xfrm>
            <a:custGeom>
              <a:avLst/>
              <a:gdLst>
                <a:gd name="T0" fmla="*/ 20 w 37"/>
                <a:gd name="T1" fmla="*/ 55 h 55"/>
                <a:gd name="T2" fmla="*/ 14 w 37"/>
                <a:gd name="T3" fmla="*/ 54 h 55"/>
                <a:gd name="T4" fmla="*/ 11 w 37"/>
                <a:gd name="T5" fmla="*/ 53 h 55"/>
                <a:gd name="T6" fmla="*/ 5 w 37"/>
                <a:gd name="T7" fmla="*/ 55 h 55"/>
                <a:gd name="T8" fmla="*/ 0 w 37"/>
                <a:gd name="T9" fmla="*/ 41 h 55"/>
                <a:gd name="T10" fmla="*/ 2 w 37"/>
                <a:gd name="T11" fmla="*/ 40 h 55"/>
                <a:gd name="T12" fmla="*/ 20 w 37"/>
                <a:gd name="T13" fmla="*/ 53 h 55"/>
                <a:gd name="T14" fmla="*/ 31 w 37"/>
                <a:gd name="T15" fmla="*/ 43 h 55"/>
                <a:gd name="T16" fmla="*/ 18 w 37"/>
                <a:gd name="T17" fmla="*/ 31 h 55"/>
                <a:gd name="T18" fmla="*/ 3 w 37"/>
                <a:gd name="T19" fmla="*/ 14 h 55"/>
                <a:gd name="T20" fmla="*/ 18 w 37"/>
                <a:gd name="T21" fmla="*/ 0 h 55"/>
                <a:gd name="T22" fmla="*/ 25 w 37"/>
                <a:gd name="T23" fmla="*/ 1 h 55"/>
                <a:gd name="T24" fmla="*/ 26 w 37"/>
                <a:gd name="T25" fmla="*/ 1 h 55"/>
                <a:gd name="T26" fmla="*/ 31 w 37"/>
                <a:gd name="T27" fmla="*/ 0 h 55"/>
                <a:gd name="T28" fmla="*/ 35 w 37"/>
                <a:gd name="T29" fmla="*/ 13 h 55"/>
                <a:gd name="T30" fmla="*/ 33 w 37"/>
                <a:gd name="T31" fmla="*/ 13 h 55"/>
                <a:gd name="T32" fmla="*/ 30 w 37"/>
                <a:gd name="T33" fmla="*/ 8 h 55"/>
                <a:gd name="T34" fmla="*/ 18 w 37"/>
                <a:gd name="T35" fmla="*/ 2 h 55"/>
                <a:gd name="T36" fmla="*/ 8 w 37"/>
                <a:gd name="T37" fmla="*/ 11 h 55"/>
                <a:gd name="T38" fmla="*/ 21 w 37"/>
                <a:gd name="T39" fmla="*/ 23 h 55"/>
                <a:gd name="T40" fmla="*/ 37 w 37"/>
                <a:gd name="T41" fmla="*/ 39 h 55"/>
                <a:gd name="T42" fmla="*/ 20 w 37"/>
                <a:gd name="T4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5">
                  <a:moveTo>
                    <a:pt x="20" y="55"/>
                  </a:moveTo>
                  <a:cubicBezTo>
                    <a:pt x="19" y="55"/>
                    <a:pt x="16" y="55"/>
                    <a:pt x="14" y="54"/>
                  </a:cubicBezTo>
                  <a:cubicBezTo>
                    <a:pt x="12" y="53"/>
                    <a:pt x="12" y="53"/>
                    <a:pt x="11" y="53"/>
                  </a:cubicBezTo>
                  <a:cubicBezTo>
                    <a:pt x="9" y="53"/>
                    <a:pt x="6" y="55"/>
                    <a:pt x="5" y="55"/>
                  </a:cubicBezTo>
                  <a:cubicBezTo>
                    <a:pt x="0" y="41"/>
                    <a:pt x="0" y="41"/>
                    <a:pt x="0" y="41"/>
                  </a:cubicBezTo>
                  <a:cubicBezTo>
                    <a:pt x="2" y="40"/>
                    <a:pt x="2" y="40"/>
                    <a:pt x="2" y="40"/>
                  </a:cubicBezTo>
                  <a:cubicBezTo>
                    <a:pt x="4" y="43"/>
                    <a:pt x="10" y="53"/>
                    <a:pt x="20" y="53"/>
                  </a:cubicBezTo>
                  <a:cubicBezTo>
                    <a:pt x="27" y="53"/>
                    <a:pt x="31" y="47"/>
                    <a:pt x="31" y="43"/>
                  </a:cubicBezTo>
                  <a:cubicBezTo>
                    <a:pt x="31" y="37"/>
                    <a:pt x="26" y="34"/>
                    <a:pt x="18" y="31"/>
                  </a:cubicBezTo>
                  <a:cubicBezTo>
                    <a:pt x="13" y="29"/>
                    <a:pt x="3" y="25"/>
                    <a:pt x="3" y="14"/>
                  </a:cubicBezTo>
                  <a:cubicBezTo>
                    <a:pt x="3" y="8"/>
                    <a:pt x="8" y="0"/>
                    <a:pt x="18" y="0"/>
                  </a:cubicBezTo>
                  <a:cubicBezTo>
                    <a:pt x="19" y="0"/>
                    <a:pt x="20" y="0"/>
                    <a:pt x="25" y="1"/>
                  </a:cubicBezTo>
                  <a:cubicBezTo>
                    <a:pt x="26" y="1"/>
                    <a:pt x="26" y="1"/>
                    <a:pt x="26" y="1"/>
                  </a:cubicBezTo>
                  <a:cubicBezTo>
                    <a:pt x="27" y="1"/>
                    <a:pt x="28" y="1"/>
                    <a:pt x="31" y="0"/>
                  </a:cubicBezTo>
                  <a:cubicBezTo>
                    <a:pt x="35" y="13"/>
                    <a:pt x="35" y="13"/>
                    <a:pt x="35" y="13"/>
                  </a:cubicBezTo>
                  <a:cubicBezTo>
                    <a:pt x="33" y="13"/>
                    <a:pt x="33" y="13"/>
                    <a:pt x="33" y="13"/>
                  </a:cubicBezTo>
                  <a:cubicBezTo>
                    <a:pt x="32" y="12"/>
                    <a:pt x="31" y="10"/>
                    <a:pt x="30" y="8"/>
                  </a:cubicBezTo>
                  <a:cubicBezTo>
                    <a:pt x="26" y="4"/>
                    <a:pt x="22" y="2"/>
                    <a:pt x="18" y="2"/>
                  </a:cubicBezTo>
                  <a:cubicBezTo>
                    <a:pt x="12" y="2"/>
                    <a:pt x="8" y="6"/>
                    <a:pt x="8" y="11"/>
                  </a:cubicBezTo>
                  <a:cubicBezTo>
                    <a:pt x="8" y="17"/>
                    <a:pt x="12" y="19"/>
                    <a:pt x="21" y="23"/>
                  </a:cubicBezTo>
                  <a:cubicBezTo>
                    <a:pt x="31" y="26"/>
                    <a:pt x="37" y="30"/>
                    <a:pt x="37" y="39"/>
                  </a:cubicBezTo>
                  <a:cubicBezTo>
                    <a:pt x="37" y="47"/>
                    <a:pt x="30" y="55"/>
                    <a:pt x="20" y="55"/>
                  </a:cubicBez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1idè"/>
            <p:cNvSpPr/>
            <p:nvPr/>
          </p:nvSpPr>
          <p:spPr bwMode="auto">
            <a:xfrm>
              <a:off x="8312183" y="3879860"/>
              <a:ext cx="85725" cy="207963"/>
            </a:xfrm>
            <a:custGeom>
              <a:avLst/>
              <a:gdLst>
                <a:gd name="T0" fmla="*/ 0 w 23"/>
                <a:gd name="T1" fmla="*/ 53 h 53"/>
                <a:gd name="T2" fmla="*/ 0 w 23"/>
                <a:gd name="T3" fmla="*/ 50 h 53"/>
                <a:gd name="T4" fmla="*/ 3 w 23"/>
                <a:gd name="T5" fmla="*/ 50 h 53"/>
                <a:gd name="T6" fmla="*/ 8 w 23"/>
                <a:gd name="T7" fmla="*/ 46 h 53"/>
                <a:gd name="T8" fmla="*/ 8 w 23"/>
                <a:gd name="T9" fmla="*/ 8 h 53"/>
                <a:gd name="T10" fmla="*/ 3 w 23"/>
                <a:gd name="T11" fmla="*/ 3 h 53"/>
                <a:gd name="T12" fmla="*/ 0 w 23"/>
                <a:gd name="T13" fmla="*/ 3 h 53"/>
                <a:gd name="T14" fmla="*/ 0 w 23"/>
                <a:gd name="T15" fmla="*/ 0 h 53"/>
                <a:gd name="T16" fmla="*/ 23 w 23"/>
                <a:gd name="T17" fmla="*/ 0 h 53"/>
                <a:gd name="T18" fmla="*/ 23 w 23"/>
                <a:gd name="T19" fmla="*/ 3 h 53"/>
                <a:gd name="T20" fmla="*/ 21 w 23"/>
                <a:gd name="T21" fmla="*/ 3 h 53"/>
                <a:gd name="T22" fmla="*/ 16 w 23"/>
                <a:gd name="T23" fmla="*/ 8 h 53"/>
                <a:gd name="T24" fmla="*/ 16 w 23"/>
                <a:gd name="T25" fmla="*/ 46 h 53"/>
                <a:gd name="T26" fmla="*/ 21 w 23"/>
                <a:gd name="T27" fmla="*/ 50 h 53"/>
                <a:gd name="T28" fmla="*/ 23 w 23"/>
                <a:gd name="T29" fmla="*/ 50 h 53"/>
                <a:gd name="T30" fmla="*/ 23 w 23"/>
                <a:gd name="T31" fmla="*/ 53 h 53"/>
                <a:gd name="T32" fmla="*/ 0 w 23"/>
                <a:gd name="T3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53">
                  <a:moveTo>
                    <a:pt x="0" y="53"/>
                  </a:moveTo>
                  <a:cubicBezTo>
                    <a:pt x="0" y="50"/>
                    <a:pt x="0" y="50"/>
                    <a:pt x="0" y="50"/>
                  </a:cubicBezTo>
                  <a:cubicBezTo>
                    <a:pt x="3" y="50"/>
                    <a:pt x="3" y="50"/>
                    <a:pt x="3" y="50"/>
                  </a:cubicBezTo>
                  <a:cubicBezTo>
                    <a:pt x="6" y="50"/>
                    <a:pt x="8" y="49"/>
                    <a:pt x="8" y="46"/>
                  </a:cubicBezTo>
                  <a:cubicBezTo>
                    <a:pt x="8" y="8"/>
                    <a:pt x="8" y="8"/>
                    <a:pt x="8" y="8"/>
                  </a:cubicBezTo>
                  <a:cubicBezTo>
                    <a:pt x="8" y="4"/>
                    <a:pt x="7" y="3"/>
                    <a:pt x="3" y="3"/>
                  </a:cubicBezTo>
                  <a:cubicBezTo>
                    <a:pt x="0" y="3"/>
                    <a:pt x="0" y="3"/>
                    <a:pt x="0" y="3"/>
                  </a:cubicBezTo>
                  <a:cubicBezTo>
                    <a:pt x="0" y="0"/>
                    <a:pt x="0" y="0"/>
                    <a:pt x="0" y="0"/>
                  </a:cubicBezTo>
                  <a:cubicBezTo>
                    <a:pt x="23" y="0"/>
                    <a:pt x="23" y="0"/>
                    <a:pt x="23" y="0"/>
                  </a:cubicBezTo>
                  <a:cubicBezTo>
                    <a:pt x="23" y="3"/>
                    <a:pt x="23" y="3"/>
                    <a:pt x="23" y="3"/>
                  </a:cubicBezTo>
                  <a:cubicBezTo>
                    <a:pt x="21" y="3"/>
                    <a:pt x="21" y="3"/>
                    <a:pt x="21" y="3"/>
                  </a:cubicBezTo>
                  <a:cubicBezTo>
                    <a:pt x="17" y="3"/>
                    <a:pt x="16" y="5"/>
                    <a:pt x="16" y="8"/>
                  </a:cubicBezTo>
                  <a:cubicBezTo>
                    <a:pt x="16" y="46"/>
                    <a:pt x="16" y="46"/>
                    <a:pt x="16" y="46"/>
                  </a:cubicBezTo>
                  <a:cubicBezTo>
                    <a:pt x="16" y="49"/>
                    <a:pt x="17" y="50"/>
                    <a:pt x="21" y="50"/>
                  </a:cubicBezTo>
                  <a:cubicBezTo>
                    <a:pt x="23" y="50"/>
                    <a:pt x="23" y="50"/>
                    <a:pt x="23" y="50"/>
                  </a:cubicBezTo>
                  <a:cubicBezTo>
                    <a:pt x="23" y="53"/>
                    <a:pt x="23" y="53"/>
                    <a:pt x="23" y="53"/>
                  </a:cubicBezTo>
                  <a:lnTo>
                    <a:pt x="0" y="5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lïḓe"/>
            <p:cNvSpPr/>
            <p:nvPr/>
          </p:nvSpPr>
          <p:spPr bwMode="auto">
            <a:xfrm>
              <a:off x="8416958" y="3879860"/>
              <a:ext cx="184150" cy="207963"/>
            </a:xfrm>
            <a:custGeom>
              <a:avLst/>
              <a:gdLst>
                <a:gd name="T0" fmla="*/ 47 w 49"/>
                <a:gd name="T1" fmla="*/ 15 h 53"/>
                <a:gd name="T2" fmla="*/ 33 w 49"/>
                <a:gd name="T3" fmla="*/ 3 h 53"/>
                <a:gd name="T4" fmla="*/ 29 w 49"/>
                <a:gd name="T5" fmla="*/ 8 h 53"/>
                <a:gd name="T6" fmla="*/ 29 w 49"/>
                <a:gd name="T7" fmla="*/ 45 h 53"/>
                <a:gd name="T8" fmla="*/ 34 w 49"/>
                <a:gd name="T9" fmla="*/ 50 h 53"/>
                <a:gd name="T10" fmla="*/ 38 w 49"/>
                <a:gd name="T11" fmla="*/ 50 h 53"/>
                <a:gd name="T12" fmla="*/ 38 w 49"/>
                <a:gd name="T13" fmla="*/ 53 h 53"/>
                <a:gd name="T14" fmla="*/ 12 w 49"/>
                <a:gd name="T15" fmla="*/ 53 h 53"/>
                <a:gd name="T16" fmla="*/ 12 w 49"/>
                <a:gd name="T17" fmla="*/ 50 h 53"/>
                <a:gd name="T18" fmla="*/ 16 w 49"/>
                <a:gd name="T19" fmla="*/ 50 h 53"/>
                <a:gd name="T20" fmla="*/ 21 w 49"/>
                <a:gd name="T21" fmla="*/ 45 h 53"/>
                <a:gd name="T22" fmla="*/ 21 w 49"/>
                <a:gd name="T23" fmla="*/ 8 h 53"/>
                <a:gd name="T24" fmla="*/ 16 w 49"/>
                <a:gd name="T25" fmla="*/ 3 h 53"/>
                <a:gd name="T26" fmla="*/ 2 w 49"/>
                <a:gd name="T27" fmla="*/ 15 h 53"/>
                <a:gd name="T28" fmla="*/ 0 w 49"/>
                <a:gd name="T29" fmla="*/ 14 h 53"/>
                <a:gd name="T30" fmla="*/ 5 w 49"/>
                <a:gd name="T31" fmla="*/ 0 h 53"/>
                <a:gd name="T32" fmla="*/ 44 w 49"/>
                <a:gd name="T33" fmla="*/ 0 h 53"/>
                <a:gd name="T34" fmla="*/ 49 w 49"/>
                <a:gd name="T35" fmla="*/ 14 h 53"/>
                <a:gd name="T36" fmla="*/ 47 w 49"/>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53">
                  <a:moveTo>
                    <a:pt x="47" y="15"/>
                  </a:moveTo>
                  <a:cubicBezTo>
                    <a:pt x="43" y="6"/>
                    <a:pt x="39" y="3"/>
                    <a:pt x="33" y="3"/>
                  </a:cubicBezTo>
                  <a:cubicBezTo>
                    <a:pt x="30" y="3"/>
                    <a:pt x="29" y="4"/>
                    <a:pt x="29" y="8"/>
                  </a:cubicBezTo>
                  <a:cubicBezTo>
                    <a:pt x="29" y="45"/>
                    <a:pt x="29" y="45"/>
                    <a:pt x="29" y="45"/>
                  </a:cubicBezTo>
                  <a:cubicBezTo>
                    <a:pt x="29" y="48"/>
                    <a:pt x="30" y="50"/>
                    <a:pt x="34" y="50"/>
                  </a:cubicBezTo>
                  <a:cubicBezTo>
                    <a:pt x="38" y="50"/>
                    <a:pt x="38" y="50"/>
                    <a:pt x="38" y="50"/>
                  </a:cubicBezTo>
                  <a:cubicBezTo>
                    <a:pt x="38" y="53"/>
                    <a:pt x="38" y="53"/>
                    <a:pt x="38" y="53"/>
                  </a:cubicBezTo>
                  <a:cubicBezTo>
                    <a:pt x="12" y="53"/>
                    <a:pt x="12" y="53"/>
                    <a:pt x="12" y="53"/>
                  </a:cubicBezTo>
                  <a:cubicBezTo>
                    <a:pt x="12" y="50"/>
                    <a:pt x="12" y="50"/>
                    <a:pt x="12" y="50"/>
                  </a:cubicBezTo>
                  <a:cubicBezTo>
                    <a:pt x="16" y="50"/>
                    <a:pt x="16" y="50"/>
                    <a:pt x="16" y="50"/>
                  </a:cubicBezTo>
                  <a:cubicBezTo>
                    <a:pt x="19" y="50"/>
                    <a:pt x="21" y="48"/>
                    <a:pt x="21" y="45"/>
                  </a:cubicBezTo>
                  <a:cubicBezTo>
                    <a:pt x="21" y="8"/>
                    <a:pt x="21" y="8"/>
                    <a:pt x="21" y="8"/>
                  </a:cubicBezTo>
                  <a:cubicBezTo>
                    <a:pt x="21" y="4"/>
                    <a:pt x="19" y="3"/>
                    <a:pt x="16" y="3"/>
                  </a:cubicBezTo>
                  <a:cubicBezTo>
                    <a:pt x="8" y="3"/>
                    <a:pt x="4" y="10"/>
                    <a:pt x="2" y="15"/>
                  </a:cubicBezTo>
                  <a:cubicBezTo>
                    <a:pt x="0" y="14"/>
                    <a:pt x="0" y="14"/>
                    <a:pt x="0" y="14"/>
                  </a:cubicBezTo>
                  <a:cubicBezTo>
                    <a:pt x="5" y="0"/>
                    <a:pt x="5" y="0"/>
                    <a:pt x="5" y="0"/>
                  </a:cubicBezTo>
                  <a:cubicBezTo>
                    <a:pt x="44" y="0"/>
                    <a:pt x="44" y="0"/>
                    <a:pt x="44" y="0"/>
                  </a:cubicBezTo>
                  <a:cubicBezTo>
                    <a:pt x="49" y="14"/>
                    <a:pt x="49" y="14"/>
                    <a:pt x="49" y="14"/>
                  </a:cubicBezTo>
                  <a:lnTo>
                    <a:pt x="47" y="15"/>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śļiḓé"/>
            <p:cNvSpPr/>
            <p:nvPr/>
          </p:nvSpPr>
          <p:spPr bwMode="auto">
            <a:xfrm>
              <a:off x="8623333" y="3879860"/>
              <a:ext cx="195263" cy="207963"/>
            </a:xfrm>
            <a:custGeom>
              <a:avLst/>
              <a:gdLst>
                <a:gd name="T0" fmla="*/ 49 w 52"/>
                <a:gd name="T1" fmla="*/ 3 h 53"/>
                <a:gd name="T2" fmla="*/ 42 w 52"/>
                <a:gd name="T3" fmla="*/ 8 h 53"/>
                <a:gd name="T4" fmla="*/ 30 w 52"/>
                <a:gd name="T5" fmla="*/ 31 h 53"/>
                <a:gd name="T6" fmla="*/ 30 w 52"/>
                <a:gd name="T7" fmla="*/ 46 h 53"/>
                <a:gd name="T8" fmla="*/ 35 w 52"/>
                <a:gd name="T9" fmla="*/ 50 h 53"/>
                <a:gd name="T10" fmla="*/ 39 w 52"/>
                <a:gd name="T11" fmla="*/ 50 h 53"/>
                <a:gd name="T12" fmla="*/ 39 w 52"/>
                <a:gd name="T13" fmla="*/ 53 h 53"/>
                <a:gd name="T14" fmla="*/ 14 w 52"/>
                <a:gd name="T15" fmla="*/ 53 h 53"/>
                <a:gd name="T16" fmla="*/ 14 w 52"/>
                <a:gd name="T17" fmla="*/ 50 h 53"/>
                <a:gd name="T18" fmla="*/ 17 w 52"/>
                <a:gd name="T19" fmla="*/ 50 h 53"/>
                <a:gd name="T20" fmla="*/ 22 w 52"/>
                <a:gd name="T21" fmla="*/ 46 h 53"/>
                <a:gd name="T22" fmla="*/ 22 w 52"/>
                <a:gd name="T23" fmla="*/ 32 h 53"/>
                <a:gd name="T24" fmla="*/ 8 w 52"/>
                <a:gd name="T25" fmla="*/ 7 h 53"/>
                <a:gd name="T26" fmla="*/ 2 w 52"/>
                <a:gd name="T27" fmla="*/ 3 h 53"/>
                <a:gd name="T28" fmla="*/ 0 w 52"/>
                <a:gd name="T29" fmla="*/ 3 h 53"/>
                <a:gd name="T30" fmla="*/ 0 w 52"/>
                <a:gd name="T31" fmla="*/ 0 h 53"/>
                <a:gd name="T32" fmla="*/ 23 w 52"/>
                <a:gd name="T33" fmla="*/ 0 h 53"/>
                <a:gd name="T34" fmla="*/ 23 w 52"/>
                <a:gd name="T35" fmla="*/ 3 h 53"/>
                <a:gd name="T36" fmla="*/ 20 w 52"/>
                <a:gd name="T37" fmla="*/ 3 h 53"/>
                <a:gd name="T38" fmla="*/ 17 w 52"/>
                <a:gd name="T39" fmla="*/ 5 h 53"/>
                <a:gd name="T40" fmla="*/ 18 w 52"/>
                <a:gd name="T41" fmla="*/ 7 h 53"/>
                <a:gd name="T42" fmla="*/ 30 w 52"/>
                <a:gd name="T43" fmla="*/ 28 h 53"/>
                <a:gd name="T44" fmla="*/ 40 w 52"/>
                <a:gd name="T45" fmla="*/ 8 h 53"/>
                <a:gd name="T46" fmla="*/ 41 w 52"/>
                <a:gd name="T47" fmla="*/ 5 h 53"/>
                <a:gd name="T48" fmla="*/ 38 w 52"/>
                <a:gd name="T49" fmla="*/ 3 h 53"/>
                <a:gd name="T50" fmla="*/ 34 w 52"/>
                <a:gd name="T51" fmla="*/ 3 h 53"/>
                <a:gd name="T52" fmla="*/ 34 w 52"/>
                <a:gd name="T53" fmla="*/ 0 h 53"/>
                <a:gd name="T54" fmla="*/ 52 w 52"/>
                <a:gd name="T55" fmla="*/ 0 h 53"/>
                <a:gd name="T56" fmla="*/ 52 w 52"/>
                <a:gd name="T57" fmla="*/ 3 h 53"/>
                <a:gd name="T58" fmla="*/ 49 w 52"/>
                <a:gd name="T5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 h="53">
                  <a:moveTo>
                    <a:pt x="49" y="3"/>
                  </a:moveTo>
                  <a:cubicBezTo>
                    <a:pt x="46" y="3"/>
                    <a:pt x="44" y="5"/>
                    <a:pt x="42" y="8"/>
                  </a:cubicBezTo>
                  <a:cubicBezTo>
                    <a:pt x="30" y="31"/>
                    <a:pt x="30" y="31"/>
                    <a:pt x="30" y="31"/>
                  </a:cubicBezTo>
                  <a:cubicBezTo>
                    <a:pt x="30" y="46"/>
                    <a:pt x="30" y="46"/>
                    <a:pt x="30" y="46"/>
                  </a:cubicBezTo>
                  <a:cubicBezTo>
                    <a:pt x="30" y="49"/>
                    <a:pt x="32" y="50"/>
                    <a:pt x="35" y="50"/>
                  </a:cubicBezTo>
                  <a:cubicBezTo>
                    <a:pt x="39" y="50"/>
                    <a:pt x="39" y="50"/>
                    <a:pt x="39" y="50"/>
                  </a:cubicBezTo>
                  <a:cubicBezTo>
                    <a:pt x="39" y="53"/>
                    <a:pt x="39" y="53"/>
                    <a:pt x="39" y="53"/>
                  </a:cubicBezTo>
                  <a:cubicBezTo>
                    <a:pt x="14" y="53"/>
                    <a:pt x="14" y="53"/>
                    <a:pt x="14" y="53"/>
                  </a:cubicBezTo>
                  <a:cubicBezTo>
                    <a:pt x="14" y="50"/>
                    <a:pt x="14" y="50"/>
                    <a:pt x="14" y="50"/>
                  </a:cubicBezTo>
                  <a:cubicBezTo>
                    <a:pt x="17" y="50"/>
                    <a:pt x="17" y="50"/>
                    <a:pt x="17" y="50"/>
                  </a:cubicBezTo>
                  <a:cubicBezTo>
                    <a:pt x="21" y="50"/>
                    <a:pt x="22" y="49"/>
                    <a:pt x="22" y="46"/>
                  </a:cubicBezTo>
                  <a:cubicBezTo>
                    <a:pt x="22" y="32"/>
                    <a:pt x="22" y="32"/>
                    <a:pt x="22" y="32"/>
                  </a:cubicBezTo>
                  <a:cubicBezTo>
                    <a:pt x="8" y="7"/>
                    <a:pt x="8" y="7"/>
                    <a:pt x="8" y="7"/>
                  </a:cubicBezTo>
                  <a:cubicBezTo>
                    <a:pt x="6" y="4"/>
                    <a:pt x="5" y="3"/>
                    <a:pt x="2" y="3"/>
                  </a:cubicBezTo>
                  <a:cubicBezTo>
                    <a:pt x="0" y="3"/>
                    <a:pt x="0" y="3"/>
                    <a:pt x="0" y="3"/>
                  </a:cubicBezTo>
                  <a:cubicBezTo>
                    <a:pt x="0" y="0"/>
                    <a:pt x="0" y="0"/>
                    <a:pt x="0" y="0"/>
                  </a:cubicBezTo>
                  <a:cubicBezTo>
                    <a:pt x="23" y="0"/>
                    <a:pt x="23" y="0"/>
                    <a:pt x="23" y="0"/>
                  </a:cubicBezTo>
                  <a:cubicBezTo>
                    <a:pt x="23" y="3"/>
                    <a:pt x="23" y="3"/>
                    <a:pt x="23" y="3"/>
                  </a:cubicBezTo>
                  <a:cubicBezTo>
                    <a:pt x="20" y="3"/>
                    <a:pt x="20" y="3"/>
                    <a:pt x="20" y="3"/>
                  </a:cubicBezTo>
                  <a:cubicBezTo>
                    <a:pt x="18" y="3"/>
                    <a:pt x="17" y="3"/>
                    <a:pt x="17" y="5"/>
                  </a:cubicBezTo>
                  <a:cubicBezTo>
                    <a:pt x="17" y="6"/>
                    <a:pt x="17" y="7"/>
                    <a:pt x="18" y="7"/>
                  </a:cubicBezTo>
                  <a:cubicBezTo>
                    <a:pt x="30" y="28"/>
                    <a:pt x="30" y="28"/>
                    <a:pt x="30" y="28"/>
                  </a:cubicBezTo>
                  <a:cubicBezTo>
                    <a:pt x="40" y="8"/>
                    <a:pt x="40" y="8"/>
                    <a:pt x="40" y="8"/>
                  </a:cubicBezTo>
                  <a:cubicBezTo>
                    <a:pt x="41" y="7"/>
                    <a:pt x="41" y="6"/>
                    <a:pt x="41" y="5"/>
                  </a:cubicBezTo>
                  <a:cubicBezTo>
                    <a:pt x="41" y="4"/>
                    <a:pt x="39" y="3"/>
                    <a:pt x="38" y="3"/>
                  </a:cubicBezTo>
                  <a:cubicBezTo>
                    <a:pt x="34" y="3"/>
                    <a:pt x="34" y="3"/>
                    <a:pt x="34" y="3"/>
                  </a:cubicBezTo>
                  <a:cubicBezTo>
                    <a:pt x="34" y="0"/>
                    <a:pt x="34" y="0"/>
                    <a:pt x="34" y="0"/>
                  </a:cubicBezTo>
                  <a:cubicBezTo>
                    <a:pt x="52" y="0"/>
                    <a:pt x="52" y="0"/>
                    <a:pt x="52" y="0"/>
                  </a:cubicBezTo>
                  <a:cubicBezTo>
                    <a:pt x="52" y="3"/>
                    <a:pt x="52" y="3"/>
                    <a:pt x="52" y="3"/>
                  </a:cubicBezTo>
                  <a:lnTo>
                    <a:pt x="49" y="3"/>
                  </a:lnTo>
                  <a:close/>
                </a:path>
              </a:pathLst>
            </a:custGeom>
            <a:solidFill>
              <a:srgbClr val="5856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p:sld>
</file>

<file path=ppt/tags/tag1.xml><?xml version="1.0" encoding="utf-8"?>
<p:tagLst xmlns:p="http://schemas.openxmlformats.org/presentationml/2006/main">
  <p:tag name="ISLIDE.VECTOR" val="8e9c2e0a-c7f2-4e6a-b2cf-bba798f0fde3"/>
</p:tagLst>
</file>

<file path=ppt/tags/tag2.xml><?xml version="1.0" encoding="utf-8"?>
<p:tagLst xmlns:p="http://schemas.openxmlformats.org/presentationml/2006/main">
  <p:tag name="ISLIDE.VECTOR" val="8e9c2e0a-c7f2-4e6a-b2cf-bba798f0fde3"/>
</p:tagLst>
</file>

<file path=ppt/tags/tag3.xml><?xml version="1.0" encoding="utf-8"?>
<p:tagLst xmlns:p="http://schemas.openxmlformats.org/presentationml/2006/main">
  <p:tag name="KSO_WM_UNIT_PLACING_PICTURE_USER_VIEWPORT" val="{&quot;height&quot;:10800,&quot;width&quot;:19200}"/>
</p:tagLst>
</file>

<file path=ppt/tags/tag4.xml><?xml version="1.0" encoding="utf-8"?>
<p:tagLst xmlns:p="http://schemas.openxmlformats.org/presentationml/2006/main">
  <p:tag name="ISLIDE.VECTOR" val="8e9c2e0a-c7f2-4e6a-b2cf-bba798f0fde3"/>
</p:tagLst>
</file>

<file path=ppt/tags/tag5.xml><?xml version="1.0" encoding="utf-8"?>
<p:tagLst xmlns:p="http://schemas.openxmlformats.org/presentationml/2006/main">
  <p:tag name="ISLIDE.VECTOR" val="8e9c2e0a-c7f2-4e6a-b2cf-bba798f0fde3"/>
</p:tagLst>
</file>

<file path=ppt/tags/tag6.xml><?xml version="1.0" encoding="utf-8"?>
<p:tagLst xmlns:p="http://schemas.openxmlformats.org/presentationml/2006/main">
  <p:tag name="ISLIDE.VECTOR" val="8e9c2e0a-c7f2-4e6a-b2cf-bba798f0fde3"/>
</p:tagLst>
</file>

<file path=ppt/tags/tag7.xml><?xml version="1.0" encoding="utf-8"?>
<p:tagLst xmlns:p="http://schemas.openxmlformats.org/presentationml/2006/main">
  <p:tag name="ISLIDE.VECTOR" val="8e9c2e0a-c7f2-4e6a-b2cf-bba798f0fde3"/>
</p:tagLst>
</file>

<file path=ppt/tags/tag8.xml><?xml version="1.0" encoding="utf-8"?>
<p:tagLst xmlns:p="http://schemas.openxmlformats.org/presentationml/2006/main">
  <p:tag name="KSO_WPP_MARK_KEY" val="3163aa72-6ee7-4035-ba02-d2e3e0e6afb0"/>
  <p:tag name="COMMONDATA" val="eyJjb3VudCI6NiwiaGRpZCI6ImU4NmQ5ODA4OTM1ODI5NmMwZjJkOWZlZDFlMTQ2MTBjIiwidXNlckNvdW50Ijox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5432</Words>
  <Application>WPS 演示</Application>
  <PresentationFormat>宽屏</PresentationFormat>
  <Paragraphs>225</Paragraphs>
  <Slides>16</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16</vt:i4>
      </vt:variant>
    </vt:vector>
  </HeadingPairs>
  <TitlesOfParts>
    <vt:vector size="35" baseType="lpstr">
      <vt:lpstr>Arial</vt:lpstr>
      <vt:lpstr>宋体</vt:lpstr>
      <vt:lpstr>Wingdings</vt:lpstr>
      <vt:lpstr>思源黑体 CN Bold</vt:lpstr>
      <vt:lpstr>黑体</vt:lpstr>
      <vt:lpstr>思源黑体 CN Regular</vt:lpstr>
      <vt:lpstr>微软雅黑</vt:lpstr>
      <vt:lpstr>Lato Regular</vt:lpstr>
      <vt:lpstr>Lato Light</vt:lpstr>
      <vt:lpstr>Gill Sans</vt:lpstr>
      <vt:lpstr>ヒラギノ角ゴ ProN W3</vt:lpstr>
      <vt:lpstr>Bebas Neue</vt:lpstr>
      <vt:lpstr>Segoe Print</vt:lpstr>
      <vt:lpstr>MS PGothic</vt:lpstr>
      <vt:lpstr>Calibri</vt:lpstr>
      <vt:lpstr>Arial Unicode MS</vt:lpstr>
      <vt:lpstr>Gill Sans MT</vt:lpstr>
      <vt:lpstr>汉仪旗黑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华佑泉美</dc:creator>
  <cp:lastModifiedBy>华硕</cp:lastModifiedBy>
  <cp:revision>43</cp:revision>
  <dcterms:created xsi:type="dcterms:W3CDTF">2019-04-12T06:15:00Z</dcterms:created>
  <dcterms:modified xsi:type="dcterms:W3CDTF">2022-12-09T05:00:34Z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9EE7F78C901B48F69403692D5325A294</vt:lpwstr>
  </property>
  <property fmtid="{D5CDD505-2E9C-101B-9397-08002B2CF9AE}" pid="3" name="KSOProductBuildVer">
    <vt:lpwstr>2052-11.1.0.12763</vt:lpwstr>
  </property>
  <property fmtid="{D5CDD505-2E9C-101B-9397-08002B2CF9AE}" pid="4" name="KSOTemplateUUID">
    <vt:lpwstr>v1.0_mb_IFzCvankit4tjvswe/eXSA==</vt:lpwstr>
  </property>
</Properties>
</file>